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7" r:id="rId1"/>
  </p:sldMasterIdLst>
  <p:notesMasterIdLst>
    <p:notesMasterId r:id="rId58"/>
  </p:notesMasterIdLst>
  <p:sldIdLst>
    <p:sldId id="256" r:id="rId2"/>
    <p:sldId id="830" r:id="rId3"/>
    <p:sldId id="831" r:id="rId4"/>
    <p:sldId id="832" r:id="rId5"/>
    <p:sldId id="834" r:id="rId6"/>
    <p:sldId id="835" r:id="rId7"/>
    <p:sldId id="838" r:id="rId8"/>
    <p:sldId id="836" r:id="rId9"/>
    <p:sldId id="837" r:id="rId10"/>
    <p:sldId id="839" r:id="rId11"/>
    <p:sldId id="840" r:id="rId12"/>
    <p:sldId id="844" r:id="rId13"/>
    <p:sldId id="845" r:id="rId14"/>
    <p:sldId id="849" r:id="rId15"/>
    <p:sldId id="851" r:id="rId16"/>
    <p:sldId id="846" r:id="rId17"/>
    <p:sldId id="857" r:id="rId18"/>
    <p:sldId id="858" r:id="rId19"/>
    <p:sldId id="862" r:id="rId20"/>
    <p:sldId id="860" r:id="rId21"/>
    <p:sldId id="861" r:id="rId22"/>
    <p:sldId id="863" r:id="rId23"/>
    <p:sldId id="877" r:id="rId24"/>
    <p:sldId id="878" r:id="rId25"/>
    <p:sldId id="883" r:id="rId26"/>
    <p:sldId id="880" r:id="rId27"/>
    <p:sldId id="881" r:id="rId28"/>
    <p:sldId id="884" r:id="rId29"/>
    <p:sldId id="812" r:id="rId30"/>
    <p:sldId id="813" r:id="rId31"/>
    <p:sldId id="814" r:id="rId32"/>
    <p:sldId id="864" r:id="rId33"/>
    <p:sldId id="847" r:id="rId34"/>
    <p:sldId id="848" r:id="rId35"/>
    <p:sldId id="865" r:id="rId36"/>
    <p:sldId id="866" r:id="rId37"/>
    <p:sldId id="867" r:id="rId38"/>
    <p:sldId id="852" r:id="rId39"/>
    <p:sldId id="853" r:id="rId40"/>
    <p:sldId id="859" r:id="rId41"/>
    <p:sldId id="855" r:id="rId42"/>
    <p:sldId id="856" r:id="rId43"/>
    <p:sldId id="817" r:id="rId44"/>
    <p:sldId id="868" r:id="rId45"/>
    <p:sldId id="869" r:id="rId46"/>
    <p:sldId id="870" r:id="rId47"/>
    <p:sldId id="818" r:id="rId48"/>
    <p:sldId id="828" r:id="rId49"/>
    <p:sldId id="829" r:id="rId50"/>
    <p:sldId id="871" r:id="rId51"/>
    <p:sldId id="872" r:id="rId52"/>
    <p:sldId id="873" r:id="rId53"/>
    <p:sldId id="833" r:id="rId54"/>
    <p:sldId id="874" r:id="rId55"/>
    <p:sldId id="875" r:id="rId56"/>
    <p:sldId id="876" r:id="rId5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45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789E24-9702-4BED-8556-CFFA857A75B8}" v="1" dt="2025-04-30T02:57:28.4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536" autoAdjust="0"/>
    <p:restoredTop sz="69610" autoAdjust="0"/>
  </p:normalViewPr>
  <p:slideViewPr>
    <p:cSldViewPr snapToGrid="0">
      <p:cViewPr varScale="1">
        <p:scale>
          <a:sx n="114" d="100"/>
          <a:sy n="114" d="100"/>
        </p:scale>
        <p:origin x="7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王 欣捷" userId="b965477fa0aef5e6" providerId="LiveId" clId="{CD243CF0-F2EB-44AF-8D92-2FDFDBA2D008}"/>
    <pc:docChg chg="undo redo custSel addSld delSld modSld sldOrd">
      <pc:chgData name="王 欣捷" userId="b965477fa0aef5e6" providerId="LiveId" clId="{CD243CF0-F2EB-44AF-8D92-2FDFDBA2D008}" dt="2021-04-22T06:15:13.566" v="1467" actId="20577"/>
      <pc:docMkLst>
        <pc:docMk/>
      </pc:docMkLst>
      <pc:sldChg chg="modSp mod">
        <pc:chgData name="王 欣捷" userId="b965477fa0aef5e6" providerId="LiveId" clId="{CD243CF0-F2EB-44AF-8D92-2FDFDBA2D008}" dt="2021-04-22T04:12:42.518" v="37"/>
        <pc:sldMkLst>
          <pc:docMk/>
          <pc:sldMk cId="2470898374" sldId="256"/>
        </pc:sldMkLst>
      </pc:sldChg>
      <pc:sldChg chg="modSp add del mod">
        <pc:chgData name="王 欣捷" userId="b965477fa0aef5e6" providerId="LiveId" clId="{CD243CF0-F2EB-44AF-8D92-2FDFDBA2D008}" dt="2021-04-22T04:17:23.258" v="89" actId="47"/>
        <pc:sldMkLst>
          <pc:docMk/>
          <pc:sldMk cId="0" sldId="810"/>
        </pc:sldMkLst>
      </pc:sldChg>
      <pc:sldChg chg="modSp add del mod">
        <pc:chgData name="王 欣捷" userId="b965477fa0aef5e6" providerId="LiveId" clId="{CD243CF0-F2EB-44AF-8D92-2FDFDBA2D008}" dt="2021-04-22T04:17:24.407" v="90" actId="47"/>
        <pc:sldMkLst>
          <pc:docMk/>
          <pc:sldMk cId="0" sldId="811"/>
        </pc:sldMkLst>
      </pc:sldChg>
      <pc:sldChg chg="modSp add mod">
        <pc:chgData name="王 欣捷" userId="b965477fa0aef5e6" providerId="LiveId" clId="{CD243CF0-F2EB-44AF-8D92-2FDFDBA2D008}" dt="2021-04-22T04:46:50.332" v="385" actId="113"/>
        <pc:sldMkLst>
          <pc:docMk/>
          <pc:sldMk cId="0" sldId="812"/>
        </pc:sldMkLst>
      </pc:sldChg>
      <pc:sldChg chg="modSp add mod">
        <pc:chgData name="王 欣捷" userId="b965477fa0aef5e6" providerId="LiveId" clId="{CD243CF0-F2EB-44AF-8D92-2FDFDBA2D008}" dt="2021-04-22T04:42:29.231" v="301" actId="20577"/>
        <pc:sldMkLst>
          <pc:docMk/>
          <pc:sldMk cId="0" sldId="813"/>
        </pc:sldMkLst>
      </pc:sldChg>
      <pc:sldChg chg="modSp add mod">
        <pc:chgData name="王 欣捷" userId="b965477fa0aef5e6" providerId="LiveId" clId="{CD243CF0-F2EB-44AF-8D92-2FDFDBA2D008}" dt="2021-04-22T04:42:32.523" v="303" actId="20577"/>
        <pc:sldMkLst>
          <pc:docMk/>
          <pc:sldMk cId="0" sldId="814"/>
        </pc:sldMkLst>
      </pc:sldChg>
      <pc:sldChg chg="modSp add mod chgLayout">
        <pc:chgData name="王 欣捷" userId="b965477fa0aef5e6" providerId="LiveId" clId="{CD243CF0-F2EB-44AF-8D92-2FDFDBA2D008}" dt="2021-04-22T04:47:08.584" v="395" actId="113"/>
        <pc:sldMkLst>
          <pc:docMk/>
          <pc:sldMk cId="0" sldId="817"/>
        </pc:sldMkLst>
      </pc:sldChg>
      <pc:sldChg chg="modSp add mod">
        <pc:chgData name="王 欣捷" userId="b965477fa0aef5e6" providerId="LiveId" clId="{CD243CF0-F2EB-44AF-8D92-2FDFDBA2D008}" dt="2021-04-22T04:43:07.697" v="329" actId="20577"/>
        <pc:sldMkLst>
          <pc:docMk/>
          <pc:sldMk cId="0" sldId="818"/>
        </pc:sldMkLst>
      </pc:sldChg>
      <pc:sldChg chg="add del">
        <pc:chgData name="王 欣捷" userId="b965477fa0aef5e6" providerId="LiveId" clId="{CD243CF0-F2EB-44AF-8D92-2FDFDBA2D008}" dt="2021-04-22T04:15:02.171" v="57" actId="47"/>
        <pc:sldMkLst>
          <pc:docMk/>
          <pc:sldMk cId="0" sldId="825"/>
        </pc:sldMkLst>
      </pc:sldChg>
      <pc:sldChg chg="add del">
        <pc:chgData name="王 欣捷" userId="b965477fa0aef5e6" providerId="LiveId" clId="{CD243CF0-F2EB-44AF-8D92-2FDFDBA2D008}" dt="2021-04-22T04:16:23.354" v="77" actId="47"/>
        <pc:sldMkLst>
          <pc:docMk/>
          <pc:sldMk cId="0" sldId="826"/>
        </pc:sldMkLst>
      </pc:sldChg>
      <pc:sldChg chg="modSp add del mod chgLayout">
        <pc:chgData name="王 欣捷" userId="b965477fa0aef5e6" providerId="LiveId" clId="{CD243CF0-F2EB-44AF-8D92-2FDFDBA2D008}" dt="2021-04-22T04:16:58.803" v="84" actId="47"/>
        <pc:sldMkLst>
          <pc:docMk/>
          <pc:sldMk cId="0" sldId="827"/>
        </pc:sldMkLst>
      </pc:sldChg>
      <pc:sldChg chg="modSp add del mod">
        <pc:chgData name="王 欣捷" userId="b965477fa0aef5e6" providerId="LiveId" clId="{CD243CF0-F2EB-44AF-8D92-2FDFDBA2D008}" dt="2021-04-22T04:43:09.528" v="331" actId="20577"/>
        <pc:sldMkLst>
          <pc:docMk/>
          <pc:sldMk cId="0" sldId="828"/>
        </pc:sldMkLst>
      </pc:sldChg>
      <pc:sldChg chg="modSp add del mod">
        <pc:chgData name="王 欣捷" userId="b965477fa0aef5e6" providerId="LiveId" clId="{CD243CF0-F2EB-44AF-8D92-2FDFDBA2D008}" dt="2021-04-22T04:43:11.504" v="333" actId="20577"/>
        <pc:sldMkLst>
          <pc:docMk/>
          <pc:sldMk cId="0" sldId="829"/>
        </pc:sldMkLst>
      </pc:sldChg>
      <pc:sldChg chg="add">
        <pc:chgData name="王 欣捷" userId="b965477fa0aef5e6" providerId="LiveId" clId="{CD243CF0-F2EB-44AF-8D92-2FDFDBA2D008}" dt="2021-04-22T04:10:48.024" v="23"/>
        <pc:sldMkLst>
          <pc:docMk/>
          <pc:sldMk cId="0" sldId="830"/>
        </pc:sldMkLst>
      </pc:sldChg>
      <pc:sldChg chg="modSp add mod">
        <pc:chgData name="王 欣捷" userId="b965477fa0aef5e6" providerId="LiveId" clId="{CD243CF0-F2EB-44AF-8D92-2FDFDBA2D008}" dt="2021-04-22T04:14:21.329" v="50" actId="207"/>
        <pc:sldMkLst>
          <pc:docMk/>
          <pc:sldMk cId="0" sldId="831"/>
        </pc:sldMkLst>
      </pc:sldChg>
      <pc:sldChg chg="modSp add mod">
        <pc:chgData name="王 欣捷" userId="b965477fa0aef5e6" providerId="LiveId" clId="{CD243CF0-F2EB-44AF-8D92-2FDFDBA2D008}" dt="2021-04-22T04:14:27.157" v="52" actId="207"/>
        <pc:sldMkLst>
          <pc:docMk/>
          <pc:sldMk cId="0" sldId="832"/>
        </pc:sldMkLst>
      </pc:sldChg>
      <pc:sldChg chg="modSp add mod modClrScheme chgLayout">
        <pc:chgData name="王 欣捷" userId="b965477fa0aef5e6" providerId="LiveId" clId="{CD243CF0-F2EB-44AF-8D92-2FDFDBA2D008}" dt="2021-04-22T04:43:19.407" v="341" actId="20577"/>
        <pc:sldMkLst>
          <pc:docMk/>
          <pc:sldMk cId="0" sldId="833"/>
        </pc:sldMkLst>
      </pc:sldChg>
      <pc:sldChg chg="modSp add modAnim">
        <pc:chgData name="王 欣捷" userId="b965477fa0aef5e6" providerId="LiveId" clId="{CD243CF0-F2EB-44AF-8D92-2FDFDBA2D008}" dt="2021-04-22T04:15:26.545" v="68" actId="20577"/>
        <pc:sldMkLst>
          <pc:docMk/>
          <pc:sldMk cId="0" sldId="834"/>
        </pc:sldMkLst>
      </pc:sldChg>
      <pc:sldChg chg="modSp add mod">
        <pc:chgData name="王 欣捷" userId="b965477fa0aef5e6" providerId="LiveId" clId="{CD243CF0-F2EB-44AF-8D92-2FDFDBA2D008}" dt="2021-04-22T04:16:01.296" v="76" actId="20577"/>
        <pc:sldMkLst>
          <pc:docMk/>
          <pc:sldMk cId="0" sldId="835"/>
        </pc:sldMkLst>
      </pc:sldChg>
      <pc:sldChg chg="add">
        <pc:chgData name="王 欣捷" userId="b965477fa0aef5e6" providerId="LiveId" clId="{CD243CF0-F2EB-44AF-8D92-2FDFDBA2D008}" dt="2021-04-22T04:10:48.024" v="23"/>
        <pc:sldMkLst>
          <pc:docMk/>
          <pc:sldMk cId="0" sldId="836"/>
        </pc:sldMkLst>
      </pc:sldChg>
      <pc:sldChg chg="add">
        <pc:chgData name="王 欣捷" userId="b965477fa0aef5e6" providerId="LiveId" clId="{CD243CF0-F2EB-44AF-8D92-2FDFDBA2D008}" dt="2021-04-22T04:10:48.024" v="23"/>
        <pc:sldMkLst>
          <pc:docMk/>
          <pc:sldMk cId="0" sldId="837"/>
        </pc:sldMkLst>
      </pc:sldChg>
      <pc:sldChg chg="add">
        <pc:chgData name="王 欣捷" userId="b965477fa0aef5e6" providerId="LiveId" clId="{CD243CF0-F2EB-44AF-8D92-2FDFDBA2D008}" dt="2021-04-22T04:10:48.024" v="23"/>
        <pc:sldMkLst>
          <pc:docMk/>
          <pc:sldMk cId="0" sldId="838"/>
        </pc:sldMkLst>
      </pc:sldChg>
      <pc:sldChg chg="add">
        <pc:chgData name="王 欣捷" userId="b965477fa0aef5e6" providerId="LiveId" clId="{CD243CF0-F2EB-44AF-8D92-2FDFDBA2D008}" dt="2021-04-22T04:10:48.024" v="23"/>
        <pc:sldMkLst>
          <pc:docMk/>
          <pc:sldMk cId="0" sldId="839"/>
        </pc:sldMkLst>
      </pc:sldChg>
      <pc:sldChg chg="modSp add">
        <pc:chgData name="王 欣捷" userId="b965477fa0aef5e6" providerId="LiveId" clId="{CD243CF0-F2EB-44AF-8D92-2FDFDBA2D008}" dt="2021-04-22T04:16:31.609" v="78" actId="207"/>
        <pc:sldMkLst>
          <pc:docMk/>
          <pc:sldMk cId="0" sldId="840"/>
        </pc:sldMkLst>
      </pc:sldChg>
      <pc:sldChg chg="add del">
        <pc:chgData name="王 欣捷" userId="b965477fa0aef5e6" providerId="LiveId" clId="{CD243CF0-F2EB-44AF-8D92-2FDFDBA2D008}" dt="2021-04-22T04:17:17.138" v="85" actId="47"/>
        <pc:sldMkLst>
          <pc:docMk/>
          <pc:sldMk cId="0" sldId="843"/>
        </pc:sldMkLst>
      </pc:sldChg>
      <pc:sldChg chg="modSp add mod">
        <pc:chgData name="王 欣捷" userId="b965477fa0aef5e6" providerId="LiveId" clId="{CD243CF0-F2EB-44AF-8D92-2FDFDBA2D008}" dt="2021-04-22T04:44:32.116" v="357" actId="20577"/>
        <pc:sldMkLst>
          <pc:docMk/>
          <pc:sldMk cId="0" sldId="844"/>
        </pc:sldMkLst>
      </pc:sldChg>
      <pc:sldChg chg="add">
        <pc:chgData name="王 欣捷" userId="b965477fa0aef5e6" providerId="LiveId" clId="{CD243CF0-F2EB-44AF-8D92-2FDFDBA2D008}" dt="2021-04-22T04:10:48.024" v="23"/>
        <pc:sldMkLst>
          <pc:docMk/>
          <pc:sldMk cId="0" sldId="845"/>
        </pc:sldMkLst>
      </pc:sldChg>
      <pc:sldChg chg="modSp add mod">
        <pc:chgData name="王 欣捷" userId="b965477fa0aef5e6" providerId="LiveId" clId="{CD243CF0-F2EB-44AF-8D92-2FDFDBA2D008}" dt="2021-04-22T04:44:48.359" v="365" actId="113"/>
        <pc:sldMkLst>
          <pc:docMk/>
          <pc:sldMk cId="0" sldId="846"/>
        </pc:sldMkLst>
      </pc:sldChg>
      <pc:sldChg chg="modSp add del mod">
        <pc:chgData name="王 欣捷" userId="b965477fa0aef5e6" providerId="LiveId" clId="{CD243CF0-F2EB-44AF-8D92-2FDFDBA2D008}" dt="2021-04-22T04:42:36.692" v="305" actId="20577"/>
        <pc:sldMkLst>
          <pc:docMk/>
          <pc:sldMk cId="0" sldId="847"/>
        </pc:sldMkLst>
      </pc:sldChg>
      <pc:sldChg chg="addSp delSp modSp add del mod modClrScheme chgLayout">
        <pc:chgData name="王 欣捷" userId="b965477fa0aef5e6" providerId="LiveId" clId="{CD243CF0-F2EB-44AF-8D92-2FDFDBA2D008}" dt="2021-04-22T04:42:38.492" v="306" actId="20577"/>
        <pc:sldMkLst>
          <pc:docMk/>
          <pc:sldMk cId="0" sldId="848"/>
        </pc:sldMkLst>
      </pc:sldChg>
      <pc:sldChg chg="modSp add mod ord">
        <pc:chgData name="王 欣捷" userId="b965477fa0aef5e6" providerId="LiveId" clId="{CD243CF0-F2EB-44AF-8D92-2FDFDBA2D008}" dt="2021-04-22T04:44:42.285" v="361" actId="20577"/>
        <pc:sldMkLst>
          <pc:docMk/>
          <pc:sldMk cId="0" sldId="849"/>
        </pc:sldMkLst>
      </pc:sldChg>
      <pc:sldChg chg="modSp add mod ord">
        <pc:chgData name="王 欣捷" userId="b965477fa0aef5e6" providerId="LiveId" clId="{CD243CF0-F2EB-44AF-8D92-2FDFDBA2D008}" dt="2021-04-22T04:17:44.292" v="95" actId="20577"/>
        <pc:sldMkLst>
          <pc:docMk/>
          <pc:sldMk cId="0" sldId="850"/>
        </pc:sldMkLst>
      </pc:sldChg>
      <pc:sldChg chg="modSp add mod ord modClrScheme chgLayout">
        <pc:chgData name="王 欣捷" userId="b965477fa0aef5e6" providerId="LiveId" clId="{CD243CF0-F2EB-44AF-8D92-2FDFDBA2D008}" dt="2021-04-22T04:17:48.351" v="97" actId="700"/>
        <pc:sldMkLst>
          <pc:docMk/>
          <pc:sldMk cId="0" sldId="851"/>
        </pc:sldMkLst>
      </pc:sldChg>
      <pc:sldChg chg="modSp add mod">
        <pc:chgData name="王 欣捷" userId="b965477fa0aef5e6" providerId="LiveId" clId="{CD243CF0-F2EB-44AF-8D92-2FDFDBA2D008}" dt="2021-04-22T04:42:47.347" v="313" actId="20577"/>
        <pc:sldMkLst>
          <pc:docMk/>
          <pc:sldMk cId="0" sldId="852"/>
        </pc:sldMkLst>
      </pc:sldChg>
      <pc:sldChg chg="modSp add del mod">
        <pc:chgData name="王 欣捷" userId="b965477fa0aef5e6" providerId="LiveId" clId="{CD243CF0-F2EB-44AF-8D92-2FDFDBA2D008}" dt="2021-04-22T05:53:21.416" v="1152" actId="113"/>
        <pc:sldMkLst>
          <pc:docMk/>
          <pc:sldMk cId="0" sldId="853"/>
        </pc:sldMkLst>
      </pc:sldChg>
      <pc:sldChg chg="add del">
        <pc:chgData name="王 欣捷" userId="b965477fa0aef5e6" providerId="LiveId" clId="{CD243CF0-F2EB-44AF-8D92-2FDFDBA2D008}" dt="2021-04-22T04:16:38.013" v="79" actId="47"/>
        <pc:sldMkLst>
          <pc:docMk/>
          <pc:sldMk cId="0" sldId="854"/>
        </pc:sldMkLst>
      </pc:sldChg>
      <pc:sldChg chg="modSp add mod modClrScheme chgLayout">
        <pc:chgData name="王 欣捷" userId="b965477fa0aef5e6" providerId="LiveId" clId="{CD243CF0-F2EB-44AF-8D92-2FDFDBA2D008}" dt="2021-04-22T04:42:53.281" v="317" actId="20577"/>
        <pc:sldMkLst>
          <pc:docMk/>
          <pc:sldMk cId="0" sldId="855"/>
        </pc:sldMkLst>
      </pc:sldChg>
      <pc:sldChg chg="modSp add mod modClrScheme chgLayout">
        <pc:chgData name="王 欣捷" userId="b965477fa0aef5e6" providerId="LiveId" clId="{CD243CF0-F2EB-44AF-8D92-2FDFDBA2D008}" dt="2021-04-22T04:42:55.437" v="319" actId="20577"/>
        <pc:sldMkLst>
          <pc:docMk/>
          <pc:sldMk cId="0" sldId="856"/>
        </pc:sldMkLst>
      </pc:sldChg>
      <pc:sldChg chg="modSp add mod">
        <pc:chgData name="王 欣捷" userId="b965477fa0aef5e6" providerId="LiveId" clId="{CD243CF0-F2EB-44AF-8D92-2FDFDBA2D008}" dt="2021-04-22T04:46:20.247" v="376" actId="113"/>
        <pc:sldMkLst>
          <pc:docMk/>
          <pc:sldMk cId="0" sldId="857"/>
        </pc:sldMkLst>
      </pc:sldChg>
      <pc:sldChg chg="modSp add mod">
        <pc:chgData name="王 欣捷" userId="b965477fa0aef5e6" providerId="LiveId" clId="{CD243CF0-F2EB-44AF-8D92-2FDFDBA2D008}" dt="2021-04-22T05:02:49.222" v="519" actId="113"/>
        <pc:sldMkLst>
          <pc:docMk/>
          <pc:sldMk cId="0" sldId="858"/>
        </pc:sldMkLst>
      </pc:sldChg>
      <pc:sldChg chg="modSp add mod">
        <pc:chgData name="王 欣捷" userId="b965477fa0aef5e6" providerId="LiveId" clId="{CD243CF0-F2EB-44AF-8D92-2FDFDBA2D008}" dt="2021-04-22T04:42:50.703" v="315" actId="20577"/>
        <pc:sldMkLst>
          <pc:docMk/>
          <pc:sldMk cId="0" sldId="859"/>
        </pc:sldMkLst>
      </pc:sldChg>
      <pc:sldChg chg="addSp delSp modSp add mod modClrScheme chgLayout">
        <pc:chgData name="王 欣捷" userId="b965477fa0aef5e6" providerId="LiveId" clId="{CD243CF0-F2EB-44AF-8D92-2FDFDBA2D008}" dt="2021-04-22T04:25:25.954" v="108" actId="1076"/>
        <pc:sldMkLst>
          <pc:docMk/>
          <pc:sldMk cId="0" sldId="860"/>
        </pc:sldMkLst>
      </pc:sldChg>
      <pc:sldChg chg="delSp modSp add mod modClrScheme chgLayout">
        <pc:chgData name="王 欣捷" userId="b965477fa0aef5e6" providerId="LiveId" clId="{CD243CF0-F2EB-44AF-8D92-2FDFDBA2D008}" dt="2021-04-22T04:25:33.368" v="111" actId="1076"/>
        <pc:sldMkLst>
          <pc:docMk/>
          <pc:sldMk cId="0" sldId="861"/>
        </pc:sldMkLst>
      </pc:sldChg>
      <pc:sldChg chg="modSp add mod">
        <pc:chgData name="王 欣捷" userId="b965477fa0aef5e6" providerId="LiveId" clId="{CD243CF0-F2EB-44AF-8D92-2FDFDBA2D008}" dt="2021-04-22T04:25:12.681" v="103"/>
        <pc:sldMkLst>
          <pc:docMk/>
          <pc:sldMk cId="0" sldId="862"/>
        </pc:sldMkLst>
      </pc:sldChg>
      <pc:sldChg chg="addSp delSp modSp add mod">
        <pc:chgData name="王 欣捷" userId="b965477fa0aef5e6" providerId="LiveId" clId="{CD243CF0-F2EB-44AF-8D92-2FDFDBA2D008}" dt="2021-04-22T04:42:12.221" v="293" actId="22"/>
        <pc:sldMkLst>
          <pc:docMk/>
          <pc:sldMk cId="0" sldId="863"/>
        </pc:sldMkLst>
      </pc:sldChg>
      <pc:sldChg chg="modSp add mod">
        <pc:chgData name="王 欣捷" userId="b965477fa0aef5e6" providerId="LiveId" clId="{CD243CF0-F2EB-44AF-8D92-2FDFDBA2D008}" dt="2021-04-22T04:46:57.656" v="390" actId="113"/>
        <pc:sldMkLst>
          <pc:docMk/>
          <pc:sldMk cId="0" sldId="864"/>
        </pc:sldMkLst>
      </pc:sldChg>
      <pc:sldChg chg="modSp add mod">
        <pc:chgData name="王 欣捷" userId="b965477fa0aef5e6" providerId="LiveId" clId="{CD243CF0-F2EB-44AF-8D92-2FDFDBA2D008}" dt="2021-04-22T04:42:40.240" v="307" actId="20577"/>
        <pc:sldMkLst>
          <pc:docMk/>
          <pc:sldMk cId="0" sldId="865"/>
        </pc:sldMkLst>
      </pc:sldChg>
      <pc:sldChg chg="addSp delSp modSp add mod modClrScheme chgLayout">
        <pc:chgData name="王 欣捷" userId="b965477fa0aef5e6" providerId="LiveId" clId="{CD243CF0-F2EB-44AF-8D92-2FDFDBA2D008}" dt="2021-04-22T04:42:43.520" v="309" actId="20577"/>
        <pc:sldMkLst>
          <pc:docMk/>
          <pc:sldMk cId="0" sldId="866"/>
        </pc:sldMkLst>
      </pc:sldChg>
      <pc:sldChg chg="addSp delSp modSp add mod modClrScheme chgLayout">
        <pc:chgData name="王 欣捷" userId="b965477fa0aef5e6" providerId="LiveId" clId="{CD243CF0-F2EB-44AF-8D92-2FDFDBA2D008}" dt="2021-04-22T04:42:45.308" v="311" actId="20577"/>
        <pc:sldMkLst>
          <pc:docMk/>
          <pc:sldMk cId="0" sldId="867"/>
        </pc:sldMkLst>
      </pc:sldChg>
      <pc:sldChg chg="modSp add mod">
        <pc:chgData name="王 欣捷" userId="b965477fa0aef5e6" providerId="LiveId" clId="{CD243CF0-F2EB-44AF-8D92-2FDFDBA2D008}" dt="2021-04-22T04:43:00.522" v="323" actId="20577"/>
        <pc:sldMkLst>
          <pc:docMk/>
          <pc:sldMk cId="0" sldId="868"/>
        </pc:sldMkLst>
      </pc:sldChg>
      <pc:sldChg chg="modSp add mod">
        <pc:chgData name="王 欣捷" userId="b965477fa0aef5e6" providerId="LiveId" clId="{CD243CF0-F2EB-44AF-8D92-2FDFDBA2D008}" dt="2021-04-22T04:47:14.761" v="400" actId="113"/>
        <pc:sldMkLst>
          <pc:docMk/>
          <pc:sldMk cId="0" sldId="869"/>
        </pc:sldMkLst>
      </pc:sldChg>
      <pc:sldChg chg="modSp add mod">
        <pc:chgData name="王 欣捷" userId="b965477fa0aef5e6" providerId="LiveId" clId="{CD243CF0-F2EB-44AF-8D92-2FDFDBA2D008}" dt="2021-04-22T04:47:19.559" v="405" actId="113"/>
        <pc:sldMkLst>
          <pc:docMk/>
          <pc:sldMk cId="0" sldId="870"/>
        </pc:sldMkLst>
      </pc:sldChg>
      <pc:sldChg chg="addSp delSp modSp add mod modClrScheme chgLayout">
        <pc:chgData name="王 欣捷" userId="b965477fa0aef5e6" providerId="LiveId" clId="{CD243CF0-F2EB-44AF-8D92-2FDFDBA2D008}" dt="2021-04-22T04:43:13.468" v="335" actId="20577"/>
        <pc:sldMkLst>
          <pc:docMk/>
          <pc:sldMk cId="0" sldId="871"/>
        </pc:sldMkLst>
      </pc:sldChg>
      <pc:sldChg chg="modSp add mod">
        <pc:chgData name="王 欣捷" userId="b965477fa0aef5e6" providerId="LiveId" clId="{CD243CF0-F2EB-44AF-8D92-2FDFDBA2D008}" dt="2021-04-22T04:43:15.513" v="337" actId="20577"/>
        <pc:sldMkLst>
          <pc:docMk/>
          <pc:sldMk cId="0" sldId="872"/>
        </pc:sldMkLst>
      </pc:sldChg>
      <pc:sldChg chg="addSp delSp modSp add mod modClrScheme chgLayout">
        <pc:chgData name="王 欣捷" userId="b965477fa0aef5e6" providerId="LiveId" clId="{CD243CF0-F2EB-44AF-8D92-2FDFDBA2D008}" dt="2021-04-22T04:43:17.567" v="339" actId="20577"/>
        <pc:sldMkLst>
          <pc:docMk/>
          <pc:sldMk cId="0" sldId="873"/>
        </pc:sldMkLst>
      </pc:sldChg>
      <pc:sldChg chg="modSp add mod modClrScheme chgLayout">
        <pc:chgData name="王 欣捷" userId="b965477fa0aef5e6" providerId="LiveId" clId="{CD243CF0-F2EB-44AF-8D92-2FDFDBA2D008}" dt="2021-04-22T04:43:21.652" v="343" actId="20577"/>
        <pc:sldMkLst>
          <pc:docMk/>
          <pc:sldMk cId="0" sldId="874"/>
        </pc:sldMkLst>
      </pc:sldChg>
      <pc:sldChg chg="modSp add mod chgLayout">
        <pc:chgData name="王 欣捷" userId="b965477fa0aef5e6" providerId="LiveId" clId="{CD243CF0-F2EB-44AF-8D92-2FDFDBA2D008}" dt="2021-04-22T04:43:23.496" v="345" actId="20577"/>
        <pc:sldMkLst>
          <pc:docMk/>
          <pc:sldMk cId="0" sldId="875"/>
        </pc:sldMkLst>
      </pc:sldChg>
      <pc:sldChg chg="modSp add mod modClrScheme chgLayout">
        <pc:chgData name="王 欣捷" userId="b965477fa0aef5e6" providerId="LiveId" clId="{CD243CF0-F2EB-44AF-8D92-2FDFDBA2D008}" dt="2021-04-22T04:43:25.457" v="347" actId="20577"/>
        <pc:sldMkLst>
          <pc:docMk/>
          <pc:sldMk cId="0" sldId="876"/>
        </pc:sldMkLst>
      </pc:sldChg>
      <pc:sldChg chg="modSp new mod">
        <pc:chgData name="王 欣捷" userId="b965477fa0aef5e6" providerId="LiveId" clId="{CD243CF0-F2EB-44AF-8D92-2FDFDBA2D008}" dt="2021-04-22T04:46:43.919" v="380" actId="113"/>
        <pc:sldMkLst>
          <pc:docMk/>
          <pc:sldMk cId="581670380" sldId="877"/>
        </pc:sldMkLst>
      </pc:sldChg>
      <pc:sldChg chg="del">
        <pc:chgData name="王 欣捷" userId="b965477fa0aef5e6" providerId="LiveId" clId="{CD243CF0-F2EB-44AF-8D92-2FDFDBA2D008}" dt="2021-04-22T04:10:33.790" v="0" actId="47"/>
        <pc:sldMkLst>
          <pc:docMk/>
          <pc:sldMk cId="23400609" sldId="878"/>
        </pc:sldMkLst>
      </pc:sldChg>
      <pc:sldChg chg="addSp delSp modSp add del mod modClrScheme chgLayout">
        <pc:chgData name="王 欣捷" userId="b965477fa0aef5e6" providerId="LiveId" clId="{CD243CF0-F2EB-44AF-8D92-2FDFDBA2D008}" dt="2021-04-22T05:34:39.695" v="801" actId="47"/>
        <pc:sldMkLst>
          <pc:docMk/>
          <pc:sldMk cId="2918180017" sldId="879"/>
        </pc:sldMkLst>
      </pc:sldChg>
      <pc:sldChg chg="addSp delSp modSp add mod">
        <pc:chgData name="王 欣捷" userId="b965477fa0aef5e6" providerId="LiveId" clId="{CD243CF0-F2EB-44AF-8D92-2FDFDBA2D008}" dt="2021-04-22T05:46:11.018" v="901" actId="1076"/>
        <pc:sldMkLst>
          <pc:docMk/>
          <pc:sldMk cId="1488380577" sldId="880"/>
        </pc:sldMkLst>
      </pc:sldChg>
      <pc:sldChg chg="modSp add mod">
        <pc:chgData name="王 欣捷" userId="b965477fa0aef5e6" providerId="LiveId" clId="{CD243CF0-F2EB-44AF-8D92-2FDFDBA2D008}" dt="2021-04-22T06:15:13.566" v="1467" actId="20577"/>
        <pc:sldMkLst>
          <pc:docMk/>
          <pc:sldMk cId="1788774318" sldId="881"/>
        </pc:sldMkLst>
      </pc:sldChg>
      <pc:sldChg chg="modSp add del mod">
        <pc:chgData name="王 欣捷" userId="b965477fa0aef5e6" providerId="LiveId" clId="{CD243CF0-F2EB-44AF-8D92-2FDFDBA2D008}" dt="2021-04-22T05:46:46.282" v="915" actId="47"/>
        <pc:sldMkLst>
          <pc:docMk/>
          <pc:sldMk cId="745327848" sldId="882"/>
        </pc:sldMkLst>
      </pc:sldChg>
      <pc:sldChg chg="addSp delSp modSp new mod modClrScheme chgLayout">
        <pc:chgData name="王 欣捷" userId="b965477fa0aef5e6" providerId="LiveId" clId="{CD243CF0-F2EB-44AF-8D92-2FDFDBA2D008}" dt="2021-04-22T05:34:17.858" v="800" actId="1076"/>
        <pc:sldMkLst>
          <pc:docMk/>
          <pc:sldMk cId="3448535818" sldId="883"/>
        </pc:sldMkLst>
      </pc:sldChg>
      <pc:sldChg chg="modSp add mod">
        <pc:chgData name="王 欣捷" userId="b965477fa0aef5e6" providerId="LiveId" clId="{CD243CF0-F2EB-44AF-8D92-2FDFDBA2D008}" dt="2021-04-22T06:15:04.965" v="1466" actId="20577"/>
        <pc:sldMkLst>
          <pc:docMk/>
          <pc:sldMk cId="487721082" sldId="884"/>
        </pc:sldMkLst>
      </pc:sldChg>
      <pc:sldChg chg="del">
        <pc:chgData name="王 欣捷" userId="b965477fa0aef5e6" providerId="LiveId" clId="{CD243CF0-F2EB-44AF-8D92-2FDFDBA2D008}" dt="2021-04-22T04:10:33.790" v="0" actId="47"/>
        <pc:sldMkLst>
          <pc:docMk/>
          <pc:sldMk cId="1458318623" sldId="897"/>
        </pc:sldMkLst>
      </pc:sldChg>
      <pc:sldChg chg="del">
        <pc:chgData name="王 欣捷" userId="b965477fa0aef5e6" providerId="LiveId" clId="{CD243CF0-F2EB-44AF-8D92-2FDFDBA2D008}" dt="2021-04-22T04:10:33.790" v="0" actId="47"/>
        <pc:sldMkLst>
          <pc:docMk/>
          <pc:sldMk cId="0" sldId="937"/>
        </pc:sldMkLst>
      </pc:sldChg>
      <pc:sldChg chg="del">
        <pc:chgData name="王 欣捷" userId="b965477fa0aef5e6" providerId="LiveId" clId="{CD243CF0-F2EB-44AF-8D92-2FDFDBA2D008}" dt="2021-04-22T04:10:33.790" v="0" actId="47"/>
        <pc:sldMkLst>
          <pc:docMk/>
          <pc:sldMk cId="0" sldId="939"/>
        </pc:sldMkLst>
      </pc:sldChg>
      <pc:sldChg chg="del">
        <pc:chgData name="王 欣捷" userId="b965477fa0aef5e6" providerId="LiveId" clId="{CD243CF0-F2EB-44AF-8D92-2FDFDBA2D008}" dt="2021-04-22T04:10:33.790" v="0" actId="47"/>
        <pc:sldMkLst>
          <pc:docMk/>
          <pc:sldMk cId="0" sldId="941"/>
        </pc:sldMkLst>
      </pc:sldChg>
      <pc:sldChg chg="del">
        <pc:chgData name="王 欣捷" userId="b965477fa0aef5e6" providerId="LiveId" clId="{CD243CF0-F2EB-44AF-8D92-2FDFDBA2D008}" dt="2021-04-22T04:10:33.790" v="0" actId="47"/>
        <pc:sldMkLst>
          <pc:docMk/>
          <pc:sldMk cId="0" sldId="944"/>
        </pc:sldMkLst>
      </pc:sldChg>
      <pc:sldChg chg="del">
        <pc:chgData name="王 欣捷" userId="b965477fa0aef5e6" providerId="LiveId" clId="{CD243CF0-F2EB-44AF-8D92-2FDFDBA2D008}" dt="2021-04-22T04:10:33.790" v="0" actId="47"/>
        <pc:sldMkLst>
          <pc:docMk/>
          <pc:sldMk cId="0" sldId="960"/>
        </pc:sldMkLst>
      </pc:sldChg>
      <pc:sldChg chg="del">
        <pc:chgData name="王 欣捷" userId="b965477fa0aef5e6" providerId="LiveId" clId="{CD243CF0-F2EB-44AF-8D92-2FDFDBA2D008}" dt="2021-04-22T04:10:33.790" v="0" actId="47"/>
        <pc:sldMkLst>
          <pc:docMk/>
          <pc:sldMk cId="0" sldId="962"/>
        </pc:sldMkLst>
      </pc:sldChg>
      <pc:sldChg chg="del">
        <pc:chgData name="王 欣捷" userId="b965477fa0aef5e6" providerId="LiveId" clId="{CD243CF0-F2EB-44AF-8D92-2FDFDBA2D008}" dt="2021-04-22T04:10:33.790" v="0" actId="47"/>
        <pc:sldMkLst>
          <pc:docMk/>
          <pc:sldMk cId="0" sldId="1029"/>
        </pc:sldMkLst>
      </pc:sldChg>
      <pc:sldChg chg="del">
        <pc:chgData name="王 欣捷" userId="b965477fa0aef5e6" providerId="LiveId" clId="{CD243CF0-F2EB-44AF-8D92-2FDFDBA2D008}" dt="2021-04-22T04:10:33.790" v="0" actId="47"/>
        <pc:sldMkLst>
          <pc:docMk/>
          <pc:sldMk cId="0" sldId="1030"/>
        </pc:sldMkLst>
      </pc:sldChg>
      <pc:sldChg chg="del">
        <pc:chgData name="王 欣捷" userId="b965477fa0aef5e6" providerId="LiveId" clId="{CD243CF0-F2EB-44AF-8D92-2FDFDBA2D008}" dt="2021-04-22T04:10:33.790" v="0" actId="47"/>
        <pc:sldMkLst>
          <pc:docMk/>
          <pc:sldMk cId="0" sldId="1037"/>
        </pc:sldMkLst>
      </pc:sldChg>
      <pc:sldChg chg="del">
        <pc:chgData name="王 欣捷" userId="b965477fa0aef5e6" providerId="LiveId" clId="{CD243CF0-F2EB-44AF-8D92-2FDFDBA2D008}" dt="2021-04-22T04:10:33.790" v="0" actId="47"/>
        <pc:sldMkLst>
          <pc:docMk/>
          <pc:sldMk cId="0" sldId="1059"/>
        </pc:sldMkLst>
      </pc:sldChg>
      <pc:sldChg chg="del">
        <pc:chgData name="王 欣捷" userId="b965477fa0aef5e6" providerId="LiveId" clId="{CD243CF0-F2EB-44AF-8D92-2FDFDBA2D008}" dt="2021-04-22T04:10:33.790" v="0" actId="47"/>
        <pc:sldMkLst>
          <pc:docMk/>
          <pc:sldMk cId="0" sldId="1079"/>
        </pc:sldMkLst>
      </pc:sldChg>
      <pc:sldChg chg="del">
        <pc:chgData name="王 欣捷" userId="b965477fa0aef5e6" providerId="LiveId" clId="{CD243CF0-F2EB-44AF-8D92-2FDFDBA2D008}" dt="2021-04-22T04:10:33.790" v="0" actId="47"/>
        <pc:sldMkLst>
          <pc:docMk/>
          <pc:sldMk cId="0" sldId="1080"/>
        </pc:sldMkLst>
      </pc:sldChg>
      <pc:sldChg chg="del">
        <pc:chgData name="王 欣捷" userId="b965477fa0aef5e6" providerId="LiveId" clId="{CD243CF0-F2EB-44AF-8D92-2FDFDBA2D008}" dt="2021-04-22T04:10:33.790" v="0" actId="47"/>
        <pc:sldMkLst>
          <pc:docMk/>
          <pc:sldMk cId="0" sldId="1081"/>
        </pc:sldMkLst>
      </pc:sldChg>
      <pc:sldChg chg="del">
        <pc:chgData name="王 欣捷" userId="b965477fa0aef5e6" providerId="LiveId" clId="{CD243CF0-F2EB-44AF-8D92-2FDFDBA2D008}" dt="2021-04-22T04:10:33.790" v="0" actId="47"/>
        <pc:sldMkLst>
          <pc:docMk/>
          <pc:sldMk cId="0" sldId="1082"/>
        </pc:sldMkLst>
      </pc:sldChg>
      <pc:sldChg chg="del">
        <pc:chgData name="王 欣捷" userId="b965477fa0aef5e6" providerId="LiveId" clId="{CD243CF0-F2EB-44AF-8D92-2FDFDBA2D008}" dt="2021-04-22T04:10:33.790" v="0" actId="47"/>
        <pc:sldMkLst>
          <pc:docMk/>
          <pc:sldMk cId="0" sldId="1083"/>
        </pc:sldMkLst>
      </pc:sldChg>
      <pc:sldChg chg="del">
        <pc:chgData name="王 欣捷" userId="b965477fa0aef5e6" providerId="LiveId" clId="{CD243CF0-F2EB-44AF-8D92-2FDFDBA2D008}" dt="2021-04-22T04:10:33.790" v="0" actId="47"/>
        <pc:sldMkLst>
          <pc:docMk/>
          <pc:sldMk cId="0" sldId="1087"/>
        </pc:sldMkLst>
      </pc:sldChg>
      <pc:sldChg chg="del">
        <pc:chgData name="王 欣捷" userId="b965477fa0aef5e6" providerId="LiveId" clId="{CD243CF0-F2EB-44AF-8D92-2FDFDBA2D008}" dt="2021-04-22T04:10:33.790" v="0" actId="47"/>
        <pc:sldMkLst>
          <pc:docMk/>
          <pc:sldMk cId="0" sldId="1088"/>
        </pc:sldMkLst>
      </pc:sldChg>
      <pc:sldChg chg="del">
        <pc:chgData name="王 欣捷" userId="b965477fa0aef5e6" providerId="LiveId" clId="{CD243CF0-F2EB-44AF-8D92-2FDFDBA2D008}" dt="2021-04-22T04:10:33.790" v="0" actId="47"/>
        <pc:sldMkLst>
          <pc:docMk/>
          <pc:sldMk cId="0" sldId="1089"/>
        </pc:sldMkLst>
      </pc:sldChg>
      <pc:sldChg chg="del">
        <pc:chgData name="王 欣捷" userId="b965477fa0aef5e6" providerId="LiveId" clId="{CD243CF0-F2EB-44AF-8D92-2FDFDBA2D008}" dt="2021-04-22T04:10:33.790" v="0" actId="47"/>
        <pc:sldMkLst>
          <pc:docMk/>
          <pc:sldMk cId="0" sldId="1090"/>
        </pc:sldMkLst>
      </pc:sldChg>
      <pc:sldChg chg="del">
        <pc:chgData name="王 欣捷" userId="b965477fa0aef5e6" providerId="LiveId" clId="{CD243CF0-F2EB-44AF-8D92-2FDFDBA2D008}" dt="2021-04-22T04:10:33.790" v="0" actId="47"/>
        <pc:sldMkLst>
          <pc:docMk/>
          <pc:sldMk cId="0" sldId="1091"/>
        </pc:sldMkLst>
      </pc:sldChg>
      <pc:sldChg chg="del">
        <pc:chgData name="王 欣捷" userId="b965477fa0aef5e6" providerId="LiveId" clId="{CD243CF0-F2EB-44AF-8D92-2FDFDBA2D008}" dt="2021-04-22T04:10:33.790" v="0" actId="47"/>
        <pc:sldMkLst>
          <pc:docMk/>
          <pc:sldMk cId="0" sldId="1092"/>
        </pc:sldMkLst>
      </pc:sldChg>
      <pc:sldChg chg="del">
        <pc:chgData name="王 欣捷" userId="b965477fa0aef5e6" providerId="LiveId" clId="{CD243CF0-F2EB-44AF-8D92-2FDFDBA2D008}" dt="2021-04-22T04:10:33.790" v="0" actId="47"/>
        <pc:sldMkLst>
          <pc:docMk/>
          <pc:sldMk cId="0" sldId="1093"/>
        </pc:sldMkLst>
      </pc:sldChg>
      <pc:sldChg chg="del">
        <pc:chgData name="王 欣捷" userId="b965477fa0aef5e6" providerId="LiveId" clId="{CD243CF0-F2EB-44AF-8D92-2FDFDBA2D008}" dt="2021-04-22T04:10:33.790" v="0" actId="47"/>
        <pc:sldMkLst>
          <pc:docMk/>
          <pc:sldMk cId="0" sldId="1094"/>
        </pc:sldMkLst>
      </pc:sldChg>
      <pc:sldChg chg="del">
        <pc:chgData name="王 欣捷" userId="b965477fa0aef5e6" providerId="LiveId" clId="{CD243CF0-F2EB-44AF-8D92-2FDFDBA2D008}" dt="2021-04-22T04:10:33.790" v="0" actId="47"/>
        <pc:sldMkLst>
          <pc:docMk/>
          <pc:sldMk cId="0" sldId="1095"/>
        </pc:sldMkLst>
      </pc:sldChg>
      <pc:sldChg chg="del">
        <pc:chgData name="王 欣捷" userId="b965477fa0aef5e6" providerId="LiveId" clId="{CD243CF0-F2EB-44AF-8D92-2FDFDBA2D008}" dt="2021-04-22T04:10:33.790" v="0" actId="47"/>
        <pc:sldMkLst>
          <pc:docMk/>
          <pc:sldMk cId="0" sldId="1096"/>
        </pc:sldMkLst>
      </pc:sldChg>
      <pc:sldChg chg="del">
        <pc:chgData name="王 欣捷" userId="b965477fa0aef5e6" providerId="LiveId" clId="{CD243CF0-F2EB-44AF-8D92-2FDFDBA2D008}" dt="2021-04-22T04:10:33.790" v="0" actId="47"/>
        <pc:sldMkLst>
          <pc:docMk/>
          <pc:sldMk cId="0" sldId="1097"/>
        </pc:sldMkLst>
      </pc:sldChg>
      <pc:sldChg chg="del">
        <pc:chgData name="王 欣捷" userId="b965477fa0aef5e6" providerId="LiveId" clId="{CD243CF0-F2EB-44AF-8D92-2FDFDBA2D008}" dt="2021-04-22T04:10:33.790" v="0" actId="47"/>
        <pc:sldMkLst>
          <pc:docMk/>
          <pc:sldMk cId="0" sldId="1098"/>
        </pc:sldMkLst>
      </pc:sldChg>
      <pc:sldChg chg="del">
        <pc:chgData name="王 欣捷" userId="b965477fa0aef5e6" providerId="LiveId" clId="{CD243CF0-F2EB-44AF-8D92-2FDFDBA2D008}" dt="2021-04-22T04:10:33.790" v="0" actId="47"/>
        <pc:sldMkLst>
          <pc:docMk/>
          <pc:sldMk cId="0" sldId="1099"/>
        </pc:sldMkLst>
      </pc:sldChg>
      <pc:sldChg chg="del">
        <pc:chgData name="王 欣捷" userId="b965477fa0aef5e6" providerId="LiveId" clId="{CD243CF0-F2EB-44AF-8D92-2FDFDBA2D008}" dt="2021-04-22T04:10:33.790" v="0" actId="47"/>
        <pc:sldMkLst>
          <pc:docMk/>
          <pc:sldMk cId="0" sldId="1100"/>
        </pc:sldMkLst>
      </pc:sldChg>
      <pc:sldChg chg="del">
        <pc:chgData name="王 欣捷" userId="b965477fa0aef5e6" providerId="LiveId" clId="{CD243CF0-F2EB-44AF-8D92-2FDFDBA2D008}" dt="2021-04-22T04:10:33.790" v="0" actId="47"/>
        <pc:sldMkLst>
          <pc:docMk/>
          <pc:sldMk cId="0" sldId="1101"/>
        </pc:sldMkLst>
      </pc:sldChg>
      <pc:sldChg chg="del">
        <pc:chgData name="王 欣捷" userId="b965477fa0aef5e6" providerId="LiveId" clId="{CD243CF0-F2EB-44AF-8D92-2FDFDBA2D008}" dt="2021-04-22T04:10:33.790" v="0" actId="47"/>
        <pc:sldMkLst>
          <pc:docMk/>
          <pc:sldMk cId="0" sldId="1102"/>
        </pc:sldMkLst>
      </pc:sldChg>
      <pc:sldChg chg="del">
        <pc:chgData name="王 欣捷" userId="b965477fa0aef5e6" providerId="LiveId" clId="{CD243CF0-F2EB-44AF-8D92-2FDFDBA2D008}" dt="2021-04-22T04:10:33.790" v="0" actId="47"/>
        <pc:sldMkLst>
          <pc:docMk/>
          <pc:sldMk cId="0" sldId="1103"/>
        </pc:sldMkLst>
      </pc:sldChg>
      <pc:sldChg chg="del">
        <pc:chgData name="王 欣捷" userId="b965477fa0aef5e6" providerId="LiveId" clId="{CD243CF0-F2EB-44AF-8D92-2FDFDBA2D008}" dt="2021-04-22T04:10:33.790" v="0" actId="47"/>
        <pc:sldMkLst>
          <pc:docMk/>
          <pc:sldMk cId="0" sldId="1104"/>
        </pc:sldMkLst>
      </pc:sldChg>
      <pc:sldChg chg="del">
        <pc:chgData name="王 欣捷" userId="b965477fa0aef5e6" providerId="LiveId" clId="{CD243CF0-F2EB-44AF-8D92-2FDFDBA2D008}" dt="2021-04-22T04:10:33.790" v="0" actId="47"/>
        <pc:sldMkLst>
          <pc:docMk/>
          <pc:sldMk cId="0" sldId="1105"/>
        </pc:sldMkLst>
      </pc:sldChg>
      <pc:sldChg chg="del">
        <pc:chgData name="王 欣捷" userId="b965477fa0aef5e6" providerId="LiveId" clId="{CD243CF0-F2EB-44AF-8D92-2FDFDBA2D008}" dt="2021-04-22T04:10:33.790" v="0" actId="47"/>
        <pc:sldMkLst>
          <pc:docMk/>
          <pc:sldMk cId="0" sldId="1106"/>
        </pc:sldMkLst>
      </pc:sldChg>
      <pc:sldChg chg="del">
        <pc:chgData name="王 欣捷" userId="b965477fa0aef5e6" providerId="LiveId" clId="{CD243CF0-F2EB-44AF-8D92-2FDFDBA2D008}" dt="2021-04-22T04:10:33.790" v="0" actId="47"/>
        <pc:sldMkLst>
          <pc:docMk/>
          <pc:sldMk cId="0" sldId="1107"/>
        </pc:sldMkLst>
      </pc:sldChg>
      <pc:sldChg chg="del">
        <pc:chgData name="王 欣捷" userId="b965477fa0aef5e6" providerId="LiveId" clId="{CD243CF0-F2EB-44AF-8D92-2FDFDBA2D008}" dt="2021-04-22T04:10:33.790" v="0" actId="47"/>
        <pc:sldMkLst>
          <pc:docMk/>
          <pc:sldMk cId="0" sldId="1110"/>
        </pc:sldMkLst>
      </pc:sldChg>
      <pc:sldChg chg="del">
        <pc:chgData name="王 欣捷" userId="b965477fa0aef5e6" providerId="LiveId" clId="{CD243CF0-F2EB-44AF-8D92-2FDFDBA2D008}" dt="2021-04-22T04:10:33.790" v="0" actId="47"/>
        <pc:sldMkLst>
          <pc:docMk/>
          <pc:sldMk cId="0" sldId="1113"/>
        </pc:sldMkLst>
      </pc:sldChg>
      <pc:sldChg chg="del">
        <pc:chgData name="王 欣捷" userId="b965477fa0aef5e6" providerId="LiveId" clId="{CD243CF0-F2EB-44AF-8D92-2FDFDBA2D008}" dt="2021-04-22T04:10:33.790" v="0" actId="47"/>
        <pc:sldMkLst>
          <pc:docMk/>
          <pc:sldMk cId="0" sldId="1127"/>
        </pc:sldMkLst>
      </pc:sldChg>
      <pc:sldChg chg="del">
        <pc:chgData name="王 欣捷" userId="b965477fa0aef5e6" providerId="LiveId" clId="{CD243CF0-F2EB-44AF-8D92-2FDFDBA2D008}" dt="2021-04-22T04:10:33.790" v="0" actId="47"/>
        <pc:sldMkLst>
          <pc:docMk/>
          <pc:sldMk cId="0" sldId="1138"/>
        </pc:sldMkLst>
      </pc:sldChg>
      <pc:sldChg chg="del">
        <pc:chgData name="王 欣捷" userId="b965477fa0aef5e6" providerId="LiveId" clId="{CD243CF0-F2EB-44AF-8D92-2FDFDBA2D008}" dt="2021-04-22T04:10:33.790" v="0" actId="47"/>
        <pc:sldMkLst>
          <pc:docMk/>
          <pc:sldMk cId="516213771" sldId="1139"/>
        </pc:sldMkLst>
      </pc:sldChg>
      <pc:sldChg chg="del">
        <pc:chgData name="王 欣捷" userId="b965477fa0aef5e6" providerId="LiveId" clId="{CD243CF0-F2EB-44AF-8D92-2FDFDBA2D008}" dt="2021-04-22T04:10:33.790" v="0" actId="47"/>
        <pc:sldMkLst>
          <pc:docMk/>
          <pc:sldMk cId="406512071" sldId="1141"/>
        </pc:sldMkLst>
      </pc:sldChg>
      <pc:sldChg chg="del">
        <pc:chgData name="王 欣捷" userId="b965477fa0aef5e6" providerId="LiveId" clId="{CD243CF0-F2EB-44AF-8D92-2FDFDBA2D008}" dt="2021-04-22T04:10:33.790" v="0" actId="47"/>
        <pc:sldMkLst>
          <pc:docMk/>
          <pc:sldMk cId="1844201406" sldId="1142"/>
        </pc:sldMkLst>
      </pc:sldChg>
      <pc:sldChg chg="del">
        <pc:chgData name="王 欣捷" userId="b965477fa0aef5e6" providerId="LiveId" clId="{CD243CF0-F2EB-44AF-8D92-2FDFDBA2D008}" dt="2021-04-22T04:10:33.790" v="0" actId="47"/>
        <pc:sldMkLst>
          <pc:docMk/>
          <pc:sldMk cId="4223351651" sldId="1145"/>
        </pc:sldMkLst>
      </pc:sldChg>
      <pc:sldChg chg="del">
        <pc:chgData name="王 欣捷" userId="b965477fa0aef5e6" providerId="LiveId" clId="{CD243CF0-F2EB-44AF-8D92-2FDFDBA2D008}" dt="2021-04-22T04:10:33.790" v="0" actId="47"/>
        <pc:sldMkLst>
          <pc:docMk/>
          <pc:sldMk cId="3962178428" sldId="1151"/>
        </pc:sldMkLst>
      </pc:sldChg>
      <pc:sldChg chg="del">
        <pc:chgData name="王 欣捷" userId="b965477fa0aef5e6" providerId="LiveId" clId="{CD243CF0-F2EB-44AF-8D92-2FDFDBA2D008}" dt="2021-04-22T04:10:33.790" v="0" actId="47"/>
        <pc:sldMkLst>
          <pc:docMk/>
          <pc:sldMk cId="2813883607" sldId="1158"/>
        </pc:sldMkLst>
      </pc:sldChg>
      <pc:sldChg chg="del">
        <pc:chgData name="王 欣捷" userId="b965477fa0aef5e6" providerId="LiveId" clId="{CD243CF0-F2EB-44AF-8D92-2FDFDBA2D008}" dt="2021-04-22T04:10:33.790" v="0" actId="47"/>
        <pc:sldMkLst>
          <pc:docMk/>
          <pc:sldMk cId="3740059661" sldId="1159"/>
        </pc:sldMkLst>
      </pc:sldChg>
      <pc:sldChg chg="del">
        <pc:chgData name="王 欣捷" userId="b965477fa0aef5e6" providerId="LiveId" clId="{CD243CF0-F2EB-44AF-8D92-2FDFDBA2D008}" dt="2021-04-22T04:10:33.790" v="0" actId="47"/>
        <pc:sldMkLst>
          <pc:docMk/>
          <pc:sldMk cId="3618475896" sldId="1160"/>
        </pc:sldMkLst>
      </pc:sldChg>
      <pc:sldChg chg="del">
        <pc:chgData name="王 欣捷" userId="b965477fa0aef5e6" providerId="LiveId" clId="{CD243CF0-F2EB-44AF-8D92-2FDFDBA2D008}" dt="2021-04-22T04:10:33.790" v="0" actId="47"/>
        <pc:sldMkLst>
          <pc:docMk/>
          <pc:sldMk cId="2042943240" sldId="1161"/>
        </pc:sldMkLst>
      </pc:sldChg>
      <pc:sldChg chg="del">
        <pc:chgData name="王 欣捷" userId="b965477fa0aef5e6" providerId="LiveId" clId="{CD243CF0-F2EB-44AF-8D92-2FDFDBA2D008}" dt="2021-04-22T04:10:33.790" v="0" actId="47"/>
        <pc:sldMkLst>
          <pc:docMk/>
          <pc:sldMk cId="3272006686" sldId="1162"/>
        </pc:sldMkLst>
      </pc:sldChg>
      <pc:sldChg chg="del">
        <pc:chgData name="王 欣捷" userId="b965477fa0aef5e6" providerId="LiveId" clId="{CD243CF0-F2EB-44AF-8D92-2FDFDBA2D008}" dt="2021-04-22T04:10:33.790" v="0" actId="47"/>
        <pc:sldMkLst>
          <pc:docMk/>
          <pc:sldMk cId="2547034749" sldId="1163"/>
        </pc:sldMkLst>
      </pc:sldChg>
      <pc:sldChg chg="del">
        <pc:chgData name="王 欣捷" userId="b965477fa0aef5e6" providerId="LiveId" clId="{CD243CF0-F2EB-44AF-8D92-2FDFDBA2D008}" dt="2021-04-22T04:10:33.790" v="0" actId="47"/>
        <pc:sldMkLst>
          <pc:docMk/>
          <pc:sldMk cId="771280182" sldId="1165"/>
        </pc:sldMkLst>
      </pc:sldChg>
      <pc:sldChg chg="del">
        <pc:chgData name="王 欣捷" userId="b965477fa0aef5e6" providerId="LiveId" clId="{CD243CF0-F2EB-44AF-8D92-2FDFDBA2D008}" dt="2021-04-22T04:10:33.790" v="0" actId="47"/>
        <pc:sldMkLst>
          <pc:docMk/>
          <pc:sldMk cId="2692631" sldId="1166"/>
        </pc:sldMkLst>
      </pc:sldChg>
      <pc:sldChg chg="del">
        <pc:chgData name="王 欣捷" userId="b965477fa0aef5e6" providerId="LiveId" clId="{CD243CF0-F2EB-44AF-8D92-2FDFDBA2D008}" dt="2021-04-22T04:10:33.790" v="0" actId="47"/>
        <pc:sldMkLst>
          <pc:docMk/>
          <pc:sldMk cId="3628184232" sldId="1167"/>
        </pc:sldMkLst>
      </pc:sldChg>
      <pc:sldChg chg="del">
        <pc:chgData name="王 欣捷" userId="b965477fa0aef5e6" providerId="LiveId" clId="{CD243CF0-F2EB-44AF-8D92-2FDFDBA2D008}" dt="2021-04-22T04:10:33.790" v="0" actId="47"/>
        <pc:sldMkLst>
          <pc:docMk/>
          <pc:sldMk cId="1528587018" sldId="1168"/>
        </pc:sldMkLst>
      </pc:sldChg>
      <pc:sldChg chg="del">
        <pc:chgData name="王 欣捷" userId="b965477fa0aef5e6" providerId="LiveId" clId="{CD243CF0-F2EB-44AF-8D92-2FDFDBA2D008}" dt="2021-04-22T04:10:33.790" v="0" actId="47"/>
        <pc:sldMkLst>
          <pc:docMk/>
          <pc:sldMk cId="3168183637" sldId="1169"/>
        </pc:sldMkLst>
      </pc:sldChg>
      <pc:sldChg chg="del">
        <pc:chgData name="王 欣捷" userId="b965477fa0aef5e6" providerId="LiveId" clId="{CD243CF0-F2EB-44AF-8D92-2FDFDBA2D008}" dt="2021-04-22T04:10:33.790" v="0" actId="47"/>
        <pc:sldMkLst>
          <pc:docMk/>
          <pc:sldMk cId="1630523457" sldId="1170"/>
        </pc:sldMkLst>
      </pc:sldChg>
    </pc:docChg>
  </pc:docChgLst>
  <pc:docChgLst>
    <pc:chgData name="欣捷" userId="b965477fa0aef5e6" providerId="LiveId" clId="{D44C38A6-E3F9-43FE-930D-BB8A64C1A64E}"/>
    <pc:docChg chg="modSld">
      <pc:chgData name="欣捷" userId="b965477fa0aef5e6" providerId="LiveId" clId="{D44C38A6-E3F9-43FE-930D-BB8A64C1A64E}" dt="2021-04-27T08:57:37.469" v="4" actId="207"/>
      <pc:docMkLst>
        <pc:docMk/>
      </pc:docMkLst>
      <pc:sldChg chg="modSp">
        <pc:chgData name="欣捷" userId="b965477fa0aef5e6" providerId="LiveId" clId="{D44C38A6-E3F9-43FE-930D-BB8A64C1A64E}" dt="2021-04-27T08:57:37.469" v="4" actId="207"/>
        <pc:sldMkLst>
          <pc:docMk/>
          <pc:sldMk cId="0" sldId="831"/>
        </pc:sldMkLst>
      </pc:sldChg>
    </pc:docChg>
  </pc:docChgLst>
  <pc:docChgLst>
    <pc:chgData name="欣捷 王" userId="b965477fa0aef5e6" providerId="LiveId" clId="{BF789E24-9702-4BED-8556-CFFA857A75B8}"/>
    <pc:docChg chg="custSel modSld">
      <pc:chgData name="欣捷 王" userId="b965477fa0aef5e6" providerId="LiveId" clId="{BF789E24-9702-4BED-8556-CFFA857A75B8}" dt="2025-04-30T02:57:28.544" v="1" actId="27636"/>
      <pc:docMkLst>
        <pc:docMk/>
      </pc:docMkLst>
      <pc:sldChg chg="modSp mod">
        <pc:chgData name="欣捷 王" userId="b965477fa0aef5e6" providerId="LiveId" clId="{BF789E24-9702-4BED-8556-CFFA857A75B8}" dt="2025-04-30T02:57:28.544" v="1" actId="27636"/>
        <pc:sldMkLst>
          <pc:docMk/>
          <pc:sldMk cId="0" sldId="836"/>
        </pc:sldMkLst>
        <pc:spChg chg="mod">
          <ac:chgData name="欣捷 王" userId="b965477fa0aef5e6" providerId="LiveId" clId="{BF789E24-9702-4BED-8556-CFFA857A75B8}" dt="2025-04-30T02:57:28.544" v="1" actId="27636"/>
          <ac:spMkLst>
            <pc:docMk/>
            <pc:sldMk cId="0" sldId="836"/>
            <ac:spMk id="633859" creationId="{1B4C821F-97A7-482B-BEAF-2B8CB0CB0050}"/>
          </ac:spMkLst>
        </pc:spChg>
      </pc:sldChg>
    </pc:docChg>
  </pc:docChgLst>
  <pc:docChgLst>
    <pc:chgData name="王 欣捷" userId="b965477fa0aef5e6" providerId="LiveId" clId="{6B25E3A0-8D13-427B-91C6-98F6CF017510}"/>
    <pc:docChg chg="undo redo custSel addSld delSld modSld sldOrd">
      <pc:chgData name="王 欣捷" userId="b965477fa0aef5e6" providerId="LiveId" clId="{6B25E3A0-8D13-427B-91C6-98F6CF017510}" dt="2021-04-20T14:19:47.465" v="1513" actId="20577"/>
      <pc:docMkLst>
        <pc:docMk/>
      </pc:docMkLst>
      <pc:sldChg chg="del">
        <pc:chgData name="王 欣捷" userId="b965477fa0aef5e6" providerId="LiveId" clId="{6B25E3A0-8D13-427B-91C6-98F6CF017510}" dt="2021-04-20T13:08:17.013" v="389" actId="47"/>
        <pc:sldMkLst>
          <pc:docMk/>
          <pc:sldMk cId="0" sldId="935"/>
        </pc:sldMkLst>
      </pc:sldChg>
      <pc:sldChg chg="del">
        <pc:chgData name="王 欣捷" userId="b965477fa0aef5e6" providerId="LiveId" clId="{6B25E3A0-8D13-427B-91C6-98F6CF017510}" dt="2021-04-20T13:08:18.638" v="390" actId="47"/>
        <pc:sldMkLst>
          <pc:docMk/>
          <pc:sldMk cId="0" sldId="936"/>
        </pc:sldMkLst>
      </pc:sldChg>
      <pc:sldChg chg="del">
        <pc:chgData name="王 欣捷" userId="b965477fa0aef5e6" providerId="LiveId" clId="{6B25E3A0-8D13-427B-91C6-98F6CF017510}" dt="2021-04-20T13:55:36.044" v="1045" actId="47"/>
        <pc:sldMkLst>
          <pc:docMk/>
          <pc:sldMk cId="0" sldId="938"/>
        </pc:sldMkLst>
      </pc:sldChg>
      <pc:sldChg chg="del">
        <pc:chgData name="王 欣捷" userId="b965477fa0aef5e6" providerId="LiveId" clId="{6B25E3A0-8D13-427B-91C6-98F6CF017510}" dt="2021-04-20T14:09:57.154" v="1318" actId="47"/>
        <pc:sldMkLst>
          <pc:docMk/>
          <pc:sldMk cId="0" sldId="940"/>
        </pc:sldMkLst>
      </pc:sldChg>
      <pc:sldChg chg="del">
        <pc:chgData name="王 欣捷" userId="b965477fa0aef5e6" providerId="LiveId" clId="{6B25E3A0-8D13-427B-91C6-98F6CF017510}" dt="2021-04-20T14:13:44.761" v="1393" actId="47"/>
        <pc:sldMkLst>
          <pc:docMk/>
          <pc:sldMk cId="0" sldId="942"/>
        </pc:sldMkLst>
      </pc:sldChg>
      <pc:sldChg chg="add del">
        <pc:chgData name="王 欣捷" userId="b965477fa0aef5e6" providerId="LiveId" clId="{6B25E3A0-8D13-427B-91C6-98F6CF017510}" dt="2021-04-20T14:13:45.610" v="1394" actId="47"/>
        <pc:sldMkLst>
          <pc:docMk/>
          <pc:sldMk cId="0" sldId="943"/>
        </pc:sldMkLst>
      </pc:sldChg>
      <pc:sldChg chg="del">
        <pc:chgData name="王 欣捷" userId="b965477fa0aef5e6" providerId="LiveId" clId="{6B25E3A0-8D13-427B-91C6-98F6CF017510}" dt="2021-04-20T14:16:03.024" v="1439" actId="47"/>
        <pc:sldMkLst>
          <pc:docMk/>
          <pc:sldMk cId="0" sldId="945"/>
        </pc:sldMkLst>
      </pc:sldChg>
      <pc:sldChg chg="del">
        <pc:chgData name="王 欣捷" userId="b965477fa0aef5e6" providerId="LiveId" clId="{6B25E3A0-8D13-427B-91C6-98F6CF017510}" dt="2021-04-20T14:19:07.930" v="1512" actId="47"/>
        <pc:sldMkLst>
          <pc:docMk/>
          <pc:sldMk cId="0" sldId="946"/>
        </pc:sldMkLst>
      </pc:sldChg>
      <pc:sldChg chg="del">
        <pc:chgData name="王 欣捷" userId="b965477fa0aef5e6" providerId="LiveId" clId="{6B25E3A0-8D13-427B-91C6-98F6CF017510}" dt="2021-04-20T14:19:07.930" v="1512" actId="47"/>
        <pc:sldMkLst>
          <pc:docMk/>
          <pc:sldMk cId="0" sldId="947"/>
        </pc:sldMkLst>
      </pc:sldChg>
      <pc:sldChg chg="del">
        <pc:chgData name="王 欣捷" userId="b965477fa0aef5e6" providerId="LiveId" clId="{6B25E3A0-8D13-427B-91C6-98F6CF017510}" dt="2021-04-20T13:13:57.132" v="426" actId="47"/>
        <pc:sldMkLst>
          <pc:docMk/>
          <pc:sldMk cId="0" sldId="955"/>
        </pc:sldMkLst>
      </pc:sldChg>
      <pc:sldChg chg="del">
        <pc:chgData name="王 欣捷" userId="b965477fa0aef5e6" providerId="LiveId" clId="{6B25E3A0-8D13-427B-91C6-98F6CF017510}" dt="2021-04-20T13:14:23.567" v="427" actId="47"/>
        <pc:sldMkLst>
          <pc:docMk/>
          <pc:sldMk cId="0" sldId="956"/>
        </pc:sldMkLst>
      </pc:sldChg>
      <pc:sldChg chg="del">
        <pc:chgData name="王 欣捷" userId="b965477fa0aef5e6" providerId="LiveId" clId="{6B25E3A0-8D13-427B-91C6-98F6CF017510}" dt="2021-04-20T13:14:23.567" v="427" actId="47"/>
        <pc:sldMkLst>
          <pc:docMk/>
          <pc:sldMk cId="0" sldId="957"/>
        </pc:sldMkLst>
      </pc:sldChg>
      <pc:sldChg chg="del">
        <pc:chgData name="王 欣捷" userId="b965477fa0aef5e6" providerId="LiveId" clId="{6B25E3A0-8D13-427B-91C6-98F6CF017510}" dt="2021-04-20T13:14:23.567" v="427" actId="47"/>
        <pc:sldMkLst>
          <pc:docMk/>
          <pc:sldMk cId="0" sldId="958"/>
        </pc:sldMkLst>
      </pc:sldChg>
      <pc:sldChg chg="del">
        <pc:chgData name="王 欣捷" userId="b965477fa0aef5e6" providerId="LiveId" clId="{6B25E3A0-8D13-427B-91C6-98F6CF017510}" dt="2021-04-20T13:14:23.567" v="427" actId="47"/>
        <pc:sldMkLst>
          <pc:docMk/>
          <pc:sldMk cId="0" sldId="959"/>
        </pc:sldMkLst>
      </pc:sldChg>
      <pc:sldChg chg="addSp delSp modSp mod modClrScheme modAnim chgLayout">
        <pc:chgData name="王 欣捷" userId="b965477fa0aef5e6" providerId="LiveId" clId="{6B25E3A0-8D13-427B-91C6-98F6CF017510}" dt="2021-04-20T13:16:49.922" v="491"/>
        <pc:sldMkLst>
          <pc:docMk/>
          <pc:sldMk cId="0" sldId="960"/>
        </pc:sldMkLst>
      </pc:sldChg>
      <pc:sldChg chg="addSp delSp modSp mod chgLayout">
        <pc:chgData name="王 欣捷" userId="b965477fa0aef5e6" providerId="LiveId" clId="{6B25E3A0-8D13-427B-91C6-98F6CF017510}" dt="2021-04-20T13:47:13.753" v="879" actId="113"/>
        <pc:sldMkLst>
          <pc:docMk/>
          <pc:sldMk cId="0" sldId="962"/>
        </pc:sldMkLst>
      </pc:sldChg>
      <pc:sldChg chg="del ord">
        <pc:chgData name="王 欣捷" userId="b965477fa0aef5e6" providerId="LiveId" clId="{6B25E3A0-8D13-427B-91C6-98F6CF017510}" dt="2021-04-20T13:46:29.446" v="864" actId="47"/>
        <pc:sldMkLst>
          <pc:docMk/>
          <pc:sldMk cId="0" sldId="963"/>
        </pc:sldMkLst>
      </pc:sldChg>
      <pc:sldChg chg="del">
        <pc:chgData name="王 欣捷" userId="b965477fa0aef5e6" providerId="LiveId" clId="{6B25E3A0-8D13-427B-91C6-98F6CF017510}" dt="2021-04-20T13:50:56.886" v="927" actId="47"/>
        <pc:sldMkLst>
          <pc:docMk/>
          <pc:sldMk cId="0" sldId="964"/>
        </pc:sldMkLst>
      </pc:sldChg>
      <pc:sldChg chg="del">
        <pc:chgData name="王 欣捷" userId="b965477fa0aef5e6" providerId="LiveId" clId="{6B25E3A0-8D13-427B-91C6-98F6CF017510}" dt="2021-04-20T13:50:56.886" v="927" actId="47"/>
        <pc:sldMkLst>
          <pc:docMk/>
          <pc:sldMk cId="0" sldId="965"/>
        </pc:sldMkLst>
      </pc:sldChg>
      <pc:sldChg chg="del">
        <pc:chgData name="王 欣捷" userId="b965477fa0aef5e6" providerId="LiveId" clId="{6B25E3A0-8D13-427B-91C6-98F6CF017510}" dt="2021-04-20T13:57:42.299" v="1078" actId="47"/>
        <pc:sldMkLst>
          <pc:docMk/>
          <pc:sldMk cId="0" sldId="966"/>
        </pc:sldMkLst>
      </pc:sldChg>
      <pc:sldChg chg="del">
        <pc:chgData name="王 欣捷" userId="b965477fa0aef5e6" providerId="LiveId" clId="{6B25E3A0-8D13-427B-91C6-98F6CF017510}" dt="2021-04-20T13:57:42.299" v="1078" actId="47"/>
        <pc:sldMkLst>
          <pc:docMk/>
          <pc:sldMk cId="0" sldId="967"/>
        </pc:sldMkLst>
      </pc:sldChg>
      <pc:sldChg chg="del">
        <pc:chgData name="王 欣捷" userId="b965477fa0aef5e6" providerId="LiveId" clId="{6B25E3A0-8D13-427B-91C6-98F6CF017510}" dt="2021-04-20T14:10:55.281" v="1324" actId="47"/>
        <pc:sldMkLst>
          <pc:docMk/>
          <pc:sldMk cId="0" sldId="968"/>
        </pc:sldMkLst>
      </pc:sldChg>
      <pc:sldChg chg="del">
        <pc:chgData name="王 欣捷" userId="b965477fa0aef5e6" providerId="LiveId" clId="{6B25E3A0-8D13-427B-91C6-98F6CF017510}" dt="2021-04-20T14:10:55.281" v="1324" actId="47"/>
        <pc:sldMkLst>
          <pc:docMk/>
          <pc:sldMk cId="0" sldId="969"/>
        </pc:sldMkLst>
      </pc:sldChg>
      <pc:sldChg chg="del">
        <pc:chgData name="王 欣捷" userId="b965477fa0aef5e6" providerId="LiveId" clId="{6B25E3A0-8D13-427B-91C6-98F6CF017510}" dt="2021-04-20T14:14:04.852" v="1396" actId="47"/>
        <pc:sldMkLst>
          <pc:docMk/>
          <pc:sldMk cId="0" sldId="971"/>
        </pc:sldMkLst>
      </pc:sldChg>
      <pc:sldChg chg="modSp mod">
        <pc:chgData name="王 欣捷" userId="b965477fa0aef5e6" providerId="LiveId" clId="{6B25E3A0-8D13-427B-91C6-98F6CF017510}" dt="2021-04-20T13:22:53.797" v="527" actId="113"/>
        <pc:sldMkLst>
          <pc:docMk/>
          <pc:sldMk cId="0" sldId="1080"/>
        </pc:sldMkLst>
      </pc:sldChg>
      <pc:sldChg chg="modSp mod">
        <pc:chgData name="王 欣捷" userId="b965477fa0aef5e6" providerId="LiveId" clId="{6B25E3A0-8D13-427B-91C6-98F6CF017510}" dt="2021-04-20T13:17:08.689" v="492" actId="2710"/>
        <pc:sldMkLst>
          <pc:docMk/>
          <pc:sldMk cId="0" sldId="1090"/>
        </pc:sldMkLst>
      </pc:sldChg>
      <pc:sldChg chg="modSp mod chgLayout">
        <pc:chgData name="王 欣捷" userId="b965477fa0aef5e6" providerId="LiveId" clId="{6B25E3A0-8D13-427B-91C6-98F6CF017510}" dt="2021-04-20T13:17:45.153" v="497" actId="207"/>
        <pc:sldMkLst>
          <pc:docMk/>
          <pc:sldMk cId="0" sldId="1092"/>
        </pc:sldMkLst>
      </pc:sldChg>
      <pc:sldChg chg="modSp mod chgLayout">
        <pc:chgData name="王 欣捷" userId="b965477fa0aef5e6" providerId="LiveId" clId="{6B25E3A0-8D13-427B-91C6-98F6CF017510}" dt="2021-04-20T13:18:26.576" v="507" actId="207"/>
        <pc:sldMkLst>
          <pc:docMk/>
          <pc:sldMk cId="0" sldId="1093"/>
        </pc:sldMkLst>
      </pc:sldChg>
      <pc:sldChg chg="modSp mod">
        <pc:chgData name="王 欣捷" userId="b965477fa0aef5e6" providerId="LiveId" clId="{6B25E3A0-8D13-427B-91C6-98F6CF017510}" dt="2021-04-20T13:21:17.780" v="520" actId="2711"/>
        <pc:sldMkLst>
          <pc:docMk/>
          <pc:sldMk cId="0" sldId="1094"/>
        </pc:sldMkLst>
      </pc:sldChg>
      <pc:sldChg chg="modSp mod">
        <pc:chgData name="王 欣捷" userId="b965477fa0aef5e6" providerId="LiveId" clId="{6B25E3A0-8D13-427B-91C6-98F6CF017510}" dt="2021-04-20T13:20:58.834" v="519" actId="2711"/>
        <pc:sldMkLst>
          <pc:docMk/>
          <pc:sldMk cId="0" sldId="1096"/>
        </pc:sldMkLst>
      </pc:sldChg>
      <pc:sldChg chg="modSp mod">
        <pc:chgData name="王 欣捷" userId="b965477fa0aef5e6" providerId="LiveId" clId="{6B25E3A0-8D13-427B-91C6-98F6CF017510}" dt="2021-04-20T13:21:27" v="521" actId="2711"/>
        <pc:sldMkLst>
          <pc:docMk/>
          <pc:sldMk cId="0" sldId="1097"/>
        </pc:sldMkLst>
      </pc:sldChg>
      <pc:sldChg chg="modSp">
        <pc:chgData name="王 欣捷" userId="b965477fa0aef5e6" providerId="LiveId" clId="{6B25E3A0-8D13-427B-91C6-98F6CF017510}" dt="2021-04-20T14:19:47.465" v="1513" actId="20577"/>
        <pc:sldMkLst>
          <pc:docMk/>
          <pc:sldMk cId="0" sldId="1100"/>
        </pc:sldMkLst>
      </pc:sldChg>
      <pc:sldChg chg="modSp mod">
        <pc:chgData name="王 欣捷" userId="b965477fa0aef5e6" providerId="LiveId" clId="{6B25E3A0-8D13-427B-91C6-98F6CF017510}" dt="2021-04-20T13:22:13.687" v="523" actId="207"/>
        <pc:sldMkLst>
          <pc:docMk/>
          <pc:sldMk cId="0" sldId="1105"/>
        </pc:sldMkLst>
      </pc:sldChg>
      <pc:sldChg chg="modSp mod">
        <pc:chgData name="王 欣捷" userId="b965477fa0aef5e6" providerId="LiveId" clId="{6B25E3A0-8D13-427B-91C6-98F6CF017510}" dt="2021-04-20T13:22:27.178" v="526" actId="113"/>
        <pc:sldMkLst>
          <pc:docMk/>
          <pc:sldMk cId="0" sldId="1106"/>
        </pc:sldMkLst>
      </pc:sldChg>
      <pc:sldChg chg="del">
        <pc:chgData name="王 欣捷" userId="b965477fa0aef5e6" providerId="LiveId" clId="{6B25E3A0-8D13-427B-91C6-98F6CF017510}" dt="2021-04-20T12:53:00.742" v="214" actId="47"/>
        <pc:sldMkLst>
          <pc:docMk/>
          <pc:sldMk cId="0" sldId="1108"/>
        </pc:sldMkLst>
      </pc:sldChg>
      <pc:sldChg chg="del">
        <pc:chgData name="王 欣捷" userId="b965477fa0aef5e6" providerId="LiveId" clId="{6B25E3A0-8D13-427B-91C6-98F6CF017510}" dt="2021-04-20T12:53:02.021" v="215" actId="47"/>
        <pc:sldMkLst>
          <pc:docMk/>
          <pc:sldMk cId="0" sldId="1109"/>
        </pc:sldMkLst>
      </pc:sldChg>
      <pc:sldChg chg="modSp mod">
        <pc:chgData name="王 欣捷" userId="b965477fa0aef5e6" providerId="LiveId" clId="{6B25E3A0-8D13-427B-91C6-98F6CF017510}" dt="2021-04-20T13:48:04.755" v="885" actId="207"/>
        <pc:sldMkLst>
          <pc:docMk/>
          <pc:sldMk cId="0" sldId="1110"/>
        </pc:sldMkLst>
      </pc:sldChg>
      <pc:sldChg chg="addSp delSp modSp mod modAnim">
        <pc:chgData name="王 欣捷" userId="b965477fa0aef5e6" providerId="LiveId" clId="{6B25E3A0-8D13-427B-91C6-98F6CF017510}" dt="2021-04-20T12:51:49.274" v="212" actId="478"/>
        <pc:sldMkLst>
          <pc:docMk/>
          <pc:sldMk cId="0" sldId="1127"/>
        </pc:sldMkLst>
      </pc:sldChg>
      <pc:sldChg chg="del">
        <pc:chgData name="王 欣捷" userId="b965477fa0aef5e6" providerId="LiveId" clId="{6B25E3A0-8D13-427B-91C6-98F6CF017510}" dt="2021-04-20T12:40:48.963" v="60" actId="47"/>
        <pc:sldMkLst>
          <pc:docMk/>
          <pc:sldMk cId="0" sldId="1131"/>
        </pc:sldMkLst>
      </pc:sldChg>
      <pc:sldChg chg="del">
        <pc:chgData name="王 欣捷" userId="b965477fa0aef5e6" providerId="LiveId" clId="{6B25E3A0-8D13-427B-91C6-98F6CF017510}" dt="2021-04-20T12:45:30.807" v="127" actId="47"/>
        <pc:sldMkLst>
          <pc:docMk/>
          <pc:sldMk cId="0" sldId="1134"/>
        </pc:sldMkLst>
      </pc:sldChg>
      <pc:sldChg chg="modSp mod">
        <pc:chgData name="王 欣捷" userId="b965477fa0aef5e6" providerId="LiveId" clId="{6B25E3A0-8D13-427B-91C6-98F6CF017510}" dt="2021-04-20T13:25:06.203" v="565" actId="1076"/>
        <pc:sldMkLst>
          <pc:docMk/>
          <pc:sldMk cId="0" sldId="1138"/>
        </pc:sldMkLst>
      </pc:sldChg>
      <pc:sldChg chg="del">
        <pc:chgData name="王 欣捷" userId="b965477fa0aef5e6" providerId="LiveId" clId="{6B25E3A0-8D13-427B-91C6-98F6CF017510}" dt="2021-04-20T12:40:48.963" v="60" actId="47"/>
        <pc:sldMkLst>
          <pc:docMk/>
          <pc:sldMk cId="3037729556" sldId="1143"/>
        </pc:sldMkLst>
      </pc:sldChg>
      <pc:sldChg chg="del">
        <pc:chgData name="王 欣捷" userId="b965477fa0aef5e6" providerId="LiveId" clId="{6B25E3A0-8D13-427B-91C6-98F6CF017510}" dt="2021-04-20T12:40:48.963" v="60" actId="47"/>
        <pc:sldMkLst>
          <pc:docMk/>
          <pc:sldMk cId="546972322" sldId="1144"/>
        </pc:sldMkLst>
      </pc:sldChg>
      <pc:sldChg chg="addSp delSp modSp mod modAnim">
        <pc:chgData name="王 欣捷" userId="b965477fa0aef5e6" providerId="LiveId" clId="{6B25E3A0-8D13-427B-91C6-98F6CF017510}" dt="2021-04-20T12:48:37.970" v="153"/>
        <pc:sldMkLst>
          <pc:docMk/>
          <pc:sldMk cId="4223351651" sldId="1145"/>
        </pc:sldMkLst>
      </pc:sldChg>
      <pc:sldChg chg="del">
        <pc:chgData name="王 欣捷" userId="b965477fa0aef5e6" providerId="LiveId" clId="{6B25E3A0-8D13-427B-91C6-98F6CF017510}" dt="2021-04-20T12:45:30.807" v="127" actId="47"/>
        <pc:sldMkLst>
          <pc:docMk/>
          <pc:sldMk cId="1246412149" sldId="1146"/>
        </pc:sldMkLst>
      </pc:sldChg>
      <pc:sldChg chg="del">
        <pc:chgData name="王 欣捷" userId="b965477fa0aef5e6" providerId="LiveId" clId="{6B25E3A0-8D13-427B-91C6-98F6CF017510}" dt="2021-04-20T12:45:30.807" v="127" actId="47"/>
        <pc:sldMkLst>
          <pc:docMk/>
          <pc:sldMk cId="1563518926" sldId="1147"/>
        </pc:sldMkLst>
      </pc:sldChg>
      <pc:sldChg chg="del">
        <pc:chgData name="王 欣捷" userId="b965477fa0aef5e6" providerId="LiveId" clId="{6B25E3A0-8D13-427B-91C6-98F6CF017510}" dt="2021-04-20T12:45:30.807" v="127" actId="47"/>
        <pc:sldMkLst>
          <pc:docMk/>
          <pc:sldMk cId="3006853834" sldId="1148"/>
        </pc:sldMkLst>
      </pc:sldChg>
      <pc:sldChg chg="del">
        <pc:chgData name="王 欣捷" userId="b965477fa0aef5e6" providerId="LiveId" clId="{6B25E3A0-8D13-427B-91C6-98F6CF017510}" dt="2021-04-20T12:45:30.807" v="127" actId="47"/>
        <pc:sldMkLst>
          <pc:docMk/>
          <pc:sldMk cId="2869246556" sldId="1149"/>
        </pc:sldMkLst>
      </pc:sldChg>
      <pc:sldChg chg="del">
        <pc:chgData name="王 欣捷" userId="b965477fa0aef5e6" providerId="LiveId" clId="{6B25E3A0-8D13-427B-91C6-98F6CF017510}" dt="2021-04-20T12:45:30.807" v="127" actId="47"/>
        <pc:sldMkLst>
          <pc:docMk/>
          <pc:sldMk cId="500657596" sldId="1150"/>
        </pc:sldMkLst>
      </pc:sldChg>
      <pc:sldChg chg="addSp delSp modSp mod modAnim">
        <pc:chgData name="王 欣捷" userId="b965477fa0aef5e6" providerId="LiveId" clId="{6B25E3A0-8D13-427B-91C6-98F6CF017510}" dt="2021-04-20T12:46:20.433" v="136" actId="165"/>
        <pc:sldMkLst>
          <pc:docMk/>
          <pc:sldMk cId="3962178428" sldId="1151"/>
        </pc:sldMkLst>
      </pc:sldChg>
      <pc:sldChg chg="del">
        <pc:chgData name="王 欣捷" userId="b965477fa0aef5e6" providerId="LiveId" clId="{6B25E3A0-8D13-427B-91C6-98F6CF017510}" dt="2021-04-20T13:13:57.132" v="426" actId="47"/>
        <pc:sldMkLst>
          <pc:docMk/>
          <pc:sldMk cId="389650025" sldId="1152"/>
        </pc:sldMkLst>
      </pc:sldChg>
      <pc:sldChg chg="del">
        <pc:chgData name="王 欣捷" userId="b965477fa0aef5e6" providerId="LiveId" clId="{6B25E3A0-8D13-427B-91C6-98F6CF017510}" dt="2021-04-20T13:13:57.132" v="426" actId="47"/>
        <pc:sldMkLst>
          <pc:docMk/>
          <pc:sldMk cId="235929361" sldId="1153"/>
        </pc:sldMkLst>
      </pc:sldChg>
      <pc:sldChg chg="del">
        <pc:chgData name="王 欣捷" userId="b965477fa0aef5e6" providerId="LiveId" clId="{6B25E3A0-8D13-427B-91C6-98F6CF017510}" dt="2021-04-20T13:13:57.132" v="426" actId="47"/>
        <pc:sldMkLst>
          <pc:docMk/>
          <pc:sldMk cId="4207039851" sldId="1154"/>
        </pc:sldMkLst>
      </pc:sldChg>
      <pc:sldChg chg="del">
        <pc:chgData name="王 欣捷" userId="b965477fa0aef5e6" providerId="LiveId" clId="{6B25E3A0-8D13-427B-91C6-98F6CF017510}" dt="2021-04-20T13:13:57.132" v="426" actId="47"/>
        <pc:sldMkLst>
          <pc:docMk/>
          <pc:sldMk cId="77711967" sldId="1155"/>
        </pc:sldMkLst>
      </pc:sldChg>
      <pc:sldChg chg="del">
        <pc:chgData name="王 欣捷" userId="b965477fa0aef5e6" providerId="LiveId" clId="{6B25E3A0-8D13-427B-91C6-98F6CF017510}" dt="2021-04-20T13:13:57.132" v="426" actId="47"/>
        <pc:sldMkLst>
          <pc:docMk/>
          <pc:sldMk cId="1749343738" sldId="1156"/>
        </pc:sldMkLst>
      </pc:sldChg>
      <pc:sldChg chg="del">
        <pc:chgData name="王 欣捷" userId="b965477fa0aef5e6" providerId="LiveId" clId="{6B25E3A0-8D13-427B-91C6-98F6CF017510}" dt="2021-04-20T13:13:57.132" v="426" actId="47"/>
        <pc:sldMkLst>
          <pc:docMk/>
          <pc:sldMk cId="3747700626" sldId="1157"/>
        </pc:sldMkLst>
      </pc:sldChg>
      <pc:sldChg chg="addSp delSp modSp mod modAnim">
        <pc:chgData name="王 欣捷" userId="b965477fa0aef5e6" providerId="LiveId" clId="{6B25E3A0-8D13-427B-91C6-98F6CF017510}" dt="2021-04-20T13:13:38.770" v="425"/>
        <pc:sldMkLst>
          <pc:docMk/>
          <pc:sldMk cId="2813883607" sldId="1158"/>
        </pc:sldMkLst>
      </pc:sldChg>
      <pc:sldChg chg="add del">
        <pc:chgData name="王 欣捷" userId="b965477fa0aef5e6" providerId="LiveId" clId="{6B25E3A0-8D13-427B-91C6-98F6CF017510}" dt="2021-04-20T12:53:35.214" v="217"/>
        <pc:sldMkLst>
          <pc:docMk/>
          <pc:sldMk cId="3340373905" sldId="1159"/>
        </pc:sldMkLst>
      </pc:sldChg>
      <pc:sldChg chg="addSp delSp modSp add del mod modAnim">
        <pc:chgData name="王 欣捷" userId="b965477fa0aef5e6" providerId="LiveId" clId="{6B25E3A0-8D13-427B-91C6-98F6CF017510}" dt="2021-04-20T12:41:17.754" v="67" actId="47"/>
        <pc:sldMkLst>
          <pc:docMk/>
          <pc:sldMk cId="3468514126" sldId="1159"/>
        </pc:sldMkLst>
      </pc:sldChg>
      <pc:sldChg chg="addSp delSp modSp add del mod">
        <pc:chgData name="王 欣捷" userId="b965477fa0aef5e6" providerId="LiveId" clId="{6B25E3A0-8D13-427B-91C6-98F6CF017510}" dt="2021-04-20T12:45:23.395" v="126" actId="47"/>
        <pc:sldMkLst>
          <pc:docMk/>
          <pc:sldMk cId="3608272575" sldId="1159"/>
        </pc:sldMkLst>
      </pc:sldChg>
      <pc:sldChg chg="addSp delSp modSp add mod">
        <pc:chgData name="王 欣捷" userId="b965477fa0aef5e6" providerId="LiveId" clId="{6B25E3A0-8D13-427B-91C6-98F6CF017510}" dt="2021-04-20T13:52:59.633" v="961" actId="20577"/>
        <pc:sldMkLst>
          <pc:docMk/>
          <pc:sldMk cId="3740059661" sldId="1159"/>
        </pc:sldMkLst>
      </pc:sldChg>
      <pc:sldChg chg="addSp delSp modSp new del mod modClrScheme modAnim chgLayout">
        <pc:chgData name="王 欣捷" userId="b965477fa0aef5e6" providerId="LiveId" clId="{6B25E3A0-8D13-427B-91C6-98F6CF017510}" dt="2021-04-20T12:51:53.712" v="213" actId="47"/>
        <pc:sldMkLst>
          <pc:docMk/>
          <pc:sldMk cId="3959990060" sldId="1159"/>
        </pc:sldMkLst>
      </pc:sldChg>
      <pc:sldChg chg="addSp delSp modSp new del mod modClrScheme chgLayout">
        <pc:chgData name="王 欣捷" userId="b965477fa0aef5e6" providerId="LiveId" clId="{6B25E3A0-8D13-427B-91C6-98F6CF017510}" dt="2021-04-20T13:12:57.235" v="417" actId="47"/>
        <pc:sldMkLst>
          <pc:docMk/>
          <pc:sldMk cId="1241390852" sldId="1160"/>
        </pc:sldMkLst>
      </pc:sldChg>
      <pc:sldChg chg="addSp delSp modSp new del mod modClrScheme chgLayout">
        <pc:chgData name="王 欣捷" userId="b965477fa0aef5e6" providerId="LiveId" clId="{6B25E3A0-8D13-427B-91C6-98F6CF017510}" dt="2021-04-20T13:16:15.430" v="484" actId="47"/>
        <pc:sldMkLst>
          <pc:docMk/>
          <pc:sldMk cId="1640109929" sldId="1160"/>
        </pc:sldMkLst>
      </pc:sldChg>
      <pc:sldChg chg="addSp delSp modSp new mod modClrScheme chgLayout">
        <pc:chgData name="王 欣捷" userId="b965477fa0aef5e6" providerId="LiveId" clId="{6B25E3A0-8D13-427B-91C6-98F6CF017510}" dt="2021-04-20T13:50:15.390" v="923" actId="207"/>
        <pc:sldMkLst>
          <pc:docMk/>
          <pc:sldMk cId="3618475896" sldId="1160"/>
        </pc:sldMkLst>
      </pc:sldChg>
      <pc:sldChg chg="modSp add mod">
        <pc:chgData name="王 欣捷" userId="b965477fa0aef5e6" providerId="LiveId" clId="{6B25E3A0-8D13-427B-91C6-98F6CF017510}" dt="2021-04-20T14:01:41.766" v="1174" actId="207"/>
        <pc:sldMkLst>
          <pc:docMk/>
          <pc:sldMk cId="2042943240" sldId="1161"/>
        </pc:sldMkLst>
      </pc:sldChg>
      <pc:sldChg chg="addSp delSp modSp add mod chgLayout">
        <pc:chgData name="王 欣捷" userId="b965477fa0aef5e6" providerId="LiveId" clId="{6B25E3A0-8D13-427B-91C6-98F6CF017510}" dt="2021-04-20T14:10:21.546" v="1320"/>
        <pc:sldMkLst>
          <pc:docMk/>
          <pc:sldMk cId="3272006686" sldId="1162"/>
        </pc:sldMkLst>
      </pc:sldChg>
      <pc:sldChg chg="modSp add mod">
        <pc:chgData name="王 欣捷" userId="b965477fa0aef5e6" providerId="LiveId" clId="{6B25E3A0-8D13-427B-91C6-98F6CF017510}" dt="2021-04-20T13:57:35.694" v="1077" actId="207"/>
        <pc:sldMkLst>
          <pc:docMk/>
          <pc:sldMk cId="2547034749" sldId="1163"/>
        </pc:sldMkLst>
      </pc:sldChg>
      <pc:sldChg chg="add del">
        <pc:chgData name="王 欣捷" userId="b965477fa0aef5e6" providerId="LiveId" clId="{6B25E3A0-8D13-427B-91C6-98F6CF017510}" dt="2021-04-20T13:55:52.842" v="1047"/>
        <pc:sldMkLst>
          <pc:docMk/>
          <pc:sldMk cId="2822785792" sldId="1163"/>
        </pc:sldMkLst>
      </pc:sldChg>
      <pc:sldChg chg="modSp add del mod">
        <pc:chgData name="王 欣捷" userId="b965477fa0aef5e6" providerId="LiveId" clId="{6B25E3A0-8D13-427B-91C6-98F6CF017510}" dt="2021-04-20T13:59:18.004" v="1149" actId="47"/>
        <pc:sldMkLst>
          <pc:docMk/>
          <pc:sldMk cId="791380091" sldId="1164"/>
        </pc:sldMkLst>
      </pc:sldChg>
      <pc:sldChg chg="addSp delSp modSp add mod">
        <pc:chgData name="王 欣捷" userId="b965477fa0aef5e6" providerId="LiveId" clId="{6B25E3A0-8D13-427B-91C6-98F6CF017510}" dt="2021-04-20T14:10:29.027" v="1322"/>
        <pc:sldMkLst>
          <pc:docMk/>
          <pc:sldMk cId="771280182" sldId="1165"/>
        </pc:sldMkLst>
      </pc:sldChg>
      <pc:sldChg chg="modSp add mod">
        <pc:chgData name="王 欣捷" userId="b965477fa0aef5e6" providerId="LiveId" clId="{6B25E3A0-8D13-427B-91C6-98F6CF017510}" dt="2021-04-20T14:11:02.150" v="1325" actId="207"/>
        <pc:sldMkLst>
          <pc:docMk/>
          <pc:sldMk cId="2692631" sldId="1166"/>
        </pc:sldMkLst>
      </pc:sldChg>
      <pc:sldChg chg="addSp delSp modSp add mod">
        <pc:chgData name="王 欣捷" userId="b965477fa0aef5e6" providerId="LiveId" clId="{6B25E3A0-8D13-427B-91C6-98F6CF017510}" dt="2021-04-20T14:13:34.792" v="1390" actId="1076"/>
        <pc:sldMkLst>
          <pc:docMk/>
          <pc:sldMk cId="3628184232" sldId="1167"/>
        </pc:sldMkLst>
      </pc:sldChg>
      <pc:sldChg chg="modSp add mod">
        <pc:chgData name="王 欣捷" userId="b965477fa0aef5e6" providerId="LiveId" clId="{6B25E3A0-8D13-427B-91C6-98F6CF017510}" dt="2021-04-20T14:14:16.613" v="1399" actId="207"/>
        <pc:sldMkLst>
          <pc:docMk/>
          <pc:sldMk cId="1528587018" sldId="1168"/>
        </pc:sldMkLst>
      </pc:sldChg>
      <pc:sldChg chg="delSp modSp add mod">
        <pc:chgData name="王 欣捷" userId="b965477fa0aef5e6" providerId="LiveId" clId="{6B25E3A0-8D13-427B-91C6-98F6CF017510}" dt="2021-04-20T14:15:57.598" v="1438" actId="1076"/>
        <pc:sldMkLst>
          <pc:docMk/>
          <pc:sldMk cId="3168183637" sldId="1169"/>
        </pc:sldMkLst>
      </pc:sldChg>
      <pc:sldChg chg="addSp delSp modSp add mod">
        <pc:chgData name="王 欣捷" userId="b965477fa0aef5e6" providerId="LiveId" clId="{6B25E3A0-8D13-427B-91C6-98F6CF017510}" dt="2021-04-20T14:18:18.007" v="1511" actId="20577"/>
        <pc:sldMkLst>
          <pc:docMk/>
          <pc:sldMk cId="1630523457" sldId="1170"/>
        </pc:sldMkLst>
      </pc:sldChg>
    </pc:docChg>
  </pc:docChgLst>
  <pc:docChgLst>
    <pc:chgData name="欣捷 王" userId="b965477fa0aef5e6" providerId="LiveId" clId="{EAF24453-653E-4505-8300-B8E9DC87F7E0}"/>
    <pc:docChg chg="modSld">
      <pc:chgData name="欣捷 王" userId="b965477fa0aef5e6" providerId="LiveId" clId="{EAF24453-653E-4505-8300-B8E9DC87F7E0}" dt="2024-04-07T00:59:47.962" v="11" actId="113"/>
      <pc:docMkLst>
        <pc:docMk/>
      </pc:docMkLst>
      <pc:sldChg chg="modSp">
        <pc:chgData name="欣捷 王" userId="b965477fa0aef5e6" providerId="LiveId" clId="{EAF24453-653E-4505-8300-B8E9DC87F7E0}" dt="2024-04-07T00:59:47.962" v="11" actId="113"/>
        <pc:sldMkLst>
          <pc:docMk/>
          <pc:sldMk cId="0" sldId="831"/>
        </pc:sldMkLst>
      </pc:sldChg>
    </pc:docChg>
  </pc:docChgLst>
  <pc:docChgLst>
    <pc:chgData name="欣捷" userId="b965477fa0aef5e6" providerId="LiveId" clId="{F58CB589-EA88-41E9-89B9-70387DC4BAF4}"/>
    <pc:docChg chg="undo redo custSel addSld delSld modSld sldOrd">
      <pc:chgData name="欣捷" userId="b965477fa0aef5e6" providerId="LiveId" clId="{F58CB589-EA88-41E9-89B9-70387DC4BAF4}" dt="2021-04-20T09:32:41.428" v="761" actId="47"/>
      <pc:docMkLst>
        <pc:docMk/>
      </pc:docMkLst>
      <pc:sldChg chg="modSp add mod">
        <pc:chgData name="欣捷" userId="b965477fa0aef5e6" providerId="LiveId" clId="{F58CB589-EA88-41E9-89B9-70387DC4BAF4}" dt="2021-04-20T08:43:06.926" v="315" actId="20577"/>
        <pc:sldMkLst>
          <pc:docMk/>
          <pc:sldMk cId="23400609" sldId="878"/>
        </pc:sldMkLst>
      </pc:sldChg>
      <pc:sldChg chg="modSp add mod ord">
        <pc:chgData name="欣捷" userId="b965477fa0aef5e6" providerId="LiveId" clId="{F58CB589-EA88-41E9-89B9-70387DC4BAF4}" dt="2021-04-20T08:18:54.864" v="3"/>
        <pc:sldMkLst>
          <pc:docMk/>
          <pc:sldMk cId="1458318623" sldId="897"/>
        </pc:sldMkLst>
      </pc:sldChg>
      <pc:sldChg chg="addSp delSp modSp mod modClrScheme chgLayout">
        <pc:chgData name="欣捷" userId="b965477fa0aef5e6" providerId="LiveId" clId="{F58CB589-EA88-41E9-89B9-70387DC4BAF4}" dt="2021-04-20T09:29:18.266" v="712" actId="1076"/>
        <pc:sldMkLst>
          <pc:docMk/>
          <pc:sldMk cId="0" sldId="935"/>
        </pc:sldMkLst>
      </pc:sldChg>
      <pc:sldChg chg="addSp delSp modSp mod modClrScheme chgLayout">
        <pc:chgData name="欣捷" userId="b965477fa0aef5e6" providerId="LiveId" clId="{F58CB589-EA88-41E9-89B9-70387DC4BAF4}" dt="2021-04-20T09:29:13.066" v="710" actId="1076"/>
        <pc:sldMkLst>
          <pc:docMk/>
          <pc:sldMk cId="0" sldId="936"/>
        </pc:sldMkLst>
      </pc:sldChg>
      <pc:sldChg chg="modSp mod chgLayout">
        <pc:chgData name="欣捷" userId="b965477fa0aef5e6" providerId="LiveId" clId="{F58CB589-EA88-41E9-89B9-70387DC4BAF4}" dt="2021-04-20T08:23:47.487" v="29" actId="700"/>
        <pc:sldMkLst>
          <pc:docMk/>
          <pc:sldMk cId="0" sldId="937"/>
        </pc:sldMkLst>
      </pc:sldChg>
      <pc:sldChg chg="addSp delSp modSp mod modClrScheme chgLayout">
        <pc:chgData name="欣捷" userId="b965477fa0aef5e6" providerId="LiveId" clId="{F58CB589-EA88-41E9-89B9-70387DC4BAF4}" dt="2021-04-20T09:29:05.674" v="709" actId="1076"/>
        <pc:sldMkLst>
          <pc:docMk/>
          <pc:sldMk cId="0" sldId="938"/>
        </pc:sldMkLst>
      </pc:sldChg>
      <pc:sldChg chg="modSp mod chgLayout">
        <pc:chgData name="欣捷" userId="b965477fa0aef5e6" providerId="LiveId" clId="{F58CB589-EA88-41E9-89B9-70387DC4BAF4}" dt="2021-04-20T08:23:54.789" v="30" actId="700"/>
        <pc:sldMkLst>
          <pc:docMk/>
          <pc:sldMk cId="0" sldId="939"/>
        </pc:sldMkLst>
      </pc:sldChg>
      <pc:sldChg chg="addSp delSp modSp mod modClrScheme chgLayout">
        <pc:chgData name="欣捷" userId="b965477fa0aef5e6" providerId="LiveId" clId="{F58CB589-EA88-41E9-89B9-70387DC4BAF4}" dt="2021-04-20T09:29:31.533" v="716" actId="1076"/>
        <pc:sldMkLst>
          <pc:docMk/>
          <pc:sldMk cId="0" sldId="940"/>
        </pc:sldMkLst>
      </pc:sldChg>
      <pc:sldChg chg="modSp mod chgLayout">
        <pc:chgData name="欣捷" userId="b965477fa0aef5e6" providerId="LiveId" clId="{F58CB589-EA88-41E9-89B9-70387DC4BAF4}" dt="2021-04-20T08:23:54.789" v="30" actId="700"/>
        <pc:sldMkLst>
          <pc:docMk/>
          <pc:sldMk cId="0" sldId="941"/>
        </pc:sldMkLst>
      </pc:sldChg>
      <pc:sldChg chg="addSp delSp modSp mod modClrScheme chgLayout">
        <pc:chgData name="欣捷" userId="b965477fa0aef5e6" providerId="LiveId" clId="{F58CB589-EA88-41E9-89B9-70387DC4BAF4}" dt="2021-04-20T09:29:55.767" v="720" actId="1076"/>
        <pc:sldMkLst>
          <pc:docMk/>
          <pc:sldMk cId="0" sldId="942"/>
        </pc:sldMkLst>
      </pc:sldChg>
      <pc:sldChg chg="addSp delSp modSp mod modClrScheme chgLayout">
        <pc:chgData name="欣捷" userId="b965477fa0aef5e6" providerId="LiveId" clId="{F58CB589-EA88-41E9-89B9-70387DC4BAF4}" dt="2021-04-20T09:30:03.602" v="724" actId="1076"/>
        <pc:sldMkLst>
          <pc:docMk/>
          <pc:sldMk cId="0" sldId="943"/>
        </pc:sldMkLst>
      </pc:sldChg>
      <pc:sldChg chg="addSp delSp modSp mod modClrScheme chgLayout">
        <pc:chgData name="欣捷" userId="b965477fa0aef5e6" providerId="LiveId" clId="{F58CB589-EA88-41E9-89B9-70387DC4BAF4}" dt="2021-04-20T09:30:13.214" v="728" actId="1076"/>
        <pc:sldMkLst>
          <pc:docMk/>
          <pc:sldMk cId="0" sldId="945"/>
        </pc:sldMkLst>
      </pc:sldChg>
      <pc:sldChg chg="addSp delSp modSp mod modClrScheme chgLayout">
        <pc:chgData name="欣捷" userId="b965477fa0aef5e6" providerId="LiveId" clId="{F58CB589-EA88-41E9-89B9-70387DC4BAF4}" dt="2021-04-20T09:30:22.742" v="732" actId="1076"/>
        <pc:sldMkLst>
          <pc:docMk/>
          <pc:sldMk cId="0" sldId="946"/>
        </pc:sldMkLst>
      </pc:sldChg>
      <pc:sldChg chg="addSp delSp modSp mod modClrScheme chgLayout">
        <pc:chgData name="欣捷" userId="b965477fa0aef5e6" providerId="LiveId" clId="{F58CB589-EA88-41E9-89B9-70387DC4BAF4}" dt="2021-04-20T09:30:35.228" v="736" actId="1076"/>
        <pc:sldMkLst>
          <pc:docMk/>
          <pc:sldMk cId="0" sldId="947"/>
        </pc:sldMkLst>
      </pc:sldChg>
      <pc:sldChg chg="del">
        <pc:chgData name="欣捷" userId="b965477fa0aef5e6" providerId="LiveId" clId="{F58CB589-EA88-41E9-89B9-70387DC4BAF4}" dt="2021-04-20T09:30:56.176" v="737" actId="47"/>
        <pc:sldMkLst>
          <pc:docMk/>
          <pc:sldMk cId="0" sldId="948"/>
        </pc:sldMkLst>
      </pc:sldChg>
      <pc:sldChg chg="del">
        <pc:chgData name="欣捷" userId="b965477fa0aef5e6" providerId="LiveId" clId="{F58CB589-EA88-41E9-89B9-70387DC4BAF4}" dt="2021-04-20T09:30:56.176" v="737" actId="47"/>
        <pc:sldMkLst>
          <pc:docMk/>
          <pc:sldMk cId="0" sldId="949"/>
        </pc:sldMkLst>
      </pc:sldChg>
      <pc:sldChg chg="del">
        <pc:chgData name="欣捷" userId="b965477fa0aef5e6" providerId="LiveId" clId="{F58CB589-EA88-41E9-89B9-70387DC4BAF4}" dt="2021-04-20T09:30:56.176" v="737" actId="47"/>
        <pc:sldMkLst>
          <pc:docMk/>
          <pc:sldMk cId="0" sldId="950"/>
        </pc:sldMkLst>
      </pc:sldChg>
      <pc:sldChg chg="del">
        <pc:chgData name="欣捷" userId="b965477fa0aef5e6" providerId="LiveId" clId="{F58CB589-EA88-41E9-89B9-70387DC4BAF4}" dt="2021-04-20T09:30:56.176" v="737" actId="47"/>
        <pc:sldMkLst>
          <pc:docMk/>
          <pc:sldMk cId="0" sldId="951"/>
        </pc:sldMkLst>
      </pc:sldChg>
      <pc:sldChg chg="del">
        <pc:chgData name="欣捷" userId="b965477fa0aef5e6" providerId="LiveId" clId="{F58CB589-EA88-41E9-89B9-70387DC4BAF4}" dt="2021-04-20T09:30:56.176" v="737" actId="47"/>
        <pc:sldMkLst>
          <pc:docMk/>
          <pc:sldMk cId="0" sldId="952"/>
        </pc:sldMkLst>
      </pc:sldChg>
      <pc:sldChg chg="del">
        <pc:chgData name="欣捷" userId="b965477fa0aef5e6" providerId="LiveId" clId="{F58CB589-EA88-41E9-89B9-70387DC4BAF4}" dt="2021-04-20T09:30:56.176" v="737" actId="47"/>
        <pc:sldMkLst>
          <pc:docMk/>
          <pc:sldMk cId="0" sldId="953"/>
        </pc:sldMkLst>
      </pc:sldChg>
      <pc:sldChg chg="del">
        <pc:chgData name="欣捷" userId="b965477fa0aef5e6" providerId="LiveId" clId="{F58CB589-EA88-41E9-89B9-70387DC4BAF4}" dt="2021-04-20T09:30:56.176" v="737" actId="47"/>
        <pc:sldMkLst>
          <pc:docMk/>
          <pc:sldMk cId="0" sldId="954"/>
        </pc:sldMkLst>
      </pc:sldChg>
      <pc:sldChg chg="addSp delSp modSp mod modClrScheme chgLayout">
        <pc:chgData name="欣捷" userId="b965477fa0aef5e6" providerId="LiveId" clId="{F58CB589-EA88-41E9-89B9-70387DC4BAF4}" dt="2021-04-20T09:31:46.207" v="757" actId="6549"/>
        <pc:sldMkLst>
          <pc:docMk/>
          <pc:sldMk cId="0" sldId="955"/>
        </pc:sldMkLst>
      </pc:sldChg>
      <pc:sldChg chg="modSp mod chgLayout">
        <pc:chgData name="欣捷" userId="b965477fa0aef5e6" providerId="LiveId" clId="{F58CB589-EA88-41E9-89B9-70387DC4BAF4}" dt="2021-04-20T08:23:39.727" v="28" actId="700"/>
        <pc:sldMkLst>
          <pc:docMk/>
          <pc:sldMk cId="0" sldId="962"/>
        </pc:sldMkLst>
      </pc:sldChg>
      <pc:sldChg chg="modSp mod chgLayout">
        <pc:chgData name="欣捷" userId="b965477fa0aef5e6" providerId="LiveId" clId="{F58CB589-EA88-41E9-89B9-70387DC4BAF4}" dt="2021-04-20T08:23:39.727" v="28" actId="700"/>
        <pc:sldMkLst>
          <pc:docMk/>
          <pc:sldMk cId="0" sldId="963"/>
        </pc:sldMkLst>
      </pc:sldChg>
      <pc:sldChg chg="modSp mod chgLayout">
        <pc:chgData name="欣捷" userId="b965477fa0aef5e6" providerId="LiveId" clId="{F58CB589-EA88-41E9-89B9-70387DC4BAF4}" dt="2021-04-20T08:23:47.487" v="29" actId="700"/>
        <pc:sldMkLst>
          <pc:docMk/>
          <pc:sldMk cId="0" sldId="964"/>
        </pc:sldMkLst>
      </pc:sldChg>
      <pc:sldChg chg="modSp mod chgLayout">
        <pc:chgData name="欣捷" userId="b965477fa0aef5e6" providerId="LiveId" clId="{F58CB589-EA88-41E9-89B9-70387DC4BAF4}" dt="2021-04-20T08:23:47.487" v="29" actId="700"/>
        <pc:sldMkLst>
          <pc:docMk/>
          <pc:sldMk cId="0" sldId="965"/>
        </pc:sldMkLst>
      </pc:sldChg>
      <pc:sldChg chg="modSp mod chgLayout">
        <pc:chgData name="欣捷" userId="b965477fa0aef5e6" providerId="LiveId" clId="{F58CB589-EA88-41E9-89B9-70387DC4BAF4}" dt="2021-04-20T08:23:54.789" v="30" actId="700"/>
        <pc:sldMkLst>
          <pc:docMk/>
          <pc:sldMk cId="0" sldId="966"/>
        </pc:sldMkLst>
      </pc:sldChg>
      <pc:sldChg chg="modSp mod chgLayout">
        <pc:chgData name="欣捷" userId="b965477fa0aef5e6" providerId="LiveId" clId="{F58CB589-EA88-41E9-89B9-70387DC4BAF4}" dt="2021-04-20T08:23:54.789" v="30" actId="700"/>
        <pc:sldMkLst>
          <pc:docMk/>
          <pc:sldMk cId="0" sldId="967"/>
        </pc:sldMkLst>
      </pc:sldChg>
      <pc:sldChg chg="modSp mod chgLayout">
        <pc:chgData name="欣捷" userId="b965477fa0aef5e6" providerId="LiveId" clId="{F58CB589-EA88-41E9-89B9-70387DC4BAF4}" dt="2021-04-20T08:23:54.789" v="30" actId="700"/>
        <pc:sldMkLst>
          <pc:docMk/>
          <pc:sldMk cId="0" sldId="968"/>
        </pc:sldMkLst>
      </pc:sldChg>
      <pc:sldChg chg="modSp mod chgLayout">
        <pc:chgData name="欣捷" userId="b965477fa0aef5e6" providerId="LiveId" clId="{F58CB589-EA88-41E9-89B9-70387DC4BAF4}" dt="2021-04-20T08:23:54.789" v="30" actId="700"/>
        <pc:sldMkLst>
          <pc:docMk/>
          <pc:sldMk cId="0" sldId="969"/>
        </pc:sldMkLst>
      </pc:sldChg>
      <pc:sldChg chg="modSp mod">
        <pc:chgData name="欣捷" userId="b965477fa0aef5e6" providerId="LiveId" clId="{F58CB589-EA88-41E9-89B9-70387DC4BAF4}" dt="2021-04-20T08:19:15.765" v="4" actId="403"/>
        <pc:sldMkLst>
          <pc:docMk/>
          <pc:sldMk cId="0" sldId="1029"/>
        </pc:sldMkLst>
      </pc:sldChg>
      <pc:sldChg chg="modSp mod">
        <pc:chgData name="欣捷" userId="b965477fa0aef5e6" providerId="LiveId" clId="{F58CB589-EA88-41E9-89B9-70387DC4BAF4}" dt="2021-04-20T08:19:27.321" v="5" actId="403"/>
        <pc:sldMkLst>
          <pc:docMk/>
          <pc:sldMk cId="0" sldId="1030"/>
        </pc:sldMkLst>
      </pc:sldChg>
      <pc:sldChg chg="modSp mod">
        <pc:chgData name="欣捷" userId="b965477fa0aef5e6" providerId="LiveId" clId="{F58CB589-EA88-41E9-89B9-70387DC4BAF4}" dt="2021-04-20T08:24:15.236" v="34" actId="207"/>
        <pc:sldMkLst>
          <pc:docMk/>
          <pc:sldMk cId="0" sldId="1037"/>
        </pc:sldMkLst>
      </pc:sldChg>
      <pc:sldChg chg="del">
        <pc:chgData name="欣捷" userId="b965477fa0aef5e6" providerId="LiveId" clId="{F58CB589-EA88-41E9-89B9-70387DC4BAF4}" dt="2021-04-20T09:32:41.428" v="761" actId="47"/>
        <pc:sldMkLst>
          <pc:docMk/>
          <pc:sldMk cId="0" sldId="1058"/>
        </pc:sldMkLst>
      </pc:sldChg>
      <pc:sldChg chg="modSp mod ord chgLayout">
        <pc:chgData name="欣捷" userId="b965477fa0aef5e6" providerId="LiveId" clId="{F58CB589-EA88-41E9-89B9-70387DC4BAF4}" dt="2021-04-20T09:12:15.268" v="475"/>
        <pc:sldMkLst>
          <pc:docMk/>
          <pc:sldMk cId="0" sldId="1080"/>
        </pc:sldMkLst>
      </pc:sldChg>
      <pc:sldChg chg="modSp mod ord chgLayout">
        <pc:chgData name="欣捷" userId="b965477fa0aef5e6" providerId="LiveId" clId="{F58CB589-EA88-41E9-89B9-70387DC4BAF4}" dt="2021-04-20T09:15:43.505" v="571" actId="113"/>
        <pc:sldMkLst>
          <pc:docMk/>
          <pc:sldMk cId="0" sldId="1081"/>
        </pc:sldMkLst>
      </pc:sldChg>
      <pc:sldChg chg="modSp mod chgLayout">
        <pc:chgData name="欣捷" userId="b965477fa0aef5e6" providerId="LiveId" clId="{F58CB589-EA88-41E9-89B9-70387DC4BAF4}" dt="2021-04-20T09:27:46.211" v="695" actId="403"/>
        <pc:sldMkLst>
          <pc:docMk/>
          <pc:sldMk cId="0" sldId="1082"/>
        </pc:sldMkLst>
      </pc:sldChg>
      <pc:sldChg chg="modSp mod chgLayout">
        <pc:chgData name="欣捷" userId="b965477fa0aef5e6" providerId="LiveId" clId="{F58CB589-EA88-41E9-89B9-70387DC4BAF4}" dt="2021-04-20T09:27:57.886" v="697" actId="207"/>
        <pc:sldMkLst>
          <pc:docMk/>
          <pc:sldMk cId="0" sldId="1083"/>
        </pc:sldMkLst>
      </pc:sldChg>
      <pc:sldChg chg="del">
        <pc:chgData name="欣捷" userId="b965477fa0aef5e6" providerId="LiveId" clId="{F58CB589-EA88-41E9-89B9-70387DC4BAF4}" dt="2021-04-20T08:21:42.117" v="22" actId="47"/>
        <pc:sldMkLst>
          <pc:docMk/>
          <pc:sldMk cId="0" sldId="1084"/>
        </pc:sldMkLst>
      </pc:sldChg>
      <pc:sldChg chg="modSp mod chgLayout">
        <pc:chgData name="欣捷" userId="b965477fa0aef5e6" providerId="LiveId" clId="{F58CB589-EA88-41E9-89B9-70387DC4BAF4}" dt="2021-04-20T08:24:31.308" v="36" actId="700"/>
        <pc:sldMkLst>
          <pc:docMk/>
          <pc:sldMk cId="0" sldId="1090"/>
        </pc:sldMkLst>
      </pc:sldChg>
      <pc:sldChg chg="modSp mod chgLayout">
        <pc:chgData name="欣捷" userId="b965477fa0aef5e6" providerId="LiveId" clId="{F58CB589-EA88-41E9-89B9-70387DC4BAF4}" dt="2021-04-20T09:32:19.053" v="758" actId="700"/>
        <pc:sldMkLst>
          <pc:docMk/>
          <pc:sldMk cId="0" sldId="1095"/>
        </pc:sldMkLst>
      </pc:sldChg>
      <pc:sldChg chg="modSp mod chgLayout">
        <pc:chgData name="欣捷" userId="b965477fa0aef5e6" providerId="LiveId" clId="{F58CB589-EA88-41E9-89B9-70387DC4BAF4}" dt="2021-04-20T09:32:36.730" v="760" actId="1076"/>
        <pc:sldMkLst>
          <pc:docMk/>
          <pc:sldMk cId="0" sldId="1106"/>
        </pc:sldMkLst>
      </pc:sldChg>
      <pc:sldChg chg="modSp mod modClrScheme chgLayout">
        <pc:chgData name="欣捷" userId="b965477fa0aef5e6" providerId="LiveId" clId="{F58CB589-EA88-41E9-89B9-70387DC4BAF4}" dt="2021-04-20T08:23:47.487" v="29" actId="700"/>
        <pc:sldMkLst>
          <pc:docMk/>
          <pc:sldMk cId="0" sldId="1110"/>
        </pc:sldMkLst>
      </pc:sldChg>
      <pc:sldChg chg="del">
        <pc:chgData name="欣捷" userId="b965477fa0aef5e6" providerId="LiveId" clId="{F58CB589-EA88-41E9-89B9-70387DC4BAF4}" dt="2021-04-20T08:43:18.183" v="316" actId="47"/>
        <pc:sldMkLst>
          <pc:docMk/>
          <pc:sldMk cId="0" sldId="1111"/>
        </pc:sldMkLst>
      </pc:sldChg>
      <pc:sldChg chg="del">
        <pc:chgData name="欣捷" userId="b965477fa0aef5e6" providerId="LiveId" clId="{F58CB589-EA88-41E9-89B9-70387DC4BAF4}" dt="2021-04-20T08:43:18.183" v="316" actId="47"/>
        <pc:sldMkLst>
          <pc:docMk/>
          <pc:sldMk cId="0" sldId="1112"/>
        </pc:sldMkLst>
      </pc:sldChg>
      <pc:sldChg chg="addSp delSp modSp mod modClrScheme chgLayout">
        <pc:chgData name="欣捷" userId="b965477fa0aef5e6" providerId="LiveId" clId="{F58CB589-EA88-41E9-89B9-70387DC4BAF4}" dt="2021-04-20T09:23:35.738" v="630" actId="1036"/>
        <pc:sldMkLst>
          <pc:docMk/>
          <pc:sldMk cId="0" sldId="1127"/>
        </pc:sldMkLst>
      </pc:sldChg>
      <pc:sldChg chg="del">
        <pc:chgData name="欣捷" userId="b965477fa0aef5e6" providerId="LiveId" clId="{F58CB589-EA88-41E9-89B9-70387DC4BAF4}" dt="2021-04-20T09:22:15.350" v="607" actId="47"/>
        <pc:sldMkLst>
          <pc:docMk/>
          <pc:sldMk cId="0" sldId="1128"/>
        </pc:sldMkLst>
      </pc:sldChg>
      <pc:sldChg chg="del">
        <pc:chgData name="欣捷" userId="b965477fa0aef5e6" providerId="LiveId" clId="{F58CB589-EA88-41E9-89B9-70387DC4BAF4}" dt="2021-04-20T09:25:36.833" v="639" actId="47"/>
        <pc:sldMkLst>
          <pc:docMk/>
          <pc:sldMk cId="0" sldId="1129"/>
        </pc:sldMkLst>
      </pc:sldChg>
      <pc:sldChg chg="del">
        <pc:chgData name="欣捷" userId="b965477fa0aef5e6" providerId="LiveId" clId="{F58CB589-EA88-41E9-89B9-70387DC4BAF4}" dt="2021-04-20T09:22:14.137" v="606" actId="47"/>
        <pc:sldMkLst>
          <pc:docMk/>
          <pc:sldMk cId="0" sldId="1130"/>
        </pc:sldMkLst>
      </pc:sldChg>
      <pc:sldChg chg="addSp delSp modSp mod modClrScheme modAnim chgLayout">
        <pc:chgData name="欣捷" userId="b965477fa0aef5e6" providerId="LiveId" clId="{F58CB589-EA88-41E9-89B9-70387DC4BAF4}" dt="2021-04-20T09:22:44.424" v="618" actId="6549"/>
        <pc:sldMkLst>
          <pc:docMk/>
          <pc:sldMk cId="0" sldId="1131"/>
        </pc:sldMkLst>
      </pc:sldChg>
      <pc:sldChg chg="del">
        <pc:chgData name="欣捷" userId="b965477fa0aef5e6" providerId="LiveId" clId="{F58CB589-EA88-41E9-89B9-70387DC4BAF4}" dt="2021-04-20T09:23:13.894" v="622" actId="47"/>
        <pc:sldMkLst>
          <pc:docMk/>
          <pc:sldMk cId="0" sldId="1132"/>
        </pc:sldMkLst>
      </pc:sldChg>
      <pc:sldChg chg="del">
        <pc:chgData name="欣捷" userId="b965477fa0aef5e6" providerId="LiveId" clId="{F58CB589-EA88-41E9-89B9-70387DC4BAF4}" dt="2021-04-20T09:25:37.789" v="640" actId="47"/>
        <pc:sldMkLst>
          <pc:docMk/>
          <pc:sldMk cId="0" sldId="1133"/>
        </pc:sldMkLst>
      </pc:sldChg>
      <pc:sldChg chg="addSp delSp modSp mod modClrScheme chgLayout">
        <pc:chgData name="欣捷" userId="b965477fa0aef5e6" providerId="LiveId" clId="{F58CB589-EA88-41E9-89B9-70387DC4BAF4}" dt="2021-04-20T09:27:02.367" v="678" actId="6549"/>
        <pc:sldMkLst>
          <pc:docMk/>
          <pc:sldMk cId="0" sldId="1134"/>
        </pc:sldMkLst>
      </pc:sldChg>
      <pc:sldChg chg="del">
        <pc:chgData name="欣捷" userId="b965477fa0aef5e6" providerId="LiveId" clId="{F58CB589-EA88-41E9-89B9-70387DC4BAF4}" dt="2021-04-20T09:25:38.455" v="641" actId="47"/>
        <pc:sldMkLst>
          <pc:docMk/>
          <pc:sldMk cId="0" sldId="1135"/>
        </pc:sldMkLst>
      </pc:sldChg>
      <pc:sldChg chg="del">
        <pc:chgData name="欣捷" userId="b965477fa0aef5e6" providerId="LiveId" clId="{F58CB589-EA88-41E9-89B9-70387DC4BAF4}" dt="2021-04-20T09:25:39.106" v="642" actId="47"/>
        <pc:sldMkLst>
          <pc:docMk/>
          <pc:sldMk cId="0" sldId="1136"/>
        </pc:sldMkLst>
      </pc:sldChg>
      <pc:sldChg chg="del">
        <pc:chgData name="欣捷" userId="b965477fa0aef5e6" providerId="LiveId" clId="{F58CB589-EA88-41E9-89B9-70387DC4BAF4}" dt="2021-04-20T09:25:39.786" v="643" actId="47"/>
        <pc:sldMkLst>
          <pc:docMk/>
          <pc:sldMk cId="0" sldId="1137"/>
        </pc:sldMkLst>
      </pc:sldChg>
      <pc:sldChg chg="delSp modSp mod modClrScheme chgLayout">
        <pc:chgData name="欣捷" userId="b965477fa0aef5e6" providerId="LiveId" clId="{F58CB589-EA88-41E9-89B9-70387DC4BAF4}" dt="2021-04-20T08:24:26.586" v="35" actId="700"/>
        <pc:sldMkLst>
          <pc:docMk/>
          <pc:sldMk cId="0" sldId="1138"/>
        </pc:sldMkLst>
      </pc:sldChg>
      <pc:sldChg chg="modSp add mod">
        <pc:chgData name="欣捷" userId="b965477fa0aef5e6" providerId="LiveId" clId="{F58CB589-EA88-41E9-89B9-70387DC4BAF4}" dt="2021-04-20T09:06:56.490" v="327" actId="20577"/>
        <pc:sldMkLst>
          <pc:docMk/>
          <pc:sldMk cId="516213771" sldId="1139"/>
        </pc:sldMkLst>
      </pc:sldChg>
      <pc:sldChg chg="addSp delSp modSp add del mod modClrScheme chgLayout">
        <pc:chgData name="欣捷" userId="b965477fa0aef5e6" providerId="LiveId" clId="{F58CB589-EA88-41E9-89B9-70387DC4BAF4}" dt="2021-04-20T09:24:36.270" v="634" actId="47"/>
        <pc:sldMkLst>
          <pc:docMk/>
          <pc:sldMk cId="2084196931" sldId="1140"/>
        </pc:sldMkLst>
      </pc:sldChg>
      <pc:sldChg chg="addSp delSp modSp add del mod">
        <pc:chgData name="欣捷" userId="b965477fa0aef5e6" providerId="LiveId" clId="{F58CB589-EA88-41E9-89B9-70387DC4BAF4}" dt="2021-04-20T08:31:51.743" v="129" actId="47"/>
        <pc:sldMkLst>
          <pc:docMk/>
          <pc:sldMk cId="3335640676" sldId="1140"/>
        </pc:sldMkLst>
      </pc:sldChg>
      <pc:sldChg chg="modSp add mod">
        <pc:chgData name="欣捷" userId="b965477fa0aef5e6" providerId="LiveId" clId="{F58CB589-EA88-41E9-89B9-70387DC4BAF4}" dt="2021-04-20T09:06:39.328" v="324" actId="113"/>
        <pc:sldMkLst>
          <pc:docMk/>
          <pc:sldMk cId="406512071" sldId="1141"/>
        </pc:sldMkLst>
      </pc:sldChg>
      <pc:sldChg chg="modSp new mod modAnim">
        <pc:chgData name="欣捷" userId="b965477fa0aef5e6" providerId="LiveId" clId="{F58CB589-EA88-41E9-89B9-70387DC4BAF4}" dt="2021-04-20T09:12:09.602" v="473"/>
        <pc:sldMkLst>
          <pc:docMk/>
          <pc:sldMk cId="1844201406" sldId="1142"/>
        </pc:sldMkLst>
      </pc:sldChg>
      <pc:sldChg chg="modSp add mod">
        <pc:chgData name="欣捷" userId="b965477fa0aef5e6" providerId="LiveId" clId="{F58CB589-EA88-41E9-89B9-70387DC4BAF4}" dt="2021-04-20T09:22:54.495" v="619" actId="6549"/>
        <pc:sldMkLst>
          <pc:docMk/>
          <pc:sldMk cId="3037729556" sldId="1143"/>
        </pc:sldMkLst>
      </pc:sldChg>
      <pc:sldChg chg="add">
        <pc:chgData name="欣捷" userId="b965477fa0aef5e6" providerId="LiveId" clId="{F58CB589-EA88-41E9-89B9-70387DC4BAF4}" dt="2021-04-20T09:22:19.763" v="609"/>
        <pc:sldMkLst>
          <pc:docMk/>
          <pc:sldMk cId="546972322" sldId="1144"/>
        </pc:sldMkLst>
      </pc:sldChg>
      <pc:sldChg chg="modSp add">
        <pc:chgData name="欣捷" userId="b965477fa0aef5e6" providerId="LiveId" clId="{F58CB589-EA88-41E9-89B9-70387DC4BAF4}" dt="2021-04-20T09:23:11.343" v="621"/>
        <pc:sldMkLst>
          <pc:docMk/>
          <pc:sldMk cId="4223351651" sldId="1145"/>
        </pc:sldMkLst>
      </pc:sldChg>
      <pc:sldChg chg="modSp add mod">
        <pc:chgData name="欣捷" userId="b965477fa0aef5e6" providerId="LiveId" clId="{F58CB589-EA88-41E9-89B9-70387DC4BAF4}" dt="2021-04-20T09:27:13.884" v="685" actId="20577"/>
        <pc:sldMkLst>
          <pc:docMk/>
          <pc:sldMk cId="1246412149" sldId="1146"/>
        </pc:sldMkLst>
      </pc:sldChg>
      <pc:sldChg chg="modSp add mod">
        <pc:chgData name="欣捷" userId="b965477fa0aef5e6" providerId="LiveId" clId="{F58CB589-EA88-41E9-89B9-70387DC4BAF4}" dt="2021-04-20T09:27:18.394" v="687" actId="20577"/>
        <pc:sldMkLst>
          <pc:docMk/>
          <pc:sldMk cId="1563518926" sldId="1147"/>
        </pc:sldMkLst>
      </pc:sldChg>
      <pc:sldChg chg="modSp add mod">
        <pc:chgData name="欣捷" userId="b965477fa0aef5e6" providerId="LiveId" clId="{F58CB589-EA88-41E9-89B9-70387DC4BAF4}" dt="2021-04-20T09:27:22.409" v="689" actId="20577"/>
        <pc:sldMkLst>
          <pc:docMk/>
          <pc:sldMk cId="3006853834" sldId="1148"/>
        </pc:sldMkLst>
      </pc:sldChg>
      <pc:sldChg chg="modSp add mod">
        <pc:chgData name="欣捷" userId="b965477fa0aef5e6" providerId="LiveId" clId="{F58CB589-EA88-41E9-89B9-70387DC4BAF4}" dt="2021-04-20T09:27:26.586" v="691" actId="20577"/>
        <pc:sldMkLst>
          <pc:docMk/>
          <pc:sldMk cId="2869246556" sldId="1149"/>
        </pc:sldMkLst>
      </pc:sldChg>
      <pc:sldChg chg="modSp add mod">
        <pc:chgData name="欣捷" userId="b965477fa0aef5e6" providerId="LiveId" clId="{F58CB589-EA88-41E9-89B9-70387DC4BAF4}" dt="2021-04-20T09:27:31.804" v="693" actId="20577"/>
        <pc:sldMkLst>
          <pc:docMk/>
          <pc:sldMk cId="500657596" sldId="1150"/>
        </pc:sldMkLst>
      </pc:sldChg>
      <pc:sldChg chg="modSp add mod">
        <pc:chgData name="欣捷" userId="b965477fa0aef5e6" providerId="LiveId" clId="{F58CB589-EA88-41E9-89B9-70387DC4BAF4}" dt="2021-04-20T09:27:37.737" v="694" actId="20577"/>
        <pc:sldMkLst>
          <pc:docMk/>
          <pc:sldMk cId="3962178428" sldId="1151"/>
        </pc:sldMkLst>
      </pc:sldChg>
      <pc:sldChg chg="modSp add mod">
        <pc:chgData name="欣捷" userId="b965477fa0aef5e6" providerId="LiveId" clId="{F58CB589-EA88-41E9-89B9-70387DC4BAF4}" dt="2021-04-20T09:31:43.160" v="756" actId="6549"/>
        <pc:sldMkLst>
          <pc:docMk/>
          <pc:sldMk cId="389650025" sldId="1152"/>
        </pc:sldMkLst>
      </pc:sldChg>
      <pc:sldChg chg="modSp add mod">
        <pc:chgData name="欣捷" userId="b965477fa0aef5e6" providerId="LiveId" clId="{F58CB589-EA88-41E9-89B9-70387DC4BAF4}" dt="2021-04-20T09:31:40.862" v="755" actId="6549"/>
        <pc:sldMkLst>
          <pc:docMk/>
          <pc:sldMk cId="235929361" sldId="1153"/>
        </pc:sldMkLst>
      </pc:sldChg>
      <pc:sldChg chg="modSp add mod">
        <pc:chgData name="欣捷" userId="b965477fa0aef5e6" providerId="LiveId" clId="{F58CB589-EA88-41E9-89B9-70387DC4BAF4}" dt="2021-04-20T09:31:38.269" v="754" actId="6549"/>
        <pc:sldMkLst>
          <pc:docMk/>
          <pc:sldMk cId="4207039851" sldId="1154"/>
        </pc:sldMkLst>
      </pc:sldChg>
      <pc:sldChg chg="modSp add mod">
        <pc:chgData name="欣捷" userId="b965477fa0aef5e6" providerId="LiveId" clId="{F58CB589-EA88-41E9-89B9-70387DC4BAF4}" dt="2021-04-20T09:31:35.597" v="753" actId="6549"/>
        <pc:sldMkLst>
          <pc:docMk/>
          <pc:sldMk cId="77711967" sldId="1155"/>
        </pc:sldMkLst>
      </pc:sldChg>
      <pc:sldChg chg="modSp add mod">
        <pc:chgData name="欣捷" userId="b965477fa0aef5e6" providerId="LiveId" clId="{F58CB589-EA88-41E9-89B9-70387DC4BAF4}" dt="2021-04-20T09:31:33.341" v="752" actId="6549"/>
        <pc:sldMkLst>
          <pc:docMk/>
          <pc:sldMk cId="1749343738" sldId="1156"/>
        </pc:sldMkLst>
      </pc:sldChg>
      <pc:sldChg chg="modSp add mod">
        <pc:chgData name="欣捷" userId="b965477fa0aef5e6" providerId="LiveId" clId="{F58CB589-EA88-41E9-89B9-70387DC4BAF4}" dt="2021-04-20T09:31:30.622" v="751" actId="6549"/>
        <pc:sldMkLst>
          <pc:docMk/>
          <pc:sldMk cId="3747700626" sldId="1157"/>
        </pc:sldMkLst>
      </pc:sldChg>
      <pc:sldChg chg="modSp add mod">
        <pc:chgData name="欣捷" userId="b965477fa0aef5e6" providerId="LiveId" clId="{F58CB589-EA88-41E9-89B9-70387DC4BAF4}" dt="2021-04-20T09:31:27.771" v="750" actId="6549"/>
        <pc:sldMkLst>
          <pc:docMk/>
          <pc:sldMk cId="2813883607" sldId="1158"/>
        </pc:sldMkLst>
      </pc:sldChg>
    </pc:docChg>
  </pc:docChgLst>
  <pc:docChgLst>
    <pc:chgData name="王 欣捷" userId="b965477fa0aef5e6" providerId="LiveId" clId="{AC68A2C5-AA45-B540-8B1B-E5BF4205A6E3}"/>
    <pc:docChg chg="modSld">
      <pc:chgData name="王 欣捷" userId="b965477fa0aef5e6" providerId="LiveId" clId="{AC68A2C5-AA45-B540-8B1B-E5BF4205A6E3}" dt="2021-05-05T14:37:03.108" v="8" actId="113"/>
      <pc:docMkLst>
        <pc:docMk/>
      </pc:docMkLst>
      <pc:sldChg chg="modSp">
        <pc:chgData name="王 欣捷" userId="b965477fa0aef5e6" providerId="LiveId" clId="{AC68A2C5-AA45-B540-8B1B-E5BF4205A6E3}" dt="2021-05-05T14:37:03.108" v="8" actId="113"/>
        <pc:sldMkLst>
          <pc:docMk/>
          <pc:sldMk cId="0" sldId="818"/>
        </pc:sldMkLst>
      </pc:sldChg>
      <pc:sldChg chg="modSp">
        <pc:chgData name="王 欣捷" userId="b965477fa0aef5e6" providerId="LiveId" clId="{AC68A2C5-AA45-B540-8B1B-E5BF4205A6E3}" dt="2021-05-05T14:36:41.002" v="3" actId="20577"/>
        <pc:sldMkLst>
          <pc:docMk/>
          <pc:sldMk cId="0" sldId="870"/>
        </pc:sldMkLst>
      </pc:sldChg>
    </pc:docChg>
  </pc:docChgLst>
  <pc:docChgLst>
    <pc:chgData name="欣捷 王" userId="b965477fa0aef5e6" providerId="LiveId" clId="{8496FBD0-1842-41E0-B544-5A025F87A8E6}"/>
    <pc:docChg chg="undo custSel modSld modMainMaster">
      <pc:chgData name="欣捷 王" userId="b965477fa0aef5e6" providerId="LiveId" clId="{8496FBD0-1842-41E0-B544-5A025F87A8E6}" dt="2024-05-08T18:02:28.418" v="16" actId="22"/>
      <pc:docMkLst>
        <pc:docMk/>
      </pc:docMkLst>
      <pc:sldChg chg="addSp delSp mod">
        <pc:chgData name="欣捷 王" userId="b965477fa0aef5e6" providerId="LiveId" clId="{8496FBD0-1842-41E0-B544-5A025F87A8E6}" dt="2024-05-08T18:02:28.418" v="16" actId="22"/>
        <pc:sldMkLst>
          <pc:docMk/>
          <pc:sldMk cId="0" sldId="828"/>
        </pc:sldMkLst>
      </pc:sldChg>
      <pc:sldChg chg="modSp mod">
        <pc:chgData name="欣捷 王" userId="b965477fa0aef5e6" providerId="LiveId" clId="{8496FBD0-1842-41E0-B544-5A025F87A8E6}" dt="2024-05-08T15:29:29.435" v="10" actId="20577"/>
        <pc:sldMkLst>
          <pc:docMk/>
          <pc:sldMk cId="0" sldId="839"/>
        </pc:sldMkLst>
      </pc:sldChg>
      <pc:sldChg chg="modSp mod">
        <pc:chgData name="欣捷 王" userId="b965477fa0aef5e6" providerId="LiveId" clId="{8496FBD0-1842-41E0-B544-5A025F87A8E6}" dt="2024-05-08T17:31:44.091" v="12" actId="20577"/>
        <pc:sldMkLst>
          <pc:docMk/>
          <pc:sldMk cId="0" sldId="844"/>
        </pc:sldMkLst>
      </pc:sldChg>
      <pc:sldChg chg="addSp modSp">
        <pc:chgData name="欣捷 王" userId="b965477fa0aef5e6" providerId="LiveId" clId="{8496FBD0-1842-41E0-B544-5A025F87A8E6}" dt="2024-05-08T17:58:37.828" v="14" actId="164"/>
        <pc:sldMkLst>
          <pc:docMk/>
          <pc:sldMk cId="0" sldId="868"/>
        </pc:sldMkLst>
      </pc:sldChg>
      <pc:sldMasterChg chg="modSldLayout">
        <pc:chgData name="欣捷 王" userId="b965477fa0aef5e6" providerId="LiveId" clId="{8496FBD0-1842-41E0-B544-5A025F87A8E6}" dt="2024-05-06T14:56:24.844" v="0" actId="735"/>
        <pc:sldMasterMkLst>
          <pc:docMk/>
          <pc:sldMasterMk cId="3703215447" sldId="2147483687"/>
        </pc:sldMasterMkLst>
        <pc:sldLayoutChg chg="modSp">
          <pc:chgData name="欣捷 王" userId="b965477fa0aef5e6" providerId="LiveId" clId="{8496FBD0-1842-41E0-B544-5A025F87A8E6}" dt="2024-05-06T14:56:24.844" v="0" actId="735"/>
          <pc:sldLayoutMkLst>
            <pc:docMk/>
            <pc:sldMasterMk cId="3703215447" sldId="2147483687"/>
            <pc:sldLayoutMk cId="3323847952" sldId="2147483689"/>
          </pc:sldLayoutMkLst>
        </pc:sldLayoutChg>
      </pc:sldMasterChg>
    </pc:docChg>
  </pc:docChgLst>
  <pc:docChgLst>
    <pc:chgData name="欣捷 王" userId="b965477fa0aef5e6" providerId="LiveId" clId="{30BCA030-2FB3-4C87-8DD0-7AE2ECDC6A2E}"/>
    <pc:docChg chg="modSld modMainMaster">
      <pc:chgData name="欣捷 王" userId="b965477fa0aef5e6" providerId="LiveId" clId="{30BCA030-2FB3-4C87-8DD0-7AE2ECDC6A2E}" dt="2024-03-18T14:51:32.017" v="3"/>
      <pc:docMkLst>
        <pc:docMk/>
      </pc:docMkLst>
      <pc:sldChg chg="modSp">
        <pc:chgData name="欣捷 王" userId="b965477fa0aef5e6" providerId="LiveId" clId="{30BCA030-2FB3-4C87-8DD0-7AE2ECDC6A2E}" dt="2024-03-05T05:38:48.944" v="0"/>
        <pc:sldMkLst>
          <pc:docMk/>
          <pc:sldMk cId="2470898374" sldId="256"/>
        </pc:sldMkLst>
      </pc:sldChg>
      <pc:sldChg chg="modSp">
        <pc:chgData name="欣捷 王" userId="b965477fa0aef5e6" providerId="LiveId" clId="{30BCA030-2FB3-4C87-8DD0-7AE2ECDC6A2E}" dt="2024-03-05T05:38:48.944" v="0"/>
        <pc:sldMkLst>
          <pc:docMk/>
          <pc:sldMk cId="0" sldId="812"/>
        </pc:sldMkLst>
      </pc:sldChg>
      <pc:sldChg chg="modSp">
        <pc:chgData name="欣捷 王" userId="b965477fa0aef5e6" providerId="LiveId" clId="{30BCA030-2FB3-4C87-8DD0-7AE2ECDC6A2E}" dt="2024-03-05T05:38:48.944" v="0"/>
        <pc:sldMkLst>
          <pc:docMk/>
          <pc:sldMk cId="0" sldId="813"/>
        </pc:sldMkLst>
      </pc:sldChg>
      <pc:sldChg chg="modSp">
        <pc:chgData name="欣捷 王" userId="b965477fa0aef5e6" providerId="LiveId" clId="{30BCA030-2FB3-4C87-8DD0-7AE2ECDC6A2E}" dt="2024-03-05T05:38:48.944" v="0"/>
        <pc:sldMkLst>
          <pc:docMk/>
          <pc:sldMk cId="0" sldId="814"/>
        </pc:sldMkLst>
      </pc:sldChg>
      <pc:sldChg chg="modSp">
        <pc:chgData name="欣捷 王" userId="b965477fa0aef5e6" providerId="LiveId" clId="{30BCA030-2FB3-4C87-8DD0-7AE2ECDC6A2E}" dt="2024-03-05T05:38:48.944" v="0"/>
        <pc:sldMkLst>
          <pc:docMk/>
          <pc:sldMk cId="0" sldId="817"/>
        </pc:sldMkLst>
      </pc:sldChg>
      <pc:sldChg chg="modSp">
        <pc:chgData name="欣捷 王" userId="b965477fa0aef5e6" providerId="LiveId" clId="{30BCA030-2FB3-4C87-8DD0-7AE2ECDC6A2E}" dt="2024-03-05T05:38:48.944" v="0"/>
        <pc:sldMkLst>
          <pc:docMk/>
          <pc:sldMk cId="0" sldId="818"/>
        </pc:sldMkLst>
      </pc:sldChg>
      <pc:sldChg chg="modSp">
        <pc:chgData name="欣捷 王" userId="b965477fa0aef5e6" providerId="LiveId" clId="{30BCA030-2FB3-4C87-8DD0-7AE2ECDC6A2E}" dt="2024-03-05T05:38:48.944" v="0"/>
        <pc:sldMkLst>
          <pc:docMk/>
          <pc:sldMk cId="0" sldId="828"/>
        </pc:sldMkLst>
      </pc:sldChg>
      <pc:sldChg chg="modSp">
        <pc:chgData name="欣捷 王" userId="b965477fa0aef5e6" providerId="LiveId" clId="{30BCA030-2FB3-4C87-8DD0-7AE2ECDC6A2E}" dt="2024-03-05T05:38:48.944" v="0"/>
        <pc:sldMkLst>
          <pc:docMk/>
          <pc:sldMk cId="0" sldId="829"/>
        </pc:sldMkLst>
      </pc:sldChg>
      <pc:sldChg chg="modSp">
        <pc:chgData name="欣捷 王" userId="b965477fa0aef5e6" providerId="LiveId" clId="{30BCA030-2FB3-4C87-8DD0-7AE2ECDC6A2E}" dt="2024-03-05T05:38:48.944" v="0"/>
        <pc:sldMkLst>
          <pc:docMk/>
          <pc:sldMk cId="0" sldId="830"/>
        </pc:sldMkLst>
      </pc:sldChg>
      <pc:sldChg chg="modSp">
        <pc:chgData name="欣捷 王" userId="b965477fa0aef5e6" providerId="LiveId" clId="{30BCA030-2FB3-4C87-8DD0-7AE2ECDC6A2E}" dt="2024-03-05T05:38:48.944" v="0"/>
        <pc:sldMkLst>
          <pc:docMk/>
          <pc:sldMk cId="0" sldId="831"/>
        </pc:sldMkLst>
      </pc:sldChg>
      <pc:sldChg chg="modSp">
        <pc:chgData name="欣捷 王" userId="b965477fa0aef5e6" providerId="LiveId" clId="{30BCA030-2FB3-4C87-8DD0-7AE2ECDC6A2E}" dt="2024-03-05T05:38:48.944" v="0"/>
        <pc:sldMkLst>
          <pc:docMk/>
          <pc:sldMk cId="0" sldId="832"/>
        </pc:sldMkLst>
      </pc:sldChg>
      <pc:sldChg chg="modSp">
        <pc:chgData name="欣捷 王" userId="b965477fa0aef5e6" providerId="LiveId" clId="{30BCA030-2FB3-4C87-8DD0-7AE2ECDC6A2E}" dt="2024-03-05T05:38:48.944" v="0"/>
        <pc:sldMkLst>
          <pc:docMk/>
          <pc:sldMk cId="0" sldId="833"/>
        </pc:sldMkLst>
      </pc:sldChg>
      <pc:sldChg chg="modSp">
        <pc:chgData name="欣捷 王" userId="b965477fa0aef5e6" providerId="LiveId" clId="{30BCA030-2FB3-4C87-8DD0-7AE2ECDC6A2E}" dt="2024-03-05T05:38:48.944" v="0"/>
        <pc:sldMkLst>
          <pc:docMk/>
          <pc:sldMk cId="0" sldId="834"/>
        </pc:sldMkLst>
      </pc:sldChg>
      <pc:sldChg chg="modSp">
        <pc:chgData name="欣捷 王" userId="b965477fa0aef5e6" providerId="LiveId" clId="{30BCA030-2FB3-4C87-8DD0-7AE2ECDC6A2E}" dt="2024-03-05T05:38:48.944" v="0"/>
        <pc:sldMkLst>
          <pc:docMk/>
          <pc:sldMk cId="0" sldId="835"/>
        </pc:sldMkLst>
      </pc:sldChg>
      <pc:sldChg chg="modSp">
        <pc:chgData name="欣捷 王" userId="b965477fa0aef5e6" providerId="LiveId" clId="{30BCA030-2FB3-4C87-8DD0-7AE2ECDC6A2E}" dt="2024-03-05T05:38:48.944" v="0"/>
        <pc:sldMkLst>
          <pc:docMk/>
          <pc:sldMk cId="0" sldId="836"/>
        </pc:sldMkLst>
      </pc:sldChg>
      <pc:sldChg chg="modSp">
        <pc:chgData name="欣捷 王" userId="b965477fa0aef5e6" providerId="LiveId" clId="{30BCA030-2FB3-4C87-8DD0-7AE2ECDC6A2E}" dt="2024-03-05T05:38:48.944" v="0"/>
        <pc:sldMkLst>
          <pc:docMk/>
          <pc:sldMk cId="0" sldId="837"/>
        </pc:sldMkLst>
      </pc:sldChg>
      <pc:sldChg chg="modSp mod">
        <pc:chgData name="欣捷 王" userId="b965477fa0aef5e6" providerId="LiveId" clId="{30BCA030-2FB3-4C87-8DD0-7AE2ECDC6A2E}" dt="2024-03-18T14:51:32.017" v="3"/>
        <pc:sldMkLst>
          <pc:docMk/>
          <pc:sldMk cId="0" sldId="838"/>
        </pc:sldMkLst>
      </pc:sldChg>
      <pc:sldChg chg="modSp">
        <pc:chgData name="欣捷 王" userId="b965477fa0aef5e6" providerId="LiveId" clId="{30BCA030-2FB3-4C87-8DD0-7AE2ECDC6A2E}" dt="2024-03-05T05:38:48.944" v="0"/>
        <pc:sldMkLst>
          <pc:docMk/>
          <pc:sldMk cId="0" sldId="839"/>
        </pc:sldMkLst>
      </pc:sldChg>
      <pc:sldChg chg="modSp">
        <pc:chgData name="欣捷 王" userId="b965477fa0aef5e6" providerId="LiveId" clId="{30BCA030-2FB3-4C87-8DD0-7AE2ECDC6A2E}" dt="2024-03-05T05:38:48.944" v="0"/>
        <pc:sldMkLst>
          <pc:docMk/>
          <pc:sldMk cId="0" sldId="840"/>
        </pc:sldMkLst>
      </pc:sldChg>
      <pc:sldChg chg="modSp">
        <pc:chgData name="欣捷 王" userId="b965477fa0aef5e6" providerId="LiveId" clId="{30BCA030-2FB3-4C87-8DD0-7AE2ECDC6A2E}" dt="2024-03-05T05:38:48.944" v="0"/>
        <pc:sldMkLst>
          <pc:docMk/>
          <pc:sldMk cId="0" sldId="844"/>
        </pc:sldMkLst>
      </pc:sldChg>
      <pc:sldChg chg="modSp">
        <pc:chgData name="欣捷 王" userId="b965477fa0aef5e6" providerId="LiveId" clId="{30BCA030-2FB3-4C87-8DD0-7AE2ECDC6A2E}" dt="2024-03-05T05:38:48.944" v="0"/>
        <pc:sldMkLst>
          <pc:docMk/>
          <pc:sldMk cId="0" sldId="845"/>
        </pc:sldMkLst>
      </pc:sldChg>
      <pc:sldChg chg="modSp">
        <pc:chgData name="欣捷 王" userId="b965477fa0aef5e6" providerId="LiveId" clId="{30BCA030-2FB3-4C87-8DD0-7AE2ECDC6A2E}" dt="2024-03-05T05:38:48.944" v="0"/>
        <pc:sldMkLst>
          <pc:docMk/>
          <pc:sldMk cId="0" sldId="846"/>
        </pc:sldMkLst>
      </pc:sldChg>
      <pc:sldChg chg="modSp">
        <pc:chgData name="欣捷 王" userId="b965477fa0aef5e6" providerId="LiveId" clId="{30BCA030-2FB3-4C87-8DD0-7AE2ECDC6A2E}" dt="2024-03-05T05:38:48.944" v="0"/>
        <pc:sldMkLst>
          <pc:docMk/>
          <pc:sldMk cId="0" sldId="847"/>
        </pc:sldMkLst>
      </pc:sldChg>
      <pc:sldChg chg="modSp">
        <pc:chgData name="欣捷 王" userId="b965477fa0aef5e6" providerId="LiveId" clId="{30BCA030-2FB3-4C87-8DD0-7AE2ECDC6A2E}" dt="2024-03-05T05:38:48.944" v="0"/>
        <pc:sldMkLst>
          <pc:docMk/>
          <pc:sldMk cId="0" sldId="848"/>
        </pc:sldMkLst>
      </pc:sldChg>
      <pc:sldChg chg="modSp">
        <pc:chgData name="欣捷 王" userId="b965477fa0aef5e6" providerId="LiveId" clId="{30BCA030-2FB3-4C87-8DD0-7AE2ECDC6A2E}" dt="2024-03-05T05:38:48.944" v="0"/>
        <pc:sldMkLst>
          <pc:docMk/>
          <pc:sldMk cId="0" sldId="849"/>
        </pc:sldMkLst>
      </pc:sldChg>
      <pc:sldChg chg="modSp">
        <pc:chgData name="欣捷 王" userId="b965477fa0aef5e6" providerId="LiveId" clId="{30BCA030-2FB3-4C87-8DD0-7AE2ECDC6A2E}" dt="2024-03-05T05:38:48.944" v="0"/>
        <pc:sldMkLst>
          <pc:docMk/>
          <pc:sldMk cId="0" sldId="851"/>
        </pc:sldMkLst>
      </pc:sldChg>
      <pc:sldChg chg="modSp">
        <pc:chgData name="欣捷 王" userId="b965477fa0aef5e6" providerId="LiveId" clId="{30BCA030-2FB3-4C87-8DD0-7AE2ECDC6A2E}" dt="2024-03-05T05:38:48.944" v="0"/>
        <pc:sldMkLst>
          <pc:docMk/>
          <pc:sldMk cId="0" sldId="852"/>
        </pc:sldMkLst>
      </pc:sldChg>
      <pc:sldChg chg="modSp">
        <pc:chgData name="欣捷 王" userId="b965477fa0aef5e6" providerId="LiveId" clId="{30BCA030-2FB3-4C87-8DD0-7AE2ECDC6A2E}" dt="2024-03-05T05:38:48.944" v="0"/>
        <pc:sldMkLst>
          <pc:docMk/>
          <pc:sldMk cId="0" sldId="855"/>
        </pc:sldMkLst>
      </pc:sldChg>
      <pc:sldChg chg="modSp">
        <pc:chgData name="欣捷 王" userId="b965477fa0aef5e6" providerId="LiveId" clId="{30BCA030-2FB3-4C87-8DD0-7AE2ECDC6A2E}" dt="2024-03-05T05:38:48.944" v="0"/>
        <pc:sldMkLst>
          <pc:docMk/>
          <pc:sldMk cId="0" sldId="856"/>
        </pc:sldMkLst>
      </pc:sldChg>
      <pc:sldChg chg="modSp">
        <pc:chgData name="欣捷 王" userId="b965477fa0aef5e6" providerId="LiveId" clId="{30BCA030-2FB3-4C87-8DD0-7AE2ECDC6A2E}" dt="2024-03-05T05:38:48.944" v="0"/>
        <pc:sldMkLst>
          <pc:docMk/>
          <pc:sldMk cId="0" sldId="857"/>
        </pc:sldMkLst>
      </pc:sldChg>
      <pc:sldChg chg="modSp">
        <pc:chgData name="欣捷 王" userId="b965477fa0aef5e6" providerId="LiveId" clId="{30BCA030-2FB3-4C87-8DD0-7AE2ECDC6A2E}" dt="2024-03-05T05:38:48.944" v="0"/>
        <pc:sldMkLst>
          <pc:docMk/>
          <pc:sldMk cId="0" sldId="858"/>
        </pc:sldMkLst>
      </pc:sldChg>
      <pc:sldChg chg="modSp">
        <pc:chgData name="欣捷 王" userId="b965477fa0aef5e6" providerId="LiveId" clId="{30BCA030-2FB3-4C87-8DD0-7AE2ECDC6A2E}" dt="2024-03-05T05:38:48.944" v="0"/>
        <pc:sldMkLst>
          <pc:docMk/>
          <pc:sldMk cId="0" sldId="859"/>
        </pc:sldMkLst>
      </pc:sldChg>
      <pc:sldChg chg="modSp">
        <pc:chgData name="欣捷 王" userId="b965477fa0aef5e6" providerId="LiveId" clId="{30BCA030-2FB3-4C87-8DD0-7AE2ECDC6A2E}" dt="2024-03-05T05:38:48.944" v="0"/>
        <pc:sldMkLst>
          <pc:docMk/>
          <pc:sldMk cId="0" sldId="860"/>
        </pc:sldMkLst>
      </pc:sldChg>
      <pc:sldChg chg="modSp">
        <pc:chgData name="欣捷 王" userId="b965477fa0aef5e6" providerId="LiveId" clId="{30BCA030-2FB3-4C87-8DD0-7AE2ECDC6A2E}" dt="2024-03-05T05:38:48.944" v="0"/>
        <pc:sldMkLst>
          <pc:docMk/>
          <pc:sldMk cId="0" sldId="861"/>
        </pc:sldMkLst>
      </pc:sldChg>
      <pc:sldChg chg="modSp">
        <pc:chgData name="欣捷 王" userId="b965477fa0aef5e6" providerId="LiveId" clId="{30BCA030-2FB3-4C87-8DD0-7AE2ECDC6A2E}" dt="2024-03-05T05:38:48.944" v="0"/>
        <pc:sldMkLst>
          <pc:docMk/>
          <pc:sldMk cId="0" sldId="862"/>
        </pc:sldMkLst>
      </pc:sldChg>
      <pc:sldChg chg="modSp">
        <pc:chgData name="欣捷 王" userId="b965477fa0aef5e6" providerId="LiveId" clId="{30BCA030-2FB3-4C87-8DD0-7AE2ECDC6A2E}" dt="2024-03-05T05:38:48.944" v="0"/>
        <pc:sldMkLst>
          <pc:docMk/>
          <pc:sldMk cId="0" sldId="863"/>
        </pc:sldMkLst>
      </pc:sldChg>
      <pc:sldChg chg="modSp">
        <pc:chgData name="欣捷 王" userId="b965477fa0aef5e6" providerId="LiveId" clId="{30BCA030-2FB3-4C87-8DD0-7AE2ECDC6A2E}" dt="2024-03-05T05:38:48.944" v="0"/>
        <pc:sldMkLst>
          <pc:docMk/>
          <pc:sldMk cId="0" sldId="864"/>
        </pc:sldMkLst>
      </pc:sldChg>
      <pc:sldChg chg="modSp">
        <pc:chgData name="欣捷 王" userId="b965477fa0aef5e6" providerId="LiveId" clId="{30BCA030-2FB3-4C87-8DD0-7AE2ECDC6A2E}" dt="2024-03-05T05:38:48.944" v="0"/>
        <pc:sldMkLst>
          <pc:docMk/>
          <pc:sldMk cId="0" sldId="865"/>
        </pc:sldMkLst>
      </pc:sldChg>
      <pc:sldChg chg="modSp">
        <pc:chgData name="欣捷 王" userId="b965477fa0aef5e6" providerId="LiveId" clId="{30BCA030-2FB3-4C87-8DD0-7AE2ECDC6A2E}" dt="2024-03-05T05:38:48.944" v="0"/>
        <pc:sldMkLst>
          <pc:docMk/>
          <pc:sldMk cId="0" sldId="866"/>
        </pc:sldMkLst>
      </pc:sldChg>
      <pc:sldChg chg="modSp">
        <pc:chgData name="欣捷 王" userId="b965477fa0aef5e6" providerId="LiveId" clId="{30BCA030-2FB3-4C87-8DD0-7AE2ECDC6A2E}" dt="2024-03-05T05:38:48.944" v="0"/>
        <pc:sldMkLst>
          <pc:docMk/>
          <pc:sldMk cId="0" sldId="867"/>
        </pc:sldMkLst>
      </pc:sldChg>
      <pc:sldChg chg="modSp">
        <pc:chgData name="欣捷 王" userId="b965477fa0aef5e6" providerId="LiveId" clId="{30BCA030-2FB3-4C87-8DD0-7AE2ECDC6A2E}" dt="2024-03-05T05:38:48.944" v="0"/>
        <pc:sldMkLst>
          <pc:docMk/>
          <pc:sldMk cId="0" sldId="868"/>
        </pc:sldMkLst>
      </pc:sldChg>
      <pc:sldChg chg="modSp">
        <pc:chgData name="欣捷 王" userId="b965477fa0aef5e6" providerId="LiveId" clId="{30BCA030-2FB3-4C87-8DD0-7AE2ECDC6A2E}" dt="2024-03-05T05:38:48.944" v="0"/>
        <pc:sldMkLst>
          <pc:docMk/>
          <pc:sldMk cId="0" sldId="869"/>
        </pc:sldMkLst>
      </pc:sldChg>
      <pc:sldChg chg="modSp">
        <pc:chgData name="欣捷 王" userId="b965477fa0aef5e6" providerId="LiveId" clId="{30BCA030-2FB3-4C87-8DD0-7AE2ECDC6A2E}" dt="2024-03-05T05:38:48.944" v="0"/>
        <pc:sldMkLst>
          <pc:docMk/>
          <pc:sldMk cId="0" sldId="870"/>
        </pc:sldMkLst>
      </pc:sldChg>
      <pc:sldChg chg="modSp">
        <pc:chgData name="欣捷 王" userId="b965477fa0aef5e6" providerId="LiveId" clId="{30BCA030-2FB3-4C87-8DD0-7AE2ECDC6A2E}" dt="2024-03-05T05:38:48.944" v="0"/>
        <pc:sldMkLst>
          <pc:docMk/>
          <pc:sldMk cId="0" sldId="871"/>
        </pc:sldMkLst>
      </pc:sldChg>
      <pc:sldChg chg="modSp">
        <pc:chgData name="欣捷 王" userId="b965477fa0aef5e6" providerId="LiveId" clId="{30BCA030-2FB3-4C87-8DD0-7AE2ECDC6A2E}" dt="2024-03-05T05:38:48.944" v="0"/>
        <pc:sldMkLst>
          <pc:docMk/>
          <pc:sldMk cId="0" sldId="872"/>
        </pc:sldMkLst>
      </pc:sldChg>
      <pc:sldChg chg="modSp">
        <pc:chgData name="欣捷 王" userId="b965477fa0aef5e6" providerId="LiveId" clId="{30BCA030-2FB3-4C87-8DD0-7AE2ECDC6A2E}" dt="2024-03-05T05:38:48.944" v="0"/>
        <pc:sldMkLst>
          <pc:docMk/>
          <pc:sldMk cId="0" sldId="873"/>
        </pc:sldMkLst>
      </pc:sldChg>
      <pc:sldChg chg="modSp">
        <pc:chgData name="欣捷 王" userId="b965477fa0aef5e6" providerId="LiveId" clId="{30BCA030-2FB3-4C87-8DD0-7AE2ECDC6A2E}" dt="2024-03-05T05:38:48.944" v="0"/>
        <pc:sldMkLst>
          <pc:docMk/>
          <pc:sldMk cId="0" sldId="874"/>
        </pc:sldMkLst>
      </pc:sldChg>
      <pc:sldChg chg="modSp">
        <pc:chgData name="欣捷 王" userId="b965477fa0aef5e6" providerId="LiveId" clId="{30BCA030-2FB3-4C87-8DD0-7AE2ECDC6A2E}" dt="2024-03-05T05:38:48.944" v="0"/>
        <pc:sldMkLst>
          <pc:docMk/>
          <pc:sldMk cId="0" sldId="875"/>
        </pc:sldMkLst>
      </pc:sldChg>
      <pc:sldChg chg="modSp">
        <pc:chgData name="欣捷 王" userId="b965477fa0aef5e6" providerId="LiveId" clId="{30BCA030-2FB3-4C87-8DD0-7AE2ECDC6A2E}" dt="2024-03-05T05:38:48.944" v="0"/>
        <pc:sldMkLst>
          <pc:docMk/>
          <pc:sldMk cId="0" sldId="876"/>
        </pc:sldMkLst>
      </pc:sldChg>
      <pc:sldChg chg="modSp">
        <pc:chgData name="欣捷 王" userId="b965477fa0aef5e6" providerId="LiveId" clId="{30BCA030-2FB3-4C87-8DD0-7AE2ECDC6A2E}" dt="2024-03-05T05:38:48.944" v="0"/>
        <pc:sldMkLst>
          <pc:docMk/>
          <pc:sldMk cId="581670380" sldId="877"/>
        </pc:sldMkLst>
      </pc:sldChg>
      <pc:sldChg chg="modSp">
        <pc:chgData name="欣捷 王" userId="b965477fa0aef5e6" providerId="LiveId" clId="{30BCA030-2FB3-4C87-8DD0-7AE2ECDC6A2E}" dt="2024-03-05T05:38:48.944" v="0"/>
        <pc:sldMkLst>
          <pc:docMk/>
          <pc:sldMk cId="23400609" sldId="878"/>
        </pc:sldMkLst>
      </pc:sldChg>
      <pc:sldChg chg="modSp">
        <pc:chgData name="欣捷 王" userId="b965477fa0aef5e6" providerId="LiveId" clId="{30BCA030-2FB3-4C87-8DD0-7AE2ECDC6A2E}" dt="2024-03-05T05:38:48.944" v="0"/>
        <pc:sldMkLst>
          <pc:docMk/>
          <pc:sldMk cId="1488380577" sldId="880"/>
        </pc:sldMkLst>
      </pc:sldChg>
      <pc:sldChg chg="modSp">
        <pc:chgData name="欣捷 王" userId="b965477fa0aef5e6" providerId="LiveId" clId="{30BCA030-2FB3-4C87-8DD0-7AE2ECDC6A2E}" dt="2024-03-05T05:38:48.944" v="0"/>
        <pc:sldMkLst>
          <pc:docMk/>
          <pc:sldMk cId="1788774318" sldId="881"/>
        </pc:sldMkLst>
      </pc:sldChg>
      <pc:sldChg chg="modSp">
        <pc:chgData name="欣捷 王" userId="b965477fa0aef5e6" providerId="LiveId" clId="{30BCA030-2FB3-4C87-8DD0-7AE2ECDC6A2E}" dt="2024-03-05T05:38:48.944" v="0"/>
        <pc:sldMkLst>
          <pc:docMk/>
          <pc:sldMk cId="487721082" sldId="884"/>
        </pc:sldMkLst>
      </pc:sldChg>
      <pc:sldMasterChg chg="addSp modSldLayout">
        <pc:chgData name="欣捷 王" userId="b965477fa0aef5e6" providerId="LiveId" clId="{30BCA030-2FB3-4C87-8DD0-7AE2ECDC6A2E}" dt="2024-03-05T05:45:58.367" v="1"/>
        <pc:sldMasterMkLst>
          <pc:docMk/>
          <pc:sldMasterMk cId="3703215447" sldId="2147483687"/>
        </pc:sldMasterMkLst>
        <pc:sldLayoutChg chg="addSp">
          <pc:chgData name="欣捷 王" userId="b965477fa0aef5e6" providerId="LiveId" clId="{30BCA030-2FB3-4C87-8DD0-7AE2ECDC6A2E}" dt="2024-03-05T05:38:48.944" v="0"/>
          <pc:sldLayoutMkLst>
            <pc:docMk/>
            <pc:sldMasterMk cId="3703215447" sldId="2147483687"/>
            <pc:sldLayoutMk cId="3134485363" sldId="2147483688"/>
          </pc:sldLayoutMkLst>
        </pc:sldLayoutChg>
        <pc:sldLayoutChg chg="addSp modSp">
          <pc:chgData name="欣捷 王" userId="b965477fa0aef5e6" providerId="LiveId" clId="{30BCA030-2FB3-4C87-8DD0-7AE2ECDC6A2E}" dt="2024-03-05T05:45:58.367" v="1"/>
          <pc:sldLayoutMkLst>
            <pc:docMk/>
            <pc:sldMasterMk cId="3703215447" sldId="2147483687"/>
            <pc:sldLayoutMk cId="216203739" sldId="2147483691"/>
          </pc:sldLayoutMkLst>
        </pc:sldLayoutChg>
      </pc:sldMasterChg>
    </pc:docChg>
  </pc:docChgLst>
  <pc:docChgLst>
    <pc:chgData name="王 欣捷" userId="b965477fa0aef5e6" providerId="LiveId" clId="{43B3EDB1-9B38-4015-B4ED-D0C2FCC5F343}"/>
    <pc:docChg chg="modSld">
      <pc:chgData name="王 欣捷" userId="b965477fa0aef5e6" providerId="LiveId" clId="{43B3EDB1-9B38-4015-B4ED-D0C2FCC5F343}" dt="2021-07-02T13:44:39.035" v="1" actId="20577"/>
      <pc:docMkLst>
        <pc:docMk/>
      </pc:docMkLst>
      <pc:sldChg chg="modSp mod">
        <pc:chgData name="王 欣捷" userId="b965477fa0aef5e6" providerId="LiveId" clId="{43B3EDB1-9B38-4015-B4ED-D0C2FCC5F343}" dt="2021-07-02T13:44:39.035" v="1" actId="20577"/>
        <pc:sldMkLst>
          <pc:docMk/>
          <pc:sldMk cId="3448535818" sldId="88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96F474-3F77-4C96-AA90-4EF0466282D8}" type="datetimeFigureOut">
              <a:rPr lang="zh-CN" altLang="en-US" smtClean="0"/>
              <a:t>2025/4/30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3E0CB0-7C81-4F13-BB43-6685CB01EB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9146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>
            <a:extLst>
              <a:ext uri="{FF2B5EF4-FFF2-40B4-BE49-F238E27FC236}">
                <a16:creationId xmlns:a16="http://schemas.microsoft.com/office/drawing/2014/main" id="{6D128F96-A244-4DF8-A963-129592715DC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备注占位符 2">
            <a:extLst>
              <a:ext uri="{FF2B5EF4-FFF2-40B4-BE49-F238E27FC236}">
                <a16:creationId xmlns:a16="http://schemas.microsoft.com/office/drawing/2014/main" id="{3DFE120D-D308-417A-884B-C2E054390B8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zh-CN" altLang="en-US" dirty="0"/>
              <a:t>同学们有的没分清最左和最右推导。注意最左和最右推导的定义。推导出</a:t>
            </a:r>
            <a:r>
              <a:rPr lang="en-US" altLang="zh-CN" dirty="0"/>
              <a:t>epsilon</a:t>
            </a:r>
            <a:r>
              <a:rPr lang="zh-CN" altLang="en-US" dirty="0"/>
              <a:t>的时候不需要把</a:t>
            </a:r>
            <a:r>
              <a:rPr lang="en-US" altLang="zh-CN" dirty="0"/>
              <a:t>epsilon</a:t>
            </a:r>
            <a:r>
              <a:rPr lang="zh-CN" altLang="en-US" dirty="0"/>
              <a:t>写出来，直接不写任何东西就行。</a:t>
            </a:r>
          </a:p>
        </p:txBody>
      </p:sp>
      <p:sp>
        <p:nvSpPr>
          <p:cNvPr id="12292" name="灯片编号占位符 3">
            <a:extLst>
              <a:ext uri="{FF2B5EF4-FFF2-40B4-BE49-F238E27FC236}">
                <a16:creationId xmlns:a16="http://schemas.microsoft.com/office/drawing/2014/main" id="{7D0A6A5A-2217-4385-A320-FF62EECCE5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B361CF28-E304-403E-A70A-BD5CB56621A2}" type="slidenum">
              <a:rPr lang="zh-CN" altLang="en-US" sz="1200"/>
              <a:pPr/>
              <a:t>3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>
            <a:extLst>
              <a:ext uri="{FF2B5EF4-FFF2-40B4-BE49-F238E27FC236}">
                <a16:creationId xmlns:a16="http://schemas.microsoft.com/office/drawing/2014/main" id="{060297C7-304A-499B-86D1-5EACAFCA300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备注占位符 2">
            <a:extLst>
              <a:ext uri="{FF2B5EF4-FFF2-40B4-BE49-F238E27FC236}">
                <a16:creationId xmlns:a16="http://schemas.microsoft.com/office/drawing/2014/main" id="{DC19E3E6-14B3-4B86-833C-CA9F5137CBF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412" name="灯片编号占位符 3">
            <a:extLst>
              <a:ext uri="{FF2B5EF4-FFF2-40B4-BE49-F238E27FC236}">
                <a16:creationId xmlns:a16="http://schemas.microsoft.com/office/drawing/2014/main" id="{30363973-2B9A-4EBD-A6D2-DCB108EB83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445452D-01CB-402B-9EB3-6335A4D1BF2A}" type="slidenum">
              <a:rPr lang="zh-CN" altLang="en-US" sz="1200"/>
              <a:pPr/>
              <a:t>5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>
            <a:extLst>
              <a:ext uri="{FF2B5EF4-FFF2-40B4-BE49-F238E27FC236}">
                <a16:creationId xmlns:a16="http://schemas.microsoft.com/office/drawing/2014/main" id="{4E420E4F-9FF1-4298-831B-BCDDCD1C1A3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备注占位符 2">
            <a:extLst>
              <a:ext uri="{FF2B5EF4-FFF2-40B4-BE49-F238E27FC236}">
                <a16:creationId xmlns:a16="http://schemas.microsoft.com/office/drawing/2014/main" id="{20666C9F-34E4-46F3-83A3-12661D7A1A2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dirty="0"/>
              <a:t>文法描述正规式的构造方式，所以用 </a:t>
            </a:r>
            <a:r>
              <a:rPr lang="en-US" altLang="zh-CN" dirty="0"/>
              <a:t>| </a:t>
            </a:r>
            <a:r>
              <a:rPr lang="zh-CN" altLang="en-US" dirty="0"/>
              <a:t>连接和闭包的优先级和结合性构造。</a:t>
            </a:r>
          </a:p>
        </p:txBody>
      </p:sp>
      <p:sp>
        <p:nvSpPr>
          <p:cNvPr id="19460" name="灯片编号占位符 3">
            <a:extLst>
              <a:ext uri="{FF2B5EF4-FFF2-40B4-BE49-F238E27FC236}">
                <a16:creationId xmlns:a16="http://schemas.microsoft.com/office/drawing/2014/main" id="{A7FDB887-130E-479C-9957-95F719A1EB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7D367544-82D7-42F1-8A76-67457952C2F3}" type="slidenum">
              <a:rPr lang="zh-CN" altLang="en-US" sz="1200"/>
              <a:pPr/>
              <a:t>6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a</a:t>
            </a:r>
            <a:r>
              <a:rPr lang="zh-CN" altLang="en-US" dirty="0"/>
              <a:t>后面至少有一个</a:t>
            </a:r>
            <a:r>
              <a:rPr lang="en-US" altLang="zh-CN" dirty="0"/>
              <a:t>b</a:t>
            </a:r>
            <a:r>
              <a:rPr lang="zh-CN" altLang="en-US" dirty="0"/>
              <a:t>，即形如</a:t>
            </a:r>
            <a:r>
              <a:rPr lang="en-US" altLang="zh-CN" dirty="0" err="1"/>
              <a:t>abbbbb</a:t>
            </a:r>
            <a:r>
              <a:rPr lang="zh-CN" altLang="en-US" dirty="0"/>
              <a:t>的串重复多次。把</a:t>
            </a:r>
            <a:r>
              <a:rPr lang="en-US" altLang="zh-CN" dirty="0"/>
              <a:t>ab</a:t>
            </a:r>
            <a:r>
              <a:rPr lang="zh-CN" altLang="en-US" dirty="0"/>
              <a:t>或者</a:t>
            </a:r>
            <a:r>
              <a:rPr lang="en-US" altLang="zh-CN" dirty="0"/>
              <a:t>b</a:t>
            </a:r>
            <a:r>
              <a:rPr lang="zh-CN" altLang="en-US" dirty="0"/>
              <a:t>作为递归文法的基本结构，则可以写出</a:t>
            </a:r>
            <a:r>
              <a:rPr lang="en-US" altLang="zh-CN" dirty="0"/>
              <a:t>S-&gt;</a:t>
            </a:r>
            <a:r>
              <a:rPr lang="en-US" altLang="zh-CN" dirty="0" err="1"/>
              <a:t>abS</a:t>
            </a:r>
            <a:r>
              <a:rPr lang="en-US" altLang="zh-CN" dirty="0"/>
              <a:t> | </a:t>
            </a:r>
            <a:r>
              <a:rPr lang="en-US" altLang="zh-CN" dirty="0" err="1"/>
              <a:t>bS</a:t>
            </a:r>
            <a:r>
              <a:rPr lang="zh-CN" altLang="en-US" dirty="0"/>
              <a:t>，另外不要忘记空串。该文法是正规的，因为形如 </a:t>
            </a:r>
            <a:r>
              <a:rPr lang="en-US" altLang="zh-CN" dirty="0"/>
              <a:t>S-&gt;</a:t>
            </a:r>
            <a:r>
              <a:rPr lang="en-US" altLang="zh-CN" dirty="0" err="1"/>
              <a:t>aS</a:t>
            </a:r>
            <a:r>
              <a:rPr lang="en-US" altLang="zh-CN" dirty="0"/>
              <a:t> | </a:t>
            </a:r>
            <a:r>
              <a:rPr lang="en-US" altLang="zh-CN" sz="1200" b="1" dirty="0">
                <a:sym typeface="Symbol" panose="05050102010706020507" pitchFamily="18" charset="2"/>
              </a:rPr>
              <a:t></a:t>
            </a:r>
            <a:r>
              <a:rPr lang="zh-CN" altLang="en-US" dirty="0"/>
              <a:t>或者</a:t>
            </a:r>
            <a:r>
              <a:rPr lang="en-US" altLang="zh-CN" dirty="0"/>
              <a:t>S-&gt;Sa |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ym typeface="Symbol" panose="05050102010706020507" pitchFamily="18" charset="2"/>
              </a:rPr>
              <a:t></a:t>
            </a:r>
            <a:r>
              <a:rPr lang="zh-CN" altLang="en-US" dirty="0"/>
              <a:t>的文法可以写成正规式</a:t>
            </a:r>
            <a:r>
              <a:rPr lang="en-US" altLang="zh-CN" dirty="0"/>
              <a:t>r=a*</a:t>
            </a:r>
            <a:r>
              <a:rPr lang="zh-CN" altLang="en-US" dirty="0"/>
              <a:t>的形式。因此该文法可以写成</a:t>
            </a:r>
            <a:r>
              <a:rPr lang="en-US" altLang="zh-CN" dirty="0"/>
              <a:t>r=(</a:t>
            </a:r>
            <a:r>
              <a:rPr lang="en-US" altLang="zh-CN" dirty="0" err="1"/>
              <a:t>ab|b</a:t>
            </a:r>
            <a:r>
              <a:rPr lang="en-US" altLang="zh-CN" dirty="0"/>
              <a:t>)*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、可以参考作业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3E0CB0-7C81-4F13-BB43-6685CB01EB5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9265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对于</a:t>
            </a:r>
            <a:r>
              <a:rPr lang="en-US" altLang="zh-CN" dirty="0"/>
              <a:t>(a)</a:t>
            </a:r>
            <a:r>
              <a:rPr lang="zh-CN" altLang="en-US" dirty="0"/>
              <a:t>，记住闭包的文法写法，即</a:t>
            </a:r>
            <a:r>
              <a:rPr lang="en-US" altLang="zh-CN" dirty="0"/>
              <a:t>a*</a:t>
            </a:r>
            <a:r>
              <a:rPr lang="zh-CN" altLang="en-US" dirty="0"/>
              <a:t>可以写成</a:t>
            </a:r>
            <a:r>
              <a:rPr lang="en-US" altLang="zh-CN" dirty="0"/>
              <a:t>S-&gt;</a:t>
            </a:r>
            <a:r>
              <a:rPr lang="en-US" altLang="zh-CN" dirty="0" err="1"/>
              <a:t>aS</a:t>
            </a:r>
            <a:r>
              <a:rPr lang="en-US" altLang="zh-CN" dirty="0"/>
              <a:t>|</a:t>
            </a:r>
            <a:r>
              <a:rPr lang="en-US" altLang="zh-CN" sz="1200" b="1" dirty="0">
                <a:sym typeface="Symbol" panose="05050102010706020507" pitchFamily="18" charset="2"/>
              </a:rPr>
              <a:t> </a:t>
            </a:r>
            <a:r>
              <a:rPr lang="zh-CN" altLang="en-US" sz="1200" b="0" dirty="0">
                <a:sym typeface="Symbol" panose="05050102010706020507" pitchFamily="18" charset="2"/>
              </a:rPr>
              <a:t>这样的格式，就很好做了。</a:t>
            </a:r>
            <a:endParaRPr lang="en-US" altLang="zh-CN" sz="1200" b="0" dirty="0">
              <a:sym typeface="Symbol" panose="05050102010706020507" pitchFamily="18" charset="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0" dirty="0">
              <a:sym typeface="Symbol" panose="05050102010706020507" pitchFamily="18" charset="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dirty="0">
                <a:sym typeface="Symbol" panose="05050102010706020507" pitchFamily="18" charset="2"/>
              </a:rPr>
              <a:t>对于</a:t>
            </a:r>
            <a:r>
              <a:rPr lang="en-US" altLang="zh-CN" sz="1200" b="0" dirty="0">
                <a:sym typeface="Symbol" panose="05050102010706020507" pitchFamily="18" charset="2"/>
              </a:rPr>
              <a:t>(b)</a:t>
            </a:r>
            <a:r>
              <a:rPr lang="zh-CN" altLang="en-US" sz="1200" b="0" dirty="0">
                <a:sym typeface="Symbol" panose="05050102010706020507" pitchFamily="18" charset="2"/>
              </a:rPr>
              <a:t>，第一个思路：从其所含的</a:t>
            </a:r>
            <a:r>
              <a:rPr lang="en-US" altLang="zh-CN" sz="1200" b="0" dirty="0">
                <a:sym typeface="Symbol" panose="05050102010706020507" pitchFamily="18" charset="2"/>
              </a:rPr>
              <a:t>ab</a:t>
            </a:r>
            <a:r>
              <a:rPr lang="zh-CN" altLang="en-US" sz="1200" b="0" dirty="0">
                <a:sym typeface="Symbol" panose="05050102010706020507" pitchFamily="18" charset="2"/>
              </a:rPr>
              <a:t>个数来分，有三种情况</a:t>
            </a:r>
            <a:r>
              <a:rPr lang="zh-CN" altLang="en-US" sz="1200" b="0" dirty="0">
                <a:sym typeface="Wingdings" panose="05000000000000000000" pitchFamily="2" charset="2"/>
              </a:rPr>
              <a:t>，（</a:t>
            </a:r>
            <a:r>
              <a:rPr lang="en-US" altLang="zh-CN" sz="1200" b="0" dirty="0">
                <a:sym typeface="Wingdings" panose="05000000000000000000" pitchFamily="2" charset="2"/>
              </a:rPr>
              <a:t>1</a:t>
            </a:r>
            <a:r>
              <a:rPr lang="zh-CN" altLang="en-US" sz="1200" b="0" dirty="0">
                <a:sym typeface="Wingdings" panose="05000000000000000000" pitchFamily="2" charset="2"/>
              </a:rPr>
              <a:t>）</a:t>
            </a:r>
            <a:r>
              <a:rPr lang="en-US" altLang="zh-CN" sz="1200" b="0" dirty="0">
                <a:sym typeface="Wingdings" panose="05000000000000000000" pitchFamily="2" charset="2"/>
              </a:rPr>
              <a:t>a</a:t>
            </a:r>
            <a:r>
              <a:rPr lang="zh-CN" altLang="en-US" sz="1200" b="0" dirty="0">
                <a:sym typeface="Wingdings" panose="05000000000000000000" pitchFamily="2" charset="2"/>
              </a:rPr>
              <a:t>比</a:t>
            </a:r>
            <a:r>
              <a:rPr lang="en-US" altLang="zh-CN" sz="1200" b="0" dirty="0">
                <a:sym typeface="Wingdings" panose="05000000000000000000" pitchFamily="2" charset="2"/>
              </a:rPr>
              <a:t>b</a:t>
            </a:r>
            <a:r>
              <a:rPr lang="zh-CN" altLang="en-US" sz="1200" b="0" dirty="0">
                <a:sym typeface="Wingdings" panose="05000000000000000000" pitchFamily="2" charset="2"/>
              </a:rPr>
              <a:t>多一个的串，（</a:t>
            </a:r>
            <a:r>
              <a:rPr lang="en-US" altLang="zh-CN" sz="1200" b="0" dirty="0">
                <a:sym typeface="Wingdings" panose="05000000000000000000" pitchFamily="2" charset="2"/>
              </a:rPr>
              <a:t>2</a:t>
            </a:r>
            <a:r>
              <a:rPr lang="zh-CN" altLang="en-US" sz="1200" b="0" dirty="0">
                <a:sym typeface="Wingdings" panose="05000000000000000000" pitchFamily="2" charset="2"/>
              </a:rPr>
              <a:t>）</a:t>
            </a:r>
            <a:r>
              <a:rPr lang="en-US" altLang="zh-CN" sz="1200" b="0" dirty="0">
                <a:sym typeface="Wingdings" panose="05000000000000000000" pitchFamily="2" charset="2"/>
              </a:rPr>
              <a:t>b</a:t>
            </a:r>
            <a:r>
              <a:rPr lang="zh-CN" altLang="en-US" sz="1200" b="0" dirty="0">
                <a:sym typeface="Wingdings" panose="05000000000000000000" pitchFamily="2" charset="2"/>
              </a:rPr>
              <a:t>比</a:t>
            </a:r>
            <a:r>
              <a:rPr lang="en-US" altLang="zh-CN" sz="1200" b="0" dirty="0">
                <a:sym typeface="Wingdings" panose="05000000000000000000" pitchFamily="2" charset="2"/>
              </a:rPr>
              <a:t>a</a:t>
            </a:r>
            <a:r>
              <a:rPr lang="zh-CN" altLang="en-US" sz="1200" b="0" dirty="0">
                <a:sym typeface="Wingdings" panose="05000000000000000000" pitchFamily="2" charset="2"/>
              </a:rPr>
              <a:t>多一个的串，（</a:t>
            </a:r>
            <a:r>
              <a:rPr lang="en-US" altLang="zh-CN" sz="1200" b="0" dirty="0">
                <a:sym typeface="Wingdings" panose="05000000000000000000" pitchFamily="2" charset="2"/>
              </a:rPr>
              <a:t>3</a:t>
            </a:r>
            <a:r>
              <a:rPr lang="zh-CN" altLang="en-US" sz="1200" b="0" dirty="0">
                <a:sym typeface="Wingdings" panose="05000000000000000000" pitchFamily="2" charset="2"/>
              </a:rPr>
              <a:t>）</a:t>
            </a:r>
            <a:r>
              <a:rPr lang="en-US" altLang="zh-CN" sz="1200" b="0" dirty="0">
                <a:sym typeface="Wingdings" panose="05000000000000000000" pitchFamily="2" charset="2"/>
              </a:rPr>
              <a:t>a</a:t>
            </a:r>
            <a:r>
              <a:rPr lang="zh-CN" altLang="en-US" sz="1200" b="0" dirty="0">
                <a:sym typeface="Wingdings" panose="05000000000000000000" pitchFamily="2" charset="2"/>
              </a:rPr>
              <a:t>和</a:t>
            </a:r>
            <a:r>
              <a:rPr lang="en-US" altLang="zh-CN" sz="1200" b="0" dirty="0">
                <a:sym typeface="Wingdings" panose="05000000000000000000" pitchFamily="2" charset="2"/>
              </a:rPr>
              <a:t>b</a:t>
            </a:r>
            <a:r>
              <a:rPr lang="zh-CN" altLang="en-US" sz="1200" b="0" dirty="0">
                <a:sym typeface="Wingdings" panose="05000000000000000000" pitchFamily="2" charset="2"/>
              </a:rPr>
              <a:t>个数相等的串。分别定义成</a:t>
            </a:r>
            <a:r>
              <a:rPr lang="en-US" altLang="zh-CN" sz="1200" b="0" dirty="0">
                <a:sym typeface="Wingdings" panose="05000000000000000000" pitchFamily="2" charset="2"/>
              </a:rPr>
              <a:t>A,B,S</a:t>
            </a:r>
            <a:r>
              <a:rPr lang="zh-CN" altLang="en-US" sz="1200" b="0" dirty="0">
                <a:sym typeface="Wingdings" panose="05000000000000000000" pitchFamily="2" charset="2"/>
              </a:rPr>
              <a:t>，则</a:t>
            </a:r>
            <a:r>
              <a:rPr lang="en-US" altLang="zh-CN" sz="1200" b="0" dirty="0">
                <a:sym typeface="Wingdings" panose="05000000000000000000" pitchFamily="2" charset="2"/>
              </a:rPr>
              <a:t>S-&gt;</a:t>
            </a:r>
            <a:r>
              <a:rPr lang="en-US" altLang="zh-CN" sz="1200" b="0" dirty="0" err="1">
                <a:sym typeface="Wingdings" panose="05000000000000000000" pitchFamily="2" charset="2"/>
              </a:rPr>
              <a:t>aB|bA</a:t>
            </a:r>
            <a:r>
              <a:rPr lang="en-US" altLang="zh-CN" sz="1200" b="0" dirty="0">
                <a:sym typeface="Wingdings" panose="05000000000000000000" pitchFamily="2" charset="2"/>
              </a:rPr>
              <a:t>|</a:t>
            </a:r>
            <a:r>
              <a:rPr lang="en-US" altLang="zh-CN" sz="1200" b="1" dirty="0">
                <a:sym typeface="Symbol" panose="05050102010706020507" pitchFamily="18" charset="2"/>
              </a:rPr>
              <a:t></a:t>
            </a:r>
            <a:r>
              <a:rPr lang="zh-CN" altLang="en-US" sz="1200" b="0" dirty="0">
                <a:sym typeface="Symbol" panose="05050102010706020507" pitchFamily="18" charset="2"/>
              </a:rPr>
              <a:t>，对于</a:t>
            </a:r>
            <a:r>
              <a:rPr lang="en-US" altLang="zh-CN" sz="1200" b="0" dirty="0">
                <a:sym typeface="Symbol" panose="05050102010706020507" pitchFamily="18" charset="2"/>
              </a:rPr>
              <a:t>A</a:t>
            </a:r>
            <a:r>
              <a:rPr lang="zh-CN" altLang="en-US" sz="1200" b="0" dirty="0">
                <a:sym typeface="Symbol" panose="05050102010706020507" pitchFamily="18" charset="2"/>
              </a:rPr>
              <a:t>来说，如果</a:t>
            </a:r>
            <a:r>
              <a:rPr lang="en-US" altLang="zh-CN" sz="1200" b="0" dirty="0">
                <a:sym typeface="Symbol" panose="05050102010706020507" pitchFamily="18" charset="2"/>
              </a:rPr>
              <a:t>A</a:t>
            </a:r>
            <a:r>
              <a:rPr lang="zh-CN" altLang="en-US" sz="1200" b="0" dirty="0">
                <a:sym typeface="Symbol" panose="05050102010706020507" pitchFamily="18" charset="2"/>
              </a:rPr>
              <a:t>的第一个字符是</a:t>
            </a:r>
            <a:r>
              <a:rPr lang="en-US" altLang="zh-CN" sz="1200" b="0" dirty="0">
                <a:sym typeface="Symbol" panose="05050102010706020507" pitchFamily="18" charset="2"/>
              </a:rPr>
              <a:t>a</a:t>
            </a:r>
            <a:r>
              <a:rPr lang="zh-CN" altLang="en-US" sz="1200" b="0" dirty="0">
                <a:sym typeface="Symbol" panose="05050102010706020507" pitchFamily="18" charset="2"/>
              </a:rPr>
              <a:t>，则剩下的是</a:t>
            </a:r>
            <a:r>
              <a:rPr lang="en-US" altLang="zh-CN" sz="1200" b="0" dirty="0">
                <a:sym typeface="Symbol" panose="05050102010706020507" pitchFamily="18" charset="2"/>
              </a:rPr>
              <a:t>a</a:t>
            </a:r>
            <a:r>
              <a:rPr lang="zh-CN" altLang="en-US" sz="1200" b="0" dirty="0">
                <a:sym typeface="Symbol" panose="05050102010706020507" pitchFamily="18" charset="2"/>
              </a:rPr>
              <a:t>和</a:t>
            </a:r>
            <a:r>
              <a:rPr lang="en-US" altLang="zh-CN" sz="1200" b="0" dirty="0">
                <a:sym typeface="Symbol" panose="05050102010706020507" pitchFamily="18" charset="2"/>
              </a:rPr>
              <a:t>b</a:t>
            </a:r>
            <a:r>
              <a:rPr lang="zh-CN" altLang="en-US" sz="1200" b="0" dirty="0">
                <a:sym typeface="Symbol" panose="05050102010706020507" pitchFamily="18" charset="2"/>
              </a:rPr>
              <a:t>相等的串；若第一个字符是</a:t>
            </a:r>
            <a:r>
              <a:rPr lang="en-US" altLang="zh-CN" sz="1200" b="0" dirty="0">
                <a:sym typeface="Symbol" panose="05050102010706020507" pitchFamily="18" charset="2"/>
              </a:rPr>
              <a:t>b</a:t>
            </a:r>
            <a:r>
              <a:rPr lang="zh-CN" altLang="en-US" sz="1200" b="0" dirty="0">
                <a:sym typeface="Symbol" panose="05050102010706020507" pitchFamily="18" charset="2"/>
              </a:rPr>
              <a:t>，则剩下的是</a:t>
            </a:r>
            <a:r>
              <a:rPr lang="en-US" altLang="zh-CN" sz="1200" b="0" dirty="0">
                <a:sym typeface="Symbol" panose="05050102010706020507" pitchFamily="18" charset="2"/>
              </a:rPr>
              <a:t>a</a:t>
            </a:r>
            <a:r>
              <a:rPr lang="zh-CN" altLang="en-US" sz="1200" b="0" dirty="0">
                <a:sym typeface="Symbol" panose="05050102010706020507" pitchFamily="18" charset="2"/>
              </a:rPr>
              <a:t>比</a:t>
            </a:r>
            <a:r>
              <a:rPr lang="en-US" altLang="zh-CN" sz="1200" b="0" dirty="0">
                <a:sym typeface="Symbol" panose="05050102010706020507" pitchFamily="18" charset="2"/>
              </a:rPr>
              <a:t>b</a:t>
            </a:r>
            <a:r>
              <a:rPr lang="zh-CN" altLang="en-US" sz="1200" b="0" dirty="0">
                <a:sym typeface="Symbol" panose="05050102010706020507" pitchFamily="18" charset="2"/>
              </a:rPr>
              <a:t>多</a:t>
            </a:r>
            <a:r>
              <a:rPr lang="en-US" altLang="zh-CN" sz="1200" b="0" dirty="0">
                <a:sym typeface="Symbol" panose="05050102010706020507" pitchFamily="18" charset="2"/>
              </a:rPr>
              <a:t>2</a:t>
            </a:r>
            <a:r>
              <a:rPr lang="zh-CN" altLang="en-US" sz="1200" b="0" dirty="0">
                <a:sym typeface="Symbol" panose="05050102010706020507" pitchFamily="18" charset="2"/>
              </a:rPr>
              <a:t>个的串，所以</a:t>
            </a:r>
            <a:r>
              <a:rPr lang="en-US" altLang="zh-CN" sz="1200" b="0" dirty="0">
                <a:sym typeface="Symbol" panose="05050102010706020507" pitchFamily="18" charset="2"/>
              </a:rPr>
              <a:t>A-&gt;</a:t>
            </a:r>
            <a:r>
              <a:rPr lang="en-US" altLang="zh-CN" sz="1200" b="0" dirty="0" err="1">
                <a:sym typeface="Symbol" panose="05050102010706020507" pitchFamily="18" charset="2"/>
              </a:rPr>
              <a:t>aS|bAA</a:t>
            </a:r>
            <a:r>
              <a:rPr lang="zh-CN" altLang="en-US" sz="1200" b="0" dirty="0">
                <a:sym typeface="Symbol" panose="05050102010706020507" pitchFamily="18" charset="2"/>
              </a:rPr>
              <a:t>。</a:t>
            </a:r>
            <a:r>
              <a:rPr lang="en-US" altLang="zh-CN" sz="1200" b="0" dirty="0">
                <a:sym typeface="Symbol" panose="05050102010706020507" pitchFamily="18" charset="2"/>
              </a:rPr>
              <a:t>b</a:t>
            </a:r>
            <a:r>
              <a:rPr lang="zh-CN" altLang="en-US" sz="1200" b="0" dirty="0">
                <a:sym typeface="Symbol" panose="05050102010706020507" pitchFamily="18" charset="2"/>
              </a:rPr>
              <a:t>同理。这也是二义文法。</a:t>
            </a:r>
            <a:endParaRPr lang="en-US" altLang="zh-CN" sz="1200" b="0" dirty="0">
              <a:sym typeface="Symbol" panose="05050102010706020507" pitchFamily="18" charset="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3E0CB0-7C81-4F13-BB43-6685CB01EB5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9243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dirty="0">
                <a:sym typeface="Symbol" panose="05050102010706020507" pitchFamily="18" charset="2"/>
              </a:rPr>
              <a:t>第二个思路：作业</a:t>
            </a:r>
            <a:r>
              <a:rPr lang="en-US" altLang="zh-CN" sz="1200" b="0" dirty="0">
                <a:sym typeface="Symbol" panose="05050102010706020507" pitchFamily="18" charset="2"/>
              </a:rPr>
              <a:t>1</a:t>
            </a:r>
            <a:r>
              <a:rPr lang="zh-CN" altLang="en-US" sz="1200" b="0" dirty="0">
                <a:sym typeface="Symbol" panose="05050102010706020507" pitchFamily="18" charset="2"/>
              </a:rPr>
              <a:t>里的文法，</a:t>
            </a:r>
            <a:r>
              <a:rPr lang="en-US" altLang="zh-CN" sz="1200" b="0" dirty="0">
                <a:sym typeface="Symbol" panose="05050102010706020507" pitchFamily="18" charset="2"/>
              </a:rPr>
              <a:t>S</a:t>
            </a:r>
            <a:r>
              <a:rPr lang="zh-CN" altLang="en-US" sz="1200" b="0" dirty="0">
                <a:sym typeface="Symbol" panose="05050102010706020507" pitchFamily="18" charset="2"/>
              </a:rPr>
              <a:t>产生</a:t>
            </a:r>
            <a:r>
              <a:rPr lang="en-US" altLang="zh-CN" sz="1200" b="0" dirty="0">
                <a:sym typeface="Symbol" panose="05050102010706020507" pitchFamily="18" charset="2"/>
              </a:rPr>
              <a:t>a</a:t>
            </a:r>
            <a:r>
              <a:rPr lang="zh-CN" altLang="en-US" sz="1200" b="0" dirty="0">
                <a:sym typeface="Symbol" panose="05050102010706020507" pitchFamily="18" charset="2"/>
              </a:rPr>
              <a:t>和</a:t>
            </a:r>
            <a:r>
              <a:rPr lang="en-US" altLang="zh-CN" sz="1200" b="0" dirty="0">
                <a:sym typeface="Symbol" panose="05050102010706020507" pitchFamily="18" charset="2"/>
              </a:rPr>
              <a:t>b</a:t>
            </a:r>
            <a:r>
              <a:rPr lang="zh-CN" altLang="en-US" sz="1200" b="0" dirty="0">
                <a:sym typeface="Symbol" panose="05050102010706020507" pitchFamily="18" charset="2"/>
              </a:rPr>
              <a:t>个数相等的串，在适当位置去掉一个</a:t>
            </a:r>
            <a:r>
              <a:rPr lang="en-US" altLang="zh-CN" sz="1200" b="0" dirty="0">
                <a:sym typeface="Symbol" panose="05050102010706020507" pitchFamily="18" charset="2"/>
              </a:rPr>
              <a:t>a</a:t>
            </a:r>
            <a:r>
              <a:rPr lang="zh-CN" altLang="en-US" sz="1200" b="0" dirty="0">
                <a:sym typeface="Symbol" panose="05050102010706020507" pitchFamily="18" charset="2"/>
              </a:rPr>
              <a:t>一个</a:t>
            </a:r>
            <a:r>
              <a:rPr lang="en-US" altLang="zh-CN" sz="1200" b="0" dirty="0">
                <a:sym typeface="Symbol" panose="05050102010706020507" pitchFamily="18" charset="2"/>
              </a:rPr>
              <a:t>b</a:t>
            </a:r>
            <a:r>
              <a:rPr lang="zh-CN" altLang="en-US" sz="1200" b="0" dirty="0">
                <a:sym typeface="Symbol" panose="05050102010706020507" pitchFamily="18" charset="2"/>
              </a:rPr>
              <a:t>，剩下的还是</a:t>
            </a:r>
            <a:r>
              <a:rPr lang="en-US" altLang="zh-CN" sz="1200" b="0" dirty="0">
                <a:sym typeface="Symbol" panose="05050102010706020507" pitchFamily="18" charset="2"/>
              </a:rPr>
              <a:t>S</a:t>
            </a:r>
            <a:r>
              <a:rPr lang="zh-CN" altLang="en-US" sz="1200" b="0" dirty="0">
                <a:sym typeface="Symbol" panose="05050102010706020507" pitchFamily="18" charset="2"/>
              </a:rPr>
              <a:t>，所以可以递归定义成</a:t>
            </a:r>
            <a:r>
              <a:rPr lang="en-US" altLang="zh-CN" sz="1200" b="0" dirty="0">
                <a:sym typeface="Symbol" panose="05050102010706020507" pitchFamily="18" charset="2"/>
              </a:rPr>
              <a:t>S-&gt;</a:t>
            </a:r>
            <a:r>
              <a:rPr lang="en-US" altLang="zh-CN" sz="1200" b="0" dirty="0" err="1">
                <a:sym typeface="Symbol" panose="05050102010706020507" pitchFamily="18" charset="2"/>
              </a:rPr>
              <a:t>aSbS|bSaS</a:t>
            </a:r>
            <a:r>
              <a:rPr lang="en-US" altLang="zh-CN" sz="1200" b="0" dirty="0">
                <a:sym typeface="Symbol" panose="05050102010706020507" pitchFamily="18" charset="2"/>
              </a:rPr>
              <a:t>|</a:t>
            </a:r>
            <a:r>
              <a:rPr lang="en-US" altLang="zh-CN" sz="1200" b="1" dirty="0">
                <a:sym typeface="Symbol" panose="05050102010706020507" pitchFamily="18" charset="2"/>
              </a:rPr>
              <a:t></a:t>
            </a:r>
            <a:r>
              <a:rPr lang="zh-CN" altLang="en-US" sz="1200" b="0" dirty="0">
                <a:sym typeface="Symbol" panose="05050102010706020507" pitchFamily="18" charset="2"/>
              </a:rPr>
              <a:t>。</a:t>
            </a:r>
            <a:endParaRPr lang="en-US" altLang="zh-CN" sz="1200" b="0" dirty="0">
              <a:sym typeface="Symbol" panose="05050102010706020507" pitchFamily="18" charset="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0" dirty="0">
              <a:sym typeface="Symbol" panose="05050102010706020507" pitchFamily="18" charset="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dirty="0">
                <a:sym typeface="Symbol" panose="05050102010706020507" pitchFamily="18" charset="2"/>
              </a:rPr>
              <a:t>第三个思路有点难，选学：</a:t>
            </a:r>
            <a:endParaRPr lang="en-US" altLang="zh-CN" sz="1200" b="0" dirty="0">
              <a:sym typeface="Symbol" panose="05050102010706020507" pitchFamily="18" charset="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dirty="0">
                <a:sym typeface="Symbol" panose="05050102010706020507" pitchFamily="18" charset="2"/>
              </a:rPr>
              <a:t>第一个思路出现二义性的原因是在把</a:t>
            </a:r>
            <a:r>
              <a:rPr lang="en-US" altLang="zh-CN" sz="1200" b="0" dirty="0">
                <a:sym typeface="Symbol" panose="05050102010706020507" pitchFamily="18" charset="2"/>
              </a:rPr>
              <a:t>a</a:t>
            </a:r>
            <a:r>
              <a:rPr lang="zh-CN" altLang="en-US" sz="1200" b="0" dirty="0">
                <a:sym typeface="Symbol" panose="05050102010706020507" pitchFamily="18" charset="2"/>
              </a:rPr>
              <a:t>比</a:t>
            </a:r>
            <a:r>
              <a:rPr lang="en-US" altLang="zh-CN" sz="1200" b="0" dirty="0">
                <a:sym typeface="Symbol" panose="05050102010706020507" pitchFamily="18" charset="2"/>
              </a:rPr>
              <a:t>b</a:t>
            </a:r>
            <a:r>
              <a:rPr lang="zh-CN" altLang="en-US" sz="1200" b="0" dirty="0">
                <a:sym typeface="Symbol" panose="05050102010706020507" pitchFamily="18" charset="2"/>
              </a:rPr>
              <a:t>多两个的串分成两个</a:t>
            </a:r>
            <a:r>
              <a:rPr lang="en-US" altLang="zh-CN" sz="1200" b="0" dirty="0">
                <a:sym typeface="Symbol" panose="05050102010706020507" pitchFamily="18" charset="2"/>
              </a:rPr>
              <a:t>a</a:t>
            </a:r>
            <a:r>
              <a:rPr lang="zh-CN" altLang="en-US" sz="1200" b="0" dirty="0">
                <a:sym typeface="Symbol" panose="05050102010706020507" pitchFamily="18" charset="2"/>
              </a:rPr>
              <a:t>比</a:t>
            </a:r>
            <a:r>
              <a:rPr lang="en-US" altLang="zh-CN" sz="1200" b="0" dirty="0">
                <a:sym typeface="Symbol" panose="05050102010706020507" pitchFamily="18" charset="2"/>
              </a:rPr>
              <a:t>b</a:t>
            </a:r>
            <a:r>
              <a:rPr lang="zh-CN" altLang="en-US" sz="1200" b="0" dirty="0">
                <a:sym typeface="Symbol" panose="05050102010706020507" pitchFamily="18" charset="2"/>
              </a:rPr>
              <a:t>多一个的子串时，分法可能不唯一</a:t>
            </a:r>
            <a:r>
              <a:rPr lang="zh-CN" altLang="en-US" sz="1200" b="0" dirty="0">
                <a:sym typeface="Wingdings" panose="05000000000000000000" pitchFamily="2" charset="2"/>
              </a:rPr>
              <a:t>。比如串</a:t>
            </a:r>
            <a:r>
              <a:rPr lang="en-US" altLang="zh-CN" sz="1200" b="0" dirty="0" err="1">
                <a:sym typeface="Wingdings" panose="05000000000000000000" pitchFamily="2" charset="2"/>
              </a:rPr>
              <a:t>aaba</a:t>
            </a:r>
            <a:r>
              <a:rPr lang="zh-CN" altLang="en-US" sz="1200" b="0" dirty="0">
                <a:sym typeface="Wingdings" panose="05000000000000000000" pitchFamily="2" charset="2"/>
              </a:rPr>
              <a:t>，它中间有一个</a:t>
            </a:r>
            <a:r>
              <a:rPr lang="en-US" altLang="zh-CN" sz="1200" b="0" dirty="0">
                <a:sym typeface="Wingdings" panose="05000000000000000000" pitchFamily="2" charset="2"/>
              </a:rPr>
              <a:t>ab</a:t>
            </a:r>
            <a:r>
              <a:rPr lang="zh-CN" altLang="en-US" sz="1200" b="0" dirty="0">
                <a:sym typeface="Wingdings" panose="05000000000000000000" pitchFamily="2" charset="2"/>
              </a:rPr>
              <a:t>个数相等的子串</a:t>
            </a:r>
            <a:r>
              <a:rPr lang="en-US" altLang="zh-CN" sz="1200" b="0" dirty="0">
                <a:sym typeface="Wingdings" panose="05000000000000000000" pitchFamily="2" charset="2"/>
              </a:rPr>
              <a:t>ab</a:t>
            </a:r>
            <a:r>
              <a:rPr lang="zh-CN" altLang="en-US" sz="1200" b="0" dirty="0">
                <a:sym typeface="Wingdings" panose="05000000000000000000" pitchFamily="2" charset="2"/>
              </a:rPr>
              <a:t>，既可以分到前面的子串，形成</a:t>
            </a:r>
            <a:r>
              <a:rPr lang="en-US" altLang="zh-CN" sz="1200" b="0" dirty="0">
                <a:sym typeface="Wingdings" panose="05000000000000000000" pitchFamily="2" charset="2"/>
              </a:rPr>
              <a:t>2</a:t>
            </a:r>
            <a:r>
              <a:rPr lang="zh-CN" altLang="en-US" sz="1200" b="0" dirty="0">
                <a:sym typeface="Wingdings" panose="05000000000000000000" pitchFamily="2" charset="2"/>
              </a:rPr>
              <a:t>个子串</a:t>
            </a:r>
            <a:r>
              <a:rPr lang="en-US" altLang="zh-CN" sz="1200" b="0" dirty="0" err="1">
                <a:sym typeface="Wingdings" panose="05000000000000000000" pitchFamily="2" charset="2"/>
              </a:rPr>
              <a:t>aab</a:t>
            </a:r>
            <a:r>
              <a:rPr lang="zh-CN" altLang="en-US" sz="1200" b="0" dirty="0">
                <a:sym typeface="Wingdings" panose="05000000000000000000" pitchFamily="2" charset="2"/>
              </a:rPr>
              <a:t>和</a:t>
            </a:r>
            <a:r>
              <a:rPr lang="en-US" altLang="zh-CN" sz="1200" b="0" dirty="0">
                <a:sym typeface="Wingdings" panose="05000000000000000000" pitchFamily="2" charset="2"/>
              </a:rPr>
              <a:t>a</a:t>
            </a:r>
            <a:r>
              <a:rPr lang="zh-CN" altLang="en-US" sz="1200" b="0" dirty="0">
                <a:sym typeface="Wingdings" panose="05000000000000000000" pitchFamily="2" charset="2"/>
              </a:rPr>
              <a:t>，也可以分到后面的子串，形成</a:t>
            </a:r>
            <a:r>
              <a:rPr lang="en-US" altLang="zh-CN" sz="1200" b="0" dirty="0">
                <a:sym typeface="Wingdings" panose="05000000000000000000" pitchFamily="2" charset="2"/>
              </a:rPr>
              <a:t>2</a:t>
            </a:r>
            <a:r>
              <a:rPr lang="zh-CN" altLang="en-US" sz="1200" b="0" dirty="0">
                <a:sym typeface="Wingdings" panose="05000000000000000000" pitchFamily="2" charset="2"/>
              </a:rPr>
              <a:t>个子串</a:t>
            </a:r>
            <a:r>
              <a:rPr lang="en-US" altLang="zh-CN" sz="1200" b="0" dirty="0">
                <a:sym typeface="Wingdings" panose="05000000000000000000" pitchFamily="2" charset="2"/>
              </a:rPr>
              <a:t>a</a:t>
            </a:r>
            <a:r>
              <a:rPr lang="zh-CN" altLang="en-US" sz="1200" b="0" dirty="0">
                <a:sym typeface="Wingdings" panose="05000000000000000000" pitchFamily="2" charset="2"/>
              </a:rPr>
              <a:t>和</a:t>
            </a:r>
            <a:r>
              <a:rPr lang="en-US" altLang="zh-CN" sz="1200" b="0" dirty="0">
                <a:sym typeface="Wingdings" panose="05000000000000000000" pitchFamily="2" charset="2"/>
              </a:rPr>
              <a:t>aba</a:t>
            </a:r>
            <a:r>
              <a:rPr lang="zh-CN" altLang="en-US" sz="1200" b="0" dirty="0">
                <a:sym typeface="Wingdings" panose="05000000000000000000" pitchFamily="2" charset="2"/>
              </a:rPr>
              <a:t>，这两种都可以形成</a:t>
            </a:r>
            <a:r>
              <a:rPr lang="en-US" altLang="zh-CN" sz="1200" b="0" dirty="0">
                <a:sym typeface="Wingdings" panose="05000000000000000000" pitchFamily="2" charset="2"/>
              </a:rPr>
              <a:t>AA</a:t>
            </a:r>
            <a:r>
              <a:rPr lang="zh-CN" altLang="en-US" sz="1200" b="0" dirty="0">
                <a:sym typeface="Wingdings" panose="05000000000000000000" pitchFamily="2" charset="2"/>
              </a:rPr>
              <a:t>，从而出现二义性。如果我们把</a:t>
            </a:r>
            <a:r>
              <a:rPr lang="en-US" altLang="zh-CN" sz="1200" b="0" dirty="0" err="1">
                <a:sym typeface="Wingdings" panose="05000000000000000000" pitchFamily="2" charset="2"/>
              </a:rPr>
              <a:t>aaba</a:t>
            </a:r>
            <a:r>
              <a:rPr lang="zh-CN" altLang="en-US" sz="1200" b="0" dirty="0">
                <a:sym typeface="Wingdings" panose="05000000000000000000" pitchFamily="2" charset="2"/>
              </a:rPr>
              <a:t>看做</a:t>
            </a:r>
            <a:r>
              <a:rPr lang="en-US" altLang="zh-CN" sz="1200" b="0" dirty="0">
                <a:sym typeface="Wingdings" panose="05000000000000000000" pitchFamily="2" charset="2"/>
              </a:rPr>
              <a:t>aa</a:t>
            </a:r>
            <a:r>
              <a:rPr lang="zh-CN" altLang="en-US" sz="1200" b="0" dirty="0">
                <a:sym typeface="Wingdings" panose="05000000000000000000" pitchFamily="2" charset="2"/>
              </a:rPr>
              <a:t>和</a:t>
            </a:r>
            <a:r>
              <a:rPr lang="en-US" altLang="zh-CN" sz="1200" b="0" dirty="0" err="1">
                <a:sym typeface="Wingdings" panose="05000000000000000000" pitchFamily="2" charset="2"/>
              </a:rPr>
              <a:t>ba</a:t>
            </a:r>
            <a:r>
              <a:rPr lang="zh-CN" altLang="en-US" sz="1200" b="0" dirty="0">
                <a:sym typeface="Wingdings" panose="05000000000000000000" pitchFamily="2" charset="2"/>
              </a:rPr>
              <a:t>，也就是把后缀中</a:t>
            </a:r>
            <a:r>
              <a:rPr lang="en-US" altLang="zh-CN" sz="1200" b="0" dirty="0">
                <a:sym typeface="Wingdings" panose="05000000000000000000" pitchFamily="2" charset="2"/>
              </a:rPr>
              <a:t>ab</a:t>
            </a:r>
            <a:r>
              <a:rPr lang="zh-CN" altLang="en-US" sz="1200" b="0" dirty="0">
                <a:sym typeface="Wingdings" panose="05000000000000000000" pitchFamily="2" charset="2"/>
              </a:rPr>
              <a:t>相等的串都看做</a:t>
            </a:r>
            <a:r>
              <a:rPr lang="en-US" altLang="zh-CN" sz="1200" b="0" dirty="0">
                <a:sym typeface="Wingdings" panose="05000000000000000000" pitchFamily="2" charset="2"/>
              </a:rPr>
              <a:t>S</a:t>
            </a:r>
            <a:r>
              <a:rPr lang="zh-CN" altLang="en-US" sz="1200" b="0" dirty="0">
                <a:sym typeface="Wingdings" panose="05000000000000000000" pitchFamily="2" charset="2"/>
              </a:rPr>
              <a:t>，前面才看做</a:t>
            </a:r>
            <a:r>
              <a:rPr lang="en-US" altLang="zh-CN" sz="1200" b="0" dirty="0">
                <a:sym typeface="Wingdings" panose="05000000000000000000" pitchFamily="2" charset="2"/>
              </a:rPr>
              <a:t>AA</a:t>
            </a:r>
            <a:r>
              <a:rPr lang="zh-CN" altLang="en-US" sz="1200" b="0" dirty="0">
                <a:sym typeface="Wingdings" panose="05000000000000000000" pitchFamily="2" charset="2"/>
              </a:rPr>
              <a:t>，这样就不会有二义性。也就是规定</a:t>
            </a:r>
            <a:r>
              <a:rPr lang="en-US" altLang="zh-CN" sz="1200" b="0" dirty="0">
                <a:sym typeface="Wingdings" panose="05000000000000000000" pitchFamily="2" charset="2"/>
              </a:rPr>
              <a:t>A</a:t>
            </a:r>
            <a:r>
              <a:rPr lang="zh-CN" altLang="en-US" sz="1200" b="0" dirty="0">
                <a:sym typeface="Wingdings" panose="05000000000000000000" pitchFamily="2" charset="2"/>
              </a:rPr>
              <a:t>推出的串中不能有</a:t>
            </a:r>
            <a:r>
              <a:rPr lang="en-US" altLang="zh-CN" sz="1200" b="0" dirty="0">
                <a:sym typeface="Wingdings" panose="05000000000000000000" pitchFamily="2" charset="2"/>
              </a:rPr>
              <a:t>a</a:t>
            </a:r>
            <a:r>
              <a:rPr lang="zh-CN" altLang="en-US" sz="1200" b="0" dirty="0">
                <a:sym typeface="Wingdings" panose="05000000000000000000" pitchFamily="2" charset="2"/>
              </a:rPr>
              <a:t>和</a:t>
            </a:r>
            <a:r>
              <a:rPr lang="en-US" altLang="zh-CN" sz="1200" b="0" dirty="0">
                <a:sym typeface="Wingdings" panose="05000000000000000000" pitchFamily="2" charset="2"/>
              </a:rPr>
              <a:t>b</a:t>
            </a:r>
            <a:r>
              <a:rPr lang="zh-CN" altLang="en-US" sz="1200" b="0" dirty="0">
                <a:sym typeface="Wingdings" panose="05000000000000000000" pitchFamily="2" charset="2"/>
              </a:rPr>
              <a:t>个数相等的非空后缀，则</a:t>
            </a:r>
            <a:r>
              <a:rPr lang="en-US" altLang="zh-CN" sz="1200" b="0" dirty="0">
                <a:sym typeface="Wingdings" panose="05000000000000000000" pitchFamily="2" charset="2"/>
              </a:rPr>
              <a:t>A,B,S</a:t>
            </a:r>
            <a:r>
              <a:rPr lang="zh-CN" altLang="en-US" sz="1200" b="0" dirty="0">
                <a:sym typeface="Wingdings" panose="05000000000000000000" pitchFamily="2" charset="2"/>
              </a:rPr>
              <a:t>的新含义如下：（</a:t>
            </a:r>
            <a:r>
              <a:rPr lang="en-US" altLang="zh-CN" sz="1200" b="0" dirty="0">
                <a:sym typeface="Wingdings" panose="05000000000000000000" pitchFamily="2" charset="2"/>
              </a:rPr>
              <a:t>1</a:t>
            </a:r>
            <a:r>
              <a:rPr lang="zh-CN" altLang="en-US" sz="1200" b="0" dirty="0">
                <a:sym typeface="Wingdings" panose="05000000000000000000" pitchFamily="2" charset="2"/>
              </a:rPr>
              <a:t>）</a:t>
            </a:r>
            <a:r>
              <a:rPr lang="en-US" altLang="zh-CN" sz="1200" b="0" dirty="0">
                <a:sym typeface="Wingdings" panose="05000000000000000000" pitchFamily="2" charset="2"/>
              </a:rPr>
              <a:t>a</a:t>
            </a:r>
            <a:r>
              <a:rPr lang="zh-CN" altLang="en-US" sz="1200" b="0" dirty="0">
                <a:sym typeface="Wingdings" panose="05000000000000000000" pitchFamily="2" charset="2"/>
              </a:rPr>
              <a:t>比</a:t>
            </a:r>
            <a:r>
              <a:rPr lang="en-US" altLang="zh-CN" sz="1200" b="0" dirty="0">
                <a:sym typeface="Wingdings" panose="05000000000000000000" pitchFamily="2" charset="2"/>
              </a:rPr>
              <a:t>b</a:t>
            </a:r>
            <a:r>
              <a:rPr lang="zh-CN" altLang="en-US" sz="1200" b="0" dirty="0">
                <a:sym typeface="Wingdings" panose="05000000000000000000" pitchFamily="2" charset="2"/>
              </a:rPr>
              <a:t>多一个的串，且不含</a:t>
            </a:r>
            <a:r>
              <a:rPr lang="en-US" altLang="zh-CN" sz="1200" b="0" dirty="0">
                <a:sym typeface="Wingdings" panose="05000000000000000000" pitchFamily="2" charset="2"/>
              </a:rPr>
              <a:t>ab</a:t>
            </a:r>
            <a:r>
              <a:rPr lang="zh-CN" altLang="en-US" sz="1200" b="0" dirty="0">
                <a:sym typeface="Wingdings" panose="05000000000000000000" pitchFamily="2" charset="2"/>
              </a:rPr>
              <a:t>个数相等的非空后缀，（</a:t>
            </a:r>
            <a:r>
              <a:rPr lang="en-US" altLang="zh-CN" sz="1200" b="0" dirty="0">
                <a:sym typeface="Wingdings" panose="05000000000000000000" pitchFamily="2" charset="2"/>
              </a:rPr>
              <a:t>2</a:t>
            </a:r>
            <a:r>
              <a:rPr lang="zh-CN" altLang="en-US" sz="1200" b="0" dirty="0">
                <a:sym typeface="Wingdings" panose="05000000000000000000" pitchFamily="2" charset="2"/>
              </a:rPr>
              <a:t>）</a:t>
            </a:r>
            <a:r>
              <a:rPr lang="en-US" altLang="zh-CN" sz="1200" b="0" dirty="0">
                <a:sym typeface="Wingdings" panose="05000000000000000000" pitchFamily="2" charset="2"/>
              </a:rPr>
              <a:t>b</a:t>
            </a:r>
            <a:r>
              <a:rPr lang="zh-CN" altLang="en-US" sz="1200" b="0" dirty="0">
                <a:sym typeface="Wingdings" panose="05000000000000000000" pitchFamily="2" charset="2"/>
              </a:rPr>
              <a:t>比</a:t>
            </a:r>
            <a:r>
              <a:rPr lang="en-US" altLang="zh-CN" sz="1200" b="0" dirty="0">
                <a:sym typeface="Wingdings" panose="05000000000000000000" pitchFamily="2" charset="2"/>
              </a:rPr>
              <a:t>a</a:t>
            </a:r>
            <a:r>
              <a:rPr lang="zh-CN" altLang="en-US" sz="1200" b="0" dirty="0">
                <a:sym typeface="Wingdings" panose="05000000000000000000" pitchFamily="2" charset="2"/>
              </a:rPr>
              <a:t>多一个的串，且不含</a:t>
            </a:r>
            <a:r>
              <a:rPr lang="en-US" altLang="zh-CN" sz="1200" b="0" dirty="0">
                <a:sym typeface="Wingdings" panose="05000000000000000000" pitchFamily="2" charset="2"/>
              </a:rPr>
              <a:t>ab</a:t>
            </a:r>
            <a:r>
              <a:rPr lang="zh-CN" altLang="en-US" sz="1200" b="0" dirty="0">
                <a:sym typeface="Wingdings" panose="05000000000000000000" pitchFamily="2" charset="2"/>
              </a:rPr>
              <a:t>个数相等的非空后缀，（</a:t>
            </a:r>
            <a:r>
              <a:rPr lang="en-US" altLang="zh-CN" sz="1200" b="0" dirty="0">
                <a:sym typeface="Wingdings" panose="05000000000000000000" pitchFamily="2" charset="2"/>
              </a:rPr>
              <a:t>3</a:t>
            </a:r>
            <a:r>
              <a:rPr lang="zh-CN" altLang="en-US" sz="1200" b="0" dirty="0">
                <a:sym typeface="Wingdings" panose="05000000000000000000" pitchFamily="2" charset="2"/>
              </a:rPr>
              <a:t>）</a:t>
            </a:r>
            <a:r>
              <a:rPr lang="en-US" altLang="zh-CN" sz="1200" b="0" dirty="0">
                <a:sym typeface="Wingdings" panose="05000000000000000000" pitchFamily="2" charset="2"/>
              </a:rPr>
              <a:t>a</a:t>
            </a:r>
            <a:r>
              <a:rPr lang="zh-CN" altLang="en-US" sz="1200" b="0" dirty="0">
                <a:sym typeface="Wingdings" panose="05000000000000000000" pitchFamily="2" charset="2"/>
              </a:rPr>
              <a:t>和</a:t>
            </a:r>
            <a:r>
              <a:rPr lang="en-US" altLang="zh-CN" sz="1200" b="0" dirty="0">
                <a:sym typeface="Wingdings" panose="05000000000000000000" pitchFamily="2" charset="2"/>
              </a:rPr>
              <a:t>b</a:t>
            </a:r>
            <a:r>
              <a:rPr lang="zh-CN" altLang="en-US" sz="1200" b="0" dirty="0">
                <a:sym typeface="Wingdings" panose="05000000000000000000" pitchFamily="2" charset="2"/>
              </a:rPr>
              <a:t>个数相等的串。在新的定义下，</a:t>
            </a:r>
            <a:r>
              <a:rPr lang="en-US" altLang="zh-CN" sz="1200" b="0" dirty="0">
                <a:sym typeface="Wingdings" panose="05000000000000000000" pitchFamily="2" charset="2"/>
              </a:rPr>
              <a:t>A</a:t>
            </a:r>
            <a:r>
              <a:rPr lang="zh-CN" altLang="en-US" sz="1200" b="0" dirty="0">
                <a:sym typeface="Wingdings" panose="05000000000000000000" pitchFamily="2" charset="2"/>
              </a:rPr>
              <a:t>一定是以</a:t>
            </a:r>
            <a:r>
              <a:rPr lang="en-US" altLang="zh-CN" sz="1200" b="0" dirty="0">
                <a:sym typeface="Wingdings" panose="05000000000000000000" pitchFamily="2" charset="2"/>
              </a:rPr>
              <a:t>b</a:t>
            </a:r>
            <a:r>
              <a:rPr lang="zh-CN" altLang="en-US" sz="1200" b="0" dirty="0">
                <a:sym typeface="Wingdings" panose="05000000000000000000" pitchFamily="2" charset="2"/>
              </a:rPr>
              <a:t>开头且</a:t>
            </a:r>
            <a:r>
              <a:rPr lang="en-US" altLang="zh-CN" sz="1200" b="0" dirty="0">
                <a:sym typeface="Wingdings" panose="05000000000000000000" pitchFamily="2" charset="2"/>
              </a:rPr>
              <a:t>aa</a:t>
            </a:r>
            <a:r>
              <a:rPr lang="zh-CN" altLang="en-US" sz="1200" b="0" dirty="0">
                <a:sym typeface="Wingdings" panose="05000000000000000000" pitchFamily="2" charset="2"/>
              </a:rPr>
              <a:t>结尾的，且任何后缀中</a:t>
            </a:r>
            <a:r>
              <a:rPr lang="en-US" altLang="zh-CN" sz="1200" b="0" dirty="0">
                <a:sym typeface="Wingdings" panose="05000000000000000000" pitchFamily="2" charset="2"/>
              </a:rPr>
              <a:t>a</a:t>
            </a:r>
            <a:r>
              <a:rPr lang="zh-CN" altLang="en-US" sz="1200" b="0" dirty="0">
                <a:sym typeface="Wingdings" panose="05000000000000000000" pitchFamily="2" charset="2"/>
              </a:rPr>
              <a:t>的个数一定比</a:t>
            </a:r>
            <a:r>
              <a:rPr lang="en-US" altLang="zh-CN" sz="1200" b="0" dirty="0">
                <a:sym typeface="Wingdings" panose="05000000000000000000" pitchFamily="2" charset="2"/>
              </a:rPr>
              <a:t>b</a:t>
            </a:r>
            <a:r>
              <a:rPr lang="zh-CN" altLang="en-US" sz="1200" b="0" dirty="0">
                <a:sym typeface="Wingdings" panose="05000000000000000000" pitchFamily="2" charset="2"/>
              </a:rPr>
              <a:t>多一个，如</a:t>
            </a:r>
            <a:r>
              <a:rPr lang="en-US" altLang="zh-CN" sz="1200" b="0" dirty="0" err="1">
                <a:sym typeface="Wingdings" panose="05000000000000000000" pitchFamily="2" charset="2"/>
              </a:rPr>
              <a:t>babaa</a:t>
            </a:r>
            <a:r>
              <a:rPr lang="zh-CN" altLang="en-US" sz="1200" b="0" dirty="0">
                <a:sym typeface="Wingdings" panose="05000000000000000000" pitchFamily="2" charset="2"/>
              </a:rPr>
              <a:t>是属于</a:t>
            </a:r>
            <a:r>
              <a:rPr lang="en-US" altLang="zh-CN" sz="1200" b="0" dirty="0">
                <a:sym typeface="Wingdings" panose="05000000000000000000" pitchFamily="2" charset="2"/>
              </a:rPr>
              <a:t>A</a:t>
            </a:r>
            <a:r>
              <a:rPr lang="zh-CN" altLang="en-US" sz="1200" b="0" dirty="0">
                <a:sym typeface="Wingdings" panose="05000000000000000000" pitchFamily="2" charset="2"/>
              </a:rPr>
              <a:t>的串，</a:t>
            </a:r>
            <a:r>
              <a:rPr lang="en-US" altLang="zh-CN" sz="1200" b="0" dirty="0" err="1">
                <a:sym typeface="Wingdings" panose="05000000000000000000" pitchFamily="2" charset="2"/>
              </a:rPr>
              <a:t>abbaa</a:t>
            </a:r>
            <a:r>
              <a:rPr lang="zh-CN" altLang="en-US" sz="1200" b="0" dirty="0">
                <a:sym typeface="Wingdings" panose="05000000000000000000" pitchFamily="2" charset="2"/>
              </a:rPr>
              <a:t>不是属于</a:t>
            </a:r>
            <a:r>
              <a:rPr lang="en-US" altLang="zh-CN" sz="1200" b="0" dirty="0">
                <a:sym typeface="Wingdings" panose="05000000000000000000" pitchFamily="2" charset="2"/>
              </a:rPr>
              <a:t>A</a:t>
            </a:r>
            <a:r>
              <a:rPr lang="zh-CN" altLang="en-US" sz="1200" b="0" dirty="0">
                <a:sym typeface="Wingdings" panose="05000000000000000000" pitchFamily="2" charset="2"/>
              </a:rPr>
              <a:t>的串（它含有后缀</a:t>
            </a:r>
            <a:r>
              <a:rPr lang="en-US" altLang="zh-CN" sz="1200" b="0" dirty="0" err="1">
                <a:sym typeface="Wingdings" panose="05000000000000000000" pitchFamily="2" charset="2"/>
              </a:rPr>
              <a:t>bbaa</a:t>
            </a:r>
            <a:r>
              <a:rPr lang="zh-CN" altLang="en-US" sz="1200" b="0" dirty="0">
                <a:sym typeface="Wingdings" panose="05000000000000000000" pitchFamily="2" charset="2"/>
              </a:rPr>
              <a:t>），所以可以写成</a:t>
            </a:r>
            <a:r>
              <a:rPr lang="en-US" altLang="zh-CN" sz="1200" b="0" dirty="0">
                <a:sym typeface="Wingdings" panose="05000000000000000000" pitchFamily="2" charset="2"/>
              </a:rPr>
              <a:t>A-&gt;</a:t>
            </a:r>
            <a:r>
              <a:rPr lang="en-US" altLang="zh-CN" sz="1200" b="0" dirty="0" err="1">
                <a:sym typeface="Wingdings" panose="05000000000000000000" pitchFamily="2" charset="2"/>
              </a:rPr>
              <a:t>a|bAA</a:t>
            </a:r>
            <a:r>
              <a:rPr lang="zh-CN" altLang="en-US" sz="1200" b="0" dirty="0">
                <a:sym typeface="Wingdings" panose="05000000000000000000" pitchFamily="2" charset="2"/>
              </a:rPr>
              <a:t>的形式。</a:t>
            </a:r>
            <a:r>
              <a:rPr lang="en-US" altLang="zh-CN" sz="1200" b="0" dirty="0">
                <a:sym typeface="Wingdings" panose="05000000000000000000" pitchFamily="2" charset="2"/>
              </a:rPr>
              <a:t>B</a:t>
            </a:r>
            <a:r>
              <a:rPr lang="zh-CN" altLang="en-US" sz="1200" b="0" dirty="0">
                <a:sym typeface="Wingdings" panose="05000000000000000000" pitchFamily="2" charset="2"/>
              </a:rPr>
              <a:t>同理。而</a:t>
            </a:r>
            <a:r>
              <a:rPr lang="en-US" altLang="zh-CN" sz="1200" b="0" dirty="0">
                <a:sym typeface="Wingdings" panose="05000000000000000000" pitchFamily="2" charset="2"/>
              </a:rPr>
              <a:t>S</a:t>
            </a:r>
            <a:r>
              <a:rPr lang="zh-CN" altLang="en-US" sz="1200" b="0" dirty="0">
                <a:sym typeface="Wingdings" panose="05000000000000000000" pitchFamily="2" charset="2"/>
              </a:rPr>
              <a:t>则是将尽可能多的</a:t>
            </a:r>
            <a:r>
              <a:rPr lang="en-US" altLang="zh-CN" sz="1200" b="0" dirty="0">
                <a:sym typeface="Wingdings" panose="05000000000000000000" pitchFamily="2" charset="2"/>
              </a:rPr>
              <a:t>ab</a:t>
            </a:r>
            <a:r>
              <a:rPr lang="zh-CN" altLang="en-US" sz="1200" b="0" dirty="0">
                <a:sym typeface="Wingdings" panose="05000000000000000000" pitchFamily="2" charset="2"/>
              </a:rPr>
              <a:t>相等的串的后缀去掉后，剩下的前缀就是</a:t>
            </a:r>
            <a:r>
              <a:rPr lang="en-US" altLang="zh-CN" sz="1200" b="0" dirty="0" err="1">
                <a:sym typeface="Wingdings" panose="05000000000000000000" pitchFamily="2" charset="2"/>
              </a:rPr>
              <a:t>bA</a:t>
            </a:r>
            <a:r>
              <a:rPr lang="zh-CN" altLang="en-US" sz="1200" b="0" dirty="0">
                <a:sym typeface="Wingdings" panose="05000000000000000000" pitchFamily="2" charset="2"/>
              </a:rPr>
              <a:t>或者</a:t>
            </a:r>
            <a:r>
              <a:rPr lang="en-US" altLang="zh-CN" sz="1200" b="0" dirty="0" err="1">
                <a:sym typeface="Wingdings" panose="05000000000000000000" pitchFamily="2" charset="2"/>
              </a:rPr>
              <a:t>aB</a:t>
            </a:r>
            <a:r>
              <a:rPr lang="zh-CN" altLang="en-US" sz="1200" b="0" dirty="0">
                <a:sym typeface="Wingdings" panose="05000000000000000000" pitchFamily="2" charset="2"/>
              </a:rPr>
              <a:t>了。即</a:t>
            </a:r>
            <a:r>
              <a:rPr lang="en-US" altLang="zh-CN" sz="1200" b="0" dirty="0">
                <a:sym typeface="Wingdings" panose="05000000000000000000" pitchFamily="2" charset="2"/>
              </a:rPr>
              <a:t>S-&gt;</a:t>
            </a:r>
            <a:r>
              <a:rPr lang="en-US" altLang="zh-CN" sz="1200" b="0" dirty="0" err="1">
                <a:sym typeface="Wingdings" panose="05000000000000000000" pitchFamily="2" charset="2"/>
              </a:rPr>
              <a:t>aBS|bAS</a:t>
            </a:r>
            <a:r>
              <a:rPr lang="en-US" altLang="zh-CN" sz="1200" b="0" dirty="0">
                <a:sym typeface="Wingdings" panose="05000000000000000000" pitchFamily="2" charset="2"/>
              </a:rPr>
              <a:t>|</a:t>
            </a:r>
            <a:r>
              <a:rPr lang="en-US" altLang="zh-CN" sz="1200" b="1" dirty="0">
                <a:sym typeface="Symbol" panose="05050102010706020507" pitchFamily="18" charset="2"/>
              </a:rPr>
              <a:t></a:t>
            </a:r>
            <a:r>
              <a:rPr lang="zh-CN" altLang="en-US" sz="1200" b="0" dirty="0">
                <a:sym typeface="Symbol" panose="05050102010706020507" pitchFamily="18" charset="2"/>
              </a:rPr>
              <a:t>。</a:t>
            </a:r>
            <a:endParaRPr lang="en-US" altLang="zh-CN" sz="1200" b="0" dirty="0">
              <a:sym typeface="Symbol" panose="05050102010706020507" pitchFamily="18" charset="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3E0CB0-7C81-4F13-BB43-6685CB01EB5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20444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>
            <a:extLst>
              <a:ext uri="{FF2B5EF4-FFF2-40B4-BE49-F238E27FC236}">
                <a16:creationId xmlns:a16="http://schemas.microsoft.com/office/drawing/2014/main" id="{E5F1FC08-F766-4ED6-9FD6-854BDEEC5B8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备注占位符 2">
            <a:extLst>
              <a:ext uri="{FF2B5EF4-FFF2-40B4-BE49-F238E27FC236}">
                <a16:creationId xmlns:a16="http://schemas.microsoft.com/office/drawing/2014/main" id="{3AD77D36-4AAE-483B-B07A-F33F0545A6B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5604" name="灯片编号占位符 3">
            <a:extLst>
              <a:ext uri="{FF2B5EF4-FFF2-40B4-BE49-F238E27FC236}">
                <a16:creationId xmlns:a16="http://schemas.microsoft.com/office/drawing/2014/main" id="{27574801-9E93-45EB-BE50-85DC0A6FAE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50EE3ED-31E5-4FD0-B03D-6523DF631FF0}" type="slidenum">
              <a:rPr lang="zh-CN" altLang="en-US" sz="1200"/>
              <a:pPr/>
              <a:t>10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此题只有</a:t>
            </a:r>
            <a:r>
              <a:rPr lang="en-US" altLang="zh-CN" dirty="0"/>
              <a:t>L</a:t>
            </a:r>
            <a:r>
              <a:rPr lang="zh-CN" altLang="en-US" dirty="0"/>
              <a:t>有直接左递归。</a:t>
            </a:r>
            <a:r>
              <a:rPr lang="en-US" altLang="zh-CN" dirty="0"/>
              <a:t>S</a:t>
            </a:r>
            <a:r>
              <a:rPr lang="zh-CN" altLang="en-US" dirty="0"/>
              <a:t>没有直接左递归，</a:t>
            </a:r>
            <a:r>
              <a:rPr lang="en-US" altLang="zh-CN" dirty="0"/>
              <a:t>S</a:t>
            </a:r>
            <a:r>
              <a:rPr lang="zh-CN" altLang="en-US" dirty="0"/>
              <a:t>和</a:t>
            </a:r>
            <a:r>
              <a:rPr lang="en-US" altLang="zh-CN" dirty="0"/>
              <a:t>L</a:t>
            </a:r>
            <a:r>
              <a:rPr lang="zh-CN" altLang="en-US" dirty="0"/>
              <a:t>都没有间接左递归。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知识回顾：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间接左递归消除的一般算法要求不含回路和</a:t>
            </a:r>
            <a:r>
              <a:rPr lang="en-US" altLang="zh-CN" sz="1200" b="1" dirty="0">
                <a:sym typeface="Symbol" panose="05050102010706020507" pitchFamily="18" charset="2"/>
              </a:rPr>
              <a:t></a:t>
            </a:r>
            <a:r>
              <a:rPr lang="zh-CN" altLang="en-US" dirty="0"/>
              <a:t>产生式。通常三个以上的产生式才考虑用一般算法。少于三个产生式可直接观察是否有间接左递归，并把不含有</a:t>
            </a:r>
            <a:r>
              <a:rPr lang="en-US" altLang="zh-CN" sz="1200" b="1" dirty="0">
                <a:sym typeface="Symbol" panose="05050102010706020507" pitchFamily="18" charset="2"/>
              </a:rPr>
              <a:t></a:t>
            </a:r>
            <a:r>
              <a:rPr lang="zh-CN" altLang="en-US" dirty="0"/>
              <a:t>产生式的那个非终结符代换到其他产生式中。如</a:t>
            </a:r>
            <a:r>
              <a:rPr lang="en-US" altLang="zh-CN" dirty="0"/>
              <a:t>S-&gt;Aa, A-&gt;Sa|</a:t>
            </a:r>
            <a:r>
              <a:rPr lang="en-US" altLang="zh-CN" sz="1200" b="1" dirty="0">
                <a:sym typeface="Symbol" panose="05050102010706020507" pitchFamily="18" charset="2"/>
              </a:rPr>
              <a:t></a:t>
            </a:r>
            <a:r>
              <a:rPr lang="zh-CN" altLang="en-US" dirty="0"/>
              <a:t>，则应该把</a:t>
            </a:r>
            <a:r>
              <a:rPr lang="en-US" altLang="zh-CN" dirty="0"/>
              <a:t>S</a:t>
            </a:r>
            <a:r>
              <a:rPr lang="zh-CN" altLang="en-US" dirty="0"/>
              <a:t>代入</a:t>
            </a:r>
            <a:r>
              <a:rPr lang="en-US" altLang="zh-CN" dirty="0"/>
              <a:t>A</a:t>
            </a:r>
            <a:r>
              <a:rPr lang="zh-CN" altLang="en-US" dirty="0"/>
              <a:t>的产生式中，再消除</a:t>
            </a:r>
            <a:r>
              <a:rPr lang="en-US" altLang="zh-CN" dirty="0"/>
              <a:t>A</a:t>
            </a:r>
            <a:r>
              <a:rPr lang="zh-CN" altLang="en-US" dirty="0"/>
              <a:t>产生式的左递归。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有一种特殊的隐藏左递归，实际上是直接左递归，如</a:t>
            </a:r>
            <a:r>
              <a:rPr lang="en-US" altLang="zh-CN" dirty="0"/>
              <a:t>S-&gt;AS</a:t>
            </a:r>
            <a:r>
              <a:rPr lang="zh-CN" altLang="en-US" dirty="0"/>
              <a:t>，</a:t>
            </a:r>
            <a:r>
              <a:rPr lang="en-US" altLang="zh-CN" dirty="0"/>
              <a:t>A-&gt;</a:t>
            </a:r>
            <a:r>
              <a:rPr lang="en-US" altLang="zh-CN" sz="1200" b="1" dirty="0">
                <a:sym typeface="Symbol" panose="05050102010706020507" pitchFamily="18" charset="2"/>
              </a:rPr>
              <a:t></a:t>
            </a:r>
            <a:r>
              <a:rPr lang="zh-CN" altLang="en-US" sz="1200" b="0" dirty="0">
                <a:sym typeface="Symbol" panose="05050102010706020507" pitchFamily="18" charset="2"/>
              </a:rPr>
              <a:t>，很容易看出来，注意区分就行。</a:t>
            </a:r>
            <a:endParaRPr lang="en-US" altLang="zh-CN" sz="1200" b="0" dirty="0">
              <a:sym typeface="Symbol" panose="05050102010706020507" pitchFamily="18" charset="2"/>
            </a:endParaRPr>
          </a:p>
          <a:p>
            <a:endParaRPr lang="en-US" altLang="zh-CN" sz="1200" b="0" dirty="0">
              <a:sym typeface="Symbol" panose="05050102010706020507" pitchFamily="18" charset="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3E0CB0-7C81-4F13-BB43-6685CB01EB5E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06535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注意别忘了</a:t>
            </a:r>
            <a:r>
              <a:rPr kumimoji="1" lang="en-US" altLang="zh-CN" sz="1200" b="1" dirty="0">
                <a:sym typeface="Symbol" panose="05050102010706020507" pitchFamily="18" charset="2"/>
              </a:rPr>
              <a:t>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3E0CB0-7C81-4F13-BB43-6685CB01EB5E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60686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15D82330-3A52-49EF-914A-25C672DB365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D7E06190-98B1-4EBE-A74C-54F9F40865A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8487DC2B-E74A-46EA-A6BC-F1364D8409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62A265C3-41CE-4AE2-B11C-CF7A5110E5AC}" type="slidenum">
              <a:rPr lang="zh-CN" altLang="en-US" sz="1200"/>
              <a:pPr/>
              <a:t>17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>
            <a:extLst>
              <a:ext uri="{FF2B5EF4-FFF2-40B4-BE49-F238E27FC236}">
                <a16:creationId xmlns:a16="http://schemas.microsoft.com/office/drawing/2014/main" id="{8CAD5537-C860-4078-A612-B28AF09E4E0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备注占位符 2">
            <a:extLst>
              <a:ext uri="{FF2B5EF4-FFF2-40B4-BE49-F238E27FC236}">
                <a16:creationId xmlns:a16="http://schemas.microsoft.com/office/drawing/2014/main" id="{ECE0D900-8057-440D-B414-0C27D0BB7EF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9220" name="灯片编号占位符 3">
            <a:extLst>
              <a:ext uri="{FF2B5EF4-FFF2-40B4-BE49-F238E27FC236}">
                <a16:creationId xmlns:a16="http://schemas.microsoft.com/office/drawing/2014/main" id="{3CDE1757-188C-48C2-BF17-D04BADCA5B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C94B852-B371-4057-B4D4-A726168F9C7E}" type="slidenum">
              <a:rPr lang="zh-CN" altLang="en-US" sz="1200"/>
              <a:pPr/>
              <a:t>19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>
            <a:extLst>
              <a:ext uri="{FF2B5EF4-FFF2-40B4-BE49-F238E27FC236}">
                <a16:creationId xmlns:a16="http://schemas.microsoft.com/office/drawing/2014/main" id="{945D28EE-8333-4AEB-B7A9-C1D4DF25D3D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备注占位符 2">
            <a:extLst>
              <a:ext uri="{FF2B5EF4-FFF2-40B4-BE49-F238E27FC236}">
                <a16:creationId xmlns:a16="http://schemas.microsoft.com/office/drawing/2014/main" id="{B5F09ECA-DCB6-43D8-AE91-EA92CF51DB3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/>
              <a:t>Epsilon</a:t>
            </a:r>
            <a:r>
              <a:rPr lang="zh-CN" altLang="en-US"/>
              <a:t>不是文法符号</a:t>
            </a:r>
          </a:p>
        </p:txBody>
      </p:sp>
      <p:sp>
        <p:nvSpPr>
          <p:cNvPr id="16388" name="灯片编号占位符 3">
            <a:extLst>
              <a:ext uri="{FF2B5EF4-FFF2-40B4-BE49-F238E27FC236}">
                <a16:creationId xmlns:a16="http://schemas.microsoft.com/office/drawing/2014/main" id="{D790E06F-FB37-472A-8C06-AE9927866B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410AA329-A5FA-427F-8BD1-CDCF7F9915BD}" type="slidenum">
              <a:rPr lang="zh-CN" altLang="en-US" sz="1200"/>
              <a:pPr/>
              <a:t>31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>
            <a:extLst>
              <a:ext uri="{FF2B5EF4-FFF2-40B4-BE49-F238E27FC236}">
                <a16:creationId xmlns:a16="http://schemas.microsoft.com/office/drawing/2014/main" id="{9C94B7A1-7D74-4B9F-8B8B-2D9F6B023B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备注占位符 2">
            <a:extLst>
              <a:ext uri="{FF2B5EF4-FFF2-40B4-BE49-F238E27FC236}">
                <a16:creationId xmlns:a16="http://schemas.microsoft.com/office/drawing/2014/main" id="{48C73A48-7F11-49F7-972F-C55A0768725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33796" name="灯片编号占位符 3">
            <a:extLst>
              <a:ext uri="{FF2B5EF4-FFF2-40B4-BE49-F238E27FC236}">
                <a16:creationId xmlns:a16="http://schemas.microsoft.com/office/drawing/2014/main" id="{80F7B68F-6290-4A58-9D1D-BD1D50134D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4F0D2755-FB6D-4261-989B-D7B987A4CA46}" type="slidenum">
              <a:rPr lang="zh-CN" altLang="en-US" sz="1200"/>
              <a:pPr/>
              <a:t>47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>
            <a:extLst>
              <a:ext uri="{FF2B5EF4-FFF2-40B4-BE49-F238E27FC236}">
                <a16:creationId xmlns:a16="http://schemas.microsoft.com/office/drawing/2014/main" id="{CDF648E9-CD4F-4AA0-B150-B5E65EB7330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备注占位符 2">
            <a:extLst>
              <a:ext uri="{FF2B5EF4-FFF2-40B4-BE49-F238E27FC236}">
                <a16:creationId xmlns:a16="http://schemas.microsoft.com/office/drawing/2014/main" id="{10F5A0D6-FE36-45E7-B410-E7D82DA3649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35844" name="灯片编号占位符 3">
            <a:extLst>
              <a:ext uri="{FF2B5EF4-FFF2-40B4-BE49-F238E27FC236}">
                <a16:creationId xmlns:a16="http://schemas.microsoft.com/office/drawing/2014/main" id="{DED199E1-B6D7-4DD9-AAA6-5D18A343DF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DB3F377F-2AE7-4133-9E57-50B02AD06852}" type="slidenum">
              <a:rPr lang="zh-CN" altLang="en-US" sz="1200"/>
              <a:pPr/>
              <a:t>48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少画了一个</a:t>
            </a:r>
            <a:r>
              <a:rPr lang="en-US" altLang="zh-CN" dirty="0"/>
              <a:t>I10</a:t>
            </a:r>
            <a:r>
              <a:rPr lang="zh-CN" altLang="en-US" dirty="0"/>
              <a:t>，笔误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3E0CB0-7C81-4F13-BB43-6685CB01EB5E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3395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>
            <a:extLst>
              <a:ext uri="{FF2B5EF4-FFF2-40B4-BE49-F238E27FC236}">
                <a16:creationId xmlns:a16="http://schemas.microsoft.com/office/drawing/2014/main" id="{DD40E2EA-35BA-4B3C-BE3D-74625D1386E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备注占位符 2">
            <a:extLst>
              <a:ext uri="{FF2B5EF4-FFF2-40B4-BE49-F238E27FC236}">
                <a16:creationId xmlns:a16="http://schemas.microsoft.com/office/drawing/2014/main" id="{B9B89869-C6A6-4553-BAD1-D3DA459CF52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/>
              <a:t>怎样解决冲突要说明，解决冲突后要修改分析表。</a:t>
            </a:r>
          </a:p>
        </p:txBody>
      </p:sp>
      <p:sp>
        <p:nvSpPr>
          <p:cNvPr id="44036" name="灯片编号占位符 3">
            <a:extLst>
              <a:ext uri="{FF2B5EF4-FFF2-40B4-BE49-F238E27FC236}">
                <a16:creationId xmlns:a16="http://schemas.microsoft.com/office/drawing/2014/main" id="{F87216F3-0EC4-42B1-AD15-49BF812B88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D6B77D6B-BCC2-42AE-A1AE-12BB52751D6F}" type="slidenum">
              <a:rPr lang="zh-CN" altLang="en-US" sz="1200"/>
              <a:pPr/>
              <a:t>55</a:t>
            </a:fld>
            <a:endParaRPr lang="zh-CN" alt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2045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6B629830-5336-4949-A8B2-948D6B2F12A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56" r="10656"/>
          <a:stretch/>
        </p:blipFill>
        <p:spPr>
          <a:xfrm>
            <a:off x="0" y="0"/>
            <a:ext cx="9144000" cy="293448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41494"/>
            <a:ext cx="7772400" cy="2192151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966310"/>
            <a:ext cx="6858000" cy="936951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7E01A93-E996-4DF8-B9CC-4F6E64C77D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293448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A073C2C-F4A7-E747-89C6-765D4C492D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2934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485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D20E6C-FB89-68E9-164A-0E504C4D3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5C4F8-472E-4EDB-B24C-DFB9E35047CE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6A6C13-CFA3-3AF6-23F4-C8246972D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E45253-17F5-89F1-7504-AB07B9F23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38479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B14192-683D-1581-6D26-BAED78CAF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40B6B-2041-4FB5-98A4-A1172944FA8E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07685F-6B1C-E4EB-B539-2D58EFF01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AF35F3-E92D-A082-789F-7BFB914AD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0012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277471"/>
            <a:ext cx="3886200" cy="489949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277471"/>
            <a:ext cx="3886200" cy="489949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BFD82A0-7840-7755-32E2-A8F55C673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AD106-6B78-4081-A645-4C051B894624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AD4C86-0ED8-3291-4FEE-49B049C75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42D2E87-E949-6548-4F81-945728DFB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203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318094"/>
            <a:ext cx="3868340" cy="4703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924287"/>
            <a:ext cx="3868340" cy="426537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318094"/>
            <a:ext cx="3887391" cy="4703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1924287"/>
            <a:ext cx="3887391" cy="426537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9226026-9100-429E-A7E2-D154A72B4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9136"/>
            <a:ext cx="7886700" cy="95313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189DA9E-6D2C-ECFE-516A-4D7CBF5DE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F31B2-9C51-440B-AF18-84BDDFF52DC3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84D214C7-BE70-775E-3184-699E828CA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4E63B42C-0A8D-3187-C6A2-EC53CC68F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75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F910E3A-F2ED-EEF4-F254-EC2E311F2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7FB8C-CA2D-4385-8BAC-39B2289377FC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2EB21E9-A4F5-FC64-1354-7982178B2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B089F21-B949-2FD1-743C-8877F7981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04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F0BF46A-E386-812F-0D08-5F8229156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F4916-C82E-4E26-B0E5-11BE0AF8D967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F34F61A-207B-527E-FBEF-08F5D67B5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0BB434-81FB-B74A-0CBE-68F34BF44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5869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137692"/>
            <a:ext cx="2949178" cy="1143000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04851"/>
            <a:ext cx="4629150" cy="5156201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800"/>
            </a:lvl1pPr>
            <a:lvl2pPr>
              <a:lnSpc>
                <a:spcPct val="100000"/>
              </a:lnSpc>
              <a:defRPr sz="24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1800"/>
            </a:lvl4pPr>
            <a:lvl5pPr>
              <a:lnSpc>
                <a:spcPct val="100000"/>
              </a:lnSpc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371602"/>
            <a:ext cx="2949178" cy="44973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CD298AE-E700-D985-6042-9D007D8F3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BFBB5-B58B-4084-AE14-1FADC3CF13D3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258D42-CF72-34ED-F56F-AE9B813E9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BDFD631-A3E9-165A-35DB-0DEA1F6E9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4563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14376"/>
            <a:ext cx="4629150" cy="5146676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381127"/>
            <a:ext cx="2949178" cy="44878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72FE7C6-2AD9-404C-A485-6AF34B753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137692"/>
            <a:ext cx="2949178" cy="1143000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781ADDD-B50D-2265-4F73-7D94A8CAC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82CB0-E0CE-49A2-B5A1-8AB26E1DEBAF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7C0C95-F80D-C1E1-CCD9-FED7EC490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1A04C7-B65F-289E-E03D-12535DA8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1292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58B23B-E63C-7924-6739-DE03BC374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B4AE-4458-4A7D-ACF4-972948E45529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DDC46F-A2C9-DCCE-53CA-FD68C17AB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E5539E-CDF7-804D-9506-F8F808768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3307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B09B39-3007-BEB7-B5AD-FF5977A94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4C838-BCED-4D8F-92A2-6E8D52597621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C64B84-DDCA-A2A7-6AF5-422C28B87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739592-4F64-1117-E412-90F331462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17433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9" y="214314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DFF38CD5-A72C-F759-0789-EEDBD4DE3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C81B5-E989-47CC-AA27-19D102F52725}" type="datetime2">
              <a:rPr lang="zh-CN" altLang="en-US" smtClean="0"/>
              <a:t>2025年4月30日</a:t>
            </a:fld>
            <a:endParaRPr lang="zh-CN" altLang="en-US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538FBA95-D414-F06C-DB52-00D94A9C9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8FA977F0-2D4E-D075-7789-0395E8EE4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A42F9-28C5-430D-AF9B-33B7DE4929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5532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9" y="214314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9A8814B-8A88-C255-1CC9-3C519F1E8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B597D46-234D-4A75-96F8-963E11E29C13}" type="datetime2">
              <a:rPr lang="zh-CN" altLang="en-US" smtClean="0"/>
              <a:t>2025年4月30日</a:t>
            </a:fld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89516C1-45F7-9ADE-2F07-8A46D2457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A007FEB-0C75-86B7-2DB2-264DC6B13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2B1A2-CC3D-4343-A3F5-277536B55DC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46032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20F3958B-01C0-0A96-68C9-F7752383FD9A}"/>
              </a:ext>
            </a:extLst>
          </p:cNvPr>
          <p:cNvSpPr/>
          <p:nvPr/>
        </p:nvSpPr>
        <p:spPr>
          <a:xfrm>
            <a:off x="0" y="0"/>
            <a:ext cx="9144000" cy="229128"/>
          </a:xfrm>
          <a:prstGeom prst="rect">
            <a:avLst/>
          </a:prstGeom>
          <a:gradFill flip="none" rotWithShape="1">
            <a:gsLst>
              <a:gs pos="0">
                <a:srgbClr val="3A7B9F">
                  <a:lumMod val="89000"/>
                </a:srgbClr>
              </a:gs>
              <a:gs pos="23000">
                <a:srgbClr val="3A7B9F">
                  <a:lumMod val="89000"/>
                </a:srgbClr>
              </a:gs>
              <a:gs pos="69000">
                <a:srgbClr val="316886">
                  <a:lumMod val="75000"/>
                </a:srgbClr>
              </a:gs>
              <a:gs pos="97000">
                <a:srgbClr val="2E617D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D5E4ABF-DD54-6BBA-BAC2-E1D45644836D}"/>
              </a:ext>
            </a:extLst>
          </p:cNvPr>
          <p:cNvCxnSpPr/>
          <p:nvPr/>
        </p:nvCxnSpPr>
        <p:spPr>
          <a:xfrm>
            <a:off x="0" y="229136"/>
            <a:ext cx="9144000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29136"/>
            <a:ext cx="7886700" cy="953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257300"/>
            <a:ext cx="7886700" cy="4919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箭头: 五边形 6">
            <a:extLst>
              <a:ext uri="{FF2B5EF4-FFF2-40B4-BE49-F238E27FC236}">
                <a16:creationId xmlns:a16="http://schemas.microsoft.com/office/drawing/2014/main" id="{6CBCA317-D25B-4606-AB40-B04900150411}"/>
              </a:ext>
            </a:extLst>
          </p:cNvPr>
          <p:cNvSpPr/>
          <p:nvPr/>
        </p:nvSpPr>
        <p:spPr>
          <a:xfrm>
            <a:off x="0" y="365136"/>
            <a:ext cx="628650" cy="681135"/>
          </a:xfrm>
          <a:prstGeom prst="homePlate">
            <a:avLst/>
          </a:prstGeom>
          <a:gradFill flip="none" rotWithShape="1">
            <a:gsLst>
              <a:gs pos="0">
                <a:srgbClr val="3A7B9F">
                  <a:lumMod val="89000"/>
                </a:srgbClr>
              </a:gs>
              <a:gs pos="23000">
                <a:srgbClr val="3A7B9F">
                  <a:lumMod val="89000"/>
                </a:srgbClr>
              </a:gs>
              <a:gs pos="69000">
                <a:srgbClr val="316886">
                  <a:lumMod val="75000"/>
                </a:srgbClr>
              </a:gs>
              <a:gs pos="97000">
                <a:srgbClr val="2E617D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97360822-865F-4201-A117-CC1E539ED999}"/>
              </a:ext>
            </a:extLst>
          </p:cNvPr>
          <p:cNvSpPr/>
          <p:nvPr/>
        </p:nvSpPr>
        <p:spPr>
          <a:xfrm>
            <a:off x="0" y="365128"/>
            <a:ext cx="628650" cy="681135"/>
          </a:xfrm>
          <a:prstGeom prst="homePlate">
            <a:avLst/>
          </a:prstGeom>
          <a:gradFill flip="none" rotWithShape="1">
            <a:gsLst>
              <a:gs pos="0">
                <a:srgbClr val="3A7B9F">
                  <a:lumMod val="89000"/>
                </a:srgbClr>
              </a:gs>
              <a:gs pos="23000">
                <a:srgbClr val="3A7B9F">
                  <a:lumMod val="89000"/>
                </a:srgbClr>
              </a:gs>
              <a:gs pos="69000">
                <a:srgbClr val="316886">
                  <a:lumMod val="75000"/>
                </a:srgbClr>
              </a:gs>
              <a:gs pos="97000">
                <a:srgbClr val="2E617D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345553-EF4A-DBDE-C790-A708CC05CA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10800"/>
            <a:ext cx="3086100" cy="18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1023F4F9-B6BF-0026-295C-0157F77F36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56000" y="10800"/>
            <a:ext cx="2057400" cy="18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80115C-8837-19E6-64B4-FBB7C7E3D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2400" y="10800"/>
            <a:ext cx="2059200" cy="18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9FA8B1D4-28DC-4CF7-A235-B44CF57C30DD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11" name="箭头: 五边形 10">
            <a:extLst>
              <a:ext uri="{FF2B5EF4-FFF2-40B4-BE49-F238E27FC236}">
                <a16:creationId xmlns:a16="http://schemas.microsoft.com/office/drawing/2014/main" id="{3514D175-70C9-2527-5442-60BBAF66FE8D}"/>
              </a:ext>
            </a:extLst>
          </p:cNvPr>
          <p:cNvSpPr/>
          <p:nvPr userDrawn="1"/>
        </p:nvSpPr>
        <p:spPr>
          <a:xfrm>
            <a:off x="0" y="365128"/>
            <a:ext cx="628650" cy="681135"/>
          </a:xfrm>
          <a:prstGeom prst="homePlate">
            <a:avLst/>
          </a:prstGeom>
          <a:gradFill flip="none" rotWithShape="1">
            <a:gsLst>
              <a:gs pos="0">
                <a:srgbClr val="3A7B9F">
                  <a:lumMod val="89000"/>
                </a:srgbClr>
              </a:gs>
              <a:gs pos="23000">
                <a:srgbClr val="3A7B9F">
                  <a:lumMod val="89000"/>
                </a:srgbClr>
              </a:gs>
              <a:gs pos="69000">
                <a:srgbClr val="316886">
                  <a:lumMod val="75000"/>
                </a:srgbClr>
              </a:gs>
              <a:gs pos="97000">
                <a:srgbClr val="2E617D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03215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DC3515-54D4-4A44-A409-1AD3C10C63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第三章 语法分析</a:t>
            </a:r>
            <a:r>
              <a:rPr lang="en-US" altLang="zh-CN" dirty="0"/>
              <a:t>-</a:t>
            </a:r>
            <a:r>
              <a:rPr lang="zh-CN" altLang="en-US" dirty="0"/>
              <a:t>作业</a:t>
            </a:r>
            <a:endParaRPr lang="zh-CN" altLang="en-US" sz="36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9F7C19A-4716-4FDA-9AAE-2A3CD35E52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altLang="zh-CN" sz="1800" dirty="0"/>
          </a:p>
          <a:p>
            <a:r>
              <a:rPr lang="zh-CN" altLang="en-US" sz="1800" dirty="0"/>
              <a:t>中国海洋大学 计算机系 王欣捷</a:t>
            </a:r>
            <a:endParaRPr lang="en-US" altLang="zh-CN" sz="1800" dirty="0"/>
          </a:p>
          <a:p>
            <a:r>
              <a:rPr lang="en-US" altLang="zh-CN" sz="1800" dirty="0"/>
              <a:t>wangxinjie@ouc.edu.cn</a:t>
            </a:r>
            <a:endParaRPr lang="zh-CN" altLang="en-US" sz="18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B9EEABF-8F2E-4A8A-9369-F41B0C31DBC7}"/>
              </a:ext>
            </a:extLst>
          </p:cNvPr>
          <p:cNvSpPr txBox="1"/>
          <p:nvPr/>
        </p:nvSpPr>
        <p:spPr>
          <a:xfrm>
            <a:off x="3363977" y="3105834"/>
            <a:ext cx="24160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bg1"/>
                </a:solidFill>
              </a:rPr>
              <a:t>编 译 原 理</a:t>
            </a:r>
          </a:p>
        </p:txBody>
      </p:sp>
    </p:spTree>
    <p:extLst>
      <p:ext uri="{BB962C8B-B14F-4D97-AF65-F5344CB8AC3E}">
        <p14:creationId xmlns:p14="http://schemas.microsoft.com/office/powerpoint/2010/main" val="2470898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1CA8BBB3-4C72-4D69-8E7E-A35DC27BE5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第三章 作业</a:t>
            </a:r>
            <a:r>
              <a:rPr lang="en-US" altLang="zh-CN"/>
              <a:t>1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1E5AEAAE-5DDE-4C1A-BC01-778DF39414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dirty="0"/>
              <a:t>1.</a:t>
            </a:r>
            <a:r>
              <a:rPr lang="en-US" altLang="zh-CN" dirty="0"/>
              <a:t> </a:t>
            </a:r>
            <a:r>
              <a:rPr lang="zh-CN" altLang="en-US" dirty="0"/>
              <a:t>文法 </a:t>
            </a:r>
            <a:r>
              <a:rPr lang="en-US" altLang="zh-CN" b="1" i="1" dirty="0" err="1"/>
              <a:t>S</a:t>
            </a:r>
            <a:r>
              <a:rPr lang="en-US" altLang="zh-CN" b="1" dirty="0" err="1">
                <a:sym typeface="Symbol" panose="05050102010706020507" pitchFamily="18" charset="2"/>
              </a:rPr>
              <a:t></a:t>
            </a:r>
            <a:r>
              <a:rPr lang="en-US" altLang="zh-CN" b="1" i="1" dirty="0" err="1">
                <a:sym typeface="Symbol" panose="05050102010706020507" pitchFamily="18" charset="2"/>
              </a:rPr>
              <a:t>aSbS</a:t>
            </a:r>
            <a:r>
              <a:rPr lang="en-US" altLang="zh-CN" b="1" dirty="0">
                <a:sym typeface="Symbol" panose="05050102010706020507" pitchFamily="18" charset="2"/>
              </a:rPr>
              <a:t> | </a:t>
            </a:r>
            <a:r>
              <a:rPr lang="en-US" altLang="zh-CN" b="1" i="1" dirty="0" err="1">
                <a:sym typeface="Symbol" panose="05050102010706020507" pitchFamily="18" charset="2"/>
              </a:rPr>
              <a:t>bSaS</a:t>
            </a:r>
            <a:r>
              <a:rPr lang="en-US" altLang="zh-CN" b="1" dirty="0">
                <a:sym typeface="Symbol" panose="05050102010706020507" pitchFamily="18" charset="2"/>
              </a:rPr>
              <a:t> | </a:t>
            </a:r>
            <a:r>
              <a:rPr lang="en-US" altLang="zh-CN" b="1" i="1" dirty="0">
                <a:sym typeface="Symbol" panose="05050102010706020507" pitchFamily="18" charset="2"/>
              </a:rPr>
              <a:t>    </a:t>
            </a:r>
            <a:r>
              <a:rPr lang="en-US" altLang="zh-CN" b="1" dirty="0">
                <a:sym typeface="Symbol" panose="05050102010706020507" pitchFamily="18" charset="2"/>
              </a:rPr>
              <a:t>(P103/3.2)</a:t>
            </a:r>
          </a:p>
          <a:p>
            <a:pPr lvl="1" eaLnBrk="1" hangingPunct="1"/>
            <a:r>
              <a:rPr lang="zh-CN" altLang="en-US" dirty="0"/>
              <a:t>为句子</a:t>
            </a:r>
            <a:r>
              <a:rPr lang="en-US" altLang="zh-CN" b="1" i="1" dirty="0" err="1"/>
              <a:t>abab</a:t>
            </a:r>
            <a:r>
              <a:rPr lang="zh-CN" altLang="en-US" dirty="0"/>
              <a:t>构造两个不同的最左推导，以此说明文法二义。</a:t>
            </a:r>
          </a:p>
          <a:p>
            <a:pPr lvl="1" eaLnBrk="1" hangingPunct="1"/>
            <a:r>
              <a:rPr lang="zh-CN" altLang="en-US" dirty="0"/>
              <a:t>为句子</a:t>
            </a:r>
            <a:r>
              <a:rPr lang="en-US" altLang="zh-CN" b="1" i="1" dirty="0" err="1"/>
              <a:t>abab</a:t>
            </a:r>
            <a:r>
              <a:rPr lang="zh-CN" altLang="en-US" dirty="0"/>
              <a:t>构造一个最右推导</a:t>
            </a:r>
          </a:p>
          <a:p>
            <a:pPr lvl="1" eaLnBrk="1" hangingPunct="1"/>
            <a:r>
              <a:rPr lang="zh-CN" altLang="en-US" dirty="0"/>
              <a:t>为</a:t>
            </a:r>
            <a:r>
              <a:rPr lang="en-US" altLang="zh-CN" b="1" i="1" dirty="0" err="1"/>
              <a:t>abab</a:t>
            </a:r>
            <a:r>
              <a:rPr lang="zh-CN" altLang="en-US" dirty="0"/>
              <a:t>构造对应的分析树</a:t>
            </a:r>
          </a:p>
          <a:p>
            <a:pPr lvl="1" eaLnBrk="1" hangingPunct="1"/>
            <a:r>
              <a:rPr lang="zh-CN" altLang="en-US" dirty="0"/>
              <a:t>该文法产生的语言是什么？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5103CEB-39B7-6379-611D-902465D0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128C5-D293-4B0A-830B-414AE50F7614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2662E11-3B60-7D89-77BD-3CE1288D7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5AF1F3-8B61-004C-7DAE-892AF1296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8F14AA27-D4C7-4BA0-A7AF-E34B87A2F8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第三章 作业</a:t>
            </a:r>
            <a:r>
              <a:rPr lang="en-US" altLang="zh-CN"/>
              <a:t>1</a:t>
            </a:r>
          </a:p>
        </p:txBody>
      </p:sp>
      <p:sp>
        <p:nvSpPr>
          <p:cNvPr id="630787" name="Rectangle 3">
            <a:extLst>
              <a:ext uri="{FF2B5EF4-FFF2-40B4-BE49-F238E27FC236}">
                <a16:creationId xmlns:a16="http://schemas.microsoft.com/office/drawing/2014/main" id="{CE2C33B2-7CB8-48A0-8C3E-2413CCD5F5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dirty="0"/>
              <a:t>P103 3.2 </a:t>
            </a:r>
            <a:r>
              <a:rPr lang="zh-CN" altLang="en-US" sz="2400" dirty="0"/>
              <a:t>文法 </a:t>
            </a:r>
            <a:r>
              <a:rPr lang="en-US" altLang="zh-CN" sz="2400" b="1" i="1" dirty="0" err="1"/>
              <a:t>S</a:t>
            </a:r>
            <a:r>
              <a:rPr lang="en-US" altLang="zh-CN" sz="2400" b="1" dirty="0" err="1">
                <a:sym typeface="Symbol" panose="05050102010706020507" pitchFamily="18" charset="2"/>
              </a:rPr>
              <a:t></a:t>
            </a:r>
            <a:r>
              <a:rPr lang="en-US" altLang="zh-CN" sz="2400" b="1" i="1" dirty="0" err="1">
                <a:sym typeface="Symbol" panose="05050102010706020507" pitchFamily="18" charset="2"/>
              </a:rPr>
              <a:t>aSbS</a:t>
            </a:r>
            <a:r>
              <a:rPr lang="en-US" altLang="zh-CN" sz="2400" b="1" dirty="0">
                <a:sym typeface="Symbol" panose="05050102010706020507" pitchFamily="18" charset="2"/>
              </a:rPr>
              <a:t> | </a:t>
            </a:r>
            <a:r>
              <a:rPr lang="en-US" altLang="zh-CN" sz="2400" b="1" i="1" dirty="0" err="1">
                <a:sym typeface="Symbol" panose="05050102010706020507" pitchFamily="18" charset="2"/>
              </a:rPr>
              <a:t>bSaS</a:t>
            </a:r>
            <a:r>
              <a:rPr lang="en-US" altLang="zh-CN" sz="2400" b="1" dirty="0">
                <a:sym typeface="Symbol" panose="05050102010706020507" pitchFamily="18" charset="2"/>
              </a:rPr>
              <a:t> | </a:t>
            </a:r>
            <a:r>
              <a:rPr lang="en-US" altLang="zh-CN" sz="2400" b="1" i="1" dirty="0">
                <a:sym typeface="Symbol" panose="05050102010706020507" pitchFamily="18" charset="2"/>
              </a:rPr>
              <a:t>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400" b="1" i="1" dirty="0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sym typeface="Symbol" panose="05050102010706020507" pitchFamily="18" charset="2"/>
              </a:rPr>
              <a:t>（</a:t>
            </a:r>
            <a:r>
              <a:rPr lang="en-US" altLang="zh-CN" sz="2400" b="1" dirty="0">
                <a:sym typeface="Symbol" panose="05050102010706020507" pitchFamily="18" charset="2"/>
              </a:rPr>
              <a:t>a</a:t>
            </a:r>
            <a:r>
              <a:rPr lang="zh-CN" altLang="en-US" sz="2400" b="1" dirty="0">
                <a:sym typeface="Symbol" panose="05050102010706020507" pitchFamily="18" charset="2"/>
              </a:rPr>
              <a:t>）</a:t>
            </a:r>
            <a:r>
              <a:rPr lang="en-US" altLang="zh-CN" sz="2400" b="1" i="1" dirty="0" err="1">
                <a:sym typeface="Symbol" panose="05050102010706020507" pitchFamily="18" charset="2"/>
              </a:rPr>
              <a:t>abab</a:t>
            </a:r>
            <a:r>
              <a:rPr lang="zh-CN" altLang="en-US" sz="2400" dirty="0">
                <a:sym typeface="Symbol" panose="05050102010706020507" pitchFamily="18" charset="2"/>
              </a:rPr>
              <a:t>的两个最左推导：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i="1" dirty="0">
                <a:sym typeface="Symbol" panose="05050102010706020507" pitchFamily="18" charset="2"/>
              </a:rPr>
              <a:t>S </a:t>
            </a:r>
            <a:r>
              <a:rPr lang="en-US" altLang="zh-CN" sz="2400" dirty="0">
                <a:sym typeface="Symbol" panose="05050102010706020507" pitchFamily="18" charset="2"/>
              </a:rPr>
              <a:t></a:t>
            </a:r>
            <a:r>
              <a:rPr lang="en-US" altLang="zh-CN" sz="2400" b="1" i="1" baseline="-25000" dirty="0" err="1">
                <a:sym typeface="Symbol" panose="05050102010706020507" pitchFamily="18" charset="2"/>
              </a:rPr>
              <a:t>lm</a:t>
            </a:r>
            <a:r>
              <a:rPr lang="en-US" altLang="zh-CN" sz="2400" b="1" i="1" baseline="-25000" dirty="0">
                <a:sym typeface="Symbol" panose="05050102010706020507" pitchFamily="18" charset="2"/>
              </a:rPr>
              <a:t> </a:t>
            </a:r>
            <a:r>
              <a:rPr lang="en-US" altLang="zh-CN" sz="2400" b="1" i="1" dirty="0" err="1">
                <a:sym typeface="Symbol" panose="05050102010706020507" pitchFamily="18" charset="2"/>
              </a:rPr>
              <a:t>a</a:t>
            </a:r>
            <a:r>
              <a:rPr lang="en-US" altLang="zh-CN" sz="2400" b="1" i="1" dirty="0" err="1">
                <a:solidFill>
                  <a:schemeClr val="accent2"/>
                </a:solidFill>
                <a:sym typeface="Symbol" panose="05050102010706020507" pitchFamily="18" charset="2"/>
              </a:rPr>
              <a:t>S</a:t>
            </a:r>
            <a:r>
              <a:rPr lang="en-US" altLang="zh-CN" sz="2400" b="1" i="1" dirty="0" err="1">
                <a:sym typeface="Symbol" panose="05050102010706020507" pitchFamily="18" charset="2"/>
              </a:rPr>
              <a:t>bS</a:t>
            </a:r>
            <a:r>
              <a:rPr lang="en-US" altLang="zh-CN" sz="2400" dirty="0">
                <a:sym typeface="Symbol" panose="05050102010706020507" pitchFamily="18" charset="2"/>
              </a:rPr>
              <a:t> </a:t>
            </a:r>
            <a:r>
              <a:rPr lang="en-US" altLang="zh-CN" sz="2400" b="1" i="1" baseline="-25000" dirty="0" err="1">
                <a:sym typeface="Symbol" panose="05050102010706020507" pitchFamily="18" charset="2"/>
              </a:rPr>
              <a:t>lm</a:t>
            </a:r>
            <a:r>
              <a:rPr lang="en-US" altLang="zh-CN" sz="2400" b="1" i="1" baseline="-25000" dirty="0">
                <a:sym typeface="Symbol" panose="05050102010706020507" pitchFamily="18" charset="2"/>
              </a:rPr>
              <a:t> </a:t>
            </a:r>
            <a:r>
              <a:rPr lang="en-US" altLang="zh-CN" sz="2400" b="1" i="1" dirty="0" err="1">
                <a:sym typeface="Symbol" panose="05050102010706020507" pitchFamily="18" charset="2"/>
              </a:rPr>
              <a:t>a</a:t>
            </a:r>
            <a:r>
              <a:rPr lang="en-US" altLang="zh-CN" sz="2400" b="1" i="1" dirty="0" err="1">
                <a:solidFill>
                  <a:schemeClr val="accent2"/>
                </a:solidFill>
                <a:sym typeface="Symbol" panose="05050102010706020507" pitchFamily="18" charset="2"/>
              </a:rPr>
              <a:t>bSaS</a:t>
            </a:r>
            <a:r>
              <a:rPr lang="en-US" altLang="zh-CN" sz="2400" b="1" i="1" dirty="0" err="1">
                <a:sym typeface="Symbol" panose="05050102010706020507" pitchFamily="18" charset="2"/>
              </a:rPr>
              <a:t>bS</a:t>
            </a:r>
            <a:r>
              <a:rPr lang="en-US" altLang="zh-CN" sz="2400" b="1" i="1" dirty="0"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</a:t>
            </a:r>
            <a:r>
              <a:rPr lang="en-US" altLang="zh-CN" sz="2400" b="1" i="1" baseline="-25000" dirty="0" err="1">
                <a:sym typeface="Symbol" panose="05050102010706020507" pitchFamily="18" charset="2"/>
              </a:rPr>
              <a:t>lm</a:t>
            </a:r>
            <a:r>
              <a:rPr lang="en-US" altLang="zh-CN" sz="2400" b="1" i="1" baseline="-25000" dirty="0">
                <a:sym typeface="Symbol" panose="05050102010706020507" pitchFamily="18" charset="2"/>
              </a:rPr>
              <a:t> </a:t>
            </a:r>
            <a:r>
              <a:rPr lang="en-US" altLang="zh-CN" sz="2400" b="1" i="1" dirty="0" err="1">
                <a:sym typeface="Symbol" panose="05050102010706020507" pitchFamily="18" charset="2"/>
              </a:rPr>
              <a:t>a</a:t>
            </a:r>
            <a:r>
              <a:rPr lang="en-US" altLang="zh-CN" sz="2400" b="1" i="1" dirty="0" err="1">
                <a:solidFill>
                  <a:schemeClr val="accent2"/>
                </a:solidFill>
                <a:sym typeface="Symbol" panose="05050102010706020507" pitchFamily="18" charset="2"/>
              </a:rPr>
              <a:t>baS</a:t>
            </a:r>
            <a:r>
              <a:rPr lang="en-US" altLang="zh-CN" sz="2400" b="1" i="1" dirty="0" err="1">
                <a:sym typeface="Symbol" panose="05050102010706020507" pitchFamily="18" charset="2"/>
              </a:rPr>
              <a:t>bS</a:t>
            </a:r>
            <a:r>
              <a:rPr lang="en-US" altLang="zh-CN" sz="2400" b="1" i="1" dirty="0"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</a:t>
            </a:r>
            <a:r>
              <a:rPr lang="en-US" altLang="zh-CN" sz="2400" b="1" i="1" baseline="-25000" dirty="0" err="1">
                <a:sym typeface="Symbol" panose="05050102010706020507" pitchFamily="18" charset="2"/>
              </a:rPr>
              <a:t>lm</a:t>
            </a:r>
            <a:r>
              <a:rPr lang="en-US" altLang="zh-CN" sz="2400" b="1" i="1" baseline="-25000" dirty="0">
                <a:sym typeface="Symbol" panose="05050102010706020507" pitchFamily="18" charset="2"/>
              </a:rPr>
              <a:t> </a:t>
            </a:r>
            <a:r>
              <a:rPr lang="en-US" altLang="zh-CN" sz="2400" b="1" i="1" dirty="0" err="1">
                <a:sym typeface="Symbol" panose="05050102010706020507" pitchFamily="18" charset="2"/>
              </a:rPr>
              <a:t>a</a:t>
            </a:r>
            <a:r>
              <a:rPr lang="en-US" altLang="zh-CN" sz="2400" b="1" i="1" dirty="0" err="1">
                <a:solidFill>
                  <a:schemeClr val="accent2"/>
                </a:solidFill>
                <a:sym typeface="Symbol" panose="05050102010706020507" pitchFamily="18" charset="2"/>
              </a:rPr>
              <a:t>ba</a:t>
            </a:r>
            <a:r>
              <a:rPr lang="en-US" altLang="zh-CN" sz="2400" b="1" i="1" dirty="0" err="1">
                <a:sym typeface="Symbol" panose="05050102010706020507" pitchFamily="18" charset="2"/>
              </a:rPr>
              <a:t>bS</a:t>
            </a:r>
            <a:r>
              <a:rPr lang="en-US" altLang="zh-CN" sz="2400" b="1" i="1" dirty="0"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</a:t>
            </a:r>
            <a:r>
              <a:rPr lang="en-US" altLang="zh-CN" sz="2400" b="1" i="1" baseline="-25000" dirty="0" err="1">
                <a:sym typeface="Symbol" panose="05050102010706020507" pitchFamily="18" charset="2"/>
              </a:rPr>
              <a:t>lm</a:t>
            </a:r>
            <a:r>
              <a:rPr lang="en-US" altLang="zh-CN" sz="2400" b="1" i="1" baseline="-25000" dirty="0">
                <a:sym typeface="Symbol" panose="05050102010706020507" pitchFamily="18" charset="2"/>
              </a:rPr>
              <a:t> </a:t>
            </a:r>
            <a:r>
              <a:rPr lang="en-US" altLang="zh-CN" sz="2400" b="1" i="1" dirty="0" err="1">
                <a:sym typeface="Symbol" panose="05050102010706020507" pitchFamily="18" charset="2"/>
              </a:rPr>
              <a:t>abab</a:t>
            </a:r>
            <a:endParaRPr lang="en-US" altLang="zh-CN" sz="2400" b="1" i="1" dirty="0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400" b="1" i="1" dirty="0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i="1" dirty="0">
                <a:sym typeface="Symbol" panose="05050102010706020507" pitchFamily="18" charset="2"/>
              </a:rPr>
              <a:t>S </a:t>
            </a:r>
            <a:r>
              <a:rPr lang="en-US" altLang="zh-CN" sz="2400" dirty="0">
                <a:sym typeface="Symbol" panose="05050102010706020507" pitchFamily="18" charset="2"/>
              </a:rPr>
              <a:t></a:t>
            </a:r>
            <a:r>
              <a:rPr lang="en-US" altLang="zh-CN" sz="2400" b="1" i="1" baseline="-25000" dirty="0" err="1">
                <a:sym typeface="Symbol" panose="05050102010706020507" pitchFamily="18" charset="2"/>
              </a:rPr>
              <a:t>lm</a:t>
            </a:r>
            <a:r>
              <a:rPr lang="en-US" altLang="zh-CN" sz="2400" b="1" i="1" baseline="-25000" dirty="0">
                <a:sym typeface="Symbol" panose="05050102010706020507" pitchFamily="18" charset="2"/>
              </a:rPr>
              <a:t> </a:t>
            </a:r>
            <a:r>
              <a:rPr lang="en-US" altLang="zh-CN" sz="2400" b="1" i="1" dirty="0" err="1">
                <a:sym typeface="Symbol" panose="05050102010706020507" pitchFamily="18" charset="2"/>
              </a:rPr>
              <a:t>aSbS</a:t>
            </a:r>
            <a:r>
              <a:rPr lang="en-US" altLang="zh-CN" sz="2400" dirty="0">
                <a:sym typeface="Symbol" panose="05050102010706020507" pitchFamily="18" charset="2"/>
              </a:rPr>
              <a:t> </a:t>
            </a:r>
            <a:r>
              <a:rPr lang="en-US" altLang="zh-CN" sz="2400" b="1" i="1" baseline="-25000" dirty="0" err="1">
                <a:sym typeface="Symbol" panose="05050102010706020507" pitchFamily="18" charset="2"/>
              </a:rPr>
              <a:t>lm</a:t>
            </a:r>
            <a:r>
              <a:rPr lang="en-US" altLang="zh-CN" sz="2400" b="1" i="1" baseline="-25000" dirty="0">
                <a:sym typeface="Symbol" panose="05050102010706020507" pitchFamily="18" charset="2"/>
              </a:rPr>
              <a:t> </a:t>
            </a:r>
            <a:r>
              <a:rPr lang="en-US" altLang="zh-CN" sz="2400" b="1" i="1" dirty="0" err="1">
                <a:sym typeface="Symbol" panose="05050102010706020507" pitchFamily="18" charset="2"/>
              </a:rPr>
              <a:t>ab</a:t>
            </a:r>
            <a:r>
              <a:rPr lang="en-US" altLang="zh-CN" sz="2400" b="1" i="1" dirty="0" err="1">
                <a:solidFill>
                  <a:srgbClr val="008000"/>
                </a:solidFill>
                <a:sym typeface="Symbol" panose="05050102010706020507" pitchFamily="18" charset="2"/>
              </a:rPr>
              <a:t>S</a:t>
            </a:r>
            <a:r>
              <a:rPr lang="en-US" altLang="zh-CN" sz="2400" b="1" i="1" dirty="0"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</a:t>
            </a:r>
            <a:r>
              <a:rPr lang="en-US" altLang="zh-CN" sz="2400" b="1" i="1" baseline="-25000" dirty="0" err="1">
                <a:sym typeface="Symbol" panose="05050102010706020507" pitchFamily="18" charset="2"/>
              </a:rPr>
              <a:t>lm</a:t>
            </a:r>
            <a:r>
              <a:rPr lang="en-US" altLang="zh-CN" sz="2400" b="1" i="1" baseline="-25000" dirty="0">
                <a:sym typeface="Symbol" panose="05050102010706020507" pitchFamily="18" charset="2"/>
              </a:rPr>
              <a:t> </a:t>
            </a:r>
            <a:r>
              <a:rPr lang="en-US" altLang="zh-CN" sz="2400" b="1" i="1" dirty="0" err="1">
                <a:sym typeface="Symbol" panose="05050102010706020507" pitchFamily="18" charset="2"/>
              </a:rPr>
              <a:t>ab</a:t>
            </a:r>
            <a:r>
              <a:rPr lang="en-US" altLang="zh-CN" sz="2400" b="1" i="1" dirty="0" err="1">
                <a:solidFill>
                  <a:srgbClr val="008000"/>
                </a:solidFill>
                <a:sym typeface="Symbol" panose="05050102010706020507" pitchFamily="18" charset="2"/>
              </a:rPr>
              <a:t>aSbS</a:t>
            </a:r>
            <a:r>
              <a:rPr lang="en-US" altLang="zh-CN" sz="2400" b="1" i="1" dirty="0">
                <a:solidFill>
                  <a:srgbClr val="008000"/>
                </a:solidFill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</a:t>
            </a:r>
            <a:r>
              <a:rPr lang="en-US" altLang="zh-CN" sz="2400" b="1" i="1" baseline="-25000" dirty="0" err="1">
                <a:sym typeface="Symbol" panose="05050102010706020507" pitchFamily="18" charset="2"/>
              </a:rPr>
              <a:t>lm</a:t>
            </a:r>
            <a:r>
              <a:rPr lang="en-US" altLang="zh-CN" sz="2400" b="1" i="1" baseline="-25000" dirty="0">
                <a:sym typeface="Symbol" panose="05050102010706020507" pitchFamily="18" charset="2"/>
              </a:rPr>
              <a:t> </a:t>
            </a:r>
            <a:r>
              <a:rPr lang="en-US" altLang="zh-CN" sz="2400" b="1" i="1" dirty="0" err="1">
                <a:sym typeface="Symbol" panose="05050102010706020507" pitchFamily="18" charset="2"/>
              </a:rPr>
              <a:t>ababS</a:t>
            </a:r>
            <a:r>
              <a:rPr lang="en-US" altLang="zh-CN" sz="2400" b="1" i="1" dirty="0"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</a:t>
            </a:r>
            <a:r>
              <a:rPr lang="en-US" altLang="zh-CN" sz="2400" b="1" i="1" baseline="-25000" dirty="0" err="1">
                <a:sym typeface="Symbol" panose="05050102010706020507" pitchFamily="18" charset="2"/>
              </a:rPr>
              <a:t>lm</a:t>
            </a:r>
            <a:r>
              <a:rPr lang="en-US" altLang="zh-CN" sz="2400" b="1" i="1" baseline="-25000" dirty="0">
                <a:sym typeface="Symbol" panose="05050102010706020507" pitchFamily="18" charset="2"/>
              </a:rPr>
              <a:t> </a:t>
            </a:r>
            <a:r>
              <a:rPr lang="en-US" altLang="zh-CN" sz="2400" b="1" i="1" dirty="0" err="1">
                <a:sym typeface="Symbol" panose="05050102010706020507" pitchFamily="18" charset="2"/>
              </a:rPr>
              <a:t>abab</a:t>
            </a:r>
            <a:endParaRPr lang="en-US" altLang="zh-CN" sz="2400" b="1" i="1" dirty="0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ym typeface="Symbol" panose="05050102010706020507" pitchFamily="18" charset="2"/>
              </a:rPr>
              <a:t>该文法具有两个不同的最左推导，因此是二义的。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4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注意：不能省略步骤！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            强调最左或最右推导时，应用推导符号</a:t>
            </a:r>
            <a:r>
              <a:rPr lang="en-US" altLang="zh-CN" sz="2400" b="1" i="1" baseline="-25000" dirty="0" err="1">
                <a:solidFill>
                  <a:srgbClr val="FF0000"/>
                </a:solidFill>
                <a:sym typeface="Symbol" panose="05050102010706020507" pitchFamily="18" charset="2"/>
              </a:rPr>
              <a:t>lm</a:t>
            </a:r>
            <a:r>
              <a:rPr lang="en-US" altLang="zh-CN" sz="2400" b="1" i="1" baseline="-250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和</a:t>
            </a:r>
            <a:r>
              <a:rPr lang="en-US" altLang="zh-CN" sz="2400" b="1" i="1" baseline="-25000" dirty="0">
                <a:solidFill>
                  <a:srgbClr val="FF0000"/>
                </a:solidFill>
                <a:sym typeface="Symbol" panose="05050102010706020507" pitchFamily="18" charset="2"/>
              </a:rPr>
              <a:t>rm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i="1" baseline="-25000" dirty="0">
                <a:solidFill>
                  <a:srgbClr val="FF0000"/>
                </a:solidFill>
                <a:sym typeface="Symbol" panose="05050102010706020507" pitchFamily="18" charset="2"/>
              </a:rPr>
              <a:t>                  </a:t>
            </a:r>
            <a:r>
              <a:rPr lang="zh-CN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不要用单箭头。</a:t>
            </a:r>
            <a:endParaRPr lang="en-US" altLang="zh-CN" sz="2400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FF0000"/>
                </a:solidFill>
                <a:sym typeface="Symbol" panose="05050102010706020507" pitchFamily="18" charset="2"/>
              </a:rPr>
              <a:t>            </a:t>
            </a:r>
            <a:r>
              <a:rPr lang="zh-CN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分清最左和最右推导，注意其定义。</a:t>
            </a:r>
            <a:endParaRPr lang="en-US" altLang="zh-CN" sz="2400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FF0000"/>
                </a:solidFill>
                <a:sym typeface="Symbol" panose="05050102010706020507" pitchFamily="18" charset="2"/>
              </a:rPr>
              <a:t>            </a:t>
            </a:r>
            <a:r>
              <a:rPr lang="zh-CN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推导</a:t>
            </a:r>
            <a:r>
              <a:rPr lang="en-US" altLang="zh-CN" sz="2400" dirty="0">
                <a:solidFill>
                  <a:srgbClr val="FF0000"/>
                </a:solidFill>
                <a:sym typeface="Symbol" panose="05050102010706020507" pitchFamily="18" charset="2"/>
              </a:rPr>
              <a:t></a:t>
            </a:r>
            <a:r>
              <a:rPr lang="zh-CN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的时候不需要写出来，直接不写任何东西。</a:t>
            </a:r>
            <a:endParaRPr lang="en-US" altLang="zh-CN" sz="2400" dirty="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03885FA-E9F9-6386-AAFB-83899D2C4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ED53F-61CA-491E-8FA5-241D0F41426C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2D5D2B0-3EFE-4BB0-0330-FB56057D5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CE4EBF-FDFC-70DA-6EC7-BE9E5E62B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96903F42-78A9-44DB-9DA6-BB9F867C5C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第三章 作业</a:t>
            </a:r>
            <a:r>
              <a:rPr lang="en-US" altLang="zh-CN"/>
              <a:t>1</a:t>
            </a:r>
          </a:p>
        </p:txBody>
      </p:sp>
      <p:sp>
        <p:nvSpPr>
          <p:cNvPr id="631811" name="Rectangle 3">
            <a:extLst>
              <a:ext uri="{FF2B5EF4-FFF2-40B4-BE49-F238E27FC236}">
                <a16:creationId xmlns:a16="http://schemas.microsoft.com/office/drawing/2014/main" id="{162F2532-F25A-449B-B338-84A9521CB5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257300"/>
            <a:ext cx="7886700" cy="5371564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zh-CN" altLang="en-US" sz="2800" b="1" dirty="0"/>
              <a:t>（</a:t>
            </a:r>
            <a:r>
              <a:rPr lang="en-US" altLang="zh-CN" sz="2800" b="1" dirty="0"/>
              <a:t>b</a:t>
            </a:r>
            <a:r>
              <a:rPr lang="zh-CN" altLang="en-US" sz="2800" b="1" dirty="0"/>
              <a:t>）</a:t>
            </a:r>
            <a:r>
              <a:rPr lang="zh-CN" altLang="en-US" sz="2800" dirty="0">
                <a:solidFill>
                  <a:schemeClr val="accent2"/>
                </a:solidFill>
              </a:rPr>
              <a:t>对应</a:t>
            </a:r>
            <a:r>
              <a:rPr lang="zh-CN" altLang="en-US" sz="2800" dirty="0"/>
              <a:t>最右推导</a:t>
            </a:r>
            <a:r>
              <a:rPr lang="zh-CN" altLang="en-US" sz="2800" dirty="0">
                <a:solidFill>
                  <a:schemeClr val="accent2"/>
                </a:solidFill>
              </a:rPr>
              <a:t>（这是对应第二个最左推导的最右推导）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 i="1" dirty="0">
                <a:sym typeface="Symbol" panose="05050102010706020507" pitchFamily="18" charset="2"/>
              </a:rPr>
              <a:t>S </a:t>
            </a:r>
            <a:r>
              <a:rPr lang="en-US" altLang="zh-CN" sz="2800" dirty="0">
                <a:sym typeface="Symbol" panose="05050102010706020507" pitchFamily="18" charset="2"/>
              </a:rPr>
              <a:t></a:t>
            </a:r>
            <a:r>
              <a:rPr lang="en-US" altLang="zh-CN" sz="2800" b="1" i="1" baseline="-25000" dirty="0">
                <a:sym typeface="Symbol" panose="05050102010706020507" pitchFamily="18" charset="2"/>
              </a:rPr>
              <a:t>rm </a:t>
            </a:r>
            <a:r>
              <a:rPr lang="en-US" altLang="zh-CN" sz="2800" b="1" i="1" dirty="0" err="1">
                <a:sym typeface="Symbol" panose="05050102010706020507" pitchFamily="18" charset="2"/>
              </a:rPr>
              <a:t>aSb</a:t>
            </a:r>
            <a:r>
              <a:rPr lang="en-US" altLang="zh-CN" sz="2800" b="1" i="1" dirty="0" err="1">
                <a:solidFill>
                  <a:schemeClr val="accent2"/>
                </a:solidFill>
                <a:sym typeface="Symbol" panose="05050102010706020507" pitchFamily="18" charset="2"/>
              </a:rPr>
              <a:t>S</a:t>
            </a:r>
            <a:r>
              <a:rPr lang="en-US" altLang="zh-CN" sz="2800" dirty="0">
                <a:sym typeface="Symbol" panose="05050102010706020507" pitchFamily="18" charset="2"/>
              </a:rPr>
              <a:t> </a:t>
            </a:r>
            <a:r>
              <a:rPr lang="en-US" altLang="zh-CN" sz="2800" b="1" i="1" baseline="-25000" dirty="0">
                <a:sym typeface="Symbol" panose="05050102010706020507" pitchFamily="18" charset="2"/>
              </a:rPr>
              <a:t>rm </a:t>
            </a:r>
            <a:r>
              <a:rPr lang="en-US" altLang="zh-CN" sz="2800" b="1" i="1" dirty="0" err="1">
                <a:sym typeface="Symbol" panose="05050102010706020507" pitchFamily="18" charset="2"/>
              </a:rPr>
              <a:t>aSb</a:t>
            </a:r>
            <a:r>
              <a:rPr lang="en-US" altLang="zh-CN" sz="2800" b="1" i="1" dirty="0" err="1">
                <a:solidFill>
                  <a:schemeClr val="accent2"/>
                </a:solidFill>
                <a:sym typeface="Symbol" panose="05050102010706020507" pitchFamily="18" charset="2"/>
              </a:rPr>
              <a:t>aSbS</a:t>
            </a:r>
            <a:r>
              <a:rPr lang="en-US" altLang="zh-CN" sz="2800" b="1" i="1" dirty="0"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sym typeface="Symbol" panose="05050102010706020507" pitchFamily="18" charset="2"/>
              </a:rPr>
              <a:t></a:t>
            </a:r>
            <a:r>
              <a:rPr lang="en-US" altLang="zh-CN" sz="2800" b="1" i="1" baseline="-25000" dirty="0">
                <a:sym typeface="Symbol" panose="05050102010706020507" pitchFamily="18" charset="2"/>
              </a:rPr>
              <a:t>rm </a:t>
            </a:r>
            <a:r>
              <a:rPr lang="en-US" altLang="zh-CN" sz="2800" b="1" i="1" dirty="0" err="1">
                <a:sym typeface="Symbol" panose="05050102010706020507" pitchFamily="18" charset="2"/>
              </a:rPr>
              <a:t>aSbaSb</a:t>
            </a:r>
            <a:r>
              <a:rPr lang="en-US" altLang="zh-CN" sz="2800" b="1" i="1" dirty="0"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sym typeface="Symbol" panose="05050102010706020507" pitchFamily="18" charset="2"/>
              </a:rPr>
              <a:t></a:t>
            </a:r>
            <a:r>
              <a:rPr lang="en-US" altLang="zh-CN" sz="2800" b="1" i="1" baseline="-25000" dirty="0">
                <a:sym typeface="Symbol" panose="05050102010706020507" pitchFamily="18" charset="2"/>
              </a:rPr>
              <a:t>rm </a:t>
            </a:r>
            <a:r>
              <a:rPr lang="en-US" altLang="zh-CN" sz="2800" b="1" i="1" dirty="0" err="1">
                <a:sym typeface="Symbol" panose="05050102010706020507" pitchFamily="18" charset="2"/>
              </a:rPr>
              <a:t>aSbab</a:t>
            </a:r>
            <a:r>
              <a:rPr lang="en-US" altLang="zh-CN" sz="2800" b="1" i="1" dirty="0"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sym typeface="Symbol" panose="05050102010706020507" pitchFamily="18" charset="2"/>
              </a:rPr>
              <a:t></a:t>
            </a:r>
            <a:r>
              <a:rPr lang="en-US" altLang="zh-CN" sz="2800" b="1" i="1" baseline="-25000" dirty="0" err="1">
                <a:sym typeface="Symbol" panose="05050102010706020507" pitchFamily="18" charset="2"/>
              </a:rPr>
              <a:t>rm</a:t>
            </a:r>
            <a:r>
              <a:rPr lang="en-US" altLang="zh-CN" sz="2800" b="1" i="1" dirty="0" err="1">
                <a:sym typeface="Symbol" panose="05050102010706020507" pitchFamily="18" charset="2"/>
              </a:rPr>
              <a:t>abab</a:t>
            </a:r>
            <a:endParaRPr lang="en-US" altLang="zh-CN" sz="2800" b="1" i="1" dirty="0"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800" b="1" dirty="0">
                <a:sym typeface="Symbol" panose="05050102010706020507" pitchFamily="18" charset="2"/>
              </a:rPr>
              <a:t>（</a:t>
            </a:r>
            <a:r>
              <a:rPr lang="en-US" altLang="zh-CN" sz="2800" b="1" dirty="0">
                <a:sym typeface="Symbol" panose="05050102010706020507" pitchFamily="18" charset="2"/>
              </a:rPr>
              <a:t>c</a:t>
            </a:r>
            <a:r>
              <a:rPr lang="zh-CN" altLang="en-US" sz="2800" b="1" dirty="0">
                <a:sym typeface="Symbol" panose="05050102010706020507" pitchFamily="18" charset="2"/>
              </a:rPr>
              <a:t>）</a:t>
            </a:r>
            <a:r>
              <a:rPr lang="zh-CN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对应</a:t>
            </a:r>
            <a:r>
              <a:rPr lang="zh-CN" altLang="en-US" sz="2800" dirty="0">
                <a:sym typeface="Symbol" panose="05050102010706020507" pitchFamily="18" charset="2"/>
              </a:rPr>
              <a:t>分析树：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sym typeface="Symbol" panose="05050102010706020507" pitchFamily="18" charset="2"/>
              </a:rPr>
              <a:t>注意：</a:t>
            </a:r>
            <a:r>
              <a:rPr lang="zh-CN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分析树上无箭头。</a:t>
            </a:r>
            <a:endParaRPr lang="en-US" altLang="zh-CN" sz="2800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           </a:t>
            </a:r>
            <a:r>
              <a:rPr lang="zh-CN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仅要求构造分析树</a:t>
            </a:r>
            <a:endParaRPr lang="en-US" altLang="zh-CN" sz="2800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           </a:t>
            </a:r>
            <a:r>
              <a:rPr lang="zh-CN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的时候可以不写推</a:t>
            </a:r>
            <a:endParaRPr lang="en-US" altLang="zh-CN" sz="2800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           </a:t>
            </a:r>
            <a:r>
              <a:rPr lang="zh-CN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导步骤。</a:t>
            </a:r>
            <a:endParaRPr lang="en-US" altLang="zh-CN" sz="2800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 dirty="0"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800" b="1" dirty="0">
                <a:sym typeface="Symbol" panose="05050102010706020507" pitchFamily="18" charset="2"/>
              </a:rPr>
              <a:t>（</a:t>
            </a:r>
            <a:r>
              <a:rPr lang="en-US" altLang="zh-CN" sz="2800" b="1" dirty="0">
                <a:sym typeface="Symbol" panose="05050102010706020507" pitchFamily="18" charset="2"/>
              </a:rPr>
              <a:t>d</a:t>
            </a:r>
            <a:r>
              <a:rPr lang="zh-CN" altLang="en-US" sz="2800" b="1" dirty="0">
                <a:sym typeface="Symbol" panose="05050102010706020507" pitchFamily="18" charset="2"/>
              </a:rPr>
              <a:t>）</a:t>
            </a:r>
            <a:r>
              <a:rPr lang="zh-CN" altLang="en-US" sz="2800" dirty="0">
                <a:sym typeface="Symbol" panose="05050102010706020507" pitchFamily="18" charset="2"/>
              </a:rPr>
              <a:t>该文法产生的语言：</a:t>
            </a:r>
            <a:r>
              <a:rPr lang="en-US" altLang="zh-CN" sz="2800" b="1" i="1" dirty="0" err="1">
                <a:sym typeface="Symbol" panose="05050102010706020507" pitchFamily="18" charset="2"/>
              </a:rPr>
              <a:t>a,b</a:t>
            </a:r>
            <a:r>
              <a:rPr lang="zh-CN" altLang="en-US" sz="2800" dirty="0">
                <a:sym typeface="Symbol" panose="05050102010706020507" pitchFamily="18" charset="2"/>
              </a:rPr>
              <a:t>个数相等的串集</a:t>
            </a:r>
          </a:p>
        </p:txBody>
      </p:sp>
      <p:grpSp>
        <p:nvGrpSpPr>
          <p:cNvPr id="631812" name="Group 4">
            <a:extLst>
              <a:ext uri="{FF2B5EF4-FFF2-40B4-BE49-F238E27FC236}">
                <a16:creationId xmlns:a16="http://schemas.microsoft.com/office/drawing/2014/main" id="{05809BDA-A345-4CF4-8BB1-A902641B9A71}"/>
              </a:ext>
            </a:extLst>
          </p:cNvPr>
          <p:cNvGrpSpPr>
            <a:grpSpLocks/>
          </p:cNvGrpSpPr>
          <p:nvPr/>
        </p:nvGrpSpPr>
        <p:grpSpPr bwMode="auto">
          <a:xfrm>
            <a:off x="5279472" y="2665967"/>
            <a:ext cx="2667000" cy="2722562"/>
            <a:chOff x="3648" y="1872"/>
            <a:chExt cx="1680" cy="1715"/>
          </a:xfrm>
        </p:grpSpPr>
        <p:sp>
          <p:nvSpPr>
            <p:cNvPr id="13317" name="Text Box 5">
              <a:extLst>
                <a:ext uri="{FF2B5EF4-FFF2-40B4-BE49-F238E27FC236}">
                  <a16:creationId xmlns:a16="http://schemas.microsoft.com/office/drawing/2014/main" id="{DE840C66-7B51-4663-A1BC-BA19713720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1872"/>
              <a:ext cx="175" cy="2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8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ea typeface="宋体" panose="02010600030101010101" pitchFamily="2" charset="-122"/>
                </a:rPr>
                <a:t>S</a:t>
              </a:r>
            </a:p>
          </p:txBody>
        </p:sp>
        <p:sp>
          <p:nvSpPr>
            <p:cNvPr id="13318" name="Line 6">
              <a:extLst>
                <a:ext uri="{FF2B5EF4-FFF2-40B4-BE49-F238E27FC236}">
                  <a16:creationId xmlns:a16="http://schemas.microsoft.com/office/drawing/2014/main" id="{BBD6722A-EBA4-424B-AE61-9E23ECC6CA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0" y="2099"/>
              <a:ext cx="288" cy="3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28800" rIns="54000" bIns="28800"/>
            <a:lstStyle/>
            <a:p>
              <a:endParaRPr lang="zh-CN" altLang="en-US"/>
            </a:p>
          </p:txBody>
        </p:sp>
        <p:sp>
          <p:nvSpPr>
            <p:cNvPr id="13319" name="Line 7">
              <a:extLst>
                <a:ext uri="{FF2B5EF4-FFF2-40B4-BE49-F238E27FC236}">
                  <a16:creationId xmlns:a16="http://schemas.microsoft.com/office/drawing/2014/main" id="{0EC27CC9-7BF1-4643-B9BD-4B1A1E89A5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28" y="2099"/>
              <a:ext cx="96" cy="3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28800" rIns="54000" bIns="28800"/>
            <a:lstStyle/>
            <a:p>
              <a:endParaRPr lang="zh-CN" altLang="en-US"/>
            </a:p>
          </p:txBody>
        </p:sp>
        <p:sp>
          <p:nvSpPr>
            <p:cNvPr id="13320" name="Line 8">
              <a:extLst>
                <a:ext uri="{FF2B5EF4-FFF2-40B4-BE49-F238E27FC236}">
                  <a16:creationId xmlns:a16="http://schemas.microsoft.com/office/drawing/2014/main" id="{997BA335-9083-4B5C-B4F7-E85E4FFD3B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2099"/>
              <a:ext cx="96" cy="3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28800" rIns="54000" bIns="28800"/>
            <a:lstStyle/>
            <a:p>
              <a:endParaRPr lang="zh-CN" altLang="en-US"/>
            </a:p>
          </p:txBody>
        </p:sp>
        <p:sp>
          <p:nvSpPr>
            <p:cNvPr id="13321" name="Line 9">
              <a:extLst>
                <a:ext uri="{FF2B5EF4-FFF2-40B4-BE49-F238E27FC236}">
                  <a16:creationId xmlns:a16="http://schemas.microsoft.com/office/drawing/2014/main" id="{1EE2F8FE-4CFB-490C-8D5C-EB5C4851BB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2099"/>
              <a:ext cx="336" cy="3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28800" rIns="54000" bIns="28800"/>
            <a:lstStyle/>
            <a:p>
              <a:endParaRPr lang="zh-CN" altLang="en-US"/>
            </a:p>
          </p:txBody>
        </p:sp>
        <p:sp>
          <p:nvSpPr>
            <p:cNvPr id="13322" name="Text Box 10">
              <a:extLst>
                <a:ext uri="{FF2B5EF4-FFF2-40B4-BE49-F238E27FC236}">
                  <a16:creationId xmlns:a16="http://schemas.microsoft.com/office/drawing/2014/main" id="{2A2F69B0-4F2E-42E0-9F55-DB734178EC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2387"/>
              <a:ext cx="164" cy="2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8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3323" name="Text Box 11">
              <a:extLst>
                <a:ext uri="{FF2B5EF4-FFF2-40B4-BE49-F238E27FC236}">
                  <a16:creationId xmlns:a16="http://schemas.microsoft.com/office/drawing/2014/main" id="{738737CA-8ED6-4721-82B5-3ED7391ED9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2387"/>
              <a:ext cx="175" cy="2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8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ea typeface="宋体" panose="02010600030101010101" pitchFamily="2" charset="-122"/>
                </a:rPr>
                <a:t>S</a:t>
              </a:r>
            </a:p>
          </p:txBody>
        </p:sp>
        <p:sp>
          <p:nvSpPr>
            <p:cNvPr id="13324" name="Text Box 12">
              <a:extLst>
                <a:ext uri="{FF2B5EF4-FFF2-40B4-BE49-F238E27FC236}">
                  <a16:creationId xmlns:a16="http://schemas.microsoft.com/office/drawing/2014/main" id="{F47C6005-0F88-4611-BDE1-F2F3FC2204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0" y="2387"/>
              <a:ext cx="164" cy="2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8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13325" name="Text Box 13">
              <a:extLst>
                <a:ext uri="{FF2B5EF4-FFF2-40B4-BE49-F238E27FC236}">
                  <a16:creationId xmlns:a16="http://schemas.microsoft.com/office/drawing/2014/main" id="{3999898F-8F90-4573-BBA9-EA34D33452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3" y="2387"/>
              <a:ext cx="175" cy="2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8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ea typeface="宋体" panose="02010600030101010101" pitchFamily="2" charset="-122"/>
                </a:rPr>
                <a:t>S</a:t>
              </a:r>
            </a:p>
          </p:txBody>
        </p:sp>
        <p:grpSp>
          <p:nvGrpSpPr>
            <p:cNvPr id="13326" name="Group 14">
              <a:extLst>
                <a:ext uri="{FF2B5EF4-FFF2-40B4-BE49-F238E27FC236}">
                  <a16:creationId xmlns:a16="http://schemas.microsoft.com/office/drawing/2014/main" id="{BE2C3707-CBEB-43B4-A51B-6C2902A8DE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8" y="2649"/>
              <a:ext cx="1200" cy="554"/>
              <a:chOff x="4128" y="2649"/>
              <a:chExt cx="1200" cy="554"/>
            </a:xfrm>
          </p:grpSpPr>
          <p:sp>
            <p:nvSpPr>
              <p:cNvPr id="13333" name="Line 15">
                <a:extLst>
                  <a:ext uri="{FF2B5EF4-FFF2-40B4-BE49-F238E27FC236}">
                    <a16:creationId xmlns:a16="http://schemas.microsoft.com/office/drawing/2014/main" id="{B646AE2A-3D82-435B-952A-CCD51CBBF3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320" y="2649"/>
                <a:ext cx="288" cy="33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54000" tIns="28800" rIns="54000" bIns="28800"/>
              <a:lstStyle/>
              <a:p>
                <a:endParaRPr lang="zh-CN" altLang="en-US"/>
              </a:p>
            </p:txBody>
          </p:sp>
          <p:sp>
            <p:nvSpPr>
              <p:cNvPr id="13334" name="Line 16">
                <a:extLst>
                  <a:ext uri="{FF2B5EF4-FFF2-40B4-BE49-F238E27FC236}">
                    <a16:creationId xmlns:a16="http://schemas.microsoft.com/office/drawing/2014/main" id="{6E57CC2E-65AA-4712-9334-AE2C16AF17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608" y="2649"/>
                <a:ext cx="96" cy="33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54000" tIns="28800" rIns="54000" bIns="28800"/>
              <a:lstStyle/>
              <a:p>
                <a:endParaRPr lang="zh-CN" altLang="en-US"/>
              </a:p>
            </p:txBody>
          </p:sp>
          <p:sp>
            <p:nvSpPr>
              <p:cNvPr id="13335" name="Line 17">
                <a:extLst>
                  <a:ext uri="{FF2B5EF4-FFF2-40B4-BE49-F238E27FC236}">
                    <a16:creationId xmlns:a16="http://schemas.microsoft.com/office/drawing/2014/main" id="{E7F628A4-45F8-45F7-ADBF-8ECB93F53A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2" y="2649"/>
                <a:ext cx="96" cy="33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54000" tIns="28800" rIns="54000" bIns="28800"/>
              <a:lstStyle/>
              <a:p>
                <a:endParaRPr lang="zh-CN" altLang="en-US"/>
              </a:p>
            </p:txBody>
          </p:sp>
          <p:sp>
            <p:nvSpPr>
              <p:cNvPr id="13336" name="Line 18">
                <a:extLst>
                  <a:ext uri="{FF2B5EF4-FFF2-40B4-BE49-F238E27FC236}">
                    <a16:creationId xmlns:a16="http://schemas.microsoft.com/office/drawing/2014/main" id="{3A1A38A9-88A3-4816-B3DF-86AB11DF63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649"/>
                <a:ext cx="336" cy="33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54000" tIns="28800" rIns="54000" bIns="28800"/>
              <a:lstStyle/>
              <a:p>
                <a:endParaRPr lang="zh-CN" altLang="en-US"/>
              </a:p>
            </p:txBody>
          </p:sp>
          <p:sp>
            <p:nvSpPr>
              <p:cNvPr id="13337" name="Text Box 19">
                <a:extLst>
                  <a:ext uri="{FF2B5EF4-FFF2-40B4-BE49-F238E27FC236}">
                    <a16:creationId xmlns:a16="http://schemas.microsoft.com/office/drawing/2014/main" id="{A38850CE-9E4C-43F9-A9CD-347C00EAA7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28" y="2937"/>
                <a:ext cx="164" cy="2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8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54000" tIns="28800" rIns="54000" bIns="28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i="1">
                    <a:ea typeface="宋体" panose="02010600030101010101" pitchFamily="2" charset="-122"/>
                  </a:rPr>
                  <a:t>a</a:t>
                </a:r>
              </a:p>
            </p:txBody>
          </p:sp>
          <p:sp>
            <p:nvSpPr>
              <p:cNvPr id="13338" name="Text Box 20">
                <a:extLst>
                  <a:ext uri="{FF2B5EF4-FFF2-40B4-BE49-F238E27FC236}">
                    <a16:creationId xmlns:a16="http://schemas.microsoft.com/office/drawing/2014/main" id="{854636B9-1396-4874-BC32-BB08F2A903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12" y="2937"/>
                <a:ext cx="175" cy="2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8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54000" tIns="28800" rIns="54000" bIns="28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i="1">
                    <a:ea typeface="宋体" panose="02010600030101010101" pitchFamily="2" charset="-122"/>
                  </a:rPr>
                  <a:t>S</a:t>
                </a:r>
              </a:p>
            </p:txBody>
          </p:sp>
          <p:sp>
            <p:nvSpPr>
              <p:cNvPr id="13339" name="Text Box 21">
                <a:extLst>
                  <a:ext uri="{FF2B5EF4-FFF2-40B4-BE49-F238E27FC236}">
                    <a16:creationId xmlns:a16="http://schemas.microsoft.com/office/drawing/2014/main" id="{ADC5E970-2AF5-4BB5-B41D-E10DC89F4A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80" y="2937"/>
                <a:ext cx="164" cy="2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8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54000" tIns="28800" rIns="54000" bIns="28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i="1">
                    <a:ea typeface="宋体" panose="02010600030101010101" pitchFamily="2" charset="-122"/>
                  </a:rPr>
                  <a:t>b</a:t>
                </a:r>
              </a:p>
            </p:txBody>
          </p:sp>
          <p:sp>
            <p:nvSpPr>
              <p:cNvPr id="13340" name="Text Box 22">
                <a:extLst>
                  <a:ext uri="{FF2B5EF4-FFF2-40B4-BE49-F238E27FC236}">
                    <a16:creationId xmlns:a16="http://schemas.microsoft.com/office/drawing/2014/main" id="{F5F17082-6193-437D-9D27-D177219F9C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53" y="2937"/>
                <a:ext cx="175" cy="2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8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54000" tIns="28800" rIns="54000" bIns="28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i="1">
                    <a:ea typeface="宋体" panose="02010600030101010101" pitchFamily="2" charset="-122"/>
                  </a:rPr>
                  <a:t>S</a:t>
                </a:r>
              </a:p>
            </p:txBody>
          </p:sp>
        </p:grpSp>
        <p:sp>
          <p:nvSpPr>
            <p:cNvPr id="13327" name="Line 23">
              <a:extLst>
                <a:ext uri="{FF2B5EF4-FFF2-40B4-BE49-F238E27FC236}">
                  <a16:creationId xmlns:a16="http://schemas.microsoft.com/office/drawing/2014/main" id="{C2E6AB22-147A-443E-90D4-7790201C4A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2" y="3203"/>
              <a:ext cx="0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28800" rIns="54000" bIns="28800"/>
            <a:lstStyle/>
            <a:p>
              <a:endParaRPr lang="zh-CN" altLang="en-US"/>
            </a:p>
          </p:txBody>
        </p:sp>
        <p:sp>
          <p:nvSpPr>
            <p:cNvPr id="13328" name="Text Box 24">
              <a:extLst>
                <a:ext uri="{FF2B5EF4-FFF2-40B4-BE49-F238E27FC236}">
                  <a16:creationId xmlns:a16="http://schemas.microsoft.com/office/drawing/2014/main" id="{78315F07-C6D0-4745-ADFC-14E5E01F2E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64" y="3317"/>
              <a:ext cx="152" cy="2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8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13329" name="Text Box 25">
              <a:extLst>
                <a:ext uri="{FF2B5EF4-FFF2-40B4-BE49-F238E27FC236}">
                  <a16:creationId xmlns:a16="http://schemas.microsoft.com/office/drawing/2014/main" id="{F0B49013-83EA-412A-8115-A3885CBB4E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3321"/>
              <a:ext cx="152" cy="2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8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13330" name="Line 26">
              <a:extLst>
                <a:ext uri="{FF2B5EF4-FFF2-40B4-BE49-F238E27FC236}">
                  <a16:creationId xmlns:a16="http://schemas.microsoft.com/office/drawing/2014/main" id="{FEFBCDFD-B77E-4C0E-9C85-0318373D36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3203"/>
              <a:ext cx="0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28800" rIns="54000" bIns="28800"/>
            <a:lstStyle/>
            <a:p>
              <a:endParaRPr lang="zh-CN" altLang="en-US"/>
            </a:p>
          </p:txBody>
        </p:sp>
        <p:sp>
          <p:nvSpPr>
            <p:cNvPr id="13331" name="Text Box 27">
              <a:extLst>
                <a:ext uri="{FF2B5EF4-FFF2-40B4-BE49-F238E27FC236}">
                  <a16:creationId xmlns:a16="http://schemas.microsoft.com/office/drawing/2014/main" id="{C222985D-1C2E-483A-B803-AFEA4755F3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4" y="2745"/>
              <a:ext cx="152" cy="2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8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13332" name="Line 28">
              <a:extLst>
                <a:ext uri="{FF2B5EF4-FFF2-40B4-BE49-F238E27FC236}">
                  <a16:creationId xmlns:a16="http://schemas.microsoft.com/office/drawing/2014/main" id="{A786D7AD-22A0-4556-8A60-7841979152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0" y="2627"/>
              <a:ext cx="0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28800" rIns="54000" bIns="28800"/>
            <a:lstStyle/>
            <a:p>
              <a:endParaRPr lang="zh-CN" altLang="en-US"/>
            </a:p>
          </p:txBody>
        </p:sp>
      </p:grp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341227A-F51E-AB60-403C-09B6F0D63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BDD53-3709-4918-81BA-26F1B3B73AF0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05B8C37-934A-C99C-C0D6-D04020F37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6FBC5A-55B7-947A-52A2-ED10766FD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5893D025-2070-43F9-91EE-956E25E5E4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第三章 作业</a:t>
            </a:r>
            <a:r>
              <a:rPr lang="en-US" altLang="zh-CN"/>
              <a:t>2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BE1BDB94-3B70-4494-8953-B60537D632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dirty="0"/>
              <a:t>2.</a:t>
            </a:r>
            <a:r>
              <a:rPr lang="en-US" altLang="zh-CN" dirty="0"/>
              <a:t> </a:t>
            </a:r>
            <a:r>
              <a:rPr lang="zh-CN" altLang="en-US" dirty="0"/>
              <a:t>文法：</a:t>
            </a:r>
            <a:r>
              <a:rPr lang="en-US" altLang="zh-CN" b="1" i="1" dirty="0"/>
              <a:t>R</a:t>
            </a:r>
            <a:r>
              <a:rPr lang="en-US" altLang="zh-CN" b="1" dirty="0">
                <a:sym typeface="Symbol" panose="05050102010706020507" pitchFamily="18" charset="2"/>
              </a:rPr>
              <a:t> </a:t>
            </a:r>
            <a:r>
              <a:rPr lang="en-US" altLang="zh-CN" b="1" i="1" dirty="0"/>
              <a:t>R</a:t>
            </a:r>
            <a:r>
              <a:rPr lang="en-US" altLang="zh-CN" b="1" dirty="0"/>
              <a:t> ‘|’ </a:t>
            </a:r>
            <a:r>
              <a:rPr lang="en-US" altLang="zh-CN" b="1" i="1" dirty="0"/>
              <a:t>R</a:t>
            </a:r>
            <a:r>
              <a:rPr lang="en-US" altLang="zh-CN" b="1" dirty="0"/>
              <a:t> | </a:t>
            </a:r>
            <a:r>
              <a:rPr lang="en-US" altLang="zh-CN" b="1" i="1" dirty="0"/>
              <a:t>RR</a:t>
            </a:r>
            <a:r>
              <a:rPr lang="en-US" altLang="zh-CN" b="1" dirty="0"/>
              <a:t> | </a:t>
            </a:r>
            <a:r>
              <a:rPr lang="en-US" altLang="zh-CN" b="1" i="1" dirty="0"/>
              <a:t>R</a:t>
            </a:r>
            <a:r>
              <a:rPr lang="en-US" altLang="zh-CN" b="1" baseline="30000" dirty="0"/>
              <a:t>* </a:t>
            </a:r>
            <a:r>
              <a:rPr lang="en-US" altLang="zh-CN" b="1" dirty="0"/>
              <a:t>| (</a:t>
            </a:r>
            <a:r>
              <a:rPr lang="en-US" altLang="zh-CN" b="1" i="1" dirty="0"/>
              <a:t>R</a:t>
            </a:r>
            <a:r>
              <a:rPr lang="en-US" altLang="zh-CN" b="1" dirty="0"/>
              <a:t>) | </a:t>
            </a:r>
            <a:r>
              <a:rPr lang="en-US" altLang="zh-CN" b="1" i="1" dirty="0"/>
              <a:t>a</a:t>
            </a:r>
            <a:r>
              <a:rPr lang="en-US" altLang="zh-CN" b="1" dirty="0"/>
              <a:t> | </a:t>
            </a:r>
            <a:r>
              <a:rPr lang="en-US" altLang="zh-CN" b="1" i="1" dirty="0"/>
              <a:t>b</a:t>
            </a:r>
          </a:p>
          <a:p>
            <a:pPr lvl="1" eaLnBrk="1" hangingPunct="1"/>
            <a:r>
              <a:rPr lang="zh-CN" altLang="en-US" dirty="0"/>
              <a:t>为该文法构造等价非二义文法</a:t>
            </a:r>
          </a:p>
          <a:p>
            <a:pPr lvl="1" eaLnBrk="1" hangingPunct="1"/>
            <a:r>
              <a:rPr lang="zh-CN" altLang="en-US" dirty="0"/>
              <a:t>分别用二义和非二义两种文法为</a:t>
            </a:r>
            <a:r>
              <a:rPr lang="en-US" altLang="zh-CN" b="1" i="1" dirty="0" err="1"/>
              <a:t>ab</a:t>
            </a:r>
            <a:r>
              <a:rPr lang="en-US" altLang="zh-CN" b="1" dirty="0" err="1"/>
              <a:t>|</a:t>
            </a:r>
            <a:r>
              <a:rPr lang="en-US" altLang="zh-CN" b="1" i="1" dirty="0" err="1"/>
              <a:t>b</a:t>
            </a:r>
            <a:r>
              <a:rPr lang="en-US" altLang="zh-CN" b="1" baseline="30000" dirty="0"/>
              <a:t>*</a:t>
            </a:r>
            <a:r>
              <a:rPr lang="en-US" altLang="zh-CN" b="1" i="1" dirty="0"/>
              <a:t>a</a:t>
            </a:r>
            <a:r>
              <a:rPr lang="zh-CN" altLang="en-US" dirty="0"/>
              <a:t>构造分析树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b="1" dirty="0"/>
              <a:t>(P103/3.4(b)(c))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zh-CN" b="1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333399"/>
                </a:solidFill>
              </a:rPr>
              <a:t>   </a:t>
            </a:r>
            <a:r>
              <a:rPr lang="zh-CN" altLang="en-US" dirty="0">
                <a:solidFill>
                  <a:srgbClr val="333399"/>
                </a:solidFill>
              </a:rPr>
              <a:t>文法描述</a:t>
            </a:r>
            <a:r>
              <a:rPr lang="zh-CN" altLang="en-US" dirty="0">
                <a:solidFill>
                  <a:srgbClr val="FF0000"/>
                </a:solidFill>
              </a:rPr>
              <a:t>正规式的构造方式</a:t>
            </a:r>
            <a:r>
              <a:rPr lang="zh-CN" altLang="en-US" dirty="0">
                <a:solidFill>
                  <a:srgbClr val="333399"/>
                </a:solidFill>
              </a:rPr>
              <a:t>，所以用 </a:t>
            </a:r>
            <a:r>
              <a:rPr lang="en-US" altLang="zh-CN" dirty="0">
                <a:solidFill>
                  <a:srgbClr val="333399"/>
                </a:solidFill>
              </a:rPr>
              <a:t>| </a:t>
            </a:r>
            <a:r>
              <a:rPr lang="zh-CN" altLang="en-US" dirty="0">
                <a:solidFill>
                  <a:srgbClr val="333399"/>
                </a:solidFill>
              </a:rPr>
              <a:t>、连接和闭包的优先级和结合性构造。注意</a:t>
            </a:r>
            <a:r>
              <a:rPr lang="en-US" altLang="zh-CN" b="1" i="1" dirty="0">
                <a:solidFill>
                  <a:srgbClr val="FF0000"/>
                </a:solidFill>
              </a:rPr>
              <a:t>R</a:t>
            </a:r>
            <a:r>
              <a:rPr lang="en-US" altLang="zh-CN" b="1" baseline="30000" dirty="0">
                <a:solidFill>
                  <a:srgbClr val="FF0000"/>
                </a:solidFill>
              </a:rPr>
              <a:t>*</a:t>
            </a:r>
            <a:r>
              <a:rPr lang="zh-CN" altLang="en-US" dirty="0">
                <a:solidFill>
                  <a:srgbClr val="333399"/>
                </a:solidFill>
              </a:rPr>
              <a:t>是</a:t>
            </a:r>
            <a:r>
              <a:rPr lang="en-US" altLang="zh-CN" b="1" i="1" dirty="0">
                <a:solidFill>
                  <a:srgbClr val="FF0000"/>
                </a:solidFill>
              </a:rPr>
              <a:t>R</a:t>
            </a:r>
            <a:r>
              <a:rPr lang="zh-CN" altLang="en-US" dirty="0">
                <a:solidFill>
                  <a:srgbClr val="333399"/>
                </a:solidFill>
              </a:rPr>
              <a:t>和</a:t>
            </a:r>
            <a:r>
              <a:rPr lang="zh-CN" altLang="en-US" b="1" dirty="0">
                <a:solidFill>
                  <a:srgbClr val="FF0000"/>
                </a:solidFill>
              </a:rPr>
              <a:t>*</a:t>
            </a:r>
            <a:r>
              <a:rPr lang="zh-CN" altLang="en-US" dirty="0">
                <a:solidFill>
                  <a:srgbClr val="333399"/>
                </a:solidFill>
              </a:rPr>
              <a:t>两个符号，不是一个符号。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zh-CN" b="1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b="1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1632B5E-7C50-F622-2573-521E23137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5A92E-472A-4E39-B6EB-EAFA6E026C50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68B7605-8B97-910A-63E9-F65D386F4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B8C64A-85AF-FB4C-92FC-02A2CEF78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15FA20B5-0383-441C-AFE0-A4F0B5DAA3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第三章 作业</a:t>
            </a:r>
            <a:r>
              <a:rPr lang="en-US" altLang="zh-CN" dirty="0"/>
              <a:t>2</a:t>
            </a:r>
          </a:p>
        </p:txBody>
      </p:sp>
      <p:sp>
        <p:nvSpPr>
          <p:cNvPr id="632835" name="Rectangle 3">
            <a:extLst>
              <a:ext uri="{FF2B5EF4-FFF2-40B4-BE49-F238E27FC236}">
                <a16:creationId xmlns:a16="http://schemas.microsoft.com/office/drawing/2014/main" id="{2D3D864B-21A8-425A-A892-B1E94ED361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257300"/>
            <a:ext cx="7886700" cy="5371564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文法：</a:t>
            </a:r>
            <a:r>
              <a:rPr lang="en-US" altLang="zh-CN" sz="2800" b="1" i="1" dirty="0"/>
              <a:t>R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i="1" dirty="0"/>
              <a:t>R</a:t>
            </a:r>
            <a:r>
              <a:rPr lang="en-US" altLang="zh-CN" sz="2800" b="1" dirty="0"/>
              <a:t> ‘|’ </a:t>
            </a:r>
            <a:r>
              <a:rPr lang="en-US" altLang="zh-CN" sz="2800" b="1" i="1" dirty="0"/>
              <a:t>R</a:t>
            </a:r>
            <a:r>
              <a:rPr lang="en-US" altLang="zh-CN" sz="2800" b="1" dirty="0"/>
              <a:t> | </a:t>
            </a:r>
            <a:r>
              <a:rPr lang="en-US" altLang="zh-CN" sz="2800" b="1" i="1" dirty="0"/>
              <a:t>RR</a:t>
            </a:r>
            <a:r>
              <a:rPr lang="en-US" altLang="zh-CN" sz="2800" b="1" dirty="0"/>
              <a:t> | </a:t>
            </a:r>
            <a:r>
              <a:rPr lang="en-US" altLang="zh-CN" sz="2800" b="1" i="1" dirty="0"/>
              <a:t>R</a:t>
            </a:r>
            <a:r>
              <a:rPr lang="en-US" altLang="zh-CN" sz="2800" b="1" baseline="30000" dirty="0"/>
              <a:t>* </a:t>
            </a:r>
            <a:r>
              <a:rPr lang="en-US" altLang="zh-CN" sz="2800" b="1" dirty="0"/>
              <a:t>| (</a:t>
            </a:r>
            <a:r>
              <a:rPr lang="en-US" altLang="zh-CN" sz="2800" b="1" i="1" dirty="0"/>
              <a:t>R</a:t>
            </a:r>
            <a:r>
              <a:rPr lang="en-US" altLang="zh-CN" sz="2800" b="1" dirty="0"/>
              <a:t>) | </a:t>
            </a:r>
            <a:r>
              <a:rPr lang="en-US" altLang="zh-CN" sz="2800" b="1" i="1" dirty="0"/>
              <a:t>a</a:t>
            </a:r>
            <a:r>
              <a:rPr lang="en-US" altLang="zh-CN" sz="2800" b="1" dirty="0"/>
              <a:t> | </a:t>
            </a:r>
            <a:r>
              <a:rPr lang="en-US" altLang="zh-CN" sz="2800" b="1" i="1" dirty="0"/>
              <a:t>b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dirty="0"/>
              <a:t>(b)</a:t>
            </a:r>
            <a:r>
              <a:rPr lang="en-US" altLang="zh-CN" sz="2800" dirty="0"/>
              <a:t> </a:t>
            </a:r>
            <a:r>
              <a:rPr lang="zh-CN" altLang="en-US" sz="2800" dirty="0"/>
              <a:t>构造等价非二义文法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800" dirty="0">
                <a:solidFill>
                  <a:schemeClr val="accent1"/>
                </a:solidFill>
              </a:rPr>
              <a:t>分析：</a:t>
            </a:r>
            <a:r>
              <a:rPr lang="zh-CN" altLang="en-US" sz="2800" b="1" baseline="30000" dirty="0">
                <a:solidFill>
                  <a:schemeClr val="accent1"/>
                </a:solidFill>
              </a:rPr>
              <a:t>*</a:t>
            </a:r>
            <a:r>
              <a:rPr lang="zh-CN" altLang="en-US" sz="2800" dirty="0">
                <a:solidFill>
                  <a:schemeClr val="accent1"/>
                </a:solidFill>
              </a:rPr>
              <a:t>优先级最高</a:t>
            </a:r>
            <a:r>
              <a:rPr lang="en-US" altLang="zh-CN" sz="2800" dirty="0">
                <a:solidFill>
                  <a:schemeClr val="accent1"/>
                </a:solidFill>
              </a:rPr>
              <a:t>,</a:t>
            </a:r>
            <a:r>
              <a:rPr lang="zh-CN" altLang="en-US" sz="2800" dirty="0">
                <a:solidFill>
                  <a:schemeClr val="accent1"/>
                </a:solidFill>
              </a:rPr>
              <a:t>连接次之</a:t>
            </a:r>
            <a:r>
              <a:rPr lang="en-US" altLang="zh-CN" sz="2800" dirty="0">
                <a:solidFill>
                  <a:schemeClr val="accent1"/>
                </a:solidFill>
              </a:rPr>
              <a:t>,’</a:t>
            </a:r>
            <a:r>
              <a:rPr lang="en-US" altLang="zh-CN" sz="2800" b="1" dirty="0">
                <a:solidFill>
                  <a:schemeClr val="accent1"/>
                </a:solidFill>
              </a:rPr>
              <a:t>|</a:t>
            </a:r>
            <a:r>
              <a:rPr lang="en-US" altLang="zh-CN" sz="2800" dirty="0">
                <a:solidFill>
                  <a:schemeClr val="accent1"/>
                </a:solidFill>
              </a:rPr>
              <a:t>’</a:t>
            </a:r>
            <a:r>
              <a:rPr lang="zh-CN" altLang="en-US" sz="2800" dirty="0">
                <a:solidFill>
                  <a:schemeClr val="accent1"/>
                </a:solidFill>
              </a:rPr>
              <a:t>最低。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/>
              <a:t>E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i="1" dirty="0"/>
              <a:t>E</a:t>
            </a:r>
            <a:r>
              <a:rPr lang="en-US" altLang="zh-CN" sz="2800" b="1" dirty="0"/>
              <a:t> ‘|’ </a:t>
            </a:r>
            <a:r>
              <a:rPr lang="en-US" altLang="zh-CN" sz="2800" b="1" i="1" dirty="0"/>
              <a:t>T</a:t>
            </a:r>
            <a:r>
              <a:rPr lang="en-US" altLang="zh-CN" sz="2800" b="1" dirty="0"/>
              <a:t>  |  </a:t>
            </a:r>
            <a:r>
              <a:rPr lang="en-US" altLang="zh-CN" sz="2800" b="1" i="1" dirty="0"/>
              <a:t>T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/>
              <a:t>T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i="1" dirty="0"/>
              <a:t>TF</a:t>
            </a:r>
            <a:r>
              <a:rPr lang="en-US" altLang="zh-CN" sz="2800" b="1" dirty="0"/>
              <a:t> | </a:t>
            </a:r>
            <a:r>
              <a:rPr lang="en-US" altLang="zh-CN" sz="2800" b="1" i="1" dirty="0"/>
              <a:t>F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/>
              <a:t>F</a:t>
            </a:r>
            <a:r>
              <a:rPr lang="en-US" altLang="zh-CN" sz="2800" b="1" dirty="0"/>
              <a:t> </a:t>
            </a:r>
            <a:r>
              <a:rPr lang="en-US" altLang="zh-CN" sz="2800" b="1" dirty="0">
                <a:sym typeface="Symbol" panose="05050102010706020507" pitchFamily="18" charset="2"/>
              </a:rPr>
              <a:t></a:t>
            </a:r>
            <a:r>
              <a:rPr lang="en-US" altLang="zh-CN" sz="2800" b="1" dirty="0"/>
              <a:t> </a:t>
            </a:r>
            <a:r>
              <a:rPr lang="en-US" altLang="zh-CN" sz="2800" b="1" i="1" dirty="0">
                <a:solidFill>
                  <a:srgbClr val="FF0000"/>
                </a:solidFill>
              </a:rPr>
              <a:t>F </a:t>
            </a:r>
            <a:r>
              <a:rPr lang="en-US" altLang="zh-CN" sz="2800" b="1" baseline="30000" dirty="0">
                <a:solidFill>
                  <a:srgbClr val="FF0000"/>
                </a:solidFill>
              </a:rPr>
              <a:t>* </a:t>
            </a:r>
            <a:r>
              <a:rPr lang="en-US" altLang="zh-CN" sz="2800" b="1" dirty="0"/>
              <a:t>| (</a:t>
            </a:r>
            <a:r>
              <a:rPr lang="en-US" altLang="zh-CN" sz="2800" b="1" i="1" dirty="0"/>
              <a:t>E</a:t>
            </a:r>
            <a:r>
              <a:rPr lang="en-US" altLang="zh-CN" sz="2800" b="1" dirty="0"/>
              <a:t>) | </a:t>
            </a:r>
            <a:r>
              <a:rPr lang="en-US" altLang="zh-CN" sz="2800" b="1" i="1" dirty="0"/>
              <a:t>a</a:t>
            </a:r>
            <a:r>
              <a:rPr lang="en-US" altLang="zh-CN" sz="2800" b="1" dirty="0"/>
              <a:t> | </a:t>
            </a:r>
            <a:r>
              <a:rPr lang="en-US" altLang="zh-CN" sz="2800" b="1" i="1" dirty="0"/>
              <a:t>b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dirty="0"/>
              <a:t>(c)</a:t>
            </a:r>
            <a:r>
              <a:rPr lang="zh-CN" altLang="en-US" sz="2800" dirty="0"/>
              <a:t>用</a:t>
            </a:r>
            <a:r>
              <a:rPr lang="zh-CN" altLang="en-US" sz="2800" dirty="0">
                <a:solidFill>
                  <a:srgbClr val="FF0000"/>
                </a:solidFill>
              </a:rPr>
              <a:t>两种文法</a:t>
            </a:r>
            <a:r>
              <a:rPr lang="zh-CN" altLang="en-US" sz="2800" dirty="0"/>
              <a:t>为</a:t>
            </a:r>
            <a:r>
              <a:rPr lang="en-US" altLang="zh-CN" sz="2800" b="1" i="1" dirty="0" err="1"/>
              <a:t>ab</a:t>
            </a:r>
            <a:r>
              <a:rPr lang="en-US" altLang="zh-CN" sz="2800" b="1" dirty="0" err="1"/>
              <a:t>|</a:t>
            </a:r>
            <a:r>
              <a:rPr lang="en-US" altLang="zh-CN" sz="2800" b="1" i="1" dirty="0" err="1"/>
              <a:t>b</a:t>
            </a:r>
            <a:r>
              <a:rPr lang="en-US" altLang="zh-CN" sz="2800" b="1" baseline="30000" dirty="0"/>
              <a:t>*</a:t>
            </a:r>
            <a:r>
              <a:rPr lang="en-US" altLang="zh-CN" sz="2800" b="1" i="1" dirty="0"/>
              <a:t>a</a:t>
            </a:r>
            <a:r>
              <a:rPr lang="zh-CN" altLang="en-US" sz="2800" dirty="0"/>
              <a:t>构造分析树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二义文法对应的分析树可以画很多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（上图是一个例子），只要最终分析树的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叶子结点从左到右组成</a:t>
            </a:r>
            <a:r>
              <a:rPr lang="en-US" altLang="zh-CN" sz="2400" b="1" i="1" dirty="0" err="1">
                <a:solidFill>
                  <a:srgbClr val="FF0000"/>
                </a:solidFill>
              </a:rPr>
              <a:t>ab</a:t>
            </a:r>
            <a:r>
              <a:rPr lang="en-US" altLang="zh-CN" sz="2400" b="1" dirty="0" err="1">
                <a:solidFill>
                  <a:srgbClr val="FF0000"/>
                </a:solidFill>
              </a:rPr>
              <a:t>|</a:t>
            </a:r>
            <a:r>
              <a:rPr lang="en-US" altLang="zh-CN" sz="2400" b="1" i="1" dirty="0" err="1">
                <a:solidFill>
                  <a:srgbClr val="FF0000"/>
                </a:solidFill>
              </a:rPr>
              <a:t>b</a:t>
            </a:r>
            <a:r>
              <a:rPr lang="en-US" altLang="zh-CN" sz="2400" b="1" baseline="30000" dirty="0">
                <a:solidFill>
                  <a:srgbClr val="FF0000"/>
                </a:solidFill>
              </a:rPr>
              <a:t>*</a:t>
            </a:r>
            <a:r>
              <a:rPr lang="en-US" altLang="zh-CN" sz="2400" b="1" i="1" dirty="0">
                <a:solidFill>
                  <a:srgbClr val="FF0000"/>
                </a:solidFill>
              </a:rPr>
              <a:t>a</a:t>
            </a:r>
            <a:r>
              <a:rPr lang="zh-CN" altLang="en-US" sz="2400" b="1" dirty="0">
                <a:solidFill>
                  <a:srgbClr val="FF0000"/>
                </a:solidFill>
              </a:rPr>
              <a:t>，</a:t>
            </a:r>
            <a:r>
              <a:rPr lang="zh-CN" altLang="en-US" sz="2400" dirty="0">
                <a:solidFill>
                  <a:srgbClr val="FF0000"/>
                </a:solidFill>
              </a:rPr>
              <a:t>且每次构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造使用正确的产生式即可。下图是用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非二义文法构造的分析树。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65BDD55-D415-44EF-BF42-C06F9122753A}"/>
              </a:ext>
            </a:extLst>
          </p:cNvPr>
          <p:cNvGrpSpPr/>
          <p:nvPr/>
        </p:nvGrpSpPr>
        <p:grpSpPr>
          <a:xfrm>
            <a:off x="6705179" y="348479"/>
            <a:ext cx="2209140" cy="3000256"/>
            <a:chOff x="6959139" y="303853"/>
            <a:chExt cx="2209140" cy="3000256"/>
          </a:xfrm>
        </p:grpSpPr>
        <p:sp>
          <p:nvSpPr>
            <p:cNvPr id="18437" name="Text Box 5">
              <a:extLst>
                <a:ext uri="{FF2B5EF4-FFF2-40B4-BE49-F238E27FC236}">
                  <a16:creationId xmlns:a16="http://schemas.microsoft.com/office/drawing/2014/main" id="{99E64115-588E-403C-9466-C6AA9E1C02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03374" y="303853"/>
              <a:ext cx="314325" cy="4270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8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 dirty="0">
                  <a:ea typeface="宋体" panose="02010600030101010101" pitchFamily="2" charset="-122"/>
                </a:rPr>
                <a:t>R</a:t>
              </a:r>
            </a:p>
          </p:txBody>
        </p:sp>
        <p:sp>
          <p:nvSpPr>
            <p:cNvPr id="18438" name="Text Box 6">
              <a:extLst>
                <a:ext uri="{FF2B5EF4-FFF2-40B4-BE49-F238E27FC236}">
                  <a16:creationId xmlns:a16="http://schemas.microsoft.com/office/drawing/2014/main" id="{42D4F499-669C-4BD9-BEB7-2D9F24B197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63611" y="813440"/>
              <a:ext cx="314325" cy="4270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8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 dirty="0">
                  <a:ea typeface="宋体" panose="02010600030101010101" pitchFamily="2" charset="-122"/>
                </a:rPr>
                <a:t>R</a:t>
              </a:r>
            </a:p>
          </p:txBody>
        </p:sp>
        <p:sp>
          <p:nvSpPr>
            <p:cNvPr id="18439" name="Text Box 7">
              <a:extLst>
                <a:ext uri="{FF2B5EF4-FFF2-40B4-BE49-F238E27FC236}">
                  <a16:creationId xmlns:a16="http://schemas.microsoft.com/office/drawing/2014/main" id="{0950DF1F-D639-4235-9982-F297C6FD62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6461" y="1363215"/>
              <a:ext cx="176213" cy="4270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8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 dirty="0">
                  <a:ea typeface="宋体" panose="02010600030101010101" pitchFamily="2" charset="-122"/>
                </a:rPr>
                <a:t>|</a:t>
              </a:r>
            </a:p>
          </p:txBody>
        </p:sp>
        <p:sp>
          <p:nvSpPr>
            <p:cNvPr id="18440" name="Text Box 8">
              <a:extLst>
                <a:ext uri="{FF2B5EF4-FFF2-40B4-BE49-F238E27FC236}">
                  <a16:creationId xmlns:a16="http://schemas.microsoft.com/office/drawing/2014/main" id="{3391C173-67D0-4A88-93FE-2082C5C589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12962" y="813440"/>
              <a:ext cx="296863" cy="4270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8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 dirty="0">
                  <a:ea typeface="宋体" panose="02010600030101010101" pitchFamily="2" charset="-122"/>
                </a:rPr>
                <a:t>R</a:t>
              </a:r>
            </a:p>
          </p:txBody>
        </p:sp>
        <p:sp>
          <p:nvSpPr>
            <p:cNvPr id="18441" name="Text Box 9">
              <a:extLst>
                <a:ext uri="{FF2B5EF4-FFF2-40B4-BE49-F238E27FC236}">
                  <a16:creationId xmlns:a16="http://schemas.microsoft.com/office/drawing/2014/main" id="{4FD92D48-ABD7-46C8-ADE5-1147552A8D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46226" y="1334705"/>
              <a:ext cx="314239" cy="4274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8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 dirty="0">
                  <a:ea typeface="宋体" panose="02010600030101010101" pitchFamily="2" charset="-122"/>
                </a:rPr>
                <a:t>R</a:t>
              </a:r>
            </a:p>
          </p:txBody>
        </p:sp>
        <p:sp>
          <p:nvSpPr>
            <p:cNvPr id="18442" name="Text Box 10">
              <a:extLst>
                <a:ext uri="{FF2B5EF4-FFF2-40B4-BE49-F238E27FC236}">
                  <a16:creationId xmlns:a16="http://schemas.microsoft.com/office/drawing/2014/main" id="{586DF098-9B23-4CA7-9341-12B66F4354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18173" y="1334705"/>
              <a:ext cx="314325" cy="4270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8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 dirty="0">
                  <a:ea typeface="宋体" panose="02010600030101010101" pitchFamily="2" charset="-122"/>
                </a:rPr>
                <a:t>R</a:t>
              </a:r>
            </a:p>
          </p:txBody>
        </p:sp>
        <p:sp>
          <p:nvSpPr>
            <p:cNvPr id="18443" name="Text Box 11">
              <a:extLst>
                <a:ext uri="{FF2B5EF4-FFF2-40B4-BE49-F238E27FC236}">
                  <a16:creationId xmlns:a16="http://schemas.microsoft.com/office/drawing/2014/main" id="{7F5E118B-284F-4311-AD20-06D6072F9D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37202" y="2412671"/>
              <a:ext cx="314325" cy="4270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8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 dirty="0">
                  <a:ea typeface="宋体" panose="02010600030101010101" pitchFamily="2" charset="-122"/>
                </a:rPr>
                <a:t>R</a:t>
              </a:r>
            </a:p>
          </p:txBody>
        </p:sp>
        <p:sp>
          <p:nvSpPr>
            <p:cNvPr id="18444" name="Text Box 12">
              <a:extLst>
                <a:ext uri="{FF2B5EF4-FFF2-40B4-BE49-F238E27FC236}">
                  <a16:creationId xmlns:a16="http://schemas.microsoft.com/office/drawing/2014/main" id="{7298D4C2-0739-488F-BCEE-34FBB6BC69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84139" y="1937712"/>
              <a:ext cx="314239" cy="4274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8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 dirty="0">
                  <a:ea typeface="宋体" panose="02010600030101010101" pitchFamily="2" charset="-122"/>
                </a:rPr>
                <a:t>R</a:t>
              </a:r>
            </a:p>
          </p:txBody>
        </p:sp>
        <p:sp>
          <p:nvSpPr>
            <p:cNvPr id="18446" name="Text Box 14">
              <a:extLst>
                <a:ext uri="{FF2B5EF4-FFF2-40B4-BE49-F238E27FC236}">
                  <a16:creationId xmlns:a16="http://schemas.microsoft.com/office/drawing/2014/main" id="{1195F168-DDC1-40A6-8146-B1F196F871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05128" y="2420746"/>
              <a:ext cx="263525" cy="4270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8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 dirty="0">
                  <a:solidFill>
                    <a:schemeClr val="hlink"/>
                  </a:solidFill>
                  <a:ea typeface="宋体" panose="02010600030101010101" pitchFamily="2" charset="-122"/>
                </a:rPr>
                <a:t>*</a:t>
              </a:r>
            </a:p>
          </p:txBody>
        </p:sp>
        <p:sp>
          <p:nvSpPr>
            <p:cNvPr id="18447" name="Text Box 15">
              <a:extLst>
                <a:ext uri="{FF2B5EF4-FFF2-40B4-BE49-F238E27FC236}">
                  <a16:creationId xmlns:a16="http://schemas.microsoft.com/office/drawing/2014/main" id="{9E60E714-0BD7-4C0E-A297-F541E10A53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26423" y="1937551"/>
              <a:ext cx="263525" cy="4270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8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 dirty="0"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18448" name="Line 16">
              <a:extLst>
                <a:ext uri="{FF2B5EF4-FFF2-40B4-BE49-F238E27FC236}">
                  <a16:creationId xmlns:a16="http://schemas.microsoft.com/office/drawing/2014/main" id="{409ECB70-3ECB-45EE-B363-24CA5CF808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00149" y="626115"/>
              <a:ext cx="45720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28800" rIns="54000" bIns="28800"/>
            <a:lstStyle/>
            <a:p>
              <a:endParaRPr lang="zh-CN" altLang="en-US" b="1"/>
            </a:p>
          </p:txBody>
        </p:sp>
        <p:sp>
          <p:nvSpPr>
            <p:cNvPr id="18449" name="Line 17">
              <a:extLst>
                <a:ext uri="{FF2B5EF4-FFF2-40B4-BE49-F238E27FC236}">
                  <a16:creationId xmlns:a16="http://schemas.microsoft.com/office/drawing/2014/main" id="{C675A192-F21F-4235-9431-016DA791EC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70769" y="1157134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28800" rIns="54000" bIns="28800"/>
            <a:lstStyle/>
            <a:p>
              <a:endParaRPr lang="zh-CN" altLang="en-US" b="1"/>
            </a:p>
          </p:txBody>
        </p:sp>
        <p:sp>
          <p:nvSpPr>
            <p:cNvPr id="18450" name="Line 18">
              <a:extLst>
                <a:ext uri="{FF2B5EF4-FFF2-40B4-BE49-F238E27FC236}">
                  <a16:creationId xmlns:a16="http://schemas.microsoft.com/office/drawing/2014/main" id="{BDA1DFDA-B989-4ABD-B08A-27AD2F96F4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09749" y="626115"/>
              <a:ext cx="45720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28800" rIns="54000" bIns="28800"/>
            <a:lstStyle/>
            <a:p>
              <a:endParaRPr lang="zh-CN" altLang="en-US" b="1"/>
            </a:p>
          </p:txBody>
        </p:sp>
        <p:sp>
          <p:nvSpPr>
            <p:cNvPr id="18451" name="Line 19">
              <a:extLst>
                <a:ext uri="{FF2B5EF4-FFF2-40B4-BE49-F238E27FC236}">
                  <a16:creationId xmlns:a16="http://schemas.microsoft.com/office/drawing/2014/main" id="{951E9A41-6B0E-4343-A835-41A1BE6121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700212" y="1159515"/>
              <a:ext cx="490537" cy="21007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28800" rIns="54000" bIns="28800"/>
            <a:lstStyle/>
            <a:p>
              <a:endParaRPr lang="zh-CN" altLang="en-US" b="1"/>
            </a:p>
          </p:txBody>
        </p:sp>
        <p:sp>
          <p:nvSpPr>
            <p:cNvPr id="18452" name="Line 20">
              <a:extLst>
                <a:ext uri="{FF2B5EF4-FFF2-40B4-BE49-F238E27FC236}">
                  <a16:creationId xmlns:a16="http://schemas.microsoft.com/office/drawing/2014/main" id="{D2530C86-B464-4ACF-A9CD-285B628A35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43148" y="1159515"/>
              <a:ext cx="522287" cy="2238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28800" rIns="54000" bIns="28800"/>
            <a:lstStyle/>
            <a:p>
              <a:endParaRPr lang="zh-CN" altLang="en-US" b="1"/>
            </a:p>
          </p:txBody>
        </p:sp>
        <p:sp>
          <p:nvSpPr>
            <p:cNvPr id="18453" name="Line 21">
              <a:extLst>
                <a:ext uri="{FF2B5EF4-FFF2-40B4-BE49-F238E27FC236}">
                  <a16:creationId xmlns:a16="http://schemas.microsoft.com/office/drawing/2014/main" id="{7A8994AF-DFA5-4D3F-8B6D-87E40109E3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21597" y="2278199"/>
              <a:ext cx="153987" cy="20368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28800" rIns="54000" bIns="28800"/>
            <a:lstStyle/>
            <a:p>
              <a:endParaRPr lang="zh-CN" altLang="en-US" b="1"/>
            </a:p>
          </p:txBody>
        </p:sp>
        <p:sp>
          <p:nvSpPr>
            <p:cNvPr id="18462" name="Text Box 25">
              <a:extLst>
                <a:ext uri="{FF2B5EF4-FFF2-40B4-BE49-F238E27FC236}">
                  <a16:creationId xmlns:a16="http://schemas.microsoft.com/office/drawing/2014/main" id="{FE40D138-6237-4A2A-89C2-128602B293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52366" y="1941359"/>
              <a:ext cx="314325" cy="4270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8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 dirty="0">
                  <a:ea typeface="宋体" panose="02010600030101010101" pitchFamily="2" charset="-122"/>
                </a:rPr>
                <a:t>R</a:t>
              </a:r>
            </a:p>
          </p:txBody>
        </p:sp>
        <p:sp>
          <p:nvSpPr>
            <p:cNvPr id="18464" name="Text Box 27">
              <a:extLst>
                <a:ext uri="{FF2B5EF4-FFF2-40B4-BE49-F238E27FC236}">
                  <a16:creationId xmlns:a16="http://schemas.microsoft.com/office/drawing/2014/main" id="{80AF89F1-773F-4E3C-B1DA-1C82643C90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7438" y="2877072"/>
              <a:ext cx="263525" cy="4270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8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 dirty="0"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18465" name="Text Box 28">
              <a:extLst>
                <a:ext uri="{FF2B5EF4-FFF2-40B4-BE49-F238E27FC236}">
                  <a16:creationId xmlns:a16="http://schemas.microsoft.com/office/drawing/2014/main" id="{83D75010-E18D-4631-AF25-F753F171A8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04754" y="2474759"/>
              <a:ext cx="263525" cy="4270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8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 dirty="0"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8466" name="Line 29">
              <a:extLst>
                <a:ext uri="{FF2B5EF4-FFF2-40B4-BE49-F238E27FC236}">
                  <a16:creationId xmlns:a16="http://schemas.microsoft.com/office/drawing/2014/main" id="{4C5EBF6B-3C8A-4275-BD00-9A0AEE8FE7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631704" y="1754034"/>
              <a:ext cx="22860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28800" rIns="54000" bIns="28800"/>
            <a:lstStyle/>
            <a:p>
              <a:endParaRPr lang="zh-CN" altLang="en-US" b="1"/>
            </a:p>
          </p:txBody>
        </p:sp>
        <p:sp>
          <p:nvSpPr>
            <p:cNvPr id="18467" name="Line 30">
              <a:extLst>
                <a:ext uri="{FF2B5EF4-FFF2-40B4-BE49-F238E27FC236}">
                  <a16:creationId xmlns:a16="http://schemas.microsoft.com/office/drawing/2014/main" id="{5AECA52B-5FE2-4735-A87F-361DDE13E4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36504" y="1754034"/>
              <a:ext cx="7620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28800" rIns="54000" bIns="28800"/>
            <a:lstStyle/>
            <a:p>
              <a:endParaRPr lang="zh-CN" altLang="en-US" b="1"/>
            </a:p>
          </p:txBody>
        </p:sp>
        <p:sp>
          <p:nvSpPr>
            <p:cNvPr id="18469" name="Line 32">
              <a:extLst>
                <a:ext uri="{FF2B5EF4-FFF2-40B4-BE49-F238E27FC236}">
                  <a16:creationId xmlns:a16="http://schemas.microsoft.com/office/drawing/2014/main" id="{2E5E9ED7-BD8D-44C4-98B1-E3FF355A77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12704" y="2363634"/>
              <a:ext cx="0" cy="1524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28800" rIns="54000" bIns="28800"/>
            <a:lstStyle/>
            <a:p>
              <a:endParaRPr lang="zh-CN" altLang="en-US" b="1"/>
            </a:p>
          </p:txBody>
        </p:sp>
        <p:sp>
          <p:nvSpPr>
            <p:cNvPr id="18456" name="Line 34">
              <a:extLst>
                <a:ext uri="{FF2B5EF4-FFF2-40B4-BE49-F238E27FC236}">
                  <a16:creationId xmlns:a16="http://schemas.microsoft.com/office/drawing/2014/main" id="{B80392A7-CF08-4168-88FE-7B666B5111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290721" y="2757794"/>
              <a:ext cx="13503" cy="18827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28800" rIns="54000" bIns="28800"/>
            <a:lstStyle/>
            <a:p>
              <a:endParaRPr lang="zh-CN" altLang="en-US" b="1"/>
            </a:p>
          </p:txBody>
        </p:sp>
        <p:sp>
          <p:nvSpPr>
            <p:cNvPr id="18457" name="Line 35">
              <a:extLst>
                <a:ext uri="{FF2B5EF4-FFF2-40B4-BE49-F238E27FC236}">
                  <a16:creationId xmlns:a16="http://schemas.microsoft.com/office/drawing/2014/main" id="{E4B98C34-F279-48B6-B651-56443F1E2B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87585" y="2284419"/>
              <a:ext cx="130588" cy="1974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28800" rIns="54000" bIns="28800"/>
            <a:lstStyle/>
            <a:p>
              <a:endParaRPr lang="zh-CN" altLang="en-US" b="1"/>
            </a:p>
          </p:txBody>
        </p:sp>
        <p:sp>
          <p:nvSpPr>
            <p:cNvPr id="18458" name="Line 36">
              <a:extLst>
                <a:ext uri="{FF2B5EF4-FFF2-40B4-BE49-F238E27FC236}">
                  <a16:creationId xmlns:a16="http://schemas.microsoft.com/office/drawing/2014/main" id="{C958A920-811F-4BF8-9DEE-0DB5EBC176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70505" y="1727718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28800" rIns="54000" bIns="28800"/>
            <a:lstStyle/>
            <a:p>
              <a:endParaRPr lang="zh-CN" altLang="en-US" b="1"/>
            </a:p>
          </p:txBody>
        </p:sp>
        <p:sp>
          <p:nvSpPr>
            <p:cNvPr id="18459" name="Text Box 37">
              <a:extLst>
                <a:ext uri="{FF2B5EF4-FFF2-40B4-BE49-F238E27FC236}">
                  <a16:creationId xmlns:a16="http://schemas.microsoft.com/office/drawing/2014/main" id="{1F09DE12-4C0E-4771-9C4C-E6039FA36C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59139" y="1311915"/>
              <a:ext cx="262943" cy="4274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8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 dirty="0"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8460" name="Line 38">
              <a:extLst>
                <a:ext uri="{FF2B5EF4-FFF2-40B4-BE49-F238E27FC236}">
                  <a16:creationId xmlns:a16="http://schemas.microsoft.com/office/drawing/2014/main" id="{CB89B91D-F2AA-4CD6-A1FD-40AA5A8E5F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23949" y="1159515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28800" rIns="54000" bIns="28800"/>
            <a:lstStyle/>
            <a:p>
              <a:endParaRPr lang="zh-CN" altLang="en-US" b="1"/>
            </a:p>
          </p:txBody>
        </p:sp>
      </p:grpSp>
      <p:grpSp>
        <p:nvGrpSpPr>
          <p:cNvPr id="39" name="Group 4">
            <a:extLst>
              <a:ext uri="{FF2B5EF4-FFF2-40B4-BE49-F238E27FC236}">
                <a16:creationId xmlns:a16="http://schemas.microsoft.com/office/drawing/2014/main" id="{CA844704-26CE-4924-96E9-538131A68AB3}"/>
              </a:ext>
            </a:extLst>
          </p:cNvPr>
          <p:cNvGrpSpPr>
            <a:grpSpLocks/>
          </p:cNvGrpSpPr>
          <p:nvPr/>
        </p:nvGrpSpPr>
        <p:grpSpPr bwMode="auto">
          <a:xfrm>
            <a:off x="6582611" y="3407723"/>
            <a:ext cx="2066926" cy="3146424"/>
            <a:chOff x="4171" y="2389"/>
            <a:chExt cx="1302" cy="1982"/>
          </a:xfrm>
        </p:grpSpPr>
        <p:sp>
          <p:nvSpPr>
            <p:cNvPr id="40" name="Text Box 5">
              <a:extLst>
                <a:ext uri="{FF2B5EF4-FFF2-40B4-BE49-F238E27FC236}">
                  <a16:creationId xmlns:a16="http://schemas.microsoft.com/office/drawing/2014/main" id="{9CDADDA4-3683-441D-88CE-9DC8C2FAB8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3" y="2389"/>
              <a:ext cx="198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8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41" name="Text Box 6">
              <a:extLst>
                <a:ext uri="{FF2B5EF4-FFF2-40B4-BE49-F238E27FC236}">
                  <a16:creationId xmlns:a16="http://schemas.microsoft.com/office/drawing/2014/main" id="{1E7E9EC0-5B90-4549-89F6-93E93BE0BE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1" y="2710"/>
              <a:ext cx="198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8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42" name="Text Box 7">
              <a:extLst>
                <a:ext uri="{FF2B5EF4-FFF2-40B4-BE49-F238E27FC236}">
                  <a16:creationId xmlns:a16="http://schemas.microsoft.com/office/drawing/2014/main" id="{657BC305-5B73-46CE-879F-FD1DE9C776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3" y="2710"/>
              <a:ext cx="111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8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ea typeface="宋体" panose="02010600030101010101" pitchFamily="2" charset="-122"/>
                </a:rPr>
                <a:t>|</a:t>
              </a:r>
            </a:p>
          </p:txBody>
        </p:sp>
        <p:sp>
          <p:nvSpPr>
            <p:cNvPr id="43" name="Text Box 8">
              <a:extLst>
                <a:ext uri="{FF2B5EF4-FFF2-40B4-BE49-F238E27FC236}">
                  <a16:creationId xmlns:a16="http://schemas.microsoft.com/office/drawing/2014/main" id="{0AA5C57E-5C90-4D31-A6A1-6AC5C0FD88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5" y="2710"/>
              <a:ext cx="187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8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 dirty="0">
                  <a:ea typeface="宋体" panose="02010600030101010101" pitchFamily="2" charset="-122"/>
                </a:rPr>
                <a:t>T</a:t>
              </a:r>
            </a:p>
          </p:txBody>
        </p:sp>
        <p:sp>
          <p:nvSpPr>
            <p:cNvPr id="44" name="Text Box 9">
              <a:extLst>
                <a:ext uri="{FF2B5EF4-FFF2-40B4-BE49-F238E27FC236}">
                  <a16:creationId xmlns:a16="http://schemas.microsoft.com/office/drawing/2014/main" id="{EF52A8E5-1FFD-4562-89CF-6DE5744E66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1" y="3046"/>
              <a:ext cx="187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8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 dirty="0">
                  <a:ea typeface="宋体" panose="02010600030101010101" pitchFamily="2" charset="-122"/>
                </a:rPr>
                <a:t>T</a:t>
              </a:r>
            </a:p>
          </p:txBody>
        </p:sp>
        <p:sp>
          <p:nvSpPr>
            <p:cNvPr id="45" name="Text Box 10">
              <a:extLst>
                <a:ext uri="{FF2B5EF4-FFF2-40B4-BE49-F238E27FC236}">
                  <a16:creationId xmlns:a16="http://schemas.microsoft.com/office/drawing/2014/main" id="{DCE7A92A-A817-4984-B9CA-E13CB10DFB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5" y="3046"/>
              <a:ext cx="198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8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ea typeface="宋体" panose="02010600030101010101" pitchFamily="2" charset="-122"/>
                </a:rPr>
                <a:t>F</a:t>
              </a:r>
            </a:p>
          </p:txBody>
        </p:sp>
        <p:sp>
          <p:nvSpPr>
            <p:cNvPr id="46" name="Text Box 11">
              <a:extLst>
                <a:ext uri="{FF2B5EF4-FFF2-40B4-BE49-F238E27FC236}">
                  <a16:creationId xmlns:a16="http://schemas.microsoft.com/office/drawing/2014/main" id="{FC73140F-DCE6-408C-BB9B-A5F29A4DCD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1" y="3382"/>
              <a:ext cx="198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8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ea typeface="宋体" panose="02010600030101010101" pitchFamily="2" charset="-122"/>
                </a:rPr>
                <a:t>F</a:t>
              </a:r>
            </a:p>
          </p:txBody>
        </p:sp>
        <p:sp>
          <p:nvSpPr>
            <p:cNvPr id="47" name="Text Box 12">
              <a:extLst>
                <a:ext uri="{FF2B5EF4-FFF2-40B4-BE49-F238E27FC236}">
                  <a16:creationId xmlns:a16="http://schemas.microsoft.com/office/drawing/2014/main" id="{7A1FDE10-539C-491A-A5CA-918F3FD503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07" y="3360"/>
              <a:ext cx="166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8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48" name="Text Box 13">
              <a:extLst>
                <a:ext uri="{FF2B5EF4-FFF2-40B4-BE49-F238E27FC236}">
                  <a16:creationId xmlns:a16="http://schemas.microsoft.com/office/drawing/2014/main" id="{B71CDF55-CB03-4875-A354-0C16AB6390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7" y="3718"/>
              <a:ext cx="198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8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ea typeface="宋体" panose="02010600030101010101" pitchFamily="2" charset="-122"/>
                </a:rPr>
                <a:t>F</a:t>
              </a:r>
            </a:p>
          </p:txBody>
        </p:sp>
        <p:sp>
          <p:nvSpPr>
            <p:cNvPr id="49" name="Text Box 14">
              <a:extLst>
                <a:ext uri="{FF2B5EF4-FFF2-40B4-BE49-F238E27FC236}">
                  <a16:creationId xmlns:a16="http://schemas.microsoft.com/office/drawing/2014/main" id="{E90C551E-8E15-48BD-BD8B-DA9A03CF6A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7" y="3718"/>
              <a:ext cx="166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8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chemeClr val="hlink"/>
                  </a:solidFill>
                  <a:ea typeface="宋体" panose="02010600030101010101" pitchFamily="2" charset="-122"/>
                </a:rPr>
                <a:t>*</a:t>
              </a:r>
            </a:p>
          </p:txBody>
        </p:sp>
        <p:sp>
          <p:nvSpPr>
            <p:cNvPr id="50" name="Text Box 15">
              <a:extLst>
                <a:ext uri="{FF2B5EF4-FFF2-40B4-BE49-F238E27FC236}">
                  <a16:creationId xmlns:a16="http://schemas.microsoft.com/office/drawing/2014/main" id="{C88DEA37-FFF8-426B-946A-896A845BC1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5" y="4032"/>
              <a:ext cx="166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8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51" name="Line 16">
              <a:extLst>
                <a:ext uri="{FF2B5EF4-FFF2-40B4-BE49-F238E27FC236}">
                  <a16:creationId xmlns:a16="http://schemas.microsoft.com/office/drawing/2014/main" id="{589C1CB9-9401-49F6-8A47-5FD9ACB986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60" y="2592"/>
              <a:ext cx="288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28800" rIns="54000" bIns="28800"/>
            <a:lstStyle/>
            <a:p>
              <a:endParaRPr lang="zh-CN" altLang="en-US" b="1"/>
            </a:p>
          </p:txBody>
        </p:sp>
        <p:sp>
          <p:nvSpPr>
            <p:cNvPr id="52" name="Line 17">
              <a:extLst>
                <a:ext uri="{FF2B5EF4-FFF2-40B4-BE49-F238E27FC236}">
                  <a16:creationId xmlns:a16="http://schemas.microsoft.com/office/drawing/2014/main" id="{323E06C3-1BFF-4C30-A72D-6DB901C795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2592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28800" rIns="54000" bIns="28800"/>
            <a:lstStyle/>
            <a:p>
              <a:endParaRPr lang="zh-CN" altLang="en-US" b="1"/>
            </a:p>
          </p:txBody>
        </p:sp>
        <p:sp>
          <p:nvSpPr>
            <p:cNvPr id="53" name="Line 18">
              <a:extLst>
                <a:ext uri="{FF2B5EF4-FFF2-40B4-BE49-F238E27FC236}">
                  <a16:creationId xmlns:a16="http://schemas.microsoft.com/office/drawing/2014/main" id="{7B087D0B-F924-4E10-909C-413CAA3862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2592"/>
              <a:ext cx="288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28800" rIns="54000" bIns="28800"/>
            <a:lstStyle/>
            <a:p>
              <a:endParaRPr lang="zh-CN" altLang="en-US" b="1"/>
            </a:p>
          </p:txBody>
        </p:sp>
        <p:sp>
          <p:nvSpPr>
            <p:cNvPr id="54" name="Line 19">
              <a:extLst>
                <a:ext uri="{FF2B5EF4-FFF2-40B4-BE49-F238E27FC236}">
                  <a16:creationId xmlns:a16="http://schemas.microsoft.com/office/drawing/2014/main" id="{7458B2D3-43E8-4869-B49B-ACBFA2115B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88" y="2928"/>
              <a:ext cx="96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28800" rIns="54000" bIns="28800"/>
            <a:lstStyle/>
            <a:p>
              <a:endParaRPr lang="zh-CN" altLang="en-US" b="1"/>
            </a:p>
          </p:txBody>
        </p:sp>
        <p:sp>
          <p:nvSpPr>
            <p:cNvPr id="55" name="Line 20">
              <a:extLst>
                <a:ext uri="{FF2B5EF4-FFF2-40B4-BE49-F238E27FC236}">
                  <a16:creationId xmlns:a16="http://schemas.microsoft.com/office/drawing/2014/main" id="{EF8F86DB-6ED2-4282-9306-91E494057B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0" y="2928"/>
              <a:ext cx="144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28800" rIns="54000" bIns="28800"/>
            <a:lstStyle/>
            <a:p>
              <a:endParaRPr lang="zh-CN" altLang="en-US" b="1"/>
            </a:p>
          </p:txBody>
        </p:sp>
        <p:sp>
          <p:nvSpPr>
            <p:cNvPr id="56" name="Line 21">
              <a:extLst>
                <a:ext uri="{FF2B5EF4-FFF2-40B4-BE49-F238E27FC236}">
                  <a16:creationId xmlns:a16="http://schemas.microsoft.com/office/drawing/2014/main" id="{8CAA3C85-F279-44DD-A3BD-6231AB5CDD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3312"/>
              <a:ext cx="0" cy="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28800" rIns="54000" bIns="28800"/>
            <a:lstStyle/>
            <a:p>
              <a:endParaRPr lang="zh-CN" altLang="en-US" b="1"/>
            </a:p>
          </p:txBody>
        </p:sp>
        <p:sp>
          <p:nvSpPr>
            <p:cNvPr id="57" name="Line 22">
              <a:extLst>
                <a:ext uri="{FF2B5EF4-FFF2-40B4-BE49-F238E27FC236}">
                  <a16:creationId xmlns:a16="http://schemas.microsoft.com/office/drawing/2014/main" id="{FB78A7D9-F78B-4FA7-9175-7E3652E208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6" y="3312"/>
              <a:ext cx="0" cy="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28800" rIns="54000" bIns="28800"/>
            <a:lstStyle/>
            <a:p>
              <a:endParaRPr lang="zh-CN" altLang="en-US" b="1"/>
            </a:p>
          </p:txBody>
        </p:sp>
        <p:grpSp>
          <p:nvGrpSpPr>
            <p:cNvPr id="58" name="Group 23">
              <a:extLst>
                <a:ext uri="{FF2B5EF4-FFF2-40B4-BE49-F238E27FC236}">
                  <a16:creationId xmlns:a16="http://schemas.microsoft.com/office/drawing/2014/main" id="{579853B1-7CDE-43BE-85B7-2C6DABD5E9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71" y="3312"/>
              <a:ext cx="486" cy="1059"/>
              <a:chOff x="4171" y="2928"/>
              <a:chExt cx="486" cy="1059"/>
            </a:xfrm>
          </p:grpSpPr>
          <p:sp>
            <p:nvSpPr>
              <p:cNvPr id="64" name="Text Box 24">
                <a:extLst>
                  <a:ext uri="{FF2B5EF4-FFF2-40B4-BE49-F238E27FC236}">
                    <a16:creationId xmlns:a16="http://schemas.microsoft.com/office/drawing/2014/main" id="{6E95469F-311C-4016-9DF9-078D9C7F4E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75" y="3046"/>
                <a:ext cx="187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8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54000" tIns="28800" rIns="54000" bIns="28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>
                    <a:ea typeface="宋体" panose="02010600030101010101" pitchFamily="2" charset="-122"/>
                  </a:rPr>
                  <a:t>T</a:t>
                </a:r>
              </a:p>
            </p:txBody>
          </p:sp>
          <p:sp>
            <p:nvSpPr>
              <p:cNvPr id="65" name="Text Box 25">
                <a:extLst>
                  <a:ext uri="{FF2B5EF4-FFF2-40B4-BE49-F238E27FC236}">
                    <a16:creationId xmlns:a16="http://schemas.microsoft.com/office/drawing/2014/main" id="{2493A887-532C-42FA-A82D-B5745D3C35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59" y="3046"/>
                <a:ext cx="198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8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54000" tIns="28800" rIns="54000" bIns="28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>
                    <a:ea typeface="宋体" panose="02010600030101010101" pitchFamily="2" charset="-122"/>
                  </a:rPr>
                  <a:t>F</a:t>
                </a:r>
              </a:p>
            </p:txBody>
          </p:sp>
          <p:sp>
            <p:nvSpPr>
              <p:cNvPr id="66" name="Text Box 26">
                <a:extLst>
                  <a:ext uri="{FF2B5EF4-FFF2-40B4-BE49-F238E27FC236}">
                    <a16:creationId xmlns:a16="http://schemas.microsoft.com/office/drawing/2014/main" id="{2CAA3DAF-308E-4524-B32C-45A4A2B55D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71" y="3382"/>
                <a:ext cx="198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8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54000" tIns="28800" rIns="54000" bIns="28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>
                    <a:ea typeface="宋体" panose="02010600030101010101" pitchFamily="2" charset="-122"/>
                  </a:rPr>
                  <a:t>F</a:t>
                </a:r>
              </a:p>
            </p:txBody>
          </p:sp>
          <p:sp>
            <p:nvSpPr>
              <p:cNvPr id="67" name="Text Box 27">
                <a:extLst>
                  <a:ext uri="{FF2B5EF4-FFF2-40B4-BE49-F238E27FC236}">
                    <a16:creationId xmlns:a16="http://schemas.microsoft.com/office/drawing/2014/main" id="{4379F242-BB1E-4ACF-B238-B9100BC1B2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75" y="3718"/>
                <a:ext cx="166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8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54000" tIns="28800" rIns="54000" bIns="28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>
                    <a:ea typeface="宋体" panose="02010600030101010101" pitchFamily="2" charset="-122"/>
                  </a:rPr>
                  <a:t>a</a:t>
                </a:r>
              </a:p>
            </p:txBody>
          </p:sp>
          <p:sp>
            <p:nvSpPr>
              <p:cNvPr id="68" name="Text Box 28">
                <a:extLst>
                  <a:ext uri="{FF2B5EF4-FFF2-40B4-BE49-F238E27FC236}">
                    <a16:creationId xmlns:a16="http://schemas.microsoft.com/office/drawing/2014/main" id="{4FB086D4-02AA-4DDF-9D39-530E41E9BF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91" y="3382"/>
                <a:ext cx="166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8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54000" tIns="28800" rIns="54000" bIns="28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>
                    <a:ea typeface="宋体" panose="02010600030101010101" pitchFamily="2" charset="-122"/>
                  </a:rPr>
                  <a:t>b</a:t>
                </a:r>
              </a:p>
            </p:txBody>
          </p:sp>
          <p:sp>
            <p:nvSpPr>
              <p:cNvPr id="69" name="Line 29">
                <a:extLst>
                  <a:ext uri="{FF2B5EF4-FFF2-40B4-BE49-F238E27FC236}">
                    <a16:creationId xmlns:a16="http://schemas.microsoft.com/office/drawing/2014/main" id="{D0933E8E-6E57-4200-BDEA-3D7F4868EC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320" y="2928"/>
                <a:ext cx="144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54000" tIns="28800" rIns="54000" bIns="28800"/>
              <a:lstStyle/>
              <a:p>
                <a:endParaRPr lang="zh-CN" altLang="en-US" b="1"/>
              </a:p>
            </p:txBody>
          </p:sp>
          <p:sp>
            <p:nvSpPr>
              <p:cNvPr id="70" name="Line 30">
                <a:extLst>
                  <a:ext uri="{FF2B5EF4-FFF2-40B4-BE49-F238E27FC236}">
                    <a16:creationId xmlns:a16="http://schemas.microsoft.com/office/drawing/2014/main" id="{8BD98560-C330-4A96-A033-1086B969D9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12" y="2928"/>
                <a:ext cx="48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54000" tIns="28800" rIns="54000" bIns="28800"/>
              <a:lstStyle/>
              <a:p>
                <a:endParaRPr lang="zh-CN" altLang="en-US" b="1"/>
              </a:p>
            </p:txBody>
          </p:sp>
          <p:sp>
            <p:nvSpPr>
              <p:cNvPr id="71" name="Line 31">
                <a:extLst>
                  <a:ext uri="{FF2B5EF4-FFF2-40B4-BE49-F238E27FC236}">
                    <a16:creationId xmlns:a16="http://schemas.microsoft.com/office/drawing/2014/main" id="{5C408778-6081-4489-A59A-48BF1A0F13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3312"/>
                <a:ext cx="0" cy="9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54000" tIns="28800" rIns="54000" bIns="28800"/>
              <a:lstStyle/>
              <a:p>
                <a:endParaRPr lang="zh-CN" altLang="en-US" b="1"/>
              </a:p>
            </p:txBody>
          </p:sp>
          <p:sp>
            <p:nvSpPr>
              <p:cNvPr id="72" name="Line 32">
                <a:extLst>
                  <a:ext uri="{FF2B5EF4-FFF2-40B4-BE49-F238E27FC236}">
                    <a16:creationId xmlns:a16="http://schemas.microsoft.com/office/drawing/2014/main" id="{0C18F4D9-6631-49C4-A962-20688F36EA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60" y="3312"/>
                <a:ext cx="0" cy="9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54000" tIns="28800" rIns="54000" bIns="28800"/>
              <a:lstStyle/>
              <a:p>
                <a:endParaRPr lang="zh-CN" altLang="en-US" b="1"/>
              </a:p>
            </p:txBody>
          </p:sp>
          <p:sp>
            <p:nvSpPr>
              <p:cNvPr id="73" name="Line 33">
                <a:extLst>
                  <a:ext uri="{FF2B5EF4-FFF2-40B4-BE49-F238E27FC236}">
                    <a16:creationId xmlns:a16="http://schemas.microsoft.com/office/drawing/2014/main" id="{1FE396A9-D6D5-4767-8C95-A6673B1C9A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360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54000" tIns="28800" rIns="54000" bIns="28800"/>
              <a:lstStyle/>
              <a:p>
                <a:endParaRPr lang="zh-CN" altLang="en-US" b="1"/>
              </a:p>
            </p:txBody>
          </p:sp>
        </p:grpSp>
        <p:sp>
          <p:nvSpPr>
            <p:cNvPr id="59" name="Line 34">
              <a:extLst>
                <a:ext uri="{FF2B5EF4-FFF2-40B4-BE49-F238E27FC236}">
                  <a16:creationId xmlns:a16="http://schemas.microsoft.com/office/drawing/2014/main" id="{7CFCDC01-71DC-44E3-82CB-E95526CD91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92" y="3600"/>
              <a:ext cx="96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28800" rIns="54000" bIns="28800"/>
            <a:lstStyle/>
            <a:p>
              <a:endParaRPr lang="zh-CN" altLang="en-US" b="1"/>
            </a:p>
          </p:txBody>
        </p:sp>
        <p:sp>
          <p:nvSpPr>
            <p:cNvPr id="60" name="Line 35">
              <a:extLst>
                <a:ext uri="{FF2B5EF4-FFF2-40B4-BE49-F238E27FC236}">
                  <a16:creationId xmlns:a16="http://schemas.microsoft.com/office/drawing/2014/main" id="{D3333DD6-D36C-468E-A67A-08D5CA1E9A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6" y="3600"/>
              <a:ext cx="48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28800" rIns="54000" bIns="28800"/>
            <a:lstStyle/>
            <a:p>
              <a:endParaRPr lang="zh-CN" altLang="en-US" b="1"/>
            </a:p>
          </p:txBody>
        </p:sp>
        <p:sp>
          <p:nvSpPr>
            <p:cNvPr id="61" name="Line 36">
              <a:extLst>
                <a:ext uri="{FF2B5EF4-FFF2-40B4-BE49-F238E27FC236}">
                  <a16:creationId xmlns:a16="http://schemas.microsoft.com/office/drawing/2014/main" id="{A8B8F562-8EC2-4384-90E6-ADD4FF4D39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3936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28800" rIns="54000" bIns="28800"/>
            <a:lstStyle/>
            <a:p>
              <a:endParaRPr lang="zh-CN" altLang="en-US" b="1"/>
            </a:p>
          </p:txBody>
        </p:sp>
        <p:sp>
          <p:nvSpPr>
            <p:cNvPr id="62" name="Text Box 37">
              <a:extLst>
                <a:ext uri="{FF2B5EF4-FFF2-40B4-BE49-F238E27FC236}">
                  <a16:creationId xmlns:a16="http://schemas.microsoft.com/office/drawing/2014/main" id="{357D7EA2-8A15-4442-A570-31D1D1A990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4" y="3024"/>
              <a:ext cx="187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8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ea typeface="宋体" panose="02010600030101010101" pitchFamily="2" charset="-122"/>
                </a:rPr>
                <a:t>T</a:t>
              </a:r>
            </a:p>
          </p:txBody>
        </p:sp>
        <p:sp>
          <p:nvSpPr>
            <p:cNvPr id="63" name="Line 38">
              <a:extLst>
                <a:ext uri="{FF2B5EF4-FFF2-40B4-BE49-F238E27FC236}">
                  <a16:creationId xmlns:a16="http://schemas.microsoft.com/office/drawing/2014/main" id="{AA5D86EE-6117-4774-B8E3-5AD970C859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2928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28800" rIns="54000" bIns="28800"/>
            <a:lstStyle/>
            <a:p>
              <a:endParaRPr lang="zh-CN" altLang="en-US" b="1"/>
            </a:p>
          </p:txBody>
        </p:sp>
      </p:grp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21859F6-E3B6-17BA-0308-575D55FB0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11F45-D1EF-48DC-8ED1-EB7D059D2CF6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498C0CE-3064-3A77-F668-76B97943C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160B786-8F91-C998-2E66-8F2CDCF2C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20FB96D6-A7C3-4D35-8E56-61B587F354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第三章 作业</a:t>
            </a:r>
            <a:r>
              <a:rPr lang="en-US" altLang="zh-CN"/>
              <a:t>3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FB2E5314-E149-4FDD-8886-84548C485A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dirty="0"/>
              <a:t>3.</a:t>
            </a:r>
            <a:r>
              <a:rPr lang="en-US" altLang="zh-CN" dirty="0"/>
              <a:t> </a:t>
            </a:r>
            <a:r>
              <a:rPr lang="zh-CN" altLang="en-US" dirty="0"/>
              <a:t>为下面语言设计文法，并问哪些文法是正规的？</a:t>
            </a:r>
            <a:r>
              <a:rPr lang="en-US" altLang="zh-CN" b="1" dirty="0"/>
              <a:t>(P103/3.6(a)(b))</a:t>
            </a:r>
          </a:p>
          <a:p>
            <a:pPr lvl="1" eaLnBrk="1" hangingPunct="1"/>
            <a:r>
              <a:rPr lang="zh-CN" altLang="en-US" dirty="0"/>
              <a:t>每个</a:t>
            </a:r>
            <a:r>
              <a:rPr lang="en-US" altLang="zh-CN" b="1" i="1" dirty="0"/>
              <a:t>a</a:t>
            </a:r>
            <a:r>
              <a:rPr lang="zh-CN" altLang="en-US" dirty="0"/>
              <a:t>后面至少有一个</a:t>
            </a:r>
            <a:r>
              <a:rPr lang="en-US" altLang="zh-CN" b="1" i="1" dirty="0"/>
              <a:t>b</a:t>
            </a:r>
            <a:r>
              <a:rPr lang="zh-CN" altLang="en-US" dirty="0"/>
              <a:t>跟随的所有串。</a:t>
            </a:r>
          </a:p>
          <a:p>
            <a:pPr lvl="1" eaLnBrk="1" hangingPunct="1"/>
            <a:r>
              <a:rPr lang="en-US" altLang="zh-CN" b="1" i="1" dirty="0">
                <a:sym typeface="Symbol" panose="05050102010706020507" pitchFamily="18" charset="2"/>
              </a:rPr>
              <a:t>a</a:t>
            </a:r>
            <a:r>
              <a:rPr lang="zh-CN" altLang="en-US" dirty="0">
                <a:sym typeface="Symbol" panose="05050102010706020507" pitchFamily="18" charset="2"/>
              </a:rPr>
              <a:t>和</a:t>
            </a:r>
            <a:r>
              <a:rPr lang="en-US" altLang="zh-CN" b="1" i="1" dirty="0">
                <a:sym typeface="Symbol" panose="05050102010706020507" pitchFamily="18" charset="2"/>
              </a:rPr>
              <a:t>b</a:t>
            </a:r>
            <a:r>
              <a:rPr lang="zh-CN" altLang="en-US" dirty="0">
                <a:sym typeface="Symbol" panose="05050102010706020507" pitchFamily="18" charset="2"/>
              </a:rPr>
              <a:t>的个数相等的串。</a:t>
            </a:r>
            <a:endParaRPr lang="zh-CN" alt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14604D8-A87D-3D8D-8260-B48595410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BBE61-FA42-4A80-988F-D0B2681DFF1A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815DC5B-1A40-B24A-29BF-513667EC1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0A1DEC-9D4A-2A19-DD16-BD2815D3C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483508C2-5481-4102-9E4C-F7F636557D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第三章 作业</a:t>
            </a:r>
            <a:r>
              <a:rPr lang="en-US" altLang="zh-CN"/>
              <a:t>3</a:t>
            </a:r>
          </a:p>
        </p:txBody>
      </p:sp>
      <p:sp>
        <p:nvSpPr>
          <p:cNvPr id="633859" name="Rectangle 3">
            <a:extLst>
              <a:ext uri="{FF2B5EF4-FFF2-40B4-BE49-F238E27FC236}">
                <a16:creationId xmlns:a16="http://schemas.microsoft.com/office/drawing/2014/main" id="{1B4C821F-97A7-482B-BEAF-2B8CB0CB00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设计文法，并问哪些文法是正规的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a</a:t>
            </a:r>
            <a:r>
              <a:rPr lang="zh-CN" altLang="en-US" sz="2400" b="1" dirty="0"/>
              <a:t>）</a:t>
            </a:r>
            <a:r>
              <a:rPr lang="zh-CN" altLang="en-US" sz="2400" dirty="0"/>
              <a:t>每个</a:t>
            </a:r>
            <a:r>
              <a:rPr lang="en-US" altLang="zh-CN" sz="2400" b="1" i="1" dirty="0"/>
              <a:t>a</a:t>
            </a:r>
            <a:r>
              <a:rPr lang="zh-CN" altLang="en-US" sz="2400" dirty="0"/>
              <a:t>后面至少有一个</a:t>
            </a:r>
            <a:r>
              <a:rPr lang="en-US" altLang="zh-CN" sz="2400" b="1" i="1" dirty="0"/>
              <a:t>b</a:t>
            </a:r>
            <a:r>
              <a:rPr lang="zh-CN" altLang="en-US" sz="2400" dirty="0"/>
              <a:t>跟随的所有串。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分析：该语言可以用正规式</a:t>
            </a:r>
            <a:r>
              <a:rPr lang="en-US" altLang="zh-CN" sz="2400" b="1" dirty="0"/>
              <a:t>(</a:t>
            </a:r>
            <a:r>
              <a:rPr lang="en-US" altLang="zh-CN" sz="2400" b="1" i="1" dirty="0"/>
              <a:t>ab </a:t>
            </a:r>
            <a:r>
              <a:rPr lang="en-US" altLang="zh-CN" sz="2400" b="1" dirty="0"/>
              <a:t>| </a:t>
            </a:r>
            <a:r>
              <a:rPr lang="en-US" altLang="zh-CN" sz="2400" b="1" i="1" dirty="0"/>
              <a:t>b</a:t>
            </a:r>
            <a:r>
              <a:rPr lang="en-US" altLang="zh-CN" sz="2400" b="1" dirty="0"/>
              <a:t>)</a:t>
            </a:r>
            <a:r>
              <a:rPr lang="en-US" altLang="zh-CN" sz="2400" b="1" baseline="30000" dirty="0"/>
              <a:t>*</a:t>
            </a:r>
            <a:r>
              <a:rPr lang="zh-CN" altLang="en-US" sz="2400" dirty="0"/>
              <a:t>表示，是正规的。对应的文法：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      </a:t>
            </a:r>
            <a:r>
              <a:rPr lang="en-US" altLang="zh-CN" sz="2400" b="1" i="1" dirty="0" err="1"/>
              <a:t>S</a:t>
            </a:r>
            <a:r>
              <a:rPr lang="en-US" altLang="zh-CN" sz="2400" b="1" dirty="0" err="1">
                <a:sym typeface="Symbol" panose="05050102010706020507" pitchFamily="18" charset="2"/>
              </a:rPr>
              <a:t></a:t>
            </a:r>
            <a:r>
              <a:rPr lang="en-US" altLang="zh-CN" sz="2400" b="1" i="1" dirty="0" err="1"/>
              <a:t>abS</a:t>
            </a:r>
            <a:r>
              <a:rPr lang="en-US" altLang="zh-CN" sz="2400" b="1" dirty="0"/>
              <a:t> | </a:t>
            </a:r>
            <a:r>
              <a:rPr lang="en-US" altLang="zh-CN" sz="2400" b="1" i="1" dirty="0" err="1"/>
              <a:t>bS</a:t>
            </a:r>
            <a:r>
              <a:rPr lang="en-US" altLang="zh-CN" sz="2400" b="1" dirty="0"/>
              <a:t> | </a:t>
            </a:r>
            <a:r>
              <a:rPr lang="en-US" altLang="zh-CN" sz="2400" b="1" dirty="0">
                <a:sym typeface="Symbol" panose="05050102010706020507" pitchFamily="18" charset="2"/>
              </a:rPr>
              <a:t>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400" b="1" dirty="0">
                <a:sym typeface="Symbol" panose="05050102010706020507" pitchFamily="18" charset="2"/>
              </a:rPr>
              <a:t>（</a:t>
            </a:r>
            <a:r>
              <a:rPr lang="en-US" altLang="zh-CN" sz="2400" b="1" dirty="0">
                <a:sym typeface="Symbol" panose="05050102010706020507" pitchFamily="18" charset="2"/>
              </a:rPr>
              <a:t>b</a:t>
            </a:r>
            <a:r>
              <a:rPr lang="zh-CN" altLang="en-US" sz="2400" b="1" dirty="0">
                <a:sym typeface="Symbol" panose="05050102010706020507" pitchFamily="18" charset="2"/>
              </a:rPr>
              <a:t>）</a:t>
            </a:r>
            <a:r>
              <a:rPr lang="en-US" altLang="zh-CN" sz="2400" b="1" i="1" dirty="0">
                <a:sym typeface="Symbol" panose="05050102010706020507" pitchFamily="18" charset="2"/>
              </a:rPr>
              <a:t>a</a:t>
            </a:r>
            <a:r>
              <a:rPr lang="zh-CN" altLang="en-US" sz="2400" dirty="0">
                <a:sym typeface="Symbol" panose="05050102010706020507" pitchFamily="18" charset="2"/>
              </a:rPr>
              <a:t>和</a:t>
            </a:r>
            <a:r>
              <a:rPr lang="en-US" altLang="zh-CN" sz="2400" b="1" i="1" dirty="0">
                <a:sym typeface="Symbol" panose="05050102010706020507" pitchFamily="18" charset="2"/>
              </a:rPr>
              <a:t>b</a:t>
            </a:r>
            <a:r>
              <a:rPr lang="zh-CN" altLang="en-US" sz="2400" dirty="0">
                <a:sym typeface="Symbol" panose="05050102010706020507" pitchFamily="18" charset="2"/>
              </a:rPr>
              <a:t>的个数相等的串。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sym typeface="Symbol" panose="05050102010706020507" pitchFamily="18" charset="2"/>
              </a:rPr>
              <a:t>二义文法</a:t>
            </a:r>
            <a:r>
              <a:rPr lang="en-US" altLang="zh-CN" sz="2400" b="1" dirty="0">
                <a:sym typeface="Symbol" panose="05050102010706020507" pitchFamily="18" charset="2"/>
              </a:rPr>
              <a:t>1</a:t>
            </a:r>
            <a:r>
              <a:rPr lang="zh-CN" altLang="en-US" sz="2400" dirty="0">
                <a:sym typeface="Symbol" panose="05050102010706020507" pitchFamily="18" charset="2"/>
              </a:rPr>
              <a:t>：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en-US" altLang="zh-CN" sz="2400" b="1" i="1" dirty="0">
                <a:sym typeface="Symbol" panose="05050102010706020507" pitchFamily="18" charset="2"/>
              </a:rPr>
              <a:t>S </a:t>
            </a:r>
            <a:r>
              <a:rPr lang="en-US" altLang="zh-CN" sz="2400" b="1" dirty="0">
                <a:sym typeface="Symbol" panose="05050102010706020507" pitchFamily="18" charset="2"/>
              </a:rPr>
              <a:t> </a:t>
            </a:r>
            <a:r>
              <a:rPr lang="en-US" altLang="zh-CN" sz="2400" b="1" i="1" dirty="0">
                <a:sym typeface="Symbol" panose="05050102010706020507" pitchFamily="18" charset="2"/>
              </a:rPr>
              <a:t>a B</a:t>
            </a:r>
            <a:r>
              <a:rPr lang="en-US" altLang="zh-CN" sz="2400" b="1" dirty="0">
                <a:sym typeface="Symbol" panose="05050102010706020507" pitchFamily="18" charset="2"/>
              </a:rPr>
              <a:t> | </a:t>
            </a:r>
            <a:r>
              <a:rPr lang="en-US" altLang="zh-CN" sz="2400" b="1" i="1" dirty="0">
                <a:sym typeface="Symbol" panose="05050102010706020507" pitchFamily="18" charset="2"/>
              </a:rPr>
              <a:t>b A</a:t>
            </a:r>
            <a:r>
              <a:rPr lang="en-US" altLang="zh-CN" sz="2400" b="1" dirty="0">
                <a:sym typeface="Symbol" panose="05050102010706020507" pitchFamily="18" charset="2"/>
              </a:rPr>
              <a:t> | 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en-US" altLang="zh-CN" sz="2400" b="1" i="1" dirty="0">
                <a:sym typeface="Symbol" panose="05050102010706020507" pitchFamily="18" charset="2"/>
              </a:rPr>
              <a:t>A</a:t>
            </a:r>
            <a:r>
              <a:rPr lang="en-US" altLang="zh-CN" sz="2400" b="1" dirty="0">
                <a:sym typeface="Symbol" panose="05050102010706020507" pitchFamily="18" charset="2"/>
              </a:rPr>
              <a:t>  </a:t>
            </a:r>
            <a:r>
              <a:rPr lang="en-US" altLang="zh-CN" sz="2400" b="1" i="1" dirty="0">
                <a:sym typeface="Symbol" panose="05050102010706020507" pitchFamily="18" charset="2"/>
              </a:rPr>
              <a:t>a S</a:t>
            </a:r>
            <a:r>
              <a:rPr lang="en-US" altLang="zh-CN" sz="2400" b="1" dirty="0">
                <a:sym typeface="Symbol" panose="05050102010706020507" pitchFamily="18" charset="2"/>
              </a:rPr>
              <a:t> | </a:t>
            </a:r>
            <a:r>
              <a:rPr lang="en-US" altLang="zh-CN" sz="2400" b="1" i="1" dirty="0">
                <a:sym typeface="Symbol" panose="05050102010706020507" pitchFamily="18" charset="2"/>
              </a:rPr>
              <a:t>b A </a:t>
            </a:r>
            <a:r>
              <a:rPr lang="en-US" altLang="zh-CN" sz="2400" b="1" i="1" dirty="0" err="1">
                <a:sym typeface="Symbol" panose="05050102010706020507" pitchFamily="18" charset="2"/>
              </a:rPr>
              <a:t>A</a:t>
            </a:r>
            <a:endParaRPr lang="en-US" altLang="zh-CN" sz="2400" b="1" i="1" dirty="0">
              <a:sym typeface="Symbol" panose="05050102010706020507" pitchFamily="18" charset="2"/>
            </a:endParaRP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en-US" altLang="zh-CN" sz="2400" b="1" i="1" dirty="0">
                <a:sym typeface="Symbol" panose="05050102010706020507" pitchFamily="18" charset="2"/>
              </a:rPr>
              <a:t>B</a:t>
            </a:r>
            <a:r>
              <a:rPr lang="en-US" altLang="zh-CN" sz="2400" b="1" dirty="0">
                <a:sym typeface="Symbol" panose="05050102010706020507" pitchFamily="18" charset="2"/>
              </a:rPr>
              <a:t>   </a:t>
            </a:r>
            <a:r>
              <a:rPr lang="en-US" altLang="zh-CN" sz="2400" b="1" i="1" dirty="0">
                <a:sym typeface="Symbol" panose="05050102010706020507" pitchFamily="18" charset="2"/>
              </a:rPr>
              <a:t>b S</a:t>
            </a:r>
            <a:r>
              <a:rPr lang="en-US" altLang="zh-CN" sz="2400" b="1" dirty="0">
                <a:sym typeface="Symbol" panose="05050102010706020507" pitchFamily="18" charset="2"/>
              </a:rPr>
              <a:t> | </a:t>
            </a:r>
            <a:r>
              <a:rPr lang="en-US" altLang="zh-CN" sz="2400" b="1" i="1" dirty="0">
                <a:sym typeface="Symbol" panose="05050102010706020507" pitchFamily="18" charset="2"/>
              </a:rPr>
              <a:t>a B </a:t>
            </a:r>
            <a:r>
              <a:rPr lang="en-US" altLang="zh-CN" sz="2400" b="1" i="1" dirty="0" err="1">
                <a:sym typeface="Symbol" panose="05050102010706020507" pitchFamily="18" charset="2"/>
              </a:rPr>
              <a:t>B</a:t>
            </a:r>
            <a:r>
              <a:rPr lang="en-US" altLang="zh-CN" sz="2400" dirty="0">
                <a:sym typeface="Symbol" panose="05050102010706020507" pitchFamily="18" charset="2"/>
              </a:rPr>
              <a:t>  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sym typeface="Symbol" panose="05050102010706020507" pitchFamily="18" charset="2"/>
              </a:rPr>
              <a:t>其中 </a:t>
            </a:r>
            <a:r>
              <a:rPr lang="en-US" altLang="zh-CN" sz="2400" b="1" i="1" dirty="0">
                <a:sym typeface="Symbol" panose="05050102010706020507" pitchFamily="18" charset="2"/>
              </a:rPr>
              <a:t>A</a:t>
            </a:r>
            <a:r>
              <a:rPr lang="zh-CN" altLang="en-US" sz="2400" dirty="0">
                <a:sym typeface="Symbol" panose="05050102010706020507" pitchFamily="18" charset="2"/>
              </a:rPr>
              <a:t>表示 </a:t>
            </a:r>
            <a:r>
              <a:rPr lang="en-US" altLang="zh-CN" sz="2400" b="1" i="1" dirty="0">
                <a:sym typeface="Symbol" panose="05050102010706020507" pitchFamily="18" charset="2"/>
              </a:rPr>
              <a:t>a</a:t>
            </a:r>
            <a:r>
              <a:rPr lang="zh-CN" altLang="en-US" sz="2400" dirty="0">
                <a:sym typeface="Symbol" panose="05050102010706020507" pitchFamily="18" charset="2"/>
              </a:rPr>
              <a:t>比</a:t>
            </a:r>
            <a:r>
              <a:rPr lang="en-US" altLang="zh-CN" sz="2400" b="1" i="1" dirty="0">
                <a:sym typeface="Symbol" panose="05050102010706020507" pitchFamily="18" charset="2"/>
              </a:rPr>
              <a:t>b</a:t>
            </a:r>
            <a:r>
              <a:rPr lang="zh-CN" altLang="en-US" sz="2400" dirty="0">
                <a:sym typeface="Symbol" panose="05050102010706020507" pitchFamily="18" charset="2"/>
              </a:rPr>
              <a:t>多一个的串，</a:t>
            </a:r>
            <a:r>
              <a:rPr lang="en-US" altLang="zh-CN" sz="2400" b="1" i="1" dirty="0">
                <a:sym typeface="Symbol" panose="05050102010706020507" pitchFamily="18" charset="2"/>
              </a:rPr>
              <a:t>B</a:t>
            </a:r>
            <a:r>
              <a:rPr lang="zh-CN" altLang="en-US" sz="2400" dirty="0">
                <a:sym typeface="Symbol" panose="05050102010706020507" pitchFamily="18" charset="2"/>
              </a:rPr>
              <a:t>表示</a:t>
            </a:r>
            <a:r>
              <a:rPr lang="en-US" altLang="zh-CN" sz="2400" b="1" i="1" dirty="0">
                <a:sym typeface="Symbol" panose="05050102010706020507" pitchFamily="18" charset="2"/>
              </a:rPr>
              <a:t>b</a:t>
            </a:r>
            <a:r>
              <a:rPr lang="zh-CN" altLang="en-US" sz="2400" dirty="0">
                <a:sym typeface="Symbol" panose="05050102010706020507" pitchFamily="18" charset="2"/>
              </a:rPr>
              <a:t>比</a:t>
            </a:r>
            <a:r>
              <a:rPr lang="en-US" altLang="zh-CN" sz="2400" b="1" i="1" dirty="0">
                <a:sym typeface="Symbol" panose="05050102010706020507" pitchFamily="18" charset="2"/>
              </a:rPr>
              <a:t>a</a:t>
            </a:r>
            <a:r>
              <a:rPr lang="zh-CN" altLang="en-US" sz="2400" dirty="0">
                <a:sym typeface="Symbol" panose="05050102010706020507" pitchFamily="18" charset="2"/>
              </a:rPr>
              <a:t>多一个的串</a:t>
            </a:r>
          </a:p>
          <a:p>
            <a:pPr marL="609600" indent="-609600"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i="1" dirty="0" err="1">
                <a:solidFill>
                  <a:srgbClr val="008000"/>
                </a:solidFill>
              </a:rPr>
              <a:t>a</a:t>
            </a:r>
            <a:r>
              <a:rPr lang="en-US" altLang="zh-CN" sz="2400" b="1" i="1" dirty="0" err="1"/>
              <a:t>a</a:t>
            </a:r>
            <a:r>
              <a:rPr lang="en-US" altLang="zh-CN" sz="2400" b="1" i="1" dirty="0" err="1">
                <a:solidFill>
                  <a:srgbClr val="008000"/>
                </a:solidFill>
              </a:rPr>
              <a:t>bba</a:t>
            </a:r>
            <a:r>
              <a:rPr lang="en-US" altLang="zh-CN" sz="2400" b="1" i="1" dirty="0" err="1"/>
              <a:t>bab</a:t>
            </a:r>
            <a:r>
              <a:rPr lang="en-US" altLang="zh-CN" sz="2400" b="1" i="1" dirty="0"/>
              <a:t>		 </a:t>
            </a:r>
            <a:r>
              <a:rPr lang="en-US" altLang="zh-CN" sz="2400" b="1" i="1" dirty="0" err="1">
                <a:solidFill>
                  <a:srgbClr val="008000"/>
                </a:solidFill>
              </a:rPr>
              <a:t>a</a:t>
            </a:r>
            <a:r>
              <a:rPr lang="en-US" altLang="zh-CN" sz="2400" b="1" i="1" dirty="0" err="1"/>
              <a:t>a</a:t>
            </a:r>
            <a:r>
              <a:rPr lang="en-US" altLang="zh-CN" sz="2400" b="1" i="1" dirty="0" err="1">
                <a:solidFill>
                  <a:srgbClr val="008000"/>
                </a:solidFill>
              </a:rPr>
              <a:t>bbaba</a:t>
            </a:r>
            <a:r>
              <a:rPr lang="en-US" altLang="zh-CN" sz="2400" b="1" i="1" dirty="0" err="1"/>
              <a:t>b</a:t>
            </a:r>
            <a:endParaRPr lang="en-US" altLang="zh-CN" sz="2400" b="1" i="1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623C0CF-D9B2-DD2D-16BC-AC027075E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F8A21-928D-4EA4-B381-3AE174515579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BFC1F0D-A0A7-7E3C-6EC9-8FE6DE46D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FAC7FD-F674-AE32-043B-DD05C6F82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F0088590-186F-446F-ACED-5B84157277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第三章 作业</a:t>
            </a:r>
            <a:r>
              <a:rPr lang="en-US" altLang="zh-CN"/>
              <a:t>3</a:t>
            </a:r>
          </a:p>
        </p:txBody>
      </p:sp>
      <p:sp>
        <p:nvSpPr>
          <p:cNvPr id="634883" name="Rectangle 3">
            <a:extLst>
              <a:ext uri="{FF2B5EF4-FFF2-40B4-BE49-F238E27FC236}">
                <a16:creationId xmlns:a16="http://schemas.microsoft.com/office/drawing/2014/main" id="{13FC7084-4D58-4E6B-A683-F97BE37513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257300"/>
            <a:ext cx="7886700" cy="5525240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b="1" dirty="0"/>
              <a:t>（</a:t>
            </a:r>
            <a:r>
              <a:rPr lang="en-US" altLang="zh-CN" b="1" dirty="0"/>
              <a:t>b</a:t>
            </a:r>
            <a:r>
              <a:rPr lang="zh-CN" altLang="en-US" b="1" dirty="0"/>
              <a:t>）</a:t>
            </a:r>
            <a:r>
              <a:rPr lang="zh-CN" altLang="en-US" dirty="0"/>
              <a:t>续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dirty="0"/>
              <a:t>   </a:t>
            </a:r>
            <a:r>
              <a:rPr lang="zh-CN" altLang="en-US" sz="2800" dirty="0"/>
              <a:t>二义文法</a:t>
            </a:r>
            <a:r>
              <a:rPr lang="en-US" altLang="zh-CN" sz="2800" b="1" dirty="0"/>
              <a:t>2</a:t>
            </a:r>
            <a:r>
              <a:rPr lang="zh-CN" altLang="en-US" sz="2800" dirty="0"/>
              <a:t>： </a:t>
            </a:r>
            <a:r>
              <a:rPr lang="en-US" altLang="zh-CN" sz="2800" b="1" i="1" dirty="0" err="1"/>
              <a:t>S</a:t>
            </a:r>
            <a:r>
              <a:rPr lang="en-US" altLang="zh-CN" sz="2800" b="1" dirty="0" err="1">
                <a:sym typeface="Symbol" panose="05050102010706020507" pitchFamily="18" charset="2"/>
              </a:rPr>
              <a:t></a:t>
            </a:r>
            <a:r>
              <a:rPr lang="en-US" altLang="zh-CN" sz="2800" b="1" i="1" dirty="0" err="1">
                <a:sym typeface="Symbol" panose="05050102010706020507" pitchFamily="18" charset="2"/>
              </a:rPr>
              <a:t>aSbS</a:t>
            </a:r>
            <a:r>
              <a:rPr lang="en-US" altLang="zh-CN" sz="2800" b="1" dirty="0">
                <a:sym typeface="Symbol" panose="05050102010706020507" pitchFamily="18" charset="2"/>
              </a:rPr>
              <a:t> | </a:t>
            </a:r>
            <a:r>
              <a:rPr lang="en-US" altLang="zh-CN" sz="2800" b="1" i="1" dirty="0" err="1">
                <a:sym typeface="Symbol" panose="05050102010706020507" pitchFamily="18" charset="2"/>
              </a:rPr>
              <a:t>bSaS</a:t>
            </a:r>
            <a:r>
              <a:rPr lang="en-US" altLang="zh-CN" sz="2800" b="1" dirty="0">
                <a:sym typeface="Symbol" panose="05050102010706020507" pitchFamily="18" charset="2"/>
              </a:rPr>
              <a:t> | </a:t>
            </a:r>
            <a:r>
              <a:rPr lang="en-US" altLang="zh-CN" sz="2800" b="1" i="1" dirty="0">
                <a:sym typeface="Symbol" panose="05050102010706020507" pitchFamily="18" charset="2"/>
              </a:rPr>
              <a:t>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 i="1" dirty="0">
                <a:solidFill>
                  <a:srgbClr val="008000"/>
                </a:solidFill>
              </a:rPr>
              <a:t>   </a:t>
            </a:r>
            <a:r>
              <a:rPr lang="en-US" altLang="zh-CN" b="1" i="1" dirty="0" err="1">
                <a:solidFill>
                  <a:srgbClr val="008000"/>
                </a:solidFill>
              </a:rPr>
              <a:t>a</a:t>
            </a:r>
            <a:r>
              <a:rPr lang="en-US" altLang="zh-CN" b="1" i="1" dirty="0" err="1"/>
              <a:t>ab</a:t>
            </a:r>
            <a:r>
              <a:rPr lang="en-US" altLang="zh-CN" b="1" i="1" dirty="0" err="1">
                <a:solidFill>
                  <a:srgbClr val="008000"/>
                </a:solidFill>
              </a:rPr>
              <a:t>b</a:t>
            </a:r>
            <a:r>
              <a:rPr lang="en-US" altLang="zh-CN" b="1" i="1" dirty="0" err="1"/>
              <a:t>abab</a:t>
            </a:r>
            <a:r>
              <a:rPr lang="en-US" altLang="zh-CN" b="1" i="1" dirty="0"/>
              <a:t>		</a:t>
            </a:r>
            <a:r>
              <a:rPr lang="en-US" altLang="zh-CN" b="1" i="1" dirty="0" err="1">
                <a:solidFill>
                  <a:srgbClr val="008000"/>
                </a:solidFill>
              </a:rPr>
              <a:t>a</a:t>
            </a:r>
            <a:r>
              <a:rPr lang="en-US" altLang="zh-CN" b="1" i="1" dirty="0" err="1"/>
              <a:t>abba</a:t>
            </a:r>
            <a:r>
              <a:rPr lang="en-US" altLang="zh-CN" b="1" i="1" dirty="0" err="1">
                <a:solidFill>
                  <a:srgbClr val="008000"/>
                </a:solidFill>
              </a:rPr>
              <a:t>b</a:t>
            </a:r>
            <a:r>
              <a:rPr lang="en-US" altLang="zh-CN" b="1" i="1" dirty="0" err="1"/>
              <a:t>ab</a:t>
            </a:r>
            <a:endParaRPr lang="en-US" altLang="zh-CN" sz="2800" dirty="0"/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dirty="0"/>
              <a:t>   </a:t>
            </a:r>
            <a:r>
              <a:rPr lang="zh-CN" altLang="en-US" sz="2800" dirty="0"/>
              <a:t>非二义文法：</a:t>
            </a:r>
            <a:r>
              <a:rPr lang="zh-CN" altLang="en-US" sz="2800" b="1" dirty="0"/>
              <a:t>	</a:t>
            </a:r>
            <a:r>
              <a:rPr lang="en-US" altLang="zh-CN" sz="2800" b="1" i="1" dirty="0">
                <a:cs typeface="Times New Roman" panose="02020603050405020304" pitchFamily="18" charset="0"/>
              </a:rPr>
              <a:t>S</a:t>
            </a:r>
            <a:r>
              <a:rPr lang="en-US" altLang="zh-CN" sz="2800" b="1" dirty="0"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cs typeface="Times New Roman" panose="02020603050405020304" pitchFamily="18" charset="0"/>
              </a:rPr>
              <a:t>a B S</a:t>
            </a:r>
            <a:r>
              <a:rPr lang="en-US" altLang="zh-CN" sz="2800" b="1" dirty="0">
                <a:cs typeface="Times New Roman" panose="02020603050405020304" pitchFamily="18" charset="0"/>
              </a:rPr>
              <a:t> | </a:t>
            </a:r>
            <a:r>
              <a:rPr lang="en-US" altLang="zh-CN" sz="2800" b="1" i="1" dirty="0">
                <a:cs typeface="Times New Roman" panose="02020603050405020304" pitchFamily="18" charset="0"/>
              </a:rPr>
              <a:t>b A S</a:t>
            </a:r>
            <a:r>
              <a:rPr lang="en-US" altLang="zh-CN" sz="2800" b="1" dirty="0">
                <a:cs typeface="Times New Roman" panose="02020603050405020304" pitchFamily="18" charset="0"/>
              </a:rPr>
              <a:t> | </a:t>
            </a:r>
            <a:r>
              <a:rPr lang="en-US" altLang="zh-CN" sz="2800" b="1" dirty="0">
                <a:sym typeface="Symbol" panose="05050102010706020507" pitchFamily="18" charset="2"/>
              </a:rPr>
              <a:t>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				</a:t>
            </a:r>
            <a:r>
              <a:rPr lang="en-US" altLang="zh-CN" sz="2800" b="1" i="1" dirty="0"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cs typeface="Times New Roman" panose="02020603050405020304" pitchFamily="18" charset="0"/>
              </a:rPr>
              <a:t> | </a:t>
            </a:r>
            <a:r>
              <a:rPr lang="en-US" altLang="zh-CN" sz="2800" b="1" i="1" dirty="0">
                <a:cs typeface="Times New Roman" panose="02020603050405020304" pitchFamily="18" charset="0"/>
              </a:rPr>
              <a:t>b A </a:t>
            </a:r>
            <a:r>
              <a:rPr lang="en-US" altLang="zh-CN" sz="2800" b="1" i="1" dirty="0" err="1">
                <a:cs typeface="Times New Roman" panose="02020603050405020304" pitchFamily="18" charset="0"/>
              </a:rPr>
              <a:t>A</a:t>
            </a:r>
            <a:endParaRPr lang="en-US" altLang="zh-CN" sz="2800" b="1" i="1" dirty="0"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	   			</a:t>
            </a:r>
            <a:r>
              <a:rPr lang="en-US" altLang="zh-CN" sz="2800" b="1" i="1" dirty="0">
                <a:cs typeface="Times New Roman" panose="02020603050405020304" pitchFamily="18" charset="0"/>
              </a:rPr>
              <a:t>B</a:t>
            </a:r>
            <a:r>
              <a:rPr lang="en-US" altLang="zh-CN" sz="2800" b="1" dirty="0"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cs typeface="Times New Roman" panose="02020603050405020304" pitchFamily="18" charset="0"/>
              </a:rPr>
              <a:t>b</a:t>
            </a:r>
            <a:r>
              <a:rPr lang="en-US" altLang="zh-CN" sz="2800" b="1" dirty="0">
                <a:cs typeface="Times New Roman" panose="02020603050405020304" pitchFamily="18" charset="0"/>
              </a:rPr>
              <a:t> | </a:t>
            </a:r>
            <a:r>
              <a:rPr lang="en-US" altLang="zh-CN" sz="2800" b="1" i="1" dirty="0">
                <a:cs typeface="Times New Roman" panose="02020603050405020304" pitchFamily="18" charset="0"/>
              </a:rPr>
              <a:t>a B </a:t>
            </a:r>
            <a:r>
              <a:rPr lang="en-US" altLang="zh-CN" sz="2800" b="1" i="1" dirty="0" err="1">
                <a:cs typeface="Times New Roman" panose="02020603050405020304" pitchFamily="18" charset="0"/>
              </a:rPr>
              <a:t>B</a:t>
            </a:r>
            <a:endParaRPr lang="en-US" altLang="zh-CN" sz="2800" b="1" i="1" dirty="0"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dirty="0">
                <a:sym typeface="Symbol" panose="05050102010706020507" pitchFamily="18" charset="2"/>
              </a:rPr>
              <a:t>   </a:t>
            </a:r>
            <a:r>
              <a:rPr lang="zh-CN" altLang="en-US" sz="2800" dirty="0">
                <a:sym typeface="Symbol" panose="05050102010706020507" pitchFamily="18" charset="2"/>
              </a:rPr>
              <a:t>其中 </a:t>
            </a:r>
            <a:r>
              <a:rPr lang="en-US" altLang="zh-CN" sz="2800" b="1" i="1" dirty="0">
                <a:sym typeface="Symbol" panose="05050102010706020507" pitchFamily="18" charset="2"/>
              </a:rPr>
              <a:t>A</a:t>
            </a:r>
            <a:r>
              <a:rPr lang="zh-CN" altLang="en-US" sz="2800" dirty="0">
                <a:sym typeface="Symbol" panose="05050102010706020507" pitchFamily="18" charset="2"/>
              </a:rPr>
              <a:t>表示 </a:t>
            </a:r>
            <a:r>
              <a:rPr lang="en-US" altLang="zh-CN" sz="2800" b="1" i="1" dirty="0">
                <a:sym typeface="Symbol" panose="05050102010706020507" pitchFamily="18" charset="2"/>
              </a:rPr>
              <a:t>a</a:t>
            </a:r>
            <a:r>
              <a:rPr lang="zh-CN" altLang="en-US" sz="2800" dirty="0">
                <a:sym typeface="Symbol" panose="05050102010706020507" pitchFamily="18" charset="2"/>
              </a:rPr>
              <a:t>比</a:t>
            </a:r>
            <a:r>
              <a:rPr lang="en-US" altLang="zh-CN" sz="2800" b="1" i="1" dirty="0">
                <a:sym typeface="Symbol" panose="05050102010706020507" pitchFamily="18" charset="2"/>
              </a:rPr>
              <a:t>b</a:t>
            </a:r>
            <a:r>
              <a:rPr lang="zh-CN" altLang="en-US" sz="2800" dirty="0">
                <a:sym typeface="Symbol" panose="05050102010706020507" pitchFamily="18" charset="2"/>
              </a:rPr>
              <a:t>多一个的串并且不含</a:t>
            </a:r>
            <a:r>
              <a:rPr lang="en-US" altLang="zh-CN" sz="2800" b="1" i="1" dirty="0">
                <a:sym typeface="Symbol" panose="05050102010706020507" pitchFamily="18" charset="2"/>
              </a:rPr>
              <a:t>a</a:t>
            </a:r>
            <a:r>
              <a:rPr lang="zh-CN" altLang="en-US" sz="2800" dirty="0">
                <a:sym typeface="Symbol" panose="05050102010706020507" pitchFamily="18" charset="2"/>
              </a:rPr>
              <a:t>和</a:t>
            </a:r>
            <a:r>
              <a:rPr lang="en-US" altLang="zh-CN" sz="2800" b="1" i="1" dirty="0">
                <a:sym typeface="Symbol" panose="05050102010706020507" pitchFamily="18" charset="2"/>
              </a:rPr>
              <a:t>b</a:t>
            </a:r>
            <a:r>
              <a:rPr lang="zh-CN" altLang="en-US" sz="2800" dirty="0">
                <a:sym typeface="Symbol" panose="05050102010706020507" pitchFamily="18" charset="2"/>
              </a:rPr>
              <a:t>个数相等的非空后缀，</a:t>
            </a:r>
            <a:r>
              <a:rPr lang="en-US" altLang="zh-CN" sz="2800" b="1" i="1" dirty="0">
                <a:sym typeface="Symbol" panose="05050102010706020507" pitchFamily="18" charset="2"/>
              </a:rPr>
              <a:t>B</a:t>
            </a:r>
            <a:r>
              <a:rPr lang="zh-CN" altLang="en-US" sz="2800" dirty="0">
                <a:sym typeface="Symbol" panose="05050102010706020507" pitchFamily="18" charset="2"/>
              </a:rPr>
              <a:t>表示</a:t>
            </a:r>
            <a:r>
              <a:rPr lang="en-US" altLang="zh-CN" sz="2800" b="1" i="1" dirty="0">
                <a:sym typeface="Symbol" panose="05050102010706020507" pitchFamily="18" charset="2"/>
              </a:rPr>
              <a:t>b</a:t>
            </a:r>
            <a:r>
              <a:rPr lang="zh-CN" altLang="en-US" sz="2800" dirty="0">
                <a:sym typeface="Symbol" panose="05050102010706020507" pitchFamily="18" charset="2"/>
              </a:rPr>
              <a:t>比</a:t>
            </a:r>
            <a:r>
              <a:rPr lang="en-US" altLang="zh-CN" sz="2800" b="1" i="1" dirty="0">
                <a:sym typeface="Symbol" panose="05050102010706020507" pitchFamily="18" charset="2"/>
              </a:rPr>
              <a:t>a</a:t>
            </a:r>
            <a:r>
              <a:rPr lang="zh-CN" altLang="en-US" sz="2800" dirty="0">
                <a:sym typeface="Symbol" panose="05050102010706020507" pitchFamily="18" charset="2"/>
              </a:rPr>
              <a:t>多一个的串并且不含</a:t>
            </a:r>
            <a:r>
              <a:rPr lang="en-US" altLang="zh-CN" sz="2800" b="1" i="1" dirty="0">
                <a:sym typeface="Symbol" panose="05050102010706020507" pitchFamily="18" charset="2"/>
              </a:rPr>
              <a:t>a</a:t>
            </a:r>
            <a:r>
              <a:rPr lang="zh-CN" altLang="en-US" sz="2800" dirty="0">
                <a:sym typeface="Symbol" panose="05050102010706020507" pitchFamily="18" charset="2"/>
              </a:rPr>
              <a:t>和</a:t>
            </a:r>
            <a:r>
              <a:rPr lang="en-US" altLang="zh-CN" sz="2800" b="1" i="1" dirty="0">
                <a:sym typeface="Symbol" panose="05050102010706020507" pitchFamily="18" charset="2"/>
              </a:rPr>
              <a:t>b</a:t>
            </a:r>
            <a:r>
              <a:rPr lang="zh-CN" altLang="en-US" sz="2800" dirty="0">
                <a:sym typeface="Symbol" panose="05050102010706020507" pitchFamily="18" charset="2"/>
              </a:rPr>
              <a:t>个数相等的非空后缀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800" b="1" i="1" dirty="0">
                <a:solidFill>
                  <a:srgbClr val="00FF00"/>
                </a:solidFill>
              </a:rPr>
              <a:t>    </a:t>
            </a:r>
            <a:r>
              <a:rPr lang="en-US" altLang="zh-CN" sz="2800" b="1" i="1" dirty="0" err="1">
                <a:solidFill>
                  <a:srgbClr val="008000"/>
                </a:solidFill>
              </a:rPr>
              <a:t>a</a:t>
            </a:r>
            <a:r>
              <a:rPr lang="en-US" altLang="zh-CN" sz="2800" b="1" i="1" dirty="0" err="1"/>
              <a:t>abb</a:t>
            </a:r>
            <a:r>
              <a:rPr lang="en-US" altLang="zh-CN" sz="2800" b="1" i="1" dirty="0" err="1">
                <a:solidFill>
                  <a:srgbClr val="008000"/>
                </a:solidFill>
              </a:rPr>
              <a:t>abab</a:t>
            </a:r>
            <a:endParaRPr lang="en-US" altLang="zh-CN" sz="2800" b="1" i="1" dirty="0">
              <a:solidFill>
                <a:srgbClr val="008000"/>
              </a:solidFill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800" b="1" i="1" dirty="0">
              <a:solidFill>
                <a:srgbClr val="008000"/>
              </a:solidFill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800" dirty="0"/>
              <a:t>由于文法中包含递归，无法用正规式表示，所以不是正规的。</a:t>
            </a: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endParaRPr lang="en-US" altLang="zh-CN" sz="2800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F038CEA-4DCC-2628-0907-E7017FCD1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97598-19F0-414D-900D-79D1040CBF14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3DAE095-D34E-8FE0-3EE4-FFB7D840A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DF10DE-DE4F-E0EF-756E-ED9B3FC9D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B65BE8BA-C4AD-4F5B-A455-662AB67831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第三章 作业</a:t>
            </a:r>
            <a:r>
              <a:rPr lang="en-US" altLang="zh-CN"/>
              <a:t>4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A06E46CC-6EAC-4155-BD77-1882A4ED00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dirty="0"/>
              <a:t>4.</a:t>
            </a:r>
            <a:r>
              <a:rPr lang="en-US" altLang="zh-CN" dirty="0"/>
              <a:t> </a:t>
            </a:r>
            <a:r>
              <a:rPr lang="zh-CN" altLang="en-US" dirty="0"/>
              <a:t>消除下面文法的左递归</a:t>
            </a:r>
            <a:r>
              <a:rPr lang="en-US" altLang="zh-CN" b="1" dirty="0"/>
              <a:t>(P104/3.8(a))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i="1" dirty="0"/>
              <a:t>	S </a:t>
            </a:r>
            <a:r>
              <a:rPr lang="en-US" altLang="zh-CN" b="1" dirty="0">
                <a:sym typeface="Symbol" panose="05050102010706020507" pitchFamily="18" charset="2"/>
              </a:rPr>
              <a:t></a:t>
            </a:r>
            <a:r>
              <a:rPr lang="en-US" altLang="zh-CN" b="1" i="1" dirty="0">
                <a:sym typeface="Symbol" panose="05050102010706020507" pitchFamily="18" charset="2"/>
              </a:rPr>
              <a:t> </a:t>
            </a:r>
            <a:r>
              <a:rPr lang="en-US" altLang="zh-CN" b="1" dirty="0"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ym typeface="Symbol" panose="05050102010706020507" pitchFamily="18" charset="2"/>
              </a:rPr>
              <a:t>L</a:t>
            </a:r>
            <a:r>
              <a:rPr lang="en-US" altLang="zh-CN" b="1" dirty="0">
                <a:sym typeface="Symbol" panose="05050102010706020507" pitchFamily="18" charset="2"/>
              </a:rPr>
              <a:t>)</a:t>
            </a:r>
            <a:r>
              <a:rPr lang="en-US" altLang="zh-CN" b="1" i="1" dirty="0">
                <a:sym typeface="Symbol" panose="05050102010706020507" pitchFamily="18" charset="2"/>
              </a:rPr>
              <a:t> | a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i="1" dirty="0">
                <a:sym typeface="Symbol" panose="05050102010706020507" pitchFamily="18" charset="2"/>
              </a:rPr>
              <a:t>	L </a:t>
            </a:r>
            <a:r>
              <a:rPr lang="en-US" altLang="zh-CN" b="1" dirty="0">
                <a:sym typeface="Symbol" panose="05050102010706020507" pitchFamily="18" charset="2"/>
              </a:rPr>
              <a:t></a:t>
            </a:r>
            <a:r>
              <a:rPr lang="en-US" altLang="zh-CN" b="1" i="1" dirty="0">
                <a:sym typeface="Symbol" panose="05050102010706020507" pitchFamily="18" charset="2"/>
              </a:rPr>
              <a:t> L</a:t>
            </a:r>
            <a:r>
              <a:rPr lang="en-US" altLang="zh-CN" b="1" dirty="0">
                <a:sym typeface="Symbol" panose="05050102010706020507" pitchFamily="18" charset="2"/>
              </a:rPr>
              <a:t>,</a:t>
            </a:r>
            <a:r>
              <a:rPr lang="en-US" altLang="zh-CN" b="1" i="1" dirty="0">
                <a:sym typeface="Symbol" panose="05050102010706020507" pitchFamily="18" charset="2"/>
              </a:rPr>
              <a:t> S | S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D2ADE4A-1B00-84B3-D169-6038288EC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47DE7-DD2C-454F-A911-632F766E588A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439695A-1E49-642F-41E2-0286D0CFA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768832-7F32-DBDD-34A1-8DE7632B2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5991F8DE-09D0-4717-AD05-9939CD9D36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第三章 作业</a:t>
            </a:r>
            <a:r>
              <a:rPr lang="en-US" altLang="zh-CN"/>
              <a:t>4</a:t>
            </a:r>
          </a:p>
        </p:txBody>
      </p:sp>
      <p:sp>
        <p:nvSpPr>
          <p:cNvPr id="635907" name="Rectangle 3">
            <a:extLst>
              <a:ext uri="{FF2B5EF4-FFF2-40B4-BE49-F238E27FC236}">
                <a16:creationId xmlns:a16="http://schemas.microsoft.com/office/drawing/2014/main" id="{62750C1C-DF25-4E94-852C-357D88F997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/>
              <a:t>文法：</a:t>
            </a:r>
            <a:r>
              <a:rPr lang="en-US" altLang="zh-CN" sz="2800" b="1" i="1" dirty="0"/>
              <a:t>S</a:t>
            </a:r>
            <a:r>
              <a:rPr lang="en-US" altLang="zh-CN" sz="2800" b="1" dirty="0"/>
              <a:t> </a:t>
            </a:r>
            <a:r>
              <a:rPr lang="en-US" altLang="zh-CN" sz="2800" b="1" dirty="0">
                <a:sym typeface="Symbol" panose="05050102010706020507" pitchFamily="18" charset="2"/>
              </a:rPr>
              <a:t> (</a:t>
            </a:r>
            <a:r>
              <a:rPr lang="en-US" altLang="zh-CN" sz="2800" b="1" i="1" dirty="0">
                <a:sym typeface="Symbol" panose="05050102010706020507" pitchFamily="18" charset="2"/>
              </a:rPr>
              <a:t>L</a:t>
            </a:r>
            <a:r>
              <a:rPr lang="en-US" altLang="zh-CN" sz="2800" b="1" dirty="0">
                <a:sym typeface="Symbol" panose="05050102010706020507" pitchFamily="18" charset="2"/>
              </a:rPr>
              <a:t>) | </a:t>
            </a:r>
            <a:r>
              <a:rPr lang="en-US" altLang="zh-CN" sz="2800" b="1" i="1" dirty="0">
                <a:sym typeface="Symbol" panose="05050102010706020507" pitchFamily="18" charset="2"/>
              </a:rPr>
              <a:t>a</a:t>
            </a:r>
            <a:r>
              <a:rPr lang="en-US" altLang="zh-CN" sz="2800" b="1" dirty="0">
                <a:sym typeface="Symbol" panose="05050102010706020507" pitchFamily="18" charset="2"/>
              </a:rPr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 dirty="0">
                <a:sym typeface="Symbol" panose="05050102010706020507" pitchFamily="18" charset="2"/>
              </a:rPr>
              <a:t>                </a:t>
            </a:r>
            <a:r>
              <a:rPr lang="en-US" altLang="zh-CN" sz="2800" b="1" i="1" dirty="0">
                <a:sym typeface="Symbol" panose="05050102010706020507" pitchFamily="18" charset="2"/>
              </a:rPr>
              <a:t>L</a:t>
            </a:r>
            <a:r>
              <a:rPr lang="en-US" altLang="zh-CN" sz="2800" b="1" dirty="0"/>
              <a:t> 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i="1" dirty="0">
                <a:sym typeface="Symbol" panose="05050102010706020507" pitchFamily="18" charset="2"/>
              </a:rPr>
              <a:t>L</a:t>
            </a:r>
            <a:r>
              <a:rPr lang="en-US" altLang="zh-CN" sz="2800" b="1" dirty="0">
                <a:sym typeface="Symbol" panose="05050102010706020507" pitchFamily="18" charset="2"/>
              </a:rPr>
              <a:t>, </a:t>
            </a:r>
            <a:r>
              <a:rPr lang="en-US" altLang="zh-CN" sz="2800" b="1" i="1" dirty="0">
                <a:sym typeface="Symbol" panose="05050102010706020507" pitchFamily="18" charset="2"/>
              </a:rPr>
              <a:t>S</a:t>
            </a:r>
            <a:r>
              <a:rPr lang="en-US" altLang="zh-CN" sz="2800" b="1" dirty="0">
                <a:sym typeface="Symbol" panose="05050102010706020507" pitchFamily="18" charset="2"/>
              </a:rPr>
              <a:t> | </a:t>
            </a:r>
            <a:r>
              <a:rPr lang="en-US" altLang="zh-CN" sz="2800" b="1" i="1" dirty="0">
                <a:sym typeface="Symbol" panose="05050102010706020507" pitchFamily="18" charset="2"/>
              </a:rPr>
              <a:t>S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 i="1" dirty="0">
                <a:sym typeface="Symbol" panose="05050102010706020507" pitchFamily="18" charset="2"/>
              </a:rPr>
              <a:t>    </a:t>
            </a:r>
            <a:r>
              <a:rPr lang="en-US" altLang="zh-CN" sz="2800" b="1" dirty="0">
                <a:sym typeface="Symbol" panose="05050102010706020507" pitchFamily="18" charset="2"/>
              </a:rPr>
              <a:t>(a)</a:t>
            </a:r>
            <a:r>
              <a:rPr lang="zh-CN" altLang="en-US" sz="2800" dirty="0">
                <a:sym typeface="Symbol" panose="05050102010706020507" pitchFamily="18" charset="2"/>
              </a:rPr>
              <a:t>消除该文法的左递归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sym typeface="Symbol" panose="05050102010706020507" pitchFamily="18" charset="2"/>
              </a:rPr>
              <a:t>    </a:t>
            </a:r>
            <a:r>
              <a:rPr lang="zh-CN" altLang="en-US" sz="2800" dirty="0">
                <a:solidFill>
                  <a:schemeClr val="accent1"/>
                </a:solidFill>
                <a:sym typeface="Symbol" panose="05050102010706020507" pitchFamily="18" charset="2"/>
              </a:rPr>
              <a:t>分析：</a:t>
            </a:r>
            <a:r>
              <a:rPr lang="en-US" altLang="zh-CN" sz="2800" b="1" i="1" dirty="0">
                <a:solidFill>
                  <a:schemeClr val="accent1"/>
                </a:solidFill>
                <a:sym typeface="Symbol" panose="05050102010706020507" pitchFamily="18" charset="2"/>
              </a:rPr>
              <a:t>S</a:t>
            </a:r>
            <a:r>
              <a:rPr lang="zh-CN" altLang="en-US" sz="2800" dirty="0">
                <a:solidFill>
                  <a:schemeClr val="accent1"/>
                </a:solidFill>
                <a:sym typeface="Symbol" panose="05050102010706020507" pitchFamily="18" charset="2"/>
              </a:rPr>
              <a:t>是否直接（间接）左递归？</a:t>
            </a:r>
            <a:r>
              <a:rPr lang="en-US" altLang="zh-CN" sz="2800" b="1" i="1" dirty="0">
                <a:solidFill>
                  <a:schemeClr val="accent1"/>
                </a:solidFill>
                <a:sym typeface="Symbol" panose="05050102010706020507" pitchFamily="18" charset="2"/>
              </a:rPr>
              <a:t>L</a:t>
            </a:r>
            <a:r>
              <a:rPr lang="zh-CN" altLang="en-US" sz="2800" dirty="0">
                <a:solidFill>
                  <a:schemeClr val="accent1"/>
                </a:solidFill>
                <a:sym typeface="Symbol" panose="05050102010706020507" pitchFamily="18" charset="2"/>
              </a:rPr>
              <a:t>呢？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chemeClr val="tx2"/>
                </a:solidFill>
                <a:sym typeface="Symbol" panose="05050102010706020507" pitchFamily="18" charset="2"/>
              </a:rPr>
              <a:t>    </a:t>
            </a:r>
            <a:r>
              <a:rPr lang="en-US" altLang="zh-CN" sz="2800" b="1" i="1" dirty="0">
                <a:solidFill>
                  <a:srgbClr val="008000"/>
                </a:solidFill>
                <a:sym typeface="Symbol" panose="05050102010706020507" pitchFamily="18" charset="2"/>
              </a:rPr>
              <a:t>a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 | (</a:t>
            </a:r>
            <a:r>
              <a:rPr lang="en-US" altLang="zh-CN" sz="2800" b="1" i="1" dirty="0">
                <a:solidFill>
                  <a:srgbClr val="008000"/>
                </a:solidFill>
                <a:sym typeface="Symbol" panose="05050102010706020507" pitchFamily="18" charset="2"/>
              </a:rPr>
              <a:t>a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, </a:t>
            </a:r>
            <a:r>
              <a:rPr lang="en-US" altLang="zh-CN" sz="2800" b="1" i="1" dirty="0">
                <a:solidFill>
                  <a:srgbClr val="008000"/>
                </a:solidFill>
                <a:sym typeface="Symbol" panose="05050102010706020507" pitchFamily="18" charset="2"/>
              </a:rPr>
              <a:t>a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, (</a:t>
            </a:r>
            <a:r>
              <a:rPr lang="en-US" altLang="zh-CN" sz="2800" b="1" i="1" dirty="0">
                <a:solidFill>
                  <a:srgbClr val="008000"/>
                </a:solidFill>
                <a:sym typeface="Symbol" panose="05050102010706020507" pitchFamily="18" charset="2"/>
              </a:rPr>
              <a:t>a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, …),…</a:t>
            </a:r>
            <a:r>
              <a:rPr lang="en-US" altLang="zh-CN" sz="2800" b="1" i="1" dirty="0">
                <a:solidFill>
                  <a:srgbClr val="008000"/>
                </a:solidFill>
                <a:sym typeface="Symbol" panose="05050102010706020507" pitchFamily="18" charset="2"/>
              </a:rPr>
              <a:t>a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>
                <a:sym typeface="Symbol" panose="05050102010706020507" pitchFamily="18" charset="2"/>
              </a:rPr>
              <a:t>   </a:t>
            </a:r>
            <a:r>
              <a:rPr lang="en-US" altLang="zh-CN" sz="2800" b="1" i="1" dirty="0"/>
              <a:t>S</a:t>
            </a:r>
            <a:r>
              <a:rPr lang="en-US" altLang="zh-CN" sz="2800" b="1" dirty="0"/>
              <a:t> </a:t>
            </a:r>
            <a:r>
              <a:rPr lang="en-US" altLang="zh-CN" sz="2800" b="1" dirty="0">
                <a:sym typeface="Symbol" panose="05050102010706020507" pitchFamily="18" charset="2"/>
              </a:rPr>
              <a:t> (</a:t>
            </a:r>
            <a:r>
              <a:rPr lang="en-US" altLang="zh-CN" sz="2800" b="1" i="1" dirty="0">
                <a:sym typeface="Symbol" panose="05050102010706020507" pitchFamily="18" charset="2"/>
              </a:rPr>
              <a:t>L</a:t>
            </a:r>
            <a:r>
              <a:rPr lang="en-US" altLang="zh-CN" sz="2800" b="1" dirty="0">
                <a:sym typeface="Symbol" panose="05050102010706020507" pitchFamily="18" charset="2"/>
              </a:rPr>
              <a:t>) | </a:t>
            </a:r>
            <a:r>
              <a:rPr lang="en-US" altLang="zh-CN" sz="2800" b="1" i="1" dirty="0">
                <a:sym typeface="Symbol" panose="05050102010706020507" pitchFamily="18" charset="2"/>
              </a:rPr>
              <a:t>a</a:t>
            </a:r>
            <a:r>
              <a:rPr lang="en-US" altLang="zh-CN" sz="2800" b="1" dirty="0">
                <a:sym typeface="Symbol" panose="05050102010706020507" pitchFamily="18" charset="2"/>
              </a:rPr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 dirty="0">
                <a:sym typeface="Symbol" panose="05050102010706020507" pitchFamily="18" charset="2"/>
              </a:rPr>
              <a:t>   </a:t>
            </a:r>
            <a:r>
              <a:rPr lang="en-US" altLang="zh-CN" sz="2800" b="1" i="1" dirty="0">
                <a:sym typeface="Symbol" panose="05050102010706020507" pitchFamily="18" charset="2"/>
              </a:rPr>
              <a:t>L</a:t>
            </a:r>
            <a:r>
              <a:rPr lang="en-US" altLang="zh-CN" sz="2800" b="1" dirty="0"/>
              <a:t> 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i="1" dirty="0">
                <a:sym typeface="Symbol" panose="05050102010706020507" pitchFamily="18" charset="2"/>
              </a:rPr>
              <a:t>S L</a:t>
            </a:r>
            <a:r>
              <a:rPr lang="en-US" altLang="zh-CN" sz="2800" b="1" dirty="0">
                <a:sym typeface="Symbol" panose="05050102010706020507" pitchFamily="18" charset="2"/>
              </a:rPr>
              <a:t>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 i="1" dirty="0">
                <a:sym typeface="Symbol" panose="05050102010706020507" pitchFamily="18" charset="2"/>
              </a:rPr>
              <a:t>   L </a:t>
            </a:r>
            <a:r>
              <a:rPr lang="en-US" altLang="zh-CN" sz="2800" b="1" dirty="0">
                <a:sym typeface="Symbol" panose="05050102010706020507" pitchFamily="18" charset="2"/>
              </a:rPr>
              <a:t> </a:t>
            </a:r>
            <a:r>
              <a:rPr lang="en-US" altLang="zh-CN" sz="2800" b="1" i="1" dirty="0">
                <a:solidFill>
                  <a:schemeClr val="hlink"/>
                </a:solidFill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solidFill>
                  <a:schemeClr val="hlink"/>
                </a:solidFill>
                <a:sym typeface="Symbol" panose="05050102010706020507" pitchFamily="18" charset="2"/>
              </a:rPr>
              <a:t>, </a:t>
            </a:r>
            <a:r>
              <a:rPr lang="en-US" altLang="zh-CN" sz="2800" b="1" i="1" dirty="0">
                <a:sym typeface="Symbol" panose="05050102010706020507" pitchFamily="18" charset="2"/>
              </a:rPr>
              <a:t>S</a:t>
            </a:r>
            <a:r>
              <a:rPr lang="en-US" altLang="zh-CN" sz="2800" b="1" dirty="0"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ym typeface="Symbol" panose="05050102010706020507" pitchFamily="18" charset="2"/>
              </a:rPr>
              <a:t>L </a:t>
            </a:r>
            <a:r>
              <a:rPr lang="en-US" altLang="zh-CN" sz="2800" b="1" dirty="0">
                <a:sym typeface="Symbol" panose="05050102010706020507" pitchFamily="18" charset="2"/>
              </a:rPr>
              <a:t> | </a:t>
            </a:r>
            <a:endParaRPr lang="en-US" altLang="en-US" sz="2800" b="1" i="1" dirty="0">
              <a:sym typeface="Symbol" panose="05050102010706020507" pitchFamily="18" charset="2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BB8B617-2A22-49F4-2450-AC96133E4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37DBC-2E03-4E3F-A5BC-416A3514B1FF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51D089F-D2CA-5185-DAF1-5BFBB2143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152A48-E324-AC78-A468-3E7DC547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6557D845-54AB-4875-8A6A-628730897C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第三章 作业</a:t>
            </a:r>
            <a:r>
              <a:rPr lang="en-US" altLang="zh-CN"/>
              <a:t>5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1BC30237-8A21-4C25-8A2E-C2E22469FC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2800" b="1" dirty="0"/>
              <a:t>5. </a:t>
            </a:r>
            <a:r>
              <a:rPr kumimoji="1" lang="zh-CN" altLang="en-US" sz="2800" dirty="0"/>
              <a:t>已知文法的产生式如下：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zh-CN" altLang="en-US" sz="2800" dirty="0"/>
              <a:t> 		</a:t>
            </a:r>
            <a:r>
              <a:rPr kumimoji="1" lang="en-US" altLang="zh-CN" sz="2800" b="1" dirty="0"/>
              <a:t>X</a:t>
            </a:r>
            <a:r>
              <a:rPr kumimoji="1" lang="en-US" altLang="zh-CN" sz="2800" b="1" dirty="0">
                <a:sym typeface="Symbol" panose="05050102010706020507" pitchFamily="18" charset="2"/>
              </a:rPr>
              <a:t></a:t>
            </a:r>
            <a:r>
              <a:rPr kumimoji="1" lang="en-US" altLang="zh-CN" sz="2800" b="1" dirty="0"/>
              <a:t>Y</a:t>
            </a:r>
            <a:r>
              <a:rPr kumimoji="1" lang="en-US" altLang="zh-CN" sz="2800" b="1" baseline="-25000" dirty="0"/>
              <a:t>1</a:t>
            </a:r>
            <a:r>
              <a:rPr kumimoji="1" lang="en-US" altLang="zh-CN" sz="2800" b="1" dirty="0"/>
              <a:t> Y</a:t>
            </a:r>
            <a:r>
              <a:rPr kumimoji="1" lang="en-US" altLang="zh-CN" sz="2800" b="1" baseline="-25000" dirty="0"/>
              <a:t>2</a:t>
            </a:r>
            <a:r>
              <a:rPr kumimoji="1" lang="en-US" altLang="zh-CN" sz="2800" b="1" dirty="0"/>
              <a:t> Y</a:t>
            </a:r>
            <a:r>
              <a:rPr kumimoji="1" lang="en-US" altLang="zh-CN" sz="2800" b="1" baseline="-25000" dirty="0"/>
              <a:t>3</a:t>
            </a:r>
            <a:r>
              <a:rPr kumimoji="1" lang="en-US" altLang="zh-CN" sz="2800" b="1" dirty="0"/>
              <a:t> Y</a:t>
            </a:r>
            <a:r>
              <a:rPr kumimoji="1" lang="en-US" altLang="zh-CN" sz="2800" b="1" baseline="-25000" dirty="0"/>
              <a:t>4</a:t>
            </a:r>
            <a:r>
              <a:rPr kumimoji="1" lang="en-US" altLang="zh-CN" sz="2800" b="1" dirty="0"/>
              <a:t> Y</a:t>
            </a:r>
            <a:r>
              <a:rPr kumimoji="1" lang="en-US" altLang="zh-CN" sz="2800" b="1" baseline="-25000" dirty="0"/>
              <a:t>5</a:t>
            </a:r>
            <a:r>
              <a:rPr kumimoji="1" lang="en-US" altLang="zh-CN" sz="2800" b="1" dirty="0"/>
              <a:t>		Y</a:t>
            </a:r>
            <a:r>
              <a:rPr kumimoji="1" lang="en-US" altLang="zh-CN" sz="2800" b="1" baseline="-25000" dirty="0"/>
              <a:t>1</a:t>
            </a:r>
            <a:r>
              <a:rPr kumimoji="1" lang="en-US" altLang="zh-CN" sz="2800" b="1" dirty="0"/>
              <a:t> </a:t>
            </a:r>
            <a:r>
              <a:rPr kumimoji="1" lang="en-US" altLang="zh-CN" sz="2800" b="1" dirty="0">
                <a:sym typeface="Symbol" panose="05050102010706020507" pitchFamily="18" charset="2"/>
              </a:rPr>
              <a:t></a:t>
            </a:r>
            <a:r>
              <a:rPr kumimoji="1" lang="en-US" altLang="zh-CN" sz="2800" b="1" dirty="0"/>
              <a:t> a | </a:t>
            </a:r>
            <a:r>
              <a:rPr kumimoji="1" lang="en-US" altLang="zh-CN" sz="2800" b="1" dirty="0">
                <a:sym typeface="Symbol" panose="05050102010706020507" pitchFamily="18" charset="2"/>
              </a:rPr>
              <a:t>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2800" b="1" dirty="0"/>
              <a:t>		Y</a:t>
            </a:r>
            <a:r>
              <a:rPr kumimoji="1" lang="en-US" altLang="zh-CN" sz="2800" b="1" baseline="-25000" dirty="0"/>
              <a:t>2</a:t>
            </a:r>
            <a:r>
              <a:rPr kumimoji="1" lang="en-US" altLang="zh-CN" sz="2800" b="1" dirty="0"/>
              <a:t> </a:t>
            </a:r>
            <a:r>
              <a:rPr kumimoji="1" lang="en-US" altLang="zh-CN" sz="2800" b="1" dirty="0">
                <a:sym typeface="Symbol" panose="05050102010706020507" pitchFamily="18" charset="2"/>
              </a:rPr>
              <a:t></a:t>
            </a:r>
            <a:r>
              <a:rPr kumimoji="1" lang="en-US" altLang="zh-CN" sz="2800" b="1" dirty="0"/>
              <a:t> b | </a:t>
            </a:r>
            <a:r>
              <a:rPr kumimoji="1" lang="en-US" altLang="zh-CN" sz="2800" b="1" dirty="0">
                <a:sym typeface="Symbol" panose="05050102010706020507" pitchFamily="18" charset="2"/>
              </a:rPr>
              <a:t></a:t>
            </a:r>
            <a:r>
              <a:rPr kumimoji="1" lang="en-US" altLang="zh-CN" sz="2800" b="1" dirty="0"/>
              <a:t>				Y</a:t>
            </a:r>
            <a:r>
              <a:rPr kumimoji="1" lang="en-US" altLang="zh-CN" sz="2800" b="1" baseline="-25000" dirty="0"/>
              <a:t>3</a:t>
            </a:r>
            <a:r>
              <a:rPr kumimoji="1" lang="en-US" altLang="zh-CN" sz="2800" b="1" dirty="0"/>
              <a:t> </a:t>
            </a:r>
            <a:r>
              <a:rPr kumimoji="1" lang="en-US" altLang="zh-CN" sz="2800" b="1" dirty="0">
                <a:sym typeface="Symbol" panose="05050102010706020507" pitchFamily="18" charset="2"/>
              </a:rPr>
              <a:t></a:t>
            </a:r>
            <a:r>
              <a:rPr kumimoji="1" lang="en-US" altLang="zh-CN" sz="2800" b="1" dirty="0"/>
              <a:t> c | </a:t>
            </a:r>
            <a:r>
              <a:rPr kumimoji="1" lang="en-US" altLang="zh-CN" sz="2800" b="1" dirty="0">
                <a:sym typeface="Symbol" panose="05050102010706020507" pitchFamily="18" charset="2"/>
              </a:rPr>
              <a:t></a:t>
            </a:r>
            <a:endParaRPr kumimoji="1" lang="en-US" altLang="zh-CN" sz="2800" b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2800" b="1" dirty="0"/>
              <a:t>		Y</a:t>
            </a:r>
            <a:r>
              <a:rPr kumimoji="1" lang="en-US" altLang="zh-CN" sz="2800" b="1" baseline="-25000" dirty="0"/>
              <a:t>4</a:t>
            </a:r>
            <a:r>
              <a:rPr kumimoji="1" lang="en-US" altLang="zh-CN" sz="2800" b="1" dirty="0"/>
              <a:t> </a:t>
            </a:r>
            <a:r>
              <a:rPr kumimoji="1" lang="en-US" altLang="zh-CN" sz="2800" b="1" dirty="0">
                <a:sym typeface="Symbol" panose="05050102010706020507" pitchFamily="18" charset="2"/>
              </a:rPr>
              <a:t></a:t>
            </a:r>
            <a:r>
              <a:rPr kumimoji="1" lang="en-US" altLang="zh-CN" sz="2800" b="1" dirty="0"/>
              <a:t> d | </a:t>
            </a:r>
            <a:r>
              <a:rPr kumimoji="1" lang="en-US" altLang="zh-CN" sz="2800" b="1" dirty="0">
                <a:sym typeface="Symbol" panose="05050102010706020507" pitchFamily="18" charset="2"/>
              </a:rPr>
              <a:t></a:t>
            </a:r>
            <a:r>
              <a:rPr kumimoji="1" lang="en-US" altLang="zh-CN" sz="2800" b="1" dirty="0"/>
              <a:t>				Y</a:t>
            </a:r>
            <a:r>
              <a:rPr kumimoji="1" lang="en-US" altLang="zh-CN" sz="2800" b="1" baseline="-25000" dirty="0"/>
              <a:t>5</a:t>
            </a:r>
            <a:r>
              <a:rPr kumimoji="1" lang="en-US" altLang="zh-CN" sz="2800" b="1" dirty="0"/>
              <a:t> </a:t>
            </a:r>
            <a:r>
              <a:rPr kumimoji="1" lang="en-US" altLang="zh-CN" sz="2800" b="1" dirty="0">
                <a:sym typeface="Symbol" panose="05050102010706020507" pitchFamily="18" charset="2"/>
              </a:rPr>
              <a:t></a:t>
            </a:r>
            <a:r>
              <a:rPr kumimoji="1" lang="en-US" altLang="zh-CN" sz="2800" b="1" dirty="0"/>
              <a:t> e | </a:t>
            </a:r>
            <a:r>
              <a:rPr kumimoji="1" lang="en-US" altLang="zh-CN" sz="2800" b="1" dirty="0">
                <a:sym typeface="Symbol" panose="05050102010706020507" pitchFamily="18" charset="2"/>
              </a:rPr>
              <a:t>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zh-CN" altLang="en-US" sz="2800" dirty="0"/>
              <a:t>求</a:t>
            </a:r>
            <a:r>
              <a:rPr kumimoji="1" lang="en-US" altLang="zh-CN" sz="2800" b="1" dirty="0"/>
              <a:t>FIRST(X)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kumimoji="1" lang="en-US" altLang="zh-CN" sz="2800" b="1" dirty="0"/>
          </a:p>
          <a:p>
            <a:pPr eaLnBrk="1" hangingPunct="1">
              <a:lnSpc>
                <a:spcPct val="80000"/>
              </a:lnSpc>
            </a:pPr>
            <a:r>
              <a:rPr lang="zh-CN" altLang="en-US" sz="2800" dirty="0"/>
              <a:t>根据求</a:t>
            </a:r>
            <a:r>
              <a:rPr lang="en-US" altLang="zh-CN" sz="2800" b="1" dirty="0"/>
              <a:t>FIRST(X)</a:t>
            </a:r>
            <a:r>
              <a:rPr lang="zh-CN" altLang="en-US" sz="2800" dirty="0"/>
              <a:t>的算法，因为</a:t>
            </a:r>
            <a:r>
              <a:rPr lang="en-US" altLang="zh-CN" sz="2800" b="1" dirty="0"/>
              <a:t>X</a:t>
            </a:r>
            <a:r>
              <a:rPr lang="en-US" altLang="zh-CN" sz="2800" b="1" dirty="0">
                <a:sym typeface="Symbol" panose="05050102010706020507" pitchFamily="18" charset="2"/>
              </a:rPr>
              <a:t></a:t>
            </a:r>
            <a:r>
              <a:rPr lang="en-US" altLang="zh-CN" sz="2800" b="1" baseline="30000" dirty="0">
                <a:sym typeface="Symbol" panose="05050102010706020507" pitchFamily="18" charset="2"/>
              </a:rPr>
              <a:t>*</a:t>
            </a:r>
            <a:r>
              <a:rPr lang="en-US" altLang="zh-CN" sz="2800" b="1" dirty="0">
                <a:sym typeface="Symbol" panose="05050102010706020507" pitchFamily="18" charset="2"/>
              </a:rPr>
              <a:t></a:t>
            </a:r>
            <a:r>
              <a:rPr lang="zh-CN" altLang="en-US" sz="2800" dirty="0">
                <a:sym typeface="Symbol" panose="05050102010706020507" pitchFamily="18" charset="2"/>
              </a:rPr>
              <a:t>，所以</a:t>
            </a:r>
            <a:r>
              <a:rPr lang="zh-CN" altLang="en-US" sz="2800" b="1" dirty="0">
                <a:sym typeface="Symbol" panose="05050102010706020507" pitchFamily="18" charset="2"/>
              </a:rPr>
              <a:t></a:t>
            </a:r>
            <a:r>
              <a:rPr lang="zh-CN" altLang="en-US" sz="2800" dirty="0"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sym typeface="Symbol" panose="05050102010706020507" pitchFamily="18" charset="2"/>
              </a:rPr>
              <a:t></a:t>
            </a:r>
            <a:r>
              <a:rPr lang="en-US" altLang="zh-CN" sz="2800" b="1" dirty="0">
                <a:sym typeface="Symbol" panose="05050102010706020507" pitchFamily="18" charset="2"/>
              </a:rPr>
              <a:t>FIRST(X)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2800" dirty="0">
                <a:sym typeface="Symbol" panose="05050102010706020507" pitchFamily="18" charset="2"/>
              </a:rPr>
              <a:t>因为</a:t>
            </a:r>
            <a:r>
              <a:rPr kumimoji="1" lang="en-US" altLang="zh-CN" sz="2800" b="1" dirty="0"/>
              <a:t>Y</a:t>
            </a:r>
            <a:r>
              <a:rPr kumimoji="1" lang="en-US" altLang="zh-CN" sz="2800" b="1" baseline="-25000" dirty="0"/>
              <a:t>1</a:t>
            </a:r>
            <a:r>
              <a:rPr kumimoji="1" lang="en-US" altLang="zh-CN" sz="2800" b="1" dirty="0"/>
              <a:t> </a:t>
            </a:r>
            <a:r>
              <a:rPr kumimoji="1" lang="en-US" altLang="zh-CN" sz="2800" b="1" dirty="0">
                <a:sym typeface="Symbol" panose="05050102010706020507" pitchFamily="18" charset="2"/>
              </a:rPr>
              <a:t></a:t>
            </a:r>
            <a:r>
              <a:rPr kumimoji="1" lang="en-US" altLang="zh-CN" sz="2800" b="1" dirty="0"/>
              <a:t> a </a:t>
            </a:r>
            <a:r>
              <a:rPr kumimoji="1" lang="zh-CN" altLang="en-US" sz="2800" dirty="0"/>
              <a:t>，所以</a:t>
            </a:r>
            <a:r>
              <a:rPr kumimoji="1" lang="en-US" altLang="zh-CN" sz="2800" b="1" dirty="0"/>
              <a:t>X </a:t>
            </a:r>
            <a:r>
              <a:rPr lang="en-US" altLang="zh-CN" sz="2800" b="1" dirty="0">
                <a:sym typeface="Symbol" panose="05050102010706020507" pitchFamily="18" charset="2"/>
              </a:rPr>
              <a:t></a:t>
            </a:r>
            <a:r>
              <a:rPr lang="en-US" altLang="zh-CN" sz="2800" b="1" baseline="30000" dirty="0">
                <a:sym typeface="Symbol" panose="05050102010706020507" pitchFamily="18" charset="2"/>
              </a:rPr>
              <a:t>*</a:t>
            </a:r>
            <a:r>
              <a:rPr lang="en-US" altLang="zh-CN" sz="2800" b="1" dirty="0">
                <a:sym typeface="Symbol" panose="05050102010706020507" pitchFamily="18" charset="2"/>
              </a:rPr>
              <a:t>aY</a:t>
            </a:r>
            <a:r>
              <a:rPr lang="en-US" altLang="zh-CN" sz="2800" b="1" baseline="-25000" dirty="0">
                <a:sym typeface="Symbol" panose="05050102010706020507" pitchFamily="18" charset="2"/>
              </a:rPr>
              <a:t>2</a:t>
            </a:r>
            <a:r>
              <a:rPr lang="en-US" altLang="zh-CN" sz="2800" b="1" dirty="0">
                <a:sym typeface="Symbol" panose="05050102010706020507" pitchFamily="18" charset="2"/>
              </a:rPr>
              <a:t>Y</a:t>
            </a:r>
            <a:r>
              <a:rPr lang="en-US" altLang="zh-CN" sz="2800" b="1" baseline="-25000" dirty="0">
                <a:sym typeface="Symbol" panose="05050102010706020507" pitchFamily="18" charset="2"/>
              </a:rPr>
              <a:t>3</a:t>
            </a:r>
            <a:r>
              <a:rPr lang="en-US" altLang="zh-CN" sz="2800" b="1" dirty="0">
                <a:sym typeface="Symbol" panose="05050102010706020507" pitchFamily="18" charset="2"/>
              </a:rPr>
              <a:t>Y</a:t>
            </a:r>
            <a:r>
              <a:rPr lang="en-US" altLang="zh-CN" sz="2800" b="1" baseline="-25000" dirty="0">
                <a:sym typeface="Symbol" panose="05050102010706020507" pitchFamily="18" charset="2"/>
              </a:rPr>
              <a:t>4</a:t>
            </a:r>
            <a:r>
              <a:rPr lang="en-US" altLang="zh-CN" sz="2800" b="1" dirty="0">
                <a:sym typeface="Symbol" panose="05050102010706020507" pitchFamily="18" charset="2"/>
              </a:rPr>
              <a:t>Y</a:t>
            </a:r>
            <a:r>
              <a:rPr lang="en-US" altLang="zh-CN" sz="2800" b="1" baseline="-25000" dirty="0">
                <a:sym typeface="Symbol" panose="05050102010706020507" pitchFamily="18" charset="2"/>
              </a:rPr>
              <a:t>5</a:t>
            </a:r>
          </a:p>
          <a:p>
            <a:pPr eaLnBrk="1" hangingPunct="1">
              <a:lnSpc>
                <a:spcPct val="80000"/>
              </a:lnSpc>
            </a:pPr>
            <a:endParaRPr lang="en-US" altLang="zh-CN" sz="2800" b="1" dirty="0">
              <a:sym typeface="Symbol" panose="05050102010706020507" pitchFamily="18" charset="2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FBF7358-6A27-9D26-939C-9E648A00F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E4DBB-26AB-4661-8268-2ADB40AB5C9B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82159DD-7A2F-408B-8BFC-F94DA95AE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1BD7C7-EA06-EC11-350B-860F54452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A13ED2F2-1443-4223-9BF6-892DA8D92C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第三章 作业</a:t>
            </a:r>
            <a:r>
              <a:rPr lang="en-US" altLang="zh-CN"/>
              <a:t>5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E9F903AA-265A-4911-ABBF-5FB8E8BC5F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dirty="0">
                <a:sym typeface="Symbol" panose="05050102010706020507" pitchFamily="18" charset="2"/>
              </a:rPr>
              <a:t>因为</a:t>
            </a:r>
            <a:r>
              <a:rPr kumimoji="1" lang="en-US" altLang="zh-CN" sz="2800" b="1" dirty="0"/>
              <a:t>Y</a:t>
            </a:r>
            <a:r>
              <a:rPr kumimoji="1" lang="en-US" altLang="zh-CN" sz="2800" b="1" baseline="-25000" dirty="0"/>
              <a:t>1</a:t>
            </a:r>
            <a:r>
              <a:rPr kumimoji="1" lang="en-US" altLang="zh-CN" sz="2800" b="1" dirty="0"/>
              <a:t> </a:t>
            </a:r>
            <a:r>
              <a:rPr kumimoji="1" lang="en-US" altLang="zh-CN" sz="2800" b="1" dirty="0">
                <a:sym typeface="Symbol" panose="05050102010706020507" pitchFamily="18" charset="2"/>
              </a:rPr>
              <a:t></a:t>
            </a:r>
            <a:r>
              <a:rPr kumimoji="1" lang="en-US" altLang="zh-CN" sz="2800" b="1" dirty="0"/>
              <a:t> </a:t>
            </a:r>
            <a:r>
              <a:rPr kumimoji="1" lang="en-US" altLang="zh-CN" sz="2800" b="1" dirty="0">
                <a:sym typeface="Symbol" panose="05050102010706020507" pitchFamily="18" charset="2"/>
              </a:rPr>
              <a:t></a:t>
            </a:r>
            <a:r>
              <a:rPr kumimoji="1" lang="en-US" altLang="zh-CN" sz="2800" b="1" dirty="0"/>
              <a:t> </a:t>
            </a:r>
            <a:r>
              <a:rPr kumimoji="1" lang="zh-CN" altLang="en-US" sz="2800" dirty="0"/>
              <a:t>， </a:t>
            </a:r>
            <a:r>
              <a:rPr kumimoji="1" lang="en-US" altLang="zh-CN" sz="2800" b="1" dirty="0"/>
              <a:t>Y</a:t>
            </a:r>
            <a:r>
              <a:rPr kumimoji="1" lang="en-US" altLang="zh-CN" sz="2800" b="1" baseline="-25000" dirty="0"/>
              <a:t>2</a:t>
            </a:r>
            <a:r>
              <a:rPr kumimoji="1" lang="en-US" altLang="zh-CN" sz="2800" b="1" dirty="0"/>
              <a:t> </a:t>
            </a:r>
            <a:r>
              <a:rPr kumimoji="1" lang="en-US" altLang="zh-CN" sz="2800" b="1" dirty="0">
                <a:sym typeface="Symbol" panose="05050102010706020507" pitchFamily="18" charset="2"/>
              </a:rPr>
              <a:t></a:t>
            </a:r>
            <a:r>
              <a:rPr kumimoji="1" lang="en-US" altLang="zh-CN" sz="2800" b="1" dirty="0"/>
              <a:t> b</a:t>
            </a:r>
            <a:r>
              <a:rPr kumimoji="1" lang="zh-CN" altLang="en-US" sz="2800" dirty="0"/>
              <a:t>，所以</a:t>
            </a:r>
            <a:r>
              <a:rPr kumimoji="1" lang="en-US" altLang="zh-CN" sz="2800" b="1" dirty="0"/>
              <a:t>X </a:t>
            </a:r>
            <a:r>
              <a:rPr lang="en-US" altLang="zh-CN" sz="2800" b="1" dirty="0">
                <a:sym typeface="Symbol" panose="05050102010706020507" pitchFamily="18" charset="2"/>
              </a:rPr>
              <a:t></a:t>
            </a:r>
            <a:r>
              <a:rPr lang="en-US" altLang="zh-CN" sz="2800" b="1" baseline="30000" dirty="0">
                <a:sym typeface="Symbol" panose="05050102010706020507" pitchFamily="18" charset="2"/>
              </a:rPr>
              <a:t>*</a:t>
            </a:r>
            <a:r>
              <a:rPr lang="en-US" altLang="zh-CN" sz="2800" b="1" dirty="0">
                <a:sym typeface="Symbol" panose="05050102010706020507" pitchFamily="18" charset="2"/>
              </a:rPr>
              <a:t>bY</a:t>
            </a:r>
            <a:r>
              <a:rPr lang="en-US" altLang="zh-CN" sz="2800" b="1" baseline="-25000" dirty="0">
                <a:sym typeface="Symbol" panose="05050102010706020507" pitchFamily="18" charset="2"/>
              </a:rPr>
              <a:t>3</a:t>
            </a:r>
            <a:r>
              <a:rPr lang="en-US" altLang="zh-CN" sz="2800" b="1" dirty="0">
                <a:sym typeface="Symbol" panose="05050102010706020507" pitchFamily="18" charset="2"/>
              </a:rPr>
              <a:t>Y</a:t>
            </a:r>
            <a:r>
              <a:rPr lang="en-US" altLang="zh-CN" sz="2800" b="1" baseline="-25000" dirty="0">
                <a:sym typeface="Symbol" panose="05050102010706020507" pitchFamily="18" charset="2"/>
              </a:rPr>
              <a:t>4</a:t>
            </a:r>
            <a:r>
              <a:rPr lang="en-US" altLang="zh-CN" sz="2800" b="1" dirty="0">
                <a:sym typeface="Symbol" panose="05050102010706020507" pitchFamily="18" charset="2"/>
              </a:rPr>
              <a:t>Y</a:t>
            </a:r>
            <a:r>
              <a:rPr lang="en-US" altLang="zh-CN" sz="2800" b="1" baseline="-25000" dirty="0">
                <a:sym typeface="Symbol" panose="05050102010706020507" pitchFamily="18" charset="2"/>
              </a:rPr>
              <a:t>5</a:t>
            </a:r>
            <a:endParaRPr lang="en-US" altLang="zh-CN" sz="28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>
                <a:sym typeface="Symbol" panose="05050102010706020507" pitchFamily="18" charset="2"/>
              </a:rPr>
              <a:t>因为</a:t>
            </a:r>
            <a:r>
              <a:rPr kumimoji="1" lang="en-US" altLang="zh-CN" sz="2800" b="1" dirty="0"/>
              <a:t>Y</a:t>
            </a:r>
            <a:r>
              <a:rPr kumimoji="1" lang="en-US" altLang="zh-CN" sz="2800" b="1" baseline="-25000" dirty="0"/>
              <a:t>1</a:t>
            </a:r>
            <a:r>
              <a:rPr kumimoji="1" lang="en-US" altLang="zh-CN" sz="2800" b="1" dirty="0"/>
              <a:t> </a:t>
            </a:r>
            <a:r>
              <a:rPr kumimoji="1" lang="en-US" altLang="zh-CN" sz="2800" b="1" dirty="0">
                <a:sym typeface="Symbol" panose="05050102010706020507" pitchFamily="18" charset="2"/>
              </a:rPr>
              <a:t></a:t>
            </a:r>
            <a:r>
              <a:rPr kumimoji="1" lang="en-US" altLang="zh-CN" sz="2800" b="1" dirty="0"/>
              <a:t> </a:t>
            </a:r>
            <a:r>
              <a:rPr kumimoji="1" lang="en-US" altLang="zh-CN" sz="2800" b="1" dirty="0">
                <a:sym typeface="Symbol" panose="05050102010706020507" pitchFamily="18" charset="2"/>
              </a:rPr>
              <a:t></a:t>
            </a:r>
            <a:r>
              <a:rPr kumimoji="1" lang="en-US" altLang="zh-CN" sz="2800" b="1" dirty="0"/>
              <a:t> </a:t>
            </a:r>
            <a:r>
              <a:rPr kumimoji="1" lang="zh-CN" altLang="en-US" sz="2800" dirty="0"/>
              <a:t>， </a:t>
            </a:r>
            <a:r>
              <a:rPr kumimoji="1" lang="en-US" altLang="zh-CN" sz="2800" b="1" dirty="0"/>
              <a:t>Y</a:t>
            </a:r>
            <a:r>
              <a:rPr kumimoji="1" lang="en-US" altLang="zh-CN" sz="2800" b="1" baseline="-25000" dirty="0"/>
              <a:t>2</a:t>
            </a:r>
            <a:r>
              <a:rPr kumimoji="1" lang="en-US" altLang="zh-CN" sz="2800" b="1" dirty="0"/>
              <a:t> </a:t>
            </a:r>
            <a:r>
              <a:rPr kumimoji="1" lang="en-US" altLang="zh-CN" sz="2800" b="1" dirty="0">
                <a:sym typeface="Symbol" panose="05050102010706020507" pitchFamily="18" charset="2"/>
              </a:rPr>
              <a:t></a:t>
            </a:r>
            <a:r>
              <a:rPr kumimoji="1" lang="en-US" altLang="zh-CN" sz="2800" b="1" dirty="0"/>
              <a:t> </a:t>
            </a:r>
            <a:r>
              <a:rPr kumimoji="1" lang="en-US" altLang="zh-CN" sz="2800" b="1" dirty="0">
                <a:sym typeface="Symbol" panose="05050102010706020507" pitchFamily="18" charset="2"/>
              </a:rPr>
              <a:t></a:t>
            </a:r>
            <a:r>
              <a:rPr kumimoji="1" lang="en-US" altLang="zh-CN" sz="2800" b="1" dirty="0"/>
              <a:t> </a:t>
            </a:r>
            <a:r>
              <a:rPr kumimoji="1" lang="zh-CN" altLang="en-US" sz="2800" dirty="0"/>
              <a:t>， </a:t>
            </a:r>
            <a:r>
              <a:rPr kumimoji="1" lang="en-US" altLang="zh-CN" sz="2800" b="1" dirty="0"/>
              <a:t>Y</a:t>
            </a:r>
            <a:r>
              <a:rPr kumimoji="1" lang="en-US" altLang="zh-CN" sz="2800" b="1" baseline="-25000" dirty="0"/>
              <a:t>3</a:t>
            </a:r>
            <a:r>
              <a:rPr kumimoji="1" lang="en-US" altLang="zh-CN" sz="2800" b="1" dirty="0"/>
              <a:t> </a:t>
            </a:r>
            <a:r>
              <a:rPr kumimoji="1" lang="en-US" altLang="zh-CN" sz="2800" b="1" dirty="0">
                <a:sym typeface="Symbol" panose="05050102010706020507" pitchFamily="18" charset="2"/>
              </a:rPr>
              <a:t></a:t>
            </a:r>
            <a:r>
              <a:rPr kumimoji="1" lang="en-US" altLang="zh-CN" sz="2800" b="1" dirty="0"/>
              <a:t> c</a:t>
            </a:r>
            <a:r>
              <a:rPr kumimoji="1" lang="zh-CN" altLang="en-US" sz="2800" dirty="0"/>
              <a:t>，所以</a:t>
            </a:r>
            <a:r>
              <a:rPr kumimoji="1" lang="en-US" altLang="zh-CN" sz="2800" b="1" dirty="0"/>
              <a:t>X </a:t>
            </a:r>
            <a:r>
              <a:rPr lang="en-US" altLang="zh-CN" sz="2800" b="1" dirty="0">
                <a:sym typeface="Symbol" panose="05050102010706020507" pitchFamily="18" charset="2"/>
              </a:rPr>
              <a:t></a:t>
            </a:r>
            <a:r>
              <a:rPr lang="en-US" altLang="zh-CN" sz="2800" b="1" baseline="30000" dirty="0">
                <a:sym typeface="Symbol" panose="05050102010706020507" pitchFamily="18" charset="2"/>
              </a:rPr>
              <a:t>*</a:t>
            </a:r>
            <a:r>
              <a:rPr lang="en-US" altLang="zh-CN" sz="2800" b="1" dirty="0">
                <a:sym typeface="Symbol" panose="05050102010706020507" pitchFamily="18" charset="2"/>
              </a:rPr>
              <a:t>cY</a:t>
            </a:r>
            <a:r>
              <a:rPr lang="en-US" altLang="zh-CN" sz="2800" b="1" baseline="-25000" dirty="0">
                <a:sym typeface="Symbol" panose="05050102010706020507" pitchFamily="18" charset="2"/>
              </a:rPr>
              <a:t>4</a:t>
            </a:r>
            <a:r>
              <a:rPr lang="en-US" altLang="zh-CN" sz="2800" b="1" dirty="0">
                <a:sym typeface="Symbol" panose="05050102010706020507" pitchFamily="18" charset="2"/>
              </a:rPr>
              <a:t>Y</a:t>
            </a:r>
            <a:r>
              <a:rPr lang="en-US" altLang="zh-CN" sz="2800" b="1" baseline="-25000" dirty="0">
                <a:sym typeface="Symbol" panose="05050102010706020507" pitchFamily="18" charset="2"/>
              </a:rPr>
              <a:t>5</a:t>
            </a:r>
            <a:endParaRPr lang="en-US" altLang="zh-CN" sz="28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>
                <a:sym typeface="Symbol" panose="05050102010706020507" pitchFamily="18" charset="2"/>
              </a:rPr>
              <a:t>因为</a:t>
            </a:r>
            <a:r>
              <a:rPr kumimoji="1" lang="en-US" altLang="zh-CN" sz="2800" b="1" dirty="0"/>
              <a:t>Y</a:t>
            </a:r>
            <a:r>
              <a:rPr kumimoji="1" lang="en-US" altLang="zh-CN" sz="2800" b="1" baseline="-25000" dirty="0"/>
              <a:t>1</a:t>
            </a:r>
            <a:r>
              <a:rPr kumimoji="1" lang="en-US" altLang="zh-CN" sz="2800" b="1" dirty="0"/>
              <a:t> </a:t>
            </a:r>
            <a:r>
              <a:rPr kumimoji="1" lang="en-US" altLang="zh-CN" sz="2800" b="1" dirty="0">
                <a:sym typeface="Symbol" panose="05050102010706020507" pitchFamily="18" charset="2"/>
              </a:rPr>
              <a:t></a:t>
            </a:r>
            <a:r>
              <a:rPr kumimoji="1" lang="en-US" altLang="zh-CN" sz="2800" b="1" dirty="0"/>
              <a:t> </a:t>
            </a:r>
            <a:r>
              <a:rPr kumimoji="1" lang="en-US" altLang="zh-CN" sz="2800" b="1" dirty="0">
                <a:sym typeface="Symbol" panose="05050102010706020507" pitchFamily="18" charset="2"/>
              </a:rPr>
              <a:t></a:t>
            </a:r>
            <a:r>
              <a:rPr kumimoji="1" lang="en-US" altLang="zh-CN" sz="2800" b="1" dirty="0"/>
              <a:t> </a:t>
            </a:r>
            <a:r>
              <a:rPr kumimoji="1" lang="zh-CN" altLang="en-US" sz="2800" dirty="0"/>
              <a:t>， </a:t>
            </a:r>
            <a:r>
              <a:rPr kumimoji="1" lang="en-US" altLang="zh-CN" sz="2800" b="1" dirty="0"/>
              <a:t>Y</a:t>
            </a:r>
            <a:r>
              <a:rPr kumimoji="1" lang="en-US" altLang="zh-CN" sz="2800" b="1" baseline="-25000" dirty="0"/>
              <a:t>2</a:t>
            </a:r>
            <a:r>
              <a:rPr kumimoji="1" lang="en-US" altLang="zh-CN" sz="2800" b="1" dirty="0"/>
              <a:t> </a:t>
            </a:r>
            <a:r>
              <a:rPr kumimoji="1" lang="en-US" altLang="zh-CN" sz="2800" b="1" dirty="0">
                <a:sym typeface="Symbol" panose="05050102010706020507" pitchFamily="18" charset="2"/>
              </a:rPr>
              <a:t></a:t>
            </a:r>
            <a:r>
              <a:rPr kumimoji="1" lang="en-US" altLang="zh-CN" sz="2800" b="1" dirty="0"/>
              <a:t> </a:t>
            </a:r>
            <a:r>
              <a:rPr kumimoji="1" lang="en-US" altLang="zh-CN" sz="2800" b="1" dirty="0">
                <a:sym typeface="Symbol" panose="05050102010706020507" pitchFamily="18" charset="2"/>
              </a:rPr>
              <a:t></a:t>
            </a:r>
            <a:r>
              <a:rPr kumimoji="1" lang="en-US" altLang="zh-CN" sz="2800" b="1" dirty="0"/>
              <a:t> </a:t>
            </a:r>
            <a:r>
              <a:rPr kumimoji="1" lang="zh-CN" altLang="en-US" sz="2800" dirty="0"/>
              <a:t>， </a:t>
            </a:r>
            <a:r>
              <a:rPr kumimoji="1" lang="en-US" altLang="zh-CN" sz="2800" b="1" dirty="0"/>
              <a:t>Y</a:t>
            </a:r>
            <a:r>
              <a:rPr kumimoji="1" lang="en-US" altLang="zh-CN" sz="2800" b="1" baseline="-25000" dirty="0"/>
              <a:t>3</a:t>
            </a:r>
            <a:r>
              <a:rPr kumimoji="1" lang="en-US" altLang="zh-CN" sz="2800" b="1" dirty="0"/>
              <a:t> </a:t>
            </a:r>
            <a:r>
              <a:rPr kumimoji="1" lang="en-US" altLang="zh-CN" sz="2800" b="1" dirty="0">
                <a:sym typeface="Symbol" panose="05050102010706020507" pitchFamily="18" charset="2"/>
              </a:rPr>
              <a:t></a:t>
            </a:r>
            <a:r>
              <a:rPr kumimoji="1" lang="en-US" altLang="zh-CN" sz="2800" b="1" dirty="0"/>
              <a:t> </a:t>
            </a:r>
            <a:r>
              <a:rPr kumimoji="1" lang="en-US" altLang="zh-CN" sz="2800" b="1" dirty="0">
                <a:sym typeface="Symbol" panose="05050102010706020507" pitchFamily="18" charset="2"/>
              </a:rPr>
              <a:t></a:t>
            </a:r>
            <a:r>
              <a:rPr kumimoji="1" lang="en-US" altLang="zh-CN" sz="2800" b="1" dirty="0"/>
              <a:t> </a:t>
            </a:r>
            <a:r>
              <a:rPr kumimoji="1" lang="zh-CN" altLang="en-US" sz="2800" dirty="0"/>
              <a:t>， </a:t>
            </a:r>
            <a:r>
              <a:rPr kumimoji="1" lang="en-US" altLang="zh-CN" sz="2800" b="1" dirty="0"/>
              <a:t>Y</a:t>
            </a:r>
            <a:r>
              <a:rPr kumimoji="1" lang="en-US" altLang="zh-CN" sz="2800" b="1" baseline="-25000" dirty="0"/>
              <a:t>4</a:t>
            </a:r>
            <a:r>
              <a:rPr kumimoji="1" lang="en-US" altLang="zh-CN" sz="2800" b="1" dirty="0"/>
              <a:t> </a:t>
            </a:r>
            <a:r>
              <a:rPr kumimoji="1" lang="en-US" altLang="zh-CN" sz="2800" b="1" dirty="0">
                <a:sym typeface="Symbol" panose="05050102010706020507" pitchFamily="18" charset="2"/>
              </a:rPr>
              <a:t></a:t>
            </a:r>
            <a:r>
              <a:rPr kumimoji="1" lang="en-US" altLang="zh-CN" sz="2800" b="1" dirty="0"/>
              <a:t> d</a:t>
            </a:r>
            <a:r>
              <a:rPr kumimoji="1" lang="zh-CN" altLang="en-US" sz="2800" dirty="0"/>
              <a:t>，所以</a:t>
            </a:r>
            <a:r>
              <a:rPr kumimoji="1" lang="en-US" altLang="zh-CN" sz="2800" b="1" dirty="0"/>
              <a:t>X </a:t>
            </a:r>
            <a:r>
              <a:rPr lang="en-US" altLang="zh-CN" sz="2800" b="1" dirty="0">
                <a:sym typeface="Symbol" panose="05050102010706020507" pitchFamily="18" charset="2"/>
              </a:rPr>
              <a:t></a:t>
            </a:r>
            <a:r>
              <a:rPr lang="en-US" altLang="zh-CN" sz="2800" b="1" baseline="30000" dirty="0">
                <a:sym typeface="Symbol" panose="05050102010706020507" pitchFamily="18" charset="2"/>
              </a:rPr>
              <a:t>*</a:t>
            </a:r>
            <a:r>
              <a:rPr lang="en-US" altLang="zh-CN" sz="2800" b="1" dirty="0">
                <a:sym typeface="Symbol" panose="05050102010706020507" pitchFamily="18" charset="2"/>
              </a:rPr>
              <a:t>dY</a:t>
            </a:r>
            <a:r>
              <a:rPr lang="en-US" altLang="zh-CN" sz="2800" b="1" baseline="-25000" dirty="0">
                <a:sym typeface="Symbol" panose="05050102010706020507" pitchFamily="18" charset="2"/>
              </a:rPr>
              <a:t>5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>
                <a:sym typeface="Symbol" panose="05050102010706020507" pitchFamily="18" charset="2"/>
              </a:rPr>
              <a:t>因为</a:t>
            </a:r>
            <a:r>
              <a:rPr kumimoji="1" lang="en-US" altLang="zh-CN" sz="2800" b="1" dirty="0"/>
              <a:t>Y</a:t>
            </a:r>
            <a:r>
              <a:rPr kumimoji="1" lang="en-US" altLang="zh-CN" sz="2800" b="1" baseline="-25000" dirty="0"/>
              <a:t>1</a:t>
            </a:r>
            <a:r>
              <a:rPr kumimoji="1" lang="en-US" altLang="zh-CN" sz="2800" b="1" dirty="0"/>
              <a:t> </a:t>
            </a:r>
            <a:r>
              <a:rPr kumimoji="1" lang="en-US" altLang="zh-CN" sz="2800" b="1" dirty="0">
                <a:sym typeface="Symbol" panose="05050102010706020507" pitchFamily="18" charset="2"/>
              </a:rPr>
              <a:t></a:t>
            </a:r>
            <a:r>
              <a:rPr kumimoji="1" lang="en-US" altLang="zh-CN" sz="2800" b="1" dirty="0"/>
              <a:t> </a:t>
            </a:r>
            <a:r>
              <a:rPr kumimoji="1" lang="en-US" altLang="zh-CN" sz="2800" b="1" dirty="0">
                <a:sym typeface="Symbol" panose="05050102010706020507" pitchFamily="18" charset="2"/>
              </a:rPr>
              <a:t></a:t>
            </a:r>
            <a:r>
              <a:rPr kumimoji="1" lang="en-US" altLang="zh-CN" sz="2800" b="1" dirty="0"/>
              <a:t> </a:t>
            </a:r>
            <a:r>
              <a:rPr kumimoji="1" lang="zh-CN" altLang="en-US" sz="2800" dirty="0"/>
              <a:t>， </a:t>
            </a:r>
            <a:r>
              <a:rPr kumimoji="1" lang="en-US" altLang="zh-CN" sz="2800" b="1" dirty="0"/>
              <a:t>Y</a:t>
            </a:r>
            <a:r>
              <a:rPr kumimoji="1" lang="en-US" altLang="zh-CN" sz="2800" b="1" baseline="-25000" dirty="0"/>
              <a:t>2</a:t>
            </a:r>
            <a:r>
              <a:rPr kumimoji="1" lang="en-US" altLang="zh-CN" sz="2800" b="1" dirty="0"/>
              <a:t> </a:t>
            </a:r>
            <a:r>
              <a:rPr kumimoji="1" lang="en-US" altLang="zh-CN" sz="2800" b="1" dirty="0">
                <a:sym typeface="Symbol" panose="05050102010706020507" pitchFamily="18" charset="2"/>
              </a:rPr>
              <a:t></a:t>
            </a:r>
            <a:r>
              <a:rPr kumimoji="1" lang="en-US" altLang="zh-CN" sz="2800" b="1" dirty="0"/>
              <a:t> </a:t>
            </a:r>
            <a:r>
              <a:rPr kumimoji="1" lang="en-US" altLang="zh-CN" sz="2800" b="1" dirty="0">
                <a:sym typeface="Symbol" panose="05050102010706020507" pitchFamily="18" charset="2"/>
              </a:rPr>
              <a:t></a:t>
            </a:r>
            <a:r>
              <a:rPr kumimoji="1" lang="en-US" altLang="zh-CN" sz="2800" b="1" dirty="0"/>
              <a:t> </a:t>
            </a:r>
            <a:r>
              <a:rPr kumimoji="1" lang="zh-CN" altLang="en-US" sz="2800" dirty="0"/>
              <a:t>， </a:t>
            </a:r>
            <a:r>
              <a:rPr kumimoji="1" lang="en-US" altLang="zh-CN" sz="2800" b="1" dirty="0"/>
              <a:t>Y</a:t>
            </a:r>
            <a:r>
              <a:rPr kumimoji="1" lang="en-US" altLang="zh-CN" sz="2800" b="1" baseline="-25000" dirty="0"/>
              <a:t>3</a:t>
            </a:r>
            <a:r>
              <a:rPr kumimoji="1" lang="en-US" altLang="zh-CN" sz="2800" b="1" dirty="0"/>
              <a:t> </a:t>
            </a:r>
            <a:r>
              <a:rPr kumimoji="1" lang="en-US" altLang="zh-CN" sz="2800" b="1" dirty="0">
                <a:sym typeface="Symbol" panose="05050102010706020507" pitchFamily="18" charset="2"/>
              </a:rPr>
              <a:t></a:t>
            </a:r>
            <a:r>
              <a:rPr kumimoji="1" lang="en-US" altLang="zh-CN" sz="2800" b="1" dirty="0"/>
              <a:t> </a:t>
            </a:r>
            <a:r>
              <a:rPr kumimoji="1" lang="en-US" altLang="zh-CN" sz="2800" b="1" dirty="0">
                <a:sym typeface="Symbol" panose="05050102010706020507" pitchFamily="18" charset="2"/>
              </a:rPr>
              <a:t></a:t>
            </a:r>
            <a:r>
              <a:rPr kumimoji="1" lang="en-US" altLang="zh-CN" sz="2800" b="1" dirty="0"/>
              <a:t> </a:t>
            </a:r>
            <a:r>
              <a:rPr kumimoji="1" lang="zh-CN" altLang="en-US" sz="2800" dirty="0"/>
              <a:t>， </a:t>
            </a:r>
            <a:r>
              <a:rPr kumimoji="1" lang="en-US" altLang="zh-CN" sz="2800" b="1" dirty="0"/>
              <a:t>Y</a:t>
            </a:r>
            <a:r>
              <a:rPr kumimoji="1" lang="en-US" altLang="zh-CN" sz="2800" b="1" baseline="-25000" dirty="0"/>
              <a:t>4</a:t>
            </a:r>
            <a:r>
              <a:rPr kumimoji="1" lang="en-US" altLang="zh-CN" sz="2800" b="1" dirty="0"/>
              <a:t> </a:t>
            </a:r>
            <a:r>
              <a:rPr kumimoji="1" lang="en-US" altLang="zh-CN" sz="2800" b="1" dirty="0">
                <a:sym typeface="Symbol" panose="05050102010706020507" pitchFamily="18" charset="2"/>
              </a:rPr>
              <a:t></a:t>
            </a:r>
            <a:r>
              <a:rPr kumimoji="1" lang="en-US" altLang="zh-CN" sz="2800" b="1" dirty="0"/>
              <a:t> </a:t>
            </a:r>
            <a:r>
              <a:rPr kumimoji="1" lang="en-US" altLang="zh-CN" sz="2800" b="1" dirty="0">
                <a:sym typeface="Symbol" panose="05050102010706020507" pitchFamily="18" charset="2"/>
              </a:rPr>
              <a:t></a:t>
            </a:r>
            <a:r>
              <a:rPr kumimoji="1" lang="en-US" altLang="zh-CN" sz="2800" b="1" dirty="0"/>
              <a:t> </a:t>
            </a:r>
            <a:r>
              <a:rPr kumimoji="1" lang="zh-CN" altLang="en-US" sz="2800" dirty="0"/>
              <a:t>， </a:t>
            </a:r>
            <a:r>
              <a:rPr kumimoji="1" lang="en-US" altLang="zh-CN" sz="2800" b="1" dirty="0"/>
              <a:t>Y</a:t>
            </a:r>
            <a:r>
              <a:rPr kumimoji="1" lang="en-US" altLang="zh-CN" sz="2800" b="1" baseline="-25000" dirty="0"/>
              <a:t>5</a:t>
            </a:r>
            <a:r>
              <a:rPr kumimoji="1" lang="en-US" altLang="zh-CN" sz="2800" b="1" dirty="0"/>
              <a:t> </a:t>
            </a:r>
            <a:r>
              <a:rPr kumimoji="1" lang="en-US" altLang="zh-CN" sz="2800" b="1" dirty="0">
                <a:sym typeface="Symbol" panose="05050102010706020507" pitchFamily="18" charset="2"/>
              </a:rPr>
              <a:t></a:t>
            </a:r>
            <a:r>
              <a:rPr kumimoji="1" lang="en-US" altLang="zh-CN" sz="2800" b="1" dirty="0"/>
              <a:t> e</a:t>
            </a:r>
            <a:r>
              <a:rPr kumimoji="1" lang="zh-CN" altLang="en-US" sz="2800" dirty="0"/>
              <a:t>，所以</a:t>
            </a:r>
            <a:r>
              <a:rPr kumimoji="1" lang="en-US" altLang="zh-CN" sz="2800" b="1" dirty="0"/>
              <a:t>X </a:t>
            </a:r>
            <a:r>
              <a:rPr lang="en-US" altLang="zh-CN" sz="2800" b="1" dirty="0">
                <a:sym typeface="Symbol" panose="05050102010706020507" pitchFamily="18" charset="2"/>
              </a:rPr>
              <a:t></a:t>
            </a:r>
            <a:r>
              <a:rPr lang="en-US" altLang="zh-CN" sz="2800" b="1" baseline="30000" dirty="0">
                <a:sym typeface="Symbol" panose="05050102010706020507" pitchFamily="18" charset="2"/>
              </a:rPr>
              <a:t>*</a:t>
            </a:r>
            <a:r>
              <a:rPr lang="en-US" altLang="zh-CN" sz="2800" b="1" dirty="0">
                <a:sym typeface="Symbol" panose="05050102010706020507" pitchFamily="18" charset="2"/>
              </a:rPr>
              <a:t>e</a:t>
            </a:r>
          </a:p>
          <a:p>
            <a:pPr eaLnBrk="1" hangingPunct="1">
              <a:lnSpc>
                <a:spcPct val="90000"/>
              </a:lnSpc>
            </a:pPr>
            <a:endParaRPr lang="en-US" altLang="zh-CN" sz="2800" b="1" dirty="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>
                <a:sym typeface="Symbol" panose="05050102010706020507" pitchFamily="18" charset="2"/>
              </a:rPr>
              <a:t>因此，</a:t>
            </a:r>
            <a:r>
              <a:rPr lang="en-US" altLang="zh-CN" sz="2800" b="1" dirty="0">
                <a:sym typeface="Symbol" panose="05050102010706020507" pitchFamily="18" charset="2"/>
              </a:rPr>
              <a:t>FIRST(X) = {</a:t>
            </a:r>
            <a:r>
              <a:rPr kumimoji="1" lang="en-US" altLang="zh-CN" sz="2800" b="1" dirty="0">
                <a:sym typeface="Symbol" panose="05050102010706020507" pitchFamily="18" charset="2"/>
              </a:rPr>
              <a:t>,</a:t>
            </a:r>
            <a:r>
              <a:rPr lang="en-US" altLang="zh-CN" sz="2800" b="1" dirty="0">
                <a:sym typeface="Symbol" panose="05050102010706020507" pitchFamily="18" charset="2"/>
              </a:rPr>
              <a:t> a, b, c, d, e}</a:t>
            </a:r>
          </a:p>
          <a:p>
            <a:pPr eaLnBrk="1" hangingPunct="1">
              <a:lnSpc>
                <a:spcPct val="90000"/>
              </a:lnSpc>
            </a:pPr>
            <a:endParaRPr lang="en-US" altLang="zh-CN" sz="2800" baseline="-250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altLang="zh-CN" sz="2800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38B6882-22A3-DEFD-3AAB-4A5E7D89B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9078D-1BF2-44E5-8878-EF97A0B1B878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360F553-6D65-8FB7-425A-B795A69F4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1CFDAD-BE3F-9591-51DB-242A5A934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55FA0002-DE47-4C06-92C0-9BEC650FD9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第三章 作业</a:t>
            </a:r>
            <a:r>
              <a:rPr lang="en-US" altLang="zh-CN" dirty="0"/>
              <a:t>6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2D93E9DB-C1D3-41BC-9EDE-7843E56E3F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2800" b="1" dirty="0"/>
              <a:t>6. </a:t>
            </a:r>
            <a:r>
              <a:rPr lang="zh-CN" altLang="en-US" sz="2800" dirty="0"/>
              <a:t>构造下面文法的</a:t>
            </a:r>
            <a:r>
              <a:rPr lang="en-US" altLang="zh-CN" sz="2800" b="1" dirty="0"/>
              <a:t>LL(1)</a:t>
            </a:r>
            <a:r>
              <a:rPr lang="zh-CN" altLang="en-US" sz="2800" dirty="0"/>
              <a:t>分析表  </a:t>
            </a:r>
            <a:r>
              <a:rPr lang="en-US" altLang="zh-CN" sz="2800" b="1" dirty="0"/>
              <a:t>(P104/3.10)</a:t>
            </a:r>
            <a:endParaRPr lang="zh-CN" altLang="en-US" sz="2800" dirty="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i="1" dirty="0"/>
              <a:t>D</a:t>
            </a:r>
            <a:r>
              <a:rPr lang="en-US" altLang="zh-CN" sz="2400" b="1" dirty="0">
                <a:sym typeface="Symbol" panose="05050102010706020507" pitchFamily="18" charset="2"/>
              </a:rPr>
              <a:t></a:t>
            </a:r>
            <a:r>
              <a:rPr lang="en-US" altLang="zh-CN" sz="2400" b="1" i="1" dirty="0">
                <a:sym typeface="Symbol" panose="05050102010706020507" pitchFamily="18" charset="2"/>
              </a:rPr>
              <a:t>TL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i="1" dirty="0" err="1">
                <a:sym typeface="Symbol" panose="05050102010706020507" pitchFamily="18" charset="2"/>
              </a:rPr>
              <a:t>T</a:t>
            </a:r>
            <a:r>
              <a:rPr lang="en-US" altLang="zh-CN" sz="2400" b="1" dirty="0" err="1">
                <a:sym typeface="Symbol" panose="05050102010706020507" pitchFamily="18" charset="2"/>
              </a:rPr>
              <a:t>int</a:t>
            </a:r>
            <a:r>
              <a:rPr lang="en-US" altLang="zh-CN" sz="2400" b="1" dirty="0">
                <a:sym typeface="Symbol" panose="05050102010706020507" pitchFamily="18" charset="2"/>
              </a:rPr>
              <a:t> | real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i="1" dirty="0" err="1">
                <a:sym typeface="Symbol" panose="05050102010706020507" pitchFamily="18" charset="2"/>
              </a:rPr>
              <a:t>L</a:t>
            </a:r>
            <a:r>
              <a:rPr lang="en-US" altLang="zh-CN" sz="2400" b="1" dirty="0" err="1">
                <a:sym typeface="Symbol" panose="05050102010706020507" pitchFamily="18" charset="2"/>
              </a:rPr>
              <a:t>id</a:t>
            </a:r>
            <a:r>
              <a:rPr lang="en-US" altLang="zh-CN" sz="2400" b="1" dirty="0">
                <a:sym typeface="Symbol" panose="05050102010706020507" pitchFamily="18" charset="2"/>
              </a:rPr>
              <a:t> </a:t>
            </a:r>
            <a:r>
              <a:rPr lang="en-US" altLang="zh-CN" sz="2400" b="1" i="1" dirty="0">
                <a:sym typeface="Symbol" panose="05050102010706020507" pitchFamily="18" charset="2"/>
              </a:rPr>
              <a:t>R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i="1" dirty="0">
                <a:sym typeface="Symbol" panose="05050102010706020507" pitchFamily="18" charset="2"/>
              </a:rPr>
              <a:t>R</a:t>
            </a:r>
            <a:r>
              <a:rPr lang="en-US" altLang="zh-CN" sz="2400" b="1" dirty="0">
                <a:sym typeface="Symbol" panose="05050102010706020507" pitchFamily="18" charset="2"/>
              </a:rPr>
              <a:t>, id </a:t>
            </a:r>
            <a:r>
              <a:rPr lang="en-US" altLang="zh-CN" sz="2400" b="1" i="1" dirty="0">
                <a:sym typeface="Symbol" panose="05050102010706020507" pitchFamily="18" charset="2"/>
              </a:rPr>
              <a:t>R</a:t>
            </a:r>
            <a:r>
              <a:rPr lang="en-US" altLang="zh-CN" sz="2400" b="1" dirty="0">
                <a:sym typeface="Symbol" panose="05050102010706020507" pitchFamily="18" charset="2"/>
              </a:rPr>
              <a:t> | 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400" b="1" dirty="0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</a:pPr>
            <a:r>
              <a:rPr lang="zh-CN" altLang="en-US" sz="2800" dirty="0"/>
              <a:t>准备工作：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FIRST(D) = FIRST(T) = {int, real}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FIRST(L)={id}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FIRST(R)={, </a:t>
            </a:r>
            <a:r>
              <a:rPr lang="en-US" altLang="zh-CN" sz="2000" dirty="0"/>
              <a:t>,</a:t>
            </a:r>
            <a:r>
              <a:rPr lang="en-US" altLang="zh-CN" sz="2000" b="1" dirty="0"/>
              <a:t> </a:t>
            </a:r>
            <a:r>
              <a:rPr lang="en-US" altLang="zh-CN" sz="2000" b="1" dirty="0">
                <a:sym typeface="Symbol" panose="05050102010706020507" pitchFamily="18" charset="2"/>
              </a:rPr>
              <a:t></a:t>
            </a:r>
            <a:r>
              <a:rPr lang="en-US" altLang="zh-CN" sz="2000" b="1" dirty="0"/>
              <a:t>}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FFDE8F9-0C9D-9B60-987A-353FD6989E8C}"/>
              </a:ext>
            </a:extLst>
          </p:cNvPr>
          <p:cNvSpPr txBox="1"/>
          <p:nvPr/>
        </p:nvSpPr>
        <p:spPr>
          <a:xfrm>
            <a:off x="628650" y="5051665"/>
            <a:ext cx="514183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000" b="1" dirty="0"/>
              <a:t>FOLLOW(D)=FOLLOW(L)={</a:t>
            </a:r>
            <a:r>
              <a:rPr lang="en-US" altLang="zh-CN" sz="2000" b="1" dirty="0">
                <a:sym typeface="Symbol" panose="05050102010706020507" pitchFamily="18" charset="2"/>
              </a:rPr>
              <a:t>$ </a:t>
            </a:r>
            <a:r>
              <a:rPr lang="en-US" altLang="zh-CN" sz="2000" b="1" dirty="0"/>
              <a:t>}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000" b="1" dirty="0"/>
              <a:t>FOLLOW(T) = {id}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000" b="1" dirty="0"/>
              <a:t>FOLLOW(R) = {$}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C924CFD-F5F0-DCB3-C90B-8B40007BC80A}"/>
              </a:ext>
            </a:extLst>
          </p:cNvPr>
          <p:cNvSpPr txBox="1"/>
          <p:nvPr/>
        </p:nvSpPr>
        <p:spPr>
          <a:xfrm>
            <a:off x="4572000" y="1882046"/>
            <a:ext cx="4154749" cy="16312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b="1" dirty="0"/>
              <a:t>FIRST(TL) = FIRST(T) = {int, real}</a:t>
            </a:r>
          </a:p>
          <a:p>
            <a:r>
              <a:rPr lang="en-US" altLang="zh-CN" sz="2000" b="1" dirty="0"/>
              <a:t>FIRST{int} = {int}</a:t>
            </a:r>
          </a:p>
          <a:p>
            <a:r>
              <a:rPr lang="en-US" altLang="zh-CN" sz="2000" b="1" dirty="0"/>
              <a:t>FIRST{real} = {real}</a:t>
            </a:r>
          </a:p>
          <a:p>
            <a:r>
              <a:rPr lang="en-US" altLang="zh-CN" sz="2000" b="1" dirty="0"/>
              <a:t>FIRST{id R} = {id}</a:t>
            </a:r>
          </a:p>
          <a:p>
            <a:r>
              <a:rPr lang="en-US" altLang="zh-CN" sz="2000" b="1" dirty="0"/>
              <a:t>FIRST{, id R} = {,}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BF80B04-A04B-6335-CEC0-E913A584B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58F47-C7F3-4652-AE33-986EFACAE40F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A3B8F6B-7A79-01C9-C848-25D311AB7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F19B6E-FE29-C125-44F3-5D8360757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DA4E77D9-5404-468B-A75E-4AA5285B5E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第三章 作业</a:t>
            </a:r>
            <a:r>
              <a:rPr lang="en-US" altLang="zh-CN" dirty="0"/>
              <a:t>6</a:t>
            </a:r>
          </a:p>
        </p:txBody>
      </p:sp>
      <p:graphicFrame>
        <p:nvGraphicFramePr>
          <p:cNvPr id="646300" name="Group 156">
            <a:extLst>
              <a:ext uri="{FF2B5EF4-FFF2-40B4-BE49-F238E27FC236}">
                <a16:creationId xmlns:a16="http://schemas.microsoft.com/office/drawing/2014/main" id="{A096CAC2-FC63-4EA0-A3F7-0A347E3522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9269677"/>
              </p:ext>
            </p:extLst>
          </p:nvPr>
        </p:nvGraphicFramePr>
        <p:xfrm>
          <a:off x="628650" y="1257300"/>
          <a:ext cx="7886697" cy="3841752"/>
        </p:xfrm>
        <a:graphic>
          <a:graphicData uri="http://schemas.openxmlformats.org/drawingml/2006/table">
            <a:tbl>
              <a:tblPr/>
              <a:tblGrid>
                <a:gridCol w="1314208">
                  <a:extLst>
                    <a:ext uri="{9D8B030D-6E8A-4147-A177-3AD203B41FA5}">
                      <a16:colId xmlns:a16="http://schemas.microsoft.com/office/drawing/2014/main" val="1311032236"/>
                    </a:ext>
                  </a:extLst>
                </a:gridCol>
                <a:gridCol w="1464734">
                  <a:extLst>
                    <a:ext uri="{9D8B030D-6E8A-4147-A177-3AD203B41FA5}">
                      <a16:colId xmlns:a16="http://schemas.microsoft.com/office/drawing/2014/main" val="1722854046"/>
                    </a:ext>
                  </a:extLst>
                </a:gridCol>
                <a:gridCol w="1458945">
                  <a:extLst>
                    <a:ext uri="{9D8B030D-6E8A-4147-A177-3AD203B41FA5}">
                      <a16:colId xmlns:a16="http://schemas.microsoft.com/office/drawing/2014/main" val="1397616870"/>
                    </a:ext>
                  </a:extLst>
                </a:gridCol>
                <a:gridCol w="1250524">
                  <a:extLst>
                    <a:ext uri="{9D8B030D-6E8A-4147-A177-3AD203B41FA5}">
                      <a16:colId xmlns:a16="http://schemas.microsoft.com/office/drawing/2014/main" val="4049770553"/>
                    </a:ext>
                  </a:extLst>
                </a:gridCol>
                <a:gridCol w="1458945">
                  <a:extLst>
                    <a:ext uri="{9D8B030D-6E8A-4147-A177-3AD203B41FA5}">
                      <a16:colId xmlns:a16="http://schemas.microsoft.com/office/drawing/2014/main" val="2192310422"/>
                    </a:ext>
                  </a:extLst>
                </a:gridCol>
                <a:gridCol w="939341">
                  <a:extLst>
                    <a:ext uri="{9D8B030D-6E8A-4147-A177-3AD203B41FA5}">
                      <a16:colId xmlns:a16="http://schemas.microsoft.com/office/drawing/2014/main" val="1122403340"/>
                    </a:ext>
                  </a:extLst>
                </a:gridCol>
              </a:tblGrid>
              <a:tr h="617538">
                <a:tc row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非终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结符</a:t>
                      </a:r>
                    </a:p>
                  </a:txBody>
                  <a:tcPr marL="54000" marR="54000" marT="28800" marB="28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5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输入符号</a:t>
                      </a:r>
                    </a:p>
                  </a:txBody>
                  <a:tcPr marL="54000" marR="54000" marT="28800" marB="28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5703211"/>
                  </a:ext>
                </a:extLst>
              </a:tr>
              <a:tr h="6175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int</a:t>
                      </a:r>
                    </a:p>
                  </a:txBody>
                  <a:tcPr marL="54000" marR="54000" marT="28800" marB="28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real</a:t>
                      </a:r>
                    </a:p>
                  </a:txBody>
                  <a:tcPr marL="54000" marR="54000" marT="28800" marB="28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id</a:t>
                      </a:r>
                    </a:p>
                  </a:txBody>
                  <a:tcPr marL="54000" marR="54000" marT="28800" marB="28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，</a:t>
                      </a:r>
                    </a:p>
                  </a:txBody>
                  <a:tcPr marL="54000" marR="54000" marT="28800" marB="28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$</a:t>
                      </a:r>
                    </a:p>
                  </a:txBody>
                  <a:tcPr marL="54000" marR="54000" marT="28800" marB="28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967999"/>
                  </a:ext>
                </a:extLst>
              </a:tr>
              <a:tr h="685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D</a:t>
                      </a:r>
                    </a:p>
                  </a:txBody>
                  <a:tcPr marL="54000" marR="54000" marT="28800" marB="28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D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Symbol" panose="05050102010706020507" pitchFamily="18" charset="2"/>
                        </a:rPr>
                        <a:t>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Symbol" panose="05050102010706020507" pitchFamily="18" charset="2"/>
                        </a:rPr>
                        <a:t>TL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54000" marR="54000" marT="28800" marB="28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D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Symbol" panose="05050102010706020507" pitchFamily="18" charset="2"/>
                        </a:rPr>
                        <a:t>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Symbol" panose="05050102010706020507" pitchFamily="18" charset="2"/>
                        </a:rPr>
                        <a:t>TL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54000" marR="54000" marT="28800" marB="28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54000" marR="54000" marT="28800" marB="28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54000" marR="54000" marT="28800" marB="28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54000" marR="54000" marT="28800" marB="28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4073890"/>
                  </a:ext>
                </a:extLst>
              </a:tr>
              <a:tr h="685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T</a:t>
                      </a:r>
                    </a:p>
                  </a:txBody>
                  <a:tcPr marL="54000" marR="54000" marT="28800" marB="28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Symbol" panose="05050102010706020507" pitchFamily="18" charset="2"/>
                        </a:rPr>
                        <a:t>T</a:t>
                      </a:r>
                      <a:r>
                        <a:rPr kumimoji="0" lang="en-US" altLang="zh-CN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Symbol" panose="05050102010706020507" pitchFamily="18" charset="2"/>
                        </a:rPr>
                        <a:t>int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sym typeface="Symbol" panose="05050102010706020507" pitchFamily="18" charset="2"/>
                      </a:endParaRPr>
                    </a:p>
                  </a:txBody>
                  <a:tcPr marL="54000" marR="54000" marT="28800" marB="28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Symbol" panose="05050102010706020507" pitchFamily="18" charset="2"/>
                        </a:rPr>
                        <a:t>T</a:t>
                      </a:r>
                      <a:r>
                        <a:rPr kumimoji="0" lang="en-US" altLang="zh-CN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Symbol" panose="05050102010706020507" pitchFamily="18" charset="2"/>
                        </a:rPr>
                        <a:t>real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54000" marR="54000" marT="28800" marB="28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54000" marR="54000" marT="28800" marB="28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54000" marR="54000" marT="28800" marB="28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54000" marR="54000" marT="28800" marB="28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0295757"/>
                  </a:ext>
                </a:extLst>
              </a:tr>
              <a:tr h="6175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L</a:t>
                      </a:r>
                    </a:p>
                  </a:txBody>
                  <a:tcPr marL="54000" marR="54000" marT="28800" marB="28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54000" marR="54000" marT="28800" marB="28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54000" marR="54000" marT="28800" marB="28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Symbol" panose="05050102010706020507" pitchFamily="18" charset="2"/>
                        </a:rPr>
                        <a:t>L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Symbol" panose="05050102010706020507" pitchFamily="18" charset="2"/>
                        </a:rPr>
                        <a:t>id 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Symbol" panose="05050102010706020507" pitchFamily="18" charset="2"/>
                        </a:rPr>
                        <a:t>R</a:t>
                      </a:r>
                    </a:p>
                  </a:txBody>
                  <a:tcPr marL="54000" marR="54000" marT="28800" marB="28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54000" marR="54000" marT="28800" marB="28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54000" marR="54000" marT="28800" marB="28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3783416"/>
                  </a:ext>
                </a:extLst>
              </a:tr>
              <a:tr h="6175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R</a:t>
                      </a:r>
                    </a:p>
                  </a:txBody>
                  <a:tcPr marL="54000" marR="54000" marT="28800" marB="28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54000" marR="54000" marT="28800" marB="28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54000" marR="54000" marT="28800" marB="28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54000" marR="54000" marT="28800" marB="28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Symbol" panose="05050102010706020507" pitchFamily="18" charset="2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Symbol" panose="05050102010706020507" pitchFamily="18" charset="2"/>
                        </a:rPr>
                        <a:t>, id 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Symbol" panose="05050102010706020507" pitchFamily="18" charset="2"/>
                        </a:rPr>
                        <a:t>R</a:t>
                      </a:r>
                    </a:p>
                  </a:txBody>
                  <a:tcPr marL="54000" marR="54000" marT="28800" marB="28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Symbol" panose="05050102010706020507" pitchFamily="18" charset="2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Symbol" panose="05050102010706020507" pitchFamily="18" charset="2"/>
                        </a:rPr>
                        <a:t></a:t>
                      </a:r>
                    </a:p>
                  </a:txBody>
                  <a:tcPr marL="54000" marR="54000" marT="28800" marB="28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313085"/>
                  </a:ext>
                </a:extLst>
              </a:tr>
            </a:tbl>
          </a:graphicData>
        </a:graphic>
      </p:graphicFrame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5D6F7D5-C86A-FE95-679E-86CF96D03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522D-53EC-4004-A982-E8B142391789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1500D97-573B-69A2-E6B8-3276A8324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780CEB-6BC7-9F43-AAAE-8DF1C54B8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297430C5-EC24-4E55-AF11-CAADE5ED33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第三章 作业</a:t>
            </a:r>
            <a:r>
              <a:rPr lang="en-US" altLang="zh-CN" dirty="0"/>
              <a:t>7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817B5F69-503A-4A7F-AF4F-319B37437F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400" b="1" dirty="0"/>
              <a:t>7. </a:t>
            </a:r>
            <a:r>
              <a:rPr lang="zh-CN" altLang="en-US" sz="2400" dirty="0"/>
              <a:t>下面文法是否</a:t>
            </a:r>
            <a:r>
              <a:rPr lang="en-US" altLang="zh-CN" sz="2400" b="1" dirty="0"/>
              <a:t>LL(1)</a:t>
            </a:r>
            <a:r>
              <a:rPr lang="zh-CN" altLang="en-US" sz="2400" dirty="0"/>
              <a:t>文法？说明理由。</a:t>
            </a:r>
            <a:r>
              <a:rPr lang="en-US" altLang="zh-CN" sz="2400" b="1" dirty="0">
                <a:sym typeface="Symbol" panose="05050102010706020507" pitchFamily="18" charset="2"/>
              </a:rPr>
              <a:t>(P104/3.12)</a:t>
            </a:r>
            <a:endParaRPr lang="zh-CN" altLang="en-US" sz="2400" dirty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="1" i="1" dirty="0"/>
              <a:t>S</a:t>
            </a:r>
            <a:r>
              <a:rPr lang="en-US" altLang="zh-CN" sz="2000" b="1" dirty="0">
                <a:sym typeface="Symbol" panose="05050102010706020507" pitchFamily="18" charset="2"/>
              </a:rPr>
              <a:t></a:t>
            </a:r>
            <a:r>
              <a:rPr lang="en-US" altLang="zh-CN" sz="2000" b="1" i="1" dirty="0">
                <a:sym typeface="Symbol" panose="05050102010706020507" pitchFamily="18" charset="2"/>
              </a:rPr>
              <a:t>A B</a:t>
            </a:r>
            <a:r>
              <a:rPr lang="en-US" altLang="zh-CN" sz="2000" b="1" dirty="0">
                <a:sym typeface="Symbol" panose="05050102010706020507" pitchFamily="18" charset="2"/>
              </a:rPr>
              <a:t> | </a:t>
            </a:r>
            <a:r>
              <a:rPr lang="en-US" altLang="zh-CN" sz="2000" b="1" i="1" dirty="0">
                <a:sym typeface="Symbol" panose="05050102010706020507" pitchFamily="18" charset="2"/>
              </a:rPr>
              <a:t>P Q x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="1" i="1" dirty="0" err="1">
                <a:sym typeface="Symbol" panose="05050102010706020507" pitchFamily="18" charset="2"/>
              </a:rPr>
              <a:t>A</a:t>
            </a:r>
            <a:r>
              <a:rPr lang="en-US" altLang="zh-CN" sz="2000" b="1" dirty="0" err="1">
                <a:sym typeface="Symbol" panose="05050102010706020507" pitchFamily="18" charset="2"/>
              </a:rPr>
              <a:t></a:t>
            </a:r>
            <a:r>
              <a:rPr lang="en-US" altLang="zh-CN" sz="2000" b="1" i="1" dirty="0" err="1">
                <a:sym typeface="Symbol" panose="05050102010706020507" pitchFamily="18" charset="2"/>
              </a:rPr>
              <a:t>x</a:t>
            </a:r>
            <a:r>
              <a:rPr lang="en-US" altLang="zh-CN" sz="2000" b="1" i="1" dirty="0">
                <a:sym typeface="Symbol" panose="05050102010706020507" pitchFamily="18" charset="2"/>
              </a:rPr>
              <a:t> y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="1" i="1" dirty="0" err="1">
                <a:sym typeface="Symbol" panose="05050102010706020507" pitchFamily="18" charset="2"/>
              </a:rPr>
              <a:t>B</a:t>
            </a:r>
            <a:r>
              <a:rPr lang="en-US" altLang="zh-CN" sz="2000" b="1" dirty="0" err="1">
                <a:sym typeface="Symbol" panose="05050102010706020507" pitchFamily="18" charset="2"/>
              </a:rPr>
              <a:t></a:t>
            </a:r>
            <a:r>
              <a:rPr lang="en-US" altLang="zh-CN" sz="2000" b="1" i="1" dirty="0" err="1">
                <a:sym typeface="Symbol" panose="05050102010706020507" pitchFamily="18" charset="2"/>
              </a:rPr>
              <a:t>b</a:t>
            </a:r>
            <a:r>
              <a:rPr lang="en-US" altLang="zh-CN" sz="2000" b="1" i="1" dirty="0">
                <a:sym typeface="Symbol" panose="05050102010706020507" pitchFamily="18" charset="2"/>
              </a:rPr>
              <a:t> c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="1" i="1" dirty="0" err="1">
                <a:sym typeface="Symbol" panose="05050102010706020507" pitchFamily="18" charset="2"/>
              </a:rPr>
              <a:t>P</a:t>
            </a:r>
            <a:r>
              <a:rPr lang="en-US" altLang="zh-CN" sz="2000" b="1" dirty="0" err="1">
                <a:sym typeface="Symbol" panose="05050102010706020507" pitchFamily="18" charset="2"/>
              </a:rPr>
              <a:t></a:t>
            </a:r>
            <a:r>
              <a:rPr lang="en-US" altLang="zh-CN" sz="2000" b="1" i="1" dirty="0" err="1">
                <a:sym typeface="Symbol" panose="05050102010706020507" pitchFamily="18" charset="2"/>
              </a:rPr>
              <a:t>d</a:t>
            </a:r>
            <a:r>
              <a:rPr lang="en-US" altLang="zh-CN" sz="2000" b="1" i="1" dirty="0">
                <a:sym typeface="Symbol" panose="05050102010706020507" pitchFamily="18" charset="2"/>
              </a:rPr>
              <a:t> P</a:t>
            </a:r>
            <a:r>
              <a:rPr lang="en-US" altLang="zh-CN" sz="2000" b="1" dirty="0">
                <a:sym typeface="Symbol" panose="05050102010706020507" pitchFamily="18" charset="2"/>
              </a:rPr>
              <a:t> | 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="1" i="1" dirty="0" err="1">
                <a:sym typeface="Symbol" panose="05050102010706020507" pitchFamily="18" charset="2"/>
              </a:rPr>
              <a:t>Q</a:t>
            </a:r>
            <a:r>
              <a:rPr lang="en-US" altLang="zh-CN" sz="2000" b="1" dirty="0" err="1">
                <a:sym typeface="Symbol" panose="05050102010706020507" pitchFamily="18" charset="2"/>
              </a:rPr>
              <a:t></a:t>
            </a:r>
            <a:r>
              <a:rPr lang="en-US" altLang="zh-CN" sz="2000" b="1" i="1" dirty="0" err="1">
                <a:sym typeface="Symbol" panose="05050102010706020507" pitchFamily="18" charset="2"/>
              </a:rPr>
              <a:t>a</a:t>
            </a:r>
            <a:r>
              <a:rPr lang="en-US" altLang="zh-CN" sz="2000" b="1" i="1" dirty="0">
                <a:sym typeface="Symbol" panose="05050102010706020507" pitchFamily="18" charset="2"/>
              </a:rPr>
              <a:t> Q</a:t>
            </a:r>
            <a:r>
              <a:rPr lang="en-US" altLang="zh-CN" sz="2000" b="1" dirty="0">
                <a:sym typeface="Symbol" panose="05050102010706020507" pitchFamily="18" charset="2"/>
              </a:rPr>
              <a:t> | 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/>
              <a:t>思路：根据</a:t>
            </a:r>
            <a:r>
              <a:rPr lang="en-US" altLang="zh-CN" sz="2400" b="1" dirty="0"/>
              <a:t>LL(1)</a:t>
            </a:r>
            <a:r>
              <a:rPr lang="zh-CN" altLang="en-US" sz="2400" dirty="0"/>
              <a:t>文法的定义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  </a:t>
            </a:r>
            <a:r>
              <a:rPr lang="zh-CN" altLang="en-US" sz="2400" b="1" dirty="0">
                <a:sym typeface="Symbol" panose="05050102010706020507" pitchFamily="18" charset="2"/>
              </a:rPr>
              <a:t></a:t>
            </a:r>
            <a:r>
              <a:rPr lang="en-US" altLang="zh-CN" sz="2400" b="1" dirty="0"/>
              <a:t>FIRST(</a:t>
            </a:r>
            <a:r>
              <a:rPr lang="en-US" altLang="zh-CN" sz="2400" b="1" i="1" dirty="0"/>
              <a:t>AB</a:t>
            </a:r>
            <a:r>
              <a:rPr lang="en-US" altLang="zh-CN" sz="2400" b="1" dirty="0"/>
              <a:t>) = FIRST(</a:t>
            </a:r>
            <a:r>
              <a:rPr lang="en-US" altLang="zh-CN" sz="2400" b="1" i="1" dirty="0"/>
              <a:t>A</a:t>
            </a:r>
            <a:r>
              <a:rPr lang="en-US" altLang="zh-CN" sz="2400" b="1" dirty="0"/>
              <a:t>) = {</a:t>
            </a:r>
            <a:r>
              <a:rPr lang="en-US" altLang="zh-CN" sz="2400" b="1" i="1" dirty="0"/>
              <a:t>x</a:t>
            </a:r>
            <a:r>
              <a:rPr lang="en-US" altLang="zh-CN" sz="2400" b="1" dirty="0"/>
              <a:t>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 dirty="0"/>
              <a:t>   FIRST(</a:t>
            </a:r>
            <a:r>
              <a:rPr lang="en-US" altLang="zh-CN" sz="2400" b="1" i="1" dirty="0" err="1"/>
              <a:t>PQx</a:t>
            </a:r>
            <a:r>
              <a:rPr lang="en-US" altLang="zh-CN" sz="2400" b="1" dirty="0"/>
              <a:t>) = {</a:t>
            </a:r>
            <a:r>
              <a:rPr lang="en-US" altLang="zh-CN" sz="2400" b="1" i="1" dirty="0"/>
              <a:t>d, a, x</a:t>
            </a:r>
            <a:r>
              <a:rPr lang="en-US" altLang="zh-CN" sz="2400" b="1" dirty="0"/>
              <a:t>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 dirty="0"/>
              <a:t>   </a:t>
            </a:r>
            <a:r>
              <a:rPr lang="en-US" altLang="zh-CN" sz="2400" b="1" dirty="0">
                <a:sym typeface="Symbol" panose="05050102010706020507" pitchFamily="18" charset="2"/>
              </a:rPr>
              <a:t> </a:t>
            </a:r>
            <a:r>
              <a:rPr lang="en-US" altLang="zh-CN" sz="2400" b="1" dirty="0"/>
              <a:t>FIRST(</a:t>
            </a:r>
            <a:r>
              <a:rPr lang="en-US" altLang="zh-CN" sz="2400" b="1" i="1" dirty="0"/>
              <a:t>AB</a:t>
            </a:r>
            <a:r>
              <a:rPr lang="en-US" altLang="zh-CN" sz="2400" b="1" dirty="0"/>
              <a:t>)</a:t>
            </a:r>
            <a:r>
              <a:rPr lang="en-US" altLang="zh-CN" sz="2400" b="1" dirty="0">
                <a:sym typeface="Symbol" panose="05050102010706020507" pitchFamily="18" charset="2"/>
              </a:rPr>
              <a:t> FIRST(</a:t>
            </a:r>
            <a:r>
              <a:rPr lang="en-US" altLang="zh-CN" sz="2400" b="1" i="1" dirty="0" err="1">
                <a:sym typeface="Symbol" panose="05050102010706020507" pitchFamily="18" charset="2"/>
              </a:rPr>
              <a:t>PQx</a:t>
            </a:r>
            <a:r>
              <a:rPr lang="en-US" altLang="zh-CN" sz="2400" b="1" dirty="0">
                <a:sym typeface="Symbol" panose="05050102010706020507" pitchFamily="18" charset="2"/>
              </a:rPr>
              <a:t>) = {</a:t>
            </a:r>
            <a:r>
              <a:rPr lang="en-US" altLang="zh-CN" sz="2400" b="1" i="1" dirty="0">
                <a:sym typeface="Symbol" panose="05050102010706020507" pitchFamily="18" charset="2"/>
              </a:rPr>
              <a:t>x</a:t>
            </a:r>
            <a:r>
              <a:rPr lang="en-US" altLang="zh-CN" sz="2400" b="1" dirty="0">
                <a:sym typeface="Symbol" panose="05050102010706020507" pitchFamily="18" charset="2"/>
              </a:rPr>
              <a:t>}  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    </a:t>
            </a:r>
            <a:r>
              <a:rPr lang="en-US" altLang="zh-CN" sz="2400" b="1" dirty="0">
                <a:sym typeface="Symbol" panose="05050102010706020507" pitchFamily="18" charset="2"/>
              </a:rPr>
              <a:t></a:t>
            </a:r>
            <a:r>
              <a:rPr lang="zh-CN" altLang="en-US" sz="2400" dirty="0">
                <a:sym typeface="Symbol" panose="05050102010706020507" pitchFamily="18" charset="2"/>
              </a:rPr>
              <a:t>该文法不是</a:t>
            </a:r>
            <a:r>
              <a:rPr lang="en-US" altLang="zh-CN" sz="2400" b="1" dirty="0">
                <a:sym typeface="Symbol" panose="05050102010706020507" pitchFamily="18" charset="2"/>
              </a:rPr>
              <a:t>LL(1)</a:t>
            </a:r>
            <a:r>
              <a:rPr lang="zh-CN" altLang="en-US" sz="2400" dirty="0">
                <a:sym typeface="Symbol" panose="05050102010706020507" pitchFamily="18" charset="2"/>
              </a:rPr>
              <a:t>的。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049B8B4-B1BC-35CC-F59D-A4AB41BAB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9BAF0-A4A6-4EB3-8CD8-5A96ECB346AD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FA66FDB-6126-1F4E-9B44-66AB05A44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F6B03A-504D-A058-A4AC-7D34E0EAB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715CCF7-0751-450A-A983-787238270A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第三章 作业</a:t>
            </a:r>
            <a:r>
              <a:rPr lang="en-US" altLang="zh-CN" dirty="0"/>
              <a:t>8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0AD1C6DF-2B9C-4419-8E13-1428C92D7D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b="1" dirty="0"/>
              <a:t>8.</a:t>
            </a:r>
            <a:r>
              <a:rPr lang="zh-CN" altLang="en-US" dirty="0"/>
              <a:t> 对文法 </a:t>
            </a:r>
            <a:r>
              <a:rPr lang="en-US" altLang="zh-CN" b="1" i="1" dirty="0"/>
              <a:t>S</a:t>
            </a:r>
            <a:r>
              <a:rPr lang="en-US" altLang="zh-CN" b="1" dirty="0">
                <a:sym typeface="Symbol" panose="05050102010706020507" pitchFamily="18" charset="2"/>
              </a:rPr>
              <a:t> (</a:t>
            </a:r>
            <a:r>
              <a:rPr lang="en-US" altLang="zh-CN" b="1" i="1" dirty="0">
                <a:sym typeface="Symbol" panose="05050102010706020507" pitchFamily="18" charset="2"/>
              </a:rPr>
              <a:t>L</a:t>
            </a:r>
            <a:r>
              <a:rPr lang="en-US" altLang="zh-CN" b="1" dirty="0">
                <a:sym typeface="Symbol" panose="05050102010706020507" pitchFamily="18" charset="2"/>
              </a:rPr>
              <a:t>) | </a:t>
            </a:r>
            <a:r>
              <a:rPr lang="en-US" altLang="zh-CN" b="1" i="1" dirty="0">
                <a:sym typeface="Symbol" panose="05050102010706020507" pitchFamily="18" charset="2"/>
              </a:rPr>
              <a:t>a      </a:t>
            </a:r>
            <a:r>
              <a:rPr lang="en-US" altLang="zh-CN" b="1" dirty="0">
                <a:sym typeface="Symbol" panose="05050102010706020507" pitchFamily="18" charset="2"/>
              </a:rPr>
              <a:t>(P104/3.16)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dirty="0">
                <a:sym typeface="Symbol" panose="05050102010706020507" pitchFamily="18" charset="2"/>
              </a:rPr>
              <a:t>                 </a:t>
            </a:r>
            <a:r>
              <a:rPr lang="en-US" altLang="zh-CN" b="1" i="1" dirty="0">
                <a:sym typeface="Symbol" panose="05050102010706020507" pitchFamily="18" charset="2"/>
              </a:rPr>
              <a:t>L</a:t>
            </a:r>
            <a:r>
              <a:rPr lang="en-US" altLang="zh-CN" b="1" dirty="0">
                <a:sym typeface="Symbol" panose="05050102010706020507" pitchFamily="18" charset="2"/>
              </a:rPr>
              <a:t> </a:t>
            </a:r>
            <a:r>
              <a:rPr lang="en-US" altLang="zh-CN" b="1" i="1" dirty="0">
                <a:sym typeface="Symbol" panose="05050102010706020507" pitchFamily="18" charset="2"/>
              </a:rPr>
              <a:t>L</a:t>
            </a:r>
            <a:r>
              <a:rPr lang="en-US" altLang="zh-CN" b="1" dirty="0">
                <a:sym typeface="Symbol" panose="05050102010706020507" pitchFamily="18" charset="2"/>
              </a:rPr>
              <a:t>, </a:t>
            </a:r>
            <a:r>
              <a:rPr lang="en-US" altLang="zh-CN" b="1" i="1" dirty="0">
                <a:sym typeface="Symbol" panose="05050102010706020507" pitchFamily="18" charset="2"/>
              </a:rPr>
              <a:t>S</a:t>
            </a:r>
            <a:r>
              <a:rPr lang="en-US" altLang="zh-CN" b="1" dirty="0">
                <a:sym typeface="Symbol" panose="05050102010706020507" pitchFamily="18" charset="2"/>
              </a:rPr>
              <a:t> | </a:t>
            </a:r>
            <a:r>
              <a:rPr lang="en-US" altLang="zh-CN" b="1" i="1" dirty="0">
                <a:sym typeface="Symbol" panose="05050102010706020507" pitchFamily="18" charset="2"/>
              </a:rPr>
              <a:t>S</a:t>
            </a:r>
          </a:p>
          <a:p>
            <a:pPr lvl="1" eaLnBrk="1" hangingPunct="1"/>
            <a:r>
              <a:rPr lang="zh-CN" altLang="en-US" dirty="0">
                <a:sym typeface="Symbol" panose="05050102010706020507" pitchFamily="18" charset="2"/>
              </a:rPr>
              <a:t>构造</a:t>
            </a:r>
            <a:r>
              <a:rPr lang="en-US" altLang="zh-CN" b="1" dirty="0"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ym typeface="Symbol" panose="05050102010706020507" pitchFamily="18" charset="2"/>
              </a:rPr>
              <a:t>a</a:t>
            </a:r>
            <a:r>
              <a:rPr lang="en-US" altLang="zh-CN" b="1" dirty="0">
                <a:sym typeface="Symbol" panose="05050102010706020507" pitchFamily="18" charset="2"/>
              </a:rPr>
              <a:t>, (</a:t>
            </a:r>
            <a:r>
              <a:rPr lang="en-US" altLang="zh-CN" b="1" i="1" dirty="0">
                <a:sym typeface="Symbol" panose="05050102010706020507" pitchFamily="18" charset="2"/>
              </a:rPr>
              <a:t>a</a:t>
            </a:r>
            <a:r>
              <a:rPr lang="en-US" altLang="zh-CN" b="1" dirty="0">
                <a:sym typeface="Symbol" panose="05050102010706020507" pitchFamily="18" charset="2"/>
              </a:rPr>
              <a:t>, </a:t>
            </a:r>
            <a:r>
              <a:rPr lang="en-US" altLang="zh-CN" b="1" i="1" dirty="0">
                <a:sym typeface="Symbol" panose="05050102010706020507" pitchFamily="18" charset="2"/>
              </a:rPr>
              <a:t>a</a:t>
            </a:r>
            <a:r>
              <a:rPr lang="en-US" altLang="zh-CN" b="1" dirty="0">
                <a:sym typeface="Symbol" panose="05050102010706020507" pitchFamily="18" charset="2"/>
              </a:rPr>
              <a:t>))</a:t>
            </a:r>
            <a:r>
              <a:rPr lang="zh-CN" altLang="en-US" dirty="0">
                <a:sym typeface="Symbol" panose="05050102010706020507" pitchFamily="18" charset="2"/>
              </a:rPr>
              <a:t>的最右推导，说出每个右句型的句柄</a:t>
            </a:r>
          </a:p>
          <a:p>
            <a:pPr lvl="1" eaLnBrk="1" hangingPunct="1"/>
            <a:r>
              <a:rPr lang="zh-CN" altLang="en-US" dirty="0">
                <a:sym typeface="Symbol" panose="05050102010706020507" pitchFamily="18" charset="2"/>
              </a:rPr>
              <a:t>给出对应上题的最右推导的移进</a:t>
            </a:r>
            <a:r>
              <a:rPr lang="en-US" altLang="zh-CN" dirty="0">
                <a:sym typeface="Symbol" panose="05050102010706020507" pitchFamily="18" charset="2"/>
              </a:rPr>
              <a:t>-</a:t>
            </a:r>
            <a:r>
              <a:rPr lang="zh-CN" altLang="en-US" dirty="0">
                <a:sym typeface="Symbol" panose="05050102010706020507" pitchFamily="18" charset="2"/>
              </a:rPr>
              <a:t>归约分析器的步骤。</a:t>
            </a:r>
          </a:p>
          <a:p>
            <a:pPr lvl="1" eaLnBrk="1" hangingPunct="1"/>
            <a:r>
              <a:rPr lang="zh-CN" altLang="en-US" dirty="0">
                <a:sym typeface="Symbol" panose="05050102010706020507" pitchFamily="18" charset="2"/>
              </a:rPr>
              <a:t>对照上题的移进</a:t>
            </a:r>
            <a:r>
              <a:rPr lang="en-US" altLang="zh-CN" dirty="0">
                <a:sym typeface="Symbol" panose="05050102010706020507" pitchFamily="18" charset="2"/>
              </a:rPr>
              <a:t>-</a:t>
            </a:r>
            <a:r>
              <a:rPr lang="zh-CN" altLang="en-US" dirty="0">
                <a:sym typeface="Symbol" panose="05050102010706020507" pitchFamily="18" charset="2"/>
              </a:rPr>
              <a:t>归约，给出自下而上构造分析树的步骤。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DB0E8E0-AAE8-F82E-E344-8A41F5C92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7C0B8-0FDB-4AA6-85D2-8D27DFE7D44B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CCC7FCD-E459-0990-B900-113898C8F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D9A7E4-5770-6EEE-3B5C-095B2DC4D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>
            <a:extLst>
              <a:ext uri="{FF2B5EF4-FFF2-40B4-BE49-F238E27FC236}">
                <a16:creationId xmlns:a16="http://schemas.microsoft.com/office/drawing/2014/main" id="{AF2D3E27-FFCC-4DE6-A837-C14D47CC4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第三章 作业</a:t>
            </a:r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7171" name="内容占位符 2">
            <a:extLst>
              <a:ext uri="{FF2B5EF4-FFF2-40B4-BE49-F238E27FC236}">
                <a16:creationId xmlns:a16="http://schemas.microsoft.com/office/drawing/2014/main" id="{0605A57E-B0B9-4300-9FF8-59318A40C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注意：</a:t>
            </a:r>
            <a:endParaRPr lang="en-US" altLang="zh-CN" dirty="0"/>
          </a:p>
          <a:p>
            <a:pPr lvl="1"/>
            <a:r>
              <a:rPr lang="zh-CN" altLang="en-US" dirty="0"/>
              <a:t>最右推导要使用符号</a:t>
            </a:r>
            <a:r>
              <a:rPr lang="zh-CN" altLang="en-US" b="1" dirty="0">
                <a:sym typeface="Symbol" panose="05050102010706020507" pitchFamily="18" charset="2"/>
              </a:rPr>
              <a:t></a:t>
            </a:r>
            <a:r>
              <a:rPr lang="en-US" altLang="zh-CN" b="1" baseline="-25000" dirty="0">
                <a:sym typeface="Symbol" panose="05050102010706020507" pitchFamily="18" charset="2"/>
              </a:rPr>
              <a:t>rm</a:t>
            </a:r>
            <a:r>
              <a:rPr lang="zh-CN" altLang="en-US" dirty="0">
                <a:sym typeface="Symbol" panose="05050102010706020507" pitchFamily="18" charset="2"/>
              </a:rPr>
              <a:t>，推导时不要省略步骤，句柄用横线在右句型下方划出即可。</a:t>
            </a:r>
            <a:endParaRPr lang="en-US" altLang="zh-CN" dirty="0">
              <a:sym typeface="Symbol" panose="05050102010706020507" pitchFamily="18" charset="2"/>
            </a:endParaRPr>
          </a:p>
          <a:p>
            <a:pPr lvl="1"/>
            <a:r>
              <a:rPr lang="zh-CN" altLang="en-US" dirty="0">
                <a:sym typeface="Symbol" panose="05050102010706020507" pitchFamily="18" charset="2"/>
              </a:rPr>
              <a:t>不要先消除左递归再做该题，不符合题意。</a:t>
            </a:r>
            <a:endParaRPr lang="en-US" altLang="zh-CN" dirty="0">
              <a:sym typeface="Symbol" panose="05050102010706020507" pitchFamily="18" charset="2"/>
            </a:endParaRPr>
          </a:p>
          <a:p>
            <a:pPr lvl="1"/>
            <a:r>
              <a:rPr lang="zh-CN" altLang="en-US" dirty="0">
                <a:sym typeface="Symbol" panose="05050102010706020507" pitchFamily="18" charset="2"/>
              </a:rPr>
              <a:t>移进</a:t>
            </a:r>
            <a:r>
              <a:rPr lang="en-US" altLang="zh-CN" dirty="0">
                <a:sym typeface="Symbol" panose="05050102010706020507" pitchFamily="18" charset="2"/>
              </a:rPr>
              <a:t>-</a:t>
            </a:r>
            <a:r>
              <a:rPr lang="zh-CN" altLang="en-US" dirty="0">
                <a:sym typeface="Symbol" panose="05050102010706020507" pitchFamily="18" charset="2"/>
              </a:rPr>
              <a:t>归约步骤格式参考</a:t>
            </a:r>
            <a:r>
              <a:rPr lang="en-US" altLang="zh-CN" b="1" dirty="0">
                <a:sym typeface="Symbol" panose="05050102010706020507" pitchFamily="18" charset="2"/>
              </a:rPr>
              <a:t>P67</a:t>
            </a:r>
            <a:r>
              <a:rPr lang="zh-CN" altLang="en-US" dirty="0">
                <a:sym typeface="Symbol" panose="05050102010706020507" pitchFamily="18" charset="2"/>
              </a:rPr>
              <a:t>表</a:t>
            </a:r>
            <a:r>
              <a:rPr lang="en-US" altLang="zh-CN" b="1" dirty="0">
                <a:sym typeface="Symbol" panose="05050102010706020507" pitchFamily="18" charset="2"/>
              </a:rPr>
              <a:t>3.6</a:t>
            </a:r>
            <a:r>
              <a:rPr lang="zh-CN" altLang="en-US" dirty="0">
                <a:sym typeface="Symbol" panose="05050102010706020507" pitchFamily="18" charset="2"/>
              </a:rPr>
              <a:t>。</a:t>
            </a:r>
            <a:endParaRPr lang="en-US" altLang="zh-CN" dirty="0">
              <a:sym typeface="Symbol" panose="05050102010706020507" pitchFamily="18" charset="2"/>
            </a:endParaRPr>
          </a:p>
          <a:p>
            <a:pPr lvl="1"/>
            <a:r>
              <a:rPr lang="zh-CN" altLang="en-US" dirty="0">
                <a:sym typeface="Symbol" panose="05050102010706020507" pitchFamily="18" charset="2"/>
              </a:rPr>
              <a:t>因为题目要求给出构造分析树的步骤，所以画出来的分析树要体现构造的顺序。</a:t>
            </a:r>
            <a:endParaRPr lang="en-US" altLang="zh-CN" dirty="0">
              <a:sym typeface="Symbol" panose="05050102010706020507" pitchFamily="18" charset="2"/>
            </a:endParaRPr>
          </a:p>
          <a:p>
            <a:pPr lvl="1"/>
            <a:endParaRPr lang="zh-CN" alt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869034C-333D-8FF8-B041-0183C76CA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7872F-4C10-4B1D-A82E-D0561AAC5B91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F240F79-0293-A0E3-2AF3-AC5254A79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FFF86D-3E7D-2532-2A7D-36B4F5E79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FAF6A44-881D-4FAB-87F4-9F08BCDECA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第三章 作业</a:t>
            </a:r>
            <a:r>
              <a:rPr lang="en-US" altLang="zh-CN" dirty="0"/>
              <a:t>8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2374485D-561A-4B32-8768-22EFD279BE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>
                <a:sym typeface="Symbol" panose="05050102010706020507" pitchFamily="18" charset="2"/>
              </a:rPr>
              <a:t>构造</a:t>
            </a:r>
            <a:r>
              <a:rPr lang="en-US" altLang="zh-CN" b="1" dirty="0"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ym typeface="Symbol" panose="05050102010706020507" pitchFamily="18" charset="2"/>
              </a:rPr>
              <a:t>a</a:t>
            </a:r>
            <a:r>
              <a:rPr lang="en-US" altLang="zh-CN" b="1" dirty="0">
                <a:sym typeface="Symbol" panose="05050102010706020507" pitchFamily="18" charset="2"/>
              </a:rPr>
              <a:t>, (</a:t>
            </a:r>
            <a:r>
              <a:rPr lang="en-US" altLang="zh-CN" b="1" i="1" dirty="0">
                <a:sym typeface="Symbol" panose="05050102010706020507" pitchFamily="18" charset="2"/>
              </a:rPr>
              <a:t>a</a:t>
            </a:r>
            <a:r>
              <a:rPr lang="en-US" altLang="zh-CN" b="1" dirty="0">
                <a:sym typeface="Symbol" panose="05050102010706020507" pitchFamily="18" charset="2"/>
              </a:rPr>
              <a:t>, </a:t>
            </a:r>
            <a:r>
              <a:rPr lang="en-US" altLang="zh-CN" b="1" i="1" dirty="0">
                <a:sym typeface="Symbol" panose="05050102010706020507" pitchFamily="18" charset="2"/>
              </a:rPr>
              <a:t>a</a:t>
            </a:r>
            <a:r>
              <a:rPr lang="en-US" altLang="zh-CN" b="1" dirty="0">
                <a:sym typeface="Symbol" panose="05050102010706020507" pitchFamily="18" charset="2"/>
              </a:rPr>
              <a:t>))</a:t>
            </a:r>
            <a:r>
              <a:rPr lang="zh-CN" altLang="en-US" dirty="0">
                <a:sym typeface="Symbol" panose="05050102010706020507" pitchFamily="18" charset="2"/>
              </a:rPr>
              <a:t>的最右推导，说出每个右句型的句柄。（句柄用横线划出即可）</a:t>
            </a:r>
            <a:endParaRPr lang="en-US" altLang="zh-CN" dirty="0">
              <a:sym typeface="Symbol" panose="05050102010706020507" pitchFamily="18" charset="2"/>
            </a:endParaRPr>
          </a:p>
          <a:p>
            <a:pPr lvl="1" eaLnBrk="1" hangingPunct="1">
              <a:defRPr/>
            </a:pPr>
            <a:r>
              <a:rPr lang="en-US" altLang="zh-CN" b="1" i="1" dirty="0" err="1">
                <a:sym typeface="Symbol" panose="05050102010706020507" pitchFamily="18" charset="2"/>
              </a:rPr>
              <a:t>S</a:t>
            </a:r>
            <a:r>
              <a:rPr lang="en-US" altLang="zh-CN" b="1" dirty="0" err="1">
                <a:sym typeface="Symbol" panose="05050102010706020507" pitchFamily="18" charset="2"/>
              </a:rPr>
              <a:t></a:t>
            </a:r>
            <a:r>
              <a:rPr lang="en-US" altLang="zh-CN" b="1" baseline="-25000" dirty="0" err="1">
                <a:sym typeface="Symbol" panose="05050102010706020507" pitchFamily="18" charset="2"/>
              </a:rPr>
              <a:t>rm</a:t>
            </a:r>
            <a:r>
              <a:rPr lang="en-US" altLang="zh-CN" b="1" u="sng" dirty="0">
                <a:solidFill>
                  <a:srgbClr val="008000"/>
                </a:solidFill>
                <a:sym typeface="Symbol" panose="05050102010706020507" pitchFamily="18" charset="2"/>
              </a:rPr>
              <a:t>(</a:t>
            </a:r>
            <a:r>
              <a:rPr lang="en-US" altLang="zh-CN" b="1" i="1" u="sng" dirty="0">
                <a:solidFill>
                  <a:srgbClr val="008000"/>
                </a:solidFill>
                <a:sym typeface="Symbol" panose="05050102010706020507" pitchFamily="18" charset="2"/>
              </a:rPr>
              <a:t>L</a:t>
            </a:r>
            <a:r>
              <a:rPr lang="en-US" altLang="zh-CN" b="1" u="sng" dirty="0">
                <a:solidFill>
                  <a:srgbClr val="008000"/>
                </a:solidFill>
                <a:sym typeface="Symbol" panose="05050102010706020507" pitchFamily="18" charset="2"/>
              </a:rPr>
              <a:t>)</a:t>
            </a:r>
            <a:r>
              <a:rPr lang="en-US" altLang="zh-CN" b="1" u="sng" dirty="0">
                <a:sym typeface="Symbol" panose="05050102010706020507" pitchFamily="18" charset="2"/>
              </a:rPr>
              <a:t> </a:t>
            </a:r>
            <a:r>
              <a:rPr lang="en-US" altLang="zh-CN" b="1" dirty="0">
                <a:sym typeface="Symbol" panose="05050102010706020507" pitchFamily="18" charset="2"/>
              </a:rPr>
              <a:t></a:t>
            </a:r>
            <a:r>
              <a:rPr lang="en-US" altLang="zh-CN" b="1" baseline="-25000" dirty="0" err="1">
                <a:sym typeface="Symbol" panose="05050102010706020507" pitchFamily="18" charset="2"/>
              </a:rPr>
              <a:t>rm</a:t>
            </a:r>
            <a:r>
              <a:rPr lang="en-US" altLang="zh-CN" b="1" dirty="0">
                <a:sym typeface="Symbol" panose="05050102010706020507" pitchFamily="18" charset="2"/>
              </a:rPr>
              <a:t>(</a:t>
            </a:r>
            <a:r>
              <a:rPr lang="en-US" altLang="zh-CN" b="1" i="1" u="sng" dirty="0">
                <a:solidFill>
                  <a:srgbClr val="008000"/>
                </a:solidFill>
                <a:sym typeface="Symbol" panose="05050102010706020507" pitchFamily="18" charset="2"/>
              </a:rPr>
              <a:t>L</a:t>
            </a:r>
            <a:r>
              <a:rPr lang="en-US" altLang="zh-CN" b="1" u="sng" dirty="0">
                <a:solidFill>
                  <a:srgbClr val="008000"/>
                </a:solidFill>
                <a:sym typeface="Symbol" panose="05050102010706020507" pitchFamily="18" charset="2"/>
              </a:rPr>
              <a:t>,</a:t>
            </a:r>
            <a:r>
              <a:rPr lang="en-US" altLang="zh-CN" b="1" i="1" u="sng" dirty="0">
                <a:solidFill>
                  <a:srgbClr val="008000"/>
                </a:solidFill>
                <a:sym typeface="Symbol" panose="05050102010706020507" pitchFamily="18" charset="2"/>
              </a:rPr>
              <a:t>S</a:t>
            </a:r>
            <a:r>
              <a:rPr lang="en-US" altLang="zh-CN" b="1" dirty="0">
                <a:sym typeface="Symbol" panose="05050102010706020507" pitchFamily="18" charset="2"/>
              </a:rPr>
              <a:t>) </a:t>
            </a:r>
            <a:r>
              <a:rPr lang="en-US" altLang="zh-CN" b="1" baseline="-25000" dirty="0" err="1">
                <a:sym typeface="Symbol" panose="05050102010706020507" pitchFamily="18" charset="2"/>
              </a:rPr>
              <a:t>rm</a:t>
            </a:r>
            <a:r>
              <a:rPr lang="en-US" altLang="zh-CN" b="1" dirty="0"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ym typeface="Symbol" panose="05050102010706020507" pitchFamily="18" charset="2"/>
              </a:rPr>
              <a:t>L</a:t>
            </a:r>
            <a:r>
              <a:rPr lang="en-US" altLang="zh-CN" b="1" dirty="0">
                <a:sym typeface="Symbol" panose="05050102010706020507" pitchFamily="18" charset="2"/>
              </a:rPr>
              <a:t>,</a:t>
            </a:r>
            <a:r>
              <a:rPr lang="en-US" altLang="zh-CN" b="1" u="sng" dirty="0">
                <a:solidFill>
                  <a:srgbClr val="008000"/>
                </a:solidFill>
                <a:sym typeface="Symbol" panose="05050102010706020507" pitchFamily="18" charset="2"/>
              </a:rPr>
              <a:t>(</a:t>
            </a:r>
            <a:r>
              <a:rPr lang="en-US" altLang="zh-CN" b="1" i="1" u="sng" dirty="0">
                <a:solidFill>
                  <a:srgbClr val="008000"/>
                </a:solidFill>
                <a:sym typeface="Symbol" panose="05050102010706020507" pitchFamily="18" charset="2"/>
              </a:rPr>
              <a:t>L</a:t>
            </a:r>
            <a:r>
              <a:rPr lang="en-US" altLang="zh-CN" b="1" u="sng" dirty="0">
                <a:solidFill>
                  <a:srgbClr val="008000"/>
                </a:solidFill>
                <a:sym typeface="Symbol" panose="05050102010706020507" pitchFamily="18" charset="2"/>
              </a:rPr>
              <a:t>)</a:t>
            </a:r>
            <a:r>
              <a:rPr lang="en-US" altLang="zh-CN" b="1" dirty="0">
                <a:sym typeface="Symbol" panose="05050102010706020507" pitchFamily="18" charset="2"/>
              </a:rPr>
              <a:t>) </a:t>
            </a:r>
            <a:r>
              <a:rPr lang="en-US" altLang="zh-CN" b="1" baseline="-25000" dirty="0" err="1">
                <a:sym typeface="Symbol" panose="05050102010706020507" pitchFamily="18" charset="2"/>
              </a:rPr>
              <a:t>rm</a:t>
            </a:r>
            <a:r>
              <a:rPr lang="en-US" altLang="zh-CN" b="1" dirty="0"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ym typeface="Symbol" panose="05050102010706020507" pitchFamily="18" charset="2"/>
              </a:rPr>
              <a:t>L</a:t>
            </a:r>
            <a:r>
              <a:rPr lang="en-US" altLang="zh-CN" b="1" dirty="0">
                <a:sym typeface="Symbol" panose="05050102010706020507" pitchFamily="18" charset="2"/>
              </a:rPr>
              <a:t>,(</a:t>
            </a:r>
            <a:r>
              <a:rPr lang="en-US" altLang="zh-CN" b="1" i="1" u="sng" dirty="0">
                <a:solidFill>
                  <a:srgbClr val="008000"/>
                </a:solidFill>
                <a:sym typeface="Symbol" panose="05050102010706020507" pitchFamily="18" charset="2"/>
              </a:rPr>
              <a:t>L</a:t>
            </a:r>
            <a:r>
              <a:rPr lang="en-US" altLang="zh-CN" b="1" u="sng" dirty="0">
                <a:solidFill>
                  <a:srgbClr val="008000"/>
                </a:solidFill>
                <a:sym typeface="Symbol" panose="05050102010706020507" pitchFamily="18" charset="2"/>
              </a:rPr>
              <a:t>,</a:t>
            </a:r>
            <a:r>
              <a:rPr lang="en-US" altLang="zh-CN" b="1" i="1" u="sng" dirty="0">
                <a:solidFill>
                  <a:srgbClr val="008000"/>
                </a:solidFill>
                <a:sym typeface="Symbol" panose="05050102010706020507" pitchFamily="18" charset="2"/>
              </a:rPr>
              <a:t>S</a:t>
            </a:r>
            <a:r>
              <a:rPr lang="en-US" altLang="zh-CN" b="1" dirty="0">
                <a:sym typeface="Symbol" panose="05050102010706020507" pitchFamily="18" charset="2"/>
              </a:rPr>
              <a:t>))</a:t>
            </a:r>
          </a:p>
          <a:p>
            <a:pPr marL="457200" lvl="1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ym typeface="Symbol" panose="05050102010706020507" pitchFamily="18" charset="2"/>
              </a:rPr>
              <a:t>     </a:t>
            </a:r>
            <a:r>
              <a:rPr lang="en-US" altLang="zh-CN" b="1" baseline="-25000" dirty="0" err="1">
                <a:sym typeface="Symbol" panose="05050102010706020507" pitchFamily="18" charset="2"/>
              </a:rPr>
              <a:t>rm</a:t>
            </a:r>
            <a:r>
              <a:rPr lang="en-US" altLang="zh-CN" b="1" dirty="0"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ym typeface="Symbol" panose="05050102010706020507" pitchFamily="18" charset="2"/>
              </a:rPr>
              <a:t>L</a:t>
            </a:r>
            <a:r>
              <a:rPr lang="en-US" altLang="zh-CN" b="1" dirty="0">
                <a:sym typeface="Symbol" panose="05050102010706020507" pitchFamily="18" charset="2"/>
              </a:rPr>
              <a:t>,(</a:t>
            </a:r>
            <a:r>
              <a:rPr lang="en-US" altLang="zh-CN" b="1" i="1" dirty="0" err="1">
                <a:sym typeface="Symbol" panose="05050102010706020507" pitchFamily="18" charset="2"/>
              </a:rPr>
              <a:t>L</a:t>
            </a:r>
            <a:r>
              <a:rPr lang="en-US" altLang="zh-CN" b="1" dirty="0" err="1">
                <a:sym typeface="Symbol" panose="05050102010706020507" pitchFamily="18" charset="2"/>
              </a:rPr>
              <a:t>,</a:t>
            </a:r>
            <a:r>
              <a:rPr lang="en-US" altLang="zh-CN" b="1" i="1" u="sng" dirty="0" err="1">
                <a:solidFill>
                  <a:srgbClr val="008000"/>
                </a:solidFill>
                <a:sym typeface="Symbol" panose="05050102010706020507" pitchFamily="18" charset="2"/>
              </a:rPr>
              <a:t>a</a:t>
            </a:r>
            <a:r>
              <a:rPr lang="en-US" altLang="zh-CN" b="1" dirty="0">
                <a:sym typeface="Symbol" panose="05050102010706020507" pitchFamily="18" charset="2"/>
              </a:rPr>
              <a:t>)) </a:t>
            </a:r>
            <a:r>
              <a:rPr lang="en-US" altLang="zh-CN" b="1" baseline="-25000" dirty="0" err="1">
                <a:sym typeface="Symbol" panose="05050102010706020507" pitchFamily="18" charset="2"/>
              </a:rPr>
              <a:t>rm</a:t>
            </a:r>
            <a:r>
              <a:rPr lang="en-US" altLang="zh-CN" b="1" dirty="0"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ym typeface="Symbol" panose="05050102010706020507" pitchFamily="18" charset="2"/>
              </a:rPr>
              <a:t>L</a:t>
            </a:r>
            <a:r>
              <a:rPr lang="en-US" altLang="zh-CN" b="1" dirty="0">
                <a:sym typeface="Symbol" panose="05050102010706020507" pitchFamily="18" charset="2"/>
              </a:rPr>
              <a:t>,(</a:t>
            </a:r>
            <a:r>
              <a:rPr lang="en-US" altLang="zh-CN" b="1" i="1" u="sng" dirty="0" err="1">
                <a:solidFill>
                  <a:srgbClr val="008000"/>
                </a:solidFill>
                <a:sym typeface="Symbol" panose="05050102010706020507" pitchFamily="18" charset="2"/>
              </a:rPr>
              <a:t>S</a:t>
            </a:r>
            <a:r>
              <a:rPr lang="en-US" altLang="zh-CN" b="1" dirty="0" err="1">
                <a:sym typeface="Symbol" panose="05050102010706020507" pitchFamily="18" charset="2"/>
              </a:rPr>
              <a:t>,</a:t>
            </a:r>
            <a:r>
              <a:rPr lang="en-US" altLang="zh-CN" b="1" i="1" dirty="0" err="1">
                <a:sym typeface="Symbol" panose="05050102010706020507" pitchFamily="18" charset="2"/>
              </a:rPr>
              <a:t>a</a:t>
            </a:r>
            <a:r>
              <a:rPr lang="en-US" altLang="zh-CN" b="1" dirty="0">
                <a:sym typeface="Symbol" panose="05050102010706020507" pitchFamily="18" charset="2"/>
              </a:rPr>
              <a:t>)) </a:t>
            </a:r>
            <a:r>
              <a:rPr lang="en-US" altLang="zh-CN" b="1" baseline="-25000" dirty="0" err="1">
                <a:sym typeface="Symbol" panose="05050102010706020507" pitchFamily="18" charset="2"/>
              </a:rPr>
              <a:t>rm</a:t>
            </a:r>
            <a:r>
              <a:rPr lang="en-US" altLang="zh-CN" b="1" dirty="0"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ym typeface="Symbol" panose="05050102010706020507" pitchFamily="18" charset="2"/>
              </a:rPr>
              <a:t>L</a:t>
            </a:r>
            <a:r>
              <a:rPr lang="en-US" altLang="zh-CN" b="1" dirty="0">
                <a:sym typeface="Symbol" panose="05050102010706020507" pitchFamily="18" charset="2"/>
              </a:rPr>
              <a:t>,(</a:t>
            </a:r>
            <a:r>
              <a:rPr lang="en-US" altLang="zh-CN" b="1" i="1" u="sng" dirty="0" err="1">
                <a:solidFill>
                  <a:srgbClr val="008000"/>
                </a:solidFill>
                <a:sym typeface="Symbol" panose="05050102010706020507" pitchFamily="18" charset="2"/>
              </a:rPr>
              <a:t>a</a:t>
            </a:r>
            <a:r>
              <a:rPr lang="en-US" altLang="zh-CN" b="1" dirty="0" err="1">
                <a:sym typeface="Symbol" panose="05050102010706020507" pitchFamily="18" charset="2"/>
              </a:rPr>
              <a:t>,</a:t>
            </a:r>
            <a:r>
              <a:rPr lang="en-US" altLang="zh-CN" b="1" i="1" dirty="0" err="1">
                <a:sym typeface="Symbol" panose="05050102010706020507" pitchFamily="18" charset="2"/>
              </a:rPr>
              <a:t>a</a:t>
            </a:r>
            <a:r>
              <a:rPr lang="en-US" altLang="zh-CN" b="1" dirty="0">
                <a:sym typeface="Symbol" panose="05050102010706020507" pitchFamily="18" charset="2"/>
              </a:rPr>
              <a:t>))</a:t>
            </a:r>
          </a:p>
          <a:p>
            <a:pPr marL="457200" lvl="1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ym typeface="Symbol" panose="05050102010706020507" pitchFamily="18" charset="2"/>
              </a:rPr>
              <a:t>     </a:t>
            </a:r>
            <a:r>
              <a:rPr lang="en-US" altLang="zh-CN" b="1" baseline="-25000" dirty="0" err="1">
                <a:sym typeface="Symbol" panose="05050102010706020507" pitchFamily="18" charset="2"/>
              </a:rPr>
              <a:t>rm</a:t>
            </a:r>
            <a:r>
              <a:rPr lang="en-US" altLang="zh-CN" b="1" dirty="0">
                <a:sym typeface="Symbol" panose="05050102010706020507" pitchFamily="18" charset="2"/>
              </a:rPr>
              <a:t>(</a:t>
            </a:r>
            <a:r>
              <a:rPr lang="en-US" altLang="zh-CN" b="1" i="1" u="sng" dirty="0">
                <a:solidFill>
                  <a:srgbClr val="008000"/>
                </a:solidFill>
                <a:sym typeface="Symbol" panose="05050102010706020507" pitchFamily="18" charset="2"/>
              </a:rPr>
              <a:t>S</a:t>
            </a:r>
            <a:r>
              <a:rPr lang="en-US" altLang="zh-CN" b="1" dirty="0">
                <a:sym typeface="Symbol" panose="05050102010706020507" pitchFamily="18" charset="2"/>
              </a:rPr>
              <a:t>,(</a:t>
            </a:r>
            <a:r>
              <a:rPr lang="en-US" altLang="zh-CN" b="1" i="1" dirty="0" err="1">
                <a:sym typeface="Symbol" panose="05050102010706020507" pitchFamily="18" charset="2"/>
              </a:rPr>
              <a:t>a</a:t>
            </a:r>
            <a:r>
              <a:rPr lang="en-US" altLang="zh-CN" b="1" dirty="0" err="1">
                <a:sym typeface="Symbol" panose="05050102010706020507" pitchFamily="18" charset="2"/>
              </a:rPr>
              <a:t>,</a:t>
            </a:r>
            <a:r>
              <a:rPr lang="en-US" altLang="zh-CN" b="1" i="1" dirty="0" err="1">
                <a:sym typeface="Symbol" panose="05050102010706020507" pitchFamily="18" charset="2"/>
              </a:rPr>
              <a:t>a</a:t>
            </a:r>
            <a:r>
              <a:rPr lang="en-US" altLang="zh-CN" b="1" dirty="0">
                <a:sym typeface="Symbol" panose="05050102010706020507" pitchFamily="18" charset="2"/>
              </a:rPr>
              <a:t>)) </a:t>
            </a:r>
            <a:r>
              <a:rPr lang="en-US" altLang="zh-CN" b="1" baseline="-25000" dirty="0" err="1">
                <a:sym typeface="Symbol" panose="05050102010706020507" pitchFamily="18" charset="2"/>
              </a:rPr>
              <a:t>rm</a:t>
            </a:r>
            <a:r>
              <a:rPr lang="en-US" altLang="zh-CN" b="1" dirty="0">
                <a:sym typeface="Symbol" panose="05050102010706020507" pitchFamily="18" charset="2"/>
              </a:rPr>
              <a:t>(</a:t>
            </a:r>
            <a:r>
              <a:rPr lang="en-US" altLang="zh-CN" b="1" i="1" u="sng" dirty="0">
                <a:solidFill>
                  <a:srgbClr val="008000"/>
                </a:solidFill>
                <a:sym typeface="Symbol" panose="05050102010706020507" pitchFamily="18" charset="2"/>
              </a:rPr>
              <a:t>a</a:t>
            </a:r>
            <a:r>
              <a:rPr lang="en-US" altLang="zh-CN" b="1" dirty="0">
                <a:sym typeface="Symbol" panose="05050102010706020507" pitchFamily="18" charset="2"/>
              </a:rPr>
              <a:t>,(</a:t>
            </a:r>
            <a:r>
              <a:rPr lang="en-US" altLang="zh-CN" b="1" i="1" dirty="0" err="1">
                <a:sym typeface="Symbol" panose="05050102010706020507" pitchFamily="18" charset="2"/>
              </a:rPr>
              <a:t>a</a:t>
            </a:r>
            <a:r>
              <a:rPr lang="en-US" altLang="zh-CN" b="1" dirty="0" err="1">
                <a:sym typeface="Symbol" panose="05050102010706020507" pitchFamily="18" charset="2"/>
              </a:rPr>
              <a:t>,</a:t>
            </a:r>
            <a:r>
              <a:rPr lang="en-US" altLang="zh-CN" b="1" i="1" dirty="0" err="1">
                <a:sym typeface="Symbol" panose="05050102010706020507" pitchFamily="18" charset="2"/>
              </a:rPr>
              <a:t>a</a:t>
            </a:r>
            <a:r>
              <a:rPr lang="en-US" altLang="zh-CN" b="1" dirty="0">
                <a:sym typeface="Symbol" panose="05050102010706020507" pitchFamily="18" charset="2"/>
              </a:rPr>
              <a:t>))</a:t>
            </a:r>
            <a:endParaRPr lang="zh-CN" altLang="en-US" b="1" dirty="0">
              <a:sym typeface="Symbol" panose="05050102010706020507" pitchFamily="18" charset="2"/>
            </a:endParaRPr>
          </a:p>
          <a:p>
            <a:pPr eaLnBrk="1" hangingPunct="1">
              <a:defRPr/>
            </a:pPr>
            <a:r>
              <a:rPr lang="zh-CN" altLang="en-US" dirty="0">
                <a:sym typeface="Symbol" panose="05050102010706020507" pitchFamily="18" charset="2"/>
              </a:rPr>
              <a:t>给出对应上题的最右推导的移进</a:t>
            </a:r>
            <a:r>
              <a:rPr lang="en-US" altLang="zh-CN" dirty="0">
                <a:sym typeface="Symbol" panose="05050102010706020507" pitchFamily="18" charset="2"/>
              </a:rPr>
              <a:t>-</a:t>
            </a:r>
            <a:r>
              <a:rPr lang="zh-CN" altLang="en-US" dirty="0">
                <a:sym typeface="Symbol" panose="05050102010706020507" pitchFamily="18" charset="2"/>
              </a:rPr>
              <a:t>归约分析器的步骤。如下图：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51DECD7-889C-E6C5-8AB2-3744A93CA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544B9-3B15-4B11-9FEE-B96257B1A416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37A1249-92F5-5547-75A8-A4DD3CA1E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DB1C0B-2D2B-CCB3-B2FA-68D67B6B3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>
            <a:extLst>
              <a:ext uri="{FF2B5EF4-FFF2-40B4-BE49-F238E27FC236}">
                <a16:creationId xmlns:a16="http://schemas.microsoft.com/office/drawing/2014/main" id="{BB22EABC-8EB7-4830-81E9-E83F2278E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第三章 作业</a:t>
            </a:r>
            <a:r>
              <a:rPr lang="en-US" altLang="zh-CN" dirty="0"/>
              <a:t>8</a:t>
            </a:r>
            <a:endParaRPr lang="zh-CN" altLang="en-US" dirty="0"/>
          </a:p>
        </p:txBody>
      </p:sp>
      <p:graphicFrame>
        <p:nvGraphicFramePr>
          <p:cNvPr id="4" name="Group 3">
            <a:extLst>
              <a:ext uri="{FF2B5EF4-FFF2-40B4-BE49-F238E27FC236}">
                <a16:creationId xmlns:a16="http://schemas.microsoft.com/office/drawing/2014/main" id="{935981AE-67E4-4F77-9ECF-4CE42968A71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09634646"/>
              </p:ext>
            </p:extLst>
          </p:nvPr>
        </p:nvGraphicFramePr>
        <p:xfrm>
          <a:off x="685800" y="1332976"/>
          <a:ext cx="7772400" cy="4792668"/>
        </p:xfrm>
        <a:graphic>
          <a:graphicData uri="http://schemas.openxmlformats.org/drawingml/2006/table">
            <a:tbl>
              <a:tblPr/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黑体" pitchFamily="2" charset="-122"/>
                        </a:rPr>
                        <a:t>栈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黑体" pitchFamily="2" charset="-122"/>
                        </a:rPr>
                        <a:t>输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   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黑体" pitchFamily="2" charset="-122"/>
                        </a:rPr>
                        <a:t>入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黑体" pitchFamily="2" charset="-122"/>
                        </a:rPr>
                        <a:t>动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   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黑体" pitchFamily="2" charset="-122"/>
                        </a:rPr>
                        <a:t>作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$ 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(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,(</a:t>
                      </a: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,</a:t>
                      </a: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))$ 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黑体" pitchFamily="2" charset="-122"/>
                        </a:rPr>
                        <a:t>移进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$(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,(</a:t>
                      </a: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,</a:t>
                      </a: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))$ 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移进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34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$(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  ,(</a:t>
                      </a: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,</a:t>
                      </a: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))$ 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按 </a:t>
                      </a:r>
                      <a:r>
                        <a:rPr lang="en-US" altLang="zh-CN" sz="2000" b="1" i="1" dirty="0"/>
                        <a:t>S</a:t>
                      </a:r>
                      <a:r>
                        <a:rPr lang="en-US" altLang="zh-CN" sz="2000" b="1" dirty="0">
                          <a:sym typeface="Symbol" panose="05050102010706020507" pitchFamily="18" charset="2"/>
                        </a:rPr>
                        <a:t> </a:t>
                      </a:r>
                      <a:r>
                        <a:rPr lang="en-US" altLang="zh-CN" sz="2000" b="1" i="1" dirty="0">
                          <a:sym typeface="Symbol" panose="05050102010706020507" pitchFamily="18" charset="2"/>
                        </a:rPr>
                        <a:t>a </a:t>
                      </a:r>
                      <a:r>
                        <a:rPr lang="zh-CN" altLang="en-US" sz="2000" b="0" i="0" dirty="0">
                          <a:sym typeface="Symbol" panose="05050102010706020507" pitchFamily="18" charset="2"/>
                        </a:rPr>
                        <a:t>归约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$(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S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  ,(</a:t>
                      </a: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,</a:t>
                      </a: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))$ 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zh-CN" altLang="en-US" sz="2000" b="0" i="0" dirty="0">
                          <a:sym typeface="Symbol" panose="05050102010706020507" pitchFamily="18" charset="2"/>
                        </a:rPr>
                        <a:t>按</a:t>
                      </a:r>
                      <a:r>
                        <a:rPr lang="en-US" altLang="zh-CN" sz="2000" b="1" i="1" dirty="0">
                          <a:sym typeface="Symbol" panose="05050102010706020507" pitchFamily="18" charset="2"/>
                        </a:rPr>
                        <a:t>L</a:t>
                      </a:r>
                      <a:r>
                        <a:rPr lang="en-US" altLang="zh-CN" sz="2000" b="1" dirty="0">
                          <a:sym typeface="Symbol" panose="05050102010706020507" pitchFamily="18" charset="2"/>
                        </a:rPr>
                        <a:t>  </a:t>
                      </a:r>
                      <a:r>
                        <a:rPr lang="en-US" altLang="zh-CN" sz="2000" b="1" i="1" dirty="0">
                          <a:sym typeface="Symbol" panose="05050102010706020507" pitchFamily="18" charset="2"/>
                        </a:rPr>
                        <a:t>S </a:t>
                      </a:r>
                      <a:r>
                        <a:rPr lang="zh-CN" altLang="en-US" sz="2000" b="0" i="0" dirty="0">
                          <a:sym typeface="Symbol" panose="05050102010706020507" pitchFamily="18" charset="2"/>
                        </a:rPr>
                        <a:t>归约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$(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L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  ,(</a:t>
                      </a: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,</a:t>
                      </a: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))$ 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移进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$(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L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,</a:t>
                      </a:r>
                      <a:endParaRPr kumimoji="0" lang="en-US" altLang="zh-CN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   (</a:t>
                      </a: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,</a:t>
                      </a: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))$ 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黑体" pitchFamily="2" charset="-122"/>
                        </a:rPr>
                        <a:t>移进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$(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L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,(</a:t>
                      </a:r>
                      <a:endParaRPr kumimoji="0" lang="en-US" altLang="zh-CN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    </a:t>
                      </a: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,</a:t>
                      </a: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))$ 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黑体" pitchFamily="2" charset="-122"/>
                        </a:rPr>
                        <a:t>移进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2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$(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L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,(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a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    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,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))$ 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按 </a:t>
                      </a:r>
                      <a:r>
                        <a:rPr lang="en-US" altLang="zh-CN" sz="2000" b="1" i="1" dirty="0"/>
                        <a:t>S</a:t>
                      </a:r>
                      <a:r>
                        <a:rPr lang="en-US" altLang="zh-CN" sz="2000" b="1" dirty="0">
                          <a:sym typeface="Symbol" panose="05050102010706020507" pitchFamily="18" charset="2"/>
                        </a:rPr>
                        <a:t> </a:t>
                      </a:r>
                      <a:r>
                        <a:rPr lang="en-US" altLang="zh-CN" sz="2000" b="1" i="1" dirty="0">
                          <a:sym typeface="Symbol" panose="05050102010706020507" pitchFamily="18" charset="2"/>
                        </a:rPr>
                        <a:t>a </a:t>
                      </a:r>
                      <a:r>
                        <a:rPr lang="zh-CN" altLang="en-US" sz="2000" b="0" i="0" dirty="0">
                          <a:sym typeface="Symbol" panose="05050102010706020507" pitchFamily="18" charset="2"/>
                        </a:rPr>
                        <a:t>归约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62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$(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L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,(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S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     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,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))$ 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zh-CN" altLang="en-US" sz="2000" b="0" i="0" dirty="0">
                          <a:sym typeface="Symbol" panose="05050102010706020507" pitchFamily="18" charset="2"/>
                        </a:rPr>
                        <a:t>按</a:t>
                      </a:r>
                      <a:r>
                        <a:rPr lang="en-US" altLang="zh-CN" sz="2000" b="1" i="1" dirty="0">
                          <a:sym typeface="Symbol" panose="05050102010706020507" pitchFamily="18" charset="2"/>
                        </a:rPr>
                        <a:t>L</a:t>
                      </a:r>
                      <a:r>
                        <a:rPr lang="en-US" altLang="zh-CN" sz="2000" b="1" dirty="0">
                          <a:sym typeface="Symbol" panose="05050102010706020507" pitchFamily="18" charset="2"/>
                        </a:rPr>
                        <a:t>  </a:t>
                      </a:r>
                      <a:r>
                        <a:rPr lang="en-US" altLang="zh-CN" sz="2000" b="1" i="1" dirty="0">
                          <a:sym typeface="Symbol" panose="05050102010706020507" pitchFamily="18" charset="2"/>
                        </a:rPr>
                        <a:t>S </a:t>
                      </a:r>
                      <a:r>
                        <a:rPr lang="zh-CN" altLang="en-US" sz="2000" b="0" i="0" dirty="0">
                          <a:sym typeface="Symbol" panose="05050102010706020507" pitchFamily="18" charset="2"/>
                        </a:rPr>
                        <a:t>归约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62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$(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L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,(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L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      ,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))$ 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移进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62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$(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L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,(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L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,</a:t>
                      </a:r>
                      <a:endParaRPr kumimoji="0" lang="en-US" altLang="zh-CN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       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))$ 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移进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FDA6291-4FCB-9D93-F4E0-DC66CFCD4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FF18A-7651-4D3C-8DA4-C82D7B3785B8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76EF222-0B11-ED1C-935D-83EE9A50B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EB22C93-04EA-2840-5B89-82D788949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>
            <a:extLst>
              <a:ext uri="{FF2B5EF4-FFF2-40B4-BE49-F238E27FC236}">
                <a16:creationId xmlns:a16="http://schemas.microsoft.com/office/drawing/2014/main" id="{D6E1DD0C-8E15-4822-AE51-1E09F5D84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第三章 作业</a:t>
            </a:r>
            <a:r>
              <a:rPr lang="en-US" altLang="zh-CN" dirty="0"/>
              <a:t>8</a:t>
            </a:r>
            <a:endParaRPr lang="zh-CN" altLang="en-US" dirty="0"/>
          </a:p>
        </p:txBody>
      </p:sp>
      <p:graphicFrame>
        <p:nvGraphicFramePr>
          <p:cNvPr id="4" name="Group 3">
            <a:extLst>
              <a:ext uri="{FF2B5EF4-FFF2-40B4-BE49-F238E27FC236}">
                <a16:creationId xmlns:a16="http://schemas.microsoft.com/office/drawing/2014/main" id="{37404C65-0C24-4168-A03F-E6F34FEE3D9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61675996"/>
              </p:ext>
            </p:extLst>
          </p:nvPr>
        </p:nvGraphicFramePr>
        <p:xfrm>
          <a:off x="685800" y="1341365"/>
          <a:ext cx="7772400" cy="4792668"/>
        </p:xfrm>
        <a:graphic>
          <a:graphicData uri="http://schemas.openxmlformats.org/drawingml/2006/table">
            <a:tbl>
              <a:tblPr/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黑体" pitchFamily="2" charset="-122"/>
                        </a:rPr>
                        <a:t>栈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黑体" pitchFamily="2" charset="-122"/>
                        </a:rPr>
                        <a:t>输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   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黑体" pitchFamily="2" charset="-122"/>
                        </a:rPr>
                        <a:t>入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黑体" pitchFamily="2" charset="-122"/>
                        </a:rPr>
                        <a:t>动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   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黑体" pitchFamily="2" charset="-122"/>
                        </a:rPr>
                        <a:t>作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$(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L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,(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L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,</a:t>
                      </a:r>
                      <a:endParaRPr kumimoji="0" lang="en-US" altLang="zh-CN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       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))$ 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移进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$(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L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,(</a:t>
                      </a: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L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,</a:t>
                      </a: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a</a:t>
                      </a:r>
                      <a:endParaRPr kumimoji="0" lang="en-US" altLang="zh-CN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       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))$ 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按 </a:t>
                      </a:r>
                      <a:r>
                        <a:rPr lang="en-US" altLang="zh-CN" sz="2000" b="1" i="1" dirty="0"/>
                        <a:t>S</a:t>
                      </a:r>
                      <a:r>
                        <a:rPr lang="en-US" altLang="zh-CN" sz="2000" b="1" dirty="0">
                          <a:sym typeface="Symbol" panose="05050102010706020507" pitchFamily="18" charset="2"/>
                        </a:rPr>
                        <a:t> </a:t>
                      </a:r>
                      <a:r>
                        <a:rPr lang="en-US" altLang="zh-CN" sz="2000" b="1" i="1" dirty="0">
                          <a:sym typeface="Symbol" panose="05050102010706020507" pitchFamily="18" charset="2"/>
                        </a:rPr>
                        <a:t>a </a:t>
                      </a:r>
                      <a:r>
                        <a:rPr lang="zh-CN" altLang="en-US" sz="2000" b="0" i="0" dirty="0">
                          <a:sym typeface="Symbol" panose="05050102010706020507" pitchFamily="18" charset="2"/>
                        </a:rPr>
                        <a:t>归约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34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$(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L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,(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L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,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S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        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))$ 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lang="zh-CN" altLang="en-US" sz="2000" b="0" i="0" dirty="0">
                          <a:sym typeface="Symbol" panose="05050102010706020507" pitchFamily="18" charset="2"/>
                        </a:rPr>
                        <a:t>按</a:t>
                      </a:r>
                      <a:r>
                        <a:rPr lang="en-US" altLang="zh-CN" sz="2000" b="1" i="1" dirty="0">
                          <a:sym typeface="Symbol" panose="05050102010706020507" pitchFamily="18" charset="2"/>
                        </a:rPr>
                        <a:t>L</a:t>
                      </a:r>
                      <a:r>
                        <a:rPr lang="en-US" altLang="zh-CN" sz="2000" b="1" dirty="0">
                          <a:sym typeface="Symbol" panose="05050102010706020507" pitchFamily="18" charset="2"/>
                        </a:rPr>
                        <a:t> </a:t>
                      </a:r>
                      <a:r>
                        <a:rPr lang="en-US" altLang="zh-CN" sz="2000" b="1" i="1" dirty="0">
                          <a:sym typeface="Symbol" panose="05050102010706020507" pitchFamily="18" charset="2"/>
                        </a:rPr>
                        <a:t>L</a:t>
                      </a:r>
                      <a:r>
                        <a:rPr lang="en-US" altLang="zh-CN" sz="2000" b="1" dirty="0">
                          <a:sym typeface="Symbol" panose="05050102010706020507" pitchFamily="18" charset="2"/>
                        </a:rPr>
                        <a:t>, </a:t>
                      </a:r>
                      <a:r>
                        <a:rPr lang="en-US" altLang="zh-CN" sz="2000" b="1" i="1" dirty="0">
                          <a:sym typeface="Symbol" panose="05050102010706020507" pitchFamily="18" charset="2"/>
                        </a:rPr>
                        <a:t>S</a:t>
                      </a:r>
                      <a:r>
                        <a:rPr lang="en-US" altLang="zh-CN" sz="2000" b="1" dirty="0">
                          <a:sym typeface="Symbol" panose="05050102010706020507" pitchFamily="18" charset="2"/>
                        </a:rPr>
                        <a:t> </a:t>
                      </a:r>
                      <a:r>
                        <a:rPr lang="zh-CN" altLang="en-US" sz="2000" b="0" dirty="0">
                          <a:sym typeface="Symbol" panose="05050102010706020507" pitchFamily="18" charset="2"/>
                        </a:rPr>
                        <a:t>归约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$(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L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,(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L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        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))$ 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移进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$(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L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,(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L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)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           )$ 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按</a:t>
                      </a:r>
                      <a:r>
                        <a:rPr lang="en-US" altLang="zh-CN" sz="2000" b="1" i="1" dirty="0"/>
                        <a:t>S</a:t>
                      </a:r>
                      <a:r>
                        <a:rPr lang="en-US" altLang="zh-CN" sz="2000" b="1" dirty="0">
                          <a:sym typeface="Symbol" panose="05050102010706020507" pitchFamily="18" charset="2"/>
                        </a:rPr>
                        <a:t> (</a:t>
                      </a:r>
                      <a:r>
                        <a:rPr lang="en-US" altLang="zh-CN" sz="2000" b="1" i="1" dirty="0">
                          <a:sym typeface="Symbol" panose="05050102010706020507" pitchFamily="18" charset="2"/>
                        </a:rPr>
                        <a:t>L</a:t>
                      </a:r>
                      <a:r>
                        <a:rPr lang="en-US" altLang="zh-CN" sz="2000" b="1" dirty="0">
                          <a:sym typeface="Symbol" panose="05050102010706020507" pitchFamily="18" charset="2"/>
                        </a:rPr>
                        <a:t>) </a:t>
                      </a:r>
                      <a:r>
                        <a:rPr lang="zh-CN" altLang="en-US" sz="2000" b="0" dirty="0">
                          <a:sym typeface="Symbol" panose="05050102010706020507" pitchFamily="18" charset="2"/>
                        </a:rPr>
                        <a:t>归约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$(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L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,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S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           )$ 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lang="zh-CN" altLang="en-US" sz="2000" b="0" i="0" dirty="0">
                          <a:sym typeface="Symbol" panose="05050102010706020507" pitchFamily="18" charset="2"/>
                        </a:rPr>
                        <a:t>按</a:t>
                      </a:r>
                      <a:r>
                        <a:rPr lang="en-US" altLang="zh-CN" sz="2000" b="1" i="1" dirty="0">
                          <a:sym typeface="Symbol" panose="05050102010706020507" pitchFamily="18" charset="2"/>
                        </a:rPr>
                        <a:t>L</a:t>
                      </a:r>
                      <a:r>
                        <a:rPr lang="en-US" altLang="zh-CN" sz="2000" b="1" dirty="0">
                          <a:sym typeface="Symbol" panose="05050102010706020507" pitchFamily="18" charset="2"/>
                        </a:rPr>
                        <a:t> </a:t>
                      </a:r>
                      <a:r>
                        <a:rPr lang="en-US" altLang="zh-CN" sz="2000" b="1" i="1" dirty="0">
                          <a:sym typeface="Symbol" panose="05050102010706020507" pitchFamily="18" charset="2"/>
                        </a:rPr>
                        <a:t>L</a:t>
                      </a:r>
                      <a:r>
                        <a:rPr lang="en-US" altLang="zh-CN" sz="2000" b="1" dirty="0">
                          <a:sym typeface="Symbol" panose="05050102010706020507" pitchFamily="18" charset="2"/>
                        </a:rPr>
                        <a:t>, </a:t>
                      </a:r>
                      <a:r>
                        <a:rPr lang="en-US" altLang="zh-CN" sz="2000" b="1" i="1" dirty="0">
                          <a:sym typeface="Symbol" panose="05050102010706020507" pitchFamily="18" charset="2"/>
                        </a:rPr>
                        <a:t>S</a:t>
                      </a:r>
                      <a:r>
                        <a:rPr lang="en-US" altLang="zh-CN" sz="2000" b="1" dirty="0">
                          <a:sym typeface="Symbol" panose="05050102010706020507" pitchFamily="18" charset="2"/>
                        </a:rPr>
                        <a:t> </a:t>
                      </a:r>
                      <a:r>
                        <a:rPr lang="zh-CN" altLang="en-US" sz="2000" b="0" dirty="0">
                          <a:sym typeface="Symbol" panose="05050102010706020507" pitchFamily="18" charset="2"/>
                        </a:rPr>
                        <a:t>归约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$(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L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    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     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)$ 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黑体" pitchFamily="2" charset="-122"/>
                        </a:rPr>
                        <a:t>移进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2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$(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L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)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    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     $ 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按</a:t>
                      </a:r>
                      <a:r>
                        <a:rPr lang="en-US" altLang="zh-CN" sz="2000" b="1" i="1" dirty="0"/>
                        <a:t>S</a:t>
                      </a:r>
                      <a:r>
                        <a:rPr lang="en-US" altLang="zh-CN" sz="2000" b="1" dirty="0">
                          <a:sym typeface="Symbol" panose="05050102010706020507" pitchFamily="18" charset="2"/>
                        </a:rPr>
                        <a:t> (</a:t>
                      </a:r>
                      <a:r>
                        <a:rPr lang="en-US" altLang="zh-CN" sz="2000" b="1" i="1" dirty="0">
                          <a:sym typeface="Symbol" panose="05050102010706020507" pitchFamily="18" charset="2"/>
                        </a:rPr>
                        <a:t>L</a:t>
                      </a:r>
                      <a:r>
                        <a:rPr lang="en-US" altLang="zh-CN" sz="2000" b="1" dirty="0">
                          <a:sym typeface="Symbol" panose="05050102010706020507" pitchFamily="18" charset="2"/>
                        </a:rPr>
                        <a:t>) </a:t>
                      </a:r>
                      <a:r>
                        <a:rPr lang="zh-CN" altLang="en-US" sz="2000" b="0" dirty="0">
                          <a:sym typeface="Symbol" panose="05050102010706020507" pitchFamily="18" charset="2"/>
                        </a:rPr>
                        <a:t>归约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62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$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S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     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     $ 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接受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62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62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zh-CN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731C62D-C5E0-B48F-A4BC-B411AEAB1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A34E5-5477-482E-95CF-13DFF9626CE1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576779A-528D-B724-2623-7F969F44A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F1B0A5D-4F0B-00D6-0CA9-0EC3B49E5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7EE6E3C4-FFEA-4EF7-8E46-1A2C7CF84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第三章 作业</a:t>
            </a:r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9BC31F-4B1E-4AB8-9D59-F5CECB348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sym typeface="Symbol" panose="05050102010706020507" pitchFamily="18" charset="2"/>
              </a:rPr>
              <a:t>分析树：</a:t>
            </a:r>
            <a:endParaRPr lang="en-US" altLang="zh-CN" dirty="0"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>
                <a:sym typeface="Symbol" panose="05050102010706020507" pitchFamily="18" charset="2"/>
              </a:rPr>
              <a:t>   </a:t>
            </a:r>
            <a:r>
              <a:rPr lang="zh-CN" altLang="en-US" sz="2400" dirty="0">
                <a:sym typeface="Symbol" panose="05050102010706020507" pitchFamily="18" charset="2"/>
              </a:rPr>
              <a:t>按标号的顺序构造</a:t>
            </a:r>
          </a:p>
          <a:p>
            <a:pPr>
              <a:defRPr/>
            </a:pPr>
            <a:endParaRPr lang="zh-CN" altLang="en-US" dirty="0"/>
          </a:p>
        </p:txBody>
      </p:sp>
      <p:pic>
        <p:nvPicPr>
          <p:cNvPr id="12292" name="图片 1">
            <a:extLst>
              <a:ext uri="{FF2B5EF4-FFF2-40B4-BE49-F238E27FC236}">
                <a16:creationId xmlns:a16="http://schemas.microsoft.com/office/drawing/2014/main" id="{F21E3A89-56A3-4F55-9A27-42DCF144E7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2494" y="1182269"/>
            <a:ext cx="4724400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A824EB8-ABBA-D563-7575-B2DB6F00B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3ADD1-2C03-4724-8E08-6F6A1EA51F71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C3F1E66-D4AE-FC9D-3625-C2C539475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59A8354-D5F2-332D-27EF-40A5847C2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CD4D50-E3F3-427A-8398-085E66046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第三章 作业</a:t>
            </a:r>
            <a:r>
              <a:rPr lang="en-US" altLang="zh-CN" dirty="0"/>
              <a:t>9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8AA040-38B5-4AF3-AFAE-64F9958A7B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3200" b="1" dirty="0"/>
              <a:t>9. </a:t>
            </a:r>
            <a:r>
              <a:rPr lang="zh-CN" altLang="en-US" sz="3200" dirty="0"/>
              <a:t>为下列文法构造</a:t>
            </a:r>
            <a:r>
              <a:rPr lang="en-US" altLang="zh-CN" sz="3200" b="1" dirty="0"/>
              <a:t>SLR</a:t>
            </a:r>
            <a:r>
              <a:rPr lang="zh-CN" altLang="en-US" sz="3200" dirty="0"/>
              <a:t>分析表</a:t>
            </a:r>
            <a:r>
              <a:rPr lang="en-US" altLang="zh-CN" sz="3200" b="1" dirty="0"/>
              <a:t>(P104/3.19(a))</a:t>
            </a:r>
          </a:p>
          <a:p>
            <a:endParaRPr lang="zh-CN" altLang="en-US" sz="3200" dirty="0"/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800" b="1" i="1" dirty="0"/>
              <a:t>E 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i="1" dirty="0">
                <a:sym typeface="Symbol" panose="05050102010706020507" pitchFamily="18" charset="2"/>
              </a:rPr>
              <a:t>E</a:t>
            </a:r>
            <a:r>
              <a:rPr lang="en-US" altLang="zh-CN" sz="2800" b="1" dirty="0">
                <a:sym typeface="Symbol" panose="05050102010706020507" pitchFamily="18" charset="2"/>
              </a:rPr>
              <a:t> + </a:t>
            </a:r>
            <a:r>
              <a:rPr lang="en-US" altLang="zh-CN" sz="2800" b="1" i="1" dirty="0">
                <a:sym typeface="Symbol" panose="05050102010706020507" pitchFamily="18" charset="2"/>
              </a:rPr>
              <a:t>T</a:t>
            </a:r>
            <a:r>
              <a:rPr lang="en-US" altLang="zh-CN" sz="2800" b="1" dirty="0">
                <a:sym typeface="Symbol" panose="05050102010706020507" pitchFamily="18" charset="2"/>
              </a:rPr>
              <a:t> | </a:t>
            </a:r>
            <a:r>
              <a:rPr lang="en-US" altLang="zh-CN" sz="2800" b="1" i="1" dirty="0">
                <a:sym typeface="Symbol" panose="05050102010706020507" pitchFamily="18" charset="2"/>
              </a:rPr>
              <a:t>T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800" b="1" i="1" dirty="0">
                <a:sym typeface="Symbol" panose="05050102010706020507" pitchFamily="18" charset="2"/>
              </a:rPr>
              <a:t>T</a:t>
            </a:r>
            <a:r>
              <a:rPr lang="en-US" altLang="zh-CN" sz="2800" b="1" dirty="0">
                <a:sym typeface="Symbol" panose="05050102010706020507" pitchFamily="18" charset="2"/>
              </a:rPr>
              <a:t>  </a:t>
            </a:r>
            <a:r>
              <a:rPr lang="en-US" altLang="zh-CN" sz="2800" b="1" i="1" dirty="0">
                <a:sym typeface="Symbol" panose="05050102010706020507" pitchFamily="18" charset="2"/>
              </a:rPr>
              <a:t>T F</a:t>
            </a:r>
            <a:r>
              <a:rPr lang="en-US" altLang="zh-CN" sz="2800" b="1" dirty="0">
                <a:sym typeface="Symbol" panose="05050102010706020507" pitchFamily="18" charset="2"/>
              </a:rPr>
              <a:t> | </a:t>
            </a:r>
            <a:r>
              <a:rPr lang="en-US" altLang="zh-CN" sz="2800" b="1" i="1" dirty="0">
                <a:sym typeface="Symbol" panose="05050102010706020507" pitchFamily="18" charset="2"/>
              </a:rPr>
              <a:t>F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800" b="1" i="1" dirty="0">
                <a:sym typeface="Symbol" panose="05050102010706020507" pitchFamily="18" charset="2"/>
              </a:rPr>
              <a:t>F</a:t>
            </a:r>
            <a:r>
              <a:rPr lang="en-US" altLang="zh-CN" sz="2800" b="1" dirty="0">
                <a:sym typeface="Symbol" panose="05050102010706020507" pitchFamily="18" charset="2"/>
              </a:rPr>
              <a:t>  </a:t>
            </a:r>
            <a:r>
              <a:rPr lang="en-US" altLang="zh-CN" sz="2800" b="1" i="1" dirty="0">
                <a:sym typeface="Symbol" panose="05050102010706020507" pitchFamily="18" charset="2"/>
              </a:rPr>
              <a:t>F</a:t>
            </a:r>
            <a:r>
              <a:rPr lang="en-US" altLang="zh-CN" sz="2800" b="1" dirty="0">
                <a:sym typeface="Symbol" panose="05050102010706020507" pitchFamily="18" charset="2"/>
              </a:rPr>
              <a:t>* | </a:t>
            </a:r>
            <a:r>
              <a:rPr lang="en-US" altLang="zh-CN" sz="2800" b="1" i="1" dirty="0">
                <a:sym typeface="Symbol" panose="05050102010706020507" pitchFamily="18" charset="2"/>
              </a:rPr>
              <a:t>a</a:t>
            </a:r>
            <a:r>
              <a:rPr lang="en-US" altLang="zh-CN" sz="2800" b="1" dirty="0">
                <a:sym typeface="Symbol" panose="05050102010706020507" pitchFamily="18" charset="2"/>
              </a:rPr>
              <a:t> | </a:t>
            </a:r>
            <a:r>
              <a:rPr lang="en-US" altLang="zh-CN" sz="2800" b="1" i="1" dirty="0">
                <a:sym typeface="Symbol" panose="05050102010706020507" pitchFamily="18" charset="2"/>
              </a:rPr>
              <a:t>b</a:t>
            </a: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65DEB6-AD76-3F67-8E1A-36C34E57F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E3C6A-AB99-49C1-AC7E-62A3A2808649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F12F7D-799E-2B5E-9F80-7985AE020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5985D0-AC7B-666B-BF2D-9C94D02C5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16703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CD4D50-E3F3-427A-8398-085E66046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第三章 作业</a:t>
            </a:r>
            <a:r>
              <a:rPr lang="en-US" altLang="zh-CN" dirty="0"/>
              <a:t>9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8AA040-38B5-4AF3-AFAE-64F9958A7B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3200" dirty="0"/>
              <a:t>拓广文法：</a:t>
            </a:r>
            <a:endParaRPr lang="en-US" altLang="zh-CN" sz="3200" dirty="0"/>
          </a:p>
          <a:p>
            <a:endParaRPr lang="en-US" altLang="zh-CN" b="1" i="1" dirty="0">
              <a:sym typeface="Symbol" panose="05050102010706020507" pitchFamily="18" charset="2"/>
            </a:endParaRPr>
          </a:p>
          <a:p>
            <a:endParaRPr lang="en-US" altLang="zh-CN" sz="2800" b="1" i="1" dirty="0">
              <a:sym typeface="Symbol" panose="05050102010706020507" pitchFamily="18" charset="2"/>
            </a:endParaRPr>
          </a:p>
          <a:p>
            <a:endParaRPr lang="en-US" altLang="zh-CN" sz="2800" b="1" i="1" dirty="0">
              <a:sym typeface="Symbol" panose="05050102010706020507" pitchFamily="18" charset="2"/>
            </a:endParaRPr>
          </a:p>
          <a:p>
            <a:endParaRPr lang="en-US" altLang="zh-CN" sz="2800" b="1" i="1" dirty="0">
              <a:sym typeface="Symbol" panose="05050102010706020507" pitchFamily="18" charset="2"/>
            </a:endParaRPr>
          </a:p>
          <a:p>
            <a:endParaRPr lang="en-US" altLang="zh-CN" b="1" dirty="0"/>
          </a:p>
          <a:p>
            <a:endParaRPr lang="en-US" altLang="zh-CN" b="1" dirty="0"/>
          </a:p>
          <a:p>
            <a:r>
              <a:rPr lang="en-US" altLang="zh-CN" b="1" dirty="0"/>
              <a:t>LR(0)</a:t>
            </a:r>
            <a:r>
              <a:rPr lang="zh-CN" altLang="en-US" dirty="0"/>
              <a:t>项目集族及识别活前缀的</a:t>
            </a:r>
            <a:r>
              <a:rPr lang="en-US" altLang="zh-CN" b="1" dirty="0"/>
              <a:t>DFA</a:t>
            </a:r>
          </a:p>
          <a:p>
            <a:endParaRPr lang="en-US" altLang="zh-CN" b="1" i="1" dirty="0">
              <a:sym typeface="Symbol" panose="05050102010706020507" pitchFamily="18" charset="2"/>
            </a:endParaRPr>
          </a:p>
          <a:p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A993DFB-B09B-4B16-956B-D139371AF62B}"/>
              </a:ext>
            </a:extLst>
          </p:cNvPr>
          <p:cNvSpPr txBox="1"/>
          <p:nvPr/>
        </p:nvSpPr>
        <p:spPr>
          <a:xfrm>
            <a:off x="3376568" y="1776731"/>
            <a:ext cx="268028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(0)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 E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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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E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(1)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E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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E + T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(2)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E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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T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(3)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T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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TF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(4)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T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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F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 </a:t>
            </a: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(5)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F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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F*</a:t>
            </a: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(6)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F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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a</a:t>
            </a:r>
          </a:p>
          <a:p>
            <a:pPr algn="just">
              <a:spcBef>
                <a:spcPct val="0"/>
              </a:spcBef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(7)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F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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b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1394EF-680F-8955-B2E3-CC5FC22E2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0C0D9-33A7-4A22-8236-48BE3191D873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9C5DEC-04F1-532E-71AD-73C994D83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F97196-5533-9AAD-7112-E8E35819E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006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>
            <a:extLst>
              <a:ext uri="{FF2B5EF4-FFF2-40B4-BE49-F238E27FC236}">
                <a16:creationId xmlns:a16="http://schemas.microsoft.com/office/drawing/2014/main" id="{4EFA2E2D-7B9F-42A7-AD9B-788ED77F28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223" y="153710"/>
            <a:ext cx="1647938" cy="3382149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008000"/>
            </a:solidFill>
            <a:miter lim="800000"/>
            <a:headEnd/>
            <a:tailEnd/>
          </a:ln>
        </p:spPr>
        <p:txBody>
          <a:bodyPr wrap="none"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宋体" panose="02010600030101010101" pitchFamily="2" charset="-122"/>
              </a:rPr>
              <a:t>I</a:t>
            </a:r>
            <a:r>
              <a:rPr lang="en-US" altLang="zh-CN" sz="2400" b="1" baseline="-25000" dirty="0">
                <a:ea typeface="宋体" panose="02010600030101010101" pitchFamily="2" charset="-122"/>
              </a:rPr>
              <a:t>0</a:t>
            </a:r>
            <a:r>
              <a:rPr lang="en-US" altLang="zh-CN" sz="2400" b="1" dirty="0">
                <a:ea typeface="宋体" panose="02010600030101010101" pitchFamily="2" charset="-122"/>
              </a:rPr>
              <a:t>: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ea typeface="宋体" panose="02010600030101010101" pitchFamily="2" charset="-122"/>
              </a:rPr>
              <a:t>E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  </a:t>
            </a:r>
            <a:r>
              <a:rPr lang="en-US" altLang="zh-CN" sz="2400" b="1" i="1" dirty="0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endParaRPr lang="en-US" altLang="zh-CN" sz="2400" b="1" i="1" dirty="0">
              <a:ea typeface="宋体" panose="02010600030101010101" pitchFamily="2" charset="-12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  </a:t>
            </a:r>
            <a:r>
              <a:rPr lang="en-US" altLang="zh-CN" sz="2400" b="1" i="1" dirty="0"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ea typeface="宋体" panose="02010600030101010101" pitchFamily="2" charset="-122"/>
              </a:rPr>
              <a:t>+ </a:t>
            </a:r>
            <a:r>
              <a:rPr lang="en-US" altLang="zh-CN" sz="2400" b="1" i="1" dirty="0">
                <a:ea typeface="宋体" panose="02010600030101010101" pitchFamily="2" charset="-122"/>
              </a:rPr>
              <a:t>T</a:t>
            </a:r>
            <a:endParaRPr lang="en-US" altLang="zh-CN" sz="2400" b="1" dirty="0">
              <a:ea typeface="宋体" panose="02010600030101010101" pitchFamily="2" charset="-12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  </a:t>
            </a:r>
            <a:r>
              <a:rPr lang="en-US" altLang="zh-CN" sz="2400" b="1" i="1" dirty="0">
                <a:ea typeface="宋体" panose="02010600030101010101" pitchFamily="2" charset="-122"/>
              </a:rPr>
              <a:t>T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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  <a:r>
              <a:rPr lang="en-US" altLang="zh-CN" sz="2400" b="1" i="1" dirty="0">
                <a:ea typeface="宋体" panose="02010600030101010101" pitchFamily="2" charset="-122"/>
                <a:sym typeface="Symbol" panose="05050102010706020507" pitchFamily="18" charset="2"/>
              </a:rPr>
              <a:t>TF</a:t>
            </a:r>
            <a:endParaRPr lang="en-US" altLang="zh-CN" sz="2400" b="1" i="1" dirty="0">
              <a:ea typeface="宋体" panose="02010600030101010101" pitchFamily="2" charset="-12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  </a:t>
            </a:r>
            <a:r>
              <a:rPr lang="en-US" altLang="zh-CN" sz="2400" b="1" i="1" dirty="0">
                <a:ea typeface="宋体" panose="02010600030101010101" pitchFamily="2" charset="-122"/>
              </a:rPr>
              <a:t>F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ea typeface="宋体" panose="02010600030101010101" pitchFamily="2" charset="-122"/>
              </a:rPr>
              <a:t>F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  </a:t>
            </a:r>
            <a:r>
              <a:rPr lang="en-US" altLang="zh-CN" sz="2400" b="1" i="1" dirty="0">
                <a:ea typeface="宋体" panose="02010600030101010101" pitchFamily="2" charset="-122"/>
              </a:rPr>
              <a:t>F*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ea typeface="宋体" panose="02010600030101010101" pitchFamily="2" charset="-122"/>
              </a:rPr>
              <a:t>F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  </a:t>
            </a:r>
            <a:r>
              <a:rPr lang="en-US" altLang="zh-CN" sz="2400" b="1" i="1" dirty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</a:p>
          <a:p>
            <a:pPr algn="just">
              <a:spcBef>
                <a:spcPct val="0"/>
              </a:spcBef>
              <a:buClrTx/>
              <a:buSzTx/>
              <a:buNone/>
            </a:pPr>
            <a:r>
              <a:rPr lang="en-US" altLang="zh-CN" sz="2400" b="1" i="1" dirty="0">
                <a:ea typeface="宋体" panose="02010600030101010101" pitchFamily="2" charset="-122"/>
              </a:rPr>
              <a:t>F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  </a:t>
            </a:r>
            <a:r>
              <a:rPr lang="en-US" altLang="zh-CN" sz="2400" b="1" i="1" dirty="0"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22E3FB6E-A1D5-4756-B2B7-B0EAC2D635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8481" y="153710"/>
            <a:ext cx="1647938" cy="1166158"/>
          </a:xfrm>
          <a:prstGeom prst="rect">
            <a:avLst/>
          </a:prstGeom>
          <a:noFill/>
          <a:ln w="25400" algn="ctr">
            <a:solidFill>
              <a:srgbClr val="008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宋体" panose="02010600030101010101" pitchFamily="2" charset="-122"/>
              </a:rPr>
              <a:t>I</a:t>
            </a:r>
            <a:r>
              <a:rPr lang="en-US" altLang="zh-CN" sz="2400" b="1" baseline="-25000" dirty="0">
                <a:ea typeface="宋体" panose="02010600030101010101" pitchFamily="2" charset="-122"/>
              </a:rPr>
              <a:t>1</a:t>
            </a:r>
            <a:r>
              <a:rPr lang="en-US" altLang="zh-CN" sz="2400" b="1" dirty="0">
                <a:ea typeface="宋体" panose="02010600030101010101" pitchFamily="2" charset="-122"/>
              </a:rPr>
              <a:t>: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ea typeface="宋体" panose="02010600030101010101" pitchFamily="2" charset="-122"/>
              </a:rPr>
              <a:t>E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 dirty="0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  </a:t>
            </a:r>
            <a:endParaRPr lang="en-US" altLang="zh-CN" sz="2400" b="1" i="1" dirty="0">
              <a:ea typeface="宋体" panose="02010600030101010101" pitchFamily="2" charset="-12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 dirty="0"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 </a:t>
            </a:r>
            <a:r>
              <a:rPr lang="en-US" altLang="zh-CN" sz="2400" b="1" dirty="0">
                <a:ea typeface="宋体" panose="02010600030101010101" pitchFamily="2" charset="-122"/>
              </a:rPr>
              <a:t>+ </a:t>
            </a:r>
            <a:r>
              <a:rPr lang="en-US" altLang="zh-CN" sz="2400" b="1" i="1" dirty="0">
                <a:ea typeface="宋体" panose="02010600030101010101" pitchFamily="2" charset="-122"/>
              </a:rPr>
              <a:t>T</a:t>
            </a:r>
            <a:endParaRPr lang="en-US" altLang="zh-CN" sz="2400" b="1" dirty="0">
              <a:ea typeface="宋体" panose="02010600030101010101" pitchFamily="2" charset="-122"/>
            </a:endParaRP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ADA2964C-4036-47A3-ABCA-2224D9B0F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8481" y="1554671"/>
            <a:ext cx="1647938" cy="2274154"/>
          </a:xfrm>
          <a:prstGeom prst="rect">
            <a:avLst/>
          </a:prstGeom>
          <a:noFill/>
          <a:ln w="25400" algn="ctr">
            <a:solidFill>
              <a:srgbClr val="008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宋体" panose="02010600030101010101" pitchFamily="2" charset="-122"/>
              </a:rPr>
              <a:t>I</a:t>
            </a:r>
            <a:r>
              <a:rPr lang="en-US" altLang="zh-CN" sz="2400" b="1" baseline="-25000" dirty="0">
                <a:ea typeface="宋体" panose="02010600030101010101" pitchFamily="2" charset="-122"/>
              </a:rPr>
              <a:t>2</a:t>
            </a:r>
            <a:r>
              <a:rPr lang="en-US" altLang="zh-CN" sz="2400" b="1" dirty="0">
                <a:ea typeface="宋体" panose="02010600030101010101" pitchFamily="2" charset="-122"/>
              </a:rPr>
              <a:t>: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 dirty="0">
                <a:ea typeface="宋体" panose="02010600030101010101" pitchFamily="2" charset="-122"/>
              </a:rPr>
              <a:t>T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  </a:t>
            </a:r>
            <a:endParaRPr lang="en-US" altLang="zh-CN" sz="2400" b="1" i="1" dirty="0">
              <a:ea typeface="宋体" panose="02010600030101010101" pitchFamily="2" charset="-12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ea typeface="宋体" panose="02010600030101010101" pitchFamily="2" charset="-122"/>
              </a:rPr>
              <a:t> </a:t>
            </a:r>
            <a:r>
              <a:rPr lang="en-US" altLang="zh-CN" sz="2400" b="1" i="1" dirty="0"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 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  <a:r>
              <a:rPr lang="en-US" altLang="zh-CN" sz="2400" b="1" i="1" dirty="0"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endParaRPr lang="en-US" altLang="zh-CN" sz="2400" b="1" i="1" dirty="0">
              <a:ea typeface="宋体" panose="02010600030101010101" pitchFamily="2" charset="-12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ea typeface="宋体" panose="02010600030101010101" pitchFamily="2" charset="-122"/>
              </a:rPr>
              <a:t>F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  </a:t>
            </a:r>
            <a:r>
              <a:rPr lang="en-US" altLang="zh-CN" sz="2400" b="1" i="1" dirty="0">
                <a:ea typeface="宋体" panose="02010600030101010101" pitchFamily="2" charset="-122"/>
              </a:rPr>
              <a:t>F*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ea typeface="宋体" panose="02010600030101010101" pitchFamily="2" charset="-122"/>
              </a:rPr>
              <a:t>F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  </a:t>
            </a:r>
            <a:r>
              <a:rPr lang="en-US" altLang="zh-CN" sz="2400" b="1" i="1" dirty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</a:p>
          <a:p>
            <a:pPr algn="just">
              <a:spcBef>
                <a:spcPct val="0"/>
              </a:spcBef>
              <a:buClrTx/>
              <a:buSzTx/>
              <a:buNone/>
            </a:pPr>
            <a:r>
              <a:rPr lang="en-US" altLang="zh-CN" sz="2400" b="1" i="1" dirty="0">
                <a:ea typeface="宋体" panose="02010600030101010101" pitchFamily="2" charset="-122"/>
              </a:rPr>
              <a:t>F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  </a:t>
            </a:r>
            <a:r>
              <a:rPr lang="en-US" altLang="zh-CN" sz="2400" b="1" i="1" dirty="0"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4FF8651D-0840-4A86-8284-567790AFE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8481" y="4063628"/>
            <a:ext cx="1647938" cy="1166158"/>
          </a:xfrm>
          <a:prstGeom prst="rect">
            <a:avLst/>
          </a:prstGeom>
          <a:noFill/>
          <a:ln w="25400" algn="ctr">
            <a:solidFill>
              <a:srgbClr val="008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宋体" panose="02010600030101010101" pitchFamily="2" charset="-122"/>
              </a:rPr>
              <a:t>I</a:t>
            </a:r>
            <a:r>
              <a:rPr lang="en-US" altLang="zh-CN" sz="2400" b="1" baseline="-25000" dirty="0">
                <a:ea typeface="宋体" panose="02010600030101010101" pitchFamily="2" charset="-122"/>
              </a:rPr>
              <a:t>3</a:t>
            </a:r>
            <a:r>
              <a:rPr lang="en-US" altLang="zh-CN" sz="2400" b="1" dirty="0">
                <a:ea typeface="宋体" panose="02010600030101010101" pitchFamily="2" charset="-122"/>
              </a:rPr>
              <a:t>: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 dirty="0">
                <a:ea typeface="宋体" panose="02010600030101010101" pitchFamily="2" charset="-122"/>
              </a:rPr>
              <a:t>F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  </a:t>
            </a:r>
            <a:endParaRPr lang="en-US" altLang="zh-CN" sz="2400" b="1" i="1" dirty="0">
              <a:ea typeface="宋体" panose="02010600030101010101" pitchFamily="2" charset="-12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ea typeface="宋体" panose="02010600030101010101" pitchFamily="2" charset="-122"/>
              </a:rPr>
              <a:t>F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 dirty="0">
                <a:ea typeface="宋体" panose="02010600030101010101" pitchFamily="2" charset="-122"/>
              </a:rPr>
              <a:t>F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  </a:t>
            </a:r>
            <a:r>
              <a:rPr lang="en-US" altLang="zh-CN" sz="2400" b="1" i="1" dirty="0">
                <a:ea typeface="宋体" panose="02010600030101010101" pitchFamily="2" charset="-122"/>
              </a:rPr>
              <a:t>*</a:t>
            </a: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96C241DF-CFD0-4A18-B044-B09B96A821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8481" y="5464589"/>
            <a:ext cx="1647938" cy="427494"/>
          </a:xfrm>
          <a:prstGeom prst="rect">
            <a:avLst/>
          </a:prstGeom>
          <a:noFill/>
          <a:ln w="25400" algn="ctr">
            <a:solidFill>
              <a:srgbClr val="008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宋体" panose="02010600030101010101" pitchFamily="2" charset="-122"/>
              </a:rPr>
              <a:t>I</a:t>
            </a:r>
            <a:r>
              <a:rPr lang="en-US" altLang="zh-CN" sz="2400" b="1" baseline="-25000" dirty="0">
                <a:ea typeface="宋体" panose="02010600030101010101" pitchFamily="2" charset="-122"/>
              </a:rPr>
              <a:t>4</a:t>
            </a:r>
            <a:r>
              <a:rPr lang="en-US" altLang="zh-CN" sz="2400" b="1" dirty="0">
                <a:ea typeface="宋体" panose="02010600030101010101" pitchFamily="2" charset="-122"/>
              </a:rPr>
              <a:t>: </a:t>
            </a:r>
            <a:r>
              <a:rPr lang="en-US" altLang="zh-CN" sz="2400" b="1" i="1" dirty="0">
                <a:ea typeface="宋体" panose="02010600030101010101" pitchFamily="2" charset="-122"/>
              </a:rPr>
              <a:t>F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 dirty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  </a:t>
            </a:r>
            <a:endParaRPr lang="en-US" altLang="zh-CN" sz="2400" b="1" i="1" dirty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CF2194BC-8F66-40AF-9549-2DFFD95A46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8481" y="6123036"/>
            <a:ext cx="1647938" cy="427494"/>
          </a:xfrm>
          <a:prstGeom prst="rect">
            <a:avLst/>
          </a:prstGeom>
          <a:noFill/>
          <a:ln w="25400" algn="ctr">
            <a:solidFill>
              <a:srgbClr val="008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宋体" panose="02010600030101010101" pitchFamily="2" charset="-122"/>
              </a:rPr>
              <a:t>I</a:t>
            </a:r>
            <a:r>
              <a:rPr lang="en-US" altLang="zh-CN" sz="2400" b="1" baseline="-25000" dirty="0">
                <a:ea typeface="宋体" panose="02010600030101010101" pitchFamily="2" charset="-122"/>
              </a:rPr>
              <a:t>5</a:t>
            </a:r>
            <a:r>
              <a:rPr lang="en-US" altLang="zh-CN" sz="2400" b="1" dirty="0">
                <a:ea typeface="宋体" panose="02010600030101010101" pitchFamily="2" charset="-122"/>
              </a:rPr>
              <a:t>: </a:t>
            </a:r>
            <a:r>
              <a:rPr lang="en-US" altLang="zh-CN" sz="2400" b="1" i="1" dirty="0">
                <a:ea typeface="宋体" panose="02010600030101010101" pitchFamily="2" charset="-122"/>
              </a:rPr>
              <a:t>F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 dirty="0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  </a:t>
            </a:r>
            <a:endParaRPr lang="en-US" altLang="zh-CN" sz="2400" b="1" i="1" dirty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1" name="Text Box 4">
            <a:extLst>
              <a:ext uri="{FF2B5EF4-FFF2-40B4-BE49-F238E27FC236}">
                <a16:creationId xmlns:a16="http://schemas.microsoft.com/office/drawing/2014/main" id="{5D890738-C663-44FD-9650-31F6505851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9739" y="153710"/>
            <a:ext cx="1647938" cy="2643486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008000"/>
            </a:solidFill>
            <a:miter lim="800000"/>
            <a:headEnd/>
            <a:tailEnd/>
          </a:ln>
        </p:spPr>
        <p:txBody>
          <a:bodyPr wrap="square"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宋体" panose="02010600030101010101" pitchFamily="2" charset="-122"/>
              </a:rPr>
              <a:t>I</a:t>
            </a:r>
            <a:r>
              <a:rPr lang="en-US" altLang="zh-CN" sz="2400" b="1" baseline="-25000" dirty="0">
                <a:ea typeface="宋体" panose="02010600030101010101" pitchFamily="2" charset="-122"/>
              </a:rPr>
              <a:t>6</a:t>
            </a:r>
            <a:r>
              <a:rPr lang="en-US" altLang="zh-CN" sz="2400" b="1" dirty="0">
                <a:ea typeface="宋体" panose="02010600030101010101" pitchFamily="2" charset="-122"/>
              </a:rPr>
              <a:t>: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 dirty="0"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ea typeface="宋体" panose="02010600030101010101" pitchFamily="2" charset="-122"/>
              </a:rPr>
              <a:t>+ 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 </a:t>
            </a:r>
            <a:r>
              <a:rPr lang="en-US" altLang="zh-CN" sz="2400" b="1" i="1" dirty="0">
                <a:ea typeface="宋体" panose="02010600030101010101" pitchFamily="2" charset="-122"/>
              </a:rPr>
              <a:t>T</a:t>
            </a:r>
            <a:endParaRPr lang="en-US" altLang="zh-CN" sz="2400" b="1" dirty="0">
              <a:ea typeface="宋体" panose="02010600030101010101" pitchFamily="2" charset="-12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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  <a:r>
              <a:rPr lang="en-US" altLang="zh-CN" sz="2400" b="1" i="1" dirty="0">
                <a:ea typeface="宋体" panose="02010600030101010101" pitchFamily="2" charset="-122"/>
                <a:sym typeface="Symbol" panose="05050102010706020507" pitchFamily="18" charset="2"/>
              </a:rPr>
              <a:t>TF</a:t>
            </a:r>
            <a:endParaRPr lang="en-US" altLang="zh-CN" sz="2400" b="1" i="1" dirty="0">
              <a:ea typeface="宋体" panose="02010600030101010101" pitchFamily="2" charset="-12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  </a:t>
            </a:r>
            <a:r>
              <a:rPr lang="en-US" altLang="zh-CN" sz="2400" b="1" i="1" dirty="0">
                <a:ea typeface="宋体" panose="02010600030101010101" pitchFamily="2" charset="-122"/>
              </a:rPr>
              <a:t>F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ea typeface="宋体" panose="02010600030101010101" pitchFamily="2" charset="-122"/>
              </a:rPr>
              <a:t>F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  </a:t>
            </a:r>
            <a:r>
              <a:rPr lang="en-US" altLang="zh-CN" sz="2400" b="1" i="1" dirty="0">
                <a:ea typeface="宋体" panose="02010600030101010101" pitchFamily="2" charset="-122"/>
              </a:rPr>
              <a:t>F*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ea typeface="宋体" panose="02010600030101010101" pitchFamily="2" charset="-122"/>
              </a:rPr>
              <a:t>F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  </a:t>
            </a:r>
            <a:r>
              <a:rPr lang="en-US" altLang="zh-CN" sz="2400" b="1" i="1" dirty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</a:p>
          <a:p>
            <a:pPr algn="just">
              <a:spcBef>
                <a:spcPct val="0"/>
              </a:spcBef>
              <a:buClrTx/>
              <a:buSzTx/>
              <a:buNone/>
            </a:pPr>
            <a:r>
              <a:rPr lang="en-US" altLang="zh-CN" sz="2400" b="1" i="1" dirty="0">
                <a:ea typeface="宋体" panose="02010600030101010101" pitchFamily="2" charset="-122"/>
              </a:rPr>
              <a:t>F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  </a:t>
            </a:r>
            <a:r>
              <a:rPr lang="en-US" altLang="zh-CN" sz="2400" b="1" i="1" dirty="0"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12" name="Text Box 4">
            <a:extLst>
              <a:ext uri="{FF2B5EF4-FFF2-40B4-BE49-F238E27FC236}">
                <a16:creationId xmlns:a16="http://schemas.microsoft.com/office/drawing/2014/main" id="{220176D3-060B-4D49-96F0-09720C716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9739" y="3054991"/>
            <a:ext cx="1647938" cy="1166158"/>
          </a:xfrm>
          <a:prstGeom prst="rect">
            <a:avLst/>
          </a:prstGeom>
          <a:noFill/>
          <a:ln w="25400" algn="ctr">
            <a:solidFill>
              <a:srgbClr val="008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宋体" panose="02010600030101010101" pitchFamily="2" charset="-122"/>
              </a:rPr>
              <a:t>I</a:t>
            </a:r>
            <a:r>
              <a:rPr lang="en-US" altLang="zh-CN" sz="2400" b="1" baseline="-25000" dirty="0">
                <a:ea typeface="宋体" panose="02010600030101010101" pitchFamily="2" charset="-122"/>
              </a:rPr>
              <a:t>7</a:t>
            </a:r>
            <a:r>
              <a:rPr lang="en-US" altLang="zh-CN" sz="2400" b="1" dirty="0">
                <a:ea typeface="宋体" panose="02010600030101010101" pitchFamily="2" charset="-122"/>
              </a:rPr>
              <a:t>: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ea typeface="宋体" panose="02010600030101010101" pitchFamily="2" charset="-122"/>
              </a:rPr>
              <a:t> </a:t>
            </a:r>
            <a:r>
              <a:rPr lang="en-US" altLang="zh-CN" sz="2400" b="1" i="1" dirty="0">
                <a:ea typeface="宋体" panose="02010600030101010101" pitchFamily="2" charset="-122"/>
                <a:sym typeface="Symbol" panose="05050102010706020507" pitchFamily="18" charset="2"/>
              </a:rPr>
              <a:t>TF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 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  <a:endParaRPr lang="en-US" altLang="zh-CN" sz="2400" b="1" i="1" dirty="0">
              <a:ea typeface="宋体" panose="02010600030101010101" pitchFamily="2" charset="-12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ea typeface="宋体" panose="02010600030101010101" pitchFamily="2" charset="-122"/>
              </a:rPr>
              <a:t>F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 dirty="0">
                <a:ea typeface="宋体" panose="02010600030101010101" pitchFamily="2" charset="-122"/>
              </a:rPr>
              <a:t>F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  </a:t>
            </a:r>
            <a:r>
              <a:rPr lang="en-US" altLang="zh-CN" sz="2400" b="1" i="1" dirty="0">
                <a:ea typeface="宋体" panose="02010600030101010101" pitchFamily="2" charset="-122"/>
              </a:rPr>
              <a:t>*</a:t>
            </a:r>
          </a:p>
        </p:txBody>
      </p:sp>
      <p:sp>
        <p:nvSpPr>
          <p:cNvPr id="13" name="Text Box 4">
            <a:extLst>
              <a:ext uri="{FF2B5EF4-FFF2-40B4-BE49-F238E27FC236}">
                <a16:creationId xmlns:a16="http://schemas.microsoft.com/office/drawing/2014/main" id="{EB8F8055-8DED-4D7D-BF2E-D66A28C50C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8180" y="5464589"/>
            <a:ext cx="1647938" cy="796826"/>
          </a:xfrm>
          <a:prstGeom prst="rect">
            <a:avLst/>
          </a:prstGeom>
          <a:noFill/>
          <a:ln w="25400" algn="ctr">
            <a:solidFill>
              <a:srgbClr val="008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宋体" panose="02010600030101010101" pitchFamily="2" charset="-122"/>
              </a:rPr>
              <a:t>I</a:t>
            </a:r>
            <a:r>
              <a:rPr lang="en-US" altLang="zh-CN" sz="2400" b="1" baseline="-25000" dirty="0">
                <a:ea typeface="宋体" panose="02010600030101010101" pitchFamily="2" charset="-122"/>
              </a:rPr>
              <a:t>8</a:t>
            </a:r>
            <a:r>
              <a:rPr lang="en-US" altLang="zh-CN" sz="2400" b="1" dirty="0">
                <a:ea typeface="宋体" panose="02010600030101010101" pitchFamily="2" charset="-122"/>
              </a:rPr>
              <a:t>: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ea typeface="宋体" panose="02010600030101010101" pitchFamily="2" charset="-122"/>
              </a:rPr>
              <a:t>F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 dirty="0">
                <a:ea typeface="宋体" panose="02010600030101010101" pitchFamily="2" charset="-122"/>
              </a:rPr>
              <a:t>F*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  </a:t>
            </a:r>
            <a:endParaRPr lang="en-US" altLang="zh-CN" sz="2400" b="1" i="1" dirty="0">
              <a:ea typeface="宋体" panose="02010600030101010101" pitchFamily="2" charset="-122"/>
            </a:endParaRPr>
          </a:p>
        </p:txBody>
      </p:sp>
      <p:sp>
        <p:nvSpPr>
          <p:cNvPr id="14" name="Text Box 4">
            <a:extLst>
              <a:ext uri="{FF2B5EF4-FFF2-40B4-BE49-F238E27FC236}">
                <a16:creationId xmlns:a16="http://schemas.microsoft.com/office/drawing/2014/main" id="{2C368166-1BE1-4B74-A2EE-845D60CE25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0997" y="153710"/>
            <a:ext cx="1647938" cy="2274154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008000"/>
            </a:solidFill>
            <a:miter lim="800000"/>
            <a:headEnd/>
            <a:tailEnd/>
          </a:ln>
        </p:spPr>
        <p:txBody>
          <a:bodyPr wrap="square"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宋体" panose="02010600030101010101" pitchFamily="2" charset="-122"/>
              </a:rPr>
              <a:t>I</a:t>
            </a:r>
            <a:r>
              <a:rPr lang="en-US" altLang="zh-CN" sz="2400" b="1" baseline="-25000" dirty="0">
                <a:ea typeface="宋体" panose="02010600030101010101" pitchFamily="2" charset="-122"/>
              </a:rPr>
              <a:t>9</a:t>
            </a:r>
            <a:r>
              <a:rPr lang="en-US" altLang="zh-CN" sz="2400" b="1" dirty="0">
                <a:ea typeface="宋体" panose="02010600030101010101" pitchFamily="2" charset="-122"/>
              </a:rPr>
              <a:t>: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 dirty="0"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ea typeface="宋体" panose="02010600030101010101" pitchFamily="2" charset="-122"/>
              </a:rPr>
              <a:t>+ </a:t>
            </a:r>
            <a:r>
              <a:rPr lang="en-US" altLang="zh-CN" sz="2400" b="1" i="1" dirty="0">
                <a:ea typeface="宋体" panose="02010600030101010101" pitchFamily="2" charset="-122"/>
              </a:rPr>
              <a:t>T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  </a:t>
            </a:r>
            <a:endParaRPr lang="en-US" altLang="zh-CN" sz="2400" b="1" dirty="0">
              <a:ea typeface="宋体" panose="02010600030101010101" pitchFamily="2" charset="-12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ea typeface="宋体" panose="02010600030101010101" pitchFamily="2" charset="-122"/>
              </a:rPr>
              <a:t> </a:t>
            </a:r>
            <a:r>
              <a:rPr lang="en-US" altLang="zh-CN" sz="2400" b="1" i="1" dirty="0"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 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  <a:r>
              <a:rPr lang="en-US" altLang="zh-CN" sz="2400" b="1" i="1" dirty="0"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endParaRPr lang="en-US" altLang="zh-CN" sz="2400" b="1" i="1" dirty="0">
              <a:ea typeface="宋体" panose="02010600030101010101" pitchFamily="2" charset="-12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ea typeface="宋体" panose="02010600030101010101" pitchFamily="2" charset="-122"/>
              </a:rPr>
              <a:t>F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  </a:t>
            </a:r>
            <a:r>
              <a:rPr lang="en-US" altLang="zh-CN" sz="2400" b="1" i="1" dirty="0">
                <a:ea typeface="宋体" panose="02010600030101010101" pitchFamily="2" charset="-122"/>
              </a:rPr>
              <a:t>F*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ea typeface="宋体" panose="02010600030101010101" pitchFamily="2" charset="-122"/>
              </a:rPr>
              <a:t>F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  </a:t>
            </a:r>
            <a:r>
              <a:rPr lang="en-US" altLang="zh-CN" sz="2400" b="1" i="1" dirty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</a:p>
          <a:p>
            <a:pPr algn="just">
              <a:spcBef>
                <a:spcPct val="0"/>
              </a:spcBef>
              <a:buClrTx/>
              <a:buSzTx/>
              <a:buNone/>
            </a:pPr>
            <a:r>
              <a:rPr lang="en-US" altLang="zh-CN" sz="2400" b="1" i="1" dirty="0">
                <a:ea typeface="宋体" panose="02010600030101010101" pitchFamily="2" charset="-122"/>
              </a:rPr>
              <a:t>F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  </a:t>
            </a:r>
            <a:r>
              <a:rPr lang="en-US" altLang="zh-CN" sz="2400" b="1" i="1" dirty="0">
                <a:ea typeface="宋体" panose="02010600030101010101" pitchFamily="2" charset="-122"/>
              </a:rPr>
              <a:t>b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42FE47D8-037E-48BB-BB87-4171E60E953B}"/>
              </a:ext>
            </a:extLst>
          </p:cNvPr>
          <p:cNvGrpSpPr/>
          <p:nvPr/>
        </p:nvGrpSpPr>
        <p:grpSpPr>
          <a:xfrm>
            <a:off x="1985161" y="401181"/>
            <a:ext cx="593320" cy="427494"/>
            <a:chOff x="4191000" y="1096506"/>
            <a:chExt cx="593320" cy="427494"/>
          </a:xfrm>
        </p:grpSpPr>
        <p:sp>
          <p:nvSpPr>
            <p:cNvPr id="15" name="Line 21">
              <a:extLst>
                <a:ext uri="{FF2B5EF4-FFF2-40B4-BE49-F238E27FC236}">
                  <a16:creationId xmlns:a16="http://schemas.microsoft.com/office/drawing/2014/main" id="{04B9977D-571E-4C5D-8C1F-45F561158E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1000" y="1524000"/>
              <a:ext cx="593320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 b="1"/>
            </a:p>
          </p:txBody>
        </p:sp>
        <p:sp>
          <p:nvSpPr>
            <p:cNvPr id="16" name="Text Box 37">
              <a:extLst>
                <a:ext uri="{FF2B5EF4-FFF2-40B4-BE49-F238E27FC236}">
                  <a16:creationId xmlns:a16="http://schemas.microsoft.com/office/drawing/2014/main" id="{847BBEE6-08AA-47DF-B301-15340E922D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0540" y="1096506"/>
              <a:ext cx="314239" cy="4274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 dirty="0">
                  <a:ea typeface="宋体" panose="02010600030101010101" pitchFamily="2" charset="-122"/>
                </a:rPr>
                <a:t>E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774A6144-BCAB-4207-8927-1A68AA1C2DD8}"/>
              </a:ext>
            </a:extLst>
          </p:cNvPr>
          <p:cNvGrpSpPr/>
          <p:nvPr/>
        </p:nvGrpSpPr>
        <p:grpSpPr>
          <a:xfrm>
            <a:off x="1972841" y="2214117"/>
            <a:ext cx="593320" cy="427494"/>
            <a:chOff x="4191000" y="1096506"/>
            <a:chExt cx="593320" cy="427494"/>
          </a:xfrm>
        </p:grpSpPr>
        <p:sp>
          <p:nvSpPr>
            <p:cNvPr id="19" name="Line 21">
              <a:extLst>
                <a:ext uri="{FF2B5EF4-FFF2-40B4-BE49-F238E27FC236}">
                  <a16:creationId xmlns:a16="http://schemas.microsoft.com/office/drawing/2014/main" id="{07BD922D-CEF6-4D5D-A498-12099999E8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1000" y="1524000"/>
              <a:ext cx="593320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 b="1"/>
            </a:p>
          </p:txBody>
        </p:sp>
        <p:sp>
          <p:nvSpPr>
            <p:cNvPr id="20" name="Text Box 37">
              <a:extLst>
                <a:ext uri="{FF2B5EF4-FFF2-40B4-BE49-F238E27FC236}">
                  <a16:creationId xmlns:a16="http://schemas.microsoft.com/office/drawing/2014/main" id="{1AA87E58-ED60-405E-BB92-564BC62B91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9356" y="1096506"/>
              <a:ext cx="296607" cy="4274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 dirty="0">
                  <a:ea typeface="宋体" panose="02010600030101010101" pitchFamily="2" charset="-122"/>
                </a:rPr>
                <a:t>T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DD756325-AF26-44F7-924B-A6E5C6E10D19}"/>
              </a:ext>
            </a:extLst>
          </p:cNvPr>
          <p:cNvGrpSpPr/>
          <p:nvPr/>
        </p:nvGrpSpPr>
        <p:grpSpPr>
          <a:xfrm>
            <a:off x="1628775" y="4265197"/>
            <a:ext cx="972816" cy="427494"/>
            <a:chOff x="3811504" y="1120904"/>
            <a:chExt cx="972816" cy="427494"/>
          </a:xfrm>
        </p:grpSpPr>
        <p:sp>
          <p:nvSpPr>
            <p:cNvPr id="22" name="Line 21">
              <a:extLst>
                <a:ext uri="{FF2B5EF4-FFF2-40B4-BE49-F238E27FC236}">
                  <a16:creationId xmlns:a16="http://schemas.microsoft.com/office/drawing/2014/main" id="{82BFA7CD-053C-448C-9022-4BD1A4E3DD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1504" y="1524000"/>
              <a:ext cx="972816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 b="1"/>
            </a:p>
          </p:txBody>
        </p:sp>
        <p:sp>
          <p:nvSpPr>
            <p:cNvPr id="23" name="Text Box 37">
              <a:extLst>
                <a:ext uri="{FF2B5EF4-FFF2-40B4-BE49-F238E27FC236}">
                  <a16:creationId xmlns:a16="http://schemas.microsoft.com/office/drawing/2014/main" id="{7E3C4D73-95EC-4406-8B01-47FDF2F0DC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7890" y="1120904"/>
              <a:ext cx="314239" cy="4274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 dirty="0">
                  <a:ea typeface="宋体" panose="02010600030101010101" pitchFamily="2" charset="-122"/>
                </a:rPr>
                <a:t>F</a:t>
              </a:r>
            </a:p>
          </p:txBody>
        </p:sp>
      </p:grp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C885F401-19A4-4572-A983-3B5E7F4C1B22}"/>
              </a:ext>
            </a:extLst>
          </p:cNvPr>
          <p:cNvCxnSpPr>
            <a:cxnSpLocks/>
          </p:cNvCxnSpPr>
          <p:nvPr/>
        </p:nvCxnSpPr>
        <p:spPr>
          <a:xfrm>
            <a:off x="1628775" y="3527074"/>
            <a:ext cx="0" cy="2809709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4398F450-23D5-4A60-8367-A3923C75820B}"/>
              </a:ext>
            </a:extLst>
          </p:cNvPr>
          <p:cNvGrpSpPr/>
          <p:nvPr/>
        </p:nvGrpSpPr>
        <p:grpSpPr>
          <a:xfrm>
            <a:off x="1605665" y="5294015"/>
            <a:ext cx="972816" cy="427494"/>
            <a:chOff x="3811504" y="1120904"/>
            <a:chExt cx="972816" cy="427494"/>
          </a:xfrm>
        </p:grpSpPr>
        <p:sp>
          <p:nvSpPr>
            <p:cNvPr id="28" name="Line 21">
              <a:extLst>
                <a:ext uri="{FF2B5EF4-FFF2-40B4-BE49-F238E27FC236}">
                  <a16:creationId xmlns:a16="http://schemas.microsoft.com/office/drawing/2014/main" id="{46E4D633-740C-41AD-A7DD-932AE49E5D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1504" y="1524000"/>
              <a:ext cx="972816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 b="1"/>
            </a:p>
          </p:txBody>
        </p:sp>
        <p:sp>
          <p:nvSpPr>
            <p:cNvPr id="29" name="Text Box 37">
              <a:extLst>
                <a:ext uri="{FF2B5EF4-FFF2-40B4-BE49-F238E27FC236}">
                  <a16:creationId xmlns:a16="http://schemas.microsoft.com/office/drawing/2014/main" id="{7A9AE86A-1CC7-4D13-ACCF-E7137BEB6E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3538" y="1120904"/>
              <a:ext cx="262943" cy="4274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 dirty="0">
                  <a:ea typeface="宋体" panose="02010600030101010101" pitchFamily="2" charset="-122"/>
                </a:rPr>
                <a:t>a</a:t>
              </a: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FE68CB04-4E3A-45FE-A9E9-6704D22492D9}"/>
              </a:ext>
            </a:extLst>
          </p:cNvPr>
          <p:cNvGrpSpPr/>
          <p:nvPr/>
        </p:nvGrpSpPr>
        <p:grpSpPr>
          <a:xfrm>
            <a:off x="1617221" y="5943536"/>
            <a:ext cx="972816" cy="427494"/>
            <a:chOff x="3811504" y="1120904"/>
            <a:chExt cx="972816" cy="427494"/>
          </a:xfrm>
        </p:grpSpPr>
        <p:sp>
          <p:nvSpPr>
            <p:cNvPr id="31" name="Line 21">
              <a:extLst>
                <a:ext uri="{FF2B5EF4-FFF2-40B4-BE49-F238E27FC236}">
                  <a16:creationId xmlns:a16="http://schemas.microsoft.com/office/drawing/2014/main" id="{5B6E2296-B1E2-4F1C-BB90-E01B1E99AB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1504" y="1524000"/>
              <a:ext cx="972816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 b="1"/>
            </a:p>
          </p:txBody>
        </p:sp>
        <p:sp>
          <p:nvSpPr>
            <p:cNvPr id="32" name="Text Box 37">
              <a:extLst>
                <a:ext uri="{FF2B5EF4-FFF2-40B4-BE49-F238E27FC236}">
                  <a16:creationId xmlns:a16="http://schemas.microsoft.com/office/drawing/2014/main" id="{EE7BC57B-0686-408C-B522-587F38CB8F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3538" y="1120904"/>
              <a:ext cx="262943" cy="4274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 dirty="0">
                  <a:ea typeface="宋体" panose="02010600030101010101" pitchFamily="2" charset="-122"/>
                </a:rPr>
                <a:t>b</a:t>
              </a: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539A4C47-1415-4500-83DE-6A1E53493D57}"/>
              </a:ext>
            </a:extLst>
          </p:cNvPr>
          <p:cNvGrpSpPr/>
          <p:nvPr/>
        </p:nvGrpSpPr>
        <p:grpSpPr>
          <a:xfrm>
            <a:off x="4234860" y="401181"/>
            <a:ext cx="593320" cy="427494"/>
            <a:chOff x="4191000" y="1096506"/>
            <a:chExt cx="593320" cy="427494"/>
          </a:xfrm>
        </p:grpSpPr>
        <p:sp>
          <p:nvSpPr>
            <p:cNvPr id="34" name="Line 21">
              <a:extLst>
                <a:ext uri="{FF2B5EF4-FFF2-40B4-BE49-F238E27FC236}">
                  <a16:creationId xmlns:a16="http://schemas.microsoft.com/office/drawing/2014/main" id="{C6DB2030-89DB-4BE2-936F-A05818B1EC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1000" y="1524000"/>
              <a:ext cx="593320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 b="1"/>
            </a:p>
          </p:txBody>
        </p:sp>
        <p:sp>
          <p:nvSpPr>
            <p:cNvPr id="35" name="Text Box 37">
              <a:extLst>
                <a:ext uri="{FF2B5EF4-FFF2-40B4-BE49-F238E27FC236}">
                  <a16:creationId xmlns:a16="http://schemas.microsoft.com/office/drawing/2014/main" id="{5749D95D-5037-4101-8A24-69E3918D1D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5768" y="1096506"/>
              <a:ext cx="283783" cy="4274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 dirty="0">
                  <a:ea typeface="宋体" panose="02010600030101010101" pitchFamily="2" charset="-122"/>
                </a:rPr>
                <a:t>+</a:t>
              </a: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6CB76DDF-6C4A-4830-8431-D0E940F3615D}"/>
              </a:ext>
            </a:extLst>
          </p:cNvPr>
          <p:cNvGrpSpPr/>
          <p:nvPr/>
        </p:nvGrpSpPr>
        <p:grpSpPr>
          <a:xfrm>
            <a:off x="4222239" y="3099580"/>
            <a:ext cx="593320" cy="427494"/>
            <a:chOff x="4191000" y="1096506"/>
            <a:chExt cx="593320" cy="427494"/>
          </a:xfrm>
        </p:grpSpPr>
        <p:sp>
          <p:nvSpPr>
            <p:cNvPr id="37" name="Line 21">
              <a:extLst>
                <a:ext uri="{FF2B5EF4-FFF2-40B4-BE49-F238E27FC236}">
                  <a16:creationId xmlns:a16="http://schemas.microsoft.com/office/drawing/2014/main" id="{1CF92169-4B1E-4762-9F83-771C352CCA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1000" y="1524000"/>
              <a:ext cx="593320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 b="1"/>
            </a:p>
          </p:txBody>
        </p:sp>
        <p:sp>
          <p:nvSpPr>
            <p:cNvPr id="38" name="Text Box 37">
              <a:extLst>
                <a:ext uri="{FF2B5EF4-FFF2-40B4-BE49-F238E27FC236}">
                  <a16:creationId xmlns:a16="http://schemas.microsoft.com/office/drawing/2014/main" id="{9946F1B2-EA0B-4139-B121-066E535C03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0540" y="1096506"/>
              <a:ext cx="314239" cy="4274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 dirty="0">
                  <a:ea typeface="宋体" panose="02010600030101010101" pitchFamily="2" charset="-122"/>
                </a:rPr>
                <a:t>F</a:t>
              </a: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C656A5B6-4FF3-4476-AB20-38609E9DA899}"/>
              </a:ext>
            </a:extLst>
          </p:cNvPr>
          <p:cNvGrpSpPr/>
          <p:nvPr/>
        </p:nvGrpSpPr>
        <p:grpSpPr>
          <a:xfrm>
            <a:off x="4234860" y="5248314"/>
            <a:ext cx="593320" cy="473195"/>
            <a:chOff x="4191000" y="1050805"/>
            <a:chExt cx="593320" cy="473195"/>
          </a:xfrm>
        </p:grpSpPr>
        <p:sp>
          <p:nvSpPr>
            <p:cNvPr id="40" name="Line 21">
              <a:extLst>
                <a:ext uri="{FF2B5EF4-FFF2-40B4-BE49-F238E27FC236}">
                  <a16:creationId xmlns:a16="http://schemas.microsoft.com/office/drawing/2014/main" id="{C66CC2CD-E4E6-43E0-91B8-44732444A2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1000" y="1050806"/>
              <a:ext cx="593320" cy="473194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 b="1"/>
            </a:p>
          </p:txBody>
        </p:sp>
        <p:sp>
          <p:nvSpPr>
            <p:cNvPr id="41" name="Text Box 37">
              <a:extLst>
                <a:ext uri="{FF2B5EF4-FFF2-40B4-BE49-F238E27FC236}">
                  <a16:creationId xmlns:a16="http://schemas.microsoft.com/office/drawing/2014/main" id="{A799FE1A-C8D4-4F69-9428-1AD3FB57B1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1371" y="1050805"/>
              <a:ext cx="262943" cy="4274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 dirty="0">
                  <a:ea typeface="宋体" panose="02010600030101010101" pitchFamily="2" charset="-122"/>
                </a:rPr>
                <a:t>*</a:t>
              </a:r>
            </a:p>
          </p:txBody>
        </p:sp>
      </p:grp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11A28E27-C925-431A-A7DF-A8809DE7C0F9}"/>
              </a:ext>
            </a:extLst>
          </p:cNvPr>
          <p:cNvCxnSpPr>
            <a:cxnSpLocks/>
            <a:endCxn id="48" idx="0"/>
          </p:cNvCxnSpPr>
          <p:nvPr/>
        </p:nvCxnSpPr>
        <p:spPr>
          <a:xfrm>
            <a:off x="4391360" y="3535859"/>
            <a:ext cx="0" cy="1501235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A6606E5D-6703-4AEE-9496-4F595C9A21DE}"/>
              </a:ext>
            </a:extLst>
          </p:cNvPr>
          <p:cNvGrpSpPr/>
          <p:nvPr/>
        </p:nvGrpSpPr>
        <p:grpSpPr>
          <a:xfrm>
            <a:off x="4391360" y="4221149"/>
            <a:ext cx="972816" cy="427494"/>
            <a:chOff x="3811504" y="1120904"/>
            <a:chExt cx="972816" cy="427494"/>
          </a:xfrm>
        </p:grpSpPr>
        <p:sp>
          <p:nvSpPr>
            <p:cNvPr id="45" name="Line 21">
              <a:extLst>
                <a:ext uri="{FF2B5EF4-FFF2-40B4-BE49-F238E27FC236}">
                  <a16:creationId xmlns:a16="http://schemas.microsoft.com/office/drawing/2014/main" id="{9FECC699-1FC3-4448-9E21-24A65EE449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1504" y="1524000"/>
              <a:ext cx="972816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 b="1"/>
            </a:p>
          </p:txBody>
        </p:sp>
        <p:sp>
          <p:nvSpPr>
            <p:cNvPr id="46" name="Text Box 37">
              <a:extLst>
                <a:ext uri="{FF2B5EF4-FFF2-40B4-BE49-F238E27FC236}">
                  <a16:creationId xmlns:a16="http://schemas.microsoft.com/office/drawing/2014/main" id="{F09A5D8C-E422-4FBB-972B-264EBA7CDF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3538" y="1120904"/>
              <a:ext cx="262943" cy="4274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 dirty="0">
                  <a:ea typeface="宋体" panose="02010600030101010101" pitchFamily="2" charset="-122"/>
                </a:rPr>
                <a:t>a</a:t>
              </a:r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1707B426-BF0E-4B31-9AD7-6D87C9F06890}"/>
              </a:ext>
            </a:extLst>
          </p:cNvPr>
          <p:cNvGrpSpPr/>
          <p:nvPr/>
        </p:nvGrpSpPr>
        <p:grpSpPr>
          <a:xfrm>
            <a:off x="4391360" y="4633998"/>
            <a:ext cx="972816" cy="427494"/>
            <a:chOff x="3811504" y="1120904"/>
            <a:chExt cx="972816" cy="427494"/>
          </a:xfrm>
        </p:grpSpPr>
        <p:sp>
          <p:nvSpPr>
            <p:cNvPr id="48" name="Line 21">
              <a:extLst>
                <a:ext uri="{FF2B5EF4-FFF2-40B4-BE49-F238E27FC236}">
                  <a16:creationId xmlns:a16="http://schemas.microsoft.com/office/drawing/2014/main" id="{9DB91DEB-942B-45C6-BB4C-03CA1BE8F5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1504" y="1524000"/>
              <a:ext cx="972816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 b="1"/>
            </a:p>
          </p:txBody>
        </p:sp>
        <p:sp>
          <p:nvSpPr>
            <p:cNvPr id="49" name="Text Box 37">
              <a:extLst>
                <a:ext uri="{FF2B5EF4-FFF2-40B4-BE49-F238E27FC236}">
                  <a16:creationId xmlns:a16="http://schemas.microsoft.com/office/drawing/2014/main" id="{13D90EEA-0A62-4CA7-B646-3470B398D8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3538" y="1120904"/>
              <a:ext cx="262943" cy="4274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 dirty="0">
                  <a:ea typeface="宋体" panose="02010600030101010101" pitchFamily="2" charset="-122"/>
                </a:rPr>
                <a:t>b</a:t>
              </a:r>
            </a:p>
          </p:txBody>
        </p:sp>
      </p:grpSp>
      <p:sp>
        <p:nvSpPr>
          <p:cNvPr id="51" name="Text Box 47">
            <a:extLst>
              <a:ext uri="{FF2B5EF4-FFF2-40B4-BE49-F238E27FC236}">
                <a16:creationId xmlns:a16="http://schemas.microsoft.com/office/drawing/2014/main" id="{EBC61C31-A1CE-41D7-95E0-E2F3D177D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1452" y="4398836"/>
            <a:ext cx="331788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宋体" panose="02010600030101010101" pitchFamily="2" charset="-122"/>
              </a:rPr>
              <a:t>I</a:t>
            </a:r>
            <a:r>
              <a:rPr lang="en-US" altLang="zh-CN" sz="2400" b="1" baseline="-25000" dirty="0">
                <a:ea typeface="宋体" panose="02010600030101010101" pitchFamily="2" charset="-122"/>
              </a:rPr>
              <a:t>4</a:t>
            </a:r>
            <a:endParaRPr lang="en-US" altLang="zh-CN" sz="2400" b="1" dirty="0">
              <a:ea typeface="宋体" panose="02010600030101010101" pitchFamily="2" charset="-122"/>
            </a:endParaRPr>
          </a:p>
        </p:txBody>
      </p:sp>
      <p:sp>
        <p:nvSpPr>
          <p:cNvPr id="52" name="Text Box 47">
            <a:extLst>
              <a:ext uri="{FF2B5EF4-FFF2-40B4-BE49-F238E27FC236}">
                <a16:creationId xmlns:a16="http://schemas.microsoft.com/office/drawing/2014/main" id="{78A6C45F-8944-442A-BBBB-A67159EB13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2969" y="4814011"/>
            <a:ext cx="331873" cy="427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宋体" panose="02010600030101010101" pitchFamily="2" charset="-122"/>
              </a:rPr>
              <a:t>I</a:t>
            </a:r>
            <a:r>
              <a:rPr lang="en-US" altLang="zh-CN" sz="2400" b="1" baseline="-25000" dirty="0">
                <a:ea typeface="宋体" panose="02010600030101010101" pitchFamily="2" charset="-122"/>
              </a:rPr>
              <a:t>5</a:t>
            </a:r>
            <a:endParaRPr lang="en-US" altLang="zh-CN" sz="2400" b="1" dirty="0">
              <a:ea typeface="宋体" panose="02010600030101010101" pitchFamily="2" charset="-122"/>
            </a:endParaRPr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56016A96-5847-40CB-A4DA-35936020E95B}"/>
              </a:ext>
            </a:extLst>
          </p:cNvPr>
          <p:cNvGrpSpPr/>
          <p:nvPr/>
        </p:nvGrpSpPr>
        <p:grpSpPr>
          <a:xfrm>
            <a:off x="6476118" y="395991"/>
            <a:ext cx="593320" cy="427494"/>
            <a:chOff x="4191000" y="1096506"/>
            <a:chExt cx="593320" cy="427494"/>
          </a:xfrm>
        </p:grpSpPr>
        <p:sp>
          <p:nvSpPr>
            <p:cNvPr id="55" name="Line 21">
              <a:extLst>
                <a:ext uri="{FF2B5EF4-FFF2-40B4-BE49-F238E27FC236}">
                  <a16:creationId xmlns:a16="http://schemas.microsoft.com/office/drawing/2014/main" id="{785B2DA2-675B-4B5F-A3A0-A0F73AC6F1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1000" y="1524000"/>
              <a:ext cx="593320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 b="1"/>
            </a:p>
          </p:txBody>
        </p:sp>
        <p:sp>
          <p:nvSpPr>
            <p:cNvPr id="56" name="Text Box 37">
              <a:extLst>
                <a:ext uri="{FF2B5EF4-FFF2-40B4-BE49-F238E27FC236}">
                  <a16:creationId xmlns:a16="http://schemas.microsoft.com/office/drawing/2014/main" id="{E922E938-007E-4F14-9C9D-0F6A719AF6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9356" y="1096506"/>
              <a:ext cx="296607" cy="4274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 dirty="0">
                  <a:ea typeface="宋体" panose="02010600030101010101" pitchFamily="2" charset="-122"/>
                </a:rPr>
                <a:t>T</a:t>
              </a:r>
            </a:p>
          </p:txBody>
        </p:sp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0603E287-5D30-420C-BF5F-8C460BAC31FD}"/>
              </a:ext>
            </a:extLst>
          </p:cNvPr>
          <p:cNvGrpSpPr/>
          <p:nvPr/>
        </p:nvGrpSpPr>
        <p:grpSpPr>
          <a:xfrm>
            <a:off x="6653982" y="2454687"/>
            <a:ext cx="723978" cy="427494"/>
            <a:chOff x="4191000" y="1102792"/>
            <a:chExt cx="723978" cy="427494"/>
          </a:xfrm>
        </p:grpSpPr>
        <p:sp>
          <p:nvSpPr>
            <p:cNvPr id="71" name="Line 21">
              <a:extLst>
                <a:ext uri="{FF2B5EF4-FFF2-40B4-BE49-F238E27FC236}">
                  <a16:creationId xmlns:a16="http://schemas.microsoft.com/office/drawing/2014/main" id="{BEA20F87-E6A0-42BC-854B-BFD85EA37C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1000" y="1524000"/>
              <a:ext cx="723978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 b="1"/>
            </a:p>
          </p:txBody>
        </p:sp>
        <p:sp>
          <p:nvSpPr>
            <p:cNvPr id="72" name="Text Box 37">
              <a:extLst>
                <a:ext uri="{FF2B5EF4-FFF2-40B4-BE49-F238E27FC236}">
                  <a16:creationId xmlns:a16="http://schemas.microsoft.com/office/drawing/2014/main" id="{5E6B50AC-BBB5-4989-B42E-93E5693736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7556" y="1102792"/>
              <a:ext cx="314239" cy="4274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 dirty="0">
                  <a:ea typeface="宋体" panose="02010600030101010101" pitchFamily="2" charset="-122"/>
                </a:rPr>
                <a:t>F</a:t>
              </a:r>
            </a:p>
          </p:txBody>
        </p:sp>
      </p:grp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9DAE4D4B-7794-4E44-A5FB-5DBA7749E012}"/>
              </a:ext>
            </a:extLst>
          </p:cNvPr>
          <p:cNvCxnSpPr>
            <a:cxnSpLocks/>
            <a:endCxn id="78" idx="0"/>
          </p:cNvCxnSpPr>
          <p:nvPr/>
        </p:nvCxnSpPr>
        <p:spPr>
          <a:xfrm>
            <a:off x="6648051" y="2192014"/>
            <a:ext cx="0" cy="1501235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F6531766-E250-48A1-8747-C24F8D8830A6}"/>
              </a:ext>
            </a:extLst>
          </p:cNvPr>
          <p:cNvGrpSpPr/>
          <p:nvPr/>
        </p:nvGrpSpPr>
        <p:grpSpPr>
          <a:xfrm>
            <a:off x="6648051" y="2876684"/>
            <a:ext cx="729908" cy="427494"/>
            <a:chOff x="3811504" y="1120284"/>
            <a:chExt cx="729908" cy="427494"/>
          </a:xfrm>
        </p:grpSpPr>
        <p:sp>
          <p:nvSpPr>
            <p:cNvPr id="75" name="Line 21">
              <a:extLst>
                <a:ext uri="{FF2B5EF4-FFF2-40B4-BE49-F238E27FC236}">
                  <a16:creationId xmlns:a16="http://schemas.microsoft.com/office/drawing/2014/main" id="{F6F52FC5-49F3-479D-AAEC-48F15BC2FF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1504" y="1524000"/>
              <a:ext cx="729908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 b="1"/>
            </a:p>
          </p:txBody>
        </p:sp>
        <p:sp>
          <p:nvSpPr>
            <p:cNvPr id="76" name="Text Box 37">
              <a:extLst>
                <a:ext uri="{FF2B5EF4-FFF2-40B4-BE49-F238E27FC236}">
                  <a16:creationId xmlns:a16="http://schemas.microsoft.com/office/drawing/2014/main" id="{97078991-2825-4749-877C-0E01CC75A8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0393" y="1120284"/>
              <a:ext cx="262943" cy="4274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 dirty="0">
                  <a:ea typeface="宋体" panose="02010600030101010101" pitchFamily="2" charset="-122"/>
                </a:rPr>
                <a:t>a</a:t>
              </a:r>
            </a:p>
          </p:txBody>
        </p:sp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BA99BA51-4ECD-4E16-AF7F-39D53807ECE1}"/>
              </a:ext>
            </a:extLst>
          </p:cNvPr>
          <p:cNvGrpSpPr/>
          <p:nvPr/>
        </p:nvGrpSpPr>
        <p:grpSpPr>
          <a:xfrm>
            <a:off x="6648051" y="3297987"/>
            <a:ext cx="729908" cy="427494"/>
            <a:chOff x="3811504" y="1128738"/>
            <a:chExt cx="729908" cy="427494"/>
          </a:xfrm>
        </p:grpSpPr>
        <p:sp>
          <p:nvSpPr>
            <p:cNvPr id="78" name="Line 21">
              <a:extLst>
                <a:ext uri="{FF2B5EF4-FFF2-40B4-BE49-F238E27FC236}">
                  <a16:creationId xmlns:a16="http://schemas.microsoft.com/office/drawing/2014/main" id="{F0D080B4-CB28-4FB1-88D5-081832094F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1504" y="1524000"/>
              <a:ext cx="729908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 b="1"/>
            </a:p>
          </p:txBody>
        </p:sp>
        <p:sp>
          <p:nvSpPr>
            <p:cNvPr id="79" name="Text Box 37">
              <a:extLst>
                <a:ext uri="{FF2B5EF4-FFF2-40B4-BE49-F238E27FC236}">
                  <a16:creationId xmlns:a16="http://schemas.microsoft.com/office/drawing/2014/main" id="{D6B2415D-70B0-436C-8B9C-331B49F11E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0650" y="1128738"/>
              <a:ext cx="262943" cy="4274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 dirty="0">
                  <a:ea typeface="宋体" panose="02010600030101010101" pitchFamily="2" charset="-122"/>
                </a:rPr>
                <a:t>b</a:t>
              </a:r>
            </a:p>
          </p:txBody>
        </p:sp>
      </p:grpSp>
      <p:sp>
        <p:nvSpPr>
          <p:cNvPr id="80" name="Text Box 47">
            <a:extLst>
              <a:ext uri="{FF2B5EF4-FFF2-40B4-BE49-F238E27FC236}">
                <a16:creationId xmlns:a16="http://schemas.microsoft.com/office/drawing/2014/main" id="{022A478C-F2D1-4990-B788-0C0D5B4D12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0540" y="3079692"/>
            <a:ext cx="331788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宋体" panose="02010600030101010101" pitchFamily="2" charset="-122"/>
              </a:rPr>
              <a:t>I</a:t>
            </a:r>
            <a:r>
              <a:rPr lang="en-US" altLang="zh-CN" sz="2400" b="1" baseline="-25000" dirty="0">
                <a:ea typeface="宋体" panose="02010600030101010101" pitchFamily="2" charset="-122"/>
              </a:rPr>
              <a:t>4</a:t>
            </a:r>
            <a:endParaRPr lang="en-US" altLang="zh-CN" sz="2400" b="1" dirty="0">
              <a:ea typeface="宋体" panose="02010600030101010101" pitchFamily="2" charset="-122"/>
            </a:endParaRPr>
          </a:p>
        </p:txBody>
      </p:sp>
      <p:sp>
        <p:nvSpPr>
          <p:cNvPr id="81" name="Text Box 47">
            <a:extLst>
              <a:ext uri="{FF2B5EF4-FFF2-40B4-BE49-F238E27FC236}">
                <a16:creationId xmlns:a16="http://schemas.microsoft.com/office/drawing/2014/main" id="{298BDE22-3C60-4B52-8F96-84B3730E7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2057" y="3494867"/>
            <a:ext cx="331873" cy="427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宋体" panose="02010600030101010101" pitchFamily="2" charset="-122"/>
              </a:rPr>
              <a:t>I</a:t>
            </a:r>
            <a:r>
              <a:rPr lang="en-US" altLang="zh-CN" sz="2400" b="1" baseline="-25000" dirty="0">
                <a:ea typeface="宋体" panose="02010600030101010101" pitchFamily="2" charset="-122"/>
              </a:rPr>
              <a:t>5</a:t>
            </a:r>
            <a:endParaRPr lang="en-US" altLang="zh-CN" sz="2400" b="1" dirty="0">
              <a:ea typeface="宋体" panose="02010600030101010101" pitchFamily="2" charset="-122"/>
            </a:endParaRPr>
          </a:p>
        </p:txBody>
      </p:sp>
      <p:sp>
        <p:nvSpPr>
          <p:cNvPr id="82" name="Text Box 47">
            <a:extLst>
              <a:ext uri="{FF2B5EF4-FFF2-40B4-BE49-F238E27FC236}">
                <a16:creationId xmlns:a16="http://schemas.microsoft.com/office/drawing/2014/main" id="{8ED35473-879A-4E0D-9398-92C6B210BD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0498" y="2627497"/>
            <a:ext cx="331873" cy="427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宋体" panose="02010600030101010101" pitchFamily="2" charset="-122"/>
              </a:rPr>
              <a:t>I</a:t>
            </a:r>
            <a:r>
              <a:rPr lang="en-US" altLang="zh-CN" sz="2400" b="1" baseline="-25000" dirty="0">
                <a:ea typeface="宋体" panose="02010600030101010101" pitchFamily="2" charset="-122"/>
              </a:rPr>
              <a:t>3</a:t>
            </a:r>
            <a:endParaRPr lang="en-US" altLang="zh-CN" sz="2400" b="1" dirty="0">
              <a:ea typeface="宋体" panose="02010600030101010101" pitchFamily="2" charset="-122"/>
            </a:endParaRPr>
          </a:p>
        </p:txBody>
      </p: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506FB0F9-05FF-48CB-88C4-2C4F58E818B9}"/>
              </a:ext>
            </a:extLst>
          </p:cNvPr>
          <p:cNvCxnSpPr>
            <a:cxnSpLocks/>
          </p:cNvCxnSpPr>
          <p:nvPr/>
        </p:nvCxnSpPr>
        <p:spPr>
          <a:xfrm flipH="1">
            <a:off x="6445034" y="2167618"/>
            <a:ext cx="203017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9C6B8E90-9490-4BF0-9C33-3AD160063474}"/>
              </a:ext>
            </a:extLst>
          </p:cNvPr>
          <p:cNvGrpSpPr/>
          <p:nvPr/>
        </p:nvGrpSpPr>
        <p:grpSpPr>
          <a:xfrm>
            <a:off x="6473730" y="4219697"/>
            <a:ext cx="593320" cy="473195"/>
            <a:chOff x="4191000" y="1050805"/>
            <a:chExt cx="593320" cy="473195"/>
          </a:xfrm>
        </p:grpSpPr>
        <p:sp>
          <p:nvSpPr>
            <p:cNvPr id="88" name="Line 21">
              <a:extLst>
                <a:ext uri="{FF2B5EF4-FFF2-40B4-BE49-F238E27FC236}">
                  <a16:creationId xmlns:a16="http://schemas.microsoft.com/office/drawing/2014/main" id="{CFBBE18E-2365-4169-8E2C-B6173A6464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1000" y="1050806"/>
              <a:ext cx="593320" cy="473194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 b="1"/>
            </a:p>
          </p:txBody>
        </p:sp>
        <p:sp>
          <p:nvSpPr>
            <p:cNvPr id="89" name="Text Box 37">
              <a:extLst>
                <a:ext uri="{FF2B5EF4-FFF2-40B4-BE49-F238E27FC236}">
                  <a16:creationId xmlns:a16="http://schemas.microsoft.com/office/drawing/2014/main" id="{0C151FE8-EBEB-4D74-8D6E-22AF048317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1371" y="1050805"/>
              <a:ext cx="262943" cy="4274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 dirty="0">
                  <a:ea typeface="宋体" panose="02010600030101010101" pitchFamily="2" charset="-122"/>
                </a:rPr>
                <a:t>*</a:t>
              </a:r>
            </a:p>
          </p:txBody>
        </p:sp>
      </p:grpSp>
      <p:sp>
        <p:nvSpPr>
          <p:cNvPr id="94" name="Text Box 47">
            <a:extLst>
              <a:ext uri="{FF2B5EF4-FFF2-40B4-BE49-F238E27FC236}">
                <a16:creationId xmlns:a16="http://schemas.microsoft.com/office/drawing/2014/main" id="{502575F8-8B0F-4BEC-B536-E34C12DFE9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6086" y="4509212"/>
            <a:ext cx="331873" cy="427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宋体" panose="02010600030101010101" pitchFamily="2" charset="-122"/>
              </a:rPr>
              <a:t>I</a:t>
            </a:r>
            <a:r>
              <a:rPr lang="en-US" altLang="zh-CN" sz="2400" b="1" baseline="-25000" dirty="0">
                <a:ea typeface="宋体" panose="02010600030101010101" pitchFamily="2" charset="-122"/>
              </a:rPr>
              <a:t>8</a:t>
            </a:r>
            <a:endParaRPr lang="en-US" altLang="zh-CN" sz="2400" b="1" dirty="0">
              <a:ea typeface="宋体" panose="02010600030101010101" pitchFamily="2" charset="-122"/>
            </a:endParaRPr>
          </a:p>
        </p:txBody>
      </p: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6F858ABF-8B3C-493E-80D4-333D60BC00F0}"/>
              </a:ext>
            </a:extLst>
          </p:cNvPr>
          <p:cNvGrpSpPr/>
          <p:nvPr/>
        </p:nvGrpSpPr>
        <p:grpSpPr>
          <a:xfrm>
            <a:off x="8026856" y="2693135"/>
            <a:ext cx="723978" cy="427494"/>
            <a:chOff x="4191000" y="1102792"/>
            <a:chExt cx="723978" cy="427494"/>
          </a:xfrm>
        </p:grpSpPr>
        <p:sp>
          <p:nvSpPr>
            <p:cNvPr id="97" name="Line 21">
              <a:extLst>
                <a:ext uri="{FF2B5EF4-FFF2-40B4-BE49-F238E27FC236}">
                  <a16:creationId xmlns:a16="http://schemas.microsoft.com/office/drawing/2014/main" id="{2941A1E5-1400-4853-9732-9046B2A064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1000" y="1524000"/>
              <a:ext cx="723978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 b="1"/>
            </a:p>
          </p:txBody>
        </p:sp>
        <p:sp>
          <p:nvSpPr>
            <p:cNvPr id="98" name="Text Box 37">
              <a:extLst>
                <a:ext uri="{FF2B5EF4-FFF2-40B4-BE49-F238E27FC236}">
                  <a16:creationId xmlns:a16="http://schemas.microsoft.com/office/drawing/2014/main" id="{4DCD2905-F08C-4B92-BEEA-510860C63D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7556" y="1102792"/>
              <a:ext cx="314239" cy="4274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 dirty="0">
                  <a:ea typeface="宋体" panose="02010600030101010101" pitchFamily="2" charset="-122"/>
                </a:rPr>
                <a:t>F</a:t>
              </a:r>
            </a:p>
          </p:txBody>
        </p:sp>
      </p:grpSp>
      <p:cxnSp>
        <p:nvCxnSpPr>
          <p:cNvPr id="99" name="直接连接符 98">
            <a:extLst>
              <a:ext uri="{FF2B5EF4-FFF2-40B4-BE49-F238E27FC236}">
                <a16:creationId xmlns:a16="http://schemas.microsoft.com/office/drawing/2014/main" id="{60781912-230F-4E16-9F4B-CDCB5242E77B}"/>
              </a:ext>
            </a:extLst>
          </p:cNvPr>
          <p:cNvCxnSpPr>
            <a:cxnSpLocks/>
            <a:endCxn id="104" idx="0"/>
          </p:cNvCxnSpPr>
          <p:nvPr/>
        </p:nvCxnSpPr>
        <p:spPr>
          <a:xfrm>
            <a:off x="8020925" y="2430462"/>
            <a:ext cx="0" cy="1501235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4813840F-0A06-48D1-AEAF-048DB5A13858}"/>
              </a:ext>
            </a:extLst>
          </p:cNvPr>
          <p:cNvGrpSpPr/>
          <p:nvPr/>
        </p:nvGrpSpPr>
        <p:grpSpPr>
          <a:xfrm>
            <a:off x="8020925" y="3115132"/>
            <a:ext cx="729908" cy="427494"/>
            <a:chOff x="3811504" y="1120284"/>
            <a:chExt cx="729908" cy="427494"/>
          </a:xfrm>
        </p:grpSpPr>
        <p:sp>
          <p:nvSpPr>
            <p:cNvPr id="101" name="Line 21">
              <a:extLst>
                <a:ext uri="{FF2B5EF4-FFF2-40B4-BE49-F238E27FC236}">
                  <a16:creationId xmlns:a16="http://schemas.microsoft.com/office/drawing/2014/main" id="{89EC0FCD-1615-4731-927B-BF1830A4B1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1504" y="1524000"/>
              <a:ext cx="729908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 b="1"/>
            </a:p>
          </p:txBody>
        </p:sp>
        <p:sp>
          <p:nvSpPr>
            <p:cNvPr id="102" name="Text Box 37">
              <a:extLst>
                <a:ext uri="{FF2B5EF4-FFF2-40B4-BE49-F238E27FC236}">
                  <a16:creationId xmlns:a16="http://schemas.microsoft.com/office/drawing/2014/main" id="{E828055B-CF59-4674-B952-7EE92FDF55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0393" y="1120284"/>
              <a:ext cx="262943" cy="4274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 dirty="0">
                  <a:ea typeface="宋体" panose="02010600030101010101" pitchFamily="2" charset="-122"/>
                </a:rPr>
                <a:t>a</a:t>
              </a:r>
            </a:p>
          </p:txBody>
        </p:sp>
      </p:grp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F8DBE7C9-CD5F-4BC9-BD00-F888FAD4CCF8}"/>
              </a:ext>
            </a:extLst>
          </p:cNvPr>
          <p:cNvGrpSpPr/>
          <p:nvPr/>
        </p:nvGrpSpPr>
        <p:grpSpPr>
          <a:xfrm>
            <a:off x="8020925" y="3536435"/>
            <a:ext cx="729908" cy="427494"/>
            <a:chOff x="3811504" y="1128738"/>
            <a:chExt cx="729908" cy="427494"/>
          </a:xfrm>
        </p:grpSpPr>
        <p:sp>
          <p:nvSpPr>
            <p:cNvPr id="104" name="Line 21">
              <a:extLst>
                <a:ext uri="{FF2B5EF4-FFF2-40B4-BE49-F238E27FC236}">
                  <a16:creationId xmlns:a16="http://schemas.microsoft.com/office/drawing/2014/main" id="{82F8002C-928A-41AD-8269-20EA9AB975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1504" y="1524000"/>
              <a:ext cx="729908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 b="1"/>
            </a:p>
          </p:txBody>
        </p:sp>
        <p:sp>
          <p:nvSpPr>
            <p:cNvPr id="105" name="Text Box 37">
              <a:extLst>
                <a:ext uri="{FF2B5EF4-FFF2-40B4-BE49-F238E27FC236}">
                  <a16:creationId xmlns:a16="http://schemas.microsoft.com/office/drawing/2014/main" id="{6B7C4AE2-A765-4936-BFE4-6CD386F16D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0650" y="1128738"/>
              <a:ext cx="262943" cy="4274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 dirty="0">
                  <a:ea typeface="宋体" panose="02010600030101010101" pitchFamily="2" charset="-122"/>
                </a:rPr>
                <a:t>b</a:t>
              </a:r>
            </a:p>
          </p:txBody>
        </p:sp>
      </p:grpSp>
      <p:sp>
        <p:nvSpPr>
          <p:cNvPr id="106" name="Text Box 47">
            <a:extLst>
              <a:ext uri="{FF2B5EF4-FFF2-40B4-BE49-F238E27FC236}">
                <a16:creationId xmlns:a16="http://schemas.microsoft.com/office/drawing/2014/main" id="{0ED94DD0-B56A-4F76-BFD3-4A43DFBFC5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23414" y="3318140"/>
            <a:ext cx="331788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宋体" panose="02010600030101010101" pitchFamily="2" charset="-122"/>
              </a:rPr>
              <a:t>I</a:t>
            </a:r>
            <a:r>
              <a:rPr lang="en-US" altLang="zh-CN" sz="2400" b="1" baseline="-25000" dirty="0">
                <a:ea typeface="宋体" panose="02010600030101010101" pitchFamily="2" charset="-122"/>
              </a:rPr>
              <a:t>4</a:t>
            </a:r>
            <a:endParaRPr lang="en-US" altLang="zh-CN" sz="2400" b="1" dirty="0">
              <a:ea typeface="宋体" panose="02010600030101010101" pitchFamily="2" charset="-122"/>
            </a:endParaRPr>
          </a:p>
        </p:txBody>
      </p:sp>
      <p:sp>
        <p:nvSpPr>
          <p:cNvPr id="107" name="Text Box 47">
            <a:extLst>
              <a:ext uri="{FF2B5EF4-FFF2-40B4-BE49-F238E27FC236}">
                <a16:creationId xmlns:a16="http://schemas.microsoft.com/office/drawing/2014/main" id="{73CB465D-1F97-496D-B937-45A30F7D30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14931" y="3733315"/>
            <a:ext cx="331873" cy="427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宋体" panose="02010600030101010101" pitchFamily="2" charset="-122"/>
              </a:rPr>
              <a:t>I</a:t>
            </a:r>
            <a:r>
              <a:rPr lang="en-US" altLang="zh-CN" sz="2400" b="1" baseline="-25000" dirty="0">
                <a:ea typeface="宋体" panose="02010600030101010101" pitchFamily="2" charset="-122"/>
              </a:rPr>
              <a:t>5</a:t>
            </a:r>
            <a:endParaRPr lang="en-US" altLang="zh-CN" sz="2400" b="1" dirty="0">
              <a:ea typeface="宋体" panose="02010600030101010101" pitchFamily="2" charset="-122"/>
            </a:endParaRPr>
          </a:p>
        </p:txBody>
      </p:sp>
      <p:sp>
        <p:nvSpPr>
          <p:cNvPr id="108" name="Text Box 47">
            <a:extLst>
              <a:ext uri="{FF2B5EF4-FFF2-40B4-BE49-F238E27FC236}">
                <a16:creationId xmlns:a16="http://schemas.microsoft.com/office/drawing/2014/main" id="{3885C15D-C291-4FAF-A6FF-950137A0E2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23372" y="2865945"/>
            <a:ext cx="331873" cy="427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宋体" panose="02010600030101010101" pitchFamily="2" charset="-122"/>
              </a:rPr>
              <a:t>I</a:t>
            </a:r>
            <a:r>
              <a:rPr lang="en-US" altLang="zh-CN" sz="2400" b="1" baseline="-25000" dirty="0">
                <a:ea typeface="宋体" panose="02010600030101010101" pitchFamily="2" charset="-122"/>
              </a:rPr>
              <a:t>7</a:t>
            </a:r>
            <a:endParaRPr lang="en-US" altLang="zh-CN" sz="2400" b="1" dirty="0">
              <a:ea typeface="宋体" panose="02010600030101010101" pitchFamily="2" charset="-122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6141B3B-2D18-2459-018F-54E841695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B5ABA-ADE8-415D-BB4F-ABBD370196D4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609979A-C4BB-9CBE-11B1-0784F071D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ED401D-5817-D627-909E-80FF691DE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85358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8A805365-44C7-46FD-8977-E597FE8B2C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第三章 作业</a:t>
            </a:r>
            <a:r>
              <a:rPr lang="en-US" altLang="zh-CN" dirty="0"/>
              <a:t>9</a:t>
            </a:r>
          </a:p>
        </p:txBody>
      </p:sp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37599074-84E3-4423-995E-3C65A151C0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0398240"/>
              </p:ext>
            </p:extLst>
          </p:nvPr>
        </p:nvGraphicFramePr>
        <p:xfrm>
          <a:off x="1257300" y="2558772"/>
          <a:ext cx="60960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13110159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733681186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037843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2800" b="1" dirty="0"/>
                        <a:t>非终结符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800" b="1" dirty="0"/>
                        <a:t>FIRST</a:t>
                      </a:r>
                      <a:endParaRPr lang="zh-CN" alt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800" b="1" dirty="0"/>
                        <a:t>FOLLOW</a:t>
                      </a:r>
                      <a:endParaRPr lang="zh-CN" altLang="en-US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4137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 dirty="0"/>
                        <a:t>E</a:t>
                      </a:r>
                      <a:endParaRPr lang="zh-CN" alt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800" b="1" dirty="0"/>
                        <a:t>{</a:t>
                      </a:r>
                      <a:r>
                        <a:rPr lang="en-US" altLang="zh-CN" sz="2800" b="1" i="1" dirty="0"/>
                        <a:t>a, b</a:t>
                      </a:r>
                      <a:r>
                        <a:rPr lang="en-US" altLang="zh-CN" sz="2800" b="1" dirty="0"/>
                        <a:t>}</a:t>
                      </a:r>
                      <a:endParaRPr lang="zh-CN" alt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b="1" dirty="0"/>
                        <a:t>{</a:t>
                      </a:r>
                      <a:r>
                        <a:rPr lang="en-US" altLang="zh-CN" sz="2800" b="1" i="1" dirty="0"/>
                        <a:t>+, </a:t>
                      </a:r>
                      <a:r>
                        <a:rPr lang="en-US" altLang="zh-CN" sz="2800" b="1" i="0" dirty="0"/>
                        <a:t>$</a:t>
                      </a:r>
                      <a:r>
                        <a:rPr lang="en-US" altLang="zh-CN" sz="2800" b="1" dirty="0"/>
                        <a:t>}</a:t>
                      </a:r>
                      <a:endParaRPr lang="zh-CN" altLang="en-US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927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 dirty="0"/>
                        <a:t>T</a:t>
                      </a:r>
                      <a:endParaRPr lang="zh-CN" alt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800" b="1" dirty="0"/>
                        <a:t>{</a:t>
                      </a:r>
                      <a:r>
                        <a:rPr lang="en-US" altLang="zh-CN" sz="2800" b="1" i="1" dirty="0"/>
                        <a:t>a, b</a:t>
                      </a:r>
                      <a:r>
                        <a:rPr lang="en-US" altLang="zh-CN" sz="2800" b="1" dirty="0"/>
                        <a:t>}</a:t>
                      </a:r>
                      <a:endParaRPr lang="zh-CN" alt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b="1" dirty="0"/>
                        <a:t>{</a:t>
                      </a:r>
                      <a:r>
                        <a:rPr lang="en-US" altLang="zh-CN" sz="2800" b="1" i="1" dirty="0"/>
                        <a:t>+, a, b, </a:t>
                      </a:r>
                      <a:r>
                        <a:rPr lang="en-US" altLang="zh-CN" sz="2800" b="1" i="0" dirty="0"/>
                        <a:t>$</a:t>
                      </a:r>
                      <a:r>
                        <a:rPr lang="en-US" altLang="zh-CN" sz="2800" b="1" dirty="0"/>
                        <a:t>}</a:t>
                      </a:r>
                      <a:endParaRPr lang="zh-CN" altLang="en-US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277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 dirty="0"/>
                        <a:t>F</a:t>
                      </a:r>
                      <a:endParaRPr lang="zh-CN" alt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b="1" dirty="0"/>
                        <a:t>{</a:t>
                      </a:r>
                      <a:r>
                        <a:rPr lang="en-US" altLang="zh-CN" sz="2800" b="1" i="1" dirty="0"/>
                        <a:t>a, b</a:t>
                      </a:r>
                      <a:r>
                        <a:rPr lang="en-US" altLang="zh-CN" sz="2800" b="1" dirty="0"/>
                        <a:t>}</a:t>
                      </a:r>
                      <a:endParaRPr lang="zh-CN" alt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b="1" dirty="0"/>
                        <a:t>{</a:t>
                      </a:r>
                      <a:r>
                        <a:rPr lang="en-US" altLang="zh-CN" sz="2800" b="1" i="1" dirty="0"/>
                        <a:t>+, a, b, *, </a:t>
                      </a:r>
                      <a:r>
                        <a:rPr lang="en-US" altLang="zh-CN" sz="2800" b="1" i="0" dirty="0"/>
                        <a:t>$</a:t>
                      </a:r>
                      <a:r>
                        <a:rPr lang="en-US" altLang="zh-CN" sz="2800" b="1" dirty="0"/>
                        <a:t>}</a:t>
                      </a:r>
                      <a:endParaRPr lang="zh-CN" altLang="en-US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565343"/>
                  </a:ext>
                </a:extLst>
              </a:tr>
            </a:tbl>
          </a:graphicData>
        </a:graphic>
      </p:graphicFrame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2327E48-52EB-E0EC-BB49-28FD4D7ED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D095C-A69A-461E-ACCF-8376158C032C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7B927DC-9F62-8146-B943-1847577BF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29A8EBD-F4D2-78B6-4F2F-B83AC9BF5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83805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5008F33B-FDD6-41C5-B2D2-182DCF20A1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第三章 作业</a:t>
            </a:r>
            <a:r>
              <a:rPr lang="en-US" altLang="zh-CN" dirty="0"/>
              <a:t>9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1C94FA4-9E5B-4291-99DF-C2C117F0D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3200" dirty="0">
                <a:ea typeface="宋体" panose="02010600030101010101" pitchFamily="2" charset="-122"/>
              </a:rPr>
              <a:t>SLR</a:t>
            </a:r>
            <a:r>
              <a:rPr lang="zh-CN" altLang="en-US" sz="3200" b="0" dirty="0"/>
              <a:t>分析表：</a:t>
            </a:r>
          </a:p>
          <a:p>
            <a:endParaRPr lang="zh-CN" altLang="en-US" dirty="0"/>
          </a:p>
        </p:txBody>
      </p:sp>
      <p:graphicFrame>
        <p:nvGraphicFramePr>
          <p:cNvPr id="8" name="Group 42">
            <a:extLst>
              <a:ext uri="{FF2B5EF4-FFF2-40B4-BE49-F238E27FC236}">
                <a16:creationId xmlns:a16="http://schemas.microsoft.com/office/drawing/2014/main" id="{65706C20-D46A-4BBA-A506-87E0A33DFB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54691075"/>
              </p:ext>
            </p:extLst>
          </p:nvPr>
        </p:nvGraphicFramePr>
        <p:xfrm>
          <a:off x="628650" y="1992261"/>
          <a:ext cx="7886699" cy="4075115"/>
        </p:xfrm>
        <a:graphic>
          <a:graphicData uri="http://schemas.openxmlformats.org/drawingml/2006/table">
            <a:tbl>
              <a:tblPr/>
              <a:tblGrid>
                <a:gridCol w="1040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16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44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300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状态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黑体" panose="02010609060101010101" pitchFamily="49" charset="-122"/>
                        </a:rPr>
                        <a:t>动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黑体" panose="02010609060101010101" pitchFamily="49" charset="-122"/>
                        </a:rPr>
                        <a:t>作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黑体" panose="02010609060101010101" pitchFamily="49" charset="-122"/>
                        </a:rPr>
                        <a:t>转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黑体" panose="02010609060101010101" pitchFamily="49" charset="-122"/>
                        </a:rPr>
                        <a:t>移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9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+       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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 a           b          $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E     T     F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3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                 s4          s5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1      2      3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6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s6                                          acc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</a:t>
                      </a: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r2                 s4          s5        r2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           7</a:t>
                      </a: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9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r4      s8       r4         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r4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 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r4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05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r6      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r6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r6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 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r6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 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r6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05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5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r7      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r7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r7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 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r7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 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r7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450D4C1-ABA9-ECFC-34FA-7562C02B5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2075C-D928-46CD-8C27-C82657AD65B8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9D708E5-47F1-B8D6-A2DC-C270D6259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5B8AB23-2248-41C5-15DD-CE95CD299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87743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5008F33B-FDD6-41C5-B2D2-182DCF20A1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第三章 作业</a:t>
            </a:r>
            <a:r>
              <a:rPr lang="en-US" altLang="zh-CN" dirty="0"/>
              <a:t>9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1C94FA4-9E5B-4291-99DF-C2C117F0D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3200" dirty="0">
                <a:ea typeface="宋体" panose="02010600030101010101" pitchFamily="2" charset="-122"/>
              </a:rPr>
              <a:t>SLR</a:t>
            </a:r>
            <a:r>
              <a:rPr lang="zh-CN" altLang="en-US" sz="3200" b="0" dirty="0"/>
              <a:t>分析表：</a:t>
            </a:r>
          </a:p>
          <a:p>
            <a:endParaRPr lang="zh-CN" altLang="en-US" dirty="0"/>
          </a:p>
        </p:txBody>
      </p:sp>
      <p:graphicFrame>
        <p:nvGraphicFramePr>
          <p:cNvPr id="8" name="Group 42">
            <a:extLst>
              <a:ext uri="{FF2B5EF4-FFF2-40B4-BE49-F238E27FC236}">
                <a16:creationId xmlns:a16="http://schemas.microsoft.com/office/drawing/2014/main" id="{65706C20-D46A-4BBA-A506-87E0A33DFB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33696552"/>
              </p:ext>
            </p:extLst>
          </p:nvPr>
        </p:nvGraphicFramePr>
        <p:xfrm>
          <a:off x="628650" y="1992261"/>
          <a:ext cx="7886699" cy="3094039"/>
        </p:xfrm>
        <a:graphic>
          <a:graphicData uri="http://schemas.openxmlformats.org/drawingml/2006/table">
            <a:tbl>
              <a:tblPr/>
              <a:tblGrid>
                <a:gridCol w="1040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16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44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300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状态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黑体" panose="02010609060101010101" pitchFamily="49" charset="-122"/>
                        </a:rPr>
                        <a:t>动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黑体" panose="02010609060101010101" pitchFamily="49" charset="-122"/>
                        </a:rPr>
                        <a:t>作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黑体" panose="02010609060101010101" pitchFamily="49" charset="-122"/>
                        </a:rPr>
                        <a:t>转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黑体" panose="02010609060101010101" pitchFamily="49" charset="-122"/>
                        </a:rPr>
                        <a:t>移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9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+       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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 a           b          $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E     T     F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3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6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                 s4          s5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   9      3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6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r3      s8       r3          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r3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 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r3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</a:t>
                      </a: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r5      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r5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r5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  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r5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 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r5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9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r1                 s4          s5         r1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           7</a:t>
                      </a: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DF4DEFF-DCE5-4DC0-21C8-BAC3FD6EA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C611C-F6FF-4F56-AA76-FD3B7BCEBBFD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D203A11-80D8-E388-5220-0320356CA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BE5C3EC-9F33-A7F6-0958-AB4CB431E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77210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DC50109E-8C93-424C-9F6A-395939FC1D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第三章 作业</a:t>
            </a:r>
            <a:r>
              <a:rPr lang="en-US" altLang="zh-CN" dirty="0"/>
              <a:t>10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BBE4C38B-6B4A-4ED6-8501-11604AFF9F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/>
              <a:t>10. </a:t>
            </a:r>
            <a:r>
              <a:rPr lang="zh-CN" altLang="en-US" sz="2400" dirty="0"/>
              <a:t>证明文法是</a:t>
            </a:r>
            <a:r>
              <a:rPr lang="en-US" altLang="zh-CN" sz="2400" b="1" dirty="0"/>
              <a:t>LL(1)</a:t>
            </a:r>
            <a:r>
              <a:rPr lang="zh-CN" altLang="en-US" sz="2400" dirty="0"/>
              <a:t>文法但不是</a:t>
            </a:r>
            <a:r>
              <a:rPr lang="en-US" altLang="zh-CN" sz="2400" b="1" dirty="0"/>
              <a:t>SLR(1)</a:t>
            </a:r>
            <a:r>
              <a:rPr lang="zh-CN" altLang="en-US" sz="2400" dirty="0"/>
              <a:t>文法</a:t>
            </a:r>
            <a:r>
              <a:rPr lang="en-US" altLang="zh-CN" sz="2400" dirty="0"/>
              <a:t>(</a:t>
            </a:r>
            <a:r>
              <a:rPr lang="en-US" altLang="zh-CN" sz="2400" b="1" dirty="0"/>
              <a:t>P105/3.21(a)</a:t>
            </a:r>
            <a:r>
              <a:rPr lang="en-US" altLang="zh-CN" sz="2400" dirty="0"/>
              <a:t>)</a:t>
            </a:r>
            <a:endParaRPr lang="zh-CN" altLang="en-US" sz="24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b="1" i="1" dirty="0"/>
              <a:t>	</a:t>
            </a:r>
            <a:r>
              <a:rPr lang="en-US" altLang="zh-CN" sz="2000" b="1" i="1" dirty="0"/>
              <a:t>S</a:t>
            </a:r>
            <a:r>
              <a:rPr lang="en-US" altLang="zh-CN" sz="2000" b="1" dirty="0"/>
              <a:t> </a:t>
            </a:r>
            <a:r>
              <a:rPr lang="en-US" altLang="zh-CN" sz="2000" b="1" dirty="0">
                <a:sym typeface="Symbol" panose="05050102010706020507" pitchFamily="18" charset="2"/>
              </a:rPr>
              <a:t> </a:t>
            </a:r>
            <a:r>
              <a:rPr lang="en-US" altLang="zh-CN" sz="2000" b="1" i="1" dirty="0" err="1">
                <a:sym typeface="Symbol" panose="05050102010706020507" pitchFamily="18" charset="2"/>
              </a:rPr>
              <a:t>AaAb</a:t>
            </a:r>
            <a:r>
              <a:rPr lang="en-US" altLang="zh-CN" sz="2000" b="1" dirty="0">
                <a:sym typeface="Symbol" panose="05050102010706020507" pitchFamily="18" charset="2"/>
              </a:rPr>
              <a:t> | </a:t>
            </a:r>
            <a:r>
              <a:rPr lang="en-US" altLang="zh-CN" sz="2000" b="1" i="1" dirty="0" err="1">
                <a:sym typeface="Symbol" panose="05050102010706020507" pitchFamily="18" charset="2"/>
              </a:rPr>
              <a:t>BbBa</a:t>
            </a:r>
            <a:endParaRPr lang="en-US" altLang="zh-CN" sz="2000" b="1" i="1" dirty="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 i="1" dirty="0">
                <a:sym typeface="Symbol" panose="05050102010706020507" pitchFamily="18" charset="2"/>
              </a:rPr>
              <a:t>	A</a:t>
            </a:r>
            <a:r>
              <a:rPr lang="en-US" altLang="zh-CN" sz="2000" b="1" dirty="0">
                <a:sym typeface="Symbol" panose="05050102010706020507" pitchFamily="18" charset="2"/>
              </a:rPr>
              <a:t>  </a:t>
            </a:r>
            <a:r>
              <a:rPr lang="en-US" altLang="zh-CN" sz="2000" b="1" i="1" dirty="0">
                <a:sym typeface="Symbol" panose="05050102010706020507" pitchFamily="18" charset="2"/>
              </a:rPr>
              <a:t>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 i="1" dirty="0">
                <a:sym typeface="Symbol" panose="05050102010706020507" pitchFamily="18" charset="2"/>
              </a:rPr>
              <a:t>	B </a:t>
            </a:r>
            <a:r>
              <a:rPr lang="en-US" altLang="zh-CN" sz="2000" b="1" dirty="0">
                <a:sym typeface="Symbol" panose="05050102010706020507" pitchFamily="18" charset="2"/>
              </a:rPr>
              <a:t> </a:t>
            </a:r>
            <a:r>
              <a:rPr lang="en-US" altLang="zh-CN" sz="2000" b="1" i="1" dirty="0">
                <a:sym typeface="Symbol" panose="05050102010706020507" pitchFamily="18" charset="2"/>
              </a:rPr>
              <a:t>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思路</a:t>
            </a:r>
            <a:r>
              <a:rPr lang="zh-CN" altLang="en-US" sz="2400" dirty="0">
                <a:solidFill>
                  <a:schemeClr val="tx2"/>
                </a:solidFill>
                <a:sym typeface="Symbol" panose="05050102010706020507" pitchFamily="18" charset="2"/>
              </a:rPr>
              <a:t>：</a:t>
            </a:r>
          </a:p>
          <a:p>
            <a:pPr eaLnBrk="1" hangingPunct="1"/>
            <a:r>
              <a:rPr lang="zh-CN" altLang="en-US" sz="2400" dirty="0">
                <a:sym typeface="Symbol" panose="05050102010706020507" pitchFamily="18" charset="2"/>
              </a:rPr>
              <a:t>如果任何两产生式形式为</a:t>
            </a:r>
            <a:r>
              <a:rPr lang="en-US" altLang="zh-CN" sz="2400" b="1" i="1" dirty="0">
                <a:sym typeface="Symbol" panose="05050102010706020507" pitchFamily="18" charset="2"/>
              </a:rPr>
              <a:t>A</a:t>
            </a:r>
            <a:r>
              <a:rPr lang="en-US" altLang="zh-CN" sz="2000" b="1" dirty="0"/>
              <a:t> </a:t>
            </a:r>
            <a:r>
              <a:rPr lang="en-US" altLang="zh-CN" sz="2000" b="1" dirty="0">
                <a:sym typeface="Symbol" panose="05050102010706020507" pitchFamily="18" charset="2"/>
              </a:rPr>
              <a:t> </a:t>
            </a:r>
            <a:r>
              <a:rPr lang="en-US" altLang="zh-CN" sz="2000" b="1" i="1" dirty="0">
                <a:sym typeface="Symbol" panose="05050102010706020507" pitchFamily="18" charset="2"/>
              </a:rPr>
              <a:t></a:t>
            </a:r>
            <a:r>
              <a:rPr lang="en-US" altLang="zh-CN" sz="2000" b="1" dirty="0">
                <a:sym typeface="Symbol" panose="05050102010706020507" pitchFamily="18" charset="2"/>
              </a:rPr>
              <a:t> | </a:t>
            </a:r>
            <a:r>
              <a:rPr lang="en-US" altLang="zh-CN" sz="2000" b="1" i="1" dirty="0">
                <a:sym typeface="Symbol" panose="05050102010706020507" pitchFamily="18" charset="2"/>
              </a:rPr>
              <a:t> </a:t>
            </a:r>
            <a:r>
              <a:rPr lang="zh-CN" altLang="en-US" sz="2400" dirty="0">
                <a:sym typeface="Symbol" panose="05050102010706020507" pitchFamily="18" charset="2"/>
              </a:rPr>
              <a:t>满足下列条件，则为</a:t>
            </a:r>
            <a:r>
              <a:rPr lang="en-US" altLang="zh-CN" sz="2400" b="1" dirty="0">
                <a:sym typeface="Symbol" panose="05050102010706020507" pitchFamily="18" charset="2"/>
              </a:rPr>
              <a:t>LL(1)</a:t>
            </a:r>
            <a:r>
              <a:rPr lang="zh-CN" altLang="en-US" sz="2400" dirty="0">
                <a:sym typeface="Symbol" panose="05050102010706020507" pitchFamily="18" charset="2"/>
              </a:rPr>
              <a:t>文法：</a:t>
            </a:r>
          </a:p>
          <a:p>
            <a:pPr lvl="1" eaLnBrk="1" hangingPunct="1"/>
            <a:r>
              <a:rPr lang="en-US" altLang="zh-CN" sz="2000" b="1" dirty="0">
                <a:sym typeface="Symbol" panose="05050102010706020507" pitchFamily="18" charset="2"/>
              </a:rPr>
              <a:t>FIRST(</a:t>
            </a:r>
            <a:r>
              <a:rPr lang="en-US" altLang="zh-CN" sz="1800" b="1" i="1" dirty="0">
                <a:sym typeface="Symbol" panose="05050102010706020507" pitchFamily="18" charset="2"/>
              </a:rPr>
              <a:t></a:t>
            </a:r>
            <a:r>
              <a:rPr lang="en-US" altLang="zh-CN" sz="2000" b="1" dirty="0">
                <a:sym typeface="Symbol" panose="05050102010706020507" pitchFamily="18" charset="2"/>
              </a:rPr>
              <a:t>)  FIRST(</a:t>
            </a:r>
            <a:r>
              <a:rPr lang="en-US" altLang="zh-CN" sz="1800" b="1" i="1" dirty="0">
                <a:sym typeface="Symbol" panose="05050102010706020507" pitchFamily="18" charset="2"/>
              </a:rPr>
              <a:t></a:t>
            </a:r>
            <a:r>
              <a:rPr lang="en-US" altLang="zh-CN" sz="2000" b="1" dirty="0">
                <a:sym typeface="Symbol" panose="05050102010706020507" pitchFamily="18" charset="2"/>
              </a:rPr>
              <a:t>) = </a:t>
            </a:r>
          </a:p>
          <a:p>
            <a:pPr lvl="1" eaLnBrk="1" hangingPunct="1"/>
            <a:r>
              <a:rPr lang="zh-CN" altLang="en-US" sz="2000" dirty="0">
                <a:sym typeface="Symbol" panose="05050102010706020507" pitchFamily="18" charset="2"/>
              </a:rPr>
              <a:t>若</a:t>
            </a:r>
            <a:r>
              <a:rPr lang="zh-CN" altLang="en-US" sz="1800" b="1" i="1" dirty="0">
                <a:sym typeface="Symbol" panose="05050102010706020507" pitchFamily="18" charset="2"/>
              </a:rPr>
              <a:t> </a:t>
            </a:r>
            <a:r>
              <a:rPr lang="zh-CN" altLang="en-US" sz="1800" b="1" dirty="0">
                <a:sym typeface="Symbol" panose="05050102010706020507" pitchFamily="18" charset="2"/>
              </a:rPr>
              <a:t></a:t>
            </a:r>
            <a:r>
              <a:rPr lang="zh-CN" altLang="en-US" sz="1800" b="1" baseline="30000" dirty="0">
                <a:sym typeface="Symbol" panose="05050102010706020507" pitchFamily="18" charset="2"/>
              </a:rPr>
              <a:t>*</a:t>
            </a:r>
            <a:r>
              <a:rPr lang="zh-CN" altLang="en-US" sz="1800" b="1" dirty="0">
                <a:sym typeface="Symbol" panose="05050102010706020507" pitchFamily="18" charset="2"/>
              </a:rPr>
              <a:t> </a:t>
            </a:r>
            <a:r>
              <a:rPr lang="zh-CN" altLang="en-US" sz="1800" b="1" i="1" dirty="0">
                <a:sym typeface="Symbol" panose="05050102010706020507" pitchFamily="18" charset="2"/>
              </a:rPr>
              <a:t></a:t>
            </a:r>
            <a:r>
              <a:rPr lang="zh-CN" altLang="en-US" sz="1800" dirty="0">
                <a:sym typeface="Symbol" panose="05050102010706020507" pitchFamily="18" charset="2"/>
              </a:rPr>
              <a:t>，那么</a:t>
            </a:r>
            <a:r>
              <a:rPr lang="en-US" altLang="zh-CN" sz="2000" b="1" dirty="0">
                <a:sym typeface="Symbol" panose="05050102010706020507" pitchFamily="18" charset="2"/>
              </a:rPr>
              <a:t>FIRST(</a:t>
            </a:r>
            <a:r>
              <a:rPr lang="en-US" altLang="zh-CN" sz="1800" b="1" i="1" dirty="0">
                <a:sym typeface="Symbol" panose="05050102010706020507" pitchFamily="18" charset="2"/>
              </a:rPr>
              <a:t></a:t>
            </a:r>
            <a:r>
              <a:rPr lang="en-US" altLang="zh-CN" sz="2000" b="1" dirty="0">
                <a:sym typeface="Symbol" panose="05050102010706020507" pitchFamily="18" charset="2"/>
              </a:rPr>
              <a:t>)  FOLLOW(</a:t>
            </a:r>
            <a:r>
              <a:rPr lang="en-US" altLang="zh-CN" sz="2000" b="1" i="1" dirty="0">
                <a:sym typeface="Symbol" panose="05050102010706020507" pitchFamily="18" charset="2"/>
              </a:rPr>
              <a:t>A</a:t>
            </a:r>
            <a:r>
              <a:rPr lang="en-US" altLang="zh-CN" sz="2000" b="1" dirty="0">
                <a:sym typeface="Symbol" panose="05050102010706020507" pitchFamily="18" charset="2"/>
              </a:rPr>
              <a:t>) = </a:t>
            </a:r>
          </a:p>
          <a:p>
            <a:pPr eaLnBrk="1" hangingPunct="1"/>
            <a:r>
              <a:rPr lang="zh-CN" altLang="en-US" sz="2400" dirty="0">
                <a:sym typeface="Symbol" panose="05050102010706020507" pitchFamily="18" charset="2"/>
              </a:rPr>
              <a:t>如果</a:t>
            </a:r>
            <a:r>
              <a:rPr lang="en-US" altLang="zh-CN" sz="2400" b="1" dirty="0">
                <a:sym typeface="Symbol" panose="05050102010706020507" pitchFamily="18" charset="2"/>
              </a:rPr>
              <a:t>SLR</a:t>
            </a:r>
            <a:r>
              <a:rPr lang="zh-CN" altLang="en-US" sz="2400" dirty="0">
                <a:sym typeface="Symbol" panose="05050102010706020507" pitchFamily="18" charset="2"/>
              </a:rPr>
              <a:t>移进</a:t>
            </a:r>
            <a:r>
              <a:rPr lang="en-US" altLang="zh-CN" sz="2400" dirty="0">
                <a:sym typeface="Symbol" panose="05050102010706020507" pitchFamily="18" charset="2"/>
              </a:rPr>
              <a:t>-</a:t>
            </a:r>
            <a:r>
              <a:rPr lang="zh-CN" altLang="en-US" sz="2400" dirty="0">
                <a:sym typeface="Symbol" panose="05050102010706020507" pitchFamily="18" charset="2"/>
              </a:rPr>
              <a:t>归约分析器出现了冲突，则不是</a:t>
            </a:r>
            <a:r>
              <a:rPr lang="en-US" altLang="zh-CN" sz="2400" b="1" dirty="0">
                <a:sym typeface="Symbol" panose="05050102010706020507" pitchFamily="18" charset="2"/>
              </a:rPr>
              <a:t>SLR(1)</a:t>
            </a:r>
            <a:r>
              <a:rPr lang="zh-CN" altLang="en-US" sz="2400" dirty="0">
                <a:sym typeface="Symbol" panose="05050102010706020507" pitchFamily="18" charset="2"/>
              </a:rPr>
              <a:t>文法。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28A2B3B-6D6B-D485-B4BF-7324C8A4A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C4B0F-E6B7-44B4-80FD-0160992962FC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EE3292C-87F1-A021-1BF5-C4A828CF0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FBB3A2-020C-A514-F45D-60F3E3ACC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8C31788C-0201-4C11-9DE3-509950A7B3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第三章 作业</a:t>
            </a:r>
            <a:r>
              <a:rPr lang="en-US" altLang="zh-CN" dirty="0"/>
              <a:t>10</a:t>
            </a:r>
            <a:endParaRPr lang="zh-CN" altLang="en-US" dirty="0"/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034A964D-8994-40BD-9D13-9D6A9E2D17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>
                <a:sym typeface="Symbol" panose="05050102010706020507" pitchFamily="18" charset="2"/>
              </a:rPr>
              <a:t>因为</a:t>
            </a:r>
            <a:r>
              <a:rPr lang="en-US" altLang="zh-CN" sz="2800" b="1" dirty="0">
                <a:sym typeface="Symbol" panose="05050102010706020507" pitchFamily="18" charset="2"/>
              </a:rPr>
              <a:t>FIRST(</a:t>
            </a:r>
            <a:r>
              <a:rPr lang="en-US" altLang="zh-CN" sz="2400" b="1" i="1" dirty="0" err="1">
                <a:sym typeface="Symbol" panose="05050102010706020507" pitchFamily="18" charset="2"/>
              </a:rPr>
              <a:t>AaAb</a:t>
            </a:r>
            <a:r>
              <a:rPr lang="en-US" altLang="zh-CN" sz="2800" b="1" dirty="0">
                <a:sym typeface="Symbol" panose="05050102010706020507" pitchFamily="18" charset="2"/>
              </a:rPr>
              <a:t>) = {</a:t>
            </a:r>
            <a:r>
              <a:rPr lang="en-US" altLang="zh-CN" sz="2800" b="1" i="1" dirty="0">
                <a:sym typeface="Symbol" panose="05050102010706020507" pitchFamily="18" charset="2"/>
              </a:rPr>
              <a:t>a</a:t>
            </a:r>
            <a:r>
              <a:rPr lang="en-US" altLang="zh-CN" sz="2800" b="1" dirty="0">
                <a:sym typeface="Symbol" panose="05050102010706020507" pitchFamily="18" charset="2"/>
              </a:rPr>
              <a:t>}</a:t>
            </a:r>
            <a:r>
              <a:rPr lang="zh-CN" altLang="en-US" sz="2800" b="1" dirty="0">
                <a:sym typeface="Symbol" panose="05050102010706020507" pitchFamily="18" charset="2"/>
              </a:rPr>
              <a:t>， </a:t>
            </a:r>
            <a:r>
              <a:rPr lang="en-US" altLang="zh-CN" sz="2800" b="1" dirty="0">
                <a:sym typeface="Symbol" panose="05050102010706020507" pitchFamily="18" charset="2"/>
              </a:rPr>
              <a:t>FIRST(</a:t>
            </a:r>
            <a:r>
              <a:rPr lang="en-US" altLang="zh-CN" sz="2400" b="1" i="1" dirty="0" err="1">
                <a:sym typeface="Symbol" panose="05050102010706020507" pitchFamily="18" charset="2"/>
              </a:rPr>
              <a:t>BbBa</a:t>
            </a:r>
            <a:r>
              <a:rPr lang="en-US" altLang="zh-CN" sz="2800" b="1" dirty="0">
                <a:sym typeface="Symbol" panose="05050102010706020507" pitchFamily="18" charset="2"/>
              </a:rPr>
              <a:t>) ={</a:t>
            </a:r>
            <a:r>
              <a:rPr lang="en-US" altLang="zh-CN" sz="2800" b="1" i="1" dirty="0">
                <a:sym typeface="Symbol" panose="05050102010706020507" pitchFamily="18" charset="2"/>
              </a:rPr>
              <a:t>b</a:t>
            </a:r>
            <a:r>
              <a:rPr lang="en-US" altLang="zh-CN" sz="2800" b="1" dirty="0">
                <a:sym typeface="Symbol" panose="05050102010706020507" pitchFamily="18" charset="2"/>
              </a:rPr>
              <a:t>}</a:t>
            </a:r>
            <a:r>
              <a:rPr lang="zh-CN" altLang="en-US" sz="2800" b="1" dirty="0">
                <a:sym typeface="Symbol" panose="05050102010706020507" pitchFamily="18" charset="2"/>
              </a:rPr>
              <a:t>，</a:t>
            </a:r>
            <a:r>
              <a:rPr lang="zh-CN" altLang="en-US" sz="2800" dirty="0">
                <a:sym typeface="Symbol" panose="05050102010706020507" pitchFamily="18" charset="2"/>
              </a:rPr>
              <a:t>所以</a:t>
            </a:r>
            <a:r>
              <a:rPr lang="en-US" altLang="zh-CN" sz="2800" b="1" dirty="0">
                <a:sym typeface="Symbol" panose="05050102010706020507" pitchFamily="18" charset="2"/>
              </a:rPr>
              <a:t>FIRST(</a:t>
            </a:r>
            <a:r>
              <a:rPr lang="en-US" altLang="zh-CN" sz="2400" b="1" i="1" dirty="0" err="1">
                <a:sym typeface="Symbol" panose="05050102010706020507" pitchFamily="18" charset="2"/>
              </a:rPr>
              <a:t>AaAb</a:t>
            </a:r>
            <a:r>
              <a:rPr lang="en-US" altLang="zh-CN" sz="2800" b="1" dirty="0">
                <a:sym typeface="Symbol" panose="05050102010706020507" pitchFamily="18" charset="2"/>
              </a:rPr>
              <a:t>)  FIRST(</a:t>
            </a:r>
            <a:r>
              <a:rPr lang="en-US" altLang="zh-CN" sz="2400" b="1" i="1" dirty="0" err="1">
                <a:sym typeface="Symbol" panose="05050102010706020507" pitchFamily="18" charset="2"/>
              </a:rPr>
              <a:t>BbBa</a:t>
            </a:r>
            <a:r>
              <a:rPr lang="en-US" altLang="zh-CN" sz="2800" b="1" dirty="0">
                <a:sym typeface="Symbol" panose="05050102010706020507" pitchFamily="18" charset="2"/>
              </a:rPr>
              <a:t>) =  </a:t>
            </a:r>
            <a:r>
              <a:rPr lang="zh-CN" altLang="en-US" sz="2800" dirty="0">
                <a:sym typeface="Symbol" panose="05050102010706020507" pitchFamily="18" charset="2"/>
              </a:rPr>
              <a:t>，又因</a:t>
            </a:r>
            <a:r>
              <a:rPr lang="en-US" altLang="zh-CN" sz="2800" b="1" i="1" dirty="0" err="1">
                <a:sym typeface="Symbol" panose="05050102010706020507" pitchFamily="18" charset="2"/>
              </a:rPr>
              <a:t>AaAb</a:t>
            </a:r>
            <a:r>
              <a:rPr lang="zh-CN" altLang="en-US" sz="2800" dirty="0">
                <a:sym typeface="Symbol" panose="05050102010706020507" pitchFamily="18" charset="2"/>
              </a:rPr>
              <a:t>和</a:t>
            </a:r>
            <a:r>
              <a:rPr lang="en-US" altLang="zh-CN" sz="2800" b="1" i="1" dirty="0" err="1">
                <a:sym typeface="Symbol" panose="05050102010706020507" pitchFamily="18" charset="2"/>
              </a:rPr>
              <a:t>BbBa</a:t>
            </a:r>
            <a:r>
              <a:rPr lang="zh-CN" altLang="en-US" sz="2800" dirty="0">
                <a:sym typeface="Symbol" panose="05050102010706020507" pitchFamily="18" charset="2"/>
              </a:rPr>
              <a:t>都不为空，不用测试第二个条件。因此该文法是</a:t>
            </a:r>
            <a:r>
              <a:rPr lang="en-US" altLang="zh-CN" sz="2800" b="1" dirty="0">
                <a:sym typeface="Symbol" panose="05050102010706020507" pitchFamily="18" charset="2"/>
              </a:rPr>
              <a:t>LL(1)</a:t>
            </a:r>
            <a:r>
              <a:rPr lang="zh-CN" altLang="en-US" sz="2800" dirty="0">
                <a:sym typeface="Symbol" panose="05050102010706020507" pitchFamily="18" charset="2"/>
              </a:rPr>
              <a:t>文法。</a:t>
            </a:r>
          </a:p>
          <a:p>
            <a:pPr eaLnBrk="1" hangingPunct="1"/>
            <a:r>
              <a:rPr lang="zh-CN" altLang="en-US" sz="2800" dirty="0">
                <a:sym typeface="Symbol" panose="05050102010706020507" pitchFamily="18" charset="2"/>
              </a:rPr>
              <a:t>该文法面临第一个输入（</a:t>
            </a:r>
            <a:r>
              <a:rPr lang="en-US" altLang="zh-CN" sz="2800" b="1" i="1" dirty="0">
                <a:sym typeface="Symbol" panose="05050102010706020507" pitchFamily="18" charset="2"/>
              </a:rPr>
              <a:t>a</a:t>
            </a:r>
            <a:r>
              <a:rPr lang="zh-CN" altLang="en-US" sz="2800" dirty="0">
                <a:sym typeface="Symbol" panose="05050102010706020507" pitchFamily="18" charset="2"/>
              </a:rPr>
              <a:t>或者</a:t>
            </a:r>
            <a:r>
              <a:rPr lang="en-US" altLang="zh-CN" sz="2800" b="1" i="1" dirty="0">
                <a:sym typeface="Symbol" panose="05050102010706020507" pitchFamily="18" charset="2"/>
              </a:rPr>
              <a:t>b</a:t>
            </a:r>
            <a:r>
              <a:rPr lang="zh-CN" altLang="en-US" sz="2800" dirty="0">
                <a:sym typeface="Symbol" panose="05050102010706020507" pitchFamily="18" charset="2"/>
              </a:rPr>
              <a:t>）时，都要先进行空归约（归约为</a:t>
            </a:r>
            <a:r>
              <a:rPr lang="en-US" altLang="zh-CN" sz="2800" b="1" i="1" dirty="0">
                <a:sym typeface="Symbol" panose="05050102010706020507" pitchFamily="18" charset="2"/>
              </a:rPr>
              <a:t>A</a:t>
            </a:r>
            <a:r>
              <a:rPr lang="zh-CN" altLang="en-US" sz="2800" dirty="0">
                <a:sym typeface="Symbol" panose="05050102010706020507" pitchFamily="18" charset="2"/>
              </a:rPr>
              <a:t>或</a:t>
            </a:r>
            <a:r>
              <a:rPr lang="en-US" altLang="zh-CN" sz="2800" b="1" i="1" dirty="0">
                <a:sym typeface="Symbol" panose="05050102010706020507" pitchFamily="18" charset="2"/>
              </a:rPr>
              <a:t>B</a:t>
            </a:r>
            <a:r>
              <a:rPr lang="zh-CN" altLang="en-US" sz="2800" dirty="0">
                <a:sym typeface="Symbol" panose="05050102010706020507" pitchFamily="18" charset="2"/>
              </a:rPr>
              <a:t>），由于</a:t>
            </a:r>
            <a:r>
              <a:rPr lang="en-US" altLang="zh-CN" sz="2800" b="1" dirty="0">
                <a:sym typeface="Symbol" panose="05050102010706020507" pitchFamily="18" charset="2"/>
              </a:rPr>
              <a:t>SLR</a:t>
            </a:r>
            <a:r>
              <a:rPr lang="zh-CN" altLang="en-US" sz="2800" dirty="0">
                <a:sym typeface="Symbol" panose="05050102010706020507" pitchFamily="18" charset="2"/>
              </a:rPr>
              <a:t>分析是根据</a:t>
            </a:r>
            <a:r>
              <a:rPr lang="en-US" altLang="zh-CN" sz="2800" b="1" dirty="0">
                <a:sym typeface="Symbol" panose="05050102010706020507" pitchFamily="18" charset="2"/>
              </a:rPr>
              <a:t>FOLLOW</a:t>
            </a:r>
            <a:r>
              <a:rPr lang="zh-CN" altLang="en-US" sz="2800" dirty="0">
                <a:sym typeface="Symbol" panose="05050102010706020507" pitchFamily="18" charset="2"/>
              </a:rPr>
              <a:t>集合判定归约的，而</a:t>
            </a:r>
            <a:r>
              <a:rPr lang="en-US" altLang="zh-CN" sz="2800" b="1" dirty="0">
                <a:sym typeface="Symbol" panose="05050102010706020507" pitchFamily="18" charset="2"/>
              </a:rPr>
              <a:t>FOLLOW(</a:t>
            </a:r>
            <a:r>
              <a:rPr lang="en-US" altLang="zh-CN" sz="2800" b="1" i="1" dirty="0">
                <a:sym typeface="Symbol" panose="05050102010706020507" pitchFamily="18" charset="2"/>
              </a:rPr>
              <a:t>A</a:t>
            </a:r>
            <a:r>
              <a:rPr lang="en-US" altLang="zh-CN" sz="2800" b="1" dirty="0">
                <a:sym typeface="Symbol" panose="05050102010706020507" pitchFamily="18" charset="2"/>
              </a:rPr>
              <a:t>)=FOLLOW(</a:t>
            </a:r>
            <a:r>
              <a:rPr lang="en-US" altLang="zh-CN" sz="2800" b="1" i="1" dirty="0">
                <a:sym typeface="Symbol" panose="05050102010706020507" pitchFamily="18" charset="2"/>
              </a:rPr>
              <a:t>B</a:t>
            </a:r>
            <a:r>
              <a:rPr lang="en-US" altLang="zh-CN" sz="2800" b="1" dirty="0">
                <a:sym typeface="Symbol" panose="05050102010706020507" pitchFamily="18" charset="2"/>
              </a:rPr>
              <a:t>)={</a:t>
            </a:r>
            <a:r>
              <a:rPr lang="en-US" altLang="zh-CN" sz="2800" b="1" i="1" dirty="0">
                <a:sym typeface="Symbol" panose="05050102010706020507" pitchFamily="18" charset="2"/>
              </a:rPr>
              <a:t>a,</a:t>
            </a:r>
            <a:r>
              <a:rPr lang="en-US" altLang="zh-CN" sz="2800" b="1" dirty="0"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ym typeface="Symbol" panose="05050102010706020507" pitchFamily="18" charset="2"/>
              </a:rPr>
              <a:t>b</a:t>
            </a:r>
            <a:r>
              <a:rPr lang="en-US" altLang="zh-CN" sz="2800" b="1" dirty="0">
                <a:sym typeface="Symbol" panose="05050102010706020507" pitchFamily="18" charset="2"/>
              </a:rPr>
              <a:t>}</a:t>
            </a:r>
            <a:r>
              <a:rPr lang="zh-CN" altLang="en-US" sz="2800" b="1" dirty="0">
                <a:sym typeface="Symbol" panose="05050102010706020507" pitchFamily="18" charset="2"/>
              </a:rPr>
              <a:t>，</a:t>
            </a:r>
            <a:r>
              <a:rPr lang="zh-CN" altLang="en-US" sz="2800" dirty="0">
                <a:sym typeface="Symbol" panose="05050102010706020507" pitchFamily="18" charset="2"/>
              </a:rPr>
              <a:t>因此面临</a:t>
            </a:r>
            <a:r>
              <a:rPr lang="en-US" altLang="zh-CN" sz="2800" b="1" i="1" dirty="0">
                <a:sym typeface="Symbol" panose="05050102010706020507" pitchFamily="18" charset="2"/>
              </a:rPr>
              <a:t>a</a:t>
            </a:r>
            <a:r>
              <a:rPr lang="zh-CN" altLang="en-US" sz="2800" dirty="0">
                <a:sym typeface="Symbol" panose="05050102010706020507" pitchFamily="18" charset="2"/>
              </a:rPr>
              <a:t>或者</a:t>
            </a:r>
            <a:r>
              <a:rPr lang="en-US" altLang="zh-CN" sz="2800" b="1" i="1" dirty="0">
                <a:sym typeface="Symbol" panose="05050102010706020507" pitchFamily="18" charset="2"/>
              </a:rPr>
              <a:t>b</a:t>
            </a:r>
            <a:r>
              <a:rPr lang="zh-CN" altLang="en-US" sz="2800" dirty="0">
                <a:sym typeface="Symbol" panose="05050102010706020507" pitchFamily="18" charset="2"/>
              </a:rPr>
              <a:t>时无法判断归约成</a:t>
            </a:r>
            <a:r>
              <a:rPr lang="en-US" altLang="zh-CN" sz="2800" b="1" i="1" dirty="0">
                <a:sym typeface="Symbol" panose="05050102010706020507" pitchFamily="18" charset="2"/>
              </a:rPr>
              <a:t>A</a:t>
            </a:r>
            <a:r>
              <a:rPr lang="zh-CN" altLang="en-US" sz="2800" dirty="0">
                <a:sym typeface="Symbol" panose="05050102010706020507" pitchFamily="18" charset="2"/>
              </a:rPr>
              <a:t>还是</a:t>
            </a:r>
            <a:r>
              <a:rPr lang="en-US" altLang="zh-CN" sz="2800" b="1" i="1" dirty="0">
                <a:sym typeface="Symbol" panose="05050102010706020507" pitchFamily="18" charset="2"/>
              </a:rPr>
              <a:t>B</a:t>
            </a:r>
            <a:r>
              <a:rPr lang="zh-CN" altLang="en-US" sz="2800" dirty="0">
                <a:sym typeface="Symbol" panose="05050102010706020507" pitchFamily="18" charset="2"/>
              </a:rPr>
              <a:t>，因此不是</a:t>
            </a:r>
            <a:r>
              <a:rPr lang="en-US" altLang="zh-CN" sz="2800" b="1" dirty="0">
                <a:sym typeface="Symbol" panose="05050102010706020507" pitchFamily="18" charset="2"/>
              </a:rPr>
              <a:t>SLR(1)</a:t>
            </a:r>
            <a:r>
              <a:rPr lang="zh-CN" altLang="en-US" sz="2800" dirty="0">
                <a:sym typeface="Symbol" panose="05050102010706020507" pitchFamily="18" charset="2"/>
              </a:rPr>
              <a:t>文法。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3490B9A-74D8-69FF-2E96-EED0C5706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1CB8C-68EA-41A0-8891-E85D9C876F0F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2999640-7966-E7CF-53E8-404294A0B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0614F7-4F25-AB85-6541-42E381165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F8AF9449-62B6-4796-9C89-57752F86A3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第三章 作业</a:t>
            </a:r>
            <a:r>
              <a:rPr lang="en-US" altLang="zh-CN" dirty="0"/>
              <a:t>10</a:t>
            </a:r>
            <a:endParaRPr lang="zh-CN" altLang="en-US" dirty="0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4E4FDBD0-528E-4567-B5DB-A244881BC5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该文法虽然不是</a:t>
            </a:r>
            <a:r>
              <a:rPr lang="en-US" altLang="zh-CN" b="1" dirty="0"/>
              <a:t>SLR(1)</a:t>
            </a:r>
            <a:r>
              <a:rPr lang="zh-CN" altLang="en-US" dirty="0"/>
              <a:t>的，但是</a:t>
            </a:r>
            <a:r>
              <a:rPr lang="en-US" altLang="zh-CN" b="1" dirty="0"/>
              <a:t>LR(1)</a:t>
            </a:r>
            <a:r>
              <a:rPr lang="zh-CN" altLang="en-US" dirty="0"/>
              <a:t>的：下列项目集可以看出分析无冲突</a:t>
            </a:r>
          </a:p>
        </p:txBody>
      </p:sp>
      <p:sp>
        <p:nvSpPr>
          <p:cNvPr id="15364" name="Text Box 4">
            <a:extLst>
              <a:ext uri="{FF2B5EF4-FFF2-40B4-BE49-F238E27FC236}">
                <a16:creationId xmlns:a16="http://schemas.microsoft.com/office/drawing/2014/main" id="{27226453-075C-4FC5-A564-C12FACB583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81" y="2785289"/>
            <a:ext cx="2430463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ea typeface="宋体" panose="02010600030101010101" pitchFamily="2" charset="-122"/>
              </a:rPr>
              <a:t>I</a:t>
            </a:r>
            <a:r>
              <a:rPr lang="en-US" altLang="zh-CN" sz="2400" b="1" baseline="-25000" dirty="0">
                <a:ea typeface="宋体" panose="02010600030101010101" pitchFamily="2" charset="-122"/>
              </a:rPr>
              <a:t>0</a:t>
            </a:r>
            <a:r>
              <a:rPr lang="en-US" altLang="zh-CN" sz="2400" b="1" dirty="0">
                <a:ea typeface="宋体" panose="02010600030101010101" pitchFamily="2" charset="-122"/>
              </a:rPr>
              <a:t>:   [</a:t>
            </a:r>
            <a:r>
              <a:rPr lang="en-US" altLang="zh-CN" sz="2400" b="1" i="1" dirty="0">
                <a:ea typeface="宋体" panose="02010600030101010101" pitchFamily="2" charset="-122"/>
              </a:rPr>
              <a:t>S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</a:t>
            </a:r>
            <a:r>
              <a:rPr lang="en-US" altLang="zh-CN" sz="2400" b="1" i="1" dirty="0"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, $]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       [</a:t>
            </a:r>
            <a:r>
              <a:rPr lang="en-US" altLang="zh-CN" sz="2400" b="1" i="1" dirty="0"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</a:t>
            </a:r>
            <a:r>
              <a:rPr lang="en-US" altLang="zh-CN" sz="2400" b="1" i="1" dirty="0" err="1">
                <a:ea typeface="宋体" panose="02010600030101010101" pitchFamily="2" charset="-122"/>
                <a:sym typeface="Symbol" panose="05050102010706020507" pitchFamily="18" charset="2"/>
              </a:rPr>
              <a:t>AaAb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, $]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       [</a:t>
            </a:r>
            <a:r>
              <a:rPr lang="en-US" altLang="zh-CN" sz="2400" b="1" i="1" dirty="0"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</a:t>
            </a:r>
            <a:r>
              <a:rPr lang="en-US" altLang="zh-CN" sz="2400" b="1" i="1" dirty="0" err="1">
                <a:ea typeface="宋体" panose="02010600030101010101" pitchFamily="2" charset="-122"/>
                <a:sym typeface="Symbol" panose="05050102010706020507" pitchFamily="18" charset="2"/>
              </a:rPr>
              <a:t>BbBa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, $]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       [</a:t>
            </a:r>
            <a:r>
              <a:rPr lang="en-US" altLang="zh-CN" sz="2400" b="1" i="1" dirty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 , </a:t>
            </a:r>
            <a:r>
              <a:rPr lang="en-US" altLang="zh-CN" sz="2400" b="1" i="1" dirty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]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       [</a:t>
            </a:r>
            <a:r>
              <a:rPr lang="en-US" altLang="zh-CN" sz="2400" b="1" i="1" dirty="0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 , </a:t>
            </a:r>
            <a:r>
              <a:rPr lang="en-US" altLang="zh-CN" sz="2400" b="1" i="1" dirty="0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]</a:t>
            </a:r>
          </a:p>
        </p:txBody>
      </p:sp>
      <p:sp>
        <p:nvSpPr>
          <p:cNvPr id="15365" name="Text Box 5">
            <a:extLst>
              <a:ext uri="{FF2B5EF4-FFF2-40B4-BE49-F238E27FC236}">
                <a16:creationId xmlns:a16="http://schemas.microsoft.com/office/drawing/2014/main" id="{CF22813A-312D-4851-A137-BD8CE52FF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2618" y="2794814"/>
            <a:ext cx="2603327" cy="33821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ea typeface="宋体" panose="02010600030101010101" pitchFamily="2" charset="-122"/>
              </a:rPr>
              <a:t>I</a:t>
            </a:r>
            <a:r>
              <a:rPr lang="en-US" altLang="zh-CN" sz="2400" b="1" baseline="-25000" dirty="0">
                <a:ea typeface="宋体" panose="02010600030101010101" pitchFamily="2" charset="-122"/>
              </a:rPr>
              <a:t>1</a:t>
            </a:r>
            <a:r>
              <a:rPr lang="en-US" altLang="zh-CN" sz="2400" b="1" dirty="0">
                <a:ea typeface="宋体" panose="02010600030101010101" pitchFamily="2" charset="-122"/>
              </a:rPr>
              <a:t>:   [</a:t>
            </a:r>
            <a:r>
              <a:rPr lang="en-US" altLang="zh-CN" sz="2400" b="1" i="1" dirty="0">
                <a:ea typeface="宋体" panose="02010600030101010101" pitchFamily="2" charset="-122"/>
              </a:rPr>
              <a:t>S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</a:t>
            </a:r>
            <a:r>
              <a:rPr lang="en-US" altLang="zh-CN" sz="2400" b="1" i="1" dirty="0"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, $]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ea typeface="宋体" panose="02010600030101010101" pitchFamily="2" charset="-122"/>
              </a:rPr>
              <a:t>I</a:t>
            </a:r>
            <a:r>
              <a:rPr lang="en-US" altLang="zh-CN" sz="2400" b="1" baseline="-25000" dirty="0">
                <a:ea typeface="宋体" panose="02010600030101010101" pitchFamily="2" charset="-122"/>
              </a:rPr>
              <a:t>2</a:t>
            </a:r>
            <a:r>
              <a:rPr lang="en-US" altLang="zh-CN" sz="2400" b="1" dirty="0">
                <a:ea typeface="宋体" panose="02010600030101010101" pitchFamily="2" charset="-122"/>
              </a:rPr>
              <a:t>: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   [</a:t>
            </a:r>
            <a:r>
              <a:rPr lang="en-US" altLang="zh-CN" sz="2400" b="1" i="1" dirty="0" err="1"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sz="2400" b="1" dirty="0" err="1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i="1" dirty="0" err="1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400" b="1" dirty="0" err="1">
                <a:ea typeface="宋体" panose="02010600030101010101" pitchFamily="2" charset="-122"/>
                <a:sym typeface="Symbol" panose="05050102010706020507" pitchFamily="18" charset="2"/>
              </a:rPr>
              <a:t></a:t>
            </a:r>
            <a:r>
              <a:rPr lang="en-US" altLang="zh-CN" sz="2400" b="1" i="1" dirty="0" err="1">
                <a:ea typeface="宋体" panose="02010600030101010101" pitchFamily="2" charset="-122"/>
                <a:sym typeface="Symbol" panose="05050102010706020507" pitchFamily="18" charset="2"/>
              </a:rPr>
              <a:t>aAb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, $]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ea typeface="宋体" panose="02010600030101010101" pitchFamily="2" charset="-122"/>
              </a:rPr>
              <a:t>I</a:t>
            </a:r>
            <a:r>
              <a:rPr lang="en-US" altLang="zh-CN" sz="2400" b="1" baseline="-25000" dirty="0">
                <a:ea typeface="宋体" panose="02010600030101010101" pitchFamily="2" charset="-122"/>
              </a:rPr>
              <a:t>3</a:t>
            </a:r>
            <a:r>
              <a:rPr lang="en-US" altLang="zh-CN" sz="2400" b="1" dirty="0">
                <a:ea typeface="宋体" panose="02010600030101010101" pitchFamily="2" charset="-122"/>
              </a:rPr>
              <a:t>: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   [</a:t>
            </a:r>
            <a:r>
              <a:rPr lang="en-US" altLang="zh-CN" sz="2400" b="1" i="1" dirty="0"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 </a:t>
            </a:r>
            <a:r>
              <a:rPr lang="en-US" altLang="zh-CN" sz="2400" b="1" i="1" dirty="0" err="1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2400" b="1" dirty="0" err="1">
                <a:ea typeface="宋体" panose="02010600030101010101" pitchFamily="2" charset="-122"/>
                <a:sym typeface="Symbol" panose="05050102010706020507" pitchFamily="18" charset="2"/>
              </a:rPr>
              <a:t></a:t>
            </a:r>
            <a:r>
              <a:rPr lang="en-US" altLang="zh-CN" sz="2400" b="1" i="1" dirty="0" err="1">
                <a:ea typeface="宋体" panose="02010600030101010101" pitchFamily="2" charset="-122"/>
                <a:sym typeface="Symbol" panose="05050102010706020507" pitchFamily="18" charset="2"/>
              </a:rPr>
              <a:t>bBa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, $]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ea typeface="宋体" panose="02010600030101010101" pitchFamily="2" charset="-122"/>
              </a:rPr>
              <a:t>I</a:t>
            </a:r>
            <a:r>
              <a:rPr lang="en-US" altLang="zh-CN" sz="2400" b="1" baseline="-25000" dirty="0">
                <a:ea typeface="宋体" panose="02010600030101010101" pitchFamily="2" charset="-122"/>
              </a:rPr>
              <a:t>4</a:t>
            </a:r>
            <a:r>
              <a:rPr lang="en-US" altLang="zh-CN" sz="2400" b="1" dirty="0">
                <a:ea typeface="宋体" panose="02010600030101010101" pitchFamily="2" charset="-122"/>
              </a:rPr>
              <a:t>: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   [</a:t>
            </a:r>
            <a:r>
              <a:rPr lang="en-US" altLang="zh-CN" sz="2400" b="1" i="1" dirty="0"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 dirty="0" err="1">
                <a:ea typeface="宋体" panose="02010600030101010101" pitchFamily="2" charset="-122"/>
                <a:sym typeface="Symbol" panose="05050102010706020507" pitchFamily="18" charset="2"/>
              </a:rPr>
              <a:t>Aa</a:t>
            </a:r>
            <a:r>
              <a:rPr lang="en-US" altLang="zh-CN" sz="2400" b="1" dirty="0" err="1">
                <a:ea typeface="宋体" panose="02010600030101010101" pitchFamily="2" charset="-122"/>
                <a:sym typeface="Symbol" panose="05050102010706020507" pitchFamily="18" charset="2"/>
              </a:rPr>
              <a:t></a:t>
            </a:r>
            <a:r>
              <a:rPr lang="en-US" altLang="zh-CN" sz="2400" b="1" i="1" dirty="0" err="1">
                <a:ea typeface="宋体" panose="02010600030101010101" pitchFamily="2" charset="-122"/>
                <a:sym typeface="Symbol" panose="05050102010706020507" pitchFamily="18" charset="2"/>
              </a:rPr>
              <a:t>Ab</a:t>
            </a:r>
            <a:r>
              <a:rPr lang="en-US" altLang="zh-CN" sz="2400" b="1" i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, $]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       [</a:t>
            </a:r>
            <a:r>
              <a:rPr lang="en-US" altLang="zh-CN" sz="2400" b="1" i="1" dirty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 , </a:t>
            </a:r>
            <a:r>
              <a:rPr lang="en-US" altLang="zh-CN" sz="2400" b="1" i="1" dirty="0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]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ea typeface="宋体" panose="02010600030101010101" pitchFamily="2" charset="-122"/>
              </a:rPr>
              <a:t>I</a:t>
            </a:r>
            <a:r>
              <a:rPr lang="en-US" altLang="zh-CN" sz="2400" b="1" baseline="-25000" dirty="0">
                <a:ea typeface="宋体" panose="02010600030101010101" pitchFamily="2" charset="-122"/>
              </a:rPr>
              <a:t>5</a:t>
            </a:r>
            <a:r>
              <a:rPr lang="en-US" altLang="zh-CN" sz="2400" b="1" dirty="0">
                <a:ea typeface="宋体" panose="02010600030101010101" pitchFamily="2" charset="-122"/>
              </a:rPr>
              <a:t>: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   [</a:t>
            </a:r>
            <a:r>
              <a:rPr lang="en-US" altLang="zh-CN" sz="2400" b="1" i="1" dirty="0"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 dirty="0" err="1">
                <a:ea typeface="宋体" panose="02010600030101010101" pitchFamily="2" charset="-122"/>
                <a:sym typeface="Symbol" panose="05050102010706020507" pitchFamily="18" charset="2"/>
              </a:rPr>
              <a:t>Bb</a:t>
            </a:r>
            <a:r>
              <a:rPr lang="en-US" altLang="zh-CN" sz="2400" b="1" dirty="0" err="1">
                <a:ea typeface="宋体" panose="02010600030101010101" pitchFamily="2" charset="-122"/>
                <a:sym typeface="Symbol" panose="05050102010706020507" pitchFamily="18" charset="2"/>
              </a:rPr>
              <a:t></a:t>
            </a:r>
            <a:r>
              <a:rPr lang="en-US" altLang="zh-CN" sz="2400" b="1" i="1" dirty="0" err="1">
                <a:ea typeface="宋体" panose="02010600030101010101" pitchFamily="2" charset="-122"/>
                <a:sym typeface="Symbol" panose="05050102010706020507" pitchFamily="18" charset="2"/>
              </a:rPr>
              <a:t>Ba</a:t>
            </a:r>
            <a:r>
              <a:rPr lang="en-US" altLang="zh-CN" sz="2400" b="1" i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, $]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       [</a:t>
            </a:r>
            <a:r>
              <a:rPr lang="en-US" altLang="zh-CN" sz="2400" b="1" i="1" dirty="0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 , </a:t>
            </a:r>
            <a:r>
              <a:rPr lang="en-US" altLang="zh-CN" sz="2400" b="1" i="1" dirty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]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ea typeface="宋体" panose="02010600030101010101" pitchFamily="2" charset="-122"/>
              </a:rPr>
              <a:t>I</a:t>
            </a:r>
            <a:r>
              <a:rPr lang="en-US" altLang="zh-CN" sz="2400" b="1" baseline="-25000" dirty="0">
                <a:ea typeface="宋体" panose="02010600030101010101" pitchFamily="2" charset="-122"/>
              </a:rPr>
              <a:t>6</a:t>
            </a:r>
            <a:r>
              <a:rPr lang="en-US" altLang="zh-CN" sz="2400" b="1" dirty="0">
                <a:ea typeface="宋体" panose="02010600030101010101" pitchFamily="2" charset="-122"/>
              </a:rPr>
              <a:t>: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   [</a:t>
            </a:r>
            <a:r>
              <a:rPr lang="en-US" altLang="zh-CN" sz="2400" b="1" i="1" dirty="0"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 dirty="0" err="1">
                <a:ea typeface="宋体" panose="02010600030101010101" pitchFamily="2" charset="-122"/>
                <a:sym typeface="Symbol" panose="05050102010706020507" pitchFamily="18" charset="2"/>
              </a:rPr>
              <a:t>AaA</a:t>
            </a:r>
            <a:r>
              <a:rPr lang="en-US" altLang="zh-CN" sz="2400" b="1" dirty="0" err="1">
                <a:ea typeface="宋体" panose="02010600030101010101" pitchFamily="2" charset="-122"/>
                <a:sym typeface="Symbol" panose="05050102010706020507" pitchFamily="18" charset="2"/>
              </a:rPr>
              <a:t></a:t>
            </a:r>
            <a:r>
              <a:rPr lang="en-US" altLang="zh-CN" sz="2400" b="1" i="1" dirty="0" err="1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2400" b="1" i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, $]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ea typeface="宋体" panose="02010600030101010101" pitchFamily="2" charset="-122"/>
              </a:rPr>
              <a:t>I</a:t>
            </a:r>
            <a:r>
              <a:rPr lang="en-US" altLang="zh-CN" sz="2400" b="1" baseline="-25000" dirty="0">
                <a:ea typeface="宋体" panose="02010600030101010101" pitchFamily="2" charset="-122"/>
              </a:rPr>
              <a:t>7</a:t>
            </a:r>
            <a:r>
              <a:rPr lang="en-US" altLang="zh-CN" sz="2400" b="1" dirty="0">
                <a:ea typeface="宋体" panose="02010600030101010101" pitchFamily="2" charset="-122"/>
              </a:rPr>
              <a:t>: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   [</a:t>
            </a:r>
            <a:r>
              <a:rPr lang="en-US" altLang="zh-CN" sz="2400" b="1" i="1" dirty="0"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 dirty="0" err="1">
                <a:ea typeface="宋体" panose="02010600030101010101" pitchFamily="2" charset="-122"/>
                <a:sym typeface="Symbol" panose="05050102010706020507" pitchFamily="18" charset="2"/>
              </a:rPr>
              <a:t>BbB</a:t>
            </a:r>
            <a:r>
              <a:rPr lang="en-US" altLang="zh-CN" sz="2400" b="1" dirty="0" err="1">
                <a:ea typeface="宋体" panose="02010600030101010101" pitchFamily="2" charset="-122"/>
                <a:sym typeface="Symbol" panose="05050102010706020507" pitchFamily="18" charset="2"/>
              </a:rPr>
              <a:t></a:t>
            </a:r>
            <a:r>
              <a:rPr lang="en-US" altLang="zh-CN" sz="2400" b="1" i="1" dirty="0" err="1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400" b="1" i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, $]</a:t>
            </a:r>
          </a:p>
        </p:txBody>
      </p:sp>
      <p:sp>
        <p:nvSpPr>
          <p:cNvPr id="15366" name="Text Box 6">
            <a:extLst>
              <a:ext uri="{FF2B5EF4-FFF2-40B4-BE49-F238E27FC236}">
                <a16:creationId xmlns:a16="http://schemas.microsoft.com/office/drawing/2014/main" id="{1D531AB4-8441-40E4-AC34-0DA851B60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8590" y="2785289"/>
            <a:ext cx="2526383" cy="796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I</a:t>
            </a:r>
            <a:r>
              <a:rPr lang="en-US" altLang="zh-CN" sz="2400" b="1" baseline="-25000">
                <a:ea typeface="宋体" panose="02010600030101010101" pitchFamily="2" charset="-122"/>
              </a:rPr>
              <a:t>8</a:t>
            </a:r>
            <a:r>
              <a:rPr lang="en-US" altLang="zh-CN" sz="2400" b="1">
                <a:ea typeface="宋体" panose="02010600030101010101" pitchFamily="2" charset="-122"/>
              </a:rPr>
              <a:t>: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   [</a:t>
            </a:r>
            <a:r>
              <a:rPr lang="en-US" altLang="zh-CN" sz="2400" b="1" i="1"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>
                <a:ea typeface="宋体" panose="02010600030101010101" pitchFamily="2" charset="-122"/>
                <a:sym typeface="Symbol" panose="05050102010706020507" pitchFamily="18" charset="2"/>
              </a:rPr>
              <a:t>AaAb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, $]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I</a:t>
            </a:r>
            <a:r>
              <a:rPr lang="en-US" altLang="zh-CN" sz="2400" b="1" baseline="-25000">
                <a:ea typeface="宋体" panose="02010600030101010101" pitchFamily="2" charset="-122"/>
              </a:rPr>
              <a:t>9</a:t>
            </a:r>
            <a:r>
              <a:rPr lang="en-US" altLang="zh-CN" sz="2400" b="1">
                <a:ea typeface="宋体" panose="02010600030101010101" pitchFamily="2" charset="-122"/>
              </a:rPr>
              <a:t>: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   [</a:t>
            </a:r>
            <a:r>
              <a:rPr lang="en-US" altLang="zh-CN" sz="2400" b="1" i="1"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>
                <a:ea typeface="宋体" panose="02010600030101010101" pitchFamily="2" charset="-122"/>
                <a:sym typeface="Symbol" panose="05050102010706020507" pitchFamily="18" charset="2"/>
              </a:rPr>
              <a:t>BbBa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, $]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9A7316F-850A-C25A-E91E-F92B7F595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1E142-B34D-4900-AA9A-196CE3360939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270EE65-741C-E358-B5E0-918CDE1E0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060A6F-6F4B-1705-CF0F-F701D96BE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DC64CCE1-B57F-4864-97CB-4E5AD4FE4D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第三章 作业</a:t>
            </a:r>
            <a:r>
              <a:rPr lang="en-US" altLang="zh-CN" dirty="0"/>
              <a:t>11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711BCEE6-2640-4103-8786-2E0089FB36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b="1" dirty="0">
                <a:solidFill>
                  <a:srgbClr val="FF0000"/>
                </a:solidFill>
              </a:rPr>
              <a:t>11. </a:t>
            </a:r>
            <a:r>
              <a:rPr lang="zh-CN" altLang="en-US" dirty="0">
                <a:solidFill>
                  <a:srgbClr val="FF0000"/>
                </a:solidFill>
              </a:rPr>
              <a:t>构造下面文法的</a:t>
            </a:r>
            <a:r>
              <a:rPr lang="en-US" altLang="zh-CN" b="1" dirty="0">
                <a:solidFill>
                  <a:srgbClr val="FF0000"/>
                </a:solidFill>
              </a:rPr>
              <a:t>SLR</a:t>
            </a:r>
            <a:r>
              <a:rPr lang="zh-CN" altLang="en-US" dirty="0">
                <a:solidFill>
                  <a:srgbClr val="FF0000"/>
                </a:solidFill>
              </a:rPr>
              <a:t>分析表</a:t>
            </a:r>
            <a:r>
              <a:rPr lang="zh-CN" altLang="en-US" dirty="0"/>
              <a:t>，看看哪里有冲突，以说明该文法不是</a:t>
            </a:r>
            <a:r>
              <a:rPr lang="en-US" altLang="zh-CN" b="1" dirty="0"/>
              <a:t>SLR</a:t>
            </a:r>
            <a:r>
              <a:rPr lang="zh-CN" altLang="en-US" dirty="0"/>
              <a:t>文法。并构造该文法的规范</a:t>
            </a:r>
            <a:r>
              <a:rPr lang="en-US" altLang="zh-CN" b="1" dirty="0"/>
              <a:t>LR</a:t>
            </a:r>
            <a:r>
              <a:rPr lang="zh-CN" altLang="en-US" dirty="0"/>
              <a:t>分析表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b="1" i="1" dirty="0"/>
              <a:t>		</a:t>
            </a:r>
            <a:r>
              <a:rPr lang="en-US" altLang="zh-CN" b="1" i="1" dirty="0"/>
              <a:t>S </a:t>
            </a:r>
            <a:r>
              <a:rPr lang="en-US" altLang="zh-CN" b="1" dirty="0">
                <a:sym typeface="Symbol" panose="05050102010706020507" pitchFamily="18" charset="2"/>
              </a:rPr>
              <a:t> </a:t>
            </a:r>
            <a:r>
              <a:rPr lang="en-US" altLang="zh-CN" b="1" i="1" dirty="0"/>
              <a:t>V </a:t>
            </a:r>
            <a:r>
              <a:rPr lang="en-US" altLang="zh-CN" b="1" dirty="0"/>
              <a:t>= </a:t>
            </a:r>
            <a:r>
              <a:rPr lang="en-US" altLang="zh-CN" b="1" i="1" dirty="0"/>
              <a:t>E</a:t>
            </a:r>
            <a:endParaRPr lang="en-US" altLang="zh-CN" b="1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 i="1" dirty="0"/>
              <a:t>		S </a:t>
            </a:r>
            <a:r>
              <a:rPr lang="en-US" altLang="zh-CN" b="1" dirty="0">
                <a:sym typeface="Symbol" panose="05050102010706020507" pitchFamily="18" charset="2"/>
              </a:rPr>
              <a:t> </a:t>
            </a:r>
            <a:r>
              <a:rPr lang="en-US" altLang="zh-CN" b="1" i="1" dirty="0"/>
              <a:t>E</a:t>
            </a:r>
            <a:r>
              <a:rPr lang="en-US" altLang="zh-CN" b="1" dirty="0"/>
              <a:t>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 i="1" dirty="0"/>
              <a:t>		V </a:t>
            </a:r>
            <a:r>
              <a:rPr lang="en-US" altLang="zh-CN" b="1" dirty="0">
                <a:sym typeface="Symbol" panose="05050102010706020507" pitchFamily="18" charset="2"/>
              </a:rPr>
              <a:t></a:t>
            </a:r>
            <a:r>
              <a:rPr lang="en-US" altLang="zh-CN" b="1" i="1" dirty="0"/>
              <a:t> </a:t>
            </a:r>
            <a:r>
              <a:rPr lang="en-US" altLang="zh-CN" b="1" dirty="0">
                <a:sym typeface="Symbol" panose="05050102010706020507" pitchFamily="18" charset="2"/>
              </a:rPr>
              <a:t></a:t>
            </a:r>
            <a:r>
              <a:rPr lang="en-US" altLang="zh-CN" b="1" dirty="0"/>
              <a:t> </a:t>
            </a:r>
            <a:r>
              <a:rPr lang="en-US" altLang="zh-CN" b="1" i="1" dirty="0"/>
              <a:t>E</a:t>
            </a:r>
            <a:endParaRPr lang="en-US" altLang="zh-CN" b="1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 i="1" dirty="0"/>
              <a:t>		V </a:t>
            </a:r>
            <a:r>
              <a:rPr lang="en-US" altLang="zh-CN" b="1" dirty="0">
                <a:sym typeface="Symbol" panose="05050102010706020507" pitchFamily="18" charset="2"/>
              </a:rPr>
              <a:t> </a:t>
            </a:r>
            <a:r>
              <a:rPr lang="en-US" altLang="zh-CN" b="1" dirty="0"/>
              <a:t>id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 i="1" dirty="0"/>
              <a:t>		E </a:t>
            </a:r>
            <a:r>
              <a:rPr lang="en-US" altLang="zh-CN" b="1" dirty="0">
                <a:sym typeface="Symbol" panose="05050102010706020507" pitchFamily="18" charset="2"/>
              </a:rPr>
              <a:t> </a:t>
            </a:r>
            <a:r>
              <a:rPr lang="en-US" altLang="zh-CN" b="1" i="1" dirty="0"/>
              <a:t>V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D3A7E9B-FD3B-5F84-5784-C158604C3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C0E89-8E99-4DDE-B2C0-080C629AF464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3B9E45A-3968-1E48-81A2-C71237670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6D66CD-BB49-F898-A0B0-5FB6BE54B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1263B6A7-FEC9-42B6-B28C-896431C81B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第三章 作业</a:t>
            </a:r>
            <a:r>
              <a:rPr lang="en-US" altLang="zh-CN" dirty="0"/>
              <a:t>11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09C4A669-CA59-4996-8DAB-5049510591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拓广文法：</a:t>
            </a:r>
          </a:p>
          <a:p>
            <a:pPr eaLnBrk="1" hangingPunct="1"/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/>
            <a:r>
              <a:rPr lang="en-US" altLang="zh-CN" b="1" dirty="0"/>
              <a:t>LR(0)</a:t>
            </a:r>
            <a:r>
              <a:rPr lang="zh-CN" altLang="en-US" dirty="0"/>
              <a:t>项目集族及识别活前缀的</a:t>
            </a:r>
            <a:r>
              <a:rPr lang="en-US" altLang="zh-CN" b="1" dirty="0"/>
              <a:t>DFA</a:t>
            </a:r>
          </a:p>
          <a:p>
            <a:pPr lvl="1" eaLnBrk="1" hangingPunct="1"/>
            <a:endParaRPr lang="en-US" altLang="zh-CN" dirty="0"/>
          </a:p>
        </p:txBody>
      </p:sp>
      <p:sp>
        <p:nvSpPr>
          <p:cNvPr id="18436" name="Text Box 4">
            <a:extLst>
              <a:ext uri="{FF2B5EF4-FFF2-40B4-BE49-F238E27FC236}">
                <a16:creationId xmlns:a16="http://schemas.microsoft.com/office/drawing/2014/main" id="{47F63658-E59E-4440-9ABE-7D3BEEC20C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5037" y="1930167"/>
            <a:ext cx="2193925" cy="261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ea typeface="宋体" panose="02010600030101010101" pitchFamily="2" charset="-122"/>
              </a:rPr>
              <a:t>(0)</a:t>
            </a:r>
            <a:r>
              <a:rPr lang="en-US" altLang="zh-CN" sz="2800" b="1" i="1" dirty="0">
                <a:ea typeface="宋体" panose="02010600030101010101" pitchFamily="2" charset="-122"/>
              </a:rPr>
              <a:t> S</a:t>
            </a: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800" b="1" dirty="0"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800" b="1" i="1" dirty="0"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endParaRPr lang="en-US" altLang="zh-CN" sz="2800" b="1" i="1" dirty="0">
              <a:ea typeface="宋体" panose="02010600030101010101" pitchFamily="2" charset="-12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ea typeface="宋体" panose="02010600030101010101" pitchFamily="2" charset="-122"/>
              </a:rPr>
              <a:t>(1) </a:t>
            </a:r>
            <a:r>
              <a:rPr lang="en-US" altLang="zh-CN" sz="2800" b="1" i="1" dirty="0">
                <a:ea typeface="宋体" panose="02010600030101010101" pitchFamily="2" charset="-122"/>
              </a:rPr>
              <a:t>S </a:t>
            </a: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800" b="1" i="1" dirty="0">
                <a:ea typeface="宋体" panose="02010600030101010101" pitchFamily="2" charset="-122"/>
              </a:rPr>
              <a:t>V </a:t>
            </a:r>
            <a:r>
              <a:rPr lang="en-US" altLang="zh-CN" sz="2800" b="1" dirty="0">
                <a:ea typeface="宋体" panose="02010600030101010101" pitchFamily="2" charset="-122"/>
              </a:rPr>
              <a:t>= </a:t>
            </a:r>
            <a:r>
              <a:rPr lang="en-US" altLang="zh-CN" sz="2800" b="1" i="1" dirty="0">
                <a:ea typeface="宋体" panose="02010600030101010101" pitchFamily="2" charset="-122"/>
              </a:rPr>
              <a:t>E</a:t>
            </a:r>
            <a:endParaRPr lang="en-US" altLang="zh-CN" sz="2800" b="1" dirty="0">
              <a:ea typeface="宋体" panose="02010600030101010101" pitchFamily="2" charset="-12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ea typeface="宋体" panose="02010600030101010101" pitchFamily="2" charset="-122"/>
              </a:rPr>
              <a:t>(2) </a:t>
            </a:r>
            <a:r>
              <a:rPr lang="en-US" altLang="zh-CN" sz="2800" b="1" i="1" dirty="0">
                <a:ea typeface="宋体" panose="02010600030101010101" pitchFamily="2" charset="-122"/>
              </a:rPr>
              <a:t>S </a:t>
            </a: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800" b="1" i="1" dirty="0">
                <a:ea typeface="宋体" panose="02010600030101010101" pitchFamily="2" charset="-122"/>
              </a:rPr>
              <a:t>E</a:t>
            </a:r>
            <a:r>
              <a:rPr lang="en-US" altLang="zh-CN" sz="2800" b="1" dirty="0">
                <a:ea typeface="宋体" panose="02010600030101010101" pitchFamily="2" charset="-122"/>
              </a:rPr>
              <a:t> 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ea typeface="宋体" panose="02010600030101010101" pitchFamily="2" charset="-122"/>
              </a:rPr>
              <a:t>(3) </a:t>
            </a:r>
            <a:r>
              <a:rPr lang="en-US" altLang="zh-CN" sz="2800" b="1" i="1" dirty="0">
                <a:ea typeface="宋体" panose="02010600030101010101" pitchFamily="2" charset="-122"/>
              </a:rPr>
              <a:t>V </a:t>
            </a: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800" b="1" i="1" dirty="0"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</a:t>
            </a:r>
            <a:r>
              <a:rPr lang="en-US" altLang="zh-CN" sz="2800" b="1" dirty="0">
                <a:ea typeface="宋体" panose="02010600030101010101" pitchFamily="2" charset="-122"/>
              </a:rPr>
              <a:t> </a:t>
            </a:r>
            <a:r>
              <a:rPr lang="en-US" altLang="zh-CN" sz="2800" b="1" i="1" dirty="0">
                <a:ea typeface="宋体" panose="02010600030101010101" pitchFamily="2" charset="-122"/>
              </a:rPr>
              <a:t>E</a:t>
            </a:r>
            <a:endParaRPr lang="en-US" altLang="zh-CN" sz="2800" b="1" dirty="0">
              <a:ea typeface="宋体" panose="02010600030101010101" pitchFamily="2" charset="-12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ea typeface="宋体" panose="02010600030101010101" pitchFamily="2" charset="-122"/>
              </a:rPr>
              <a:t>(4) </a:t>
            </a:r>
            <a:r>
              <a:rPr lang="en-US" altLang="zh-CN" sz="2800" b="1" i="1" dirty="0">
                <a:ea typeface="宋体" panose="02010600030101010101" pitchFamily="2" charset="-122"/>
              </a:rPr>
              <a:t>V </a:t>
            </a: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ea typeface="宋体" panose="02010600030101010101" pitchFamily="2" charset="-122"/>
              </a:rPr>
              <a:t>id 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ea typeface="宋体" panose="02010600030101010101" pitchFamily="2" charset="-122"/>
              </a:rPr>
              <a:t>(5) </a:t>
            </a:r>
            <a:r>
              <a:rPr lang="en-US" altLang="zh-CN" sz="2800" b="1" i="1" dirty="0">
                <a:ea typeface="宋体" panose="02010600030101010101" pitchFamily="2" charset="-122"/>
              </a:rPr>
              <a:t>E </a:t>
            </a: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800" b="1" i="1" dirty="0">
                <a:ea typeface="宋体" panose="02010600030101010101" pitchFamily="2" charset="-122"/>
              </a:rPr>
              <a:t>V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28231E9-C3D0-759C-939B-8BCB3353E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E75B6-720F-47F7-AB5B-0D63FC9391AE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A41C78A-A78A-741F-FFE0-5A1125C76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720984-95D8-F447-E144-F12681990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33</a:t>
            </a:fld>
            <a:endParaRPr lang="zh-CN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8" name="Group 49">
            <a:extLst>
              <a:ext uri="{FF2B5EF4-FFF2-40B4-BE49-F238E27FC236}">
                <a16:creationId xmlns:a16="http://schemas.microsoft.com/office/drawing/2014/main" id="{094E8617-F805-47FD-9374-13C06F37F0FC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896938"/>
            <a:ext cx="7889875" cy="5783262"/>
            <a:chOff x="336" y="565"/>
            <a:chExt cx="4970" cy="3643"/>
          </a:xfrm>
        </p:grpSpPr>
        <p:sp>
          <p:nvSpPr>
            <p:cNvPr id="19459" name="Text Box 4">
              <a:extLst>
                <a:ext uri="{FF2B5EF4-FFF2-40B4-BE49-F238E27FC236}">
                  <a16:creationId xmlns:a16="http://schemas.microsoft.com/office/drawing/2014/main" id="{B787ECBC-97C3-4232-B0A0-681568D4D3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1344"/>
              <a:ext cx="1034" cy="1662"/>
            </a:xfrm>
            <a:prstGeom prst="rect">
              <a:avLst/>
            </a:prstGeom>
            <a:noFill/>
            <a:ln w="25400" algn="ctr">
              <a:solidFill>
                <a:srgbClr val="008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ea typeface="宋体" panose="02010600030101010101" pitchFamily="2" charset="-122"/>
                </a:rPr>
                <a:t>I</a:t>
              </a:r>
              <a:r>
                <a:rPr lang="en-US" altLang="zh-CN" sz="2400" b="1" baseline="-25000" dirty="0">
                  <a:ea typeface="宋体" panose="02010600030101010101" pitchFamily="2" charset="-122"/>
                </a:rPr>
                <a:t>0</a:t>
              </a:r>
              <a:r>
                <a:rPr lang="en-US" altLang="zh-CN" sz="2400" b="1" dirty="0">
                  <a:ea typeface="宋体" panose="02010600030101010101" pitchFamily="2" charset="-122"/>
                </a:rPr>
                <a:t>:</a:t>
              </a:r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 dirty="0">
                  <a:ea typeface="宋体" panose="02010600030101010101" pitchFamily="2" charset="-122"/>
                </a:rPr>
                <a:t>S</a:t>
              </a:r>
              <a:r>
                <a:rPr lang="en-US" altLang="zh-CN" sz="2400" b="1" dirty="0">
                  <a:ea typeface="宋体" panose="02010600030101010101" pitchFamily="2" charset="-122"/>
                  <a:sym typeface="Symbol" panose="05050102010706020507" pitchFamily="18" charset="2"/>
                </a:rPr>
                <a:t></a:t>
              </a:r>
              <a:r>
                <a:rPr lang="en-US" altLang="zh-CN" sz="2400" b="1" dirty="0">
                  <a:ea typeface="宋体" panose="02010600030101010101" pitchFamily="2" charset="-122"/>
                </a:rPr>
                <a:t> </a:t>
              </a:r>
              <a:r>
                <a:rPr lang="en-US" altLang="zh-CN" sz="2400" b="1" dirty="0">
                  <a:ea typeface="宋体" panose="02010600030101010101" pitchFamily="2" charset="-122"/>
                  <a:sym typeface="Symbol" panose="05050102010706020507" pitchFamily="18" charset="2"/>
                </a:rPr>
                <a:t>  </a:t>
              </a:r>
              <a:r>
                <a:rPr lang="en-US" altLang="zh-CN" sz="2400" b="1" i="1" dirty="0">
                  <a:ea typeface="宋体" panose="02010600030101010101" pitchFamily="2" charset="-122"/>
                  <a:sym typeface="Symbol" panose="05050102010706020507" pitchFamily="18" charset="2"/>
                </a:rPr>
                <a:t>S</a:t>
              </a:r>
              <a:endParaRPr lang="en-US" altLang="zh-CN" sz="2400" b="1" i="1" dirty="0">
                <a:ea typeface="宋体" panose="02010600030101010101" pitchFamily="2" charset="-122"/>
              </a:endParaRPr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 dirty="0">
                  <a:ea typeface="宋体" panose="02010600030101010101" pitchFamily="2" charset="-122"/>
                </a:rPr>
                <a:t>S </a:t>
              </a:r>
              <a:r>
                <a:rPr lang="en-US" altLang="zh-CN" sz="2400" b="1" dirty="0">
                  <a:ea typeface="宋体" panose="02010600030101010101" pitchFamily="2" charset="-122"/>
                  <a:sym typeface="Symbol" panose="05050102010706020507" pitchFamily="18" charset="2"/>
                </a:rPr>
                <a:t>  </a:t>
              </a:r>
              <a:r>
                <a:rPr lang="en-US" altLang="zh-CN" sz="2400" b="1" i="1" dirty="0">
                  <a:ea typeface="宋体" panose="02010600030101010101" pitchFamily="2" charset="-122"/>
                </a:rPr>
                <a:t>V </a:t>
              </a:r>
              <a:r>
                <a:rPr lang="en-US" altLang="zh-CN" sz="2400" b="1" dirty="0">
                  <a:ea typeface="宋体" panose="02010600030101010101" pitchFamily="2" charset="-122"/>
                </a:rPr>
                <a:t>= </a:t>
              </a:r>
              <a:r>
                <a:rPr lang="en-US" altLang="zh-CN" sz="2400" b="1" i="1" dirty="0">
                  <a:ea typeface="宋体" panose="02010600030101010101" pitchFamily="2" charset="-122"/>
                </a:rPr>
                <a:t>E</a:t>
              </a:r>
              <a:endParaRPr lang="en-US" altLang="zh-CN" sz="2400" b="1" dirty="0">
                <a:ea typeface="宋体" panose="02010600030101010101" pitchFamily="2" charset="-122"/>
              </a:endParaRPr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 dirty="0">
                  <a:ea typeface="宋体" panose="02010600030101010101" pitchFamily="2" charset="-122"/>
                </a:rPr>
                <a:t>S </a:t>
              </a:r>
              <a:r>
                <a:rPr lang="en-US" altLang="zh-CN" sz="2400" b="1" dirty="0">
                  <a:ea typeface="宋体" panose="02010600030101010101" pitchFamily="2" charset="-122"/>
                  <a:sym typeface="Symbol" panose="05050102010706020507" pitchFamily="18" charset="2"/>
                </a:rPr>
                <a:t>  </a:t>
              </a:r>
              <a:r>
                <a:rPr lang="en-US" altLang="zh-CN" sz="2400" b="1" i="1" dirty="0">
                  <a:ea typeface="宋体" panose="02010600030101010101" pitchFamily="2" charset="-122"/>
                </a:rPr>
                <a:t>E</a:t>
              </a:r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 dirty="0">
                  <a:ea typeface="宋体" panose="02010600030101010101" pitchFamily="2" charset="-122"/>
                </a:rPr>
                <a:t>V </a:t>
              </a:r>
              <a:r>
                <a:rPr lang="en-US" altLang="zh-CN" sz="2400" b="1" dirty="0">
                  <a:ea typeface="宋体" panose="02010600030101010101" pitchFamily="2" charset="-122"/>
                  <a:sym typeface="Symbol" panose="05050102010706020507" pitchFamily="18" charset="2"/>
                </a:rPr>
                <a:t></a:t>
              </a:r>
              <a:r>
                <a:rPr lang="en-US" altLang="zh-CN" sz="2400" b="1" i="1" dirty="0">
                  <a:ea typeface="宋体" panose="02010600030101010101" pitchFamily="2" charset="-122"/>
                </a:rPr>
                <a:t> </a:t>
              </a:r>
              <a:r>
                <a:rPr lang="en-US" altLang="zh-CN" sz="2400" b="1" dirty="0">
                  <a:ea typeface="宋体" panose="02010600030101010101" pitchFamily="2" charset="-122"/>
                  <a:sym typeface="Symbol" panose="05050102010706020507" pitchFamily="18" charset="2"/>
                </a:rPr>
                <a:t></a:t>
              </a:r>
              <a:r>
                <a:rPr lang="en-US" altLang="zh-CN" sz="2400" b="1" dirty="0">
                  <a:ea typeface="宋体" panose="02010600030101010101" pitchFamily="2" charset="-122"/>
                </a:rPr>
                <a:t> </a:t>
              </a:r>
              <a:r>
                <a:rPr lang="en-US" altLang="zh-CN" sz="2400" b="1" dirty="0">
                  <a:ea typeface="宋体" panose="02010600030101010101" pitchFamily="2" charset="-122"/>
                  <a:sym typeface="Symbol" panose="05050102010706020507" pitchFamily="18" charset="2"/>
                </a:rPr>
                <a:t></a:t>
              </a:r>
              <a:r>
                <a:rPr lang="en-US" altLang="zh-CN" sz="2400" b="1" dirty="0">
                  <a:ea typeface="宋体" panose="02010600030101010101" pitchFamily="2" charset="-122"/>
                </a:rPr>
                <a:t> </a:t>
              </a:r>
              <a:r>
                <a:rPr lang="en-US" altLang="zh-CN" sz="2400" b="1" i="1" dirty="0">
                  <a:ea typeface="宋体" panose="02010600030101010101" pitchFamily="2" charset="-122"/>
                </a:rPr>
                <a:t>E</a:t>
              </a:r>
              <a:endParaRPr lang="en-US" altLang="zh-CN" sz="2400" b="1" dirty="0">
                <a:ea typeface="宋体" panose="02010600030101010101" pitchFamily="2" charset="-122"/>
              </a:endParaRPr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 dirty="0">
                  <a:ea typeface="宋体" panose="02010600030101010101" pitchFamily="2" charset="-122"/>
                </a:rPr>
                <a:t>V </a:t>
              </a:r>
              <a:r>
                <a:rPr lang="en-US" altLang="zh-CN" sz="2400" b="1" dirty="0">
                  <a:ea typeface="宋体" panose="02010600030101010101" pitchFamily="2" charset="-122"/>
                  <a:sym typeface="Symbol" panose="05050102010706020507" pitchFamily="18" charset="2"/>
                </a:rPr>
                <a:t>  </a:t>
              </a:r>
              <a:r>
                <a:rPr lang="en-US" altLang="zh-CN" sz="2400" b="1" dirty="0">
                  <a:ea typeface="宋体" panose="02010600030101010101" pitchFamily="2" charset="-122"/>
                </a:rPr>
                <a:t>id </a:t>
              </a:r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 dirty="0">
                  <a:ea typeface="宋体" panose="02010600030101010101" pitchFamily="2" charset="-122"/>
                </a:rPr>
                <a:t>E </a:t>
              </a:r>
              <a:r>
                <a:rPr lang="en-US" altLang="zh-CN" sz="2400" b="1" dirty="0">
                  <a:ea typeface="宋体" panose="02010600030101010101" pitchFamily="2" charset="-122"/>
                  <a:sym typeface="Symbol" panose="05050102010706020507" pitchFamily="18" charset="2"/>
                </a:rPr>
                <a:t>  </a:t>
              </a:r>
              <a:r>
                <a:rPr lang="en-US" altLang="zh-CN" sz="2400" b="1" i="1" dirty="0">
                  <a:ea typeface="宋体" panose="02010600030101010101" pitchFamily="2" charset="-122"/>
                </a:rPr>
                <a:t>V</a:t>
              </a:r>
            </a:p>
          </p:txBody>
        </p:sp>
        <p:sp>
          <p:nvSpPr>
            <p:cNvPr id="19460" name="Text Box 5">
              <a:extLst>
                <a:ext uri="{FF2B5EF4-FFF2-40B4-BE49-F238E27FC236}">
                  <a16:creationId xmlns:a16="http://schemas.microsoft.com/office/drawing/2014/main" id="{8241B347-9F0D-45B7-B3A4-5F3FB7C8A1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" y="3504"/>
              <a:ext cx="1008" cy="512"/>
            </a:xfrm>
            <a:prstGeom prst="rect">
              <a:avLst/>
            </a:prstGeom>
            <a:noFill/>
            <a:ln w="25400" algn="ctr">
              <a:solidFill>
                <a:srgbClr val="008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ea typeface="宋体" panose="02010600030101010101" pitchFamily="2" charset="-122"/>
                </a:rPr>
                <a:t>I</a:t>
              </a:r>
              <a:r>
                <a:rPr lang="en-US" altLang="zh-CN" sz="2400" b="1" baseline="-25000">
                  <a:ea typeface="宋体" panose="02010600030101010101" pitchFamily="2" charset="-122"/>
                </a:rPr>
                <a:t>1</a:t>
              </a:r>
              <a:r>
                <a:rPr lang="en-US" altLang="zh-CN" sz="2400" b="1">
                  <a:ea typeface="宋体" panose="02010600030101010101" pitchFamily="2" charset="-122"/>
                </a:rPr>
                <a:t>:</a:t>
              </a:r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ea typeface="宋体" panose="02010600030101010101" pitchFamily="2" charset="-122"/>
                </a:rPr>
                <a:t>S</a:t>
              </a:r>
              <a:r>
                <a:rPr lang="en-US" altLang="zh-CN" sz="2400" b="1">
                  <a:ea typeface="宋体" panose="02010600030101010101" pitchFamily="2" charset="-122"/>
                  <a:sym typeface="Symbol" panose="05050102010706020507" pitchFamily="18" charset="2"/>
                </a:rPr>
                <a:t></a:t>
              </a:r>
              <a:r>
                <a:rPr lang="en-US" altLang="zh-CN" sz="2400" b="1">
                  <a:ea typeface="宋体" panose="02010600030101010101" pitchFamily="2" charset="-122"/>
                </a:rPr>
                <a:t> </a:t>
              </a:r>
              <a:r>
                <a:rPr lang="en-US" altLang="zh-CN" sz="2400" b="1">
                  <a:ea typeface="宋体" panose="02010600030101010101" pitchFamily="2" charset="-122"/>
                  <a:sym typeface="Symbol" panose="05050102010706020507" pitchFamily="18" charset="2"/>
                </a:rPr>
                <a:t> </a:t>
              </a:r>
              <a:r>
                <a:rPr lang="en-US" altLang="zh-CN" sz="2400" b="1" i="1">
                  <a:ea typeface="宋体" panose="02010600030101010101" pitchFamily="2" charset="-122"/>
                  <a:sym typeface="Symbol" panose="05050102010706020507" pitchFamily="18" charset="2"/>
                </a:rPr>
                <a:t>S </a:t>
              </a:r>
              <a:r>
                <a:rPr lang="en-US" altLang="zh-CN" sz="2400" b="1">
                  <a:ea typeface="宋体" panose="02010600030101010101" pitchFamily="2" charset="-122"/>
                  <a:sym typeface="Symbol" panose="05050102010706020507" pitchFamily="18" charset="2"/>
                </a:rPr>
                <a:t></a:t>
              </a:r>
              <a:endParaRPr lang="en-US" altLang="zh-CN" sz="2400" b="1" i="1">
                <a:ea typeface="宋体" panose="02010600030101010101" pitchFamily="2" charset="-122"/>
              </a:endParaRPr>
            </a:p>
          </p:txBody>
        </p:sp>
        <p:sp>
          <p:nvSpPr>
            <p:cNvPr id="19461" name="Text Box 6">
              <a:extLst>
                <a:ext uri="{FF2B5EF4-FFF2-40B4-BE49-F238E27FC236}">
                  <a16:creationId xmlns:a16="http://schemas.microsoft.com/office/drawing/2014/main" id="{F509B4A7-5A29-4CFD-9B30-44A9668EC2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672"/>
              <a:ext cx="1034" cy="742"/>
            </a:xfrm>
            <a:prstGeom prst="rect">
              <a:avLst/>
            </a:prstGeom>
            <a:noFill/>
            <a:ln w="25400" algn="ctr">
              <a:solidFill>
                <a:srgbClr val="008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ea typeface="宋体" panose="02010600030101010101" pitchFamily="2" charset="-122"/>
                </a:rPr>
                <a:t>I</a:t>
              </a:r>
              <a:r>
                <a:rPr lang="en-US" altLang="zh-CN" sz="2400" b="1" baseline="-25000">
                  <a:ea typeface="宋体" panose="02010600030101010101" pitchFamily="2" charset="-122"/>
                </a:rPr>
                <a:t>2</a:t>
              </a:r>
              <a:r>
                <a:rPr lang="en-US" altLang="zh-CN" sz="2400" b="1">
                  <a:ea typeface="宋体" panose="02010600030101010101" pitchFamily="2" charset="-122"/>
                </a:rPr>
                <a:t>:</a:t>
              </a:r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ea typeface="宋体" panose="02010600030101010101" pitchFamily="2" charset="-122"/>
                </a:rPr>
                <a:t>S </a:t>
              </a:r>
              <a:r>
                <a:rPr lang="en-US" altLang="zh-CN" sz="2400" b="1">
                  <a:ea typeface="宋体" panose="02010600030101010101" pitchFamily="2" charset="-122"/>
                  <a:sym typeface="Symbol" panose="05050102010706020507" pitchFamily="18" charset="2"/>
                </a:rPr>
                <a:t> </a:t>
              </a:r>
              <a:r>
                <a:rPr lang="en-US" altLang="zh-CN" sz="2400" b="1" i="1">
                  <a:ea typeface="宋体" panose="02010600030101010101" pitchFamily="2" charset="-122"/>
                </a:rPr>
                <a:t>V </a:t>
              </a:r>
              <a:r>
                <a:rPr lang="en-US" altLang="zh-CN" sz="2400" b="1">
                  <a:ea typeface="宋体" panose="02010600030101010101" pitchFamily="2" charset="-122"/>
                  <a:sym typeface="Symbol" panose="05050102010706020507" pitchFamily="18" charset="2"/>
                </a:rPr>
                <a:t> </a:t>
              </a:r>
              <a:r>
                <a:rPr lang="en-US" altLang="zh-CN" sz="2400" b="1">
                  <a:ea typeface="宋体" panose="02010600030101010101" pitchFamily="2" charset="-122"/>
                </a:rPr>
                <a:t>= </a:t>
              </a:r>
              <a:r>
                <a:rPr lang="en-US" altLang="zh-CN" sz="2400" b="1" i="1">
                  <a:ea typeface="宋体" panose="02010600030101010101" pitchFamily="2" charset="-122"/>
                </a:rPr>
                <a:t>E</a:t>
              </a:r>
              <a:endParaRPr lang="en-US" altLang="zh-CN" sz="2400" b="1">
                <a:ea typeface="宋体" panose="02010600030101010101" pitchFamily="2" charset="-122"/>
              </a:endParaRPr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ea typeface="宋体" panose="02010600030101010101" pitchFamily="2" charset="-122"/>
                </a:rPr>
                <a:t>E </a:t>
              </a:r>
              <a:r>
                <a:rPr lang="en-US" altLang="zh-CN" sz="2400" b="1">
                  <a:ea typeface="宋体" panose="02010600030101010101" pitchFamily="2" charset="-122"/>
                  <a:sym typeface="Symbol" panose="05050102010706020507" pitchFamily="18" charset="2"/>
                </a:rPr>
                <a:t> </a:t>
              </a:r>
              <a:r>
                <a:rPr lang="en-US" altLang="zh-CN" sz="2400" b="1" i="1">
                  <a:ea typeface="宋体" panose="02010600030101010101" pitchFamily="2" charset="-122"/>
                </a:rPr>
                <a:t>V </a:t>
              </a:r>
              <a:r>
                <a:rPr lang="en-US" altLang="zh-CN" sz="2400" b="1">
                  <a:ea typeface="宋体" panose="02010600030101010101" pitchFamily="2" charset="-122"/>
                  <a:sym typeface="Symbol" panose="05050102010706020507" pitchFamily="18" charset="2"/>
                </a:rPr>
                <a:t></a:t>
              </a:r>
            </a:p>
          </p:txBody>
        </p:sp>
        <p:sp>
          <p:nvSpPr>
            <p:cNvPr id="19462" name="Text Box 7">
              <a:extLst>
                <a:ext uri="{FF2B5EF4-FFF2-40B4-BE49-F238E27FC236}">
                  <a16:creationId xmlns:a16="http://schemas.microsoft.com/office/drawing/2014/main" id="{394B810E-5811-4A98-B710-1FB3E2DEAA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1632"/>
              <a:ext cx="1008" cy="512"/>
            </a:xfrm>
            <a:prstGeom prst="rect">
              <a:avLst/>
            </a:prstGeom>
            <a:noFill/>
            <a:ln w="25400" algn="ctr">
              <a:solidFill>
                <a:srgbClr val="008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ea typeface="宋体" panose="02010600030101010101" pitchFamily="2" charset="-122"/>
                </a:rPr>
                <a:t>I</a:t>
              </a:r>
              <a:r>
                <a:rPr lang="en-US" altLang="zh-CN" sz="2400" b="1" baseline="-25000">
                  <a:ea typeface="宋体" panose="02010600030101010101" pitchFamily="2" charset="-122"/>
                </a:rPr>
                <a:t>3</a:t>
              </a:r>
              <a:r>
                <a:rPr lang="en-US" altLang="zh-CN" sz="2400" b="1">
                  <a:ea typeface="宋体" panose="02010600030101010101" pitchFamily="2" charset="-122"/>
                </a:rPr>
                <a:t>:</a:t>
              </a:r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ea typeface="宋体" panose="02010600030101010101" pitchFamily="2" charset="-122"/>
                </a:rPr>
                <a:t>S </a:t>
              </a:r>
              <a:r>
                <a:rPr lang="en-US" altLang="zh-CN" sz="2400" b="1">
                  <a:ea typeface="宋体" panose="02010600030101010101" pitchFamily="2" charset="-122"/>
                  <a:sym typeface="Symbol" panose="05050102010706020507" pitchFamily="18" charset="2"/>
                </a:rPr>
                <a:t> </a:t>
              </a:r>
              <a:r>
                <a:rPr lang="en-US" altLang="zh-CN" sz="2400" b="1" i="1">
                  <a:ea typeface="宋体" panose="02010600030101010101" pitchFamily="2" charset="-122"/>
                </a:rPr>
                <a:t>E</a:t>
              </a:r>
              <a:r>
                <a:rPr lang="en-US" altLang="zh-CN" sz="2400" b="1">
                  <a:ea typeface="宋体" panose="02010600030101010101" pitchFamily="2" charset="-122"/>
                  <a:sym typeface="Symbol" panose="05050102010706020507" pitchFamily="18" charset="2"/>
                </a:rPr>
                <a:t> </a:t>
              </a:r>
            </a:p>
          </p:txBody>
        </p:sp>
        <p:sp>
          <p:nvSpPr>
            <p:cNvPr id="19463" name="Text Box 8">
              <a:extLst>
                <a:ext uri="{FF2B5EF4-FFF2-40B4-BE49-F238E27FC236}">
                  <a16:creationId xmlns:a16="http://schemas.microsoft.com/office/drawing/2014/main" id="{3C873A33-03E9-4251-941E-875053CEAB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2304"/>
              <a:ext cx="1008" cy="1202"/>
            </a:xfrm>
            <a:prstGeom prst="rect">
              <a:avLst/>
            </a:prstGeom>
            <a:noFill/>
            <a:ln w="25400" algn="ctr">
              <a:solidFill>
                <a:srgbClr val="008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ea typeface="宋体" panose="02010600030101010101" pitchFamily="2" charset="-122"/>
                </a:rPr>
                <a:t>I</a:t>
              </a:r>
              <a:r>
                <a:rPr lang="en-US" altLang="zh-CN" sz="2400" b="1" baseline="-25000">
                  <a:ea typeface="宋体" panose="02010600030101010101" pitchFamily="2" charset="-122"/>
                </a:rPr>
                <a:t>4</a:t>
              </a:r>
              <a:r>
                <a:rPr lang="en-US" altLang="zh-CN" sz="2400" b="1">
                  <a:ea typeface="宋体" panose="02010600030101010101" pitchFamily="2" charset="-122"/>
                </a:rPr>
                <a:t>:</a:t>
              </a:r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ea typeface="宋体" panose="02010600030101010101" pitchFamily="2" charset="-122"/>
                </a:rPr>
                <a:t>V </a:t>
              </a:r>
              <a:r>
                <a:rPr lang="en-US" altLang="zh-CN" sz="2400" b="1">
                  <a:ea typeface="宋体" panose="02010600030101010101" pitchFamily="2" charset="-122"/>
                  <a:sym typeface="Symbol" panose="05050102010706020507" pitchFamily="18" charset="2"/>
                </a:rPr>
                <a:t></a:t>
              </a:r>
              <a:r>
                <a:rPr lang="en-US" altLang="zh-CN" sz="2400" b="1" i="1">
                  <a:ea typeface="宋体" panose="02010600030101010101" pitchFamily="2" charset="-122"/>
                </a:rPr>
                <a:t> </a:t>
              </a:r>
              <a:r>
                <a:rPr lang="en-US" altLang="zh-CN" sz="2400" b="1">
                  <a:ea typeface="宋体" panose="02010600030101010101" pitchFamily="2" charset="-122"/>
                  <a:sym typeface="Symbol" panose="05050102010706020507" pitchFamily="18" charset="2"/>
                </a:rPr>
                <a:t></a:t>
              </a:r>
              <a:r>
                <a:rPr lang="en-US" altLang="zh-CN" sz="2400" b="1">
                  <a:ea typeface="宋体" panose="02010600030101010101" pitchFamily="2" charset="-122"/>
                </a:rPr>
                <a:t> </a:t>
              </a:r>
              <a:r>
                <a:rPr lang="en-US" altLang="zh-CN" sz="2400" b="1">
                  <a:ea typeface="宋体" panose="02010600030101010101" pitchFamily="2" charset="-122"/>
                  <a:sym typeface="Symbol" panose="05050102010706020507" pitchFamily="18" charset="2"/>
                </a:rPr>
                <a:t></a:t>
              </a:r>
              <a:r>
                <a:rPr lang="en-US" altLang="zh-CN" sz="2400" b="1">
                  <a:ea typeface="宋体" panose="02010600030101010101" pitchFamily="2" charset="-122"/>
                </a:rPr>
                <a:t> </a:t>
              </a:r>
              <a:r>
                <a:rPr lang="en-US" altLang="zh-CN" sz="2400" b="1" i="1">
                  <a:ea typeface="宋体" panose="02010600030101010101" pitchFamily="2" charset="-122"/>
                </a:rPr>
                <a:t>E</a:t>
              </a:r>
              <a:endParaRPr lang="en-US" altLang="zh-CN" sz="2400" b="1">
                <a:ea typeface="宋体" panose="02010600030101010101" pitchFamily="2" charset="-122"/>
              </a:endParaRPr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ea typeface="宋体" panose="02010600030101010101" pitchFamily="2" charset="-122"/>
                </a:rPr>
                <a:t>E </a:t>
              </a:r>
              <a:r>
                <a:rPr lang="en-US" altLang="zh-CN" sz="2400" b="1">
                  <a:ea typeface="宋体" panose="02010600030101010101" pitchFamily="2" charset="-122"/>
                  <a:sym typeface="Symbol" panose="05050102010706020507" pitchFamily="18" charset="2"/>
                </a:rPr>
                <a:t>  </a:t>
              </a:r>
              <a:r>
                <a:rPr lang="en-US" altLang="zh-CN" sz="2400" b="1" i="1">
                  <a:ea typeface="宋体" panose="02010600030101010101" pitchFamily="2" charset="-122"/>
                </a:rPr>
                <a:t>V</a:t>
              </a:r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ea typeface="宋体" panose="02010600030101010101" pitchFamily="2" charset="-122"/>
                </a:rPr>
                <a:t>V </a:t>
              </a:r>
              <a:r>
                <a:rPr lang="en-US" altLang="zh-CN" sz="2400" b="1">
                  <a:ea typeface="宋体" panose="02010600030101010101" pitchFamily="2" charset="-122"/>
                  <a:sym typeface="Symbol" panose="05050102010706020507" pitchFamily="18" charset="2"/>
                </a:rPr>
                <a:t></a:t>
              </a:r>
              <a:r>
                <a:rPr lang="en-US" altLang="zh-CN" sz="2400" b="1" i="1">
                  <a:ea typeface="宋体" panose="02010600030101010101" pitchFamily="2" charset="-122"/>
                </a:rPr>
                <a:t> </a:t>
              </a:r>
              <a:r>
                <a:rPr lang="en-US" altLang="zh-CN" sz="2400" b="1">
                  <a:ea typeface="宋体" panose="02010600030101010101" pitchFamily="2" charset="-122"/>
                  <a:sym typeface="Symbol" panose="05050102010706020507" pitchFamily="18" charset="2"/>
                </a:rPr>
                <a:t></a:t>
              </a:r>
              <a:r>
                <a:rPr lang="en-US" altLang="zh-CN" sz="2400" b="1">
                  <a:ea typeface="宋体" panose="02010600030101010101" pitchFamily="2" charset="-122"/>
                </a:rPr>
                <a:t> </a:t>
              </a:r>
              <a:r>
                <a:rPr lang="en-US" altLang="zh-CN" sz="2400" b="1">
                  <a:ea typeface="宋体" panose="02010600030101010101" pitchFamily="2" charset="-122"/>
                  <a:sym typeface="Symbol" panose="05050102010706020507" pitchFamily="18" charset="2"/>
                </a:rPr>
                <a:t></a:t>
              </a:r>
              <a:r>
                <a:rPr lang="en-US" altLang="zh-CN" sz="2400" b="1">
                  <a:ea typeface="宋体" panose="02010600030101010101" pitchFamily="2" charset="-122"/>
                </a:rPr>
                <a:t> </a:t>
              </a:r>
              <a:r>
                <a:rPr lang="en-US" altLang="zh-CN" sz="2400" b="1" i="1">
                  <a:ea typeface="宋体" panose="02010600030101010101" pitchFamily="2" charset="-122"/>
                </a:rPr>
                <a:t>E</a:t>
              </a:r>
              <a:endParaRPr lang="en-US" altLang="zh-CN" sz="2400" b="1">
                <a:ea typeface="宋体" panose="02010600030101010101" pitchFamily="2" charset="-122"/>
              </a:endParaRPr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ea typeface="宋体" panose="02010600030101010101" pitchFamily="2" charset="-122"/>
                </a:rPr>
                <a:t>V </a:t>
              </a:r>
              <a:r>
                <a:rPr lang="en-US" altLang="zh-CN" sz="2400" b="1">
                  <a:ea typeface="宋体" panose="02010600030101010101" pitchFamily="2" charset="-122"/>
                  <a:sym typeface="Symbol" panose="05050102010706020507" pitchFamily="18" charset="2"/>
                </a:rPr>
                <a:t>  </a:t>
              </a:r>
              <a:r>
                <a:rPr lang="en-US" altLang="zh-CN" sz="2400" b="1">
                  <a:ea typeface="宋体" panose="02010600030101010101" pitchFamily="2" charset="-122"/>
                </a:rPr>
                <a:t>id</a:t>
              </a:r>
            </a:p>
          </p:txBody>
        </p:sp>
        <p:sp>
          <p:nvSpPr>
            <p:cNvPr id="19464" name="Text Box 9">
              <a:extLst>
                <a:ext uri="{FF2B5EF4-FFF2-40B4-BE49-F238E27FC236}">
                  <a16:creationId xmlns:a16="http://schemas.microsoft.com/office/drawing/2014/main" id="{3C9F265C-DB14-41C6-9DBF-D16781092B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3696"/>
              <a:ext cx="1008" cy="512"/>
            </a:xfrm>
            <a:prstGeom prst="rect">
              <a:avLst/>
            </a:prstGeom>
            <a:noFill/>
            <a:ln w="25400" algn="ctr">
              <a:solidFill>
                <a:srgbClr val="008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ea typeface="宋体" panose="02010600030101010101" pitchFamily="2" charset="-122"/>
                </a:rPr>
                <a:t>I</a:t>
              </a:r>
              <a:r>
                <a:rPr lang="en-US" altLang="zh-CN" sz="2400" b="1" baseline="-25000">
                  <a:ea typeface="宋体" panose="02010600030101010101" pitchFamily="2" charset="-122"/>
                </a:rPr>
                <a:t>5</a:t>
              </a:r>
              <a:r>
                <a:rPr lang="en-US" altLang="zh-CN" sz="2400" b="1">
                  <a:ea typeface="宋体" panose="02010600030101010101" pitchFamily="2" charset="-122"/>
                </a:rPr>
                <a:t>:</a:t>
              </a:r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ea typeface="宋体" panose="02010600030101010101" pitchFamily="2" charset="-122"/>
                </a:rPr>
                <a:t>V </a:t>
              </a:r>
              <a:r>
                <a:rPr lang="en-US" altLang="zh-CN" sz="2400" b="1">
                  <a:ea typeface="宋体" panose="02010600030101010101" pitchFamily="2" charset="-122"/>
                  <a:sym typeface="Symbol" panose="05050102010706020507" pitchFamily="18" charset="2"/>
                </a:rPr>
                <a:t> </a:t>
              </a:r>
              <a:r>
                <a:rPr lang="en-US" altLang="zh-CN" sz="2400" b="1">
                  <a:ea typeface="宋体" panose="02010600030101010101" pitchFamily="2" charset="-122"/>
                </a:rPr>
                <a:t>id </a:t>
              </a:r>
              <a:r>
                <a:rPr lang="en-US" altLang="zh-CN" sz="2400" b="1">
                  <a:ea typeface="宋体" panose="02010600030101010101" pitchFamily="2" charset="-122"/>
                  <a:sym typeface="Symbol" panose="05050102010706020507" pitchFamily="18" charset="2"/>
                </a:rPr>
                <a:t> </a:t>
              </a:r>
            </a:p>
          </p:txBody>
        </p:sp>
        <p:sp>
          <p:nvSpPr>
            <p:cNvPr id="19465" name="Text Box 10">
              <a:extLst>
                <a:ext uri="{FF2B5EF4-FFF2-40B4-BE49-F238E27FC236}">
                  <a16:creationId xmlns:a16="http://schemas.microsoft.com/office/drawing/2014/main" id="{02626E8E-5289-4B9A-95A3-A5643DC8CE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672"/>
              <a:ext cx="1034" cy="1202"/>
            </a:xfrm>
            <a:prstGeom prst="rect">
              <a:avLst/>
            </a:prstGeom>
            <a:noFill/>
            <a:ln w="25400" algn="ctr">
              <a:solidFill>
                <a:srgbClr val="008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ea typeface="宋体" panose="02010600030101010101" pitchFamily="2" charset="-122"/>
                </a:rPr>
                <a:t>I</a:t>
              </a:r>
              <a:r>
                <a:rPr lang="en-US" altLang="zh-CN" sz="2400" b="1" baseline="-25000" dirty="0">
                  <a:ea typeface="宋体" panose="02010600030101010101" pitchFamily="2" charset="-122"/>
                </a:rPr>
                <a:t>6</a:t>
              </a:r>
              <a:r>
                <a:rPr lang="en-US" altLang="zh-CN" sz="2400" b="1" dirty="0">
                  <a:ea typeface="宋体" panose="02010600030101010101" pitchFamily="2" charset="-122"/>
                </a:rPr>
                <a:t>:</a:t>
              </a:r>
              <a:endParaRPr lang="en-US" altLang="zh-CN" sz="2400" b="1" i="1" dirty="0">
                <a:ea typeface="宋体" panose="02010600030101010101" pitchFamily="2" charset="-122"/>
              </a:endParaRPr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 dirty="0">
                  <a:ea typeface="宋体" panose="02010600030101010101" pitchFamily="2" charset="-122"/>
                </a:rPr>
                <a:t>S </a:t>
              </a:r>
              <a:r>
                <a:rPr lang="en-US" altLang="zh-CN" sz="2400" b="1" dirty="0">
                  <a:ea typeface="宋体" panose="02010600030101010101" pitchFamily="2" charset="-122"/>
                  <a:sym typeface="Symbol" panose="05050102010706020507" pitchFamily="18" charset="2"/>
                </a:rPr>
                <a:t> </a:t>
              </a:r>
              <a:r>
                <a:rPr lang="en-US" altLang="zh-CN" sz="2400" b="1" i="1" dirty="0">
                  <a:ea typeface="宋体" panose="02010600030101010101" pitchFamily="2" charset="-122"/>
                </a:rPr>
                <a:t>V </a:t>
              </a:r>
              <a:r>
                <a:rPr lang="en-US" altLang="zh-CN" sz="2400" b="1" dirty="0">
                  <a:ea typeface="宋体" panose="02010600030101010101" pitchFamily="2" charset="-122"/>
                </a:rPr>
                <a:t>= </a:t>
              </a:r>
              <a:r>
                <a:rPr lang="en-US" altLang="zh-CN" sz="2400" b="1" dirty="0">
                  <a:ea typeface="宋体" panose="02010600030101010101" pitchFamily="2" charset="-122"/>
                  <a:sym typeface="Symbol" panose="05050102010706020507" pitchFamily="18" charset="2"/>
                </a:rPr>
                <a:t> </a:t>
              </a:r>
              <a:r>
                <a:rPr lang="en-US" altLang="zh-CN" sz="2400" b="1" i="1" dirty="0">
                  <a:ea typeface="宋体" panose="02010600030101010101" pitchFamily="2" charset="-122"/>
                </a:rPr>
                <a:t>E</a:t>
              </a:r>
              <a:endParaRPr lang="en-US" altLang="zh-CN" sz="2400" b="1" dirty="0">
                <a:ea typeface="宋体" panose="02010600030101010101" pitchFamily="2" charset="-122"/>
              </a:endParaRPr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 dirty="0">
                  <a:ea typeface="宋体" panose="02010600030101010101" pitchFamily="2" charset="-122"/>
                </a:rPr>
                <a:t>E </a:t>
              </a:r>
              <a:r>
                <a:rPr lang="en-US" altLang="zh-CN" sz="2400" b="1" dirty="0">
                  <a:ea typeface="宋体" panose="02010600030101010101" pitchFamily="2" charset="-122"/>
                  <a:sym typeface="Symbol" panose="05050102010706020507" pitchFamily="18" charset="2"/>
                </a:rPr>
                <a:t>  </a:t>
              </a:r>
              <a:r>
                <a:rPr lang="en-US" altLang="zh-CN" sz="2400" b="1" i="1" dirty="0">
                  <a:ea typeface="宋体" panose="02010600030101010101" pitchFamily="2" charset="-122"/>
                </a:rPr>
                <a:t>V</a:t>
              </a:r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 dirty="0">
                  <a:ea typeface="宋体" panose="02010600030101010101" pitchFamily="2" charset="-122"/>
                </a:rPr>
                <a:t>V </a:t>
              </a:r>
              <a:r>
                <a:rPr lang="en-US" altLang="zh-CN" sz="2400" b="1" dirty="0">
                  <a:ea typeface="宋体" panose="02010600030101010101" pitchFamily="2" charset="-122"/>
                  <a:sym typeface="Symbol" panose="05050102010706020507" pitchFamily="18" charset="2"/>
                </a:rPr>
                <a:t></a:t>
              </a:r>
              <a:r>
                <a:rPr lang="en-US" altLang="zh-CN" sz="2400" b="1" i="1" dirty="0">
                  <a:ea typeface="宋体" panose="02010600030101010101" pitchFamily="2" charset="-122"/>
                </a:rPr>
                <a:t> </a:t>
              </a:r>
              <a:r>
                <a:rPr lang="en-US" altLang="zh-CN" sz="2400" b="1" dirty="0">
                  <a:ea typeface="宋体" panose="02010600030101010101" pitchFamily="2" charset="-122"/>
                  <a:sym typeface="Symbol" panose="05050102010706020507" pitchFamily="18" charset="2"/>
                </a:rPr>
                <a:t></a:t>
              </a:r>
              <a:r>
                <a:rPr lang="en-US" altLang="zh-CN" sz="2400" b="1" dirty="0">
                  <a:ea typeface="宋体" panose="02010600030101010101" pitchFamily="2" charset="-122"/>
                </a:rPr>
                <a:t> </a:t>
              </a:r>
              <a:r>
                <a:rPr lang="en-US" altLang="zh-CN" sz="2400" b="1" dirty="0">
                  <a:ea typeface="宋体" panose="02010600030101010101" pitchFamily="2" charset="-122"/>
                  <a:sym typeface="Symbol" panose="05050102010706020507" pitchFamily="18" charset="2"/>
                </a:rPr>
                <a:t></a:t>
              </a:r>
              <a:r>
                <a:rPr lang="en-US" altLang="zh-CN" sz="2400" b="1" dirty="0">
                  <a:ea typeface="宋体" panose="02010600030101010101" pitchFamily="2" charset="-122"/>
                </a:rPr>
                <a:t> </a:t>
              </a:r>
              <a:r>
                <a:rPr lang="en-US" altLang="zh-CN" sz="2400" b="1" i="1" dirty="0">
                  <a:ea typeface="宋体" panose="02010600030101010101" pitchFamily="2" charset="-122"/>
                </a:rPr>
                <a:t>E</a:t>
              </a:r>
              <a:endParaRPr lang="en-US" altLang="zh-CN" sz="2400" b="1" dirty="0">
                <a:ea typeface="宋体" panose="02010600030101010101" pitchFamily="2" charset="-122"/>
              </a:endParaRPr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 dirty="0">
                  <a:ea typeface="宋体" panose="02010600030101010101" pitchFamily="2" charset="-122"/>
                </a:rPr>
                <a:t>V </a:t>
              </a:r>
              <a:r>
                <a:rPr lang="en-US" altLang="zh-CN" sz="2400" b="1" dirty="0">
                  <a:ea typeface="宋体" panose="02010600030101010101" pitchFamily="2" charset="-122"/>
                  <a:sym typeface="Symbol" panose="05050102010706020507" pitchFamily="18" charset="2"/>
                </a:rPr>
                <a:t>  </a:t>
              </a:r>
              <a:r>
                <a:rPr lang="en-US" altLang="zh-CN" sz="2400" b="1" dirty="0">
                  <a:ea typeface="宋体" panose="02010600030101010101" pitchFamily="2" charset="-122"/>
                </a:rPr>
                <a:t>id </a:t>
              </a:r>
            </a:p>
          </p:txBody>
        </p:sp>
        <p:sp>
          <p:nvSpPr>
            <p:cNvPr id="19466" name="Text Box 11">
              <a:extLst>
                <a:ext uri="{FF2B5EF4-FFF2-40B4-BE49-F238E27FC236}">
                  <a16:creationId xmlns:a16="http://schemas.microsoft.com/office/drawing/2014/main" id="{6024440E-3DC8-418C-BBDD-5590A25EE0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2160"/>
              <a:ext cx="1056" cy="512"/>
            </a:xfrm>
            <a:prstGeom prst="rect">
              <a:avLst/>
            </a:prstGeom>
            <a:noFill/>
            <a:ln w="25400" algn="ctr">
              <a:solidFill>
                <a:srgbClr val="008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ea typeface="宋体" panose="02010600030101010101" pitchFamily="2" charset="-122"/>
                </a:rPr>
                <a:t>I</a:t>
              </a:r>
              <a:r>
                <a:rPr lang="en-US" altLang="zh-CN" sz="2400" b="1" baseline="-25000">
                  <a:ea typeface="宋体" panose="02010600030101010101" pitchFamily="2" charset="-122"/>
                </a:rPr>
                <a:t>7</a:t>
              </a:r>
              <a:r>
                <a:rPr lang="en-US" altLang="zh-CN" sz="2400" b="1">
                  <a:ea typeface="宋体" panose="02010600030101010101" pitchFamily="2" charset="-122"/>
                </a:rPr>
                <a:t>:</a:t>
              </a:r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ea typeface="宋体" panose="02010600030101010101" pitchFamily="2" charset="-122"/>
                </a:rPr>
                <a:t>V </a:t>
              </a:r>
              <a:r>
                <a:rPr lang="en-US" altLang="zh-CN" sz="2400" b="1">
                  <a:ea typeface="宋体" panose="02010600030101010101" pitchFamily="2" charset="-122"/>
                  <a:sym typeface="Symbol" panose="05050102010706020507" pitchFamily="18" charset="2"/>
                </a:rPr>
                <a:t></a:t>
              </a:r>
              <a:r>
                <a:rPr lang="en-US" altLang="zh-CN" sz="2400" b="1" i="1">
                  <a:ea typeface="宋体" panose="02010600030101010101" pitchFamily="2" charset="-122"/>
                </a:rPr>
                <a:t> </a:t>
              </a:r>
              <a:r>
                <a:rPr lang="en-US" altLang="zh-CN" sz="2400" b="1">
                  <a:ea typeface="宋体" panose="02010600030101010101" pitchFamily="2" charset="-122"/>
                  <a:sym typeface="Symbol" panose="05050102010706020507" pitchFamily="18" charset="2"/>
                </a:rPr>
                <a:t></a:t>
              </a:r>
              <a:r>
                <a:rPr lang="en-US" altLang="zh-CN" sz="2400" b="1">
                  <a:ea typeface="宋体" panose="02010600030101010101" pitchFamily="2" charset="-122"/>
                </a:rPr>
                <a:t> </a:t>
              </a:r>
              <a:r>
                <a:rPr lang="en-US" altLang="zh-CN" sz="2400" b="1" i="1">
                  <a:ea typeface="宋体" panose="02010600030101010101" pitchFamily="2" charset="-122"/>
                </a:rPr>
                <a:t>E </a:t>
              </a:r>
              <a:r>
                <a:rPr lang="en-US" altLang="zh-CN" sz="2400" b="1">
                  <a:ea typeface="宋体" panose="02010600030101010101" pitchFamily="2" charset="-122"/>
                  <a:sym typeface="Symbol" panose="05050102010706020507" pitchFamily="18" charset="2"/>
                </a:rPr>
                <a:t></a:t>
              </a:r>
              <a:r>
                <a:rPr lang="en-US" altLang="zh-CN" sz="2400" b="1">
                  <a:ea typeface="宋体" panose="02010600030101010101" pitchFamily="2" charset="-122"/>
                </a:rPr>
                <a:t> </a:t>
              </a:r>
            </a:p>
          </p:txBody>
        </p:sp>
        <p:sp>
          <p:nvSpPr>
            <p:cNvPr id="19467" name="Text Box 12">
              <a:extLst>
                <a:ext uri="{FF2B5EF4-FFF2-40B4-BE49-F238E27FC236}">
                  <a16:creationId xmlns:a16="http://schemas.microsoft.com/office/drawing/2014/main" id="{A9B13DFE-86EB-4335-8818-CEBBEF04F5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2880"/>
              <a:ext cx="1056" cy="512"/>
            </a:xfrm>
            <a:prstGeom prst="rect">
              <a:avLst/>
            </a:prstGeom>
            <a:noFill/>
            <a:ln w="25400" algn="ctr">
              <a:solidFill>
                <a:srgbClr val="008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ea typeface="宋体" panose="02010600030101010101" pitchFamily="2" charset="-122"/>
                </a:rPr>
                <a:t>I</a:t>
              </a:r>
              <a:r>
                <a:rPr lang="en-US" altLang="zh-CN" sz="2400" b="1" baseline="-25000">
                  <a:ea typeface="宋体" panose="02010600030101010101" pitchFamily="2" charset="-122"/>
                </a:rPr>
                <a:t>8</a:t>
              </a:r>
              <a:r>
                <a:rPr lang="en-US" altLang="zh-CN" sz="2400" b="1">
                  <a:ea typeface="宋体" panose="02010600030101010101" pitchFamily="2" charset="-122"/>
                </a:rPr>
                <a:t>:</a:t>
              </a:r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ea typeface="宋体" panose="02010600030101010101" pitchFamily="2" charset="-122"/>
                </a:rPr>
                <a:t>E </a:t>
              </a:r>
              <a:r>
                <a:rPr lang="en-US" altLang="zh-CN" sz="2400" b="1">
                  <a:ea typeface="宋体" panose="02010600030101010101" pitchFamily="2" charset="-122"/>
                  <a:sym typeface="Symbol" panose="05050102010706020507" pitchFamily="18" charset="2"/>
                </a:rPr>
                <a:t> </a:t>
              </a:r>
              <a:r>
                <a:rPr lang="en-US" altLang="zh-CN" sz="2400" b="1" i="1">
                  <a:ea typeface="宋体" panose="02010600030101010101" pitchFamily="2" charset="-122"/>
                </a:rPr>
                <a:t>V </a:t>
              </a:r>
              <a:r>
                <a:rPr lang="en-US" altLang="zh-CN" sz="2400" b="1">
                  <a:ea typeface="宋体" panose="02010600030101010101" pitchFamily="2" charset="-122"/>
                  <a:sym typeface="Symbol" panose="05050102010706020507" pitchFamily="18" charset="2"/>
                </a:rPr>
                <a:t></a:t>
              </a:r>
              <a:endParaRPr lang="en-US" altLang="zh-CN" sz="2400" b="1">
                <a:ea typeface="宋体" panose="02010600030101010101" pitchFamily="2" charset="-122"/>
              </a:endParaRPr>
            </a:p>
          </p:txBody>
        </p:sp>
        <p:sp>
          <p:nvSpPr>
            <p:cNvPr id="19468" name="Text Box 13">
              <a:extLst>
                <a:ext uri="{FF2B5EF4-FFF2-40B4-BE49-F238E27FC236}">
                  <a16:creationId xmlns:a16="http://schemas.microsoft.com/office/drawing/2014/main" id="{4B0D68F7-1B0C-43BE-9153-7AF9A7F438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672"/>
              <a:ext cx="1034" cy="512"/>
            </a:xfrm>
            <a:prstGeom prst="rect">
              <a:avLst/>
            </a:prstGeom>
            <a:noFill/>
            <a:ln w="25400" algn="ctr">
              <a:solidFill>
                <a:srgbClr val="008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ea typeface="宋体" panose="02010600030101010101" pitchFamily="2" charset="-122"/>
                </a:rPr>
                <a:t>I</a:t>
              </a:r>
              <a:r>
                <a:rPr lang="en-US" altLang="zh-CN" sz="2400" b="1" baseline="-25000">
                  <a:ea typeface="宋体" panose="02010600030101010101" pitchFamily="2" charset="-122"/>
                </a:rPr>
                <a:t>9</a:t>
              </a:r>
              <a:r>
                <a:rPr lang="en-US" altLang="zh-CN" sz="2400" b="1">
                  <a:ea typeface="宋体" panose="02010600030101010101" pitchFamily="2" charset="-122"/>
                </a:rPr>
                <a:t>:</a:t>
              </a:r>
              <a:endParaRPr lang="en-US" altLang="zh-CN" sz="2400" b="1" i="1">
                <a:ea typeface="宋体" panose="02010600030101010101" pitchFamily="2" charset="-122"/>
              </a:endParaRPr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ea typeface="宋体" panose="02010600030101010101" pitchFamily="2" charset="-122"/>
                </a:rPr>
                <a:t>S </a:t>
              </a:r>
              <a:r>
                <a:rPr lang="en-US" altLang="zh-CN" sz="2400" b="1">
                  <a:ea typeface="宋体" panose="02010600030101010101" pitchFamily="2" charset="-122"/>
                  <a:sym typeface="Symbol" panose="05050102010706020507" pitchFamily="18" charset="2"/>
                </a:rPr>
                <a:t> </a:t>
              </a:r>
              <a:r>
                <a:rPr lang="en-US" altLang="zh-CN" sz="2400" b="1" i="1">
                  <a:ea typeface="宋体" panose="02010600030101010101" pitchFamily="2" charset="-122"/>
                </a:rPr>
                <a:t>V </a:t>
              </a:r>
              <a:r>
                <a:rPr lang="en-US" altLang="zh-CN" sz="2400" b="1">
                  <a:ea typeface="宋体" panose="02010600030101010101" pitchFamily="2" charset="-122"/>
                </a:rPr>
                <a:t>= </a:t>
              </a:r>
              <a:r>
                <a:rPr lang="en-US" altLang="zh-CN" sz="2400" b="1" i="1">
                  <a:ea typeface="宋体" panose="02010600030101010101" pitchFamily="2" charset="-122"/>
                </a:rPr>
                <a:t>E </a:t>
              </a:r>
              <a:r>
                <a:rPr lang="en-US" altLang="zh-CN" sz="2400" b="1">
                  <a:ea typeface="宋体" panose="02010600030101010101" pitchFamily="2" charset="-122"/>
                  <a:sym typeface="Symbol" panose="05050102010706020507" pitchFamily="18" charset="2"/>
                </a:rPr>
                <a:t></a:t>
              </a:r>
              <a:endParaRPr lang="en-US" altLang="zh-CN" sz="2400" b="1">
                <a:ea typeface="宋体" panose="02010600030101010101" pitchFamily="2" charset="-122"/>
              </a:endParaRPr>
            </a:p>
          </p:txBody>
        </p:sp>
        <p:cxnSp>
          <p:nvCxnSpPr>
            <p:cNvPr id="19469" name="AutoShape 15">
              <a:extLst>
                <a:ext uri="{FF2B5EF4-FFF2-40B4-BE49-F238E27FC236}">
                  <a16:creationId xmlns:a16="http://schemas.microsoft.com/office/drawing/2014/main" id="{B215DE93-A6A5-4163-8F4A-539EFD7494A0}"/>
                </a:ext>
              </a:extLst>
            </p:cNvPr>
            <p:cNvCxnSpPr>
              <a:cxnSpLocks noChangeShapeType="1"/>
              <a:stCxn id="19459" idx="2"/>
              <a:endCxn id="19460" idx="0"/>
            </p:cNvCxnSpPr>
            <p:nvPr/>
          </p:nvCxnSpPr>
          <p:spPr bwMode="auto">
            <a:xfrm rot="16200000" flipH="1">
              <a:off x="614" y="3253"/>
              <a:ext cx="482" cy="3"/>
            </a:xfrm>
            <a:prstGeom prst="bentConnector3">
              <a:avLst>
                <a:gd name="adj1" fmla="val 50000"/>
              </a:avLst>
            </a:prstGeom>
            <a:noFill/>
            <a:ln w="25400">
              <a:solidFill>
                <a:srgbClr val="008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70" name="AutoShape 16">
              <a:extLst>
                <a:ext uri="{FF2B5EF4-FFF2-40B4-BE49-F238E27FC236}">
                  <a16:creationId xmlns:a16="http://schemas.microsoft.com/office/drawing/2014/main" id="{20DDA70A-CE46-431A-8C5D-BA2243203BA2}"/>
                </a:ext>
              </a:extLst>
            </p:cNvPr>
            <p:cNvCxnSpPr>
              <a:cxnSpLocks noChangeShapeType="1"/>
              <a:stCxn id="19459" idx="0"/>
              <a:endCxn id="19461" idx="1"/>
            </p:cNvCxnSpPr>
            <p:nvPr/>
          </p:nvCxnSpPr>
          <p:spPr bwMode="auto">
            <a:xfrm rot="-5400000">
              <a:off x="1068" y="828"/>
              <a:ext cx="293" cy="723"/>
            </a:xfrm>
            <a:prstGeom prst="bentConnector2">
              <a:avLst/>
            </a:prstGeom>
            <a:noFill/>
            <a:ln w="25400">
              <a:solidFill>
                <a:srgbClr val="008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71" name="AutoShape 17">
              <a:extLst>
                <a:ext uri="{FF2B5EF4-FFF2-40B4-BE49-F238E27FC236}">
                  <a16:creationId xmlns:a16="http://schemas.microsoft.com/office/drawing/2014/main" id="{2F622074-8CDC-480C-981A-B8600F2FE01E}"/>
                </a:ext>
              </a:extLst>
            </p:cNvPr>
            <p:cNvCxnSpPr>
              <a:cxnSpLocks noChangeShapeType="1"/>
              <a:stCxn id="19459" idx="3"/>
              <a:endCxn id="19462" idx="1"/>
            </p:cNvCxnSpPr>
            <p:nvPr/>
          </p:nvCxnSpPr>
          <p:spPr bwMode="auto">
            <a:xfrm flipV="1">
              <a:off x="1378" y="1888"/>
              <a:ext cx="198" cy="287"/>
            </a:xfrm>
            <a:prstGeom prst="bentConnector3">
              <a:avLst>
                <a:gd name="adj1" fmla="val 50000"/>
              </a:avLst>
            </a:prstGeom>
            <a:noFill/>
            <a:ln w="25400">
              <a:solidFill>
                <a:srgbClr val="008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72" name="AutoShape 18">
              <a:extLst>
                <a:ext uri="{FF2B5EF4-FFF2-40B4-BE49-F238E27FC236}">
                  <a16:creationId xmlns:a16="http://schemas.microsoft.com/office/drawing/2014/main" id="{23D5F6F4-813E-4EF6-955B-DA2037C9C04A}"/>
                </a:ext>
              </a:extLst>
            </p:cNvPr>
            <p:cNvCxnSpPr>
              <a:cxnSpLocks noChangeShapeType="1"/>
              <a:stCxn id="19459" idx="3"/>
              <a:endCxn id="19463" idx="1"/>
            </p:cNvCxnSpPr>
            <p:nvPr/>
          </p:nvCxnSpPr>
          <p:spPr bwMode="auto">
            <a:xfrm>
              <a:off x="1378" y="2175"/>
              <a:ext cx="198" cy="730"/>
            </a:xfrm>
            <a:prstGeom prst="bentConnector3">
              <a:avLst>
                <a:gd name="adj1" fmla="val 50000"/>
              </a:avLst>
            </a:prstGeom>
            <a:noFill/>
            <a:ln w="25400">
              <a:solidFill>
                <a:srgbClr val="008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73" name="AutoShape 19">
              <a:extLst>
                <a:ext uri="{FF2B5EF4-FFF2-40B4-BE49-F238E27FC236}">
                  <a16:creationId xmlns:a16="http://schemas.microsoft.com/office/drawing/2014/main" id="{C02CBB53-81C4-46AA-8466-D02A371C8B82}"/>
                </a:ext>
              </a:extLst>
            </p:cNvPr>
            <p:cNvCxnSpPr>
              <a:cxnSpLocks noChangeShapeType="1"/>
              <a:stCxn id="19459" idx="3"/>
              <a:endCxn id="19464" idx="1"/>
            </p:cNvCxnSpPr>
            <p:nvPr/>
          </p:nvCxnSpPr>
          <p:spPr bwMode="auto">
            <a:xfrm>
              <a:off x="1378" y="2175"/>
              <a:ext cx="198" cy="1777"/>
            </a:xfrm>
            <a:prstGeom prst="bentConnector3">
              <a:avLst>
                <a:gd name="adj1" fmla="val 50000"/>
              </a:avLst>
            </a:prstGeom>
            <a:noFill/>
            <a:ln w="25400">
              <a:solidFill>
                <a:srgbClr val="008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9474" name="Line 21">
              <a:extLst>
                <a:ext uri="{FF2B5EF4-FFF2-40B4-BE49-F238E27FC236}">
                  <a16:creationId xmlns:a16="http://schemas.microsoft.com/office/drawing/2014/main" id="{DC75A39A-9E8E-48DE-B1CB-EEF9C8962E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960"/>
              <a:ext cx="288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 b="1"/>
            </a:p>
          </p:txBody>
        </p:sp>
        <p:sp>
          <p:nvSpPr>
            <p:cNvPr id="19475" name="Line 23">
              <a:extLst>
                <a:ext uri="{FF2B5EF4-FFF2-40B4-BE49-F238E27FC236}">
                  <a16:creationId xmlns:a16="http://schemas.microsoft.com/office/drawing/2014/main" id="{DFF392CA-4838-40AE-9F56-76A8865EF7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2496"/>
              <a:ext cx="336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 b="1"/>
            </a:p>
          </p:txBody>
        </p:sp>
        <p:sp>
          <p:nvSpPr>
            <p:cNvPr id="19476" name="Line 24">
              <a:extLst>
                <a:ext uri="{FF2B5EF4-FFF2-40B4-BE49-F238E27FC236}">
                  <a16:creationId xmlns:a16="http://schemas.microsoft.com/office/drawing/2014/main" id="{11BF7053-7E85-482A-8A09-B2EA12DFA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3024"/>
              <a:ext cx="336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 b="1"/>
            </a:p>
          </p:txBody>
        </p:sp>
        <p:sp>
          <p:nvSpPr>
            <p:cNvPr id="19477" name="Line 25">
              <a:extLst>
                <a:ext uri="{FF2B5EF4-FFF2-40B4-BE49-F238E27FC236}">
                  <a16:creationId xmlns:a16="http://schemas.microsoft.com/office/drawing/2014/main" id="{7B3B0E0E-3BED-45BD-90FF-2C20A90640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3504"/>
              <a:ext cx="0" cy="192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 b="1"/>
            </a:p>
          </p:txBody>
        </p:sp>
        <p:sp>
          <p:nvSpPr>
            <p:cNvPr id="19478" name="Freeform 27">
              <a:extLst>
                <a:ext uri="{FF2B5EF4-FFF2-40B4-BE49-F238E27FC236}">
                  <a16:creationId xmlns:a16="http://schemas.microsoft.com/office/drawing/2014/main" id="{4EF167B0-FF8F-4869-A9E1-30DA907FCF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8" y="3344"/>
              <a:ext cx="424" cy="304"/>
            </a:xfrm>
            <a:custGeom>
              <a:avLst/>
              <a:gdLst>
                <a:gd name="T0" fmla="*/ 32 w 424"/>
                <a:gd name="T1" fmla="*/ 160 h 304"/>
                <a:gd name="T2" fmla="*/ 32 w 424"/>
                <a:gd name="T3" fmla="*/ 256 h 304"/>
                <a:gd name="T4" fmla="*/ 224 w 424"/>
                <a:gd name="T5" fmla="*/ 304 h 304"/>
                <a:gd name="T6" fmla="*/ 368 w 424"/>
                <a:gd name="T7" fmla="*/ 256 h 304"/>
                <a:gd name="T8" fmla="*/ 416 w 424"/>
                <a:gd name="T9" fmla="*/ 112 h 304"/>
                <a:gd name="T10" fmla="*/ 320 w 424"/>
                <a:gd name="T11" fmla="*/ 16 h 304"/>
                <a:gd name="T12" fmla="*/ 224 w 424"/>
                <a:gd name="T13" fmla="*/ 16 h 3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24"/>
                <a:gd name="T22" fmla="*/ 0 h 304"/>
                <a:gd name="T23" fmla="*/ 424 w 424"/>
                <a:gd name="T24" fmla="*/ 304 h 30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24" h="304">
                  <a:moveTo>
                    <a:pt x="32" y="160"/>
                  </a:moveTo>
                  <a:cubicBezTo>
                    <a:pt x="16" y="196"/>
                    <a:pt x="0" y="232"/>
                    <a:pt x="32" y="256"/>
                  </a:cubicBezTo>
                  <a:cubicBezTo>
                    <a:pt x="64" y="280"/>
                    <a:pt x="168" y="304"/>
                    <a:pt x="224" y="304"/>
                  </a:cubicBezTo>
                  <a:cubicBezTo>
                    <a:pt x="280" y="304"/>
                    <a:pt x="336" y="288"/>
                    <a:pt x="368" y="256"/>
                  </a:cubicBezTo>
                  <a:cubicBezTo>
                    <a:pt x="400" y="224"/>
                    <a:pt x="424" y="152"/>
                    <a:pt x="416" y="112"/>
                  </a:cubicBezTo>
                  <a:cubicBezTo>
                    <a:pt x="408" y="72"/>
                    <a:pt x="352" y="32"/>
                    <a:pt x="320" y="16"/>
                  </a:cubicBezTo>
                  <a:cubicBezTo>
                    <a:pt x="288" y="0"/>
                    <a:pt x="256" y="8"/>
                    <a:pt x="224" y="16"/>
                  </a:cubicBezTo>
                </a:path>
              </a:pathLst>
            </a:custGeom>
            <a:noFill/>
            <a:ln w="25400" cap="flat" cmpd="sng">
              <a:solidFill>
                <a:srgbClr val="008000"/>
              </a:solidFill>
              <a:prstDash val="solid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 b="1"/>
            </a:p>
          </p:txBody>
        </p:sp>
        <p:sp>
          <p:nvSpPr>
            <p:cNvPr id="19479" name="Line 28">
              <a:extLst>
                <a:ext uri="{FF2B5EF4-FFF2-40B4-BE49-F238E27FC236}">
                  <a16:creationId xmlns:a16="http://schemas.microsoft.com/office/drawing/2014/main" id="{760E25CF-71E1-45E8-BC32-F4580396BF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912"/>
              <a:ext cx="288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 b="1"/>
            </a:p>
          </p:txBody>
        </p:sp>
        <p:sp>
          <p:nvSpPr>
            <p:cNvPr id="19480" name="Line 29">
              <a:extLst>
                <a:ext uri="{FF2B5EF4-FFF2-40B4-BE49-F238E27FC236}">
                  <a16:creationId xmlns:a16="http://schemas.microsoft.com/office/drawing/2014/main" id="{C9507718-AD99-46E9-A808-0B0A40BD75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1392"/>
              <a:ext cx="336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 b="1"/>
            </a:p>
          </p:txBody>
        </p:sp>
        <p:sp>
          <p:nvSpPr>
            <p:cNvPr id="19481" name="Line 30">
              <a:extLst>
                <a:ext uri="{FF2B5EF4-FFF2-40B4-BE49-F238E27FC236}">
                  <a16:creationId xmlns:a16="http://schemas.microsoft.com/office/drawing/2014/main" id="{D0ED1B1A-8535-48C3-B9A2-5FAE01CFA0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1632"/>
              <a:ext cx="336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 b="1"/>
            </a:p>
          </p:txBody>
        </p:sp>
        <p:sp>
          <p:nvSpPr>
            <p:cNvPr id="19482" name="Line 31">
              <a:extLst>
                <a:ext uri="{FF2B5EF4-FFF2-40B4-BE49-F238E27FC236}">
                  <a16:creationId xmlns:a16="http://schemas.microsoft.com/office/drawing/2014/main" id="{92AE0C85-1617-4C9E-94C8-3BB8D15068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1872"/>
              <a:ext cx="336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 b="1"/>
            </a:p>
          </p:txBody>
        </p:sp>
        <p:sp>
          <p:nvSpPr>
            <p:cNvPr id="19483" name="Text Box 32">
              <a:extLst>
                <a:ext uri="{FF2B5EF4-FFF2-40B4-BE49-F238E27FC236}">
                  <a16:creationId xmlns:a16="http://schemas.microsoft.com/office/drawing/2014/main" id="{4591C9F1-5105-40BF-BC9A-45F8E23767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9" y="757"/>
              <a:ext cx="19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ea typeface="宋体" panose="02010600030101010101" pitchFamily="2" charset="-122"/>
                </a:rPr>
                <a:t>V</a:t>
              </a:r>
            </a:p>
          </p:txBody>
        </p:sp>
        <p:sp>
          <p:nvSpPr>
            <p:cNvPr id="19484" name="Text Box 33">
              <a:extLst>
                <a:ext uri="{FF2B5EF4-FFF2-40B4-BE49-F238E27FC236}">
                  <a16:creationId xmlns:a16="http://schemas.microsoft.com/office/drawing/2014/main" id="{B1CB53DA-6D8B-413E-B4C5-26CFB6A2C2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" y="3109"/>
              <a:ext cx="17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ea typeface="宋体" panose="02010600030101010101" pitchFamily="2" charset="-122"/>
                </a:rPr>
                <a:t>S</a:t>
              </a:r>
            </a:p>
          </p:txBody>
        </p:sp>
        <p:sp>
          <p:nvSpPr>
            <p:cNvPr id="19485" name="Text Box 34">
              <a:extLst>
                <a:ext uri="{FF2B5EF4-FFF2-40B4-BE49-F238E27FC236}">
                  <a16:creationId xmlns:a16="http://schemas.microsoft.com/office/drawing/2014/main" id="{19B4CCCC-D2AE-40D0-BBBD-3F9F36B980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1" y="1525"/>
              <a:ext cx="19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19486" name="Text Box 35">
              <a:extLst>
                <a:ext uri="{FF2B5EF4-FFF2-40B4-BE49-F238E27FC236}">
                  <a16:creationId xmlns:a16="http://schemas.microsoft.com/office/drawing/2014/main" id="{180EE085-F3DC-4FF4-8794-199FA92ECB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39" y="2577"/>
              <a:ext cx="16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ea typeface="宋体" panose="02010600030101010101" pitchFamily="2" charset="-122"/>
                  <a:sym typeface="Symbol" panose="05050102010706020507" pitchFamily="18" charset="2"/>
                </a:rPr>
                <a:t></a:t>
              </a:r>
            </a:p>
          </p:txBody>
        </p:sp>
        <p:sp>
          <p:nvSpPr>
            <p:cNvPr id="19487" name="Text Box 36">
              <a:extLst>
                <a:ext uri="{FF2B5EF4-FFF2-40B4-BE49-F238E27FC236}">
                  <a16:creationId xmlns:a16="http://schemas.microsoft.com/office/drawing/2014/main" id="{2CE0BF70-D50B-4CAB-861F-0C0595EF47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1" y="3925"/>
              <a:ext cx="23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ea typeface="宋体" panose="02010600030101010101" pitchFamily="2" charset="-122"/>
                </a:rPr>
                <a:t>id</a:t>
              </a:r>
            </a:p>
          </p:txBody>
        </p:sp>
        <p:sp>
          <p:nvSpPr>
            <p:cNvPr id="19488" name="Text Box 37">
              <a:extLst>
                <a:ext uri="{FF2B5EF4-FFF2-40B4-BE49-F238E27FC236}">
                  <a16:creationId xmlns:a16="http://schemas.microsoft.com/office/drawing/2014/main" id="{EFF389B4-975C-43BD-B1D7-C24A1F1609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1" y="613"/>
              <a:ext cx="17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ea typeface="宋体" panose="02010600030101010101" pitchFamily="2" charset="-122"/>
                </a:rPr>
                <a:t>=</a:t>
              </a:r>
            </a:p>
          </p:txBody>
        </p:sp>
        <p:sp>
          <p:nvSpPr>
            <p:cNvPr id="19489" name="Text Box 38">
              <a:extLst>
                <a:ext uri="{FF2B5EF4-FFF2-40B4-BE49-F238E27FC236}">
                  <a16:creationId xmlns:a16="http://schemas.microsoft.com/office/drawing/2014/main" id="{C74BD6E7-BADB-4150-8C4D-C9D391D6F1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1" y="2197"/>
              <a:ext cx="19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19490" name="Text Box 39">
              <a:extLst>
                <a:ext uri="{FF2B5EF4-FFF2-40B4-BE49-F238E27FC236}">
                  <a16:creationId xmlns:a16="http://schemas.microsoft.com/office/drawing/2014/main" id="{205C49C0-7703-4348-9667-B13D933DC4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3" y="2725"/>
              <a:ext cx="19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ea typeface="宋体" panose="02010600030101010101" pitchFamily="2" charset="-122"/>
                </a:rPr>
                <a:t>V</a:t>
              </a:r>
            </a:p>
          </p:txBody>
        </p:sp>
        <p:sp>
          <p:nvSpPr>
            <p:cNvPr id="19491" name="Text Box 40">
              <a:extLst>
                <a:ext uri="{FF2B5EF4-FFF2-40B4-BE49-F238E27FC236}">
                  <a16:creationId xmlns:a16="http://schemas.microsoft.com/office/drawing/2014/main" id="{43C946CB-A1ED-4042-A8CD-F0028F2A45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3" y="3441"/>
              <a:ext cx="16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ea typeface="宋体" panose="02010600030101010101" pitchFamily="2" charset="-122"/>
                  <a:sym typeface="Symbol" panose="05050102010706020507" pitchFamily="18" charset="2"/>
                </a:rPr>
                <a:t></a:t>
              </a:r>
            </a:p>
          </p:txBody>
        </p:sp>
        <p:sp>
          <p:nvSpPr>
            <p:cNvPr id="19492" name="Text Box 41">
              <a:extLst>
                <a:ext uri="{FF2B5EF4-FFF2-40B4-BE49-F238E27FC236}">
                  <a16:creationId xmlns:a16="http://schemas.microsoft.com/office/drawing/2014/main" id="{90B659D6-166A-4F19-B480-AFFC40A9D0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7" y="3445"/>
              <a:ext cx="23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ea typeface="宋体" panose="02010600030101010101" pitchFamily="2" charset="-122"/>
                </a:rPr>
                <a:t>id</a:t>
              </a:r>
            </a:p>
          </p:txBody>
        </p:sp>
        <p:sp>
          <p:nvSpPr>
            <p:cNvPr id="19493" name="Text Box 42">
              <a:extLst>
                <a:ext uri="{FF2B5EF4-FFF2-40B4-BE49-F238E27FC236}">
                  <a16:creationId xmlns:a16="http://schemas.microsoft.com/office/drawing/2014/main" id="{F5426FE9-A28E-4C9D-AABB-B9A8786967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5" y="565"/>
              <a:ext cx="19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19494" name="Text Box 43">
              <a:extLst>
                <a:ext uri="{FF2B5EF4-FFF2-40B4-BE49-F238E27FC236}">
                  <a16:creationId xmlns:a16="http://schemas.microsoft.com/office/drawing/2014/main" id="{D3407535-0FE5-4B8C-89D5-D01947E689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1" y="1141"/>
              <a:ext cx="19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ea typeface="宋体" panose="02010600030101010101" pitchFamily="2" charset="-122"/>
                </a:rPr>
                <a:t>V</a:t>
              </a:r>
            </a:p>
          </p:txBody>
        </p:sp>
        <p:sp>
          <p:nvSpPr>
            <p:cNvPr id="19495" name="Text Box 44">
              <a:extLst>
                <a:ext uri="{FF2B5EF4-FFF2-40B4-BE49-F238E27FC236}">
                  <a16:creationId xmlns:a16="http://schemas.microsoft.com/office/drawing/2014/main" id="{A937A0FD-DEF3-4DAB-B00B-A01061E14E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9" y="1377"/>
              <a:ext cx="16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ea typeface="宋体" panose="02010600030101010101" pitchFamily="2" charset="-122"/>
                  <a:sym typeface="Symbol" panose="05050102010706020507" pitchFamily="18" charset="2"/>
                </a:rPr>
                <a:t></a:t>
              </a:r>
            </a:p>
          </p:txBody>
        </p:sp>
        <p:sp>
          <p:nvSpPr>
            <p:cNvPr id="19496" name="Text Box 45">
              <a:extLst>
                <a:ext uri="{FF2B5EF4-FFF2-40B4-BE49-F238E27FC236}">
                  <a16:creationId xmlns:a16="http://schemas.microsoft.com/office/drawing/2014/main" id="{D9C6279C-758F-46E5-A6D9-0CAE5FC127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91" y="1621"/>
              <a:ext cx="23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ea typeface="宋体" panose="02010600030101010101" pitchFamily="2" charset="-122"/>
                </a:rPr>
                <a:t>id</a:t>
              </a:r>
            </a:p>
          </p:txBody>
        </p:sp>
        <p:sp>
          <p:nvSpPr>
            <p:cNvPr id="19497" name="Text Box 46">
              <a:extLst>
                <a:ext uri="{FF2B5EF4-FFF2-40B4-BE49-F238E27FC236}">
                  <a16:creationId xmlns:a16="http://schemas.microsoft.com/office/drawing/2014/main" id="{DF8862C3-6B7F-4F1C-8E4C-8026DD2E14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5" y="1189"/>
              <a:ext cx="20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ea typeface="宋体" panose="02010600030101010101" pitchFamily="2" charset="-122"/>
                </a:rPr>
                <a:t>I</a:t>
              </a:r>
              <a:r>
                <a:rPr lang="en-US" altLang="zh-CN" sz="2400" b="1" baseline="-25000">
                  <a:ea typeface="宋体" panose="02010600030101010101" pitchFamily="2" charset="-122"/>
                </a:rPr>
                <a:t>8</a:t>
              </a:r>
              <a:endParaRPr lang="en-US" altLang="zh-CN" sz="2400" b="1">
                <a:ea typeface="宋体" panose="02010600030101010101" pitchFamily="2" charset="-122"/>
              </a:endParaRPr>
            </a:p>
          </p:txBody>
        </p:sp>
        <p:sp>
          <p:nvSpPr>
            <p:cNvPr id="19498" name="Text Box 47">
              <a:extLst>
                <a:ext uri="{FF2B5EF4-FFF2-40B4-BE49-F238E27FC236}">
                  <a16:creationId xmlns:a16="http://schemas.microsoft.com/office/drawing/2014/main" id="{D10A11BC-0CCF-4DA4-8CA8-11EEBE24F1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81" y="1429"/>
              <a:ext cx="20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ea typeface="宋体" panose="02010600030101010101" pitchFamily="2" charset="-122"/>
                </a:rPr>
                <a:t>I</a:t>
              </a:r>
              <a:r>
                <a:rPr lang="en-US" altLang="zh-CN" sz="2400" b="1" baseline="-25000">
                  <a:ea typeface="宋体" panose="02010600030101010101" pitchFamily="2" charset="-122"/>
                </a:rPr>
                <a:t>4</a:t>
              </a:r>
              <a:endParaRPr lang="en-US" altLang="zh-CN" sz="2400" b="1">
                <a:ea typeface="宋体" panose="02010600030101010101" pitchFamily="2" charset="-122"/>
              </a:endParaRPr>
            </a:p>
          </p:txBody>
        </p:sp>
        <p:sp>
          <p:nvSpPr>
            <p:cNvPr id="19499" name="Rectangle 48">
              <a:extLst>
                <a:ext uri="{FF2B5EF4-FFF2-40B4-BE49-F238E27FC236}">
                  <a16:creationId xmlns:a16="http://schemas.microsoft.com/office/drawing/2014/main" id="{D5057744-F401-4F0E-8AF8-8D34A028D9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7" y="1780"/>
              <a:ext cx="20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ea typeface="宋体" panose="02010600030101010101" pitchFamily="2" charset="-122"/>
                  <a:sym typeface="Symbol" panose="05050102010706020507" pitchFamily="18" charset="2"/>
                </a:rPr>
                <a:t>I</a:t>
              </a:r>
              <a:r>
                <a:rPr lang="en-US" altLang="zh-CN" sz="2400" b="1" baseline="-25000">
                  <a:ea typeface="宋体" panose="02010600030101010101" pitchFamily="2" charset="-122"/>
                  <a:sym typeface="Symbol" panose="05050102010706020507" pitchFamily="18" charset="2"/>
                </a:rPr>
                <a:t>5</a:t>
              </a:r>
              <a:endParaRPr lang="en-US" altLang="zh-CN" sz="2400" b="1"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4" name="标题 3">
            <a:extLst>
              <a:ext uri="{FF2B5EF4-FFF2-40B4-BE49-F238E27FC236}">
                <a16:creationId xmlns:a16="http://schemas.microsoft.com/office/drawing/2014/main" id="{D3A6C19D-F7F1-4E99-833A-88CC61C5E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第三章 作业</a:t>
            </a:r>
            <a:r>
              <a:rPr lang="en-US" altLang="zh-CN" dirty="0"/>
              <a:t>11</a:t>
            </a:r>
            <a:endParaRPr lang="zh-CN" alt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95EE601-52E9-C731-344F-0CF1685CB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2D538-04E7-46CC-96B4-F625475BF43A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046BBDA-DBA9-C38A-4CFC-4158B9209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D7127CA-8ADA-94C5-2201-FED69774F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34</a:t>
            </a:fld>
            <a:endParaRPr lang="zh-CN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8A805365-44C7-46FD-8977-E597FE8B2C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第三章 作业</a:t>
            </a:r>
            <a:r>
              <a:rPr lang="en-US" altLang="zh-CN" dirty="0"/>
              <a:t>11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E2A429EC-9D20-4EB3-AAB9-80082DEC8A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b="1" dirty="0"/>
              <a:t>FOLLOW</a:t>
            </a:r>
            <a:r>
              <a:rPr lang="zh-CN" altLang="en-US" dirty="0"/>
              <a:t>集合：</a:t>
            </a:r>
          </a:p>
          <a:p>
            <a:pPr lvl="1" eaLnBrk="1" hangingPunct="1"/>
            <a:r>
              <a:rPr lang="en-US" altLang="zh-CN" b="1" dirty="0"/>
              <a:t>FOLLOW(</a:t>
            </a:r>
            <a:r>
              <a:rPr lang="en-US" altLang="zh-CN" b="1" i="1" dirty="0"/>
              <a:t>S</a:t>
            </a:r>
            <a:r>
              <a:rPr lang="en-US" altLang="zh-CN" b="1" dirty="0"/>
              <a:t>) = {$}</a:t>
            </a:r>
          </a:p>
          <a:p>
            <a:pPr lvl="1" eaLnBrk="1" hangingPunct="1"/>
            <a:r>
              <a:rPr lang="en-US" altLang="zh-CN" b="1" dirty="0"/>
              <a:t>FOLLOW(</a:t>
            </a:r>
            <a:r>
              <a:rPr lang="en-US" altLang="zh-CN" b="1" i="1" dirty="0"/>
              <a:t>E</a:t>
            </a:r>
            <a:r>
              <a:rPr lang="en-US" altLang="zh-CN" b="1" dirty="0"/>
              <a:t>) = {$, =}</a:t>
            </a:r>
          </a:p>
          <a:p>
            <a:pPr lvl="1" eaLnBrk="1" hangingPunct="1"/>
            <a:r>
              <a:rPr lang="en-US" altLang="zh-CN" b="1" dirty="0"/>
              <a:t>FOLLOW(</a:t>
            </a:r>
            <a:r>
              <a:rPr lang="en-US" altLang="zh-CN" b="1" i="1" dirty="0"/>
              <a:t>V</a:t>
            </a:r>
            <a:r>
              <a:rPr lang="en-US" altLang="zh-CN" b="1" dirty="0"/>
              <a:t>) = {$, = }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42D15CC-370C-A4BE-9AC5-29EDF9A6F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3C431-8B99-43B2-90D9-19B482ACF8A8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C565265-6932-1B2C-B1CC-1F176D87F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761376-D976-CAF2-6FBC-D19EC31E7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35</a:t>
            </a:fld>
            <a:endParaRPr lang="zh-CN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5008F33B-FDD6-41C5-B2D2-182DCF20A1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第三章 作业</a:t>
            </a:r>
            <a:r>
              <a:rPr lang="en-US" altLang="zh-CN" dirty="0"/>
              <a:t>11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1C94FA4-9E5B-4291-99DF-C2C117F0D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3200" dirty="0">
                <a:ea typeface="宋体" panose="02010600030101010101" pitchFamily="2" charset="-122"/>
              </a:rPr>
              <a:t>SLR</a:t>
            </a:r>
            <a:r>
              <a:rPr lang="zh-CN" altLang="en-US" sz="3200" b="0" dirty="0"/>
              <a:t>分析表：</a:t>
            </a:r>
          </a:p>
          <a:p>
            <a:endParaRPr lang="zh-CN" altLang="en-US" dirty="0"/>
          </a:p>
        </p:txBody>
      </p:sp>
      <p:graphicFrame>
        <p:nvGraphicFramePr>
          <p:cNvPr id="8" name="Group 42">
            <a:extLst>
              <a:ext uri="{FF2B5EF4-FFF2-40B4-BE49-F238E27FC236}">
                <a16:creationId xmlns:a16="http://schemas.microsoft.com/office/drawing/2014/main" id="{65706C20-D46A-4BBA-A506-87E0A33DFB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61427836"/>
              </p:ext>
            </p:extLst>
          </p:nvPr>
        </p:nvGraphicFramePr>
        <p:xfrm>
          <a:off x="628650" y="1992261"/>
          <a:ext cx="7886699" cy="4075115"/>
        </p:xfrm>
        <a:graphic>
          <a:graphicData uri="http://schemas.openxmlformats.org/drawingml/2006/table">
            <a:tbl>
              <a:tblPr/>
              <a:tblGrid>
                <a:gridCol w="1040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16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44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300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状态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黑体" panose="02010609060101010101" pitchFamily="49" charset="-122"/>
                        </a:rPr>
                        <a:t>动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黑体" panose="02010609060101010101" pitchFamily="49" charset="-122"/>
                        </a:rPr>
                        <a:t>作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黑体" panose="02010609060101010101" pitchFamily="49" charset="-122"/>
                        </a:rPr>
                        <a:t>转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黑体" panose="02010609060101010101" pitchFamily="49" charset="-122"/>
                        </a:rPr>
                        <a:t>移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9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=       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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 id           $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S     V     E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3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    s4         s5               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1      2     3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6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                             acc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s6/r5                           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r5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      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9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                             r2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05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     s4       s5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8      7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05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5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r4                                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r4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    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E17597E-F34B-B7A5-D804-E73B6183F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47C1B-222F-46FD-B15D-767AE11CF0A7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15B439E-A757-00E7-C29A-60C7B6868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867FFCA-9A66-2CEC-EADA-7CA13A101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36</a:t>
            </a:fld>
            <a:endParaRPr lang="zh-CN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3B0786A9-CA43-4DD6-A23B-D88757E6B5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第三章 作业</a:t>
            </a:r>
            <a:r>
              <a:rPr lang="en-US" altLang="zh-CN" dirty="0"/>
              <a:t>11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F4D490-7395-4869-8FA1-D1F720A10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57301"/>
            <a:ext cx="7886700" cy="5260946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a typeface="宋体" panose="02010600030101010101" pitchFamily="2" charset="-122"/>
              </a:rPr>
              <a:t>SLR</a:t>
            </a:r>
            <a:r>
              <a:rPr lang="zh-CN" altLang="en-US" sz="3200" b="0" dirty="0"/>
              <a:t>分析表：</a:t>
            </a:r>
            <a:endParaRPr lang="en-US" altLang="zh-CN" sz="3200" b="0" dirty="0"/>
          </a:p>
          <a:p>
            <a:endParaRPr lang="en-US" altLang="zh-CN" dirty="0"/>
          </a:p>
          <a:p>
            <a:endParaRPr lang="en-US" altLang="zh-CN" sz="3200" b="0" dirty="0"/>
          </a:p>
          <a:p>
            <a:endParaRPr lang="en-US" altLang="zh-CN" dirty="0"/>
          </a:p>
          <a:p>
            <a:endParaRPr lang="en-US" altLang="zh-CN" sz="3200" b="0" dirty="0"/>
          </a:p>
          <a:p>
            <a:endParaRPr lang="en-US" altLang="zh-CN" dirty="0"/>
          </a:p>
          <a:p>
            <a:endParaRPr lang="en-US" altLang="zh-CN" sz="3200" b="0" dirty="0"/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0" dirty="0">
                <a:solidFill>
                  <a:srgbClr val="FF0000"/>
                </a:solidFill>
              </a:rPr>
              <a:t>状态</a:t>
            </a:r>
            <a:r>
              <a:rPr lang="en-US" altLang="zh-CN" sz="3200" dirty="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r>
              <a:rPr lang="zh-CN" altLang="en-US" sz="3200" b="0" dirty="0">
                <a:solidFill>
                  <a:srgbClr val="FF0000"/>
                </a:solidFill>
                <a:latin typeface="黑体" panose="02010609060101010101" pitchFamily="49" charset="-122"/>
              </a:rPr>
              <a:t>遇到输入为</a:t>
            </a:r>
            <a:r>
              <a:rPr lang="en-US" altLang="zh-CN" sz="3200" dirty="0">
                <a:solidFill>
                  <a:srgbClr val="FF0000"/>
                </a:solidFill>
              </a:rPr>
              <a:t>=</a:t>
            </a:r>
            <a:r>
              <a:rPr lang="zh-CN" altLang="en-US" sz="3200" b="0" dirty="0">
                <a:solidFill>
                  <a:srgbClr val="FF0000"/>
                </a:solidFill>
                <a:latin typeface="黑体" panose="02010609060101010101" pitchFamily="49" charset="-122"/>
              </a:rPr>
              <a:t>时发生移进归约冲突，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0" dirty="0">
                <a:solidFill>
                  <a:srgbClr val="FF0000"/>
                </a:solidFill>
                <a:latin typeface="黑体" panose="02010609060101010101" pitchFamily="49" charset="-122"/>
              </a:rPr>
              <a:t>因此该文法不是</a:t>
            </a:r>
            <a:r>
              <a:rPr lang="en-US" altLang="zh-CN" sz="3200" dirty="0">
                <a:solidFill>
                  <a:srgbClr val="FF0000"/>
                </a:solidFill>
                <a:ea typeface="宋体" panose="02010600030101010101" pitchFamily="2" charset="-122"/>
              </a:rPr>
              <a:t>SLR</a:t>
            </a:r>
            <a:r>
              <a:rPr lang="zh-CN" altLang="en-US" sz="3200" b="0" dirty="0">
                <a:solidFill>
                  <a:srgbClr val="FF0000"/>
                </a:solidFill>
              </a:rPr>
              <a:t>的</a:t>
            </a:r>
          </a:p>
          <a:p>
            <a:endParaRPr lang="zh-CN" altLang="en-US" dirty="0"/>
          </a:p>
        </p:txBody>
      </p:sp>
      <p:graphicFrame>
        <p:nvGraphicFramePr>
          <p:cNvPr id="8" name="Group 43">
            <a:extLst>
              <a:ext uri="{FF2B5EF4-FFF2-40B4-BE49-F238E27FC236}">
                <a16:creationId xmlns:a16="http://schemas.microsoft.com/office/drawing/2014/main" id="{AE7E56D2-C487-4129-8651-7F819BC9BD4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95865929"/>
              </p:ext>
            </p:extLst>
          </p:nvPr>
        </p:nvGraphicFramePr>
        <p:xfrm>
          <a:off x="628650" y="2027440"/>
          <a:ext cx="7886699" cy="3094039"/>
        </p:xfrm>
        <a:graphic>
          <a:graphicData uri="http://schemas.openxmlformats.org/drawingml/2006/table">
            <a:tbl>
              <a:tblPr/>
              <a:tblGrid>
                <a:gridCol w="1040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16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44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300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状态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黑体" panose="02010609060101010101" pitchFamily="49" charset="-122"/>
                        </a:rPr>
                        <a:t>动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黑体" panose="02010609060101010101" pitchFamily="49" charset="-122"/>
                        </a:rPr>
                        <a:t>作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黑体" panose="02010609060101010101" pitchFamily="49" charset="-122"/>
                        </a:rPr>
                        <a:t>转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黑体" panose="02010609060101010101" pitchFamily="49" charset="-122"/>
                        </a:rPr>
                        <a:t>移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9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=       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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id         $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S     V     E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3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6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     s4       s5       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    8     9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6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r3                               r3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r5                               r5              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9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                            r1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F9F1F6F-B871-A3A1-D0FA-0FD4965EC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17A8D-A8D8-496C-86D9-909463A69A0A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DF79233-2CA3-172F-5B60-9AE4C5EEF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B27DE87-38AE-A203-0E95-E4D5DADE0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37</a:t>
            </a:fld>
            <a:endParaRPr lang="zh-CN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C7960EB4-8A83-4CBA-A7CD-1D1FA49CF6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第三章 作业</a:t>
            </a:r>
            <a:r>
              <a:rPr lang="en-US" altLang="zh-CN" dirty="0"/>
              <a:t>11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BCF8F188-B3A5-4D15-AF66-AEF2D14465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构造规范</a:t>
            </a:r>
            <a:r>
              <a:rPr lang="en-US" altLang="zh-CN" b="1" dirty="0"/>
              <a:t>LR</a:t>
            </a:r>
            <a:r>
              <a:rPr lang="zh-CN" altLang="en-US" dirty="0"/>
              <a:t>分析表：</a:t>
            </a:r>
          </a:p>
          <a:p>
            <a:pPr lvl="1" eaLnBrk="1" hangingPunct="1"/>
            <a:r>
              <a:rPr lang="en-US" altLang="zh-CN" b="1" dirty="0"/>
              <a:t>LR(1)</a:t>
            </a:r>
            <a:r>
              <a:rPr lang="zh-CN" altLang="en-US" dirty="0"/>
              <a:t>项目集族</a:t>
            </a:r>
            <a:r>
              <a:rPr lang="zh-CN" altLang="en-US" dirty="0">
                <a:sym typeface="Wingdings" panose="05000000000000000000" pitchFamily="2" charset="2"/>
              </a:rPr>
              <a:t>：（见下页）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67C9D26-F04D-8EFC-BC4E-11728E798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F6E60-5663-4157-B7FD-A6C875413CCC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7CABCF5-D39C-B993-A13D-BE42624DA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222409-D901-C0EA-3E24-D52754124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38</a:t>
            </a:fld>
            <a:endParaRPr lang="zh-CN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3">
            <a:extLst>
              <a:ext uri="{FF2B5EF4-FFF2-40B4-BE49-F238E27FC236}">
                <a16:creationId xmlns:a16="http://schemas.microsoft.com/office/drawing/2014/main" id="{0D3A6CA9-A6D2-42AD-BFEF-8E01C84ADE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81000"/>
            <a:ext cx="1870075" cy="2638425"/>
          </a:xfrm>
          <a:prstGeom prst="rect">
            <a:avLst/>
          </a:prstGeom>
          <a:noFill/>
          <a:ln w="25400" algn="ctr">
            <a:solidFill>
              <a:srgbClr val="008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ea typeface="宋体" panose="02010600030101010101" pitchFamily="2" charset="-122"/>
              </a:rPr>
              <a:t>I</a:t>
            </a:r>
            <a:r>
              <a:rPr lang="en-US" altLang="zh-CN" sz="2400" b="1" baseline="-25000">
                <a:ea typeface="宋体" panose="02010600030101010101" pitchFamily="2" charset="-122"/>
              </a:rPr>
              <a:t>0</a:t>
            </a:r>
            <a:r>
              <a:rPr lang="en-US" altLang="zh-CN" sz="2400" b="1">
                <a:ea typeface="宋体" panose="02010600030101010101" pitchFamily="2" charset="-122"/>
              </a:rPr>
              <a:t>: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S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400" b="1">
                <a:ea typeface="宋体" panose="02010600030101010101" pitchFamily="2" charset="-122"/>
              </a:rPr>
              <a:t>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 </a:t>
            </a:r>
            <a:r>
              <a:rPr lang="en-US" altLang="zh-CN" sz="2400" b="1" i="1"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,$</a:t>
            </a:r>
            <a:endParaRPr lang="en-US" altLang="zh-CN" sz="2400" b="1">
              <a:ea typeface="宋体" panose="02010600030101010101" pitchFamily="2" charset="-12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S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 </a:t>
            </a:r>
            <a:r>
              <a:rPr lang="en-US" altLang="zh-CN" sz="2400" b="1" i="1">
                <a:ea typeface="宋体" panose="02010600030101010101" pitchFamily="2" charset="-122"/>
              </a:rPr>
              <a:t>V </a:t>
            </a:r>
            <a:r>
              <a:rPr lang="en-US" altLang="zh-CN" sz="2400" b="1">
                <a:ea typeface="宋体" panose="02010600030101010101" pitchFamily="2" charset="-122"/>
              </a:rPr>
              <a:t>= </a:t>
            </a:r>
            <a:r>
              <a:rPr lang="en-US" altLang="zh-CN" sz="2400" b="1" i="1">
                <a:ea typeface="宋体" panose="02010600030101010101" pitchFamily="2" charset="-122"/>
              </a:rPr>
              <a:t>E</a:t>
            </a:r>
            <a:r>
              <a:rPr lang="en-US" altLang="zh-CN" sz="2400" b="1">
                <a:ea typeface="宋体" panose="02010600030101010101" pitchFamily="2" charset="-122"/>
              </a:rPr>
              <a:t>,$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S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 </a:t>
            </a:r>
            <a:r>
              <a:rPr lang="en-US" altLang="zh-CN" sz="2400" b="1" i="1">
                <a:ea typeface="宋体" panose="02010600030101010101" pitchFamily="2" charset="-122"/>
              </a:rPr>
              <a:t>E</a:t>
            </a:r>
            <a:r>
              <a:rPr lang="en-US" altLang="zh-CN" sz="2400" b="1">
                <a:ea typeface="宋体" panose="02010600030101010101" pitchFamily="2" charset="-122"/>
              </a:rPr>
              <a:t>,$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V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i="1">
                <a:ea typeface="宋体" panose="02010600030101010101" pitchFamily="2" charset="-122"/>
              </a:rPr>
              <a:t>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</a:t>
            </a:r>
            <a:r>
              <a:rPr lang="en-US" altLang="zh-CN" sz="2400" b="1">
                <a:ea typeface="宋体" panose="02010600030101010101" pitchFamily="2" charset="-122"/>
              </a:rPr>
              <a:t>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</a:t>
            </a:r>
            <a:r>
              <a:rPr lang="en-US" altLang="zh-CN" sz="2400" b="1">
                <a:ea typeface="宋体" panose="02010600030101010101" pitchFamily="2" charset="-122"/>
              </a:rPr>
              <a:t> </a:t>
            </a:r>
            <a:r>
              <a:rPr lang="en-US" altLang="zh-CN" sz="2400" b="1" i="1">
                <a:ea typeface="宋体" panose="02010600030101010101" pitchFamily="2" charset="-122"/>
              </a:rPr>
              <a:t>E</a:t>
            </a:r>
            <a:r>
              <a:rPr lang="en-US" altLang="zh-CN" sz="2400" b="1">
                <a:ea typeface="宋体" panose="02010600030101010101" pitchFamily="2" charset="-122"/>
              </a:rPr>
              <a:t>,=/$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V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 </a:t>
            </a:r>
            <a:r>
              <a:rPr lang="en-US" altLang="zh-CN" sz="2400" b="1">
                <a:ea typeface="宋体" panose="02010600030101010101" pitchFamily="2" charset="-122"/>
              </a:rPr>
              <a:t>id ,=/$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E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 </a:t>
            </a:r>
            <a:r>
              <a:rPr lang="en-US" altLang="zh-CN" sz="2400" b="1" i="1">
                <a:ea typeface="宋体" panose="02010600030101010101" pitchFamily="2" charset="-122"/>
              </a:rPr>
              <a:t>V</a:t>
            </a:r>
            <a:r>
              <a:rPr lang="en-US" altLang="zh-CN" sz="2400" b="1">
                <a:ea typeface="宋体" panose="02010600030101010101" pitchFamily="2" charset="-122"/>
              </a:rPr>
              <a:t>,$</a:t>
            </a:r>
          </a:p>
        </p:txBody>
      </p:sp>
      <p:sp>
        <p:nvSpPr>
          <p:cNvPr id="24579" name="Text Box 4">
            <a:extLst>
              <a:ext uri="{FF2B5EF4-FFF2-40B4-BE49-F238E27FC236}">
                <a16:creationId xmlns:a16="http://schemas.microsoft.com/office/drawing/2014/main" id="{EB3BA2E6-70CC-4538-B6CD-10CDA520E0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352800"/>
            <a:ext cx="1905000" cy="812800"/>
          </a:xfrm>
          <a:prstGeom prst="rect">
            <a:avLst/>
          </a:prstGeom>
          <a:noFill/>
          <a:ln w="25400" algn="ctr">
            <a:solidFill>
              <a:srgbClr val="008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ea typeface="宋体" panose="02010600030101010101" pitchFamily="2" charset="-122"/>
              </a:rPr>
              <a:t>I</a:t>
            </a:r>
            <a:r>
              <a:rPr lang="en-US" altLang="zh-CN" sz="2400" b="1" baseline="-25000">
                <a:ea typeface="宋体" panose="02010600030101010101" pitchFamily="2" charset="-122"/>
              </a:rPr>
              <a:t>1</a:t>
            </a:r>
            <a:r>
              <a:rPr lang="en-US" altLang="zh-CN" sz="2400" b="1">
                <a:ea typeface="宋体" panose="02010600030101010101" pitchFamily="2" charset="-122"/>
              </a:rPr>
              <a:t>: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S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400" b="1">
                <a:ea typeface="宋体" panose="02010600030101010101" pitchFamily="2" charset="-122"/>
              </a:rPr>
              <a:t>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>
                <a:ea typeface="宋体" panose="02010600030101010101" pitchFamily="2" charset="-122"/>
                <a:sym typeface="Symbol" panose="05050102010706020507" pitchFamily="18" charset="2"/>
              </a:rPr>
              <a:t>S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,$</a:t>
            </a:r>
            <a:endParaRPr lang="en-US" altLang="zh-CN" sz="2400" b="1" i="1">
              <a:ea typeface="宋体" panose="02010600030101010101" pitchFamily="2" charset="-122"/>
            </a:endParaRPr>
          </a:p>
        </p:txBody>
      </p:sp>
      <p:sp>
        <p:nvSpPr>
          <p:cNvPr id="24580" name="Text Box 5">
            <a:extLst>
              <a:ext uri="{FF2B5EF4-FFF2-40B4-BE49-F238E27FC236}">
                <a16:creationId xmlns:a16="http://schemas.microsoft.com/office/drawing/2014/main" id="{4FDDAFD6-3F36-4C63-8B86-31D02D8B0D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495800"/>
            <a:ext cx="1946275" cy="1177925"/>
          </a:xfrm>
          <a:prstGeom prst="rect">
            <a:avLst/>
          </a:prstGeom>
          <a:noFill/>
          <a:ln w="25400" algn="ctr">
            <a:solidFill>
              <a:srgbClr val="008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ea typeface="宋体" panose="02010600030101010101" pitchFamily="2" charset="-122"/>
              </a:rPr>
              <a:t>I</a:t>
            </a:r>
            <a:r>
              <a:rPr lang="en-US" altLang="zh-CN" sz="2400" b="1" baseline="-25000">
                <a:ea typeface="宋体" panose="02010600030101010101" pitchFamily="2" charset="-122"/>
              </a:rPr>
              <a:t>2</a:t>
            </a:r>
            <a:r>
              <a:rPr lang="en-US" altLang="zh-CN" sz="2400" b="1">
                <a:ea typeface="宋体" panose="02010600030101010101" pitchFamily="2" charset="-122"/>
              </a:rPr>
              <a:t>: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S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>
                <a:ea typeface="宋体" panose="02010600030101010101" pitchFamily="2" charset="-122"/>
              </a:rPr>
              <a:t>V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 </a:t>
            </a:r>
            <a:r>
              <a:rPr lang="en-US" altLang="zh-CN" sz="2400" b="1">
                <a:ea typeface="宋体" panose="02010600030101010101" pitchFamily="2" charset="-122"/>
              </a:rPr>
              <a:t>= </a:t>
            </a:r>
            <a:r>
              <a:rPr lang="en-US" altLang="zh-CN" sz="2400" b="1" i="1">
                <a:ea typeface="宋体" panose="02010600030101010101" pitchFamily="2" charset="-122"/>
              </a:rPr>
              <a:t>E</a:t>
            </a:r>
            <a:r>
              <a:rPr lang="en-US" altLang="zh-CN" sz="2400" b="1">
                <a:ea typeface="宋体" panose="02010600030101010101" pitchFamily="2" charset="-122"/>
              </a:rPr>
              <a:t>, $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E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>
                <a:ea typeface="宋体" panose="02010600030101010101" pitchFamily="2" charset="-122"/>
              </a:rPr>
              <a:t>V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, $</a:t>
            </a:r>
          </a:p>
        </p:txBody>
      </p:sp>
      <p:sp>
        <p:nvSpPr>
          <p:cNvPr id="24581" name="Text Box 6">
            <a:extLst>
              <a:ext uri="{FF2B5EF4-FFF2-40B4-BE49-F238E27FC236}">
                <a16:creationId xmlns:a16="http://schemas.microsoft.com/office/drawing/2014/main" id="{D1FFFCD9-D22F-49F7-AE49-7A6B262D51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867400"/>
            <a:ext cx="1905000" cy="812800"/>
          </a:xfrm>
          <a:prstGeom prst="rect">
            <a:avLst/>
          </a:prstGeom>
          <a:noFill/>
          <a:ln w="25400" algn="ctr">
            <a:solidFill>
              <a:srgbClr val="008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ea typeface="宋体" panose="02010600030101010101" pitchFamily="2" charset="-122"/>
              </a:rPr>
              <a:t>I</a:t>
            </a:r>
            <a:r>
              <a:rPr lang="en-US" altLang="zh-CN" sz="2400" b="1" baseline="-25000">
                <a:ea typeface="宋体" panose="02010600030101010101" pitchFamily="2" charset="-122"/>
              </a:rPr>
              <a:t>3</a:t>
            </a:r>
            <a:r>
              <a:rPr lang="en-US" altLang="zh-CN" sz="2400" b="1">
                <a:ea typeface="宋体" panose="02010600030101010101" pitchFamily="2" charset="-122"/>
              </a:rPr>
              <a:t>: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S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>
                <a:ea typeface="宋体" panose="02010600030101010101" pitchFamily="2" charset="-122"/>
              </a:rPr>
              <a:t>E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 , $</a:t>
            </a:r>
          </a:p>
        </p:txBody>
      </p:sp>
      <p:sp>
        <p:nvSpPr>
          <p:cNvPr id="24582" name="Text Box 7">
            <a:extLst>
              <a:ext uri="{FF2B5EF4-FFF2-40B4-BE49-F238E27FC236}">
                <a16:creationId xmlns:a16="http://schemas.microsoft.com/office/drawing/2014/main" id="{2D57408F-F7D1-4D44-ABF8-51C217F807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381000"/>
            <a:ext cx="2057400" cy="1908175"/>
          </a:xfrm>
          <a:prstGeom prst="rect">
            <a:avLst/>
          </a:prstGeom>
          <a:noFill/>
          <a:ln w="25400" algn="ctr">
            <a:solidFill>
              <a:srgbClr val="008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宋体" panose="02010600030101010101" pitchFamily="2" charset="-122"/>
              </a:rPr>
              <a:t>I</a:t>
            </a:r>
            <a:r>
              <a:rPr lang="en-US" altLang="zh-CN" sz="2400" b="1" baseline="-25000" dirty="0">
                <a:ea typeface="宋体" panose="02010600030101010101" pitchFamily="2" charset="-122"/>
              </a:rPr>
              <a:t>4</a:t>
            </a:r>
            <a:r>
              <a:rPr lang="en-US" altLang="zh-CN" sz="2400" b="1" dirty="0">
                <a:ea typeface="宋体" panose="02010600030101010101" pitchFamily="2" charset="-122"/>
              </a:rPr>
              <a:t>: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ea typeface="宋体" panose="02010600030101010101" pitchFamily="2" charset="-122"/>
              </a:rPr>
              <a:t>V 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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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  <a:r>
              <a:rPr lang="en-US" altLang="zh-CN" sz="2400" b="1" i="1" dirty="0">
                <a:ea typeface="宋体" panose="02010600030101010101" pitchFamily="2" charset="-122"/>
              </a:rPr>
              <a:t>E</a:t>
            </a:r>
            <a:r>
              <a:rPr lang="en-US" altLang="zh-CN" sz="2400" b="1" dirty="0">
                <a:ea typeface="宋体" panose="02010600030101010101" pitchFamily="2" charset="-122"/>
              </a:rPr>
              <a:t>, =/$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  </a:t>
            </a:r>
            <a:r>
              <a:rPr lang="en-US" altLang="zh-CN" sz="2400" b="1" i="1" dirty="0">
                <a:ea typeface="宋体" panose="02010600030101010101" pitchFamily="2" charset="-122"/>
              </a:rPr>
              <a:t>V </a:t>
            </a:r>
            <a:r>
              <a:rPr lang="en-US" altLang="zh-CN" sz="2400" b="1" dirty="0">
                <a:ea typeface="宋体" panose="02010600030101010101" pitchFamily="2" charset="-122"/>
              </a:rPr>
              <a:t>, =/$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ea typeface="宋体" panose="02010600030101010101" pitchFamily="2" charset="-122"/>
              </a:rPr>
              <a:t>V 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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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  <a:r>
              <a:rPr lang="en-US" altLang="zh-CN" sz="2400" b="1" i="1" dirty="0"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ea typeface="宋体" panose="02010600030101010101" pitchFamily="2" charset="-122"/>
              </a:rPr>
              <a:t>, =/$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ea typeface="宋体" panose="02010600030101010101" pitchFamily="2" charset="-122"/>
              </a:rPr>
              <a:t>V 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  </a:t>
            </a:r>
            <a:r>
              <a:rPr lang="en-US" altLang="zh-CN" sz="2400" b="1" dirty="0">
                <a:ea typeface="宋体" panose="02010600030101010101" pitchFamily="2" charset="-122"/>
              </a:rPr>
              <a:t>id , =/$</a:t>
            </a:r>
          </a:p>
        </p:txBody>
      </p:sp>
      <p:sp>
        <p:nvSpPr>
          <p:cNvPr id="24583" name="Text Box 8">
            <a:extLst>
              <a:ext uri="{FF2B5EF4-FFF2-40B4-BE49-F238E27FC236}">
                <a16:creationId xmlns:a16="http://schemas.microsoft.com/office/drawing/2014/main" id="{C9ACCD37-A12E-4E49-8F32-C7090F5163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2667000"/>
            <a:ext cx="2057400" cy="812800"/>
          </a:xfrm>
          <a:prstGeom prst="rect">
            <a:avLst/>
          </a:prstGeom>
          <a:noFill/>
          <a:ln w="25400" algn="ctr">
            <a:solidFill>
              <a:srgbClr val="008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ea typeface="宋体" panose="02010600030101010101" pitchFamily="2" charset="-122"/>
              </a:rPr>
              <a:t>I</a:t>
            </a:r>
            <a:r>
              <a:rPr lang="en-US" altLang="zh-CN" sz="2400" b="1" baseline="-25000">
                <a:ea typeface="宋体" panose="02010600030101010101" pitchFamily="2" charset="-122"/>
              </a:rPr>
              <a:t>5</a:t>
            </a:r>
            <a:r>
              <a:rPr lang="en-US" altLang="zh-CN" sz="2400" b="1">
                <a:ea typeface="宋体" panose="02010600030101010101" pitchFamily="2" charset="-122"/>
              </a:rPr>
              <a:t>: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V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>
                <a:ea typeface="宋体" panose="02010600030101010101" pitchFamily="2" charset="-122"/>
              </a:rPr>
              <a:t>id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, </a:t>
            </a:r>
            <a:r>
              <a:rPr lang="en-US" altLang="zh-CN" sz="2400" b="1">
                <a:ea typeface="宋体" panose="02010600030101010101" pitchFamily="2" charset="-122"/>
              </a:rPr>
              <a:t>=/$</a:t>
            </a:r>
          </a:p>
        </p:txBody>
      </p:sp>
      <p:sp>
        <p:nvSpPr>
          <p:cNvPr id="24584" name="Text Box 9">
            <a:extLst>
              <a:ext uri="{FF2B5EF4-FFF2-40B4-BE49-F238E27FC236}">
                <a16:creationId xmlns:a16="http://schemas.microsoft.com/office/drawing/2014/main" id="{0AF8FC03-49ED-4B02-9D65-B79620CF74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3810000"/>
            <a:ext cx="2057400" cy="1908175"/>
          </a:xfrm>
          <a:prstGeom prst="rect">
            <a:avLst/>
          </a:prstGeom>
          <a:noFill/>
          <a:ln w="25400" algn="ctr">
            <a:solidFill>
              <a:srgbClr val="008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ea typeface="宋体" panose="02010600030101010101" pitchFamily="2" charset="-122"/>
              </a:rPr>
              <a:t>I</a:t>
            </a:r>
            <a:r>
              <a:rPr lang="en-US" altLang="zh-CN" sz="2400" b="1" baseline="-25000">
                <a:ea typeface="宋体" panose="02010600030101010101" pitchFamily="2" charset="-122"/>
              </a:rPr>
              <a:t>6</a:t>
            </a:r>
            <a:r>
              <a:rPr lang="en-US" altLang="zh-CN" sz="2400" b="1">
                <a:ea typeface="宋体" panose="02010600030101010101" pitchFamily="2" charset="-122"/>
              </a:rPr>
              <a:t>:</a:t>
            </a:r>
            <a:endParaRPr lang="en-US" altLang="zh-CN" sz="2400" b="1" i="1">
              <a:ea typeface="宋体" panose="02010600030101010101" pitchFamily="2" charset="-12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S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>
                <a:ea typeface="宋体" panose="02010600030101010101" pitchFamily="2" charset="-122"/>
              </a:rPr>
              <a:t>V </a:t>
            </a:r>
            <a:r>
              <a:rPr lang="en-US" altLang="zh-CN" sz="2400" b="1">
                <a:ea typeface="宋体" panose="02010600030101010101" pitchFamily="2" charset="-122"/>
              </a:rPr>
              <a:t>=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 </a:t>
            </a:r>
            <a:r>
              <a:rPr lang="en-US" altLang="zh-CN" sz="2400" b="1" i="1">
                <a:ea typeface="宋体" panose="02010600030101010101" pitchFamily="2" charset="-122"/>
              </a:rPr>
              <a:t>E</a:t>
            </a:r>
            <a:r>
              <a:rPr lang="en-US" altLang="zh-CN" sz="2400" b="1">
                <a:ea typeface="宋体" panose="02010600030101010101" pitchFamily="2" charset="-122"/>
              </a:rPr>
              <a:t>,$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E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 </a:t>
            </a:r>
            <a:r>
              <a:rPr lang="en-US" altLang="zh-CN" sz="2400" b="1" i="1">
                <a:ea typeface="宋体" panose="02010600030101010101" pitchFamily="2" charset="-122"/>
              </a:rPr>
              <a:t>V </a:t>
            </a:r>
            <a:r>
              <a:rPr lang="en-US" altLang="zh-CN" sz="2400" b="1">
                <a:ea typeface="宋体" panose="02010600030101010101" pitchFamily="2" charset="-122"/>
              </a:rPr>
              <a:t>,$</a:t>
            </a:r>
            <a:endParaRPr lang="en-US" altLang="zh-CN" sz="2400" b="1" i="1">
              <a:ea typeface="宋体" panose="02010600030101010101" pitchFamily="2" charset="-12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V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i="1">
                <a:ea typeface="宋体" panose="02010600030101010101" pitchFamily="2" charset="-122"/>
              </a:rPr>
              <a:t>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</a:t>
            </a:r>
            <a:r>
              <a:rPr lang="en-US" altLang="zh-CN" sz="2400" b="1">
                <a:ea typeface="宋体" panose="02010600030101010101" pitchFamily="2" charset="-122"/>
              </a:rPr>
              <a:t>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</a:t>
            </a:r>
            <a:r>
              <a:rPr lang="en-US" altLang="zh-CN" sz="2400" b="1">
                <a:ea typeface="宋体" panose="02010600030101010101" pitchFamily="2" charset="-122"/>
              </a:rPr>
              <a:t> </a:t>
            </a:r>
            <a:r>
              <a:rPr lang="en-US" altLang="zh-CN" sz="2400" b="1" i="1">
                <a:ea typeface="宋体" panose="02010600030101010101" pitchFamily="2" charset="-122"/>
              </a:rPr>
              <a:t>E </a:t>
            </a:r>
            <a:r>
              <a:rPr lang="en-US" altLang="zh-CN" sz="2400" b="1">
                <a:ea typeface="宋体" panose="02010600030101010101" pitchFamily="2" charset="-122"/>
              </a:rPr>
              <a:t>,$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V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 </a:t>
            </a:r>
            <a:r>
              <a:rPr lang="en-US" altLang="zh-CN" sz="2400" b="1">
                <a:ea typeface="宋体" panose="02010600030101010101" pitchFamily="2" charset="-122"/>
              </a:rPr>
              <a:t>id ,$</a:t>
            </a:r>
          </a:p>
        </p:txBody>
      </p:sp>
      <p:sp>
        <p:nvSpPr>
          <p:cNvPr id="24585" name="Text Box 10">
            <a:extLst>
              <a:ext uri="{FF2B5EF4-FFF2-40B4-BE49-F238E27FC236}">
                <a16:creationId xmlns:a16="http://schemas.microsoft.com/office/drawing/2014/main" id="{9C1661E3-5476-45DD-B05F-09F2ABE3E8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5867400"/>
            <a:ext cx="2057400" cy="812800"/>
          </a:xfrm>
          <a:prstGeom prst="rect">
            <a:avLst/>
          </a:prstGeom>
          <a:noFill/>
          <a:ln w="25400" algn="ctr">
            <a:solidFill>
              <a:srgbClr val="008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ea typeface="宋体" panose="02010600030101010101" pitchFamily="2" charset="-122"/>
              </a:rPr>
              <a:t>I</a:t>
            </a:r>
            <a:r>
              <a:rPr lang="en-US" altLang="zh-CN" sz="2400" b="1" baseline="-25000">
                <a:ea typeface="宋体" panose="02010600030101010101" pitchFamily="2" charset="-122"/>
              </a:rPr>
              <a:t>7</a:t>
            </a:r>
            <a:r>
              <a:rPr lang="en-US" altLang="zh-CN" sz="2400" b="1">
                <a:ea typeface="宋体" panose="02010600030101010101" pitchFamily="2" charset="-122"/>
              </a:rPr>
              <a:t>: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V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i="1">
                <a:ea typeface="宋体" panose="02010600030101010101" pitchFamily="2" charset="-122"/>
              </a:rPr>
              <a:t>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</a:t>
            </a:r>
            <a:r>
              <a:rPr lang="en-US" altLang="zh-CN" sz="2400" b="1">
                <a:ea typeface="宋体" panose="02010600030101010101" pitchFamily="2" charset="-122"/>
              </a:rPr>
              <a:t> </a:t>
            </a:r>
            <a:r>
              <a:rPr lang="en-US" altLang="zh-CN" sz="2400" b="1" i="1">
                <a:ea typeface="宋体" panose="02010600030101010101" pitchFamily="2" charset="-122"/>
              </a:rPr>
              <a:t>E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</a:t>
            </a:r>
            <a:r>
              <a:rPr lang="en-US" altLang="zh-CN" sz="2400" b="1">
                <a:ea typeface="宋体" panose="02010600030101010101" pitchFamily="2" charset="-122"/>
              </a:rPr>
              <a:t> , =/$</a:t>
            </a:r>
          </a:p>
        </p:txBody>
      </p:sp>
      <p:sp>
        <p:nvSpPr>
          <p:cNvPr id="24586" name="Text Box 11">
            <a:extLst>
              <a:ext uri="{FF2B5EF4-FFF2-40B4-BE49-F238E27FC236}">
                <a16:creationId xmlns:a16="http://schemas.microsoft.com/office/drawing/2014/main" id="{2F724C79-DD8F-4A56-AE44-A024318464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381000"/>
            <a:ext cx="1981200" cy="812800"/>
          </a:xfrm>
          <a:prstGeom prst="rect">
            <a:avLst/>
          </a:prstGeom>
          <a:noFill/>
          <a:ln w="25400" algn="ctr">
            <a:solidFill>
              <a:srgbClr val="008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ea typeface="宋体" panose="02010600030101010101" pitchFamily="2" charset="-122"/>
              </a:rPr>
              <a:t>I</a:t>
            </a:r>
            <a:r>
              <a:rPr lang="en-US" altLang="zh-CN" sz="2400" b="1" baseline="-25000">
                <a:ea typeface="宋体" panose="02010600030101010101" pitchFamily="2" charset="-122"/>
              </a:rPr>
              <a:t>8</a:t>
            </a:r>
            <a:r>
              <a:rPr lang="en-US" altLang="zh-CN" sz="2400" b="1">
                <a:ea typeface="宋体" panose="02010600030101010101" pitchFamily="2" charset="-122"/>
              </a:rPr>
              <a:t>: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E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>
                <a:ea typeface="宋体" panose="02010600030101010101" pitchFamily="2" charset="-122"/>
              </a:rPr>
              <a:t>V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 </a:t>
            </a:r>
            <a:r>
              <a:rPr lang="en-US" altLang="zh-CN" sz="2400" b="1">
                <a:ea typeface="宋体" panose="02010600030101010101" pitchFamily="2" charset="-122"/>
              </a:rPr>
              <a:t>, =/$</a:t>
            </a:r>
          </a:p>
        </p:txBody>
      </p:sp>
      <p:sp>
        <p:nvSpPr>
          <p:cNvPr id="24587" name="Text Box 12">
            <a:extLst>
              <a:ext uri="{FF2B5EF4-FFF2-40B4-BE49-F238E27FC236}">
                <a16:creationId xmlns:a16="http://schemas.microsoft.com/office/drawing/2014/main" id="{F99018D7-2737-42CE-A80A-13D033AFB6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1447800"/>
            <a:ext cx="1946275" cy="812800"/>
          </a:xfrm>
          <a:prstGeom prst="rect">
            <a:avLst/>
          </a:prstGeom>
          <a:noFill/>
          <a:ln w="25400" algn="ctr">
            <a:solidFill>
              <a:srgbClr val="008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ea typeface="宋体" panose="02010600030101010101" pitchFamily="2" charset="-122"/>
              </a:rPr>
              <a:t>I</a:t>
            </a:r>
            <a:r>
              <a:rPr lang="en-US" altLang="zh-CN" sz="2400" b="1" baseline="-25000">
                <a:ea typeface="宋体" panose="02010600030101010101" pitchFamily="2" charset="-122"/>
              </a:rPr>
              <a:t>9</a:t>
            </a:r>
            <a:r>
              <a:rPr lang="en-US" altLang="zh-CN" sz="2400" b="1">
                <a:ea typeface="宋体" panose="02010600030101010101" pitchFamily="2" charset="-122"/>
              </a:rPr>
              <a:t>:</a:t>
            </a:r>
            <a:endParaRPr lang="en-US" altLang="zh-CN" sz="2400" b="1" i="1">
              <a:ea typeface="宋体" panose="02010600030101010101" pitchFamily="2" charset="-12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S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>
                <a:ea typeface="宋体" panose="02010600030101010101" pitchFamily="2" charset="-122"/>
              </a:rPr>
              <a:t>V </a:t>
            </a:r>
            <a:r>
              <a:rPr lang="en-US" altLang="zh-CN" sz="2400" b="1">
                <a:ea typeface="宋体" panose="02010600030101010101" pitchFamily="2" charset="-122"/>
              </a:rPr>
              <a:t>= </a:t>
            </a:r>
            <a:r>
              <a:rPr lang="en-US" altLang="zh-CN" sz="2400" b="1" i="1">
                <a:ea typeface="宋体" panose="02010600030101010101" pitchFamily="2" charset="-122"/>
              </a:rPr>
              <a:t>E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 </a:t>
            </a:r>
            <a:r>
              <a:rPr lang="en-US" altLang="zh-CN" sz="2400" b="1">
                <a:ea typeface="宋体" panose="02010600030101010101" pitchFamily="2" charset="-122"/>
              </a:rPr>
              <a:t>,$</a:t>
            </a:r>
          </a:p>
        </p:txBody>
      </p:sp>
      <p:sp>
        <p:nvSpPr>
          <p:cNvPr id="24588" name="Text Box 44">
            <a:extLst>
              <a:ext uri="{FF2B5EF4-FFF2-40B4-BE49-F238E27FC236}">
                <a16:creationId xmlns:a16="http://schemas.microsoft.com/office/drawing/2014/main" id="{3B17A676-F0F9-4149-B338-7DD650696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2514600"/>
            <a:ext cx="1981200" cy="812800"/>
          </a:xfrm>
          <a:prstGeom prst="rect">
            <a:avLst/>
          </a:prstGeom>
          <a:noFill/>
          <a:ln w="25400" algn="ctr">
            <a:solidFill>
              <a:srgbClr val="008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ea typeface="宋体" panose="02010600030101010101" pitchFamily="2" charset="-122"/>
              </a:rPr>
              <a:t>I</a:t>
            </a:r>
            <a:r>
              <a:rPr lang="en-US" altLang="zh-CN" sz="2400" b="1" baseline="-25000">
                <a:ea typeface="宋体" panose="02010600030101010101" pitchFamily="2" charset="-122"/>
              </a:rPr>
              <a:t>10</a:t>
            </a:r>
            <a:r>
              <a:rPr lang="en-US" altLang="zh-CN" sz="2400" b="1">
                <a:ea typeface="宋体" panose="02010600030101010101" pitchFamily="2" charset="-122"/>
              </a:rPr>
              <a:t>: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E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>
                <a:ea typeface="宋体" panose="02010600030101010101" pitchFamily="2" charset="-122"/>
              </a:rPr>
              <a:t>V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 </a:t>
            </a:r>
            <a:r>
              <a:rPr lang="en-US" altLang="zh-CN" sz="2400" b="1">
                <a:ea typeface="宋体" panose="02010600030101010101" pitchFamily="2" charset="-122"/>
              </a:rPr>
              <a:t>, $</a:t>
            </a:r>
          </a:p>
        </p:txBody>
      </p:sp>
      <p:sp>
        <p:nvSpPr>
          <p:cNvPr id="24589" name="Text Box 45">
            <a:extLst>
              <a:ext uri="{FF2B5EF4-FFF2-40B4-BE49-F238E27FC236}">
                <a16:creationId xmlns:a16="http://schemas.microsoft.com/office/drawing/2014/main" id="{482C1C04-5D9A-4FE6-BE7A-346E43AB3E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3581400"/>
            <a:ext cx="1981200" cy="1908175"/>
          </a:xfrm>
          <a:prstGeom prst="rect">
            <a:avLst/>
          </a:prstGeom>
          <a:noFill/>
          <a:ln w="25400" algn="ctr">
            <a:solidFill>
              <a:srgbClr val="008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ea typeface="宋体" panose="02010600030101010101" pitchFamily="2" charset="-122"/>
              </a:rPr>
              <a:t>I</a:t>
            </a:r>
            <a:r>
              <a:rPr lang="en-US" altLang="zh-CN" sz="2400" b="1" baseline="-25000">
                <a:ea typeface="宋体" panose="02010600030101010101" pitchFamily="2" charset="-122"/>
              </a:rPr>
              <a:t>11</a:t>
            </a:r>
            <a:r>
              <a:rPr lang="en-US" altLang="zh-CN" sz="2400" b="1">
                <a:ea typeface="宋体" panose="02010600030101010101" pitchFamily="2" charset="-122"/>
              </a:rPr>
              <a:t>: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V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i="1">
                <a:ea typeface="宋体" panose="02010600030101010101" pitchFamily="2" charset="-122"/>
              </a:rPr>
              <a:t>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</a:t>
            </a:r>
            <a:r>
              <a:rPr lang="en-US" altLang="zh-CN" sz="2400" b="1">
                <a:ea typeface="宋体" panose="02010600030101010101" pitchFamily="2" charset="-122"/>
              </a:rPr>
              <a:t>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</a:t>
            </a:r>
            <a:r>
              <a:rPr lang="en-US" altLang="zh-CN" sz="2400" b="1">
                <a:ea typeface="宋体" panose="02010600030101010101" pitchFamily="2" charset="-122"/>
              </a:rPr>
              <a:t> </a:t>
            </a:r>
            <a:r>
              <a:rPr lang="en-US" altLang="zh-CN" sz="2400" b="1" i="1">
                <a:ea typeface="宋体" panose="02010600030101010101" pitchFamily="2" charset="-122"/>
              </a:rPr>
              <a:t>E</a:t>
            </a:r>
            <a:r>
              <a:rPr lang="en-US" altLang="zh-CN" sz="2400" b="1">
                <a:ea typeface="宋体" panose="02010600030101010101" pitchFamily="2" charset="-122"/>
              </a:rPr>
              <a:t>, $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E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 </a:t>
            </a:r>
            <a:r>
              <a:rPr lang="en-US" altLang="zh-CN" sz="2400" b="1" i="1">
                <a:ea typeface="宋体" panose="02010600030101010101" pitchFamily="2" charset="-122"/>
              </a:rPr>
              <a:t>V </a:t>
            </a:r>
            <a:r>
              <a:rPr lang="en-US" altLang="zh-CN" sz="2400" b="1">
                <a:ea typeface="宋体" panose="02010600030101010101" pitchFamily="2" charset="-122"/>
              </a:rPr>
              <a:t>, $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V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i="1">
                <a:ea typeface="宋体" panose="02010600030101010101" pitchFamily="2" charset="-122"/>
              </a:rPr>
              <a:t>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</a:t>
            </a:r>
            <a:r>
              <a:rPr lang="en-US" altLang="zh-CN" sz="2400" b="1">
                <a:ea typeface="宋体" panose="02010600030101010101" pitchFamily="2" charset="-122"/>
              </a:rPr>
              <a:t>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</a:t>
            </a:r>
            <a:r>
              <a:rPr lang="en-US" altLang="zh-CN" sz="2400" b="1">
                <a:ea typeface="宋体" panose="02010600030101010101" pitchFamily="2" charset="-122"/>
              </a:rPr>
              <a:t> </a:t>
            </a:r>
            <a:r>
              <a:rPr lang="en-US" altLang="zh-CN" sz="2400" b="1" i="1">
                <a:ea typeface="宋体" panose="02010600030101010101" pitchFamily="2" charset="-122"/>
              </a:rPr>
              <a:t>E </a:t>
            </a:r>
            <a:r>
              <a:rPr lang="en-US" altLang="zh-CN" sz="2400" b="1">
                <a:ea typeface="宋体" panose="02010600030101010101" pitchFamily="2" charset="-122"/>
              </a:rPr>
              <a:t>, $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V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 </a:t>
            </a:r>
            <a:r>
              <a:rPr lang="en-US" altLang="zh-CN" sz="2400" b="1">
                <a:ea typeface="宋体" panose="02010600030101010101" pitchFamily="2" charset="-122"/>
              </a:rPr>
              <a:t>id , $</a:t>
            </a:r>
          </a:p>
        </p:txBody>
      </p:sp>
      <p:sp>
        <p:nvSpPr>
          <p:cNvPr id="24590" name="Text Box 46">
            <a:extLst>
              <a:ext uri="{FF2B5EF4-FFF2-40B4-BE49-F238E27FC236}">
                <a16:creationId xmlns:a16="http://schemas.microsoft.com/office/drawing/2014/main" id="{A04B3070-C6AF-4FFC-8D85-CFB5CEE5A9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5715000"/>
            <a:ext cx="1981200" cy="812800"/>
          </a:xfrm>
          <a:prstGeom prst="rect">
            <a:avLst/>
          </a:prstGeom>
          <a:noFill/>
          <a:ln w="25400" algn="ctr">
            <a:solidFill>
              <a:srgbClr val="008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ea typeface="宋体" panose="02010600030101010101" pitchFamily="2" charset="-122"/>
              </a:rPr>
              <a:t>I</a:t>
            </a:r>
            <a:r>
              <a:rPr lang="en-US" altLang="zh-CN" sz="2400" b="1" baseline="-25000">
                <a:ea typeface="宋体" panose="02010600030101010101" pitchFamily="2" charset="-122"/>
              </a:rPr>
              <a:t>12</a:t>
            </a:r>
            <a:r>
              <a:rPr lang="en-US" altLang="zh-CN" sz="2400" b="1">
                <a:ea typeface="宋体" panose="02010600030101010101" pitchFamily="2" charset="-122"/>
              </a:rPr>
              <a:t>: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V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>
                <a:ea typeface="宋体" panose="02010600030101010101" pitchFamily="2" charset="-122"/>
              </a:rPr>
              <a:t>id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, </a:t>
            </a:r>
            <a:r>
              <a:rPr lang="en-US" altLang="zh-CN" sz="2400" b="1">
                <a:ea typeface="宋体" panose="02010600030101010101" pitchFamily="2" charset="-122"/>
              </a:rPr>
              <a:t>$</a:t>
            </a:r>
          </a:p>
        </p:txBody>
      </p:sp>
      <p:sp>
        <p:nvSpPr>
          <p:cNvPr id="24591" name="Text Box 47">
            <a:extLst>
              <a:ext uri="{FF2B5EF4-FFF2-40B4-BE49-F238E27FC236}">
                <a16:creationId xmlns:a16="http://schemas.microsoft.com/office/drawing/2014/main" id="{0F69EB92-1CE1-4FC4-8AE0-BEFCEE1CC1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381000"/>
            <a:ext cx="2057400" cy="812800"/>
          </a:xfrm>
          <a:prstGeom prst="rect">
            <a:avLst/>
          </a:prstGeom>
          <a:noFill/>
          <a:ln w="25400" algn="ctr">
            <a:solidFill>
              <a:srgbClr val="008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ea typeface="宋体" panose="02010600030101010101" pitchFamily="2" charset="-122"/>
              </a:rPr>
              <a:t>I</a:t>
            </a:r>
            <a:r>
              <a:rPr lang="en-US" altLang="zh-CN" sz="2400" b="1" baseline="-25000">
                <a:ea typeface="宋体" panose="02010600030101010101" pitchFamily="2" charset="-122"/>
              </a:rPr>
              <a:t>13</a:t>
            </a:r>
            <a:r>
              <a:rPr lang="en-US" altLang="zh-CN" sz="2400" b="1">
                <a:ea typeface="宋体" panose="02010600030101010101" pitchFamily="2" charset="-122"/>
              </a:rPr>
              <a:t>: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V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i="1">
                <a:ea typeface="宋体" panose="02010600030101010101" pitchFamily="2" charset="-122"/>
              </a:rPr>
              <a:t>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</a:t>
            </a:r>
            <a:r>
              <a:rPr lang="en-US" altLang="zh-CN" sz="2400" b="1">
                <a:ea typeface="宋体" panose="02010600030101010101" pitchFamily="2" charset="-122"/>
              </a:rPr>
              <a:t> </a:t>
            </a:r>
            <a:r>
              <a:rPr lang="en-US" altLang="zh-CN" sz="2400" b="1" i="1">
                <a:ea typeface="宋体" panose="02010600030101010101" pitchFamily="2" charset="-122"/>
              </a:rPr>
              <a:t>E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</a:t>
            </a:r>
            <a:r>
              <a:rPr lang="en-US" altLang="zh-CN" sz="2400" b="1">
                <a:ea typeface="宋体" panose="02010600030101010101" pitchFamily="2" charset="-122"/>
              </a:rPr>
              <a:t> , $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98A66EA-4EFF-1723-5B83-9278E1133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92662-23A3-4BE0-AB71-725D88BE360D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558D189-64B5-3017-0F89-F6B029D17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73A53D-3F09-E4F5-D9CB-BA7F8DAA0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39</a:t>
            </a:fld>
            <a:endParaRPr lang="zh-CN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图片 1">
            <a:extLst>
              <a:ext uri="{FF2B5EF4-FFF2-40B4-BE49-F238E27FC236}">
                <a16:creationId xmlns:a16="http://schemas.microsoft.com/office/drawing/2014/main" id="{F71E6B0D-FB60-41CC-8A55-4E92D4BEDC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8773" y="2249906"/>
            <a:ext cx="6870700" cy="400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3" name="Rectangle 2">
            <a:extLst>
              <a:ext uri="{FF2B5EF4-FFF2-40B4-BE49-F238E27FC236}">
                <a16:creationId xmlns:a16="http://schemas.microsoft.com/office/drawing/2014/main" id="{344842C2-E34C-4F93-93EE-E5EE3C0F46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第三章 作业</a:t>
            </a:r>
            <a:r>
              <a:rPr lang="en-US" altLang="zh-CN" dirty="0"/>
              <a:t>11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E64320A8-6E51-4DBC-A3CB-ECFAF26BED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构造规范</a:t>
            </a:r>
            <a:r>
              <a:rPr lang="en-US" altLang="zh-CN" b="1" dirty="0"/>
              <a:t>LR</a:t>
            </a:r>
            <a:r>
              <a:rPr lang="zh-CN" altLang="en-US" dirty="0"/>
              <a:t>分析表：</a:t>
            </a:r>
          </a:p>
          <a:p>
            <a:pPr lvl="1" eaLnBrk="1" hangingPunct="1"/>
            <a:r>
              <a:rPr lang="zh-CN" altLang="en-US" dirty="0">
                <a:sym typeface="Wingdings" panose="05000000000000000000" pitchFamily="2" charset="2"/>
              </a:rPr>
              <a:t>识别活前缀的</a:t>
            </a:r>
            <a:r>
              <a:rPr lang="en-US" altLang="zh-CN" b="1" dirty="0">
                <a:sym typeface="Wingdings" panose="05000000000000000000" pitchFamily="2" charset="2"/>
              </a:rPr>
              <a:t>DFA</a:t>
            </a:r>
            <a:r>
              <a:rPr lang="zh-CN" altLang="en-US" dirty="0">
                <a:sym typeface="Wingdings" panose="05000000000000000000" pitchFamily="2" charset="2"/>
              </a:rPr>
              <a:t>：</a:t>
            </a:r>
            <a:endParaRPr lang="zh-CN" alt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D2FFBFE-C455-98F7-DA23-274439A7A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6AF03-F9B3-4C58-A2A8-9D8F966BB030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D18C3CD-B37F-78BF-91E6-DC5473329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24A2C7-5A53-9F3E-3AAB-C7849ABE9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40</a:t>
            </a:fld>
            <a:endParaRPr lang="zh-CN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11060DC0-79D7-4B34-BE23-34D40A23DA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第三章 作业</a:t>
            </a:r>
            <a:r>
              <a:rPr lang="en-US" altLang="zh-CN" dirty="0"/>
              <a:t>11</a:t>
            </a:r>
          </a:p>
        </p:txBody>
      </p:sp>
      <p:graphicFrame>
        <p:nvGraphicFramePr>
          <p:cNvPr id="704561" name="Group 49">
            <a:extLst>
              <a:ext uri="{FF2B5EF4-FFF2-40B4-BE49-F238E27FC236}">
                <a16:creationId xmlns:a16="http://schemas.microsoft.com/office/drawing/2014/main" id="{773803CF-E6CA-4C6E-AD3A-19995AA6E1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7271832"/>
              </p:ext>
            </p:extLst>
          </p:nvPr>
        </p:nvGraphicFramePr>
        <p:xfrm>
          <a:off x="628650" y="1257300"/>
          <a:ext cx="7886699" cy="4565653"/>
        </p:xfrm>
        <a:graphic>
          <a:graphicData uri="http://schemas.openxmlformats.org/drawingml/2006/table">
            <a:tbl>
              <a:tblPr/>
              <a:tblGrid>
                <a:gridCol w="1040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16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44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300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状态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黑体" panose="02010609060101010101" pitchFamily="49" charset="-122"/>
                        </a:rPr>
                        <a:t>动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黑体" panose="02010609060101010101" pitchFamily="49" charset="-122"/>
                        </a:rPr>
                        <a:t>作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黑体" panose="02010609060101010101" pitchFamily="49" charset="-122"/>
                        </a:rPr>
                        <a:t>转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黑体" panose="02010609060101010101" pitchFamily="49" charset="-122"/>
                        </a:rPr>
                        <a:t>移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9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=       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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id         $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S     V     E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3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    s4      s5              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1      2     3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6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                           acc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s6                               r5              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9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                             r2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05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     s4       s5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8      7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05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r4                                r4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05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6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     s11     s12       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  10     9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D7A1ED-67D4-AE5E-6F55-EB1A85D73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F1DFF-40AF-44A8-8428-20FF7DDFB7AD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E1419E7-FC09-C6AA-CC59-F9B8766E2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1A0A04-275E-EC77-9425-D5EE09868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41</a:t>
            </a:fld>
            <a:endParaRPr lang="zh-CN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2163BEB1-D923-4B2F-BAC8-24A8FEFD5A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第三章 作业</a:t>
            </a:r>
            <a:r>
              <a:rPr lang="en-US" altLang="zh-CN" dirty="0"/>
              <a:t>11</a:t>
            </a:r>
          </a:p>
        </p:txBody>
      </p:sp>
      <p:graphicFrame>
        <p:nvGraphicFramePr>
          <p:cNvPr id="705593" name="Group 57">
            <a:extLst>
              <a:ext uri="{FF2B5EF4-FFF2-40B4-BE49-F238E27FC236}">
                <a16:creationId xmlns:a16="http://schemas.microsoft.com/office/drawing/2014/main" id="{2D33001D-AF55-40AD-B00A-7A60359BE6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6536372"/>
              </p:ext>
            </p:extLst>
          </p:nvPr>
        </p:nvGraphicFramePr>
        <p:xfrm>
          <a:off x="628650" y="1257300"/>
          <a:ext cx="7886699" cy="4572001"/>
        </p:xfrm>
        <a:graphic>
          <a:graphicData uri="http://schemas.openxmlformats.org/drawingml/2006/table">
            <a:tbl>
              <a:tblPr/>
              <a:tblGrid>
                <a:gridCol w="1040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16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44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300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状态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黑体" panose="02010609060101010101" pitchFamily="49" charset="-122"/>
                        </a:rPr>
                        <a:t>动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黑体" panose="02010609060101010101" pitchFamily="49" charset="-122"/>
                        </a:rPr>
                        <a:t>作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黑体" panose="02010609060101010101" pitchFamily="49" charset="-122"/>
                        </a:rPr>
                        <a:t>转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黑体" panose="02010609060101010101" pitchFamily="49" charset="-122"/>
                        </a:rPr>
                        <a:t>移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9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=       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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id         $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S     V     E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3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7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r3                               r3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7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r5                               r5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                            r1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9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                            r5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89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    s11       s12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10    13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89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                             r4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89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                             r3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13EFBE8-2C00-8B75-91E4-AE53892F9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ECFDB-B809-4EF5-B98D-1FDE55A86270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677A608-E29B-6843-CA66-7527AF432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89DC3F-D247-6059-3438-B67FFF820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42</a:t>
            </a:fld>
            <a:endParaRPr lang="zh-CN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4ADBB4CB-4300-4614-8D5D-C855C298A8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第三章 作业</a:t>
            </a:r>
            <a:r>
              <a:rPr lang="en-US" altLang="zh-CN" dirty="0"/>
              <a:t>12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E3D3BF73-8BAA-4123-A058-A87881785A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257300"/>
            <a:ext cx="7886700" cy="525255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sz="2800" b="1" dirty="0"/>
              <a:t>12. </a:t>
            </a:r>
            <a:r>
              <a:rPr lang="zh-CN" altLang="en-US" sz="2800" dirty="0"/>
              <a:t>下面两个文法中哪个不是</a:t>
            </a:r>
            <a:r>
              <a:rPr lang="en-US" altLang="zh-CN" sz="2800" b="1" dirty="0"/>
              <a:t>LR(1)</a:t>
            </a:r>
            <a:r>
              <a:rPr lang="zh-CN" altLang="en-US" sz="2800" dirty="0"/>
              <a:t>文法？对非</a:t>
            </a:r>
            <a:r>
              <a:rPr lang="en-US" altLang="zh-CN" sz="2800" b="1" dirty="0"/>
              <a:t>LR(1)</a:t>
            </a:r>
            <a:r>
              <a:rPr lang="zh-CN" altLang="en-US" sz="2800" dirty="0"/>
              <a:t>的那个文法，给出那个有移进</a:t>
            </a:r>
            <a:r>
              <a:rPr lang="en-US" altLang="zh-CN" sz="2800" dirty="0"/>
              <a:t>-</a:t>
            </a:r>
            <a:r>
              <a:rPr lang="zh-CN" altLang="en-US" sz="2800" dirty="0"/>
              <a:t>归约冲突的规范</a:t>
            </a:r>
            <a:r>
              <a:rPr lang="en-US" altLang="zh-CN" sz="2800" b="1" dirty="0"/>
              <a:t>LR(1)</a:t>
            </a:r>
            <a:r>
              <a:rPr lang="zh-CN" altLang="en-US" sz="2800" dirty="0"/>
              <a:t>项目集。</a:t>
            </a:r>
            <a:r>
              <a:rPr lang="en-US" altLang="zh-CN" sz="2800" b="1" dirty="0"/>
              <a:t>(P106/3.31)</a:t>
            </a:r>
            <a:endParaRPr lang="zh-CN" altLang="en-US" sz="2800" b="1" dirty="0"/>
          </a:p>
          <a:p>
            <a:pPr lvl="1" eaLnBrk="1" hangingPunct="1"/>
            <a:r>
              <a:rPr lang="zh-CN" altLang="en-US" sz="2400" dirty="0"/>
              <a:t>文法</a:t>
            </a:r>
            <a:r>
              <a:rPr lang="en-US" altLang="zh-CN" sz="2400" dirty="0"/>
              <a:t>1</a:t>
            </a:r>
            <a:r>
              <a:rPr lang="zh-CN" altLang="en-US" sz="2400" dirty="0"/>
              <a:t>： </a:t>
            </a:r>
            <a:r>
              <a:rPr lang="en-US" altLang="zh-CN" sz="2400" b="1" i="1" dirty="0"/>
              <a:t>S</a:t>
            </a:r>
            <a:r>
              <a:rPr lang="en-US" altLang="zh-CN" sz="2400" b="1" dirty="0">
                <a:sym typeface="Symbol" panose="05050102010706020507" pitchFamily="18" charset="2"/>
              </a:rPr>
              <a:t> </a:t>
            </a:r>
            <a:r>
              <a:rPr lang="en-US" altLang="zh-CN" sz="2400" b="1" i="1" dirty="0">
                <a:sym typeface="Symbol" panose="05050102010706020507" pitchFamily="18" charset="2"/>
              </a:rPr>
              <a:t>a </a:t>
            </a:r>
            <a:r>
              <a:rPr lang="en-US" altLang="zh-CN" sz="2400" b="1" i="1" dirty="0" err="1">
                <a:sym typeface="Symbol" panose="05050102010706020507" pitchFamily="18" charset="2"/>
              </a:rPr>
              <a:t>A</a:t>
            </a:r>
            <a:r>
              <a:rPr lang="en-US" altLang="zh-CN" sz="2400" b="1" i="1" dirty="0">
                <a:sym typeface="Symbol" panose="05050102010706020507" pitchFamily="18" charset="2"/>
              </a:rPr>
              <a:t> c</a:t>
            </a:r>
            <a:r>
              <a:rPr lang="en-US" altLang="zh-CN" sz="2400" b="1" dirty="0">
                <a:sym typeface="Symbol" panose="05050102010706020507" pitchFamily="18" charset="2"/>
              </a:rPr>
              <a:t>     </a:t>
            </a:r>
            <a:r>
              <a:rPr lang="en-US" altLang="zh-CN" sz="2400" b="1" i="1" dirty="0">
                <a:sym typeface="Symbol" panose="05050102010706020507" pitchFamily="18" charset="2"/>
              </a:rPr>
              <a:t>A</a:t>
            </a:r>
            <a:r>
              <a:rPr lang="en-US" altLang="zh-CN" sz="2400" b="1" dirty="0">
                <a:sym typeface="Symbol" panose="05050102010706020507" pitchFamily="18" charset="2"/>
              </a:rPr>
              <a:t>  </a:t>
            </a:r>
            <a:r>
              <a:rPr lang="en-US" altLang="zh-CN" sz="2400" b="1" i="1" dirty="0">
                <a:sym typeface="Symbol" panose="05050102010706020507" pitchFamily="18" charset="2"/>
              </a:rPr>
              <a:t>A b </a:t>
            </a:r>
            <a:r>
              <a:rPr lang="en-US" altLang="zh-CN" sz="2400" b="1" i="1" dirty="0" err="1">
                <a:sym typeface="Symbol" panose="05050102010706020507" pitchFamily="18" charset="2"/>
              </a:rPr>
              <a:t>b</a:t>
            </a:r>
            <a:r>
              <a:rPr lang="en-US" altLang="zh-CN" sz="2400" b="1" dirty="0">
                <a:sym typeface="Symbol" panose="05050102010706020507" pitchFamily="18" charset="2"/>
              </a:rPr>
              <a:t> | </a:t>
            </a:r>
            <a:r>
              <a:rPr lang="en-US" altLang="zh-CN" sz="2400" b="1" i="1" dirty="0">
                <a:sym typeface="Symbol" panose="05050102010706020507" pitchFamily="18" charset="2"/>
              </a:rPr>
              <a:t>b</a:t>
            </a:r>
          </a:p>
          <a:p>
            <a:pPr lvl="1" eaLnBrk="1" hangingPunct="1"/>
            <a:r>
              <a:rPr lang="zh-CN" altLang="en-US" sz="2400" dirty="0">
                <a:sym typeface="Symbol" panose="05050102010706020507" pitchFamily="18" charset="2"/>
              </a:rPr>
              <a:t>文法</a:t>
            </a:r>
            <a:r>
              <a:rPr lang="en-US" altLang="zh-CN" sz="2400" dirty="0">
                <a:sym typeface="Symbol" panose="05050102010706020507" pitchFamily="18" charset="2"/>
              </a:rPr>
              <a:t>2</a:t>
            </a:r>
            <a:r>
              <a:rPr lang="zh-CN" altLang="en-US" sz="2400" dirty="0">
                <a:sym typeface="Symbol" panose="05050102010706020507" pitchFamily="18" charset="2"/>
              </a:rPr>
              <a:t>： </a:t>
            </a:r>
            <a:r>
              <a:rPr lang="en-US" altLang="zh-CN" sz="2400" b="1" i="1" dirty="0"/>
              <a:t>S</a:t>
            </a:r>
            <a:r>
              <a:rPr lang="en-US" altLang="zh-CN" sz="2400" b="1" dirty="0">
                <a:sym typeface="Symbol" panose="05050102010706020507" pitchFamily="18" charset="2"/>
              </a:rPr>
              <a:t> </a:t>
            </a:r>
            <a:r>
              <a:rPr lang="en-US" altLang="zh-CN" sz="2400" b="1" i="1" dirty="0">
                <a:sym typeface="Symbol" panose="05050102010706020507" pitchFamily="18" charset="2"/>
              </a:rPr>
              <a:t>a </a:t>
            </a:r>
            <a:r>
              <a:rPr lang="en-US" altLang="zh-CN" sz="2400" b="1" i="1" dirty="0" err="1">
                <a:sym typeface="Symbol" panose="05050102010706020507" pitchFamily="18" charset="2"/>
              </a:rPr>
              <a:t>A</a:t>
            </a:r>
            <a:r>
              <a:rPr lang="en-US" altLang="zh-CN" sz="2400" b="1" i="1" dirty="0">
                <a:sym typeface="Symbol" panose="05050102010706020507" pitchFamily="18" charset="2"/>
              </a:rPr>
              <a:t> c</a:t>
            </a:r>
            <a:r>
              <a:rPr lang="en-US" altLang="zh-CN" sz="2400" b="1" dirty="0">
                <a:sym typeface="Symbol" panose="05050102010706020507" pitchFamily="18" charset="2"/>
              </a:rPr>
              <a:t>    </a:t>
            </a:r>
            <a:r>
              <a:rPr lang="en-US" altLang="zh-CN" sz="2400" b="1" i="1" dirty="0">
                <a:sym typeface="Symbol" panose="05050102010706020507" pitchFamily="18" charset="2"/>
              </a:rPr>
              <a:t>A </a:t>
            </a:r>
            <a:r>
              <a:rPr lang="en-US" altLang="zh-CN" sz="2400" b="1" dirty="0">
                <a:sym typeface="Symbol" panose="05050102010706020507" pitchFamily="18" charset="2"/>
              </a:rPr>
              <a:t> </a:t>
            </a:r>
            <a:r>
              <a:rPr lang="en-US" altLang="zh-CN" sz="2400" b="1" i="1" dirty="0">
                <a:sym typeface="Symbol" panose="05050102010706020507" pitchFamily="18" charset="2"/>
              </a:rPr>
              <a:t>b A b</a:t>
            </a:r>
            <a:r>
              <a:rPr lang="en-US" altLang="zh-CN" sz="2400" b="1" dirty="0">
                <a:sym typeface="Symbol" panose="05050102010706020507" pitchFamily="18" charset="2"/>
              </a:rPr>
              <a:t> | </a:t>
            </a:r>
            <a:r>
              <a:rPr lang="en-US" altLang="zh-CN" sz="2400" b="1" i="1" dirty="0">
                <a:sym typeface="Symbol" panose="05050102010706020507" pitchFamily="18" charset="2"/>
              </a:rPr>
              <a:t>b</a:t>
            </a:r>
          </a:p>
          <a:p>
            <a:pPr eaLnBrk="1" hangingPunct="1"/>
            <a:r>
              <a:rPr lang="zh-CN" altLang="en-US" sz="2800" dirty="0"/>
              <a:t>思路：考虑该语言的形式：</a:t>
            </a:r>
            <a:r>
              <a:rPr lang="en-US" altLang="zh-CN" sz="2800" b="1" i="1" dirty="0"/>
              <a:t>abb…</a:t>
            </a:r>
            <a:r>
              <a:rPr lang="en-US" altLang="zh-CN" sz="2800" b="1" i="1" dirty="0" err="1"/>
              <a:t>bc</a:t>
            </a:r>
            <a:r>
              <a:rPr lang="zh-CN" altLang="en-US" sz="2800" dirty="0"/>
              <a:t>，两种不同的文法表示了归约</a:t>
            </a:r>
            <a:r>
              <a:rPr lang="en-US" altLang="zh-CN" sz="2800" b="1" i="1" dirty="0"/>
              <a:t>b</a:t>
            </a:r>
            <a:r>
              <a:rPr lang="zh-CN" altLang="en-US" sz="2800" dirty="0"/>
              <a:t>的不同方式。</a:t>
            </a:r>
          </a:p>
          <a:p>
            <a:pPr lvl="1" eaLnBrk="1" hangingPunct="1"/>
            <a:r>
              <a:rPr lang="zh-CN" altLang="en-US" sz="2400" dirty="0"/>
              <a:t>文法</a:t>
            </a:r>
            <a:r>
              <a:rPr lang="en-US" altLang="zh-CN" sz="2400" dirty="0"/>
              <a:t>2</a:t>
            </a:r>
            <a:r>
              <a:rPr lang="zh-CN" altLang="en-US" sz="2400" dirty="0"/>
              <a:t>是非</a:t>
            </a:r>
            <a:r>
              <a:rPr lang="en-US" altLang="zh-CN" sz="2400" b="1" dirty="0"/>
              <a:t>LR(1)</a:t>
            </a:r>
            <a:r>
              <a:rPr lang="zh-CN" altLang="en-US" sz="2400" dirty="0"/>
              <a:t>的。</a:t>
            </a:r>
          </a:p>
          <a:p>
            <a:pPr lvl="1" eaLnBrk="1" hangingPunct="1"/>
            <a:r>
              <a:rPr lang="zh-CN" altLang="en-US" sz="2400" dirty="0"/>
              <a:t>如果句子不止一个</a:t>
            </a:r>
            <a:r>
              <a:rPr lang="en-US" altLang="zh-CN" sz="2400" b="1" i="1" dirty="0"/>
              <a:t>b</a:t>
            </a:r>
            <a:r>
              <a:rPr lang="zh-CN" altLang="en-US" sz="2400" dirty="0"/>
              <a:t>，则移进</a:t>
            </a:r>
            <a:r>
              <a:rPr lang="en-US" altLang="zh-CN" sz="2400" dirty="0"/>
              <a:t>-</a:t>
            </a:r>
            <a:r>
              <a:rPr lang="zh-CN" altLang="en-US" sz="2400" dirty="0"/>
              <a:t>归约冲突出现在第二个</a:t>
            </a:r>
            <a:r>
              <a:rPr lang="en-US" altLang="zh-CN" sz="2400" b="1" i="1" dirty="0"/>
              <a:t>b</a:t>
            </a:r>
            <a:r>
              <a:rPr lang="zh-CN" altLang="en-US" sz="2400" dirty="0"/>
              <a:t>入栈后，而输入仍然是</a:t>
            </a:r>
            <a:r>
              <a:rPr lang="en-US" altLang="zh-CN" sz="2400" b="1" i="1" dirty="0"/>
              <a:t>b</a:t>
            </a:r>
            <a:r>
              <a:rPr lang="zh-CN" altLang="en-US" sz="2400" dirty="0"/>
              <a:t>的情况下，此时不知道应该移进下一个</a:t>
            </a:r>
            <a:r>
              <a:rPr lang="en-US" altLang="zh-CN" sz="2400" b="1" i="1" dirty="0"/>
              <a:t>b</a:t>
            </a:r>
            <a:r>
              <a:rPr lang="zh-CN" altLang="en-US" sz="2400" dirty="0"/>
              <a:t>还是将栈中的</a:t>
            </a:r>
            <a:r>
              <a:rPr lang="en-US" altLang="zh-CN" sz="2400" b="1" i="1" dirty="0"/>
              <a:t>b</a:t>
            </a:r>
            <a:r>
              <a:rPr lang="zh-CN" altLang="en-US" sz="2400" dirty="0"/>
              <a:t>归约为</a:t>
            </a:r>
            <a:r>
              <a:rPr lang="en-US" altLang="zh-CN" sz="2400" b="1" i="1" dirty="0"/>
              <a:t>A</a:t>
            </a:r>
          </a:p>
          <a:p>
            <a:pPr lvl="1" eaLnBrk="1" hangingPunct="1"/>
            <a:r>
              <a:rPr lang="zh-CN" altLang="en-US" sz="2400" dirty="0"/>
              <a:t>写</a:t>
            </a:r>
            <a:r>
              <a:rPr lang="en-US" altLang="zh-CN" sz="2400" b="1" dirty="0"/>
              <a:t>LR(1)</a:t>
            </a:r>
            <a:r>
              <a:rPr lang="zh-CN" altLang="en-US" sz="2400" dirty="0"/>
              <a:t>项目集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058E4A8-EBB2-3B1A-A8DC-442245762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A07E8-15BE-4534-8BFF-CEDBE70633AE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C03C179-023E-3E84-20FD-617B77D0F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CD6651-6FC5-D877-C1A7-EDB817BBF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43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311EB746-44F1-4EF9-9DA8-1F87A35F3B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第三章 作业</a:t>
            </a:r>
            <a:r>
              <a:rPr lang="en-US" altLang="zh-CN" dirty="0"/>
              <a:t>12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9A1AA256-5DA5-419F-813E-EF3D13495D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写</a:t>
            </a:r>
            <a:r>
              <a:rPr lang="en-US" altLang="zh-CN" b="1" dirty="0"/>
              <a:t>LR(1)</a:t>
            </a:r>
            <a:r>
              <a:rPr lang="zh-CN" altLang="en-US" dirty="0"/>
              <a:t>项目集：</a:t>
            </a:r>
          </a:p>
          <a:p>
            <a:pPr lvl="1" eaLnBrk="1" hangingPunct="1"/>
            <a:r>
              <a:rPr lang="zh-CN" altLang="en-US" dirty="0"/>
              <a:t>拓广文法：</a:t>
            </a:r>
          </a:p>
          <a:p>
            <a:pPr lvl="1" eaLnBrk="1" hangingPunct="1"/>
            <a:endParaRPr lang="zh-CN" altLang="en-US" dirty="0"/>
          </a:p>
          <a:p>
            <a:pPr lvl="1" eaLnBrk="1" hangingPunct="1"/>
            <a:endParaRPr lang="zh-CN" altLang="en-US" dirty="0"/>
          </a:p>
          <a:p>
            <a:pPr lvl="1" eaLnBrk="1" hangingPunct="1"/>
            <a:endParaRPr lang="en-US" altLang="zh-CN" b="1" dirty="0"/>
          </a:p>
          <a:p>
            <a:pPr lvl="1" eaLnBrk="1" hangingPunct="1"/>
            <a:r>
              <a:rPr lang="en-US" altLang="zh-CN" b="1" dirty="0"/>
              <a:t>LR(1)</a:t>
            </a:r>
            <a:r>
              <a:rPr lang="zh-CN" altLang="en-US" dirty="0"/>
              <a:t>项目集	</a:t>
            </a:r>
            <a:endParaRPr lang="zh-CN" altLang="en-US" b="1" i="1" dirty="0">
              <a:sym typeface="Symbol" panose="05050102010706020507" pitchFamily="18" charset="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zh-CN" b="1" i="1" dirty="0">
              <a:sym typeface="Symbol" panose="05050102010706020507" pitchFamily="18" charset="2"/>
            </a:endParaRPr>
          </a:p>
        </p:txBody>
      </p:sp>
      <p:sp>
        <p:nvSpPr>
          <p:cNvPr id="29700" name="Text Box 4">
            <a:extLst>
              <a:ext uri="{FF2B5EF4-FFF2-40B4-BE49-F238E27FC236}">
                <a16:creationId xmlns:a16="http://schemas.microsoft.com/office/drawing/2014/main" id="{8F9AB247-3CC0-47D3-8451-7EF82FBB70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3314" y="1823234"/>
            <a:ext cx="1785937" cy="1781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4000" tIns="28800" rIns="54000" bIns="28800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None/>
            </a:pPr>
            <a:r>
              <a:rPr lang="en-US" altLang="zh-CN" sz="2800" b="1" i="1" dirty="0">
                <a:ea typeface="宋体" panose="02010600030101010101" pitchFamily="2" charset="-122"/>
              </a:rPr>
              <a:t>S</a:t>
            </a: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</a:t>
            </a:r>
            <a:r>
              <a:rPr lang="en-US" altLang="zh-CN" sz="2800" b="1" i="1" dirty="0"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</a:p>
          <a:p>
            <a:pPr algn="just">
              <a:spcBef>
                <a:spcPct val="0"/>
              </a:spcBef>
              <a:buClrTx/>
              <a:buSzTx/>
              <a:buNone/>
            </a:pPr>
            <a:r>
              <a:rPr lang="en-US" altLang="zh-CN" sz="2800" b="1" i="1" dirty="0" err="1"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sz="2800" b="1" dirty="0" err="1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800" b="1" i="1" dirty="0" err="1">
                <a:ea typeface="宋体" panose="02010600030101010101" pitchFamily="2" charset="-122"/>
                <a:sym typeface="Symbol" panose="05050102010706020507" pitchFamily="18" charset="2"/>
              </a:rPr>
              <a:t>aAc</a:t>
            </a:r>
            <a:endParaRPr lang="en-US" altLang="zh-CN" sz="2800" b="1" i="1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just">
              <a:spcBef>
                <a:spcPct val="0"/>
              </a:spcBef>
              <a:buClrTx/>
              <a:buSzTx/>
              <a:buNone/>
            </a:pPr>
            <a:r>
              <a:rPr lang="en-US" altLang="zh-CN" sz="2800" b="1" i="1" dirty="0" err="1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800" b="1" dirty="0" err="1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800" b="1" i="1" dirty="0" err="1">
                <a:ea typeface="宋体" panose="02010600030101010101" pitchFamily="2" charset="-122"/>
                <a:sym typeface="Symbol" panose="05050102010706020507" pitchFamily="18" charset="2"/>
              </a:rPr>
              <a:t>bAb</a:t>
            </a:r>
            <a:endParaRPr lang="en-US" altLang="zh-CN" sz="2800" b="1" i="1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just">
              <a:spcBef>
                <a:spcPct val="0"/>
              </a:spcBef>
              <a:buClrTx/>
              <a:buSzTx/>
              <a:buNone/>
            </a:pPr>
            <a:r>
              <a:rPr lang="en-US" altLang="zh-CN" sz="2800" b="1" i="1" dirty="0" err="1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800" b="1" dirty="0" err="1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800" b="1" i="1" dirty="0" err="1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endParaRPr lang="en-US" altLang="zh-CN" sz="2800" b="1" i="1" dirty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9701" name="Text Box 5">
            <a:extLst>
              <a:ext uri="{FF2B5EF4-FFF2-40B4-BE49-F238E27FC236}">
                <a16:creationId xmlns:a16="http://schemas.microsoft.com/office/drawing/2014/main" id="{626B5AEC-784C-4FB9-99AF-628C3DFBEE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" y="4454238"/>
            <a:ext cx="1828800" cy="1177925"/>
          </a:xfrm>
          <a:prstGeom prst="rect">
            <a:avLst/>
          </a:prstGeom>
          <a:noFill/>
          <a:ln w="254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28800" rIns="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>
                <a:ea typeface="宋体" panose="02010600030101010101" pitchFamily="2" charset="-122"/>
              </a:rPr>
              <a:t>I</a:t>
            </a:r>
            <a:r>
              <a:rPr lang="en-US" altLang="zh-CN" sz="2400" baseline="-25000">
                <a:ea typeface="宋体" panose="02010600030101010101" pitchFamily="2" charset="-122"/>
              </a:rPr>
              <a:t>0</a:t>
            </a:r>
            <a:r>
              <a:rPr lang="en-US" altLang="zh-CN" sz="2400" i="1">
                <a:ea typeface="宋体" panose="02010600030101010101" pitchFamily="2" charset="-122"/>
              </a:rPr>
              <a:t> </a:t>
            </a:r>
            <a:r>
              <a:rPr lang="en-US" altLang="zh-CN" sz="2400">
                <a:ea typeface="宋体" panose="02010600030101010101" pitchFamily="2" charset="-122"/>
              </a:rPr>
              <a:t>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>
                <a:ea typeface="宋体" panose="02010600030101010101" pitchFamily="2" charset="-122"/>
              </a:rPr>
              <a:t>S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</a:t>
            </a: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, $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</a:t>
            </a: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aAc 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, $</a:t>
            </a:r>
            <a:endParaRPr lang="en-US" altLang="zh-CN" sz="2400" i="1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9702" name="Text Box 6">
            <a:extLst>
              <a:ext uri="{FF2B5EF4-FFF2-40B4-BE49-F238E27FC236}">
                <a16:creationId xmlns:a16="http://schemas.microsoft.com/office/drawing/2014/main" id="{E3093B61-1170-4706-BFA0-F277FE0EB1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2700" y="4530438"/>
            <a:ext cx="1585913" cy="1543050"/>
          </a:xfrm>
          <a:prstGeom prst="rect">
            <a:avLst/>
          </a:prstGeom>
          <a:noFill/>
          <a:ln w="254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>
                <a:ea typeface="宋体" panose="02010600030101010101" pitchFamily="2" charset="-122"/>
              </a:rPr>
              <a:t>I</a:t>
            </a:r>
            <a:r>
              <a:rPr lang="en-US" altLang="zh-CN" sz="2400" baseline="-25000">
                <a:ea typeface="宋体" panose="02010600030101010101" pitchFamily="2" charset="-122"/>
              </a:rPr>
              <a:t>2</a:t>
            </a:r>
            <a:r>
              <a:rPr lang="en-US" altLang="zh-CN" sz="2400" i="1">
                <a:ea typeface="宋体" panose="02010600030101010101" pitchFamily="2" charset="-122"/>
              </a:rPr>
              <a:t> </a:t>
            </a:r>
            <a:r>
              <a:rPr lang="en-US" altLang="zh-CN" sz="2400">
                <a:ea typeface="宋体" panose="02010600030101010101" pitchFamily="2" charset="-122"/>
              </a:rPr>
              <a:t>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</a:t>
            </a: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Ac 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, $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 </a:t>
            </a: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bAb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 </a:t>
            </a: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b 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</a:p>
        </p:txBody>
      </p:sp>
      <p:sp>
        <p:nvSpPr>
          <p:cNvPr id="29703" name="Text Box 8">
            <a:extLst>
              <a:ext uri="{FF2B5EF4-FFF2-40B4-BE49-F238E27FC236}">
                <a16:creationId xmlns:a16="http://schemas.microsoft.com/office/drawing/2014/main" id="{8DEE727A-0B1C-4A6D-A06D-885D504CA1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3900" y="4530438"/>
            <a:ext cx="1738313" cy="1908175"/>
          </a:xfrm>
          <a:prstGeom prst="rect">
            <a:avLst/>
          </a:prstGeom>
          <a:noFill/>
          <a:ln w="254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>
                <a:ea typeface="宋体" panose="02010600030101010101" pitchFamily="2" charset="-122"/>
              </a:rPr>
              <a:t>I</a:t>
            </a:r>
            <a:r>
              <a:rPr lang="en-US" altLang="zh-CN" sz="2400" baseline="-25000">
                <a:ea typeface="宋体" panose="02010600030101010101" pitchFamily="2" charset="-122"/>
              </a:rPr>
              <a:t>4</a:t>
            </a:r>
            <a:r>
              <a:rPr lang="en-US" altLang="zh-CN" sz="2400" i="1">
                <a:ea typeface="宋体" panose="02010600030101010101" pitchFamily="2" charset="-122"/>
              </a:rPr>
              <a:t> </a:t>
            </a:r>
            <a:r>
              <a:rPr lang="en-US" altLang="zh-CN" sz="2400">
                <a:ea typeface="宋体" panose="02010600030101010101" pitchFamily="2" charset="-122"/>
              </a:rPr>
              <a:t>: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b 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 </a:t>
            </a: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Ab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b 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, </a:t>
            </a: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 </a:t>
            </a: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bAb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 </a:t>
            </a: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b 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</a:p>
        </p:txBody>
      </p:sp>
      <p:sp>
        <p:nvSpPr>
          <p:cNvPr id="29704" name="Text Box 9">
            <a:extLst>
              <a:ext uri="{FF2B5EF4-FFF2-40B4-BE49-F238E27FC236}">
                <a16:creationId xmlns:a16="http://schemas.microsoft.com/office/drawing/2014/main" id="{A35A4A35-6B47-4FC2-8A5D-A135B59AB3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3388" y="4530438"/>
            <a:ext cx="1755775" cy="1908175"/>
          </a:xfrm>
          <a:prstGeom prst="rect">
            <a:avLst/>
          </a:prstGeom>
          <a:noFill/>
          <a:ln w="254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>
                <a:ea typeface="宋体" panose="02010600030101010101" pitchFamily="2" charset="-122"/>
              </a:rPr>
              <a:t>I</a:t>
            </a:r>
            <a:r>
              <a:rPr lang="en-US" altLang="zh-CN" sz="2400" baseline="-25000">
                <a:ea typeface="宋体" panose="02010600030101010101" pitchFamily="2" charset="-122"/>
              </a:rPr>
              <a:t>6</a:t>
            </a:r>
            <a:r>
              <a:rPr lang="en-US" altLang="zh-CN" sz="2400" i="1">
                <a:ea typeface="宋体" panose="02010600030101010101" pitchFamily="2" charset="-122"/>
              </a:rPr>
              <a:t> </a:t>
            </a:r>
            <a:r>
              <a:rPr lang="en-US" altLang="zh-CN" sz="2400">
                <a:ea typeface="宋体" panose="02010600030101010101" pitchFamily="2" charset="-122"/>
              </a:rPr>
              <a:t>: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b 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 </a:t>
            </a: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Ab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b 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, </a:t>
            </a: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 </a:t>
            </a: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bAb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 </a:t>
            </a: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b 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</a:p>
        </p:txBody>
      </p:sp>
      <p:sp>
        <p:nvSpPr>
          <p:cNvPr id="29705" name="Line 11">
            <a:extLst>
              <a:ext uri="{FF2B5EF4-FFF2-40B4-BE49-F238E27FC236}">
                <a16:creationId xmlns:a16="http://schemas.microsoft.com/office/drawing/2014/main" id="{AE912386-F7B1-460D-88AF-71A1291FD570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00" y="5063838"/>
            <a:ext cx="4572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4000" tIns="28800" rIns="54000" bIns="28800"/>
          <a:lstStyle/>
          <a:p>
            <a:endParaRPr lang="zh-CN" altLang="en-US"/>
          </a:p>
        </p:txBody>
      </p:sp>
      <p:sp>
        <p:nvSpPr>
          <p:cNvPr id="29706" name="Line 12">
            <a:extLst>
              <a:ext uri="{FF2B5EF4-FFF2-40B4-BE49-F238E27FC236}">
                <a16:creationId xmlns:a16="http://schemas.microsoft.com/office/drawing/2014/main" id="{FC2CAE69-6EB8-4FFA-A03B-12B3478A7830}"/>
              </a:ext>
            </a:extLst>
          </p:cNvPr>
          <p:cNvSpPr>
            <a:spLocks noChangeShapeType="1"/>
          </p:cNvSpPr>
          <p:nvPr/>
        </p:nvSpPr>
        <p:spPr bwMode="auto">
          <a:xfrm>
            <a:off x="4152900" y="4987638"/>
            <a:ext cx="3810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4000" tIns="28800" rIns="54000" bIns="28800"/>
          <a:lstStyle/>
          <a:p>
            <a:endParaRPr lang="zh-CN" altLang="en-US"/>
          </a:p>
        </p:txBody>
      </p:sp>
      <p:sp>
        <p:nvSpPr>
          <p:cNvPr id="29707" name="Line 13">
            <a:extLst>
              <a:ext uri="{FF2B5EF4-FFF2-40B4-BE49-F238E27FC236}">
                <a16:creationId xmlns:a16="http://schemas.microsoft.com/office/drawing/2014/main" id="{CC7A398D-25F0-4390-ABD6-9CE71DB6705A}"/>
              </a:ext>
            </a:extLst>
          </p:cNvPr>
          <p:cNvSpPr>
            <a:spLocks noChangeShapeType="1"/>
          </p:cNvSpPr>
          <p:nvPr/>
        </p:nvSpPr>
        <p:spPr bwMode="auto">
          <a:xfrm>
            <a:off x="6286500" y="4987638"/>
            <a:ext cx="4572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4000" tIns="28800" rIns="54000" bIns="28800"/>
          <a:lstStyle/>
          <a:p>
            <a:endParaRPr lang="zh-CN" altLang="en-US"/>
          </a:p>
        </p:txBody>
      </p:sp>
      <p:sp>
        <p:nvSpPr>
          <p:cNvPr id="29708" name="Freeform 14">
            <a:extLst>
              <a:ext uri="{FF2B5EF4-FFF2-40B4-BE49-F238E27FC236}">
                <a16:creationId xmlns:a16="http://schemas.microsoft.com/office/drawing/2014/main" id="{A3BED425-44D9-4132-B462-493DA5C90606}"/>
              </a:ext>
            </a:extLst>
          </p:cNvPr>
          <p:cNvSpPr>
            <a:spLocks/>
          </p:cNvSpPr>
          <p:nvPr/>
        </p:nvSpPr>
        <p:spPr bwMode="auto">
          <a:xfrm>
            <a:off x="8496300" y="4162138"/>
            <a:ext cx="533400" cy="863600"/>
          </a:xfrm>
          <a:custGeom>
            <a:avLst/>
            <a:gdLst>
              <a:gd name="T0" fmla="*/ 2147483646 w 384"/>
              <a:gd name="T1" fmla="*/ 2147483646 h 544"/>
              <a:gd name="T2" fmla="*/ 2147483646 w 384"/>
              <a:gd name="T3" fmla="*/ 2147483646 h 544"/>
              <a:gd name="T4" fmla="*/ 2147483646 w 384"/>
              <a:gd name="T5" fmla="*/ 2147483646 h 544"/>
              <a:gd name="T6" fmla="*/ 2147483646 w 384"/>
              <a:gd name="T7" fmla="*/ 2147483646 h 544"/>
              <a:gd name="T8" fmla="*/ 2147483646 w 384"/>
              <a:gd name="T9" fmla="*/ 2147483646 h 544"/>
              <a:gd name="T10" fmla="*/ 0 w 384"/>
              <a:gd name="T11" fmla="*/ 2147483646 h 54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84"/>
              <a:gd name="T19" fmla="*/ 0 h 544"/>
              <a:gd name="T20" fmla="*/ 384 w 384"/>
              <a:gd name="T21" fmla="*/ 544 h 54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84" h="544">
                <a:moveTo>
                  <a:pt x="48" y="424"/>
                </a:moveTo>
                <a:cubicBezTo>
                  <a:pt x="140" y="484"/>
                  <a:pt x="232" y="544"/>
                  <a:pt x="288" y="520"/>
                </a:cubicBezTo>
                <a:cubicBezTo>
                  <a:pt x="344" y="496"/>
                  <a:pt x="384" y="360"/>
                  <a:pt x="384" y="280"/>
                </a:cubicBezTo>
                <a:cubicBezTo>
                  <a:pt x="384" y="200"/>
                  <a:pt x="344" y="80"/>
                  <a:pt x="288" y="40"/>
                </a:cubicBezTo>
                <a:cubicBezTo>
                  <a:pt x="232" y="0"/>
                  <a:pt x="96" y="8"/>
                  <a:pt x="48" y="40"/>
                </a:cubicBezTo>
                <a:cubicBezTo>
                  <a:pt x="0" y="72"/>
                  <a:pt x="0" y="152"/>
                  <a:pt x="0" y="232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54000" tIns="28800" rIns="54000" bIns="28800"/>
          <a:lstStyle/>
          <a:p>
            <a:endParaRPr lang="zh-CN" altLang="en-US"/>
          </a:p>
        </p:txBody>
      </p:sp>
      <p:sp>
        <p:nvSpPr>
          <p:cNvPr id="29709" name="Text Box 15">
            <a:extLst>
              <a:ext uri="{FF2B5EF4-FFF2-40B4-BE49-F238E27FC236}">
                <a16:creationId xmlns:a16="http://schemas.microsoft.com/office/drawing/2014/main" id="{7A09665A-D096-4D2D-8EF5-BE9C66F51F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3925" y="4565363"/>
            <a:ext cx="26035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29710" name="Text Box 16">
            <a:extLst>
              <a:ext uri="{FF2B5EF4-FFF2-40B4-BE49-F238E27FC236}">
                <a16:creationId xmlns:a16="http://schemas.microsoft.com/office/drawing/2014/main" id="{430778B6-E5BE-4173-868E-757326350C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9100" y="4530438"/>
            <a:ext cx="26035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29711" name="Text Box 17">
            <a:extLst>
              <a:ext uri="{FF2B5EF4-FFF2-40B4-BE49-F238E27FC236}">
                <a16:creationId xmlns:a16="http://schemas.microsoft.com/office/drawing/2014/main" id="{DA56F35B-B98D-4888-9E99-0C810AD061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2700" y="4565363"/>
            <a:ext cx="26035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29712" name="Text Box 18">
            <a:extLst>
              <a:ext uri="{FF2B5EF4-FFF2-40B4-BE49-F238E27FC236}">
                <a16:creationId xmlns:a16="http://schemas.microsoft.com/office/drawing/2014/main" id="{BE0C7124-E5F5-4168-AA30-A488719C27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8700" y="3844638"/>
            <a:ext cx="26035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29713" name="Text Box 20">
            <a:extLst>
              <a:ext uri="{FF2B5EF4-FFF2-40B4-BE49-F238E27FC236}">
                <a16:creationId xmlns:a16="http://schemas.microsoft.com/office/drawing/2014/main" id="{9DC60B3B-E17C-4F0F-A87E-B22271C689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7075" y="1825464"/>
            <a:ext cx="3101975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0" dirty="0">
                <a:solidFill>
                  <a:srgbClr val="FF0000"/>
                </a:solidFill>
                <a:latin typeface="黑体" panose="02010609060101010101" pitchFamily="49" charset="-122"/>
              </a:rPr>
              <a:t>有冲突的项目集为</a:t>
            </a:r>
            <a:r>
              <a:rPr lang="en-US" altLang="zh-CN" sz="2400" i="1" dirty="0">
                <a:solidFill>
                  <a:srgbClr val="FF0000"/>
                </a:solidFill>
              </a:rPr>
              <a:t>I</a:t>
            </a:r>
            <a:r>
              <a:rPr lang="en-US" altLang="zh-CN" sz="2400" baseline="-25000" dirty="0">
                <a:solidFill>
                  <a:srgbClr val="FF0000"/>
                </a:solidFill>
              </a:rPr>
              <a:t>6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</a:rPr>
              <a:t>，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0" dirty="0">
                <a:solidFill>
                  <a:srgbClr val="FF0000"/>
                </a:solidFill>
                <a:latin typeface="黑体" panose="02010609060101010101" pitchFamily="49" charset="-122"/>
              </a:rPr>
              <a:t>输入遇到</a:t>
            </a:r>
            <a:r>
              <a:rPr lang="en-US" altLang="zh-CN" sz="2400" i="1" dirty="0">
                <a:solidFill>
                  <a:srgbClr val="FF0000"/>
                </a:solidFill>
              </a:rPr>
              <a:t>b</a:t>
            </a:r>
            <a:r>
              <a:rPr lang="zh-CN" altLang="en-US" sz="2400" b="0" dirty="0">
                <a:solidFill>
                  <a:srgbClr val="FF0000"/>
                </a:solidFill>
                <a:latin typeface="黑体" panose="02010609060101010101" pitchFamily="49" charset="-122"/>
              </a:rPr>
              <a:t>时出现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0" dirty="0">
                <a:solidFill>
                  <a:srgbClr val="FF0000"/>
                </a:solidFill>
                <a:latin typeface="黑体" panose="02010609060101010101" pitchFamily="49" charset="-122"/>
              </a:rPr>
              <a:t>移进</a:t>
            </a:r>
            <a:r>
              <a:rPr lang="en-US" altLang="zh-CN" sz="2400" b="0" dirty="0">
                <a:solidFill>
                  <a:srgbClr val="FF0000"/>
                </a:solidFill>
                <a:latin typeface="黑体" panose="02010609060101010101" pitchFamily="49" charset="-122"/>
              </a:rPr>
              <a:t>-</a:t>
            </a:r>
            <a:r>
              <a:rPr lang="zh-CN" altLang="en-US" sz="2400" b="0" dirty="0">
                <a:solidFill>
                  <a:srgbClr val="FF0000"/>
                </a:solidFill>
                <a:latin typeface="黑体" panose="02010609060101010101" pitchFamily="49" charset="-122"/>
              </a:rPr>
              <a:t>归约冲突。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0" dirty="0">
              <a:solidFill>
                <a:srgbClr val="FF0000"/>
              </a:solidFill>
              <a:latin typeface="黑体" panose="02010609060101010101" pitchFamily="49" charset="-12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0" dirty="0">
                <a:solidFill>
                  <a:srgbClr val="FF0000"/>
                </a:solidFill>
              </a:rPr>
              <a:t>注意：</a:t>
            </a:r>
            <a:r>
              <a:rPr lang="en-US" altLang="zh-CN" sz="2400" i="1" dirty="0">
                <a:solidFill>
                  <a:srgbClr val="FF0000"/>
                </a:solidFill>
              </a:rPr>
              <a:t>I</a:t>
            </a:r>
            <a:r>
              <a:rPr lang="en-US" altLang="zh-CN" sz="2400" baseline="-25000" dirty="0">
                <a:solidFill>
                  <a:srgbClr val="FF0000"/>
                </a:solidFill>
              </a:rPr>
              <a:t>4</a:t>
            </a:r>
            <a:r>
              <a:rPr lang="zh-CN" altLang="en-US" sz="2400" b="0" dirty="0">
                <a:solidFill>
                  <a:srgbClr val="FF0000"/>
                </a:solidFill>
                <a:latin typeface="黑体" panose="02010609060101010101" pitchFamily="49" charset="-122"/>
              </a:rPr>
              <a:t>没有冲突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73186EE-FBD4-3BD0-B8D0-2C1E228EB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CFD62-C014-467C-81BD-5381114A116E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062032B-4478-7BF9-49F9-640C05C05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A178AB-FD9F-AEDE-B97A-E9DC01CE7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44</a:t>
            </a:fld>
            <a:endParaRPr lang="zh-CN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2DE8EBB8-D22E-4893-9775-7EC54A35A4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第三章 作业</a:t>
            </a:r>
            <a:r>
              <a:rPr lang="en-US" altLang="zh-CN" dirty="0"/>
              <a:t>13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8CE95773-160D-4A5F-A9A2-7881C632B3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257300"/>
            <a:ext cx="7886700" cy="5371564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/>
              <a:t>13. </a:t>
            </a:r>
            <a:r>
              <a:rPr lang="zh-CN" altLang="en-US" sz="2400" dirty="0"/>
              <a:t>证明下列文法是</a:t>
            </a:r>
            <a:r>
              <a:rPr lang="en-US" altLang="zh-CN" sz="2400" b="1" dirty="0"/>
              <a:t>LR(1)</a:t>
            </a:r>
            <a:r>
              <a:rPr lang="zh-CN" altLang="en-US" sz="2400" dirty="0"/>
              <a:t>文法，但不是</a:t>
            </a:r>
            <a:r>
              <a:rPr lang="en-US" altLang="zh-CN" sz="2400" b="1" dirty="0"/>
              <a:t>LALR(1)</a:t>
            </a:r>
            <a:r>
              <a:rPr lang="zh-CN" altLang="en-US" sz="2400" dirty="0"/>
              <a:t>文法。</a:t>
            </a:r>
            <a:r>
              <a:rPr lang="en-US" altLang="zh-CN" sz="2400" b="1" dirty="0"/>
              <a:t>(P105/3.24)</a:t>
            </a:r>
            <a:endParaRPr lang="zh-CN" altLang="en-US" sz="24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    </a:t>
            </a:r>
            <a:r>
              <a:rPr lang="en-US" altLang="zh-CN" sz="2400" b="1" i="1" dirty="0" err="1"/>
              <a:t>S</a:t>
            </a:r>
            <a:r>
              <a:rPr lang="en-US" altLang="zh-CN" sz="2400" b="1" dirty="0" err="1">
                <a:sym typeface="Symbol" panose="05050102010706020507" pitchFamily="18" charset="2"/>
              </a:rPr>
              <a:t></a:t>
            </a:r>
            <a:r>
              <a:rPr lang="en-US" altLang="zh-CN" sz="2400" b="1" i="1" dirty="0" err="1">
                <a:sym typeface="Symbol" panose="05050102010706020507" pitchFamily="18" charset="2"/>
              </a:rPr>
              <a:t>Aa</a:t>
            </a:r>
            <a:r>
              <a:rPr lang="en-US" altLang="zh-CN" sz="2400" b="1" dirty="0">
                <a:sym typeface="Symbol" panose="05050102010706020507" pitchFamily="18" charset="2"/>
              </a:rPr>
              <a:t> | </a:t>
            </a:r>
            <a:r>
              <a:rPr lang="en-US" altLang="zh-CN" sz="2400" b="1" i="1" dirty="0" err="1">
                <a:sym typeface="Symbol" panose="05050102010706020507" pitchFamily="18" charset="2"/>
              </a:rPr>
              <a:t>bAc</a:t>
            </a:r>
            <a:r>
              <a:rPr lang="en-US" altLang="zh-CN" sz="2400" b="1" dirty="0">
                <a:sym typeface="Symbol" panose="05050102010706020507" pitchFamily="18" charset="2"/>
              </a:rPr>
              <a:t> | </a:t>
            </a:r>
            <a:r>
              <a:rPr lang="en-US" altLang="zh-CN" sz="2400" b="1" i="1" dirty="0" err="1">
                <a:sym typeface="Symbol" panose="05050102010706020507" pitchFamily="18" charset="2"/>
              </a:rPr>
              <a:t>Bc</a:t>
            </a:r>
            <a:r>
              <a:rPr lang="en-US" altLang="zh-CN" sz="2400" b="1" dirty="0">
                <a:sym typeface="Symbol" panose="05050102010706020507" pitchFamily="18" charset="2"/>
              </a:rPr>
              <a:t> | </a:t>
            </a:r>
            <a:r>
              <a:rPr lang="en-US" altLang="zh-CN" sz="2400" b="1" i="1" dirty="0" err="1">
                <a:sym typeface="Symbol" panose="05050102010706020507" pitchFamily="18" charset="2"/>
              </a:rPr>
              <a:t>bBa</a:t>
            </a:r>
            <a:endParaRPr lang="en-US" altLang="zh-CN" sz="2400" b="1" i="1" dirty="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>
                <a:sym typeface="Symbol" panose="05050102010706020507" pitchFamily="18" charset="2"/>
              </a:rPr>
              <a:t>    </a:t>
            </a:r>
            <a:r>
              <a:rPr lang="en-US" altLang="zh-CN" sz="2400" b="1" i="1" dirty="0" err="1">
                <a:sym typeface="Symbol" panose="05050102010706020507" pitchFamily="18" charset="2"/>
              </a:rPr>
              <a:t>A</a:t>
            </a:r>
            <a:r>
              <a:rPr lang="en-US" altLang="zh-CN" sz="2400" b="1" dirty="0" err="1">
                <a:sym typeface="Symbol" panose="05050102010706020507" pitchFamily="18" charset="2"/>
              </a:rPr>
              <a:t></a:t>
            </a:r>
            <a:r>
              <a:rPr lang="en-US" altLang="zh-CN" sz="2400" b="1" i="1" dirty="0" err="1">
                <a:sym typeface="Symbol" panose="05050102010706020507" pitchFamily="18" charset="2"/>
              </a:rPr>
              <a:t>d</a:t>
            </a:r>
            <a:endParaRPr lang="en-US" altLang="zh-CN" sz="2400" b="1" i="1" dirty="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>
                <a:sym typeface="Symbol" panose="05050102010706020507" pitchFamily="18" charset="2"/>
              </a:rPr>
              <a:t>    </a:t>
            </a:r>
            <a:r>
              <a:rPr lang="en-US" altLang="zh-CN" sz="2400" b="1" i="1" dirty="0" err="1">
                <a:sym typeface="Symbol" panose="05050102010706020507" pitchFamily="18" charset="2"/>
              </a:rPr>
              <a:t>B</a:t>
            </a:r>
            <a:r>
              <a:rPr lang="en-US" altLang="zh-CN" sz="2400" b="1" dirty="0" err="1">
                <a:sym typeface="Symbol" panose="05050102010706020507" pitchFamily="18" charset="2"/>
              </a:rPr>
              <a:t></a:t>
            </a:r>
            <a:r>
              <a:rPr lang="en-US" altLang="zh-CN" sz="2400" b="1" i="1" dirty="0" err="1">
                <a:sym typeface="Symbol" panose="05050102010706020507" pitchFamily="18" charset="2"/>
              </a:rPr>
              <a:t>d</a:t>
            </a:r>
            <a:endParaRPr lang="en-US" altLang="zh-CN" sz="2400" b="1" i="1" dirty="0"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400" dirty="0">
                <a:sym typeface="Symbol" panose="05050102010706020507" pitchFamily="18" charset="2"/>
              </a:rPr>
              <a:t>思路：该文法产生的所有句子：</a:t>
            </a:r>
            <a:r>
              <a:rPr lang="en-US" altLang="zh-CN" sz="2400" b="1" i="1" dirty="0">
                <a:sym typeface="Symbol" panose="05050102010706020507" pitchFamily="18" charset="2"/>
              </a:rPr>
              <a:t>da</a:t>
            </a:r>
            <a:r>
              <a:rPr lang="zh-CN" altLang="en-US" sz="2400" dirty="0">
                <a:sym typeface="Symbol" panose="05050102010706020507" pitchFamily="18" charset="2"/>
              </a:rPr>
              <a:t>，</a:t>
            </a:r>
            <a:r>
              <a:rPr lang="en-US" altLang="zh-CN" sz="2400" b="1" i="1" dirty="0" err="1">
                <a:sym typeface="Symbol" panose="05050102010706020507" pitchFamily="18" charset="2"/>
              </a:rPr>
              <a:t>bdc</a:t>
            </a:r>
            <a:r>
              <a:rPr lang="zh-CN" altLang="en-US" sz="2400" dirty="0">
                <a:sym typeface="Symbol" panose="05050102010706020507" pitchFamily="18" charset="2"/>
              </a:rPr>
              <a:t>，</a:t>
            </a:r>
            <a:r>
              <a:rPr lang="en-US" altLang="zh-CN" sz="2400" b="1" i="1" dirty="0">
                <a:sym typeface="Symbol" panose="05050102010706020507" pitchFamily="18" charset="2"/>
              </a:rPr>
              <a:t>dc</a:t>
            </a:r>
            <a:r>
              <a:rPr lang="zh-CN" altLang="en-US" sz="2400" dirty="0">
                <a:sym typeface="Symbol" panose="05050102010706020507" pitchFamily="18" charset="2"/>
              </a:rPr>
              <a:t>，</a:t>
            </a:r>
            <a:r>
              <a:rPr lang="en-US" altLang="zh-CN" sz="2400" b="1" i="1" dirty="0" err="1">
                <a:sym typeface="Symbol" panose="05050102010706020507" pitchFamily="18" charset="2"/>
              </a:rPr>
              <a:t>bda</a:t>
            </a:r>
            <a:r>
              <a:rPr lang="zh-CN" altLang="en-US" sz="2400" dirty="0">
                <a:sym typeface="Symbol" panose="05050102010706020507" pitchFamily="18" charset="2"/>
              </a:rPr>
              <a:t>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sym typeface="Symbol" panose="05050102010706020507" pitchFamily="18" charset="2"/>
              </a:rPr>
              <a:t>     </a:t>
            </a:r>
            <a:r>
              <a:rPr lang="en-US" altLang="zh-CN" sz="2400" b="1" dirty="0">
                <a:sym typeface="Symbol" panose="05050102010706020507" pitchFamily="18" charset="2"/>
              </a:rPr>
              <a:t>LR(1)</a:t>
            </a:r>
            <a:r>
              <a:rPr lang="zh-CN" altLang="en-US" sz="2400" dirty="0">
                <a:sym typeface="Symbol" panose="05050102010706020507" pitchFamily="18" charset="2"/>
              </a:rPr>
              <a:t>分析器的移进</a:t>
            </a:r>
            <a:r>
              <a:rPr lang="en-US" altLang="zh-CN" sz="2400" dirty="0">
                <a:sym typeface="Symbol" panose="05050102010706020507" pitchFamily="18" charset="2"/>
              </a:rPr>
              <a:t>-</a:t>
            </a:r>
            <a:r>
              <a:rPr lang="zh-CN" altLang="en-US" sz="2400" dirty="0">
                <a:sym typeface="Symbol" panose="05050102010706020507" pitchFamily="18" charset="2"/>
              </a:rPr>
              <a:t>归约分析：</a:t>
            </a:r>
          </a:p>
          <a:p>
            <a:pPr lvl="1" eaLnBrk="1" hangingPunct="1"/>
            <a:r>
              <a:rPr lang="zh-CN" altLang="en-US" sz="2400" dirty="0">
                <a:sym typeface="Symbol" panose="05050102010706020507" pitchFamily="18" charset="2"/>
              </a:rPr>
              <a:t>面临</a:t>
            </a:r>
            <a:r>
              <a:rPr lang="en-US" altLang="zh-CN" sz="2400" b="1" i="1" dirty="0">
                <a:sym typeface="Symbol" panose="05050102010706020507" pitchFamily="18" charset="2"/>
              </a:rPr>
              <a:t>d </a:t>
            </a:r>
            <a:r>
              <a:rPr lang="en-US" altLang="zh-CN" sz="2400" dirty="0">
                <a:sym typeface="Wingdings" panose="05000000000000000000" pitchFamily="2" charset="2"/>
              </a:rPr>
              <a:t> </a:t>
            </a:r>
            <a:r>
              <a:rPr lang="zh-CN" altLang="en-US" sz="2400" dirty="0">
                <a:sym typeface="Symbol" panose="05050102010706020507" pitchFamily="18" charset="2"/>
              </a:rPr>
              <a:t>移进，然后面临</a:t>
            </a:r>
            <a:r>
              <a:rPr lang="en-US" altLang="zh-CN" sz="2400" b="1" i="1" dirty="0">
                <a:sym typeface="Symbol" panose="05050102010706020507" pitchFamily="18" charset="2"/>
              </a:rPr>
              <a:t>a</a:t>
            </a:r>
            <a:r>
              <a:rPr lang="zh-CN" altLang="en-US" sz="2400" dirty="0">
                <a:sym typeface="Symbol" panose="05050102010706020507" pitchFamily="18" charset="2"/>
              </a:rPr>
              <a:t>或</a:t>
            </a:r>
            <a:r>
              <a:rPr lang="en-US" altLang="zh-CN" sz="2400" b="1" i="1" dirty="0">
                <a:sym typeface="Symbol" panose="05050102010706020507" pitchFamily="18" charset="2"/>
              </a:rPr>
              <a:t>c</a:t>
            </a:r>
            <a:r>
              <a:rPr lang="zh-CN" altLang="en-US" sz="2400" dirty="0">
                <a:sym typeface="Symbol" panose="05050102010706020507" pitchFamily="18" charset="2"/>
              </a:rPr>
              <a:t>时，分别将</a:t>
            </a:r>
            <a:r>
              <a:rPr lang="en-US" altLang="zh-CN" sz="2400" b="1" i="1" dirty="0">
                <a:sym typeface="Symbol" panose="05050102010706020507" pitchFamily="18" charset="2"/>
              </a:rPr>
              <a:t>d</a:t>
            </a:r>
            <a:r>
              <a:rPr lang="zh-CN" altLang="en-US" sz="2400" dirty="0">
                <a:sym typeface="Symbol" panose="05050102010706020507" pitchFamily="18" charset="2"/>
              </a:rPr>
              <a:t>归约成</a:t>
            </a:r>
            <a:r>
              <a:rPr lang="en-US" altLang="zh-CN" sz="2400" b="1" i="1" dirty="0">
                <a:sym typeface="Symbol" panose="05050102010706020507" pitchFamily="18" charset="2"/>
              </a:rPr>
              <a:t>A</a:t>
            </a:r>
            <a:r>
              <a:rPr lang="zh-CN" altLang="en-US" sz="2400" dirty="0">
                <a:sym typeface="Symbol" panose="05050102010706020507" pitchFamily="18" charset="2"/>
              </a:rPr>
              <a:t>或者</a:t>
            </a:r>
            <a:r>
              <a:rPr lang="en-US" altLang="zh-CN" sz="2400" b="1" i="1" dirty="0">
                <a:sym typeface="Symbol" panose="05050102010706020507" pitchFamily="18" charset="2"/>
              </a:rPr>
              <a:t>B</a:t>
            </a:r>
            <a:r>
              <a:rPr lang="zh-CN" altLang="en-US" sz="2400" dirty="0">
                <a:sym typeface="Symbol" panose="05050102010706020507" pitchFamily="18" charset="2"/>
              </a:rPr>
              <a:t>，再将</a:t>
            </a:r>
            <a:r>
              <a:rPr lang="en-US" altLang="zh-CN" sz="2400" b="1" i="1" dirty="0">
                <a:sym typeface="Symbol" panose="05050102010706020507" pitchFamily="18" charset="2"/>
              </a:rPr>
              <a:t>Aa</a:t>
            </a:r>
            <a:r>
              <a:rPr lang="zh-CN" altLang="en-US" sz="2400" dirty="0">
                <a:sym typeface="Symbol" panose="05050102010706020507" pitchFamily="18" charset="2"/>
              </a:rPr>
              <a:t>或</a:t>
            </a:r>
            <a:r>
              <a:rPr lang="en-US" altLang="zh-CN" sz="2400" b="1" i="1" dirty="0" err="1">
                <a:sym typeface="Symbol" panose="05050102010706020507" pitchFamily="18" charset="2"/>
              </a:rPr>
              <a:t>Bc</a:t>
            </a:r>
            <a:r>
              <a:rPr lang="zh-CN" altLang="en-US" sz="2400" dirty="0">
                <a:sym typeface="Symbol" panose="05050102010706020507" pitchFamily="18" charset="2"/>
              </a:rPr>
              <a:t>归约成</a:t>
            </a:r>
            <a:r>
              <a:rPr lang="en-US" altLang="zh-CN" sz="2400" b="1" i="1" dirty="0">
                <a:sym typeface="Symbol" panose="05050102010706020507" pitchFamily="18" charset="2"/>
              </a:rPr>
              <a:t>S</a:t>
            </a:r>
            <a:r>
              <a:rPr lang="zh-CN" altLang="en-US" sz="2400" dirty="0">
                <a:sym typeface="Symbol" panose="05050102010706020507" pitchFamily="18" charset="2"/>
              </a:rPr>
              <a:t>；</a:t>
            </a:r>
          </a:p>
          <a:p>
            <a:pPr lvl="1" eaLnBrk="1" hangingPunct="1"/>
            <a:r>
              <a:rPr lang="zh-CN" altLang="en-US" sz="2400" dirty="0">
                <a:sym typeface="Symbol" panose="05050102010706020507" pitchFamily="18" charset="2"/>
              </a:rPr>
              <a:t>面临</a:t>
            </a:r>
            <a:r>
              <a:rPr lang="en-US" altLang="zh-CN" sz="2400" b="1" i="1" dirty="0">
                <a:sym typeface="Symbol" panose="05050102010706020507" pitchFamily="18" charset="2"/>
              </a:rPr>
              <a:t>b</a:t>
            </a:r>
            <a:r>
              <a:rPr lang="en-US" altLang="zh-CN" sz="2400" dirty="0"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sym typeface="Wingdings" panose="05000000000000000000" pitchFamily="2" charset="2"/>
              </a:rPr>
              <a:t> </a:t>
            </a:r>
            <a:r>
              <a:rPr lang="zh-CN" altLang="en-US" sz="2400" dirty="0">
                <a:sym typeface="Wingdings" panose="05000000000000000000" pitchFamily="2" charset="2"/>
              </a:rPr>
              <a:t>移进，接着面临</a:t>
            </a:r>
            <a:r>
              <a:rPr lang="en-US" altLang="zh-CN" sz="2400" b="1" i="1" dirty="0">
                <a:sym typeface="Wingdings" panose="05000000000000000000" pitchFamily="2" charset="2"/>
              </a:rPr>
              <a:t>d</a:t>
            </a:r>
            <a:r>
              <a:rPr lang="zh-CN" altLang="en-US" sz="2400" dirty="0">
                <a:sym typeface="Wingdings" panose="05000000000000000000" pitchFamily="2" charset="2"/>
              </a:rPr>
              <a:t>移进，然后面临</a:t>
            </a:r>
            <a:r>
              <a:rPr lang="en-US" altLang="zh-CN" sz="2400" b="1" i="1" dirty="0">
                <a:sym typeface="Wingdings" panose="05000000000000000000" pitchFamily="2" charset="2"/>
              </a:rPr>
              <a:t>a</a:t>
            </a:r>
            <a:r>
              <a:rPr lang="zh-CN" altLang="en-US" sz="2400" dirty="0">
                <a:sym typeface="Wingdings" panose="05000000000000000000" pitchFamily="2" charset="2"/>
              </a:rPr>
              <a:t>或</a:t>
            </a:r>
            <a:r>
              <a:rPr lang="en-US" altLang="zh-CN" sz="2400" b="1" i="1" dirty="0">
                <a:sym typeface="Wingdings" panose="05000000000000000000" pitchFamily="2" charset="2"/>
              </a:rPr>
              <a:t>c</a:t>
            </a:r>
            <a:r>
              <a:rPr lang="zh-CN" altLang="en-US" sz="2400" dirty="0">
                <a:sym typeface="Wingdings" panose="05000000000000000000" pitchFamily="2" charset="2"/>
              </a:rPr>
              <a:t>时，分别将</a:t>
            </a:r>
            <a:r>
              <a:rPr lang="en-US" altLang="zh-CN" sz="2400" b="1" i="1" dirty="0">
                <a:sym typeface="Wingdings" panose="05000000000000000000" pitchFamily="2" charset="2"/>
              </a:rPr>
              <a:t>d</a:t>
            </a:r>
            <a:r>
              <a:rPr lang="zh-CN" altLang="en-US" sz="2400" dirty="0">
                <a:sym typeface="Symbol" panose="05050102010706020507" pitchFamily="18" charset="2"/>
              </a:rPr>
              <a:t>归约成</a:t>
            </a:r>
            <a:r>
              <a:rPr lang="en-US" altLang="zh-CN" sz="2400" b="1" i="1" dirty="0">
                <a:sym typeface="Symbol" panose="05050102010706020507" pitchFamily="18" charset="2"/>
              </a:rPr>
              <a:t>A</a:t>
            </a:r>
            <a:r>
              <a:rPr lang="zh-CN" altLang="en-US" sz="2400" dirty="0">
                <a:sym typeface="Symbol" panose="05050102010706020507" pitchFamily="18" charset="2"/>
              </a:rPr>
              <a:t>或者</a:t>
            </a:r>
            <a:r>
              <a:rPr lang="en-US" altLang="zh-CN" sz="2400" b="1" i="1" dirty="0">
                <a:sym typeface="Symbol" panose="05050102010706020507" pitchFamily="18" charset="2"/>
              </a:rPr>
              <a:t>B</a:t>
            </a:r>
            <a:r>
              <a:rPr lang="zh-CN" altLang="en-US" sz="2400" dirty="0">
                <a:sym typeface="Symbol" panose="05050102010706020507" pitchFamily="18" charset="2"/>
              </a:rPr>
              <a:t>，再将</a:t>
            </a:r>
            <a:r>
              <a:rPr lang="en-US" altLang="zh-CN" sz="2400" b="1" i="1" dirty="0" err="1">
                <a:sym typeface="Symbol" panose="05050102010706020507" pitchFamily="18" charset="2"/>
              </a:rPr>
              <a:t>bAc</a:t>
            </a:r>
            <a:r>
              <a:rPr lang="zh-CN" altLang="en-US" sz="2400" dirty="0">
                <a:sym typeface="Symbol" panose="05050102010706020507" pitchFamily="18" charset="2"/>
              </a:rPr>
              <a:t>或</a:t>
            </a:r>
            <a:r>
              <a:rPr lang="en-US" altLang="zh-CN" sz="2400" b="1" i="1" dirty="0" err="1">
                <a:sym typeface="Symbol" panose="05050102010706020507" pitchFamily="18" charset="2"/>
              </a:rPr>
              <a:t>bBa</a:t>
            </a:r>
            <a:r>
              <a:rPr lang="zh-CN" altLang="en-US" sz="2400" dirty="0">
                <a:sym typeface="Symbol" panose="05050102010706020507" pitchFamily="18" charset="2"/>
              </a:rPr>
              <a:t>归约成</a:t>
            </a:r>
            <a:r>
              <a:rPr lang="en-US" altLang="zh-CN" sz="2400" b="1" i="1" dirty="0">
                <a:sym typeface="Symbol" panose="05050102010706020507" pitchFamily="18" charset="2"/>
              </a:rPr>
              <a:t>S</a:t>
            </a:r>
            <a:endParaRPr lang="en-US" altLang="zh-CN" sz="2400" dirty="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      </a:t>
            </a:r>
            <a:r>
              <a:rPr lang="zh-CN" altLang="en-US" sz="2400" dirty="0">
                <a:sym typeface="Symbol" panose="05050102010706020507" pitchFamily="18" charset="2"/>
              </a:rPr>
              <a:t>因此该文法是</a:t>
            </a:r>
            <a:r>
              <a:rPr lang="en-US" altLang="zh-CN" sz="2400" b="1" dirty="0">
                <a:sym typeface="Symbol" panose="05050102010706020507" pitchFamily="18" charset="2"/>
              </a:rPr>
              <a:t>LR(1)</a:t>
            </a:r>
            <a:r>
              <a:rPr lang="zh-CN" altLang="en-US" sz="2400" dirty="0">
                <a:sym typeface="Symbol" panose="05050102010706020507" pitchFamily="18" charset="2"/>
              </a:rPr>
              <a:t>的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CFBC206-95F2-2D2B-A7CB-D02DC339A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754E7-BA28-4133-A4C2-5731F2F76AC9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8E90849-DF98-1390-812B-DB3AE13AF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4F0E33-AF13-EE81-9EAB-241C6A48C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45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27B122A6-587E-4384-B2F0-20C72127C6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第三章 作业</a:t>
            </a:r>
            <a:r>
              <a:rPr lang="en-US" altLang="zh-CN" dirty="0"/>
              <a:t>13</a:t>
            </a:r>
            <a:endParaRPr lang="zh-CN" altLang="en-US" dirty="0"/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1330C4B9-1494-456E-8041-6E9BB8F1EE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在规范</a:t>
            </a:r>
            <a:r>
              <a:rPr lang="en-US" altLang="zh-CN" b="1" dirty="0"/>
              <a:t>LR(1)</a:t>
            </a:r>
            <a:r>
              <a:rPr lang="zh-CN" altLang="en-US" dirty="0"/>
              <a:t>项目集中：</a:t>
            </a:r>
          </a:p>
          <a:p>
            <a:pPr lvl="1" eaLnBrk="1" hangingPunct="1"/>
            <a:r>
              <a:rPr lang="zh-CN" altLang="en-US" dirty="0"/>
              <a:t>对活前缀</a:t>
            </a:r>
            <a:r>
              <a:rPr lang="en-US" altLang="zh-CN" b="1" i="1" dirty="0"/>
              <a:t>d</a:t>
            </a:r>
            <a:r>
              <a:rPr lang="zh-CN" altLang="en-US" dirty="0"/>
              <a:t>有效的项目集：</a:t>
            </a:r>
            <a:r>
              <a:rPr lang="en-US" altLang="zh-CN" b="1" dirty="0"/>
              <a:t>{[</a:t>
            </a:r>
            <a:r>
              <a:rPr lang="en-US" altLang="zh-CN" b="1" i="1" dirty="0" err="1"/>
              <a:t>A</a:t>
            </a:r>
            <a:r>
              <a:rPr lang="en-US" altLang="zh-CN" b="1" dirty="0" err="1">
                <a:sym typeface="Symbol" panose="05050102010706020507" pitchFamily="18" charset="2"/>
              </a:rPr>
              <a:t></a:t>
            </a:r>
            <a:r>
              <a:rPr lang="en-US" altLang="zh-CN" b="1" i="1" dirty="0" err="1">
                <a:sym typeface="Symbol" panose="05050102010706020507" pitchFamily="18" charset="2"/>
              </a:rPr>
              <a:t>d</a:t>
            </a:r>
            <a:r>
              <a:rPr lang="en-US" altLang="zh-CN" b="1" dirty="0">
                <a:sym typeface="Symbol" panose="05050102010706020507" pitchFamily="18" charset="2"/>
              </a:rPr>
              <a:t>, </a:t>
            </a:r>
            <a:r>
              <a:rPr lang="en-US" altLang="zh-CN" b="1" i="1" dirty="0">
                <a:sym typeface="Symbol" panose="05050102010706020507" pitchFamily="18" charset="2"/>
              </a:rPr>
              <a:t>a</a:t>
            </a:r>
            <a:r>
              <a:rPr lang="en-US" altLang="zh-CN" b="1" dirty="0"/>
              <a:t>], [</a:t>
            </a:r>
            <a:r>
              <a:rPr lang="en-US" altLang="zh-CN" b="1" i="1" dirty="0"/>
              <a:t>B </a:t>
            </a:r>
            <a:r>
              <a:rPr lang="en-US" altLang="zh-CN" b="1" dirty="0">
                <a:sym typeface="Symbol" panose="05050102010706020507" pitchFamily="18" charset="2"/>
              </a:rPr>
              <a:t></a:t>
            </a:r>
            <a:r>
              <a:rPr lang="en-US" altLang="zh-CN" b="1" i="1" dirty="0">
                <a:sym typeface="Symbol" panose="05050102010706020507" pitchFamily="18" charset="2"/>
              </a:rPr>
              <a:t>d</a:t>
            </a:r>
            <a:r>
              <a:rPr lang="en-US" altLang="zh-CN" b="1" dirty="0">
                <a:sym typeface="Symbol" panose="05050102010706020507" pitchFamily="18" charset="2"/>
              </a:rPr>
              <a:t>, </a:t>
            </a:r>
            <a:r>
              <a:rPr lang="en-US" altLang="zh-CN" b="1" i="1" dirty="0">
                <a:sym typeface="Symbol" panose="05050102010706020507" pitchFamily="18" charset="2"/>
              </a:rPr>
              <a:t>c</a:t>
            </a:r>
            <a:r>
              <a:rPr lang="en-US" altLang="zh-CN" b="1" dirty="0"/>
              <a:t>]}</a:t>
            </a:r>
          </a:p>
          <a:p>
            <a:pPr lvl="1" eaLnBrk="1" hangingPunct="1"/>
            <a:r>
              <a:rPr lang="zh-CN" altLang="en-US" dirty="0"/>
              <a:t>对活前缀</a:t>
            </a:r>
            <a:r>
              <a:rPr lang="en-US" altLang="zh-CN" b="1" i="1" dirty="0"/>
              <a:t>bd</a:t>
            </a:r>
            <a:r>
              <a:rPr lang="zh-CN" altLang="en-US" dirty="0"/>
              <a:t>有效的项目集：</a:t>
            </a:r>
            <a:r>
              <a:rPr lang="en-US" altLang="zh-CN" b="1" dirty="0"/>
              <a:t>{[</a:t>
            </a:r>
            <a:r>
              <a:rPr lang="en-US" altLang="zh-CN" b="1" i="1" dirty="0" err="1"/>
              <a:t>A</a:t>
            </a:r>
            <a:r>
              <a:rPr lang="en-US" altLang="zh-CN" b="1" dirty="0" err="1">
                <a:sym typeface="Symbol" panose="05050102010706020507" pitchFamily="18" charset="2"/>
              </a:rPr>
              <a:t></a:t>
            </a:r>
            <a:r>
              <a:rPr lang="en-US" altLang="zh-CN" b="1" i="1" dirty="0" err="1">
                <a:sym typeface="Symbol" panose="05050102010706020507" pitchFamily="18" charset="2"/>
              </a:rPr>
              <a:t>d</a:t>
            </a:r>
            <a:r>
              <a:rPr lang="en-US" altLang="zh-CN" b="1" dirty="0">
                <a:sym typeface="Symbol" panose="05050102010706020507" pitchFamily="18" charset="2"/>
              </a:rPr>
              <a:t>, </a:t>
            </a:r>
            <a:r>
              <a:rPr lang="en-US" altLang="zh-CN" b="1" i="1" dirty="0">
                <a:sym typeface="Symbol" panose="05050102010706020507" pitchFamily="18" charset="2"/>
              </a:rPr>
              <a:t>c</a:t>
            </a:r>
            <a:r>
              <a:rPr lang="en-US" altLang="zh-CN" b="1" dirty="0"/>
              <a:t>],[</a:t>
            </a:r>
            <a:r>
              <a:rPr lang="en-US" altLang="zh-CN" b="1" i="1" dirty="0"/>
              <a:t>B</a:t>
            </a:r>
            <a:r>
              <a:rPr lang="en-US" altLang="zh-CN" b="1" dirty="0"/>
              <a:t> </a:t>
            </a:r>
            <a:r>
              <a:rPr lang="en-US" altLang="zh-CN" b="1" dirty="0">
                <a:sym typeface="Symbol" panose="05050102010706020507" pitchFamily="18" charset="2"/>
              </a:rPr>
              <a:t></a:t>
            </a:r>
            <a:r>
              <a:rPr lang="en-US" altLang="zh-CN" b="1" i="1" dirty="0" err="1">
                <a:sym typeface="Symbol" panose="05050102010706020507" pitchFamily="18" charset="2"/>
              </a:rPr>
              <a:t>d</a:t>
            </a:r>
            <a:r>
              <a:rPr lang="en-US" altLang="zh-CN" b="1" dirty="0" err="1">
                <a:sym typeface="Symbol" panose="05050102010706020507" pitchFamily="18" charset="2"/>
              </a:rPr>
              <a:t>,</a:t>
            </a:r>
            <a:r>
              <a:rPr lang="en-US" altLang="zh-CN" b="1" i="1" dirty="0" err="1">
                <a:sym typeface="Symbol" panose="05050102010706020507" pitchFamily="18" charset="2"/>
              </a:rPr>
              <a:t>a</a:t>
            </a:r>
            <a:r>
              <a:rPr lang="en-US" altLang="zh-CN" b="1" dirty="0"/>
              <a:t>]}</a:t>
            </a:r>
          </a:p>
          <a:p>
            <a:pPr lvl="1" eaLnBrk="1" hangingPunct="1"/>
            <a:r>
              <a:rPr lang="zh-CN" altLang="en-US" dirty="0"/>
              <a:t>合并同心集：</a:t>
            </a:r>
            <a:r>
              <a:rPr lang="en-US" altLang="zh-CN" b="1" dirty="0"/>
              <a:t>{[</a:t>
            </a:r>
            <a:r>
              <a:rPr lang="en-US" altLang="zh-CN" b="1" i="1" dirty="0" err="1"/>
              <a:t>A</a:t>
            </a:r>
            <a:r>
              <a:rPr lang="en-US" altLang="zh-CN" b="1" dirty="0" err="1">
                <a:sym typeface="Symbol" panose="05050102010706020507" pitchFamily="18" charset="2"/>
              </a:rPr>
              <a:t></a:t>
            </a:r>
            <a:r>
              <a:rPr lang="en-US" altLang="zh-CN" b="1" i="1" dirty="0" err="1">
                <a:sym typeface="Symbol" panose="05050102010706020507" pitchFamily="18" charset="2"/>
              </a:rPr>
              <a:t>d</a:t>
            </a:r>
            <a:r>
              <a:rPr lang="en-US" altLang="zh-CN" b="1" dirty="0">
                <a:sym typeface="Symbol" panose="05050102010706020507" pitchFamily="18" charset="2"/>
              </a:rPr>
              <a:t>, </a:t>
            </a:r>
            <a:r>
              <a:rPr lang="en-US" altLang="zh-CN" b="1" i="1" dirty="0">
                <a:sym typeface="Symbol" panose="05050102010706020507" pitchFamily="18" charset="2"/>
              </a:rPr>
              <a:t>a</a:t>
            </a:r>
            <a:r>
              <a:rPr lang="en-US" altLang="zh-CN" b="1" dirty="0">
                <a:sym typeface="Symbol" panose="05050102010706020507" pitchFamily="18" charset="2"/>
              </a:rPr>
              <a:t>/</a:t>
            </a:r>
            <a:r>
              <a:rPr lang="en-US" altLang="zh-CN" b="1" i="1" dirty="0">
                <a:sym typeface="Symbol" panose="05050102010706020507" pitchFamily="18" charset="2"/>
              </a:rPr>
              <a:t>c</a:t>
            </a:r>
            <a:r>
              <a:rPr lang="en-US" altLang="zh-CN" b="1" dirty="0"/>
              <a:t>], [</a:t>
            </a:r>
            <a:r>
              <a:rPr lang="en-US" altLang="zh-CN" b="1" i="1" dirty="0"/>
              <a:t>B </a:t>
            </a:r>
            <a:r>
              <a:rPr lang="en-US" altLang="zh-CN" b="1" dirty="0">
                <a:sym typeface="Symbol" panose="05050102010706020507" pitchFamily="18" charset="2"/>
              </a:rPr>
              <a:t></a:t>
            </a:r>
            <a:r>
              <a:rPr lang="en-US" altLang="zh-CN" b="1" i="1" dirty="0">
                <a:sym typeface="Symbol" panose="05050102010706020507" pitchFamily="18" charset="2"/>
              </a:rPr>
              <a:t>d</a:t>
            </a:r>
            <a:r>
              <a:rPr lang="en-US" altLang="zh-CN" b="1" dirty="0">
                <a:sym typeface="Symbol" panose="05050102010706020507" pitchFamily="18" charset="2"/>
              </a:rPr>
              <a:t>, </a:t>
            </a:r>
            <a:r>
              <a:rPr lang="en-US" altLang="zh-CN" b="1" i="1" dirty="0">
                <a:sym typeface="Symbol" panose="05050102010706020507" pitchFamily="18" charset="2"/>
              </a:rPr>
              <a:t>a</a:t>
            </a:r>
            <a:r>
              <a:rPr lang="en-US" altLang="zh-CN" b="1" dirty="0">
                <a:sym typeface="Symbol" panose="05050102010706020507" pitchFamily="18" charset="2"/>
              </a:rPr>
              <a:t>/</a:t>
            </a:r>
            <a:r>
              <a:rPr lang="en-US" altLang="zh-CN" b="1" i="1" dirty="0">
                <a:sym typeface="Symbol" panose="05050102010706020507" pitchFamily="18" charset="2"/>
              </a:rPr>
              <a:t>c</a:t>
            </a:r>
            <a:r>
              <a:rPr lang="en-US" altLang="zh-CN" b="1" dirty="0"/>
              <a:t>]}</a:t>
            </a:r>
            <a:r>
              <a:rPr lang="zh-CN" altLang="en-US" dirty="0"/>
              <a:t>，产生归约</a:t>
            </a:r>
            <a:r>
              <a:rPr lang="en-US" altLang="zh-CN" dirty="0"/>
              <a:t>-</a:t>
            </a:r>
            <a:r>
              <a:rPr lang="zh-CN" altLang="en-US" dirty="0"/>
              <a:t>归约冲突，因此不是</a:t>
            </a:r>
            <a:r>
              <a:rPr lang="en-US" altLang="zh-CN" b="1" dirty="0"/>
              <a:t>LALR(1)</a:t>
            </a:r>
            <a:r>
              <a:rPr lang="zh-CN" altLang="en-US" dirty="0"/>
              <a:t>的。</a:t>
            </a:r>
          </a:p>
          <a:p>
            <a:pPr lvl="1" eaLnBrk="1" hangingPunct="1"/>
            <a:endParaRPr lang="zh-CN" altLang="en-US" b="1" i="1" dirty="0"/>
          </a:p>
          <a:p>
            <a:pPr lvl="1" eaLnBrk="1" hangingPunct="1"/>
            <a:endParaRPr lang="en-US" altLang="zh-CN" b="1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DB68F64-0A0E-9CD0-17FB-E7D585B75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D7257-A9C0-4674-B33D-61ACEB6675C2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73E2D9-E2FB-26E8-A975-D5C83EC39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258939-8AF6-CFBA-C9AA-15F069A91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46</a:t>
            </a:fld>
            <a:endParaRPr lang="zh-CN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C9904C42-C5FD-48B1-90C5-11BA42BD04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第三章 作业</a:t>
            </a:r>
            <a:r>
              <a:rPr lang="en-US" altLang="zh-CN" dirty="0"/>
              <a:t>14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FF5C7003-0F51-40C7-8FF9-F4A63A8F1E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dirty="0"/>
              <a:t>14.</a:t>
            </a:r>
            <a:r>
              <a:rPr lang="zh-CN" altLang="en-US" dirty="0"/>
              <a:t> 文法：</a:t>
            </a:r>
            <a:r>
              <a:rPr lang="en-US" altLang="zh-CN" b="1" i="1" dirty="0"/>
              <a:t>R</a:t>
            </a:r>
            <a:r>
              <a:rPr lang="en-US" altLang="zh-CN" b="1" dirty="0">
                <a:sym typeface="Symbol" panose="05050102010706020507" pitchFamily="18" charset="2"/>
              </a:rPr>
              <a:t> </a:t>
            </a:r>
            <a:r>
              <a:rPr lang="en-US" altLang="zh-CN" b="1" i="1" dirty="0"/>
              <a:t>R</a:t>
            </a:r>
            <a:r>
              <a:rPr lang="en-US" altLang="zh-CN" b="1" dirty="0"/>
              <a:t> ‘|’ </a:t>
            </a:r>
            <a:r>
              <a:rPr lang="en-US" altLang="zh-CN" b="1" i="1" dirty="0"/>
              <a:t>R</a:t>
            </a:r>
            <a:r>
              <a:rPr lang="en-US" altLang="zh-CN" b="1" dirty="0"/>
              <a:t> | </a:t>
            </a:r>
            <a:r>
              <a:rPr lang="en-US" altLang="zh-CN" b="1" i="1" dirty="0"/>
              <a:t>RR</a:t>
            </a:r>
            <a:r>
              <a:rPr lang="en-US" altLang="zh-CN" b="1" dirty="0"/>
              <a:t> | </a:t>
            </a:r>
            <a:r>
              <a:rPr lang="en-US" altLang="zh-CN" b="1" i="1" dirty="0"/>
              <a:t>R</a:t>
            </a:r>
            <a:r>
              <a:rPr lang="en-US" altLang="zh-CN" b="1" baseline="30000" dirty="0"/>
              <a:t>* </a:t>
            </a:r>
            <a:r>
              <a:rPr lang="en-US" altLang="zh-CN" b="1" dirty="0"/>
              <a:t>| (</a:t>
            </a:r>
            <a:r>
              <a:rPr lang="en-US" altLang="zh-CN" b="1" i="1" dirty="0"/>
              <a:t>R</a:t>
            </a:r>
            <a:r>
              <a:rPr lang="en-US" altLang="zh-CN" b="1" dirty="0"/>
              <a:t>) | </a:t>
            </a:r>
            <a:r>
              <a:rPr lang="en-US" altLang="zh-CN" b="1" i="1" dirty="0"/>
              <a:t>a</a:t>
            </a:r>
            <a:r>
              <a:rPr lang="en-US" altLang="zh-CN" b="1" dirty="0"/>
              <a:t> | </a:t>
            </a:r>
            <a:r>
              <a:rPr lang="en-US" altLang="zh-CN" b="1" i="1" dirty="0"/>
              <a:t>b</a:t>
            </a:r>
          </a:p>
          <a:p>
            <a:pPr eaLnBrk="1" hangingPunct="1"/>
            <a:r>
              <a:rPr lang="zh-CN" altLang="en-US" dirty="0"/>
              <a:t>为该文法构造</a:t>
            </a:r>
            <a:r>
              <a:rPr lang="en-US" altLang="zh-CN" b="1" dirty="0"/>
              <a:t>SLR</a:t>
            </a:r>
            <a:r>
              <a:rPr lang="zh-CN" altLang="en-US" dirty="0"/>
              <a:t>分析表，</a:t>
            </a:r>
            <a:r>
              <a:rPr lang="zh-CN" altLang="en-US" dirty="0">
                <a:solidFill>
                  <a:srgbClr val="FF0000"/>
                </a:solidFill>
              </a:rPr>
              <a:t>分析动作冲突的解决要保证正规式能以正常的方式分析。</a:t>
            </a:r>
            <a:r>
              <a:rPr lang="en-US" altLang="zh-CN" b="1" dirty="0"/>
              <a:t>(P107/3.35)</a:t>
            </a:r>
          </a:p>
          <a:p>
            <a:pPr eaLnBrk="1" hangingPunct="1"/>
            <a:r>
              <a:rPr lang="zh-CN" altLang="en-US" dirty="0"/>
              <a:t>注意：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不能随意改变该文法，否则不符合题意。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构造分析表后，如有冲突要说明如何解决的。</a:t>
            </a:r>
          </a:p>
          <a:p>
            <a:pPr eaLnBrk="1" hangingPunct="1"/>
            <a:endParaRPr lang="en-US" altLang="zh-CN" dirty="0">
              <a:solidFill>
                <a:schemeClr val="hlink"/>
              </a:solidFill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FDD057E-CFB4-02A7-4704-5551248C5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366FE-6E44-438C-9EA7-62D696E79014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41DBF33-D9FF-857C-60E0-BC26A8F3F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52FD54-B0E4-AF3A-7556-BC1DF8CBF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47</a:t>
            </a:fld>
            <a:endParaRPr lang="zh-CN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1A2AECA0-D074-4668-A0FA-C74E72077A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第三章 作业</a:t>
            </a:r>
            <a:r>
              <a:rPr lang="en-US" altLang="zh-CN" dirty="0"/>
              <a:t>14</a:t>
            </a:r>
            <a:endParaRPr lang="zh-CN" altLang="en-US" dirty="0"/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35CD930F-3357-4241-8F96-B80D5DA315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/>
              <a:t>拓广文法：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 dirty="0"/>
              <a:t>(0)</a:t>
            </a:r>
            <a:r>
              <a:rPr lang="en-US" altLang="zh-CN" sz="2800" b="1" i="1" dirty="0"/>
              <a:t> R</a:t>
            </a:r>
            <a:r>
              <a:rPr lang="en-US" altLang="zh-CN" sz="2800" b="1" i="1" dirty="0">
                <a:sym typeface="Symbol" panose="05050102010706020507" pitchFamily="18" charset="2"/>
              </a:rPr>
              <a:t></a:t>
            </a:r>
            <a:r>
              <a:rPr lang="en-US" altLang="zh-CN" sz="2800" b="1" i="1" dirty="0"/>
              <a:t> 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i="1" dirty="0"/>
              <a:t>R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 dirty="0"/>
              <a:t>(1)</a:t>
            </a:r>
            <a:r>
              <a:rPr lang="en-US" altLang="zh-CN" sz="2800" b="1" i="1" dirty="0"/>
              <a:t> R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i="1" dirty="0"/>
              <a:t>R</a:t>
            </a:r>
            <a:r>
              <a:rPr lang="en-US" altLang="zh-CN" sz="2800" b="1" dirty="0"/>
              <a:t> ‘|’ </a:t>
            </a:r>
            <a:r>
              <a:rPr lang="en-US" altLang="zh-CN" sz="2800" b="1" i="1" dirty="0"/>
              <a:t>R</a:t>
            </a:r>
            <a:r>
              <a:rPr lang="en-US" altLang="zh-CN" sz="2800" b="1" dirty="0"/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 dirty="0"/>
              <a:t>(2) </a:t>
            </a:r>
            <a:r>
              <a:rPr lang="en-US" altLang="zh-CN" sz="2800" b="1" i="1" dirty="0"/>
              <a:t>R</a:t>
            </a:r>
            <a:r>
              <a:rPr lang="en-US" altLang="zh-CN" sz="2800" b="1" dirty="0">
                <a:sym typeface="Symbol" panose="05050102010706020507" pitchFamily="18" charset="2"/>
              </a:rPr>
              <a:t></a:t>
            </a:r>
            <a:r>
              <a:rPr lang="en-US" altLang="zh-CN" sz="2800" b="1" dirty="0"/>
              <a:t> </a:t>
            </a:r>
            <a:r>
              <a:rPr lang="en-US" altLang="zh-CN" sz="2800" b="1" i="1" dirty="0"/>
              <a:t>RR</a:t>
            </a:r>
            <a:r>
              <a:rPr lang="en-US" altLang="zh-CN" sz="2800" b="1" dirty="0"/>
              <a:t>    </a:t>
            </a:r>
            <a:r>
              <a:rPr lang="zh-CN" altLang="en-US" sz="2800" dirty="0">
                <a:solidFill>
                  <a:srgbClr val="FF0000"/>
                </a:solidFill>
              </a:rPr>
              <a:t>（注意两个</a:t>
            </a:r>
            <a:r>
              <a:rPr lang="en-US" altLang="zh-CN" sz="2800" b="1" dirty="0">
                <a:solidFill>
                  <a:srgbClr val="FF0000"/>
                </a:solidFill>
              </a:rPr>
              <a:t>R</a:t>
            </a:r>
            <a:r>
              <a:rPr lang="zh-CN" altLang="en-US" sz="2800" dirty="0">
                <a:solidFill>
                  <a:srgbClr val="FF0000"/>
                </a:solidFill>
              </a:rPr>
              <a:t>之间没有空格）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 dirty="0"/>
              <a:t>(3)</a:t>
            </a:r>
            <a:r>
              <a:rPr lang="en-US" altLang="zh-CN" sz="2800" b="1" i="1" dirty="0"/>
              <a:t> R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i="1" dirty="0"/>
              <a:t>R</a:t>
            </a:r>
            <a:r>
              <a:rPr lang="en-US" altLang="zh-CN" sz="2800" b="1" baseline="30000" dirty="0"/>
              <a:t>* </a:t>
            </a:r>
            <a:endParaRPr lang="en-US" altLang="zh-CN" sz="28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 dirty="0"/>
              <a:t>(4)</a:t>
            </a:r>
            <a:r>
              <a:rPr lang="en-US" altLang="zh-CN" sz="2800" b="1" i="1" dirty="0"/>
              <a:t> R</a:t>
            </a:r>
            <a:r>
              <a:rPr lang="en-US" altLang="zh-CN" sz="2800" b="1" dirty="0">
                <a:sym typeface="Symbol" panose="05050102010706020507" pitchFamily="18" charset="2"/>
              </a:rPr>
              <a:t>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R</a:t>
            </a:r>
            <a:r>
              <a:rPr lang="en-US" altLang="zh-CN" sz="2800" b="1" dirty="0"/>
              <a:t>)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 dirty="0"/>
              <a:t>(5)</a:t>
            </a:r>
            <a:r>
              <a:rPr lang="en-US" altLang="zh-CN" sz="2800" b="1" i="1" dirty="0"/>
              <a:t> R</a:t>
            </a:r>
            <a:r>
              <a:rPr lang="en-US" altLang="zh-CN" sz="2800" b="1" dirty="0">
                <a:sym typeface="Symbol" panose="05050102010706020507" pitchFamily="18" charset="2"/>
              </a:rPr>
              <a:t></a:t>
            </a:r>
            <a:r>
              <a:rPr lang="en-US" altLang="zh-CN" sz="2800" b="1" dirty="0"/>
              <a:t> </a:t>
            </a:r>
            <a:r>
              <a:rPr lang="en-US" altLang="zh-CN" sz="2800" b="1" i="1" dirty="0"/>
              <a:t>a</a:t>
            </a:r>
            <a:r>
              <a:rPr lang="en-US" altLang="zh-CN" sz="2800" b="1" dirty="0"/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 dirty="0"/>
              <a:t>(6)</a:t>
            </a:r>
            <a:r>
              <a:rPr lang="en-US" altLang="zh-CN" sz="2800" b="1" i="1" dirty="0"/>
              <a:t> R</a:t>
            </a:r>
            <a:r>
              <a:rPr lang="en-US" altLang="zh-CN" sz="2800" b="1" dirty="0">
                <a:sym typeface="Symbol" panose="05050102010706020507" pitchFamily="18" charset="2"/>
              </a:rPr>
              <a:t></a:t>
            </a:r>
            <a:r>
              <a:rPr lang="en-US" altLang="zh-CN" sz="2800" b="1" dirty="0"/>
              <a:t> </a:t>
            </a:r>
            <a:r>
              <a:rPr lang="en-US" altLang="zh-CN" sz="2800" b="1" i="1" dirty="0"/>
              <a:t>b</a:t>
            </a:r>
          </a:p>
          <a:p>
            <a:pPr eaLnBrk="1" hangingPunct="1"/>
            <a:endParaRPr lang="en-US" altLang="zh-CN" sz="2800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5C95CFB-A380-4EE9-435F-739AAC701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57A1-4D5D-45EE-AC25-3491565A1906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33A10E5-386A-EE77-9F45-EAB8F5ADC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CBD235-BC2A-1DA9-2785-859750B1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48</a:t>
            </a:fld>
            <a:endParaRPr lang="zh-CN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9246BA7F-DCB9-4548-9D40-7CC9591908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第三章 作业</a:t>
            </a:r>
            <a:r>
              <a:rPr lang="en-US" altLang="zh-CN" dirty="0"/>
              <a:t>14</a:t>
            </a:r>
            <a:endParaRPr lang="zh-CN" altLang="en-US" dirty="0"/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6FB8BCBA-FEAF-4E80-976F-6E8FA0E555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项目集规范族</a:t>
            </a:r>
          </a:p>
        </p:txBody>
      </p:sp>
      <p:sp>
        <p:nvSpPr>
          <p:cNvPr id="36868" name="Text Box 4">
            <a:extLst>
              <a:ext uri="{FF2B5EF4-FFF2-40B4-BE49-F238E27FC236}">
                <a16:creationId xmlns:a16="http://schemas.microsoft.com/office/drawing/2014/main" id="{C2654332-89B2-4F17-8930-F43C9C107E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212" y="2014033"/>
            <a:ext cx="2644775" cy="3086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I</a:t>
            </a:r>
            <a:r>
              <a:rPr lang="en-US" altLang="zh-CN" sz="2400" b="1" baseline="-25000">
                <a:ea typeface="宋体" panose="02010600030101010101" pitchFamily="2" charset="-122"/>
              </a:rPr>
              <a:t>0</a:t>
            </a:r>
            <a:r>
              <a:rPr lang="en-US" altLang="zh-CN" sz="2400" b="1">
                <a:ea typeface="宋体" panose="02010600030101010101" pitchFamily="2" charset="-122"/>
              </a:rPr>
              <a:t>: 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ea typeface="宋体" panose="02010600030101010101" pitchFamily="2" charset="-122"/>
              </a:rPr>
              <a:t>	</a:t>
            </a:r>
            <a:r>
              <a:rPr lang="en-US" altLang="zh-CN" sz="2400" b="1" i="1">
                <a:ea typeface="宋体" panose="02010600030101010101" pitchFamily="2" charset="-122"/>
              </a:rPr>
              <a:t>R</a:t>
            </a:r>
            <a:r>
              <a:rPr lang="en-US" altLang="zh-CN" sz="2400" b="1" i="1"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</a:t>
            </a:r>
            <a:r>
              <a:rPr lang="en-US" altLang="zh-CN" sz="2400" b="1" i="1">
                <a:ea typeface="宋体" panose="02010600030101010101" pitchFamily="2" charset="-122"/>
              </a:rPr>
              <a:t>R	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 	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 </a:t>
            </a:r>
            <a:r>
              <a:rPr lang="en-US" altLang="zh-CN" sz="2400" b="1" i="1">
                <a:ea typeface="宋体" panose="02010600030101010101" pitchFamily="2" charset="-122"/>
              </a:rPr>
              <a:t>R</a:t>
            </a:r>
            <a:r>
              <a:rPr lang="en-US" altLang="zh-CN" sz="2400" b="1">
                <a:ea typeface="宋体" panose="02010600030101010101" pitchFamily="2" charset="-122"/>
              </a:rPr>
              <a:t> ‘|’ </a:t>
            </a:r>
            <a:r>
              <a:rPr lang="en-US" altLang="zh-CN" sz="2400" b="1" i="1">
                <a:ea typeface="宋体" panose="02010600030101010101" pitchFamily="2" charset="-122"/>
              </a:rPr>
              <a:t>R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	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>
                <a:ea typeface="宋体" panose="02010600030101010101" pitchFamily="2" charset="-122"/>
              </a:rPr>
              <a:t>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</a:t>
            </a:r>
            <a:r>
              <a:rPr lang="en-US" altLang="zh-CN" sz="2400" b="1">
                <a:ea typeface="宋体" panose="02010600030101010101" pitchFamily="2" charset="-122"/>
              </a:rPr>
              <a:t> </a:t>
            </a:r>
            <a:r>
              <a:rPr lang="en-US" altLang="zh-CN" sz="2400" b="1" i="1">
                <a:ea typeface="宋体" panose="02010600030101010101" pitchFamily="2" charset="-122"/>
              </a:rPr>
              <a:t>RR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	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 </a:t>
            </a:r>
            <a:r>
              <a:rPr lang="en-US" altLang="zh-CN" sz="2400" b="1" i="1">
                <a:ea typeface="宋体" panose="02010600030101010101" pitchFamily="2" charset="-122"/>
              </a:rPr>
              <a:t>R</a:t>
            </a:r>
            <a:r>
              <a:rPr lang="en-US" altLang="zh-CN" sz="2400" b="1">
                <a:ea typeface="宋体" panose="02010600030101010101" pitchFamily="2" charset="-122"/>
              </a:rPr>
              <a:t>* 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	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</a:t>
            </a:r>
            <a:r>
              <a:rPr lang="en-US" altLang="zh-CN" sz="2400" b="1">
                <a:ea typeface="宋体" panose="02010600030101010101" pitchFamily="2" charset="-122"/>
              </a:rPr>
              <a:t>(</a:t>
            </a:r>
            <a:r>
              <a:rPr lang="en-US" altLang="zh-CN" sz="2400" b="1" i="1">
                <a:ea typeface="宋体" panose="02010600030101010101" pitchFamily="2" charset="-122"/>
              </a:rPr>
              <a:t>R</a:t>
            </a:r>
            <a:r>
              <a:rPr lang="en-US" altLang="zh-CN" sz="2400" b="1">
                <a:ea typeface="宋体" panose="02010600030101010101" pitchFamily="2" charset="-122"/>
              </a:rPr>
              <a:t>)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	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</a:t>
            </a:r>
            <a:r>
              <a:rPr lang="en-US" altLang="zh-CN" sz="2400" b="1">
                <a:ea typeface="宋体" panose="02010600030101010101" pitchFamily="2" charset="-122"/>
              </a:rPr>
              <a:t> </a:t>
            </a:r>
            <a:r>
              <a:rPr lang="en-US" altLang="zh-CN" sz="2400" b="1" i="1">
                <a:ea typeface="宋体" panose="02010600030101010101" pitchFamily="2" charset="-122"/>
              </a:rPr>
              <a:t>a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	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</a:t>
            </a:r>
            <a:r>
              <a:rPr lang="en-US" altLang="zh-CN" sz="2400" b="1">
                <a:ea typeface="宋体" panose="02010600030101010101" pitchFamily="2" charset="-122"/>
              </a:rPr>
              <a:t> </a:t>
            </a:r>
            <a:r>
              <a:rPr lang="en-US" altLang="zh-CN" sz="2400" b="1" i="1"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36869" name="Text Box 5">
            <a:extLst>
              <a:ext uri="{FF2B5EF4-FFF2-40B4-BE49-F238E27FC236}">
                <a16:creationId xmlns:a16="http://schemas.microsoft.com/office/drawing/2014/main" id="{034C2807-2598-46CD-80CD-A00F110D1E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9612" y="1982283"/>
            <a:ext cx="2644775" cy="4194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I</a:t>
            </a:r>
            <a:r>
              <a:rPr lang="en-US" altLang="zh-CN" sz="2400" b="1" baseline="-25000">
                <a:ea typeface="宋体" panose="02010600030101010101" pitchFamily="2" charset="-122"/>
              </a:rPr>
              <a:t>1</a:t>
            </a:r>
            <a:r>
              <a:rPr lang="en-US" altLang="zh-CN" sz="2400" b="1">
                <a:ea typeface="宋体" panose="02010600030101010101" pitchFamily="2" charset="-122"/>
              </a:rPr>
              <a:t>:   </a:t>
            </a:r>
            <a:r>
              <a:rPr lang="en-US" altLang="zh-CN" sz="2400" b="1" i="1">
                <a:ea typeface="宋体" panose="02010600030101010101" pitchFamily="2" charset="-122"/>
              </a:rPr>
              <a:t>goto</a:t>
            </a:r>
            <a:r>
              <a:rPr lang="en-US" altLang="zh-CN" sz="2400" b="1">
                <a:ea typeface="宋体" panose="02010600030101010101" pitchFamily="2" charset="-122"/>
              </a:rPr>
              <a:t> ( </a:t>
            </a:r>
            <a:r>
              <a:rPr lang="en-US" altLang="zh-CN" sz="2400" b="1" i="1">
                <a:ea typeface="宋体" panose="02010600030101010101" pitchFamily="2" charset="-122"/>
              </a:rPr>
              <a:t>I</a:t>
            </a:r>
            <a:r>
              <a:rPr lang="en-US" altLang="zh-CN" sz="2400" b="1" baseline="-25000">
                <a:ea typeface="宋体" panose="02010600030101010101" pitchFamily="2" charset="-122"/>
              </a:rPr>
              <a:t>0</a:t>
            </a:r>
            <a:r>
              <a:rPr lang="en-US" altLang="zh-CN" sz="2400" b="1">
                <a:ea typeface="宋体" panose="02010600030101010101" pitchFamily="2" charset="-122"/>
              </a:rPr>
              <a:t>,  </a:t>
            </a:r>
            <a:r>
              <a:rPr lang="en-US" altLang="zh-CN" sz="2400" b="1" i="1">
                <a:ea typeface="宋体" panose="02010600030101010101" pitchFamily="2" charset="-122"/>
              </a:rPr>
              <a:t>R</a:t>
            </a:r>
            <a:r>
              <a:rPr lang="en-US" altLang="zh-CN" sz="2400" b="1">
                <a:ea typeface="宋体" panose="02010600030101010101" pitchFamily="2" charset="-122"/>
              </a:rPr>
              <a:t>)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ea typeface="宋体" panose="02010600030101010101" pitchFamily="2" charset="-122"/>
              </a:rPr>
              <a:t>	</a:t>
            </a:r>
            <a:r>
              <a:rPr lang="en-US" altLang="zh-CN" sz="2400" b="1" i="1">
                <a:ea typeface="宋体" panose="02010600030101010101" pitchFamily="2" charset="-122"/>
              </a:rPr>
              <a:t>R</a:t>
            </a:r>
            <a:r>
              <a:rPr lang="en-US" altLang="zh-CN" sz="2400" b="1" i="1"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i="1">
                <a:ea typeface="宋体" panose="02010600030101010101" pitchFamily="2" charset="-122"/>
              </a:rPr>
              <a:t>R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</a:t>
            </a:r>
            <a:r>
              <a:rPr lang="en-US" altLang="zh-CN" sz="2400" b="1" i="1">
                <a:ea typeface="宋体" panose="02010600030101010101" pitchFamily="2" charset="-122"/>
              </a:rPr>
              <a:t> 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	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>
                <a:ea typeface="宋体" panose="02010600030101010101" pitchFamily="2" charset="-122"/>
              </a:rPr>
              <a:t>R</a:t>
            </a:r>
            <a:r>
              <a:rPr lang="en-US" altLang="zh-CN" sz="2400" b="1">
                <a:ea typeface="宋体" panose="02010600030101010101" pitchFamily="2" charset="-122"/>
              </a:rPr>
              <a:t>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</a:t>
            </a:r>
            <a:r>
              <a:rPr lang="en-US" altLang="zh-CN" sz="2400" b="1">
                <a:ea typeface="宋体" panose="02010600030101010101" pitchFamily="2" charset="-122"/>
              </a:rPr>
              <a:t>‘|’ </a:t>
            </a:r>
            <a:r>
              <a:rPr lang="en-US" altLang="zh-CN" sz="2400" b="1" i="1">
                <a:ea typeface="宋体" panose="02010600030101010101" pitchFamily="2" charset="-122"/>
              </a:rPr>
              <a:t>R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	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>
                <a:ea typeface="宋体" panose="02010600030101010101" pitchFamily="2" charset="-122"/>
              </a:rPr>
              <a:t> </a:t>
            </a:r>
            <a:r>
              <a:rPr lang="en-US" altLang="zh-CN" sz="2400" b="1" i="1">
                <a:ea typeface="宋体" panose="02010600030101010101" pitchFamily="2" charset="-122"/>
              </a:rPr>
              <a:t>R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</a:t>
            </a:r>
            <a:r>
              <a:rPr lang="en-US" altLang="zh-CN" sz="2400" b="1">
                <a:ea typeface="宋体" panose="02010600030101010101" pitchFamily="2" charset="-122"/>
              </a:rPr>
              <a:t> </a:t>
            </a:r>
            <a:r>
              <a:rPr lang="en-US" altLang="zh-CN" sz="2400" b="1" i="1">
                <a:ea typeface="宋体" panose="02010600030101010101" pitchFamily="2" charset="-122"/>
              </a:rPr>
              <a:t>R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	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>
                <a:ea typeface="宋体" panose="02010600030101010101" pitchFamily="2" charset="-122"/>
              </a:rPr>
              <a:t>R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</a:t>
            </a:r>
            <a:r>
              <a:rPr lang="en-US" altLang="zh-CN" sz="2400" b="1">
                <a:ea typeface="宋体" panose="02010600030101010101" pitchFamily="2" charset="-122"/>
              </a:rPr>
              <a:t> *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	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 </a:t>
            </a:r>
            <a:r>
              <a:rPr lang="en-US" altLang="zh-CN" sz="2400" b="1" i="1">
                <a:ea typeface="宋体" panose="02010600030101010101" pitchFamily="2" charset="-122"/>
              </a:rPr>
              <a:t>R</a:t>
            </a:r>
            <a:r>
              <a:rPr lang="en-US" altLang="zh-CN" sz="2400" b="1">
                <a:ea typeface="宋体" panose="02010600030101010101" pitchFamily="2" charset="-122"/>
              </a:rPr>
              <a:t> ‘|’ </a:t>
            </a:r>
            <a:r>
              <a:rPr lang="en-US" altLang="zh-CN" sz="2400" b="1" i="1">
                <a:ea typeface="宋体" panose="02010600030101010101" pitchFamily="2" charset="-122"/>
              </a:rPr>
              <a:t>R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	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>
                <a:ea typeface="宋体" panose="02010600030101010101" pitchFamily="2" charset="-122"/>
              </a:rPr>
              <a:t>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</a:t>
            </a:r>
            <a:r>
              <a:rPr lang="en-US" altLang="zh-CN" sz="2400" b="1">
                <a:ea typeface="宋体" panose="02010600030101010101" pitchFamily="2" charset="-122"/>
              </a:rPr>
              <a:t> </a:t>
            </a:r>
            <a:r>
              <a:rPr lang="en-US" altLang="zh-CN" sz="2400" b="1" i="1">
                <a:ea typeface="宋体" panose="02010600030101010101" pitchFamily="2" charset="-122"/>
              </a:rPr>
              <a:t>RR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	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 </a:t>
            </a:r>
            <a:r>
              <a:rPr lang="en-US" altLang="zh-CN" sz="2400" b="1" i="1">
                <a:ea typeface="宋体" panose="02010600030101010101" pitchFamily="2" charset="-122"/>
              </a:rPr>
              <a:t>R</a:t>
            </a:r>
            <a:r>
              <a:rPr lang="en-US" altLang="zh-CN" sz="2400" b="1">
                <a:ea typeface="宋体" panose="02010600030101010101" pitchFamily="2" charset="-122"/>
              </a:rPr>
              <a:t>* 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	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</a:t>
            </a:r>
            <a:r>
              <a:rPr lang="en-US" altLang="zh-CN" sz="2400" b="1">
                <a:ea typeface="宋体" panose="02010600030101010101" pitchFamily="2" charset="-122"/>
              </a:rPr>
              <a:t>(</a:t>
            </a:r>
            <a:r>
              <a:rPr lang="en-US" altLang="zh-CN" sz="2400" b="1" i="1">
                <a:ea typeface="宋体" panose="02010600030101010101" pitchFamily="2" charset="-122"/>
              </a:rPr>
              <a:t>R</a:t>
            </a:r>
            <a:r>
              <a:rPr lang="en-US" altLang="zh-CN" sz="2400" b="1">
                <a:ea typeface="宋体" panose="02010600030101010101" pitchFamily="2" charset="-122"/>
              </a:rPr>
              <a:t>)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	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</a:t>
            </a:r>
            <a:r>
              <a:rPr lang="en-US" altLang="zh-CN" sz="2400" b="1">
                <a:ea typeface="宋体" panose="02010600030101010101" pitchFamily="2" charset="-122"/>
              </a:rPr>
              <a:t> </a:t>
            </a:r>
            <a:r>
              <a:rPr lang="en-US" altLang="zh-CN" sz="2400" b="1" i="1">
                <a:ea typeface="宋体" panose="02010600030101010101" pitchFamily="2" charset="-122"/>
              </a:rPr>
              <a:t>a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	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</a:t>
            </a:r>
            <a:r>
              <a:rPr lang="en-US" altLang="zh-CN" sz="2400" b="1">
                <a:ea typeface="宋体" panose="02010600030101010101" pitchFamily="2" charset="-122"/>
              </a:rPr>
              <a:t> </a:t>
            </a:r>
            <a:r>
              <a:rPr lang="en-US" altLang="zh-CN" sz="2400" b="1" i="1"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36870" name="Text Box 6">
            <a:extLst>
              <a:ext uri="{FF2B5EF4-FFF2-40B4-BE49-F238E27FC236}">
                <a16:creationId xmlns:a16="http://schemas.microsoft.com/office/drawing/2014/main" id="{0FF9055F-5E76-46FF-A9B4-6D41C3E836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7612" y="1982283"/>
            <a:ext cx="2644775" cy="30128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I</a:t>
            </a:r>
            <a:r>
              <a:rPr lang="en-US" altLang="zh-CN" sz="2400" b="1" baseline="-25000">
                <a:ea typeface="宋体" panose="02010600030101010101" pitchFamily="2" charset="-122"/>
              </a:rPr>
              <a:t>2</a:t>
            </a:r>
            <a:r>
              <a:rPr lang="en-US" altLang="zh-CN" sz="2400" b="1">
                <a:ea typeface="宋体" panose="02010600030101010101" pitchFamily="2" charset="-122"/>
              </a:rPr>
              <a:t>:   </a:t>
            </a:r>
            <a:r>
              <a:rPr lang="en-US" altLang="zh-CN" sz="2400" b="1" i="1">
                <a:ea typeface="宋体" panose="02010600030101010101" pitchFamily="2" charset="-122"/>
              </a:rPr>
              <a:t>goto</a:t>
            </a:r>
            <a:r>
              <a:rPr lang="en-US" altLang="zh-CN" sz="2400" b="1">
                <a:ea typeface="宋体" panose="02010600030101010101" pitchFamily="2" charset="-122"/>
              </a:rPr>
              <a:t> ( </a:t>
            </a:r>
            <a:r>
              <a:rPr lang="en-US" altLang="zh-CN" sz="2400" b="1" i="1">
                <a:ea typeface="宋体" panose="02010600030101010101" pitchFamily="2" charset="-122"/>
              </a:rPr>
              <a:t>I</a:t>
            </a:r>
            <a:r>
              <a:rPr lang="en-US" altLang="zh-CN" sz="2400" b="1" baseline="-25000">
                <a:ea typeface="宋体" panose="02010600030101010101" pitchFamily="2" charset="-122"/>
              </a:rPr>
              <a:t>0</a:t>
            </a:r>
            <a:r>
              <a:rPr lang="en-US" altLang="zh-CN" sz="2400" b="1">
                <a:ea typeface="宋体" panose="02010600030101010101" pitchFamily="2" charset="-122"/>
              </a:rPr>
              <a:t>,  ( )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ea typeface="宋体" panose="02010600030101010101" pitchFamily="2" charset="-122"/>
              </a:rPr>
              <a:t>	 </a:t>
            </a:r>
            <a:r>
              <a:rPr lang="en-US" altLang="zh-CN" sz="2400" b="1" i="1">
                <a:ea typeface="宋体" panose="02010600030101010101" pitchFamily="2" charset="-122"/>
              </a:rPr>
              <a:t>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>
                <a:ea typeface="宋体" panose="02010600030101010101" pitchFamily="2" charset="-122"/>
              </a:rPr>
              <a:t>(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</a:t>
            </a:r>
            <a:r>
              <a:rPr lang="en-US" altLang="zh-CN" sz="2400" b="1">
                <a:ea typeface="宋体" panose="02010600030101010101" pitchFamily="2" charset="-122"/>
              </a:rPr>
              <a:t> </a:t>
            </a:r>
            <a:r>
              <a:rPr lang="en-US" altLang="zh-CN" sz="2400" b="1" i="1">
                <a:ea typeface="宋体" panose="02010600030101010101" pitchFamily="2" charset="-122"/>
              </a:rPr>
              <a:t>R</a:t>
            </a:r>
            <a:r>
              <a:rPr lang="en-US" altLang="zh-CN" sz="2400" b="1">
                <a:ea typeface="宋体" panose="02010600030101010101" pitchFamily="2" charset="-122"/>
              </a:rPr>
              <a:t>)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	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 </a:t>
            </a:r>
            <a:r>
              <a:rPr lang="en-US" altLang="zh-CN" sz="2400" b="1" i="1">
                <a:ea typeface="宋体" panose="02010600030101010101" pitchFamily="2" charset="-122"/>
              </a:rPr>
              <a:t>R</a:t>
            </a:r>
            <a:r>
              <a:rPr lang="en-US" altLang="zh-CN" sz="2400" b="1">
                <a:ea typeface="宋体" panose="02010600030101010101" pitchFamily="2" charset="-122"/>
              </a:rPr>
              <a:t> ‘|’ </a:t>
            </a:r>
            <a:r>
              <a:rPr lang="en-US" altLang="zh-CN" sz="2400" b="1" i="1">
                <a:ea typeface="宋体" panose="02010600030101010101" pitchFamily="2" charset="-122"/>
              </a:rPr>
              <a:t>R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	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>
                <a:ea typeface="宋体" panose="02010600030101010101" pitchFamily="2" charset="-122"/>
              </a:rPr>
              <a:t>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</a:t>
            </a:r>
            <a:r>
              <a:rPr lang="en-US" altLang="zh-CN" sz="2400" b="1">
                <a:ea typeface="宋体" panose="02010600030101010101" pitchFamily="2" charset="-122"/>
              </a:rPr>
              <a:t> </a:t>
            </a:r>
            <a:r>
              <a:rPr lang="en-US" altLang="zh-CN" sz="2400" b="1" i="1">
                <a:ea typeface="宋体" panose="02010600030101010101" pitchFamily="2" charset="-122"/>
              </a:rPr>
              <a:t>RR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	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 </a:t>
            </a:r>
            <a:r>
              <a:rPr lang="en-US" altLang="zh-CN" sz="2400" b="1" i="1">
                <a:ea typeface="宋体" panose="02010600030101010101" pitchFamily="2" charset="-122"/>
              </a:rPr>
              <a:t>R</a:t>
            </a:r>
            <a:r>
              <a:rPr lang="en-US" altLang="zh-CN" sz="2400" b="1">
                <a:ea typeface="宋体" panose="02010600030101010101" pitchFamily="2" charset="-122"/>
              </a:rPr>
              <a:t>* 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	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</a:t>
            </a:r>
            <a:r>
              <a:rPr lang="en-US" altLang="zh-CN" sz="2400" b="1">
                <a:ea typeface="宋体" panose="02010600030101010101" pitchFamily="2" charset="-122"/>
              </a:rPr>
              <a:t>(</a:t>
            </a:r>
            <a:r>
              <a:rPr lang="en-US" altLang="zh-CN" sz="2400" b="1" i="1">
                <a:ea typeface="宋体" panose="02010600030101010101" pitchFamily="2" charset="-122"/>
              </a:rPr>
              <a:t>R</a:t>
            </a:r>
            <a:r>
              <a:rPr lang="en-US" altLang="zh-CN" sz="2400" b="1">
                <a:ea typeface="宋体" panose="02010600030101010101" pitchFamily="2" charset="-122"/>
              </a:rPr>
              <a:t>)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	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</a:t>
            </a:r>
            <a:r>
              <a:rPr lang="en-US" altLang="zh-CN" sz="2400" b="1">
                <a:ea typeface="宋体" panose="02010600030101010101" pitchFamily="2" charset="-122"/>
              </a:rPr>
              <a:t> </a:t>
            </a:r>
            <a:r>
              <a:rPr lang="en-US" altLang="zh-CN" sz="2400" b="1" i="1">
                <a:ea typeface="宋体" panose="02010600030101010101" pitchFamily="2" charset="-122"/>
              </a:rPr>
              <a:t>a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	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</a:t>
            </a:r>
            <a:r>
              <a:rPr lang="en-US" altLang="zh-CN" sz="2400" b="1">
                <a:ea typeface="宋体" panose="02010600030101010101" pitchFamily="2" charset="-122"/>
              </a:rPr>
              <a:t> </a:t>
            </a:r>
            <a:r>
              <a:rPr lang="en-US" altLang="zh-CN" sz="2400" b="1" i="1"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FC19AFC-C63C-17B0-8ACD-C597150C8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20B4-0D8D-44A8-AAE4-C8C47120BDAD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6F8E46E-72F1-F47F-8334-B8DE68EF3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5ADC2F-2D95-C7D4-CCA8-3581AF091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49</a:t>
            </a:fld>
            <a:endParaRPr lang="zh-CN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AEF50185-1DEE-449A-B3EE-203CDDBFE2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第三章 作业</a:t>
            </a:r>
            <a:r>
              <a:rPr lang="en-US" altLang="zh-CN" dirty="0"/>
              <a:t>14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5FCF31B-C864-4A3F-95F8-8594C8DA7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项目集规范族</a:t>
            </a:r>
          </a:p>
          <a:p>
            <a:endParaRPr lang="zh-CN" altLang="en-US" dirty="0"/>
          </a:p>
        </p:txBody>
      </p:sp>
      <p:sp>
        <p:nvSpPr>
          <p:cNvPr id="37892" name="Text Box 4">
            <a:extLst>
              <a:ext uri="{FF2B5EF4-FFF2-40B4-BE49-F238E27FC236}">
                <a16:creationId xmlns:a16="http://schemas.microsoft.com/office/drawing/2014/main" id="{12E54EA5-BC5E-4C69-A90A-4D0C033B0A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" y="2208550"/>
            <a:ext cx="2644775" cy="796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I</a:t>
            </a:r>
            <a:r>
              <a:rPr lang="en-US" altLang="zh-CN" sz="2400" b="1" baseline="-25000">
                <a:ea typeface="宋体" panose="02010600030101010101" pitchFamily="2" charset="-122"/>
              </a:rPr>
              <a:t>3</a:t>
            </a:r>
            <a:r>
              <a:rPr lang="en-US" altLang="zh-CN" sz="2400" b="1">
                <a:ea typeface="宋体" panose="02010600030101010101" pitchFamily="2" charset="-122"/>
              </a:rPr>
              <a:t>:  </a:t>
            </a:r>
            <a:r>
              <a:rPr lang="en-US" altLang="zh-CN" sz="2400" b="1" i="1">
                <a:ea typeface="宋体" panose="02010600030101010101" pitchFamily="2" charset="-122"/>
              </a:rPr>
              <a:t>goto</a:t>
            </a:r>
            <a:r>
              <a:rPr lang="en-US" altLang="zh-CN" sz="2400" b="1">
                <a:ea typeface="宋体" panose="02010600030101010101" pitchFamily="2" charset="-122"/>
              </a:rPr>
              <a:t> ( </a:t>
            </a:r>
            <a:r>
              <a:rPr lang="en-US" altLang="zh-CN" sz="2400" b="1" i="1">
                <a:ea typeface="宋体" panose="02010600030101010101" pitchFamily="2" charset="-122"/>
              </a:rPr>
              <a:t>I</a:t>
            </a:r>
            <a:r>
              <a:rPr lang="en-US" altLang="zh-CN" sz="2400" b="1" baseline="-25000">
                <a:ea typeface="宋体" panose="02010600030101010101" pitchFamily="2" charset="-122"/>
              </a:rPr>
              <a:t>0</a:t>
            </a:r>
            <a:r>
              <a:rPr lang="en-US" altLang="zh-CN" sz="2400" b="1">
                <a:ea typeface="宋体" panose="02010600030101010101" pitchFamily="2" charset="-122"/>
              </a:rPr>
              <a:t>,  </a:t>
            </a:r>
            <a:r>
              <a:rPr lang="en-US" altLang="zh-CN" sz="2400" b="1" i="1">
                <a:ea typeface="宋体" panose="02010600030101010101" pitchFamily="2" charset="-122"/>
              </a:rPr>
              <a:t>a</a:t>
            </a:r>
            <a:r>
              <a:rPr lang="en-US" altLang="zh-CN" sz="2400" b="1">
                <a:ea typeface="宋体" panose="02010600030101010101" pitchFamily="2" charset="-122"/>
              </a:rPr>
              <a:t>)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	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>
                <a:ea typeface="宋体" panose="02010600030101010101" pitchFamily="2" charset="-122"/>
              </a:rPr>
              <a:t>a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</a:t>
            </a:r>
            <a:r>
              <a:rPr lang="en-US" altLang="zh-CN" sz="2400" b="1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37893" name="Text Box 5">
            <a:extLst>
              <a:ext uri="{FF2B5EF4-FFF2-40B4-BE49-F238E27FC236}">
                <a16:creationId xmlns:a16="http://schemas.microsoft.com/office/drawing/2014/main" id="{C3D846C3-44BA-4148-8BCE-4332F6676B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" y="3351550"/>
            <a:ext cx="2644775" cy="796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I</a:t>
            </a:r>
            <a:r>
              <a:rPr lang="en-US" altLang="zh-CN" sz="2400" b="1" baseline="-25000">
                <a:ea typeface="宋体" panose="02010600030101010101" pitchFamily="2" charset="-122"/>
              </a:rPr>
              <a:t>4</a:t>
            </a:r>
            <a:r>
              <a:rPr lang="en-US" altLang="zh-CN" sz="2400" b="1">
                <a:ea typeface="宋体" panose="02010600030101010101" pitchFamily="2" charset="-122"/>
              </a:rPr>
              <a:t>: </a:t>
            </a:r>
            <a:r>
              <a:rPr lang="en-US" altLang="zh-CN" sz="2400" b="1" i="1">
                <a:ea typeface="宋体" panose="02010600030101010101" pitchFamily="2" charset="-122"/>
              </a:rPr>
              <a:t>goto</a:t>
            </a:r>
            <a:r>
              <a:rPr lang="en-US" altLang="zh-CN" sz="2400" b="1">
                <a:ea typeface="宋体" panose="02010600030101010101" pitchFamily="2" charset="-122"/>
              </a:rPr>
              <a:t> ( </a:t>
            </a:r>
            <a:r>
              <a:rPr lang="en-US" altLang="zh-CN" sz="2400" b="1" i="1">
                <a:ea typeface="宋体" panose="02010600030101010101" pitchFamily="2" charset="-122"/>
              </a:rPr>
              <a:t>I</a:t>
            </a:r>
            <a:r>
              <a:rPr lang="en-US" altLang="zh-CN" sz="2400" b="1" baseline="-25000">
                <a:ea typeface="宋体" panose="02010600030101010101" pitchFamily="2" charset="-122"/>
              </a:rPr>
              <a:t>0</a:t>
            </a:r>
            <a:r>
              <a:rPr lang="en-US" altLang="zh-CN" sz="2400" b="1">
                <a:ea typeface="宋体" panose="02010600030101010101" pitchFamily="2" charset="-122"/>
              </a:rPr>
              <a:t>,  </a:t>
            </a:r>
            <a:r>
              <a:rPr lang="en-US" altLang="zh-CN" sz="2400" b="1" i="1">
                <a:ea typeface="宋体" panose="02010600030101010101" pitchFamily="2" charset="-122"/>
              </a:rPr>
              <a:t>b</a:t>
            </a:r>
            <a:r>
              <a:rPr lang="en-US" altLang="zh-CN" sz="2400" b="1">
                <a:ea typeface="宋体" panose="02010600030101010101" pitchFamily="2" charset="-122"/>
              </a:rPr>
              <a:t>)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	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>
                <a:ea typeface="宋体" panose="02010600030101010101" pitchFamily="2" charset="-122"/>
              </a:rPr>
              <a:t>b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</a:t>
            </a:r>
            <a:r>
              <a:rPr lang="en-US" altLang="zh-CN" sz="2400" b="1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37894" name="Text Box 6">
            <a:extLst>
              <a:ext uri="{FF2B5EF4-FFF2-40B4-BE49-F238E27FC236}">
                <a16:creationId xmlns:a16="http://schemas.microsoft.com/office/drawing/2014/main" id="{B7B2C752-28F8-4505-A77E-FAC5F9C7B9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4650" y="2056150"/>
            <a:ext cx="2895600" cy="30128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I</a:t>
            </a:r>
            <a:r>
              <a:rPr lang="en-US" altLang="zh-CN" sz="2400" b="1" baseline="-25000">
                <a:ea typeface="宋体" panose="02010600030101010101" pitchFamily="2" charset="-122"/>
              </a:rPr>
              <a:t>5</a:t>
            </a:r>
            <a:r>
              <a:rPr lang="en-US" altLang="zh-CN" sz="2400" b="1">
                <a:ea typeface="宋体" panose="02010600030101010101" pitchFamily="2" charset="-122"/>
              </a:rPr>
              <a:t>:   </a:t>
            </a:r>
            <a:r>
              <a:rPr lang="en-US" altLang="zh-CN" sz="2400" b="1" i="1">
                <a:ea typeface="宋体" panose="02010600030101010101" pitchFamily="2" charset="-122"/>
              </a:rPr>
              <a:t>goto</a:t>
            </a:r>
            <a:r>
              <a:rPr lang="en-US" altLang="zh-CN" sz="2400" b="1">
                <a:ea typeface="宋体" panose="02010600030101010101" pitchFamily="2" charset="-122"/>
              </a:rPr>
              <a:t> ( </a:t>
            </a:r>
            <a:r>
              <a:rPr lang="en-US" altLang="zh-CN" sz="2400" b="1" i="1">
                <a:ea typeface="宋体" panose="02010600030101010101" pitchFamily="2" charset="-122"/>
              </a:rPr>
              <a:t>I</a:t>
            </a:r>
            <a:r>
              <a:rPr lang="en-US" altLang="zh-CN" sz="2400" b="1" baseline="-25000">
                <a:ea typeface="宋体" panose="02010600030101010101" pitchFamily="2" charset="-122"/>
              </a:rPr>
              <a:t>1</a:t>
            </a:r>
            <a:r>
              <a:rPr lang="en-US" altLang="zh-CN" sz="2400" b="1">
                <a:ea typeface="宋体" panose="02010600030101010101" pitchFamily="2" charset="-122"/>
              </a:rPr>
              <a:t>,  | )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ea typeface="宋体" panose="02010600030101010101" pitchFamily="2" charset="-122"/>
              </a:rPr>
              <a:t>	 </a:t>
            </a:r>
            <a:r>
              <a:rPr lang="en-US" altLang="zh-CN" sz="2400" b="1" i="1">
                <a:ea typeface="宋体" panose="02010600030101010101" pitchFamily="2" charset="-122"/>
              </a:rPr>
              <a:t>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>
                <a:ea typeface="宋体" panose="02010600030101010101" pitchFamily="2" charset="-122"/>
              </a:rPr>
              <a:t>R</a:t>
            </a:r>
            <a:r>
              <a:rPr lang="en-US" altLang="zh-CN" sz="2400" b="1">
                <a:ea typeface="宋体" panose="02010600030101010101" pitchFamily="2" charset="-122"/>
              </a:rPr>
              <a:t> ‘|’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</a:t>
            </a:r>
            <a:r>
              <a:rPr lang="en-US" altLang="zh-CN" sz="2400" b="1">
                <a:ea typeface="宋体" panose="02010600030101010101" pitchFamily="2" charset="-122"/>
              </a:rPr>
              <a:t> </a:t>
            </a:r>
            <a:r>
              <a:rPr lang="en-US" altLang="zh-CN" sz="2400" b="1" i="1">
                <a:ea typeface="宋体" panose="02010600030101010101" pitchFamily="2" charset="-122"/>
              </a:rPr>
              <a:t>R</a:t>
            </a:r>
            <a:r>
              <a:rPr lang="en-US" altLang="zh-CN" sz="2400" b="1">
                <a:ea typeface="宋体" panose="02010600030101010101" pitchFamily="2" charset="-122"/>
              </a:rPr>
              <a:t> </a:t>
            </a:r>
            <a:r>
              <a:rPr lang="en-US" altLang="zh-CN" sz="2400" b="1" i="1">
                <a:ea typeface="宋体" panose="02010600030101010101" pitchFamily="2" charset="-122"/>
              </a:rPr>
              <a:t>	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 </a:t>
            </a:r>
            <a:r>
              <a:rPr lang="en-US" altLang="zh-CN" sz="2400" b="1" i="1">
                <a:ea typeface="宋体" panose="02010600030101010101" pitchFamily="2" charset="-122"/>
              </a:rPr>
              <a:t>R</a:t>
            </a:r>
            <a:r>
              <a:rPr lang="en-US" altLang="zh-CN" sz="2400" b="1">
                <a:ea typeface="宋体" panose="02010600030101010101" pitchFamily="2" charset="-122"/>
              </a:rPr>
              <a:t> ‘|’ </a:t>
            </a:r>
            <a:r>
              <a:rPr lang="en-US" altLang="zh-CN" sz="2400" b="1" i="1">
                <a:ea typeface="宋体" panose="02010600030101010101" pitchFamily="2" charset="-122"/>
              </a:rPr>
              <a:t>R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	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>
                <a:ea typeface="宋体" panose="02010600030101010101" pitchFamily="2" charset="-122"/>
              </a:rPr>
              <a:t>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</a:t>
            </a:r>
            <a:r>
              <a:rPr lang="en-US" altLang="zh-CN" sz="2400" b="1">
                <a:ea typeface="宋体" panose="02010600030101010101" pitchFamily="2" charset="-122"/>
              </a:rPr>
              <a:t> </a:t>
            </a:r>
            <a:r>
              <a:rPr lang="en-US" altLang="zh-CN" sz="2400" b="1" i="1">
                <a:ea typeface="宋体" panose="02010600030101010101" pitchFamily="2" charset="-122"/>
              </a:rPr>
              <a:t>RR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	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 </a:t>
            </a:r>
            <a:r>
              <a:rPr lang="en-US" altLang="zh-CN" sz="2400" b="1" i="1">
                <a:ea typeface="宋体" panose="02010600030101010101" pitchFamily="2" charset="-122"/>
              </a:rPr>
              <a:t>R</a:t>
            </a:r>
            <a:r>
              <a:rPr lang="en-US" altLang="zh-CN" sz="2400" b="1">
                <a:ea typeface="宋体" panose="02010600030101010101" pitchFamily="2" charset="-122"/>
              </a:rPr>
              <a:t>* 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	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</a:t>
            </a:r>
            <a:r>
              <a:rPr lang="en-US" altLang="zh-CN" sz="2400" b="1">
                <a:ea typeface="宋体" panose="02010600030101010101" pitchFamily="2" charset="-122"/>
              </a:rPr>
              <a:t>(</a:t>
            </a:r>
            <a:r>
              <a:rPr lang="en-US" altLang="zh-CN" sz="2400" b="1" i="1">
                <a:ea typeface="宋体" panose="02010600030101010101" pitchFamily="2" charset="-122"/>
              </a:rPr>
              <a:t>R</a:t>
            </a:r>
            <a:r>
              <a:rPr lang="en-US" altLang="zh-CN" sz="2400" b="1">
                <a:ea typeface="宋体" panose="02010600030101010101" pitchFamily="2" charset="-122"/>
              </a:rPr>
              <a:t>)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	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</a:t>
            </a:r>
            <a:r>
              <a:rPr lang="en-US" altLang="zh-CN" sz="2400" b="1">
                <a:ea typeface="宋体" panose="02010600030101010101" pitchFamily="2" charset="-122"/>
              </a:rPr>
              <a:t> </a:t>
            </a:r>
            <a:r>
              <a:rPr lang="en-US" altLang="zh-CN" sz="2400" b="1" i="1">
                <a:ea typeface="宋体" panose="02010600030101010101" pitchFamily="2" charset="-122"/>
              </a:rPr>
              <a:t>a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	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</a:t>
            </a:r>
            <a:r>
              <a:rPr lang="en-US" altLang="zh-CN" sz="2400" b="1">
                <a:ea typeface="宋体" panose="02010600030101010101" pitchFamily="2" charset="-122"/>
              </a:rPr>
              <a:t> </a:t>
            </a:r>
            <a:r>
              <a:rPr lang="en-US" altLang="zh-CN" sz="2400" b="1" i="1"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37895" name="Text Box 7">
            <a:extLst>
              <a:ext uri="{FF2B5EF4-FFF2-40B4-BE49-F238E27FC236}">
                <a16:creationId xmlns:a16="http://schemas.microsoft.com/office/drawing/2014/main" id="{B34047AF-95B4-4ABD-9A2C-B7E54C9FF8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8850" y="2056150"/>
            <a:ext cx="2895600" cy="4120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I</a:t>
            </a:r>
            <a:r>
              <a:rPr lang="en-US" altLang="zh-CN" sz="2400" b="1" baseline="-25000">
                <a:ea typeface="宋体" panose="02010600030101010101" pitchFamily="2" charset="-122"/>
              </a:rPr>
              <a:t>6</a:t>
            </a:r>
            <a:r>
              <a:rPr lang="en-US" altLang="zh-CN" sz="2400" b="1">
                <a:ea typeface="宋体" panose="02010600030101010101" pitchFamily="2" charset="-122"/>
              </a:rPr>
              <a:t>:   </a:t>
            </a:r>
            <a:r>
              <a:rPr lang="en-US" altLang="zh-CN" sz="2400" b="1" i="1">
                <a:ea typeface="宋体" panose="02010600030101010101" pitchFamily="2" charset="-122"/>
              </a:rPr>
              <a:t>goto</a:t>
            </a:r>
            <a:r>
              <a:rPr lang="en-US" altLang="zh-CN" sz="2400" b="1">
                <a:ea typeface="宋体" panose="02010600030101010101" pitchFamily="2" charset="-122"/>
              </a:rPr>
              <a:t> ( </a:t>
            </a:r>
            <a:r>
              <a:rPr lang="en-US" altLang="zh-CN" sz="2400" b="1" i="1">
                <a:ea typeface="宋体" panose="02010600030101010101" pitchFamily="2" charset="-122"/>
              </a:rPr>
              <a:t>I</a:t>
            </a:r>
            <a:r>
              <a:rPr lang="en-US" altLang="zh-CN" sz="2400" b="1" baseline="-25000">
                <a:ea typeface="宋体" panose="02010600030101010101" pitchFamily="2" charset="-122"/>
              </a:rPr>
              <a:t>1</a:t>
            </a:r>
            <a:r>
              <a:rPr lang="en-US" altLang="zh-CN" sz="2400" b="1">
                <a:ea typeface="宋体" panose="02010600030101010101" pitchFamily="2" charset="-122"/>
              </a:rPr>
              <a:t>, </a:t>
            </a:r>
            <a:r>
              <a:rPr lang="en-US" altLang="zh-CN" sz="2400" b="1" i="1">
                <a:ea typeface="宋体" panose="02010600030101010101" pitchFamily="2" charset="-122"/>
              </a:rPr>
              <a:t>R</a:t>
            </a:r>
            <a:r>
              <a:rPr lang="en-US" altLang="zh-CN" sz="2400" b="1">
                <a:ea typeface="宋体" panose="02010600030101010101" pitchFamily="2" charset="-122"/>
              </a:rPr>
              <a:t> )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ea typeface="宋体" panose="02010600030101010101" pitchFamily="2" charset="-122"/>
              </a:rPr>
              <a:t>	</a:t>
            </a:r>
            <a:r>
              <a:rPr lang="en-US" altLang="zh-CN" sz="2400" b="1" i="1">
                <a:ea typeface="宋体" panose="02010600030101010101" pitchFamily="2" charset="-122"/>
              </a:rPr>
              <a:t>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>
                <a:ea typeface="宋体" panose="02010600030101010101" pitchFamily="2" charset="-122"/>
              </a:rPr>
              <a:t> </a:t>
            </a:r>
            <a:r>
              <a:rPr lang="en-US" altLang="zh-CN" sz="2400" b="1" i="1">
                <a:ea typeface="宋体" panose="02010600030101010101" pitchFamily="2" charset="-122"/>
              </a:rPr>
              <a:t>R</a:t>
            </a:r>
            <a:r>
              <a:rPr lang="en-US" altLang="zh-CN" sz="2400" b="1">
                <a:ea typeface="宋体" panose="02010600030101010101" pitchFamily="2" charset="-122"/>
              </a:rPr>
              <a:t> </a:t>
            </a:r>
            <a:r>
              <a:rPr lang="en-US" altLang="zh-CN" sz="2400" b="1" i="1">
                <a:ea typeface="宋体" panose="02010600030101010101" pitchFamily="2" charset="-122"/>
              </a:rPr>
              <a:t>R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</a:t>
            </a:r>
            <a:endParaRPr lang="en-US" altLang="zh-CN" sz="2400" b="1" i="1">
              <a:ea typeface="宋体" panose="02010600030101010101" pitchFamily="2" charset="-12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	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>
                <a:ea typeface="宋体" panose="02010600030101010101" pitchFamily="2" charset="-122"/>
              </a:rPr>
              <a:t>R</a:t>
            </a:r>
            <a:r>
              <a:rPr lang="en-US" altLang="zh-CN" sz="2400" b="1">
                <a:ea typeface="宋体" panose="02010600030101010101" pitchFamily="2" charset="-122"/>
              </a:rPr>
              <a:t>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</a:t>
            </a:r>
            <a:r>
              <a:rPr lang="en-US" altLang="zh-CN" sz="2400" b="1">
                <a:ea typeface="宋体" panose="02010600030101010101" pitchFamily="2" charset="-122"/>
              </a:rPr>
              <a:t>‘|’ </a:t>
            </a:r>
            <a:r>
              <a:rPr lang="en-US" altLang="zh-CN" sz="2400" b="1" i="1">
                <a:ea typeface="宋体" panose="02010600030101010101" pitchFamily="2" charset="-122"/>
              </a:rPr>
              <a:t>R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	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>
                <a:ea typeface="宋体" panose="02010600030101010101" pitchFamily="2" charset="-122"/>
              </a:rPr>
              <a:t> </a:t>
            </a:r>
            <a:r>
              <a:rPr lang="en-US" altLang="zh-CN" sz="2400" b="1" i="1">
                <a:ea typeface="宋体" panose="02010600030101010101" pitchFamily="2" charset="-122"/>
              </a:rPr>
              <a:t>R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</a:t>
            </a:r>
            <a:r>
              <a:rPr lang="en-US" altLang="zh-CN" sz="2400" b="1" i="1">
                <a:ea typeface="宋体" panose="02010600030101010101" pitchFamily="2" charset="-122"/>
              </a:rPr>
              <a:t>R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	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>
                <a:ea typeface="宋体" panose="02010600030101010101" pitchFamily="2" charset="-122"/>
              </a:rPr>
              <a:t>R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</a:t>
            </a:r>
            <a:r>
              <a:rPr lang="en-US" altLang="zh-CN" sz="2400" b="1" i="1">
                <a:ea typeface="宋体" panose="02010600030101010101" pitchFamily="2" charset="-122"/>
              </a:rPr>
              <a:t> </a:t>
            </a:r>
            <a:r>
              <a:rPr lang="en-US" altLang="zh-CN" sz="2400" b="1">
                <a:ea typeface="宋体" panose="02010600030101010101" pitchFamily="2" charset="-122"/>
              </a:rPr>
              <a:t>* 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	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 </a:t>
            </a:r>
            <a:r>
              <a:rPr lang="en-US" altLang="zh-CN" sz="2400" b="1" i="1">
                <a:ea typeface="宋体" panose="02010600030101010101" pitchFamily="2" charset="-122"/>
              </a:rPr>
              <a:t>R</a:t>
            </a:r>
            <a:r>
              <a:rPr lang="en-US" altLang="zh-CN" sz="2400" b="1">
                <a:ea typeface="宋体" panose="02010600030101010101" pitchFamily="2" charset="-122"/>
              </a:rPr>
              <a:t> ‘|’ </a:t>
            </a:r>
            <a:r>
              <a:rPr lang="en-US" altLang="zh-CN" sz="2400" b="1" i="1">
                <a:ea typeface="宋体" panose="02010600030101010101" pitchFamily="2" charset="-122"/>
              </a:rPr>
              <a:t>R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	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>
                <a:ea typeface="宋体" panose="02010600030101010101" pitchFamily="2" charset="-122"/>
              </a:rPr>
              <a:t>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</a:t>
            </a:r>
            <a:r>
              <a:rPr lang="en-US" altLang="zh-CN" sz="2400" b="1">
                <a:ea typeface="宋体" panose="02010600030101010101" pitchFamily="2" charset="-122"/>
              </a:rPr>
              <a:t> </a:t>
            </a:r>
            <a:r>
              <a:rPr lang="en-US" altLang="zh-CN" sz="2400" b="1" i="1">
                <a:ea typeface="宋体" panose="02010600030101010101" pitchFamily="2" charset="-122"/>
              </a:rPr>
              <a:t>RR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	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 </a:t>
            </a:r>
            <a:r>
              <a:rPr lang="en-US" altLang="zh-CN" sz="2400" b="1" i="1">
                <a:ea typeface="宋体" panose="02010600030101010101" pitchFamily="2" charset="-122"/>
              </a:rPr>
              <a:t>R</a:t>
            </a:r>
            <a:r>
              <a:rPr lang="en-US" altLang="zh-CN" sz="2400" b="1">
                <a:ea typeface="宋体" panose="02010600030101010101" pitchFamily="2" charset="-122"/>
              </a:rPr>
              <a:t>* 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	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</a:t>
            </a:r>
            <a:r>
              <a:rPr lang="en-US" altLang="zh-CN" sz="2400" b="1">
                <a:ea typeface="宋体" panose="02010600030101010101" pitchFamily="2" charset="-122"/>
              </a:rPr>
              <a:t>(</a:t>
            </a:r>
            <a:r>
              <a:rPr lang="en-US" altLang="zh-CN" sz="2400" b="1" i="1">
                <a:ea typeface="宋体" panose="02010600030101010101" pitchFamily="2" charset="-122"/>
              </a:rPr>
              <a:t>R</a:t>
            </a:r>
            <a:r>
              <a:rPr lang="en-US" altLang="zh-CN" sz="2400" b="1">
                <a:ea typeface="宋体" panose="02010600030101010101" pitchFamily="2" charset="-122"/>
              </a:rPr>
              <a:t>)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	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</a:t>
            </a:r>
            <a:r>
              <a:rPr lang="en-US" altLang="zh-CN" sz="2400" b="1">
                <a:ea typeface="宋体" panose="02010600030101010101" pitchFamily="2" charset="-122"/>
              </a:rPr>
              <a:t> </a:t>
            </a:r>
            <a:r>
              <a:rPr lang="en-US" altLang="zh-CN" sz="2400" b="1" i="1">
                <a:ea typeface="宋体" panose="02010600030101010101" pitchFamily="2" charset="-122"/>
              </a:rPr>
              <a:t>a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	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</a:t>
            </a:r>
            <a:r>
              <a:rPr lang="en-US" altLang="zh-CN" sz="2400" b="1">
                <a:ea typeface="宋体" panose="02010600030101010101" pitchFamily="2" charset="-122"/>
              </a:rPr>
              <a:t> </a:t>
            </a:r>
            <a:r>
              <a:rPr lang="en-US" altLang="zh-CN" sz="2400" b="1" i="1"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37896" name="Text Box 8">
            <a:extLst>
              <a:ext uri="{FF2B5EF4-FFF2-40B4-BE49-F238E27FC236}">
                <a16:creationId xmlns:a16="http://schemas.microsoft.com/office/drawing/2014/main" id="{0E8559B4-010C-4EB0-BABD-C98501DEC3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" y="4773950"/>
            <a:ext cx="2644775" cy="796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I</a:t>
            </a:r>
            <a:r>
              <a:rPr lang="en-US" altLang="zh-CN" sz="2400" b="1" baseline="-25000">
                <a:ea typeface="宋体" panose="02010600030101010101" pitchFamily="2" charset="-122"/>
              </a:rPr>
              <a:t>7</a:t>
            </a:r>
            <a:r>
              <a:rPr lang="en-US" altLang="zh-CN" sz="2400" b="1">
                <a:ea typeface="宋体" panose="02010600030101010101" pitchFamily="2" charset="-122"/>
              </a:rPr>
              <a:t>: </a:t>
            </a:r>
            <a:r>
              <a:rPr lang="en-US" altLang="zh-CN" sz="2400" b="1" i="1">
                <a:ea typeface="宋体" panose="02010600030101010101" pitchFamily="2" charset="-122"/>
              </a:rPr>
              <a:t>goto</a:t>
            </a:r>
            <a:r>
              <a:rPr lang="en-US" altLang="zh-CN" sz="2400" b="1">
                <a:ea typeface="宋体" panose="02010600030101010101" pitchFamily="2" charset="-122"/>
              </a:rPr>
              <a:t> ( </a:t>
            </a:r>
            <a:r>
              <a:rPr lang="en-US" altLang="zh-CN" sz="2400" b="1" i="1">
                <a:ea typeface="宋体" panose="02010600030101010101" pitchFamily="2" charset="-122"/>
              </a:rPr>
              <a:t>I</a:t>
            </a:r>
            <a:r>
              <a:rPr lang="en-US" altLang="zh-CN" sz="2400" b="1" baseline="-25000">
                <a:ea typeface="宋体" panose="02010600030101010101" pitchFamily="2" charset="-122"/>
              </a:rPr>
              <a:t>1</a:t>
            </a:r>
            <a:r>
              <a:rPr lang="en-US" altLang="zh-CN" sz="2400" b="1">
                <a:ea typeface="宋体" panose="02010600030101010101" pitchFamily="2" charset="-122"/>
              </a:rPr>
              <a:t>,  </a:t>
            </a:r>
            <a:r>
              <a:rPr lang="en-US" altLang="zh-CN" sz="2400" b="1" i="1">
                <a:ea typeface="宋体" panose="02010600030101010101" pitchFamily="2" charset="-122"/>
              </a:rPr>
              <a:t>*</a:t>
            </a:r>
            <a:r>
              <a:rPr lang="en-US" altLang="zh-CN" sz="2400" b="1">
                <a:ea typeface="宋体" panose="02010600030101010101" pitchFamily="2" charset="-122"/>
              </a:rPr>
              <a:t>)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	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>
                <a:ea typeface="宋体" panose="02010600030101010101" pitchFamily="2" charset="-122"/>
              </a:rPr>
              <a:t>R *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</a:t>
            </a:r>
            <a:r>
              <a:rPr lang="en-US" altLang="zh-CN" sz="2400" b="1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C4049115-C302-4C26-A639-EFF3DC1491F6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1257300"/>
            <a:ext cx="7886700" cy="49196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0C208B0-2176-B948-7FEA-590925C8D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14B27-81B8-4730-8D6E-566248D0EA2E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E0A88DB-A4B9-40CE-AD20-374F2B220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078338F-98BA-4B72-9A6B-48CF9E3E8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50</a:t>
            </a:fld>
            <a:endParaRPr lang="zh-CN" alt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3F3D63BD-306C-4546-9C1D-5ECDB39AA8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第三章 作业</a:t>
            </a:r>
            <a:r>
              <a:rPr lang="en-US" altLang="zh-CN" dirty="0"/>
              <a:t>14</a:t>
            </a:r>
            <a:endParaRPr lang="zh-CN" altLang="en-US" dirty="0"/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B14DB475-A9D2-4FEC-BFE1-8B6166D1E1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项目集规范族</a:t>
            </a:r>
          </a:p>
          <a:p>
            <a:pPr eaLnBrk="1" hangingPunct="1"/>
            <a:endParaRPr lang="zh-CN" altLang="zh-CN" dirty="0"/>
          </a:p>
        </p:txBody>
      </p:sp>
      <p:sp>
        <p:nvSpPr>
          <p:cNvPr id="38916" name="Text Box 4">
            <a:extLst>
              <a:ext uri="{FF2B5EF4-FFF2-40B4-BE49-F238E27FC236}">
                <a16:creationId xmlns:a16="http://schemas.microsoft.com/office/drawing/2014/main" id="{BABE02D8-C7F8-48EC-BFC3-A80E9309E7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057400"/>
            <a:ext cx="2895600" cy="4120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I</a:t>
            </a:r>
            <a:r>
              <a:rPr lang="en-US" altLang="zh-CN" sz="2400" b="1" baseline="-25000">
                <a:ea typeface="宋体" panose="02010600030101010101" pitchFamily="2" charset="-122"/>
              </a:rPr>
              <a:t>8</a:t>
            </a:r>
            <a:r>
              <a:rPr lang="en-US" altLang="zh-CN" sz="2400" b="1">
                <a:ea typeface="宋体" panose="02010600030101010101" pitchFamily="2" charset="-122"/>
              </a:rPr>
              <a:t>:   </a:t>
            </a:r>
            <a:r>
              <a:rPr lang="en-US" altLang="zh-CN" sz="2400" b="1" i="1">
                <a:ea typeface="宋体" panose="02010600030101010101" pitchFamily="2" charset="-122"/>
              </a:rPr>
              <a:t>goto</a:t>
            </a:r>
            <a:r>
              <a:rPr lang="en-US" altLang="zh-CN" sz="2400" b="1">
                <a:ea typeface="宋体" panose="02010600030101010101" pitchFamily="2" charset="-122"/>
              </a:rPr>
              <a:t> ( </a:t>
            </a:r>
            <a:r>
              <a:rPr lang="en-US" altLang="zh-CN" sz="2400" b="1" i="1">
                <a:ea typeface="宋体" panose="02010600030101010101" pitchFamily="2" charset="-122"/>
              </a:rPr>
              <a:t>I</a:t>
            </a:r>
            <a:r>
              <a:rPr lang="en-US" altLang="zh-CN" sz="2400" b="1" baseline="-25000">
                <a:ea typeface="宋体" panose="02010600030101010101" pitchFamily="2" charset="-122"/>
              </a:rPr>
              <a:t>2</a:t>
            </a:r>
            <a:r>
              <a:rPr lang="en-US" altLang="zh-CN" sz="2400" b="1">
                <a:ea typeface="宋体" panose="02010600030101010101" pitchFamily="2" charset="-122"/>
              </a:rPr>
              <a:t>, </a:t>
            </a:r>
            <a:r>
              <a:rPr lang="en-US" altLang="zh-CN" sz="2400" b="1" i="1">
                <a:ea typeface="宋体" panose="02010600030101010101" pitchFamily="2" charset="-122"/>
              </a:rPr>
              <a:t>R</a:t>
            </a:r>
            <a:r>
              <a:rPr lang="en-US" altLang="zh-CN" sz="2400" b="1">
                <a:ea typeface="宋体" panose="02010600030101010101" pitchFamily="2" charset="-122"/>
              </a:rPr>
              <a:t> )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ea typeface="宋体" panose="02010600030101010101" pitchFamily="2" charset="-122"/>
              </a:rPr>
              <a:t>	</a:t>
            </a:r>
            <a:r>
              <a:rPr lang="en-US" altLang="zh-CN" sz="2400" b="1" i="1">
                <a:ea typeface="宋体" panose="02010600030101010101" pitchFamily="2" charset="-122"/>
              </a:rPr>
              <a:t>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>
                <a:ea typeface="宋体" panose="02010600030101010101" pitchFamily="2" charset="-122"/>
              </a:rPr>
              <a:t>(</a:t>
            </a:r>
            <a:r>
              <a:rPr lang="en-US" altLang="zh-CN" sz="2400" b="1" i="1">
                <a:ea typeface="宋体" panose="02010600030101010101" pitchFamily="2" charset="-122"/>
              </a:rPr>
              <a:t>R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</a:t>
            </a:r>
            <a:r>
              <a:rPr lang="en-US" altLang="zh-CN" sz="2400" b="1">
                <a:ea typeface="宋体" panose="02010600030101010101" pitchFamily="2" charset="-122"/>
              </a:rPr>
              <a:t>)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	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>
                <a:ea typeface="宋体" panose="02010600030101010101" pitchFamily="2" charset="-122"/>
              </a:rPr>
              <a:t>R</a:t>
            </a:r>
            <a:r>
              <a:rPr lang="en-US" altLang="zh-CN" sz="2400" b="1">
                <a:ea typeface="宋体" panose="02010600030101010101" pitchFamily="2" charset="-122"/>
              </a:rPr>
              <a:t>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</a:t>
            </a:r>
            <a:r>
              <a:rPr lang="en-US" altLang="zh-CN" sz="2400" b="1">
                <a:ea typeface="宋体" panose="02010600030101010101" pitchFamily="2" charset="-122"/>
              </a:rPr>
              <a:t>‘|’ </a:t>
            </a:r>
            <a:r>
              <a:rPr lang="en-US" altLang="zh-CN" sz="2400" b="1" i="1">
                <a:ea typeface="宋体" panose="02010600030101010101" pitchFamily="2" charset="-122"/>
              </a:rPr>
              <a:t>R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	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>
                <a:ea typeface="宋体" panose="02010600030101010101" pitchFamily="2" charset="-122"/>
              </a:rPr>
              <a:t> </a:t>
            </a:r>
            <a:r>
              <a:rPr lang="en-US" altLang="zh-CN" sz="2400" b="1" i="1">
                <a:ea typeface="宋体" panose="02010600030101010101" pitchFamily="2" charset="-122"/>
              </a:rPr>
              <a:t>R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</a:t>
            </a:r>
            <a:r>
              <a:rPr lang="en-US" altLang="zh-CN" sz="2400" b="1" i="1">
                <a:ea typeface="宋体" panose="02010600030101010101" pitchFamily="2" charset="-122"/>
              </a:rPr>
              <a:t>R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	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>
                <a:ea typeface="宋体" panose="02010600030101010101" pitchFamily="2" charset="-122"/>
              </a:rPr>
              <a:t>R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</a:t>
            </a:r>
            <a:r>
              <a:rPr lang="en-US" altLang="zh-CN" sz="2400" b="1" i="1">
                <a:ea typeface="宋体" panose="02010600030101010101" pitchFamily="2" charset="-122"/>
              </a:rPr>
              <a:t> </a:t>
            </a:r>
            <a:r>
              <a:rPr lang="en-US" altLang="zh-CN" sz="2400" b="1">
                <a:ea typeface="宋体" panose="02010600030101010101" pitchFamily="2" charset="-122"/>
              </a:rPr>
              <a:t>* 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	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 </a:t>
            </a:r>
            <a:r>
              <a:rPr lang="en-US" altLang="zh-CN" sz="2400" b="1" i="1">
                <a:ea typeface="宋体" panose="02010600030101010101" pitchFamily="2" charset="-122"/>
              </a:rPr>
              <a:t>R</a:t>
            </a:r>
            <a:r>
              <a:rPr lang="en-US" altLang="zh-CN" sz="2400" b="1">
                <a:ea typeface="宋体" panose="02010600030101010101" pitchFamily="2" charset="-122"/>
              </a:rPr>
              <a:t> ‘|’ </a:t>
            </a:r>
            <a:r>
              <a:rPr lang="en-US" altLang="zh-CN" sz="2400" b="1" i="1">
                <a:ea typeface="宋体" panose="02010600030101010101" pitchFamily="2" charset="-122"/>
              </a:rPr>
              <a:t>R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	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>
                <a:ea typeface="宋体" panose="02010600030101010101" pitchFamily="2" charset="-122"/>
              </a:rPr>
              <a:t>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</a:t>
            </a:r>
            <a:r>
              <a:rPr lang="en-US" altLang="zh-CN" sz="2400" b="1">
                <a:ea typeface="宋体" panose="02010600030101010101" pitchFamily="2" charset="-122"/>
              </a:rPr>
              <a:t> </a:t>
            </a:r>
            <a:r>
              <a:rPr lang="en-US" altLang="zh-CN" sz="2400" b="1" i="1">
                <a:ea typeface="宋体" panose="02010600030101010101" pitchFamily="2" charset="-122"/>
              </a:rPr>
              <a:t>RR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	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 </a:t>
            </a:r>
            <a:r>
              <a:rPr lang="en-US" altLang="zh-CN" sz="2400" b="1" i="1">
                <a:ea typeface="宋体" panose="02010600030101010101" pitchFamily="2" charset="-122"/>
              </a:rPr>
              <a:t>R</a:t>
            </a:r>
            <a:r>
              <a:rPr lang="en-US" altLang="zh-CN" sz="2400" b="1">
                <a:ea typeface="宋体" panose="02010600030101010101" pitchFamily="2" charset="-122"/>
              </a:rPr>
              <a:t>* 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	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</a:t>
            </a:r>
            <a:r>
              <a:rPr lang="en-US" altLang="zh-CN" sz="2400" b="1">
                <a:ea typeface="宋体" panose="02010600030101010101" pitchFamily="2" charset="-122"/>
              </a:rPr>
              <a:t>(</a:t>
            </a:r>
            <a:r>
              <a:rPr lang="en-US" altLang="zh-CN" sz="2400" b="1" i="1">
                <a:ea typeface="宋体" panose="02010600030101010101" pitchFamily="2" charset="-122"/>
              </a:rPr>
              <a:t>R</a:t>
            </a:r>
            <a:r>
              <a:rPr lang="en-US" altLang="zh-CN" sz="2400" b="1">
                <a:ea typeface="宋体" panose="02010600030101010101" pitchFamily="2" charset="-122"/>
              </a:rPr>
              <a:t>)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	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</a:t>
            </a:r>
            <a:r>
              <a:rPr lang="en-US" altLang="zh-CN" sz="2400" b="1">
                <a:ea typeface="宋体" panose="02010600030101010101" pitchFamily="2" charset="-122"/>
              </a:rPr>
              <a:t> </a:t>
            </a:r>
            <a:r>
              <a:rPr lang="en-US" altLang="zh-CN" sz="2400" b="1" i="1">
                <a:ea typeface="宋体" panose="02010600030101010101" pitchFamily="2" charset="-122"/>
              </a:rPr>
              <a:t>a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	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</a:t>
            </a:r>
            <a:r>
              <a:rPr lang="en-US" altLang="zh-CN" sz="2400" b="1">
                <a:ea typeface="宋体" panose="02010600030101010101" pitchFamily="2" charset="-122"/>
              </a:rPr>
              <a:t> </a:t>
            </a:r>
            <a:r>
              <a:rPr lang="en-US" altLang="zh-CN" sz="2400" b="1" i="1"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38917" name="Text Box 5">
            <a:extLst>
              <a:ext uri="{FF2B5EF4-FFF2-40B4-BE49-F238E27FC236}">
                <a16:creationId xmlns:a16="http://schemas.microsoft.com/office/drawing/2014/main" id="{175A9810-A5D7-4DA9-AB27-96905A991D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2057400"/>
            <a:ext cx="2895600" cy="4120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I</a:t>
            </a:r>
            <a:r>
              <a:rPr lang="en-US" altLang="zh-CN" sz="2400" b="1" baseline="-25000">
                <a:ea typeface="宋体" panose="02010600030101010101" pitchFamily="2" charset="-122"/>
              </a:rPr>
              <a:t>9</a:t>
            </a:r>
            <a:r>
              <a:rPr lang="en-US" altLang="zh-CN" sz="2400" b="1">
                <a:ea typeface="宋体" panose="02010600030101010101" pitchFamily="2" charset="-122"/>
              </a:rPr>
              <a:t>:   </a:t>
            </a:r>
            <a:r>
              <a:rPr lang="en-US" altLang="zh-CN" sz="2400" b="1" i="1">
                <a:ea typeface="宋体" panose="02010600030101010101" pitchFamily="2" charset="-122"/>
              </a:rPr>
              <a:t>goto</a:t>
            </a:r>
            <a:r>
              <a:rPr lang="en-US" altLang="zh-CN" sz="2400" b="1">
                <a:ea typeface="宋体" panose="02010600030101010101" pitchFamily="2" charset="-122"/>
              </a:rPr>
              <a:t> ( </a:t>
            </a:r>
            <a:r>
              <a:rPr lang="en-US" altLang="zh-CN" sz="2400" b="1" i="1">
                <a:ea typeface="宋体" panose="02010600030101010101" pitchFamily="2" charset="-122"/>
              </a:rPr>
              <a:t>I</a:t>
            </a:r>
            <a:r>
              <a:rPr lang="en-US" altLang="zh-CN" sz="2400" b="1" baseline="-25000">
                <a:ea typeface="宋体" panose="02010600030101010101" pitchFamily="2" charset="-122"/>
              </a:rPr>
              <a:t>5</a:t>
            </a:r>
            <a:r>
              <a:rPr lang="en-US" altLang="zh-CN" sz="2400" b="1">
                <a:ea typeface="宋体" panose="02010600030101010101" pitchFamily="2" charset="-122"/>
              </a:rPr>
              <a:t>, </a:t>
            </a:r>
            <a:r>
              <a:rPr lang="en-US" altLang="zh-CN" sz="2400" b="1" i="1">
                <a:ea typeface="宋体" panose="02010600030101010101" pitchFamily="2" charset="-122"/>
              </a:rPr>
              <a:t>R</a:t>
            </a:r>
            <a:r>
              <a:rPr lang="en-US" altLang="zh-CN" sz="2400" b="1">
                <a:ea typeface="宋体" panose="02010600030101010101" pitchFamily="2" charset="-122"/>
              </a:rPr>
              <a:t> )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ea typeface="宋体" panose="02010600030101010101" pitchFamily="2" charset="-122"/>
              </a:rPr>
              <a:t>	</a:t>
            </a:r>
            <a:r>
              <a:rPr lang="en-US" altLang="zh-CN" sz="2400" b="1" i="1">
                <a:ea typeface="宋体" panose="02010600030101010101" pitchFamily="2" charset="-122"/>
              </a:rPr>
              <a:t>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>
                <a:ea typeface="宋体" panose="02010600030101010101" pitchFamily="2" charset="-122"/>
              </a:rPr>
              <a:t>R</a:t>
            </a:r>
            <a:r>
              <a:rPr lang="en-US" altLang="zh-CN" sz="2400" b="1">
                <a:ea typeface="宋体" panose="02010600030101010101" pitchFamily="2" charset="-122"/>
              </a:rPr>
              <a:t> ‘|’ </a:t>
            </a:r>
            <a:r>
              <a:rPr lang="en-US" altLang="zh-CN" sz="2400" b="1" i="1">
                <a:ea typeface="宋体" panose="02010600030101010101" pitchFamily="2" charset="-122"/>
              </a:rPr>
              <a:t>R</a:t>
            </a:r>
            <a:r>
              <a:rPr lang="en-US" altLang="zh-CN" sz="2400" b="1">
                <a:ea typeface="宋体" panose="02010600030101010101" pitchFamily="2" charset="-122"/>
              </a:rPr>
              <a:t>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</a:t>
            </a:r>
            <a:endParaRPr lang="en-US" altLang="zh-CN" sz="2400" b="1">
              <a:ea typeface="宋体" panose="02010600030101010101" pitchFamily="2" charset="-12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	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>
                <a:ea typeface="宋体" panose="02010600030101010101" pitchFamily="2" charset="-122"/>
              </a:rPr>
              <a:t>R</a:t>
            </a:r>
            <a:r>
              <a:rPr lang="en-US" altLang="zh-CN" sz="2400" b="1">
                <a:ea typeface="宋体" panose="02010600030101010101" pitchFamily="2" charset="-122"/>
              </a:rPr>
              <a:t>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</a:t>
            </a:r>
            <a:r>
              <a:rPr lang="en-US" altLang="zh-CN" sz="2400" b="1">
                <a:ea typeface="宋体" panose="02010600030101010101" pitchFamily="2" charset="-122"/>
              </a:rPr>
              <a:t>‘|’ </a:t>
            </a:r>
            <a:r>
              <a:rPr lang="en-US" altLang="zh-CN" sz="2400" b="1" i="1">
                <a:ea typeface="宋体" panose="02010600030101010101" pitchFamily="2" charset="-122"/>
              </a:rPr>
              <a:t>R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	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>
                <a:ea typeface="宋体" panose="02010600030101010101" pitchFamily="2" charset="-122"/>
              </a:rPr>
              <a:t> </a:t>
            </a:r>
            <a:r>
              <a:rPr lang="en-US" altLang="zh-CN" sz="2400" b="1" i="1">
                <a:ea typeface="宋体" panose="02010600030101010101" pitchFamily="2" charset="-122"/>
              </a:rPr>
              <a:t>R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</a:t>
            </a:r>
            <a:r>
              <a:rPr lang="en-US" altLang="zh-CN" sz="2400" b="1" i="1">
                <a:ea typeface="宋体" panose="02010600030101010101" pitchFamily="2" charset="-122"/>
              </a:rPr>
              <a:t>R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	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>
                <a:ea typeface="宋体" panose="02010600030101010101" pitchFamily="2" charset="-122"/>
              </a:rPr>
              <a:t>R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</a:t>
            </a:r>
            <a:r>
              <a:rPr lang="en-US" altLang="zh-CN" sz="2400" b="1" i="1">
                <a:ea typeface="宋体" panose="02010600030101010101" pitchFamily="2" charset="-122"/>
              </a:rPr>
              <a:t> </a:t>
            </a:r>
            <a:r>
              <a:rPr lang="en-US" altLang="zh-CN" sz="2400" b="1">
                <a:ea typeface="宋体" panose="02010600030101010101" pitchFamily="2" charset="-122"/>
              </a:rPr>
              <a:t>* 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	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 </a:t>
            </a:r>
            <a:r>
              <a:rPr lang="en-US" altLang="zh-CN" sz="2400" b="1" i="1">
                <a:ea typeface="宋体" panose="02010600030101010101" pitchFamily="2" charset="-122"/>
              </a:rPr>
              <a:t>R</a:t>
            </a:r>
            <a:r>
              <a:rPr lang="en-US" altLang="zh-CN" sz="2400" b="1">
                <a:ea typeface="宋体" panose="02010600030101010101" pitchFamily="2" charset="-122"/>
              </a:rPr>
              <a:t> ‘|’ </a:t>
            </a:r>
            <a:r>
              <a:rPr lang="en-US" altLang="zh-CN" sz="2400" b="1" i="1">
                <a:ea typeface="宋体" panose="02010600030101010101" pitchFamily="2" charset="-122"/>
              </a:rPr>
              <a:t>R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	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>
                <a:ea typeface="宋体" panose="02010600030101010101" pitchFamily="2" charset="-122"/>
              </a:rPr>
              <a:t>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</a:t>
            </a:r>
            <a:r>
              <a:rPr lang="en-US" altLang="zh-CN" sz="2400" b="1">
                <a:ea typeface="宋体" panose="02010600030101010101" pitchFamily="2" charset="-122"/>
              </a:rPr>
              <a:t> </a:t>
            </a:r>
            <a:r>
              <a:rPr lang="en-US" altLang="zh-CN" sz="2400" b="1" i="1">
                <a:ea typeface="宋体" panose="02010600030101010101" pitchFamily="2" charset="-122"/>
              </a:rPr>
              <a:t>RR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	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 </a:t>
            </a:r>
            <a:r>
              <a:rPr lang="en-US" altLang="zh-CN" sz="2400" b="1" i="1">
                <a:ea typeface="宋体" panose="02010600030101010101" pitchFamily="2" charset="-122"/>
              </a:rPr>
              <a:t>R</a:t>
            </a:r>
            <a:r>
              <a:rPr lang="en-US" altLang="zh-CN" sz="2400" b="1">
                <a:ea typeface="宋体" panose="02010600030101010101" pitchFamily="2" charset="-122"/>
              </a:rPr>
              <a:t>* 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	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</a:t>
            </a:r>
            <a:r>
              <a:rPr lang="en-US" altLang="zh-CN" sz="2400" b="1">
                <a:ea typeface="宋体" panose="02010600030101010101" pitchFamily="2" charset="-122"/>
              </a:rPr>
              <a:t>(</a:t>
            </a:r>
            <a:r>
              <a:rPr lang="en-US" altLang="zh-CN" sz="2400" b="1" i="1">
                <a:ea typeface="宋体" panose="02010600030101010101" pitchFamily="2" charset="-122"/>
              </a:rPr>
              <a:t>R</a:t>
            </a:r>
            <a:r>
              <a:rPr lang="en-US" altLang="zh-CN" sz="2400" b="1">
                <a:ea typeface="宋体" panose="02010600030101010101" pitchFamily="2" charset="-122"/>
              </a:rPr>
              <a:t>)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	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</a:t>
            </a:r>
            <a:r>
              <a:rPr lang="en-US" altLang="zh-CN" sz="2400" b="1">
                <a:ea typeface="宋体" panose="02010600030101010101" pitchFamily="2" charset="-122"/>
              </a:rPr>
              <a:t> </a:t>
            </a:r>
            <a:r>
              <a:rPr lang="en-US" altLang="zh-CN" sz="2400" b="1" i="1">
                <a:ea typeface="宋体" panose="02010600030101010101" pitchFamily="2" charset="-122"/>
              </a:rPr>
              <a:t>a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	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</a:t>
            </a:r>
            <a:r>
              <a:rPr lang="en-US" altLang="zh-CN" sz="2400" b="1">
                <a:ea typeface="宋体" panose="02010600030101010101" pitchFamily="2" charset="-122"/>
              </a:rPr>
              <a:t> </a:t>
            </a:r>
            <a:r>
              <a:rPr lang="en-US" altLang="zh-CN" sz="2400" b="1" i="1"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38918" name="Text Box 6">
            <a:extLst>
              <a:ext uri="{FF2B5EF4-FFF2-40B4-BE49-F238E27FC236}">
                <a16:creationId xmlns:a16="http://schemas.microsoft.com/office/drawing/2014/main" id="{BE9EC503-2A59-4754-BCAF-39020C7843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9993" y="2057400"/>
            <a:ext cx="2229828" cy="11661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I</a:t>
            </a:r>
            <a:r>
              <a:rPr lang="en-US" altLang="zh-CN" sz="2400" b="1" baseline="-25000">
                <a:ea typeface="宋体" panose="02010600030101010101" pitchFamily="2" charset="-122"/>
              </a:rPr>
              <a:t>10</a:t>
            </a:r>
            <a:r>
              <a:rPr lang="en-US" altLang="zh-CN" sz="2400" b="1">
                <a:ea typeface="宋体" panose="02010600030101010101" pitchFamily="2" charset="-122"/>
              </a:rPr>
              <a:t>:   </a:t>
            </a:r>
            <a:r>
              <a:rPr lang="en-US" altLang="zh-CN" sz="2400" b="1" i="1">
                <a:ea typeface="宋体" panose="02010600030101010101" pitchFamily="2" charset="-122"/>
              </a:rPr>
              <a:t>goto</a:t>
            </a:r>
            <a:r>
              <a:rPr lang="en-US" altLang="zh-CN" sz="2400" b="1">
                <a:ea typeface="宋体" panose="02010600030101010101" pitchFamily="2" charset="-122"/>
              </a:rPr>
              <a:t> ( </a:t>
            </a:r>
            <a:r>
              <a:rPr lang="en-US" altLang="zh-CN" sz="2400" b="1" i="1">
                <a:ea typeface="宋体" panose="02010600030101010101" pitchFamily="2" charset="-122"/>
              </a:rPr>
              <a:t>I</a:t>
            </a:r>
            <a:r>
              <a:rPr lang="en-US" altLang="zh-CN" sz="2400" b="1" baseline="-25000">
                <a:ea typeface="宋体" panose="02010600030101010101" pitchFamily="2" charset="-122"/>
              </a:rPr>
              <a:t>8</a:t>
            </a:r>
            <a:r>
              <a:rPr lang="en-US" altLang="zh-CN" sz="2400" b="1">
                <a:ea typeface="宋体" panose="02010600030101010101" pitchFamily="2" charset="-122"/>
              </a:rPr>
              <a:t>, ) )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ea typeface="宋体" panose="02010600030101010101" pitchFamily="2" charset="-122"/>
              </a:rPr>
              <a:t>	</a:t>
            </a:r>
            <a:r>
              <a:rPr lang="en-US" altLang="zh-CN" sz="2400" b="1" i="1">
                <a:ea typeface="宋体" panose="02010600030101010101" pitchFamily="2" charset="-122"/>
              </a:rPr>
              <a:t>R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>
                <a:ea typeface="宋体" panose="02010600030101010101" pitchFamily="2" charset="-122"/>
              </a:rPr>
              <a:t>(</a:t>
            </a:r>
            <a:r>
              <a:rPr lang="en-US" altLang="zh-CN" sz="2400" b="1" i="1">
                <a:ea typeface="宋体" panose="02010600030101010101" pitchFamily="2" charset="-122"/>
              </a:rPr>
              <a:t>R</a:t>
            </a:r>
            <a:r>
              <a:rPr lang="en-US" altLang="zh-CN" sz="2400" b="1">
                <a:ea typeface="宋体" panose="02010600030101010101" pitchFamily="2" charset="-122"/>
              </a:rPr>
              <a:t>) 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</a:t>
            </a:r>
            <a:endParaRPr lang="en-US" altLang="zh-CN" sz="2400" b="1">
              <a:ea typeface="宋体" panose="02010600030101010101" pitchFamily="2" charset="-12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b="1">
              <a:ea typeface="宋体" panose="02010600030101010101" pitchFamily="2" charset="-122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8EA2BD0-3FBB-786C-F268-15B0F5470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3F7CB-2A68-44D3-81EB-D6D012917BD2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0395B40-9DD1-2259-6E04-D22D9AF2E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4DA4A5-BE32-DBC4-5054-2AE2A4C60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51</a:t>
            </a:fld>
            <a:endParaRPr lang="zh-CN" alt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7FCC78FF-538B-4B1D-8105-CA98AA2AB4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第三章 作业</a:t>
            </a:r>
            <a:r>
              <a:rPr lang="en-US" altLang="zh-CN" dirty="0"/>
              <a:t>14</a:t>
            </a:r>
            <a:endParaRPr lang="zh-CN" altLang="en-US" dirty="0"/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E8151C56-E931-45E8-9BCD-F433DEB194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2800" b="1" dirty="0"/>
              <a:t>DFA</a:t>
            </a:r>
            <a:r>
              <a:rPr lang="zh-CN" altLang="en-US" sz="2800" dirty="0"/>
              <a:t>如右图：</a:t>
            </a:r>
            <a:endParaRPr lang="en-US" altLang="zh-CN" sz="2800" dirty="0"/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800" dirty="0"/>
              <a:t>（所有状态都是</a:t>
            </a:r>
            <a:endParaRPr lang="en-US" altLang="zh-CN" sz="2800" dirty="0"/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800" dirty="0"/>
              <a:t>接受状态）</a:t>
            </a:r>
          </a:p>
          <a:p>
            <a:pPr eaLnBrk="1" hangingPunct="1">
              <a:defRPr/>
            </a:pPr>
            <a:r>
              <a:rPr lang="en-US" altLang="zh-CN" sz="2800" b="1" dirty="0"/>
              <a:t>FOLLOW(</a:t>
            </a:r>
            <a:r>
              <a:rPr lang="en-US" altLang="zh-CN" sz="2800" b="1" i="1" dirty="0"/>
              <a:t>R</a:t>
            </a:r>
            <a:r>
              <a:rPr lang="en-US" altLang="zh-CN" sz="2800" b="1" dirty="0"/>
              <a:t>) = </a:t>
            </a:r>
          </a:p>
          <a:p>
            <a:pPr marL="0" indent="0" eaLnBrk="1" hangingPunct="1">
              <a:buNone/>
              <a:defRPr/>
            </a:pPr>
            <a:r>
              <a:rPr lang="en-US" altLang="zh-CN" sz="2800" b="1" dirty="0"/>
              <a:t>{|, $, *, (, ), </a:t>
            </a:r>
            <a:r>
              <a:rPr lang="en-US" altLang="zh-CN" sz="2800" b="1" i="1" dirty="0"/>
              <a:t>a</a:t>
            </a:r>
            <a:r>
              <a:rPr lang="en-US" altLang="zh-CN" sz="2800" b="1" dirty="0"/>
              <a:t>, </a:t>
            </a:r>
            <a:r>
              <a:rPr lang="en-US" altLang="zh-CN" sz="2800" b="1" i="1" dirty="0"/>
              <a:t>b</a:t>
            </a:r>
            <a:r>
              <a:rPr lang="en-US" altLang="zh-CN" sz="2800" b="1" dirty="0"/>
              <a:t>}</a:t>
            </a:r>
          </a:p>
        </p:txBody>
      </p:sp>
      <p:pic>
        <p:nvPicPr>
          <p:cNvPr id="39940" name="内容占位符 3">
            <a:extLst>
              <a:ext uri="{FF2B5EF4-FFF2-40B4-BE49-F238E27FC236}">
                <a16:creationId xmlns:a16="http://schemas.microsoft.com/office/drawing/2014/main" id="{6EFF077E-69C8-4CF5-8A42-09A94BC4F7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6862" y="1659731"/>
            <a:ext cx="5173662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1A1FF02-6312-4CBA-B4E0-C077989C8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37A76-FE9F-4542-B72C-86CD7AB39384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EBABC1C-A152-5DED-B1F6-B3E69F552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1E01C5-8478-BA89-5D5D-02EF8F689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52</a:t>
            </a:fld>
            <a:endParaRPr lang="zh-CN" alt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215C0751-B305-4F97-A27B-4BFC8734D5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第三章 作业</a:t>
            </a:r>
            <a:r>
              <a:rPr lang="en-US" altLang="zh-CN" dirty="0"/>
              <a:t>14</a:t>
            </a:r>
            <a:endParaRPr lang="zh-CN" altLang="en-US" dirty="0"/>
          </a:p>
        </p:txBody>
      </p:sp>
      <p:graphicFrame>
        <p:nvGraphicFramePr>
          <p:cNvPr id="677938" name="Group 50">
            <a:extLst>
              <a:ext uri="{FF2B5EF4-FFF2-40B4-BE49-F238E27FC236}">
                <a16:creationId xmlns:a16="http://schemas.microsoft.com/office/drawing/2014/main" id="{A98D8C46-8493-43B0-AB3B-F734940471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8193246"/>
              </p:ext>
            </p:extLst>
          </p:nvPr>
        </p:nvGraphicFramePr>
        <p:xfrm>
          <a:off x="628650" y="1257300"/>
          <a:ext cx="7886699" cy="4670427"/>
        </p:xfrm>
        <a:graphic>
          <a:graphicData uri="http://schemas.openxmlformats.org/drawingml/2006/table">
            <a:tbl>
              <a:tblPr/>
              <a:tblGrid>
                <a:gridCol w="1040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16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44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6425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状态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黑体" panose="02010609060101010101" pitchFamily="49" charset="-122"/>
                        </a:rPr>
                        <a:t>动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黑体" panose="02010609060101010101" pitchFamily="49" charset="-122"/>
                        </a:rPr>
                        <a:t>作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黑体" panose="02010609060101010101" pitchFamily="49" charset="-122"/>
                        </a:rPr>
                        <a:t>转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黑体" panose="02010609060101010101" pitchFamily="49" charset="-122"/>
                        </a:rPr>
                        <a:t>移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01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|      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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(        )      a        b       $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R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0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           s2             s3      s4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4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s5    s7     s2             s3      s4    acc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6             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50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           s2             s3      s4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56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r5   r5     r5    r5     r5      r5      r5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56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r6   r6     r6    r6     r6      r6      r6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72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5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          s2              s3      s4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CBE84E2-EB4D-EDE6-3EF9-03484E5DD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9D9C5-4C85-4BF1-849E-88DFA59AE40F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F92610C-35E5-1279-9B34-179932850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FE5568-24C0-D761-65F4-71EC13DC5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53</a:t>
            </a:fld>
            <a:endParaRPr lang="zh-CN" alt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CC30BD45-D228-437B-BD21-5783147437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第三章 作业</a:t>
            </a:r>
            <a:r>
              <a:rPr lang="en-US" altLang="zh-CN" dirty="0"/>
              <a:t>14</a:t>
            </a:r>
            <a:endParaRPr lang="zh-CN" altLang="en-US" dirty="0"/>
          </a:p>
        </p:txBody>
      </p:sp>
      <p:graphicFrame>
        <p:nvGraphicFramePr>
          <p:cNvPr id="679990" name="Group 54">
            <a:extLst>
              <a:ext uri="{FF2B5EF4-FFF2-40B4-BE49-F238E27FC236}">
                <a16:creationId xmlns:a16="http://schemas.microsoft.com/office/drawing/2014/main" id="{FE056342-B525-4B9C-A2AD-86D93CA3D5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2937084"/>
              </p:ext>
            </p:extLst>
          </p:nvPr>
        </p:nvGraphicFramePr>
        <p:xfrm>
          <a:off x="628650" y="1257300"/>
          <a:ext cx="7886699" cy="4113214"/>
        </p:xfrm>
        <a:graphic>
          <a:graphicData uri="http://schemas.openxmlformats.org/drawingml/2006/table">
            <a:tbl>
              <a:tblPr/>
              <a:tblGrid>
                <a:gridCol w="1040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16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44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6425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状态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黑体" panose="02010609060101010101" pitchFamily="49" charset="-122"/>
                        </a:rPr>
                        <a:t>动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黑体" panose="02010609060101010101" pitchFamily="49" charset="-122"/>
                        </a:rPr>
                        <a:t>作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黑体" panose="02010609060101010101" pitchFamily="49" charset="-122"/>
                        </a:rPr>
                        <a:t>转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黑体" panose="02010609060101010101" pitchFamily="49" charset="-122"/>
                        </a:rPr>
                        <a:t>移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01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|      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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(        )      a        b       $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R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0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6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s5/r2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s7/r2 s2/r2 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r2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s3/r2  s4/r2  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r2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4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r3   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r3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r3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r3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r3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r3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r3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    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50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s5     s7     s2     s10    s3      s4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56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s5/r1 s7/r1 s2/r1  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r1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s3/r1 s4/r1 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r1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56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r4   r4     r4    r4     r4      r4      r4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9BEDF4A-0CE2-8F73-EDF3-DAE7E417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4583-E2AE-4221-9E22-7E628F3A54D9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2DA4988-4D58-5C87-C5DD-24F7BB203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4DEAD1-9D0F-DC67-A731-96E3B1312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54</a:t>
            </a:fld>
            <a:endParaRPr lang="zh-CN" alt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39D88ABE-90BB-4EC1-A453-C7DA4D191E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第三章 作业</a:t>
            </a:r>
            <a:r>
              <a:rPr lang="en-US" altLang="zh-CN" dirty="0"/>
              <a:t>14</a:t>
            </a:r>
            <a:endParaRPr lang="zh-CN" altLang="en-US" dirty="0"/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1C261239-E2B6-4ADB-B337-BE2D5805C5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状态</a:t>
            </a:r>
            <a:r>
              <a:rPr lang="en-US" altLang="zh-CN" b="1" dirty="0"/>
              <a:t>6</a:t>
            </a:r>
            <a:r>
              <a:rPr lang="zh-CN" altLang="en-US" dirty="0"/>
              <a:t>中 </a:t>
            </a:r>
            <a:r>
              <a:rPr lang="en-US" altLang="zh-CN" b="1" i="1" dirty="0"/>
              <a:t>R</a:t>
            </a:r>
            <a:r>
              <a:rPr lang="en-US" altLang="zh-CN" b="1" dirty="0">
                <a:sym typeface="Symbol" panose="05050102010706020507" pitchFamily="18" charset="2"/>
              </a:rPr>
              <a:t></a:t>
            </a:r>
            <a:r>
              <a:rPr lang="en-US" altLang="zh-CN" b="1" dirty="0"/>
              <a:t> </a:t>
            </a:r>
            <a:r>
              <a:rPr lang="en-US" altLang="zh-CN" b="1" i="1" dirty="0"/>
              <a:t>R</a:t>
            </a:r>
            <a:r>
              <a:rPr lang="en-US" altLang="zh-CN" b="1" dirty="0"/>
              <a:t> </a:t>
            </a:r>
            <a:r>
              <a:rPr lang="en-US" altLang="zh-CN" b="1" i="1" dirty="0" err="1"/>
              <a:t>R</a:t>
            </a:r>
            <a:r>
              <a:rPr lang="en-US" altLang="zh-CN" b="1" i="1" dirty="0"/>
              <a:t> </a:t>
            </a:r>
            <a:r>
              <a:rPr lang="en-US" altLang="zh-CN" b="1" dirty="0">
                <a:sym typeface="Symbol" panose="05050102010706020507" pitchFamily="18" charset="2"/>
              </a:rPr>
              <a:t></a:t>
            </a:r>
            <a:r>
              <a:rPr lang="zh-CN" altLang="en-US" dirty="0">
                <a:sym typeface="Symbol" panose="05050102010706020507" pitchFamily="18" charset="2"/>
              </a:rPr>
              <a:t>，遇到</a:t>
            </a:r>
            <a:r>
              <a:rPr lang="en-US" altLang="zh-CN" b="1" dirty="0">
                <a:sym typeface="Symbol" panose="05050102010706020507" pitchFamily="18" charset="2"/>
              </a:rPr>
              <a:t>| * </a:t>
            </a:r>
            <a:r>
              <a:rPr lang="en-US" altLang="zh-CN" b="1" i="1" dirty="0">
                <a:sym typeface="Symbol" panose="05050102010706020507" pitchFamily="18" charset="2"/>
              </a:rPr>
              <a:t>a b</a:t>
            </a:r>
            <a:r>
              <a:rPr lang="en-US" altLang="zh-CN" b="1" dirty="0">
                <a:sym typeface="Symbol" panose="05050102010706020507" pitchFamily="18" charset="2"/>
              </a:rPr>
              <a:t> (</a:t>
            </a:r>
            <a:r>
              <a:rPr lang="zh-CN" altLang="en-US" dirty="0">
                <a:sym typeface="Symbol" panose="05050102010706020507" pitchFamily="18" charset="2"/>
              </a:rPr>
              <a:t>都会产生移进</a:t>
            </a:r>
            <a:r>
              <a:rPr lang="en-US" altLang="zh-CN" dirty="0">
                <a:sym typeface="Symbol" panose="05050102010706020507" pitchFamily="18" charset="2"/>
              </a:rPr>
              <a:t>-</a:t>
            </a:r>
            <a:r>
              <a:rPr lang="zh-CN" altLang="en-US" dirty="0">
                <a:sym typeface="Symbol" panose="05050102010706020507" pitchFamily="18" charset="2"/>
              </a:rPr>
              <a:t>归约冲突，但由于连接的优先级高于</a:t>
            </a:r>
            <a:r>
              <a:rPr lang="en-US" altLang="zh-CN" b="1" dirty="0">
                <a:sym typeface="Symbol" panose="05050102010706020507" pitchFamily="18" charset="2"/>
              </a:rPr>
              <a:t>|</a:t>
            </a:r>
            <a:r>
              <a:rPr lang="zh-CN" altLang="en-US" dirty="0">
                <a:sym typeface="Symbol" panose="05050102010706020507" pitchFamily="18" charset="2"/>
              </a:rPr>
              <a:t>但低于 *，且为左结合，因此只有遇到*时为移进，其它情况都为归约。</a:t>
            </a:r>
          </a:p>
          <a:p>
            <a:pPr eaLnBrk="1" hangingPunct="1"/>
            <a:r>
              <a:rPr lang="zh-CN" altLang="en-US" dirty="0">
                <a:sym typeface="Symbol" panose="05050102010706020507" pitchFamily="18" charset="2"/>
              </a:rPr>
              <a:t>状态</a:t>
            </a:r>
            <a:r>
              <a:rPr lang="en-US" altLang="zh-CN" b="1" dirty="0">
                <a:sym typeface="Symbol" panose="05050102010706020507" pitchFamily="18" charset="2"/>
              </a:rPr>
              <a:t>9</a:t>
            </a:r>
            <a:r>
              <a:rPr lang="zh-CN" altLang="en-US" dirty="0">
                <a:sym typeface="Symbol" panose="05050102010706020507" pitchFamily="18" charset="2"/>
              </a:rPr>
              <a:t>中</a:t>
            </a:r>
            <a:r>
              <a:rPr lang="en-US" altLang="zh-CN" b="1" i="1" dirty="0"/>
              <a:t>R</a:t>
            </a:r>
            <a:r>
              <a:rPr lang="en-US" altLang="zh-CN" b="1" dirty="0">
                <a:sym typeface="Symbol" panose="05050102010706020507" pitchFamily="18" charset="2"/>
              </a:rPr>
              <a:t> </a:t>
            </a:r>
            <a:r>
              <a:rPr lang="en-US" altLang="zh-CN" b="1" i="1" dirty="0"/>
              <a:t>R</a:t>
            </a:r>
            <a:r>
              <a:rPr lang="en-US" altLang="zh-CN" b="1" dirty="0"/>
              <a:t> ‘|’ </a:t>
            </a:r>
            <a:r>
              <a:rPr lang="en-US" altLang="zh-CN" b="1" i="1" dirty="0"/>
              <a:t>R</a:t>
            </a:r>
            <a:r>
              <a:rPr lang="en-US" altLang="zh-CN" b="1" dirty="0"/>
              <a:t> </a:t>
            </a:r>
            <a:r>
              <a:rPr lang="en-US" altLang="zh-CN" b="1" dirty="0">
                <a:sym typeface="Symbol" panose="05050102010706020507" pitchFamily="18" charset="2"/>
              </a:rPr>
              <a:t></a:t>
            </a:r>
            <a:r>
              <a:rPr lang="zh-CN" altLang="en-US" dirty="0">
                <a:sym typeface="Symbol" panose="05050102010706020507" pitchFamily="18" charset="2"/>
              </a:rPr>
              <a:t>，遇到</a:t>
            </a:r>
            <a:r>
              <a:rPr lang="en-US" altLang="zh-CN" b="1" dirty="0">
                <a:sym typeface="Symbol" panose="05050102010706020507" pitchFamily="18" charset="2"/>
              </a:rPr>
              <a:t>| * </a:t>
            </a:r>
            <a:r>
              <a:rPr lang="en-US" altLang="zh-CN" b="1" i="1" dirty="0">
                <a:sym typeface="Symbol" panose="05050102010706020507" pitchFamily="18" charset="2"/>
              </a:rPr>
              <a:t>a b</a:t>
            </a:r>
            <a:r>
              <a:rPr lang="en-US" altLang="zh-CN" b="1" dirty="0">
                <a:sym typeface="Symbol" panose="05050102010706020507" pitchFamily="18" charset="2"/>
              </a:rPr>
              <a:t> (</a:t>
            </a:r>
            <a:r>
              <a:rPr lang="zh-CN" altLang="en-US" dirty="0">
                <a:sym typeface="Symbol" panose="05050102010706020507" pitchFamily="18" charset="2"/>
              </a:rPr>
              <a:t>都会产生移进</a:t>
            </a:r>
            <a:r>
              <a:rPr lang="en-US" altLang="zh-CN" dirty="0">
                <a:sym typeface="Symbol" panose="05050102010706020507" pitchFamily="18" charset="2"/>
              </a:rPr>
              <a:t>-</a:t>
            </a:r>
            <a:r>
              <a:rPr lang="zh-CN" altLang="en-US" dirty="0">
                <a:sym typeface="Symbol" panose="05050102010706020507" pitchFamily="18" charset="2"/>
              </a:rPr>
              <a:t>归约冲突，但由于</a:t>
            </a:r>
            <a:r>
              <a:rPr lang="en-US" altLang="zh-CN" b="1" dirty="0">
                <a:sym typeface="Symbol" panose="05050102010706020507" pitchFamily="18" charset="2"/>
              </a:rPr>
              <a:t>| </a:t>
            </a:r>
            <a:r>
              <a:rPr lang="zh-CN" altLang="en-US" dirty="0">
                <a:sym typeface="Symbol" panose="05050102010706020507" pitchFamily="18" charset="2"/>
              </a:rPr>
              <a:t>的优先级低于连接和 *，且为左结合，因此只有 遇到 </a:t>
            </a:r>
            <a:r>
              <a:rPr lang="en-US" altLang="zh-CN" b="1" dirty="0">
                <a:sym typeface="Symbol" panose="05050102010706020507" pitchFamily="18" charset="2"/>
              </a:rPr>
              <a:t>|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zh-CN" altLang="en-US" dirty="0">
                <a:sym typeface="Symbol" panose="05050102010706020507" pitchFamily="18" charset="2"/>
              </a:rPr>
              <a:t>时为归约，其它情况都为移进。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E94EEA7-0D88-8912-3034-1F5F43F6C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DAC0A-D3F5-4AD8-9793-7BB2E4DBDD95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75529E7-B6C6-72A4-6A9E-416720C70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41541F-8B89-0662-CBB5-15DC8A7B3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55</a:t>
            </a:fld>
            <a:endParaRPr lang="zh-CN" alt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B4058175-B435-4A80-BE18-9B63622F44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第三章 作业</a:t>
            </a:r>
            <a:r>
              <a:rPr lang="en-US" altLang="zh-CN" dirty="0"/>
              <a:t>14</a:t>
            </a:r>
            <a:endParaRPr lang="zh-CN" altLang="en-US" dirty="0"/>
          </a:p>
        </p:txBody>
      </p:sp>
      <p:graphicFrame>
        <p:nvGraphicFramePr>
          <p:cNvPr id="683011" name="Group 3">
            <a:extLst>
              <a:ext uri="{FF2B5EF4-FFF2-40B4-BE49-F238E27FC236}">
                <a16:creationId xmlns:a16="http://schemas.microsoft.com/office/drawing/2014/main" id="{9358665E-74FD-49F6-8240-6AB425CDFE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062683"/>
              </p:ext>
            </p:extLst>
          </p:nvPr>
        </p:nvGraphicFramePr>
        <p:xfrm>
          <a:off x="628650" y="1257300"/>
          <a:ext cx="7886699" cy="4113214"/>
        </p:xfrm>
        <a:graphic>
          <a:graphicData uri="http://schemas.openxmlformats.org/drawingml/2006/table">
            <a:tbl>
              <a:tblPr/>
              <a:tblGrid>
                <a:gridCol w="1040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16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44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6425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状态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黑体" panose="02010609060101010101" pitchFamily="49" charset="-122"/>
                        </a:rPr>
                        <a:t>动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黑体" panose="02010609060101010101" pitchFamily="49" charset="-122"/>
                        </a:rPr>
                        <a:t>作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黑体" panose="02010609060101010101" pitchFamily="49" charset="-122"/>
                        </a:rPr>
                        <a:t>转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黑体" panose="02010609060101010101" pitchFamily="49" charset="-122"/>
                        </a:rPr>
                        <a:t>移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01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|      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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(        )      a        b       $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R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0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6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s5/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r2 s7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/r2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s2/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r2 r2 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s3/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r2 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s4/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r2  r2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4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r3   r3     r3    r3     r3      r3      r3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    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50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s5     s7     s2     s10    s3      s4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56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s5/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r1 s7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/r1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s2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/r1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r1   s3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/r1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s4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/r1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r1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56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r4   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r4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r4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r4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r4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r4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r4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0DB1168-3C81-7944-DDAE-DA0430DFD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96D0D-19EE-40F7-B71E-5EF36D564B21}" type="datetime2">
              <a:rPr lang="zh-CN" altLang="en-US" smtClean="0"/>
              <a:t>2025年4月30日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E6082D1-2857-A8F9-8E81-FD2FD0874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8C57A-E552-69C7-88F3-8D96DF7AB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56</a:t>
            </a:fld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主题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编译原理">
      <a:majorFont>
        <a:latin typeface="Times New Roman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主题1" id="{E1A4A9B1-7E4E-47AA-AA07-2768A6A8C14F}" vid="{86F4E090-C3C9-4325-B7F9-CF07F329FE49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1533</TotalTime>
  <Words>7026</Words>
  <Application>Microsoft Office PowerPoint</Application>
  <PresentationFormat>全屏显示(4:3)</PresentationFormat>
  <Paragraphs>1113</Paragraphs>
  <Slides>56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56</vt:i4>
      </vt:variant>
    </vt:vector>
  </HeadingPairs>
  <TitlesOfParts>
    <vt:vector size="64" baseType="lpstr">
      <vt:lpstr>等线</vt:lpstr>
      <vt:lpstr>黑体</vt:lpstr>
      <vt:lpstr>宋体</vt:lpstr>
      <vt:lpstr>Arial</vt:lpstr>
      <vt:lpstr>Symbol</vt:lpstr>
      <vt:lpstr>Times New Roman</vt:lpstr>
      <vt:lpstr>Wingdings</vt:lpstr>
      <vt:lpstr>主题1</vt:lpstr>
      <vt:lpstr>第三章 语法分析-作业</vt:lpstr>
      <vt:lpstr>第三章 作业1</vt:lpstr>
      <vt:lpstr>第三章 作业1</vt:lpstr>
      <vt:lpstr>第三章 作业1</vt:lpstr>
      <vt:lpstr>第三章 作业2</vt:lpstr>
      <vt:lpstr>第三章 作业2</vt:lpstr>
      <vt:lpstr>第三章 作业3</vt:lpstr>
      <vt:lpstr>第三章 作业3</vt:lpstr>
      <vt:lpstr>第三章 作业3</vt:lpstr>
      <vt:lpstr>第三章 作业4</vt:lpstr>
      <vt:lpstr>第三章 作业4</vt:lpstr>
      <vt:lpstr>第三章 作业5</vt:lpstr>
      <vt:lpstr>第三章 作业5</vt:lpstr>
      <vt:lpstr>第三章 作业6</vt:lpstr>
      <vt:lpstr>第三章 作业6</vt:lpstr>
      <vt:lpstr>第三章 作业7</vt:lpstr>
      <vt:lpstr>第三章 作业8</vt:lpstr>
      <vt:lpstr>第三章 作业8</vt:lpstr>
      <vt:lpstr>第三章 作业8</vt:lpstr>
      <vt:lpstr>第三章 作业8</vt:lpstr>
      <vt:lpstr>第三章 作业8</vt:lpstr>
      <vt:lpstr>第三章 作业8</vt:lpstr>
      <vt:lpstr>第三章 作业9</vt:lpstr>
      <vt:lpstr>第三章 作业9</vt:lpstr>
      <vt:lpstr>PowerPoint 演示文稿</vt:lpstr>
      <vt:lpstr>第三章 作业9</vt:lpstr>
      <vt:lpstr>第三章 作业9</vt:lpstr>
      <vt:lpstr>第三章 作业9</vt:lpstr>
      <vt:lpstr>第三章 作业10</vt:lpstr>
      <vt:lpstr>第三章 作业10</vt:lpstr>
      <vt:lpstr>第三章 作业10</vt:lpstr>
      <vt:lpstr>第三章 作业11</vt:lpstr>
      <vt:lpstr>第三章 作业11</vt:lpstr>
      <vt:lpstr>第三章 作业11</vt:lpstr>
      <vt:lpstr>第三章 作业11</vt:lpstr>
      <vt:lpstr>第三章 作业11</vt:lpstr>
      <vt:lpstr>第三章 作业11</vt:lpstr>
      <vt:lpstr>第三章 作业11</vt:lpstr>
      <vt:lpstr>PowerPoint 演示文稿</vt:lpstr>
      <vt:lpstr>第三章 作业11</vt:lpstr>
      <vt:lpstr>第三章 作业11</vt:lpstr>
      <vt:lpstr>第三章 作业11</vt:lpstr>
      <vt:lpstr>第三章 作业12</vt:lpstr>
      <vt:lpstr>第三章 作业12</vt:lpstr>
      <vt:lpstr>第三章 作业13</vt:lpstr>
      <vt:lpstr>第三章 作业13</vt:lpstr>
      <vt:lpstr>第三章 作业14</vt:lpstr>
      <vt:lpstr>第三章 作业14</vt:lpstr>
      <vt:lpstr>第三章 作业14</vt:lpstr>
      <vt:lpstr>第三章 作业14</vt:lpstr>
      <vt:lpstr>第三章 作业14</vt:lpstr>
      <vt:lpstr>第三章 作业14</vt:lpstr>
      <vt:lpstr>第三章 作业14</vt:lpstr>
      <vt:lpstr>第三章 作业14</vt:lpstr>
      <vt:lpstr>第三章 作业14</vt:lpstr>
      <vt:lpstr>第三章 作业14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第三章 语法分析(8)</dc:title>
  <dc:creator>欣捷</dc:creator>
  <cp:lastModifiedBy>欣捷 王</cp:lastModifiedBy>
  <cp:revision>62</cp:revision>
  <dcterms:created xsi:type="dcterms:W3CDTF">2021-04-20T06:55:23Z</dcterms:created>
  <dcterms:modified xsi:type="dcterms:W3CDTF">2025-04-30T02:57:39Z</dcterms:modified>
</cp:coreProperties>
</file>