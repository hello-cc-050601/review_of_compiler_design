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31"/>
  </p:notesMasterIdLst>
  <p:sldIdLst>
    <p:sldId id="256" r:id="rId2"/>
    <p:sldId id="1037" r:id="rId3"/>
    <p:sldId id="1138" r:id="rId4"/>
    <p:sldId id="1089" r:id="rId5"/>
    <p:sldId id="1090" r:id="rId6"/>
    <p:sldId id="1091" r:id="rId7"/>
    <p:sldId id="1092" r:id="rId8"/>
    <p:sldId id="1093" r:id="rId9"/>
    <p:sldId id="1094" r:id="rId10"/>
    <p:sldId id="1095" r:id="rId11"/>
    <p:sldId id="1096" r:id="rId12"/>
    <p:sldId id="1097" r:id="rId13"/>
    <p:sldId id="1098" r:id="rId14"/>
    <p:sldId id="1099" r:id="rId15"/>
    <p:sldId id="1100" r:id="rId16"/>
    <p:sldId id="1101" r:id="rId17"/>
    <p:sldId id="1102" r:id="rId18"/>
    <p:sldId id="1103" r:id="rId19"/>
    <p:sldId id="1104" r:id="rId20"/>
    <p:sldId id="1105" r:id="rId21"/>
    <p:sldId id="1106" r:id="rId22"/>
    <p:sldId id="1107" r:id="rId23"/>
    <p:sldId id="1141" r:id="rId24"/>
    <p:sldId id="1172" r:id="rId25"/>
    <p:sldId id="1173" r:id="rId26"/>
    <p:sldId id="1171" r:id="rId27"/>
    <p:sldId id="769" r:id="rId28"/>
    <p:sldId id="813" r:id="rId29"/>
    <p:sldId id="1175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C2DC4-9109-4930-8687-37277F6E2C12}" v="1" dt="2024-03-28T02:11:32.107"/>
    <p1510:client id="{73C48D24-E2D1-488F-B72A-C2A56798F897}" v="4" dt="2024-03-28T02:14:30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3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" y="13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王 欣捷" userId="b965477fa0aef5e6" providerId="LiveId" clId="{17451262-3CE9-4732-A0B3-D77807481737}"/>
    <pc:docChg chg="custSel addSld modSld">
      <pc:chgData name="王 欣捷" userId="b965477fa0aef5e6" providerId="LiveId" clId="{17451262-3CE9-4732-A0B3-D77807481737}" dt="2023-05-30T03:22:42.546" v="177" actId="20577"/>
      <pc:docMkLst>
        <pc:docMk/>
      </pc:docMkLst>
      <pc:sldChg chg="addSp modSp new mod modClrScheme chgLayout">
        <pc:chgData name="王 欣捷" userId="b965477fa0aef5e6" providerId="LiveId" clId="{17451262-3CE9-4732-A0B3-D77807481737}" dt="2023-05-30T03:22:42.546" v="177" actId="20577"/>
        <pc:sldMkLst>
          <pc:docMk/>
          <pc:sldMk cId="984690359" sldId="1175"/>
        </pc:sldMkLst>
        <pc:spChg chg="add mod">
          <ac:chgData name="王 欣捷" userId="b965477fa0aef5e6" providerId="LiveId" clId="{17451262-3CE9-4732-A0B3-D77807481737}" dt="2023-05-30T03:18:42.277" v="5"/>
          <ac:spMkLst>
            <pc:docMk/>
            <pc:sldMk cId="984690359" sldId="1175"/>
            <ac:spMk id="2" creationId="{B4D35F23-8161-61F6-2B40-61FA4DFE4B26}"/>
          </ac:spMkLst>
        </pc:spChg>
        <pc:spChg chg="add mod">
          <ac:chgData name="王 欣捷" userId="b965477fa0aef5e6" providerId="LiveId" clId="{17451262-3CE9-4732-A0B3-D77807481737}" dt="2023-05-30T03:22:42.546" v="177" actId="20577"/>
          <ac:spMkLst>
            <pc:docMk/>
            <pc:sldMk cId="984690359" sldId="1175"/>
            <ac:spMk id="3" creationId="{9E1A259D-B920-D947-6002-7D6BB305EAAA}"/>
          </ac:spMkLst>
        </pc:spChg>
      </pc:sldChg>
    </pc:docChg>
  </pc:docChgLst>
  <pc:docChgLst>
    <pc:chgData name="欣捷 王" userId="b965477fa0aef5e6" providerId="LiveId" clId="{73C48D24-E2D1-488F-B72A-C2A56798F897}"/>
    <pc:docChg chg="delSld modSld">
      <pc:chgData name="欣捷 王" userId="b965477fa0aef5e6" providerId="LiveId" clId="{73C48D24-E2D1-488F-B72A-C2A56798F897}" dt="2024-03-28T02:14:30.831" v="7"/>
      <pc:docMkLst>
        <pc:docMk/>
      </pc:docMkLst>
      <pc:sldChg chg="modSp mod">
        <pc:chgData name="欣捷 王" userId="b965477fa0aef5e6" providerId="LiveId" clId="{73C48D24-E2D1-488F-B72A-C2A56798F897}" dt="2024-03-28T02:14:30.831" v="7"/>
        <pc:sldMkLst>
          <pc:docMk/>
          <pc:sldMk cId="2470898374" sldId="256"/>
        </pc:sldMkLst>
        <pc:spChg chg="mod">
          <ac:chgData name="欣捷 王" userId="b965477fa0aef5e6" providerId="LiveId" clId="{73C48D24-E2D1-488F-B72A-C2A56798F897}" dt="2024-03-28T02:14:30.831" v="7"/>
          <ac:spMkLst>
            <pc:docMk/>
            <pc:sldMk cId="2470898374" sldId="256"/>
            <ac:spMk id="2" creationId="{E7DC3515-54D4-4A44-A409-1AD3C10C63ED}"/>
          </ac:spMkLst>
        </pc:spChg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74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75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76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77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78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3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4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5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88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9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89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1458318623" sldId="897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1893429364" sldId="93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940061078" sldId="93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937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93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94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944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96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96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2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3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5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7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8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8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8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83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87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088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11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113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127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516213771" sldId="113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1844201406" sldId="114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4223351651" sldId="1145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962178428" sldId="115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2813883607" sldId="1158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740059661" sldId="115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618475896" sldId="116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2042943240" sldId="1161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272006686" sldId="1162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2547034749" sldId="1163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771280182" sldId="1165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2692631" sldId="1166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628184232" sldId="1167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1528587018" sldId="1168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3168183637" sldId="1169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1630523457" sldId="1170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1897651254" sldId="1174"/>
        </pc:sldMkLst>
      </pc:sldChg>
      <pc:sldChg chg="del">
        <pc:chgData name="欣捷 王" userId="b965477fa0aef5e6" providerId="LiveId" clId="{73C48D24-E2D1-488F-B72A-C2A56798F897}" dt="2024-03-28T02:14:05.899" v="0" actId="47"/>
        <pc:sldMkLst>
          <pc:docMk/>
          <pc:sldMk cId="0" sldId="1176"/>
        </pc:sldMkLst>
      </pc:sldChg>
    </pc:docChg>
  </pc:docChgLst>
  <pc:docChgLst>
    <pc:chgData name="王 欣捷" userId="b965477fa0aef5e6" providerId="LiveId" clId="{6B25E3A0-8D13-427B-91C6-98F6CF017510}"/>
    <pc:docChg chg="undo redo custSel addSld delSld modSld sldOrd">
      <pc:chgData name="王 欣捷" userId="b965477fa0aef5e6" providerId="LiveId" clId="{6B25E3A0-8D13-427B-91C6-98F6CF017510}" dt="2021-04-20T14:19:47.465" v="1513" actId="20577"/>
      <pc:docMkLst>
        <pc:docMk/>
      </pc:docMkLst>
      <pc:sldChg chg="del">
        <pc:chgData name="王 欣捷" userId="b965477fa0aef5e6" providerId="LiveId" clId="{6B25E3A0-8D13-427B-91C6-98F6CF017510}" dt="2021-04-20T13:08:17.013" v="389" actId="47"/>
        <pc:sldMkLst>
          <pc:docMk/>
          <pc:sldMk cId="0" sldId="935"/>
        </pc:sldMkLst>
      </pc:sldChg>
      <pc:sldChg chg="del">
        <pc:chgData name="王 欣捷" userId="b965477fa0aef5e6" providerId="LiveId" clId="{6B25E3A0-8D13-427B-91C6-98F6CF017510}" dt="2021-04-20T13:08:18.638" v="390" actId="47"/>
        <pc:sldMkLst>
          <pc:docMk/>
          <pc:sldMk cId="0" sldId="936"/>
        </pc:sldMkLst>
      </pc:sldChg>
      <pc:sldChg chg="del">
        <pc:chgData name="王 欣捷" userId="b965477fa0aef5e6" providerId="LiveId" clId="{6B25E3A0-8D13-427B-91C6-98F6CF017510}" dt="2021-04-20T13:55:36.044" v="1045" actId="47"/>
        <pc:sldMkLst>
          <pc:docMk/>
          <pc:sldMk cId="0" sldId="938"/>
        </pc:sldMkLst>
      </pc:sldChg>
      <pc:sldChg chg="del">
        <pc:chgData name="王 欣捷" userId="b965477fa0aef5e6" providerId="LiveId" clId="{6B25E3A0-8D13-427B-91C6-98F6CF017510}" dt="2021-04-20T14:09:57.154" v="1318" actId="47"/>
        <pc:sldMkLst>
          <pc:docMk/>
          <pc:sldMk cId="0" sldId="940"/>
        </pc:sldMkLst>
      </pc:sldChg>
      <pc:sldChg chg="del">
        <pc:chgData name="王 欣捷" userId="b965477fa0aef5e6" providerId="LiveId" clId="{6B25E3A0-8D13-427B-91C6-98F6CF017510}" dt="2021-04-20T14:13:44.761" v="1393" actId="47"/>
        <pc:sldMkLst>
          <pc:docMk/>
          <pc:sldMk cId="0" sldId="942"/>
        </pc:sldMkLst>
      </pc:sldChg>
      <pc:sldChg chg="add del">
        <pc:chgData name="王 欣捷" userId="b965477fa0aef5e6" providerId="LiveId" clId="{6B25E3A0-8D13-427B-91C6-98F6CF017510}" dt="2021-04-20T14:13:45.610" v="1394" actId="47"/>
        <pc:sldMkLst>
          <pc:docMk/>
          <pc:sldMk cId="0" sldId="943"/>
        </pc:sldMkLst>
      </pc:sldChg>
      <pc:sldChg chg="del">
        <pc:chgData name="王 欣捷" userId="b965477fa0aef5e6" providerId="LiveId" clId="{6B25E3A0-8D13-427B-91C6-98F6CF017510}" dt="2021-04-20T14:16:03.024" v="1439" actId="47"/>
        <pc:sldMkLst>
          <pc:docMk/>
          <pc:sldMk cId="0" sldId="945"/>
        </pc:sldMkLst>
      </pc:sldChg>
      <pc:sldChg chg="del">
        <pc:chgData name="王 欣捷" userId="b965477fa0aef5e6" providerId="LiveId" clId="{6B25E3A0-8D13-427B-91C6-98F6CF017510}" dt="2021-04-20T14:19:07.930" v="1512" actId="47"/>
        <pc:sldMkLst>
          <pc:docMk/>
          <pc:sldMk cId="0" sldId="946"/>
        </pc:sldMkLst>
      </pc:sldChg>
      <pc:sldChg chg="del">
        <pc:chgData name="王 欣捷" userId="b965477fa0aef5e6" providerId="LiveId" clId="{6B25E3A0-8D13-427B-91C6-98F6CF017510}" dt="2021-04-20T14:19:07.930" v="1512" actId="47"/>
        <pc:sldMkLst>
          <pc:docMk/>
          <pc:sldMk cId="0" sldId="947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0" sldId="955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6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7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8"/>
        </pc:sldMkLst>
      </pc:sldChg>
      <pc:sldChg chg="del">
        <pc:chgData name="王 欣捷" userId="b965477fa0aef5e6" providerId="LiveId" clId="{6B25E3A0-8D13-427B-91C6-98F6CF017510}" dt="2021-04-20T13:14:23.567" v="427" actId="47"/>
        <pc:sldMkLst>
          <pc:docMk/>
          <pc:sldMk cId="0" sldId="959"/>
        </pc:sldMkLst>
      </pc:sldChg>
      <pc:sldChg chg="addSp delSp modSp mod modClrScheme modAnim chgLayout">
        <pc:chgData name="王 欣捷" userId="b965477fa0aef5e6" providerId="LiveId" clId="{6B25E3A0-8D13-427B-91C6-98F6CF017510}" dt="2021-04-20T13:16:49.922" v="491"/>
        <pc:sldMkLst>
          <pc:docMk/>
          <pc:sldMk cId="0" sldId="960"/>
        </pc:sldMkLst>
        <pc:spChg chg="add del mod">
          <ac:chgData name="王 欣捷" userId="b965477fa0aef5e6" providerId="LiveId" clId="{6B25E3A0-8D13-427B-91C6-98F6CF017510}" dt="2021-04-20T13:14:27.936" v="429" actId="21"/>
          <ac:spMkLst>
            <pc:docMk/>
            <pc:sldMk cId="0" sldId="960"/>
            <ac:spMk id="3" creationId="{EC2DE26E-C153-475E-96BD-E1ACC12C1A3B}"/>
          </ac:spMkLst>
        </pc:spChg>
        <pc:spChg chg="add del mod ord">
          <ac:chgData name="王 欣捷" userId="b965477fa0aef5e6" providerId="LiveId" clId="{6B25E3A0-8D13-427B-91C6-98F6CF017510}" dt="2021-04-20T13:14:30.960" v="431" actId="700"/>
          <ac:spMkLst>
            <pc:docMk/>
            <pc:sldMk cId="0" sldId="960"/>
            <ac:spMk id="5" creationId="{75E2B365-DCB2-45C8-9654-7596D4B3F946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1" creationId="{4E961AEC-201E-4F11-9D73-4FA4A459A034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2" creationId="{2A4AD180-0A46-4F9F-9860-CE446D8D87E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3" creationId="{2D4BADC1-3083-4136-B29B-FED17956ED8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4" creationId="{ADD2B8ED-215E-440F-9418-9D1601C6405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5" creationId="{8A473652-BE70-40F5-8D6B-A9CB3BA128F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6" creationId="{83D08D61-7479-4AB5-9A93-B05F9354D40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7" creationId="{7CFE2769-90E3-4D4E-8437-E6F70B78E54B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8" creationId="{E8EE1921-8059-426F-AD0A-70B922417AEB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19" creationId="{60DBD097-0429-4A85-87EE-5CC9E526E22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0" creationId="{FCC67AA0-3874-4B0A-B6B8-0DA27CD7FCB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1" creationId="{9F61E2F5-8958-43D4-9BC2-F395DF2AAF6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2" creationId="{D42A2DFB-7081-46A8-B4BF-3A4F66DD880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3" creationId="{11D0E16B-AA22-4EDB-86C9-1CB848013BB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4" creationId="{6D9634A7-6DE0-4521-A06C-D3F68BF1862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5" creationId="{8F6F6D84-10B1-4EDD-BA50-7E5A969BA758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6" creationId="{6FB112A1-0D58-44FE-9D58-E458E052E570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7" creationId="{8D4970C0-4EE2-4767-946C-E1C06598972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29" creationId="{47D93BFC-9A2F-420F-8949-7475BF3B336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0" creationId="{983FABFC-7944-44F7-B307-0B4A9B909DC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1" creationId="{BECFDE40-87FD-411B-A970-B54BD6D98E44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2" creationId="{DD509894-70EB-4641-9CDC-C7C6B656E0E7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3" creationId="{D21D6F19-7871-4716-839F-1A9AF050722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4" creationId="{0D1A953A-43FD-49B8-9FA6-0BEFDA69F472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5" creationId="{2C03B295-C59E-431A-BBD5-AFDBA535344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7" creationId="{E66B0C42-51B2-4B79-AE72-D9B6F7A0121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8" creationId="{485A96A2-6202-43BD-A980-7A0A2A1C958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39" creationId="{EC556852-201F-4F72-A59E-0A2359FFE9A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0" creationId="{9FF7E9B2-7167-4E52-BB92-1CB3293CD6A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1" creationId="{A3150FF1-836E-4A6C-8814-D49DF14CCFB9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2" creationId="{E2A247F2-DB99-4BBB-B18D-57DE45722605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3" creationId="{274A9CE3-C7C5-454E-9A3D-3BCA8B3694C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5" creationId="{CC6D98C4-E285-4D95-A140-6C298DFFB07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6" creationId="{91ED5100-7E64-4954-8FDB-4F5044C9DEF7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7" creationId="{1D5E413D-0695-4999-A696-F9133ACA8FA9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8" creationId="{57DA407F-5D90-40EA-9DD1-B63223DE3CB5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49" creationId="{0A4A00B3-99C6-459A-A4EA-DB8E85056029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0" creationId="{271328D4-7934-4FDB-BCCE-858F65AE7B0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1" creationId="{2B2AA360-AB13-4541-BEDE-A6CF7ED1C2C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2" creationId="{2B71E3CB-6AEF-4991-ACD0-FAA9FA8B61F1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3" creationId="{8BC59514-D7F5-49FC-AF57-55407971A79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5" creationId="{932D12F9-96E5-475A-A1EA-8D2C537A099A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6" creationId="{6935D018-BBB5-432C-85D7-F47DC4B1E4D7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7" creationId="{538E43DD-D6C0-4F05-860B-440D8C1931AE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8" creationId="{34CCB015-09F3-498E-900A-333ECFD6E66B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59" creationId="{82E8783D-5DED-4367-B439-5215B0B1E62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0" creationId="{81B3E52B-5B19-4A20-9D3A-C60EFC3298C6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1" creationId="{FB3A8741-5E2A-4AB6-A24A-23DF1F80DB6C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2" creationId="{FD05EA31-CFE6-420A-8CD5-99F3DFC728EF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3" creationId="{C906D85F-3F08-42A6-A1FF-99FE2D68D214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5" creationId="{CC727957-BB36-4F57-AEF4-05AD65279A1D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6" creationId="{61F2B5BB-604A-48DA-8AC4-D6AC006D7A13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7" creationId="{F3811991-9313-45A6-B485-6C96D4BC2045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8" creationId="{008052FF-8121-41E7-8512-AC35713659C2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69" creationId="{9F855086-18FE-4240-AB31-0C8E24E54762}"/>
          </ac:spMkLst>
        </pc:spChg>
        <pc:spChg chg="mod">
          <ac:chgData name="王 欣捷" userId="b965477fa0aef5e6" providerId="LiveId" clId="{6B25E3A0-8D13-427B-91C6-98F6CF017510}" dt="2021-04-20T13:16:00.888" v="482" actId="1038"/>
          <ac:spMkLst>
            <pc:docMk/>
            <pc:sldMk cId="0" sldId="960"/>
            <ac:spMk id="70" creationId="{CB2032B3-1301-4FFA-9F31-E69FCCE8E6DE}"/>
          </ac:spMkLst>
        </pc:spChg>
        <pc:spChg chg="mod ord">
          <ac:chgData name="王 欣捷" userId="b965477fa0aef5e6" providerId="LiveId" clId="{6B25E3A0-8D13-427B-91C6-98F6CF017510}" dt="2021-04-20T13:14:30.960" v="431" actId="700"/>
          <ac:spMkLst>
            <pc:docMk/>
            <pc:sldMk cId="0" sldId="960"/>
            <ac:spMk id="68610" creationId="{FCF627FA-E208-40D5-97E0-90077863FC2F}"/>
          </ac:spMkLst>
        </pc:spChg>
        <pc:spChg chg="mod ord">
          <ac:chgData name="王 欣捷" userId="b965477fa0aef5e6" providerId="LiveId" clId="{6B25E3A0-8D13-427B-91C6-98F6CF017510}" dt="2021-04-20T13:16:22.068" v="487" actId="20577"/>
          <ac:spMkLst>
            <pc:docMk/>
            <pc:sldMk cId="0" sldId="960"/>
            <ac:spMk id="68611" creationId="{C45CFE14-D59E-4A35-936E-710342AAD8D2}"/>
          </ac:spMkLst>
        </pc:s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10" creationId="{2EB6E117-BA42-4CD3-8F97-5023A1EE6503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28" creationId="{BFFAA2BB-CF42-4ACF-AEE1-42F3C3A1FEC7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36" creationId="{EA9D4878-E46D-41FE-B2AA-E67E473AA3CE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44" creationId="{56A048D7-3ECC-412E-8C98-74F9BBF60D5D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54" creationId="{DB87A4B4-0D58-459B-B37D-C5A4D3959BE3}"/>
          </ac:grpSpMkLst>
        </pc:grpChg>
        <pc:grpChg chg="add mod">
          <ac:chgData name="王 欣捷" userId="b965477fa0aef5e6" providerId="LiveId" clId="{6B25E3A0-8D13-427B-91C6-98F6CF017510}" dt="2021-04-20T13:16:00.888" v="482" actId="1038"/>
          <ac:grpSpMkLst>
            <pc:docMk/>
            <pc:sldMk cId="0" sldId="960"/>
            <ac:grpSpMk id="64" creationId="{9F6E0258-BFAE-48F1-A7FB-45FE4D4A6750}"/>
          </ac:grpSpMkLst>
        </pc:grpChg>
        <pc:graphicFrameChg chg="add del mod modGraphic">
          <ac:chgData name="王 欣捷" userId="b965477fa0aef5e6" providerId="LiveId" clId="{6B25E3A0-8D13-427B-91C6-98F6CF017510}" dt="2021-04-20T13:16:07.440" v="483" actId="478"/>
          <ac:graphicFrameMkLst>
            <pc:docMk/>
            <pc:sldMk cId="0" sldId="960"/>
            <ac:graphicFrameMk id="9" creationId="{D436AF82-9558-4D93-B393-C8EA6D421FE5}"/>
          </ac:graphicFrameMkLst>
        </pc:graphicFrameChg>
        <pc:graphicFrameChg chg="add del">
          <ac:chgData name="王 欣捷" userId="b965477fa0aef5e6" providerId="LiveId" clId="{6B25E3A0-8D13-427B-91C6-98F6CF017510}" dt="2021-04-20T13:14:29.111" v="430" actId="21"/>
          <ac:graphicFrameMkLst>
            <pc:docMk/>
            <pc:sldMk cId="0" sldId="960"/>
            <ac:graphicFrameMk id="808964" creationId="{40242341-B7B6-4C26-BD47-3939901F14D1}"/>
          </ac:graphicFrameMkLst>
        </pc:graphicFrameChg>
      </pc:sldChg>
      <pc:sldChg chg="addSp delSp modSp mod chgLayout">
        <pc:chgData name="王 欣捷" userId="b965477fa0aef5e6" providerId="LiveId" clId="{6B25E3A0-8D13-427B-91C6-98F6CF017510}" dt="2021-04-20T13:47:13.753" v="879" actId="113"/>
        <pc:sldMkLst>
          <pc:docMk/>
          <pc:sldMk cId="0" sldId="962"/>
        </pc:sldMkLst>
        <pc:spChg chg="add del mod">
          <ac:chgData name="王 欣捷" userId="b965477fa0aef5e6" providerId="LiveId" clId="{6B25E3A0-8D13-427B-91C6-98F6CF017510}" dt="2021-04-20T13:46:48.982" v="870" actId="6264"/>
          <ac:spMkLst>
            <pc:docMk/>
            <pc:sldMk cId="0" sldId="962"/>
            <ac:spMk id="2" creationId="{ACED3F01-2387-446E-AC6A-E6878A7021AD}"/>
          </ac:spMkLst>
        </pc:spChg>
        <pc:spChg chg="add del mod">
          <ac:chgData name="王 欣捷" userId="b965477fa0aef5e6" providerId="LiveId" clId="{6B25E3A0-8D13-427B-91C6-98F6CF017510}" dt="2021-04-20T13:46:48.982" v="870" actId="6264"/>
          <ac:spMkLst>
            <pc:docMk/>
            <pc:sldMk cId="0" sldId="962"/>
            <ac:spMk id="3" creationId="{0AED8BB3-6BCC-465A-8C6C-1A8D3ABAE78B}"/>
          </ac:spMkLst>
        </pc:spChg>
        <pc:spChg chg="mod ord">
          <ac:chgData name="王 欣捷" userId="b965477fa0aef5e6" providerId="LiveId" clId="{6B25E3A0-8D13-427B-91C6-98F6CF017510}" dt="2021-04-20T13:46:48.982" v="870" actId="6264"/>
          <ac:spMkLst>
            <pc:docMk/>
            <pc:sldMk cId="0" sldId="962"/>
            <ac:spMk id="30722" creationId="{E2B84779-F6AC-4BAD-A1E5-A758C1532E65}"/>
          </ac:spMkLst>
        </pc:spChg>
        <pc:spChg chg="mod ord">
          <ac:chgData name="王 欣捷" userId="b965477fa0aef5e6" providerId="LiveId" clId="{6B25E3A0-8D13-427B-91C6-98F6CF017510}" dt="2021-04-20T13:47:13.753" v="879" actId="113"/>
          <ac:spMkLst>
            <pc:docMk/>
            <pc:sldMk cId="0" sldId="962"/>
            <ac:spMk id="30723" creationId="{A6CADA6A-23BE-40F6-B6A2-A7A29A15497B}"/>
          </ac:spMkLst>
        </pc:spChg>
      </pc:sldChg>
      <pc:sldChg chg="del ord">
        <pc:chgData name="王 欣捷" userId="b965477fa0aef5e6" providerId="LiveId" clId="{6B25E3A0-8D13-427B-91C6-98F6CF017510}" dt="2021-04-20T13:46:29.446" v="864" actId="47"/>
        <pc:sldMkLst>
          <pc:docMk/>
          <pc:sldMk cId="0" sldId="963"/>
        </pc:sldMkLst>
      </pc:sldChg>
      <pc:sldChg chg="del">
        <pc:chgData name="王 欣捷" userId="b965477fa0aef5e6" providerId="LiveId" clId="{6B25E3A0-8D13-427B-91C6-98F6CF017510}" dt="2021-04-20T13:50:56.886" v="927" actId="47"/>
        <pc:sldMkLst>
          <pc:docMk/>
          <pc:sldMk cId="0" sldId="964"/>
        </pc:sldMkLst>
      </pc:sldChg>
      <pc:sldChg chg="del">
        <pc:chgData name="王 欣捷" userId="b965477fa0aef5e6" providerId="LiveId" clId="{6B25E3A0-8D13-427B-91C6-98F6CF017510}" dt="2021-04-20T13:50:56.886" v="927" actId="47"/>
        <pc:sldMkLst>
          <pc:docMk/>
          <pc:sldMk cId="0" sldId="965"/>
        </pc:sldMkLst>
      </pc:sldChg>
      <pc:sldChg chg="del">
        <pc:chgData name="王 欣捷" userId="b965477fa0aef5e6" providerId="LiveId" clId="{6B25E3A0-8D13-427B-91C6-98F6CF017510}" dt="2021-04-20T13:57:42.299" v="1078" actId="47"/>
        <pc:sldMkLst>
          <pc:docMk/>
          <pc:sldMk cId="0" sldId="966"/>
        </pc:sldMkLst>
      </pc:sldChg>
      <pc:sldChg chg="del">
        <pc:chgData name="王 欣捷" userId="b965477fa0aef5e6" providerId="LiveId" clId="{6B25E3A0-8D13-427B-91C6-98F6CF017510}" dt="2021-04-20T13:57:42.299" v="1078" actId="47"/>
        <pc:sldMkLst>
          <pc:docMk/>
          <pc:sldMk cId="0" sldId="967"/>
        </pc:sldMkLst>
      </pc:sldChg>
      <pc:sldChg chg="del">
        <pc:chgData name="王 欣捷" userId="b965477fa0aef5e6" providerId="LiveId" clId="{6B25E3A0-8D13-427B-91C6-98F6CF017510}" dt="2021-04-20T14:10:55.281" v="1324" actId="47"/>
        <pc:sldMkLst>
          <pc:docMk/>
          <pc:sldMk cId="0" sldId="968"/>
        </pc:sldMkLst>
      </pc:sldChg>
      <pc:sldChg chg="del">
        <pc:chgData name="王 欣捷" userId="b965477fa0aef5e6" providerId="LiveId" clId="{6B25E3A0-8D13-427B-91C6-98F6CF017510}" dt="2021-04-20T14:10:55.281" v="1324" actId="47"/>
        <pc:sldMkLst>
          <pc:docMk/>
          <pc:sldMk cId="0" sldId="969"/>
        </pc:sldMkLst>
      </pc:sldChg>
      <pc:sldChg chg="del">
        <pc:chgData name="王 欣捷" userId="b965477fa0aef5e6" providerId="LiveId" clId="{6B25E3A0-8D13-427B-91C6-98F6CF017510}" dt="2021-04-20T14:14:04.852" v="1396" actId="47"/>
        <pc:sldMkLst>
          <pc:docMk/>
          <pc:sldMk cId="0" sldId="971"/>
        </pc:sldMkLst>
      </pc:sldChg>
      <pc:sldChg chg="modSp mod">
        <pc:chgData name="王 欣捷" userId="b965477fa0aef5e6" providerId="LiveId" clId="{6B25E3A0-8D13-427B-91C6-98F6CF017510}" dt="2021-04-20T13:22:53.797" v="527" actId="113"/>
        <pc:sldMkLst>
          <pc:docMk/>
          <pc:sldMk cId="0" sldId="1080"/>
        </pc:sldMkLst>
        <pc:spChg chg="mod">
          <ac:chgData name="王 欣捷" userId="b965477fa0aef5e6" providerId="LiveId" clId="{6B25E3A0-8D13-427B-91C6-98F6CF017510}" dt="2021-04-20T13:22:53.797" v="527" actId="113"/>
          <ac:spMkLst>
            <pc:docMk/>
            <pc:sldMk cId="0" sldId="1080"/>
            <ac:spMk id="15368" creationId="{0AF61221-0C2D-42BC-96D9-BFE579CB64AB}"/>
          </ac:spMkLst>
        </pc:spChg>
      </pc:sldChg>
      <pc:sldChg chg="modSp mod">
        <pc:chgData name="王 欣捷" userId="b965477fa0aef5e6" providerId="LiveId" clId="{6B25E3A0-8D13-427B-91C6-98F6CF017510}" dt="2021-04-20T13:17:08.689" v="492" actId="2710"/>
        <pc:sldMkLst>
          <pc:docMk/>
          <pc:sldMk cId="0" sldId="1090"/>
        </pc:sldMkLst>
        <pc:spChg chg="mod">
          <ac:chgData name="王 欣捷" userId="b965477fa0aef5e6" providerId="LiveId" clId="{6B25E3A0-8D13-427B-91C6-98F6CF017510}" dt="2021-04-20T13:17:08.689" v="492" actId="2710"/>
          <ac:spMkLst>
            <pc:docMk/>
            <pc:sldMk cId="0" sldId="1090"/>
            <ac:spMk id="72707" creationId="{FEB2BB3A-81CC-4ABD-A121-E8ED803B6BA9}"/>
          </ac:spMkLst>
        </pc:spChg>
      </pc:sldChg>
      <pc:sldChg chg="modSp mod chgLayout">
        <pc:chgData name="王 欣捷" userId="b965477fa0aef5e6" providerId="LiveId" clId="{6B25E3A0-8D13-427B-91C6-98F6CF017510}" dt="2021-04-20T13:17:45.153" v="497" actId="207"/>
        <pc:sldMkLst>
          <pc:docMk/>
          <pc:sldMk cId="0" sldId="1092"/>
        </pc:sldMkLst>
        <pc:spChg chg="mod ord">
          <ac:chgData name="王 欣捷" userId="b965477fa0aef5e6" providerId="LiveId" clId="{6B25E3A0-8D13-427B-91C6-98F6CF017510}" dt="2021-04-20T13:17:21.597" v="493" actId="700"/>
          <ac:spMkLst>
            <pc:docMk/>
            <pc:sldMk cId="0" sldId="1092"/>
            <ac:spMk id="75778" creationId="{8FC5D2F0-42F8-4D25-9C9E-A2DB00142697}"/>
          </ac:spMkLst>
        </pc:spChg>
        <pc:spChg chg="mod ord">
          <ac:chgData name="王 欣捷" userId="b965477fa0aef5e6" providerId="LiveId" clId="{6B25E3A0-8D13-427B-91C6-98F6CF017510}" dt="2021-04-20T13:17:45.153" v="497" actId="207"/>
          <ac:spMkLst>
            <pc:docMk/>
            <pc:sldMk cId="0" sldId="1092"/>
            <ac:spMk id="75779" creationId="{2491CD41-39E6-48BE-B085-53D39C99FC27}"/>
          </ac:spMkLst>
        </pc:spChg>
      </pc:sldChg>
      <pc:sldChg chg="modSp mod chgLayout">
        <pc:chgData name="王 欣捷" userId="b965477fa0aef5e6" providerId="LiveId" clId="{6B25E3A0-8D13-427B-91C6-98F6CF017510}" dt="2021-04-20T13:18:26.576" v="507" actId="207"/>
        <pc:sldMkLst>
          <pc:docMk/>
          <pc:sldMk cId="0" sldId="1093"/>
        </pc:sldMkLst>
        <pc:spChg chg="mod ord">
          <ac:chgData name="王 欣捷" userId="b965477fa0aef5e6" providerId="LiveId" clId="{6B25E3A0-8D13-427B-91C6-98F6CF017510}" dt="2021-04-20T13:17:48.513" v="498" actId="700"/>
          <ac:spMkLst>
            <pc:docMk/>
            <pc:sldMk cId="0" sldId="1093"/>
            <ac:spMk id="76802" creationId="{1F95A803-F7B1-47C3-8501-B610AFD2B071}"/>
          </ac:spMkLst>
        </pc:spChg>
        <pc:spChg chg="mod ord">
          <ac:chgData name="王 欣捷" userId="b965477fa0aef5e6" providerId="LiveId" clId="{6B25E3A0-8D13-427B-91C6-98F6CF017510}" dt="2021-04-20T13:18:26.576" v="507" actId="207"/>
          <ac:spMkLst>
            <pc:docMk/>
            <pc:sldMk cId="0" sldId="1093"/>
            <ac:spMk id="660483" creationId="{83D08FC5-AE32-4DA5-BEC8-B16EF53D22AF}"/>
          </ac:spMkLst>
        </pc:spChg>
      </pc:sldChg>
      <pc:sldChg chg="modSp mod">
        <pc:chgData name="王 欣捷" userId="b965477fa0aef5e6" providerId="LiveId" clId="{6B25E3A0-8D13-427B-91C6-98F6CF017510}" dt="2021-04-20T13:21:17.780" v="520" actId="2711"/>
        <pc:sldMkLst>
          <pc:docMk/>
          <pc:sldMk cId="0" sldId="1094"/>
        </pc:sldMkLst>
        <pc:spChg chg="mod">
          <ac:chgData name="王 欣捷" userId="b965477fa0aef5e6" providerId="LiveId" clId="{6B25E3A0-8D13-427B-91C6-98F6CF017510}" dt="2021-04-20T13:21:17.780" v="520" actId="2711"/>
          <ac:spMkLst>
            <pc:docMk/>
            <pc:sldMk cId="0" sldId="1094"/>
            <ac:spMk id="77827" creationId="{8F605914-E625-45C7-A58F-385FE658FC2A}"/>
          </ac:spMkLst>
        </pc:spChg>
      </pc:sldChg>
      <pc:sldChg chg="modSp mod">
        <pc:chgData name="王 欣捷" userId="b965477fa0aef5e6" providerId="LiveId" clId="{6B25E3A0-8D13-427B-91C6-98F6CF017510}" dt="2021-04-20T13:20:58.834" v="519" actId="2711"/>
        <pc:sldMkLst>
          <pc:docMk/>
          <pc:sldMk cId="0" sldId="1096"/>
        </pc:sldMkLst>
        <pc:spChg chg="mod">
          <ac:chgData name="王 欣捷" userId="b965477fa0aef5e6" providerId="LiveId" clId="{6B25E3A0-8D13-427B-91C6-98F6CF017510}" dt="2021-04-20T13:20:38.376" v="518" actId="122"/>
          <ac:spMkLst>
            <pc:docMk/>
            <pc:sldMk cId="0" sldId="1096"/>
            <ac:spMk id="2" creationId="{99ED042A-F14E-476D-B5D3-627CBB3BA417}"/>
          </ac:spMkLst>
        </pc:spChg>
        <pc:spChg chg="mod">
          <ac:chgData name="王 欣捷" userId="b965477fa0aef5e6" providerId="LiveId" clId="{6B25E3A0-8D13-427B-91C6-98F6CF017510}" dt="2021-04-20T13:20:58.834" v="519" actId="2711"/>
          <ac:spMkLst>
            <pc:docMk/>
            <pc:sldMk cId="0" sldId="1096"/>
            <ac:spMk id="79875" creationId="{3496AE12-4685-49D3-872D-64D9360A2947}"/>
          </ac:spMkLst>
        </pc:spChg>
      </pc:sldChg>
      <pc:sldChg chg="modSp mod">
        <pc:chgData name="王 欣捷" userId="b965477fa0aef5e6" providerId="LiveId" clId="{6B25E3A0-8D13-427B-91C6-98F6CF017510}" dt="2021-04-20T13:21:27" v="521" actId="2711"/>
        <pc:sldMkLst>
          <pc:docMk/>
          <pc:sldMk cId="0" sldId="1097"/>
        </pc:sldMkLst>
        <pc:spChg chg="mod">
          <ac:chgData name="王 欣捷" userId="b965477fa0aef5e6" providerId="LiveId" clId="{6B25E3A0-8D13-427B-91C6-98F6CF017510}" dt="2021-04-20T13:21:27" v="521" actId="2711"/>
          <ac:spMkLst>
            <pc:docMk/>
            <pc:sldMk cId="0" sldId="1097"/>
            <ac:spMk id="80899" creationId="{886A2E01-BA02-493A-8D7E-74202C05C196}"/>
          </ac:spMkLst>
        </pc:spChg>
      </pc:sldChg>
      <pc:sldChg chg="modSp">
        <pc:chgData name="王 欣捷" userId="b965477fa0aef5e6" providerId="LiveId" clId="{6B25E3A0-8D13-427B-91C6-98F6CF017510}" dt="2021-04-20T14:19:47.465" v="1513" actId="20577"/>
        <pc:sldMkLst>
          <pc:docMk/>
          <pc:sldMk cId="0" sldId="1100"/>
        </pc:sldMkLst>
        <pc:spChg chg="mod">
          <ac:chgData name="王 欣捷" userId="b965477fa0aef5e6" providerId="LiveId" clId="{6B25E3A0-8D13-427B-91C6-98F6CF017510}" dt="2021-04-20T14:19:47.465" v="1513" actId="20577"/>
          <ac:spMkLst>
            <pc:docMk/>
            <pc:sldMk cId="0" sldId="1100"/>
            <ac:spMk id="664579" creationId="{387D2C00-D05F-4898-866E-38BF31F11C44}"/>
          </ac:spMkLst>
        </pc:spChg>
      </pc:sldChg>
      <pc:sldChg chg="modSp mod">
        <pc:chgData name="王 欣捷" userId="b965477fa0aef5e6" providerId="LiveId" clId="{6B25E3A0-8D13-427B-91C6-98F6CF017510}" dt="2021-04-20T13:22:13.687" v="523" actId="207"/>
        <pc:sldMkLst>
          <pc:docMk/>
          <pc:sldMk cId="0" sldId="1105"/>
        </pc:sldMkLst>
        <pc:spChg chg="mod">
          <ac:chgData name="王 欣捷" userId="b965477fa0aef5e6" providerId="LiveId" clId="{6B25E3A0-8D13-427B-91C6-98F6CF017510}" dt="2021-04-20T13:22:13.687" v="523" actId="207"/>
          <ac:spMkLst>
            <pc:docMk/>
            <pc:sldMk cId="0" sldId="1105"/>
            <ac:spMk id="92163" creationId="{FB5C61FF-92E8-4488-ACF5-2C334AD85128}"/>
          </ac:spMkLst>
        </pc:spChg>
      </pc:sldChg>
      <pc:sldChg chg="modSp mod">
        <pc:chgData name="王 欣捷" userId="b965477fa0aef5e6" providerId="LiveId" clId="{6B25E3A0-8D13-427B-91C6-98F6CF017510}" dt="2021-04-20T13:22:27.178" v="526" actId="113"/>
        <pc:sldMkLst>
          <pc:docMk/>
          <pc:sldMk cId="0" sldId="1106"/>
        </pc:sldMkLst>
        <pc:spChg chg="mod">
          <ac:chgData name="王 欣捷" userId="b965477fa0aef5e6" providerId="LiveId" clId="{6B25E3A0-8D13-427B-91C6-98F6CF017510}" dt="2021-04-20T13:22:27.178" v="526" actId="113"/>
          <ac:spMkLst>
            <pc:docMk/>
            <pc:sldMk cId="0" sldId="1106"/>
            <ac:spMk id="93192" creationId="{2973C2F5-7F6D-4721-96AE-974A0786A0CF}"/>
          </ac:spMkLst>
        </pc:spChg>
        <pc:spChg chg="mod">
          <ac:chgData name="王 欣捷" userId="b965477fa0aef5e6" providerId="LiveId" clId="{6B25E3A0-8D13-427B-91C6-98F6CF017510}" dt="2021-04-20T13:22:25.122" v="525" actId="113"/>
          <ac:spMkLst>
            <pc:docMk/>
            <pc:sldMk cId="0" sldId="1106"/>
            <ac:spMk id="93196" creationId="{E656516D-83E1-4472-BA5D-94DB749576B8}"/>
          </ac:spMkLst>
        </pc:spChg>
        <pc:grpChg chg="mod">
          <ac:chgData name="王 欣捷" userId="b965477fa0aef5e6" providerId="LiveId" clId="{6B25E3A0-8D13-427B-91C6-98F6CF017510}" dt="2021-04-20T13:22:21.152" v="524" actId="113"/>
          <ac:grpSpMkLst>
            <pc:docMk/>
            <pc:sldMk cId="0" sldId="1106"/>
            <ac:grpSpMk id="93188" creationId="{CEAA116F-ACBF-4CFB-82A1-1DE3DFC3ED9D}"/>
          </ac:grpSpMkLst>
        </pc:grpChg>
      </pc:sldChg>
      <pc:sldChg chg="del">
        <pc:chgData name="王 欣捷" userId="b965477fa0aef5e6" providerId="LiveId" clId="{6B25E3A0-8D13-427B-91C6-98F6CF017510}" dt="2021-04-20T12:53:00.742" v="214" actId="47"/>
        <pc:sldMkLst>
          <pc:docMk/>
          <pc:sldMk cId="0" sldId="1108"/>
        </pc:sldMkLst>
      </pc:sldChg>
      <pc:sldChg chg="del">
        <pc:chgData name="王 欣捷" userId="b965477fa0aef5e6" providerId="LiveId" clId="{6B25E3A0-8D13-427B-91C6-98F6CF017510}" dt="2021-04-20T12:53:02.021" v="215" actId="47"/>
        <pc:sldMkLst>
          <pc:docMk/>
          <pc:sldMk cId="0" sldId="1109"/>
        </pc:sldMkLst>
      </pc:sldChg>
      <pc:sldChg chg="modSp mod">
        <pc:chgData name="王 欣捷" userId="b965477fa0aef5e6" providerId="LiveId" clId="{6B25E3A0-8D13-427B-91C6-98F6CF017510}" dt="2021-04-20T13:48:04.755" v="885" actId="207"/>
        <pc:sldMkLst>
          <pc:docMk/>
          <pc:sldMk cId="0" sldId="1110"/>
        </pc:sldMkLst>
        <pc:spChg chg="mod">
          <ac:chgData name="王 欣捷" userId="b965477fa0aef5e6" providerId="LiveId" clId="{6B25E3A0-8D13-427B-91C6-98F6CF017510}" dt="2021-04-20T13:48:04.755" v="885" actId="207"/>
          <ac:spMkLst>
            <pc:docMk/>
            <pc:sldMk cId="0" sldId="1110"/>
            <ac:spMk id="34819" creationId="{9766E0A3-CF43-4A15-8C12-C54C607CCC6D}"/>
          </ac:spMkLst>
        </pc:spChg>
      </pc:sldChg>
      <pc:sldChg chg="addSp delSp modSp mod modAnim">
        <pc:chgData name="王 欣捷" userId="b965477fa0aef5e6" providerId="LiveId" clId="{6B25E3A0-8D13-427B-91C6-98F6CF017510}" dt="2021-04-20T12:51:49.274" v="212" actId="478"/>
        <pc:sldMkLst>
          <pc:docMk/>
          <pc:sldMk cId="0" sldId="1127"/>
        </pc:sldMkLst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9" creationId="{ADC7BF6F-64E4-4509-899E-B05E98EA8C94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0" creationId="{43C79F51-6634-4969-B9AA-F9D45B6501F3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1" creationId="{B70855AA-3A00-42B0-8B0C-21D9E8E74ACB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2" creationId="{9FE7472B-ECCC-435A-BA17-E4DAFF53AD19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3" creationId="{F7380227-1460-4D4A-8644-2CDEBAD9069F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4" creationId="{AD9024D7-948C-44F2-85C0-3D57E118DBCF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5" creationId="{CD139EBB-A1D1-4747-8705-1E29D4D4AD31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6" creationId="{07C74E1D-1876-4CEE-9A5F-23CDDE646963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7" creationId="{EFE95AFA-2302-4623-93ED-C34A55E899BB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8" creationId="{5FB66948-B365-411C-A0B6-4F30EF71FBE9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19" creationId="{8A9099A3-D129-4864-98E2-4DC4E2657738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0" creationId="{A09BF38F-57E1-4A34-B687-823E4A4B7A75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1" creationId="{3856BBA1-C268-43C7-82C7-DD7453D46E86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3" creationId="{F9CADBB2-49D7-4174-9287-683619CFBEB2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4" creationId="{785F10A3-D1C9-48FF-B3EF-2EBE26542554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5" creationId="{626018B3-4CE4-4F37-A427-EC37F55F355E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6" creationId="{88777663-BFEA-4CFE-B351-6D6314D76078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7" creationId="{1AE343B6-C106-4CE6-AC6E-306DE41C4B1C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29" creationId="{FC72B653-2250-469C-9815-AB9C221F49D2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30" creationId="{99D673BA-96E9-4EAA-8B40-3484A1B462F6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31" creationId="{0B26CAE1-56AF-4D91-9118-48B943A8A541}"/>
          </ac:spMkLst>
        </pc:spChg>
        <pc:spChg chg="mod">
          <ac:chgData name="王 欣捷" userId="b965477fa0aef5e6" providerId="LiveId" clId="{6B25E3A0-8D13-427B-91C6-98F6CF017510}" dt="2021-04-20T12:51:06.754" v="198" actId="1076"/>
          <ac:spMkLst>
            <pc:docMk/>
            <pc:sldMk cId="0" sldId="1127"/>
            <ac:spMk id="32" creationId="{130657CF-40F9-4BF4-B768-6CEDF879FDA5}"/>
          </ac:spMkLst>
        </pc:spChg>
        <pc:spChg chg="mod">
          <ac:chgData name="王 欣捷" userId="b965477fa0aef5e6" providerId="LiveId" clId="{6B25E3A0-8D13-427B-91C6-98F6CF017510}" dt="2021-04-20T12:51:46.002" v="211" actId="14100"/>
          <ac:spMkLst>
            <pc:docMk/>
            <pc:sldMk cId="0" sldId="1127"/>
            <ac:spMk id="33" creationId="{16E006BD-103C-494A-9C39-E6997770B976}"/>
          </ac:spMkLst>
        </pc:spChg>
        <pc:grpChg chg="add 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6" creationId="{9AFE3641-BD0A-484C-9391-CA1EA4B44988}"/>
          </ac:grpSpMkLst>
        </pc:grpChg>
        <pc:grpChg chg="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8" creationId="{086B66DC-B186-4618-8473-6A792E9AB2CB}"/>
          </ac:grpSpMkLst>
        </pc:grpChg>
        <pc:grpChg chg="add 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22" creationId="{5A4D2AA1-1379-4447-B031-00615D25AF28}"/>
          </ac:grpSpMkLst>
        </pc:grpChg>
        <pc:grpChg chg="add mod">
          <ac:chgData name="王 欣捷" userId="b965477fa0aef5e6" providerId="LiveId" clId="{6B25E3A0-8D13-427B-91C6-98F6CF017510}" dt="2021-04-20T12:51:06.754" v="198" actId="1076"/>
          <ac:grpSpMkLst>
            <pc:docMk/>
            <pc:sldMk cId="0" sldId="1127"/>
            <ac:grpSpMk id="28" creationId="{E2D1B4D7-2815-4BDF-8634-5217291177F7}"/>
          </ac:grpSpMkLst>
        </pc:grpChg>
        <pc:graphicFrameChg chg="add del">
          <ac:chgData name="王 欣捷" userId="b965477fa0aef5e6" providerId="LiveId" clId="{6B25E3A0-8D13-427B-91C6-98F6CF017510}" dt="2021-04-20T12:51:49.274" v="212" actId="478"/>
          <ac:graphicFrameMkLst>
            <pc:docMk/>
            <pc:sldMk cId="0" sldId="1127"/>
            <ac:graphicFrameMk id="7" creationId="{B53CAE73-8446-4346-AD74-E034238D0ED7}"/>
          </ac:graphicFrameMkLst>
        </pc:graphicFrameChg>
        <pc:picChg chg="del">
          <ac:chgData name="王 欣捷" userId="b965477fa0aef5e6" providerId="LiveId" clId="{6B25E3A0-8D13-427B-91C6-98F6CF017510}" dt="2021-04-20T12:49:07.025" v="154" actId="21"/>
          <ac:picMkLst>
            <pc:docMk/>
            <pc:sldMk cId="0" sldId="1127"/>
            <ac:picMk id="2" creationId="{6852CA44-06EC-4409-ABDB-770EDB6FBABD}"/>
          </ac:picMkLst>
        </pc:picChg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0" sldId="1131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0" sldId="1134"/>
        </pc:sldMkLst>
      </pc:sldChg>
      <pc:sldChg chg="modSp mod">
        <pc:chgData name="王 欣捷" userId="b965477fa0aef5e6" providerId="LiveId" clId="{6B25E3A0-8D13-427B-91C6-98F6CF017510}" dt="2021-04-20T13:25:06.203" v="565" actId="1076"/>
        <pc:sldMkLst>
          <pc:docMk/>
          <pc:sldMk cId="0" sldId="1138"/>
        </pc:sldMkLst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2" creationId="{215DB379-6B76-4B15-B59B-60D7E3158723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3" creationId="{C6815A7C-2017-4D92-9FF7-3CBFE389E5CD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1" creationId="{4E430021-1B93-4738-8EB0-125553B808A5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6" creationId="{C92C0DBF-231F-4D93-A624-DA3835FF143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7" creationId="{02EC6C33-F195-4F3C-B057-63E033F6670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8" creationId="{E01AA107-3E51-4021-B9B9-0E87299961C7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69" creationId="{9ACE13EE-2524-4518-B688-B7FCF1EE8DD4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0" creationId="{FE764426-3417-4B09-AC15-5B3C8A0E315A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1" creationId="{FC570D42-9295-4F67-9F0B-374D2F076373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2" creationId="{BB7C9AFE-F44B-4D16-B5D0-2BBC6C29548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3" creationId="{B7EE1778-2D42-4C6F-9740-7755A0BCFCFB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4" creationId="{D0CC222F-9DBC-490D-BCFB-8630F536A8FE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5" creationId="{072E2AEE-F9EF-4A81-BF87-97C8F6631905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6" creationId="{1793BDA6-F319-4778-8A22-24848D8A47CD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7" creationId="{54CB2333-3380-42E8-AA8C-2DDF68909CF9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8" creationId="{73BDFA85-B4EE-4E79-AE65-EBEC4DF647E5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79" creationId="{C8D89988-BDDB-47F2-B71B-0C6348EFB772}"/>
          </ac:spMkLst>
        </pc:spChg>
        <pc:spChg chg="mod">
          <ac:chgData name="王 欣捷" userId="b965477fa0aef5e6" providerId="LiveId" clId="{6B25E3A0-8D13-427B-91C6-98F6CF017510}" dt="2021-04-20T13:25:06.203" v="565" actId="1076"/>
          <ac:spMkLst>
            <pc:docMk/>
            <pc:sldMk cId="0" sldId="1138"/>
            <ac:spMk id="70680" creationId="{1036D0D2-5ECE-4B5B-AC5B-529D83D1FB1D}"/>
          </ac:spMkLst>
        </pc:spChg>
        <pc:grpChg chg="mod">
          <ac:chgData name="王 欣捷" userId="b965477fa0aef5e6" providerId="LiveId" clId="{6B25E3A0-8D13-427B-91C6-98F6CF017510}" dt="2021-04-20T13:25:06.203" v="565" actId="1076"/>
          <ac:grpSpMkLst>
            <pc:docMk/>
            <pc:sldMk cId="0" sldId="1138"/>
            <ac:grpSpMk id="70660" creationId="{43F0CDB2-9975-434A-A6D1-11FAECBA2EAE}"/>
          </ac:grpSpMkLst>
        </pc:grpChg>
        <pc:graphicFrameChg chg="mod">
          <ac:chgData name="王 欣捷" userId="b965477fa0aef5e6" providerId="LiveId" clId="{6B25E3A0-8D13-427B-91C6-98F6CF017510}" dt="2021-04-20T13:25:06.203" v="565" actId="1076"/>
          <ac:graphicFrameMkLst>
            <pc:docMk/>
            <pc:sldMk cId="0" sldId="1138"/>
            <ac:graphicFrameMk id="70664" creationId="{08F7A6F4-BDD0-4236-B091-A7E7F5478700}"/>
          </ac:graphicFrameMkLst>
        </pc:graphicFrameChg>
        <pc:graphicFrameChg chg="mod">
          <ac:chgData name="王 欣捷" userId="b965477fa0aef5e6" providerId="LiveId" clId="{6B25E3A0-8D13-427B-91C6-98F6CF017510}" dt="2021-04-20T13:25:06.203" v="565" actId="1076"/>
          <ac:graphicFrameMkLst>
            <pc:docMk/>
            <pc:sldMk cId="0" sldId="1138"/>
            <ac:graphicFrameMk id="70665" creationId="{9E4B6C3F-D78D-425C-AEAF-483F5A53FE9B}"/>
          </ac:graphicFrameMkLst>
        </pc:graphicFrameChg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3037729556" sldId="1143"/>
        </pc:sldMkLst>
      </pc:sldChg>
      <pc:sldChg chg="del">
        <pc:chgData name="王 欣捷" userId="b965477fa0aef5e6" providerId="LiveId" clId="{6B25E3A0-8D13-427B-91C6-98F6CF017510}" dt="2021-04-20T12:40:48.963" v="60" actId="47"/>
        <pc:sldMkLst>
          <pc:docMk/>
          <pc:sldMk cId="546972322" sldId="1144"/>
        </pc:sldMkLst>
      </pc:sldChg>
      <pc:sldChg chg="addSp delSp modSp mod modAnim">
        <pc:chgData name="王 欣捷" userId="b965477fa0aef5e6" providerId="LiveId" clId="{6B25E3A0-8D13-427B-91C6-98F6CF017510}" dt="2021-04-20T12:48:37.970" v="153"/>
        <pc:sldMkLst>
          <pc:docMk/>
          <pc:sldMk cId="4223351651" sldId="1145"/>
        </pc:sldMkLst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6" creationId="{E816E282-6E14-44D6-9F1B-185C03A02BA8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7" creationId="{AA968B43-6AC7-415B-AB82-AE031A8955A6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8" creationId="{1E11C49A-8B9D-4850-A432-A035D13B1F32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9" creationId="{95288199-4F80-4EB0-9468-4D554CBC4CBD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1" creationId="{042F000E-9537-40B8-AB2B-EE12429A1A53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3" creationId="{72920BD0-CF5C-4C80-8B5C-18444312A829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4" creationId="{1601E740-D0DC-4278-B448-C255D1381288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5" creationId="{074FCEF3-4DD1-4C9F-9650-4B2BF1803365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6" creationId="{4299C181-FEE6-4891-8FD7-79576CD66585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7" creationId="{89DFD75C-137A-415A-9920-84B2F5E800B3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8" creationId="{4B5BAA2B-EAAE-416D-AD31-6729498DB2AF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19" creationId="{28235BFC-A33D-414E-A05E-26D817E775E1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0" creationId="{83A6CD15-C218-48A9-BFBF-F2346AEC935A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1" creationId="{3DD87448-6566-439B-B420-F93F7A5D9895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2" creationId="{0B33D86B-2204-451B-879B-07C5B8E48C3D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3" creationId="{EB9EDC62-77D7-406B-BDB2-F4562B890AA2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4" creationId="{4391258E-0648-49F5-BF97-A9685B52935F}"/>
          </ac:spMkLst>
        </pc:spChg>
        <pc:spChg chg="mod topLvl">
          <ac:chgData name="王 欣捷" userId="b965477fa0aef5e6" providerId="LiveId" clId="{6B25E3A0-8D13-427B-91C6-98F6CF017510}" dt="2021-04-20T12:48:05.109" v="149" actId="164"/>
          <ac:spMkLst>
            <pc:docMk/>
            <pc:sldMk cId="4223351651" sldId="1145"/>
            <ac:spMk id="25" creationId="{C81F25E7-0768-4586-B3F4-C5E9B958FEC1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26" creationId="{2F8CBA80-275E-4ED8-B958-10AB49D1300B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28" creationId="{A70D4044-6683-48F7-BFD6-239A48DED41A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29" creationId="{49CB8784-FB11-420E-98B6-068C1C31EC04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30" creationId="{ECBCB893-9A90-4356-950E-30F77A4638E1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31" creationId="{93395F97-8345-4C91-BB8A-D5425ADA485B}"/>
          </ac:spMkLst>
        </pc:spChg>
        <pc:spChg chg="mod topLvl">
          <ac:chgData name="王 欣捷" userId="b965477fa0aef5e6" providerId="LiveId" clId="{6B25E3A0-8D13-427B-91C6-98F6CF017510}" dt="2021-04-20T12:48:10.053" v="150" actId="164"/>
          <ac:spMkLst>
            <pc:docMk/>
            <pc:sldMk cId="4223351651" sldId="1145"/>
            <ac:spMk id="32" creationId="{21B36750-3BEF-415C-8AD4-B4186F44A04E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4" creationId="{910D0C15-91D3-4F0F-BC71-1D82EE7E0D7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5" creationId="{02885FF5-028D-4957-BDC2-ACD8EA779052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6" creationId="{1EB74ED8-BBE0-4481-96F8-3871CEE2D1F0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7" creationId="{68B1425C-3F91-46D2-A77A-C61FF4B077A5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8" creationId="{A6551B8C-D806-4241-BC86-4C457BF207E6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39" creationId="{0A9D0469-C42D-4B9B-BA83-5194847D01DE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0" creationId="{110868F3-33DF-4813-822C-7E184389171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1" creationId="{ADDCCCC9-2050-4EEB-8BC5-B1BEC11FF7E0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3" creationId="{1B97987A-6129-4B4D-9FB3-10D35C495DFF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4" creationId="{CF1289E4-6462-419B-87DA-2BD3BF7DDD1C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5" creationId="{15B935A2-58CC-4F49-AE5B-41847BA69474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6" creationId="{05BA7A1B-54EB-4112-B62C-39E3F30E18FC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7" creationId="{8E0A8E59-8B36-4E3C-8949-C4843097AA99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49" creationId="{AF68A049-04CC-4460-9D68-9572F39A5C0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0" creationId="{EA0EB2A3-32D9-460E-BAC6-8C5569E1D771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1" creationId="{CE2022A0-9309-4815-ADF6-829A62898068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2" creationId="{7725A59C-D740-4DA7-82E9-DE1915EE40FF}"/>
          </ac:spMkLst>
        </pc:spChg>
        <pc:spChg chg="mod">
          <ac:chgData name="王 欣捷" userId="b965477fa0aef5e6" providerId="LiveId" clId="{6B25E3A0-8D13-427B-91C6-98F6CF017510}" dt="2021-04-20T12:42:35.495" v="84" actId="1038"/>
          <ac:spMkLst>
            <pc:docMk/>
            <pc:sldMk cId="4223351651" sldId="1145"/>
            <ac:spMk id="53" creationId="{9560F8A9-48FA-4595-BD4A-9F6E8CDDE0B0}"/>
          </ac:spMkLst>
        </pc:spChg>
        <pc:spChg chg="mod">
          <ac:chgData name="王 欣捷" userId="b965477fa0aef5e6" providerId="LiveId" clId="{6B25E3A0-8D13-427B-91C6-98F6CF017510}" dt="2021-04-20T12:40:53.706" v="62" actId="1076"/>
          <ac:spMkLst>
            <pc:docMk/>
            <pc:sldMk cId="4223351651" sldId="1145"/>
            <ac:spMk id="19459" creationId="{84804259-279B-4FCA-B6AC-D01533EDF1EA}"/>
          </ac:spMkLst>
        </pc:spChg>
        <pc:grpChg chg="add mod">
          <ac:chgData name="王 欣捷" userId="b965477fa0aef5e6" providerId="LiveId" clId="{6B25E3A0-8D13-427B-91C6-98F6CF017510}" dt="2021-04-20T12:47:21.499" v="143" actId="164"/>
          <ac:grpSpMkLst>
            <pc:docMk/>
            <pc:sldMk cId="4223351651" sldId="1145"/>
            <ac:grpSpMk id="2" creationId="{D00D2C4C-5FCE-478B-AB41-63D1D3084235}"/>
          </ac:grpSpMkLst>
        </pc:grpChg>
        <pc:grpChg chg="add mod">
          <ac:chgData name="王 欣捷" userId="b965477fa0aef5e6" providerId="LiveId" clId="{6B25E3A0-8D13-427B-91C6-98F6CF017510}" dt="2021-04-20T12:47:49.891" v="147" actId="164"/>
          <ac:grpSpMkLst>
            <pc:docMk/>
            <pc:sldMk cId="4223351651" sldId="1145"/>
            <ac:grpSpMk id="3" creationId="{430113AB-2ED3-4B16-A886-67D9FCC715CF}"/>
          </ac:grpSpMkLst>
        </pc:grpChg>
        <pc:grpChg chg="add mod">
          <ac:chgData name="王 欣捷" userId="b965477fa0aef5e6" providerId="LiveId" clId="{6B25E3A0-8D13-427B-91C6-98F6CF017510}" dt="2021-04-20T12:48:05.109" v="149" actId="164"/>
          <ac:grpSpMkLst>
            <pc:docMk/>
            <pc:sldMk cId="4223351651" sldId="1145"/>
            <ac:grpSpMk id="4" creationId="{3D7B2E2C-1184-4D6A-8746-1A24685A1412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5" creationId="{201AC808-CBC9-46FA-949C-4E98A0EAEEA2}"/>
          </ac:grpSpMkLst>
        </pc:grpChg>
        <pc:grpChg chg="add del mod">
          <ac:chgData name="王 欣捷" userId="b965477fa0aef5e6" providerId="LiveId" clId="{6B25E3A0-8D13-427B-91C6-98F6CF017510}" dt="2021-04-20T12:47:59.453" v="148" actId="165"/>
          <ac:grpSpMkLst>
            <pc:docMk/>
            <pc:sldMk cId="4223351651" sldId="1145"/>
            <ac:grpSpMk id="10" creationId="{55031842-C23E-4D7E-A75F-2723FF9AF09C}"/>
          </ac:grpSpMkLst>
        </pc:grpChg>
        <pc:grpChg chg="add del mod">
          <ac:chgData name="王 欣捷" userId="b965477fa0aef5e6" providerId="LiveId" clId="{6B25E3A0-8D13-427B-91C6-98F6CF017510}" dt="2021-04-20T12:46:58.099" v="137" actId="165"/>
          <ac:grpSpMkLst>
            <pc:docMk/>
            <pc:sldMk cId="4223351651" sldId="1145"/>
            <ac:grpSpMk id="27" creationId="{1F598C29-5966-470C-B199-C86FD3AFFEC9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33" creationId="{26E11089-A7E8-40F1-86DF-EF8BEAB98CFC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42" creationId="{8F19FD9C-0008-4930-8147-8A22368EE1A5}"/>
          </ac:grpSpMkLst>
        </pc:grpChg>
        <pc:grpChg chg="add mod">
          <ac:chgData name="王 欣捷" userId="b965477fa0aef5e6" providerId="LiveId" clId="{6B25E3A0-8D13-427B-91C6-98F6CF017510}" dt="2021-04-20T12:42:35.495" v="84" actId="1038"/>
          <ac:grpSpMkLst>
            <pc:docMk/>
            <pc:sldMk cId="4223351651" sldId="1145"/>
            <ac:grpSpMk id="48" creationId="{85F8E78A-CA89-40C8-85DC-ECC329921623}"/>
          </ac:grpSpMkLst>
        </pc:grpChg>
        <pc:grpChg chg="add mod">
          <ac:chgData name="王 欣捷" userId="b965477fa0aef5e6" providerId="LiveId" clId="{6B25E3A0-8D13-427B-91C6-98F6CF017510}" dt="2021-04-20T12:48:10.053" v="150" actId="164"/>
          <ac:grpSpMkLst>
            <pc:docMk/>
            <pc:sldMk cId="4223351651" sldId="1145"/>
            <ac:grpSpMk id="54" creationId="{37306968-F8D9-4E49-9070-0952C1E300B8}"/>
          </ac:grpSpMkLst>
        </pc:grpChg>
        <pc:graphicFrameChg chg="del">
          <ac:chgData name="王 欣捷" userId="b965477fa0aef5e6" providerId="LiveId" clId="{6B25E3A0-8D13-427B-91C6-98F6CF017510}" dt="2021-04-20T12:40:56.825" v="63" actId="478"/>
          <ac:graphicFrameMkLst>
            <pc:docMk/>
            <pc:sldMk cId="4223351651" sldId="1145"/>
            <ac:graphicFrameMk id="12" creationId="{392FF57F-B253-4DAC-BFB1-4445AAB528F9}"/>
          </ac:graphicFrameMkLst>
        </pc:graphicFrameChg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1246412149" sldId="1146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1563518926" sldId="1147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3006853834" sldId="1148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2869246556" sldId="1149"/>
        </pc:sldMkLst>
      </pc:sldChg>
      <pc:sldChg chg="del">
        <pc:chgData name="王 欣捷" userId="b965477fa0aef5e6" providerId="LiveId" clId="{6B25E3A0-8D13-427B-91C6-98F6CF017510}" dt="2021-04-20T12:45:30.807" v="127" actId="47"/>
        <pc:sldMkLst>
          <pc:docMk/>
          <pc:sldMk cId="500657596" sldId="1150"/>
        </pc:sldMkLst>
      </pc:sldChg>
      <pc:sldChg chg="addSp delSp modSp mod modAnim">
        <pc:chgData name="王 欣捷" userId="b965477fa0aef5e6" providerId="LiveId" clId="{6B25E3A0-8D13-427B-91C6-98F6CF017510}" dt="2021-04-20T12:46:20.433" v="136" actId="165"/>
        <pc:sldMkLst>
          <pc:docMk/>
          <pc:sldMk cId="3962178428" sldId="1151"/>
        </pc:sldMkLst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6" creationId="{F556C620-7642-4DFF-A7FE-0E4E9C9BC2F2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8" creationId="{364C5D8F-AA30-461F-9D3A-49CC16CC26F5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9" creationId="{92B4D63B-37A2-43F7-BABD-9C2742A1F319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0" creationId="{B7AD20A9-0206-4A68-AD22-7D58E22DE5A2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1" creationId="{38BB3EFE-80CA-4A7E-82C7-8A556064D797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2" creationId="{3B6F6461-53C0-4EC4-86F5-D684E16025DA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3" creationId="{6EF7C43E-B1D5-4C08-8E97-64E5CECF4D21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4" creationId="{8DAE8AEB-336F-42A2-A229-25E6EC6686AD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5" creationId="{5C78F57F-FD4A-4203-A4F7-73BDEDD04809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6" creationId="{F9082716-0824-413A-89E4-DBD1D0E35D8F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7" creationId="{2CBFE379-8989-4EE0-9D14-F47948269EA6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8" creationId="{1EB102D9-B2F9-461F-ACB4-58CBB2D0BE34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19" creationId="{78EF777D-67B1-4995-A2F8-010B559AAAC0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0" creationId="{23291D87-5209-40A3-A623-7CAFC5A73A19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1" creationId="{AA834F10-9185-40F6-9235-50708B087794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2" creationId="{1C2B8D77-C112-461D-9F6E-581F768985AB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3" creationId="{08105F0B-A4AF-4AEF-B457-D21298FABCD5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4" creationId="{F2ACD645-EFCA-4EEB-81D0-0B9DFFD4D9EE}"/>
          </ac:spMkLst>
        </pc:spChg>
        <pc:spChg chg="mod topLvl">
          <ac:chgData name="王 欣捷" userId="b965477fa0aef5e6" providerId="LiveId" clId="{6B25E3A0-8D13-427B-91C6-98F6CF017510}" dt="2021-04-20T12:46:20.433" v="136" actId="165"/>
          <ac:spMkLst>
            <pc:docMk/>
            <pc:sldMk cId="3962178428" sldId="1151"/>
            <ac:spMk id="25" creationId="{0798F7E3-BBBF-4C75-A163-D84F8D662B3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27" creationId="{85B72F7E-D8EF-4A08-9E7E-DDF7A08F575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28" creationId="{733090CD-C4CC-49B3-9A0D-71B51DEAE126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29" creationId="{F8ACD87B-61F1-4712-86DE-60F3161AF0F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0" creationId="{6D90D3A7-BE94-4C64-AC65-C110BFA1E303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1" creationId="{49E9A198-0E68-4332-8F15-DA891EA8AE53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3" creationId="{A5F44F6A-89A5-4C3C-82DF-17B8F436CF8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4" creationId="{FD47502E-D26B-4306-88C3-A62711532CC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5" creationId="{4797C87D-E9C8-4275-8D36-78CBF29E12CB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6" creationId="{E4AADAB4-87A5-468B-812F-2076F9EEA5F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7" creationId="{6BA8FA4F-DB5B-4C8C-8A39-E2FCAD675675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38" creationId="{DF8F8D86-7937-4BA2-871C-E53E4CE3EE2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0" creationId="{CAC66CA3-069A-4709-B317-433092EAEFE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1" creationId="{51936E15-8EB8-4C58-9D38-4B07FA7C75BF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2" creationId="{5A070B85-A79C-49F4-AC10-4A2D8B66BA9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3" creationId="{A5321B99-D029-4A28-A4E4-33F91D1F0D4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4" creationId="{CD50304E-EC65-4F83-A0B8-7DA6FDDDC7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5" creationId="{07AE3AF7-F9B5-404E-AF89-CB21050A24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6" creationId="{52168A40-E8C8-44FA-ABC7-D668989AC70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7" creationId="{FB971963-DA25-4D15-A2C0-68A98602A0AD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8" creationId="{50354DC2-93A5-4B6F-9D75-04E91A5EB1D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49" creationId="{6C9ABDB8-9186-4D68-9D8C-505E939FBD8B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0" creationId="{9B0630B2-C06A-474A-96F6-00B08D6E76A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1" creationId="{105C1BA9-D586-4289-83DF-892E9C3F4C2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3" creationId="{1C640FE5-81A5-4873-9181-82204ABAA471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4" creationId="{111686AA-F77B-448F-ACE1-F09F407A1BA6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5" creationId="{DF77D712-A321-42F0-A122-F1D5545058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6" creationId="{CA81FC1E-04AA-465F-B68E-72D1AE152244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7" creationId="{CB37E2D3-F243-4A00-97BA-8DB30C16F6E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59" creationId="{8E606150-DAB5-4E78-91B7-0905539B397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0" creationId="{4E9CE3DE-44F6-4893-B8DC-A8D555784D32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1" creationId="{8EBF5566-CBB7-4DF1-B16E-80467F071DD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2" creationId="{0D1FB9BB-66E3-4DB3-B42E-2363D650044E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3" creationId="{964310BB-3FD7-433F-91A7-6B550E4D217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5" creationId="{90F3D4C1-4135-43D8-89B1-A97CE3E3FD0A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6" creationId="{1E4E581A-F0D6-4E54-8CC1-19B2968D2ECC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7" creationId="{2C1DE7EF-BD23-4D92-BBF2-A7DA7E2DB0CC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8" creationId="{7498768A-AF0B-4F73-AC84-5388FF2784B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69" creationId="{C432BA34-8F41-4398-B3BB-CA7B2B626050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0" creationId="{A6394B0A-0537-41EE-8024-C189128AD7A1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1" creationId="{FA0F82B2-DC6C-4916-B831-4EE2259F200D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3" creationId="{B933F08E-4C55-4ECC-8B4E-31EB5954C6B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4" creationId="{6480D471-C9EF-4AA1-92D8-C7C824B03D21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5" creationId="{1D693205-83E2-4ED3-8E7E-AF5ED02E924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6" creationId="{9CB4F452-3F7A-4591-A213-05B564B497F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7" creationId="{6102D344-8210-450A-9AAB-3B8F99A5981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8" creationId="{CDF69332-FFB7-495F-A136-3FA7CD6A1268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79" creationId="{9660B224-45DE-47F0-A73F-EC712DEAA6F9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0" creationId="{17BE8EC3-1116-4310-B644-31EAE5AB8DC4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1" creationId="{9AF6CB48-8D7F-4572-BEF5-175E763A0EAF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3" creationId="{C2A11174-B91D-4F35-A672-F82C6BE44A15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4" creationId="{12B73149-6FC3-4AC1-8B39-2F3CE439AA67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5" creationId="{741FAE90-A3C1-41C9-AC70-D49B2421DDA6}"/>
          </ac:spMkLst>
        </pc:spChg>
        <pc:spChg chg="mod">
          <ac:chgData name="王 欣捷" userId="b965477fa0aef5e6" providerId="LiveId" clId="{6B25E3A0-8D13-427B-91C6-98F6CF017510}" dt="2021-04-20T12:44:38.611" v="122" actId="1036"/>
          <ac:spMkLst>
            <pc:docMk/>
            <pc:sldMk cId="3962178428" sldId="1151"/>
            <ac:spMk id="86" creationId="{2AC672B0-3FC2-484C-BB16-1B70B543700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88" creationId="{D0D812BF-CFC8-40CA-A3DE-45AAFC6C552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89" creationId="{50C216B3-FC16-47FA-A934-31D45510DB1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0" creationId="{22A6A3F7-3E33-48B9-A07C-BAC2D5B9F6A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1" creationId="{2FBD5107-6131-42A6-83BF-9ECC393F240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2" creationId="{9E1D7BB7-12EF-4A30-8416-53FEDAD2609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3" creationId="{06AA2713-6751-4094-B858-24D7165B7F6D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4" creationId="{6B2286F2-7C41-46D4-B0AD-8371A6BBBDB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5" creationId="{FB36574F-7CA3-4DD8-8F38-17CC753A2E4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6" creationId="{86F29178-8EBF-4397-BACF-716074B95859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7" creationId="{747C0A1C-68F2-40D9-9EC6-E7B13E768A2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8" creationId="{2FDE1D8C-B0BA-48A8-9637-5367887C4CA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99" creationId="{D21E1271-E81B-4ED3-9293-DBD4FC1CF63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0" creationId="{DFBAFF4A-FCBD-4CA1-8499-260E1931760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1" creationId="{2EC5CBE7-9E80-401E-A860-3C3DD35F078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2" creationId="{03C3D52F-3D6C-4A64-9554-2DE1655D66A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3" creationId="{BCD83F07-0548-4107-BEFB-E628325C83A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4" creationId="{481368CA-2723-4934-BAEE-51047FB7031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5" creationId="{FFF796DB-B65A-488F-9117-A9AF4B9F507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6" creationId="{7BCB1E07-18B6-47DB-911B-214B9CBD146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8" creationId="{590E3D1E-0082-4587-AB64-10508248008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09" creationId="{9D821E5F-A2E2-4329-81D7-3CB5D00D1CF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0" creationId="{2E098AC9-7B04-4B1D-AFC4-9F72C02A24B1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1" creationId="{8F833855-17F0-43FB-927D-17BEBDBE1B6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2" creationId="{DF508352-3274-486D-B8C6-8A86A9B9234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4" creationId="{0A20CBFC-CC09-4ED4-A751-1FBF985F8336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5" creationId="{ECAC39C2-9844-4DBB-9942-6F6EC28D49B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6" creationId="{32F42853-01EB-4B38-B47C-AECD945314E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7" creationId="{BA209989-FE8C-43FE-A0C4-7AF5769FDD8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8" creationId="{A6696086-43CC-45AF-B6DC-0335D66B837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19" creationId="{AFFDAF0A-BC14-4D87-B784-2E4A0DB57B3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1" creationId="{F17BBAD7-FEC4-4D07-83EE-0C03A1B8813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2" creationId="{EB55517B-A0BA-4162-BD9C-BF335B0A0B6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3" creationId="{EA2767B5-C69C-487F-9B10-4E5E553A374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4" creationId="{D94AA661-D4AF-4928-AC75-AA0C183BFA0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5" creationId="{622833A3-7E60-4FF0-B5DA-340FE5A4CA7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6" creationId="{3B6AB823-F068-4614-B7B7-6B9CF755B14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7" creationId="{21AA4A0B-580D-4FB8-BAC2-1202BA29B671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8" creationId="{D005E6CE-FD0B-4CA9-9EDF-2889395BA73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29" creationId="{F7055559-10DE-4E81-AEA9-2D1D567DFB3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0" creationId="{3730B0CE-126B-463E-8AD4-C5B334B08FA6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1" creationId="{FB561B56-6BE6-4FFD-B84B-170410B2737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2" creationId="{4CDB3DBF-5316-4434-A2D9-8A3901D41EF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4" creationId="{533CB14E-4738-442A-B7BE-8FEB0590864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5" creationId="{125723CE-10A9-40A1-9BF8-E25063601502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6" creationId="{7514DD14-81F5-422E-9580-6BCAB663A3C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7" creationId="{6BAC118E-7659-48E6-9964-73BF4CEEB629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38" creationId="{27AF6A3B-3708-4EC9-AEDD-5B58D823EB4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0" creationId="{3E5D5DF7-24DE-43E7-BB74-23D956B7ED6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1" creationId="{BE8BEF37-A69F-48B2-9DF5-64EF841671C7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2" creationId="{E4367F2C-A41A-4A18-A51B-4BA998004B2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3" creationId="{EA738760-E052-4F31-B5FB-CF91D253765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4" creationId="{19B3B719-58D1-4DCF-872F-748D5015965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6" creationId="{CD5CB0F0-F643-43CE-A70F-BD667AD2BBD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7" creationId="{25363D25-F061-482A-8CF0-06E2CD7140C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8" creationId="{2579407A-075B-47F5-9C9F-209031AF4AA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49" creationId="{88971E5B-1335-4261-AD86-3489F365F0B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0" creationId="{1FD7E716-687B-48CD-867B-A0305FCABF81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1" creationId="{7CB8F326-EAD0-404D-933D-FB1BAA679234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2" creationId="{2B361A65-7471-49FF-A5D1-A454B0288EEB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4" creationId="{1F29E06D-B752-4853-9858-A84F5825AD7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5" creationId="{865AF193-F009-4DC6-B3A4-8BBCDFA94B8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6" creationId="{343AA9B6-C54C-495D-9109-05A0039AFD5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7" creationId="{217DB3A0-EB13-482B-89A8-F2C2578A363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8" creationId="{F3BDF021-7CC5-43D4-8083-8CA6D491050E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59" creationId="{498CF40D-2197-4FE7-98D4-151FE62FBEAF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0" creationId="{D4DED95E-52AC-4761-A863-2F99855AFA98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1" creationId="{9C50FA59-C89C-48CC-9C18-C795ABB6E62C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2" creationId="{A8FC2625-012E-4037-BF53-337588C65A30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4" creationId="{2AF22BEE-DD51-43F6-B6C7-15C9D58714B5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5" creationId="{5E11335A-0267-45A9-8158-355909011EB3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6" creationId="{A089B174-DC17-46E9-91E1-F645B707FEDA}"/>
          </ac:spMkLst>
        </pc:spChg>
        <pc:spChg chg="mod">
          <ac:chgData name="王 欣捷" userId="b965477fa0aef5e6" providerId="LiveId" clId="{6B25E3A0-8D13-427B-91C6-98F6CF017510}" dt="2021-04-20T12:44:30.836" v="113"/>
          <ac:spMkLst>
            <pc:docMk/>
            <pc:sldMk cId="3962178428" sldId="1151"/>
            <ac:spMk id="167" creationId="{DC245B5C-8B32-452A-BB80-FC888DD62256}"/>
          </ac:spMkLst>
        </pc:spChg>
        <pc:grpChg chg="add del mod">
          <ac:chgData name="王 欣捷" userId="b965477fa0aef5e6" providerId="LiveId" clId="{6B25E3A0-8D13-427B-91C6-98F6CF017510}" dt="2021-04-20T12:46:20.433" v="136" actId="165"/>
          <ac:grpSpMkLst>
            <pc:docMk/>
            <pc:sldMk cId="3962178428" sldId="1151"/>
            <ac:grpSpMk id="5" creationId="{8779CF0B-5CF3-41F0-8A21-814877D304D9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26" creationId="{CED4C457-9594-40BB-842E-516DA4309DC2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32" creationId="{6593A3DC-FCA4-4B58-A11C-3B7CD45D33F7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39" creationId="{438FA4A8-7FE0-4B40-887F-6B27CB8AAA67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52" creationId="{6829D49F-A00C-4CD5-BEF5-6CD3D8C268E0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58" creationId="{8C6DA2BD-BBBC-45AE-945A-D162E0957CE9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64" creationId="{F6065E79-8514-48E9-B225-7045C8775A35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72" creationId="{75E83635-F1C1-4D6A-AEEB-90743CABEC21}"/>
          </ac:grpSpMkLst>
        </pc:grpChg>
        <pc:grpChg chg="add mod">
          <ac:chgData name="王 欣捷" userId="b965477fa0aef5e6" providerId="LiveId" clId="{6B25E3A0-8D13-427B-91C6-98F6CF017510}" dt="2021-04-20T12:44:38.611" v="122" actId="1036"/>
          <ac:grpSpMkLst>
            <pc:docMk/>
            <pc:sldMk cId="3962178428" sldId="1151"/>
            <ac:grpSpMk id="82" creationId="{08A9888D-DAA6-4B0E-A4BE-0337FD9844F4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87" creationId="{CCB15F41-BCCD-4468-8CCA-3CE29E558A3C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07" creationId="{DEA66F76-CD4D-4AA4-AC0D-F1BDDA0FCCD9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13" creationId="{5C6334AE-B9F5-4A08-8D2D-AE98B57FC48A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20" creationId="{31E2A1BF-A327-465F-9303-C71E9127A609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33" creationId="{32FB4794-88E9-4CDB-8E3F-BFC7C0FDC2C3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39" creationId="{3CADEBE2-0CFB-464F-BAE1-B1D80338CE3A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45" creationId="{DB3DE3E1-8EC1-44BA-BC12-2268A6D8E599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53" creationId="{8E17C25B-741C-4D33-9672-B034E0420D24}"/>
          </ac:grpSpMkLst>
        </pc:grpChg>
        <pc:grpChg chg="add del mod">
          <ac:chgData name="王 欣捷" userId="b965477fa0aef5e6" providerId="LiveId" clId="{6B25E3A0-8D13-427B-91C6-98F6CF017510}" dt="2021-04-20T12:44:31.519" v="114"/>
          <ac:grpSpMkLst>
            <pc:docMk/>
            <pc:sldMk cId="3962178428" sldId="1151"/>
            <ac:grpSpMk id="163" creationId="{5EADA9DA-54CE-414A-AD23-957CFF152A93}"/>
          </ac:grpSpMkLst>
        </pc:grpChg>
        <pc:graphicFrameChg chg="del">
          <ac:chgData name="王 欣捷" userId="b965477fa0aef5e6" providerId="LiveId" clId="{6B25E3A0-8D13-427B-91C6-98F6CF017510}" dt="2021-04-20T12:44:55.923" v="123" actId="478"/>
          <ac:graphicFrameMkLst>
            <pc:docMk/>
            <pc:sldMk cId="3962178428" sldId="1151"/>
            <ac:graphicFrameMk id="7" creationId="{37CC3D40-8AD9-46E1-AFAB-E74C336F4304}"/>
          </ac:graphicFrameMkLst>
        </pc:graphicFrameChg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389650025" sldId="1152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235929361" sldId="1153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4207039851" sldId="1154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77711967" sldId="1155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1749343738" sldId="1156"/>
        </pc:sldMkLst>
      </pc:sldChg>
      <pc:sldChg chg="del">
        <pc:chgData name="王 欣捷" userId="b965477fa0aef5e6" providerId="LiveId" clId="{6B25E3A0-8D13-427B-91C6-98F6CF017510}" dt="2021-04-20T13:13:57.132" v="426" actId="47"/>
        <pc:sldMkLst>
          <pc:docMk/>
          <pc:sldMk cId="3747700626" sldId="1157"/>
        </pc:sldMkLst>
      </pc:sldChg>
      <pc:sldChg chg="addSp delSp modSp mod modAnim">
        <pc:chgData name="王 欣捷" userId="b965477fa0aef5e6" providerId="LiveId" clId="{6B25E3A0-8D13-427B-91C6-98F6CF017510}" dt="2021-04-20T13:13:38.770" v="425"/>
        <pc:sldMkLst>
          <pc:docMk/>
          <pc:sldMk cId="2813883607" sldId="1158"/>
        </pc:sldMkLst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" creationId="{DD145251-593C-4F9D-8EA4-695E70D9227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" creationId="{B609BAE8-70EB-48BC-B0C7-C471690899D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" creationId="{73BC54D1-3449-47D1-AA8B-A1C6A9E3A1E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0" creationId="{F79FC59F-9A98-4697-85EB-6224BDFAB2A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1" creationId="{51208A13-7171-4FDE-855B-E1F22823E70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2" creationId="{974769A5-2093-4ECE-AA5A-DD9A76E1760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3" creationId="{3A81D15C-B869-474F-A0A5-9A5E9B46914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4" creationId="{FCE93488-653E-453B-ACBE-0D41285628B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5" creationId="{E0A2963A-C77D-4477-BE4D-893D082F529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6" creationId="{932A0489-29DF-4E08-A2AB-3B6EB32EE8B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7" creationId="{3A3AC747-3975-4406-A6F7-CC68A815D39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8" creationId="{CC541C46-A64A-4289-9049-190A88A834A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19" creationId="{966A7A09-40F8-4680-9C30-5D936FD1AEF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0" creationId="{417909A3-608A-4EBE-8A7F-EB48569AC6C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1" creationId="{46157996-D1F7-4F33-98A1-A9487771871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2" creationId="{8390626D-3E15-4554-B651-C44BAC5C04D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3" creationId="{47B443C8-2826-4BD0-BDE4-DCAB2E0086E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4" creationId="{0EE7F19C-C1B2-4401-87AE-2F41C1B86E5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5" creationId="{A4D21CAE-07E1-4281-A15F-F58E028362DE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7" creationId="{A76D61BA-852E-4208-8AC9-34DC3E03281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8" creationId="{4A5F3211-F09E-4408-9B96-67D6B8643C8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29" creationId="{0B40763E-DC56-4456-A2FC-78FB8C40E634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0" creationId="{91FE3428-09FB-45C0-A497-E252C5350AF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1" creationId="{29175CE8-97B9-43B0-AE5F-639C7094DD9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2" creationId="{49CC09C9-1102-400F-B824-FAC53C253F3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3" creationId="{5848940A-51E4-49D2-B3FC-1AA450114E7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4" creationId="{AFEC15BB-FDDB-41DE-A25B-9BA00F2B4238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6" creationId="{917E9758-EAFD-43D5-8DB2-373CBCB6DD8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7" creationId="{6A82897E-AA1D-4770-8881-08A0054E51ED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8" creationId="{6DC54AFD-292E-449B-8BFA-BAE56B2F136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39" creationId="{D2AAF3D6-9BCC-478A-A72B-4B483294574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0" creationId="{54C390D6-FBEB-45F6-BAE6-295E80B818A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2" creationId="{FD05C830-5FFA-4880-879E-5B7EB9101944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3" creationId="{917D9642-1810-4C24-9C37-FF9BAD9B0AC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4" creationId="{3F71213D-261E-4E3F-8C4E-AB843B84E2B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5" creationId="{FFE8A506-8744-4F5B-B848-C4B2567C26A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6" creationId="{2C4014EB-8E76-4158-B5D7-B0F95C6C0D0E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7" creationId="{32CD5B7A-901E-4CEA-A7D3-2397FCBDB19F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48" creationId="{AAA5CAE3-EF9E-49C7-A281-4D88E3777F6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0" creationId="{CB5602BF-3E13-4E2B-A478-BD2FECC7CDB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1" creationId="{9772F3A6-A341-4657-8768-D00E1128870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2" creationId="{92DFEFA6-8DB1-47C2-8104-09F1ADCD7A7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3" creationId="{18B9614C-66F5-490B-9CFF-20E55B18B60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4" creationId="{FBA7B3EA-835C-48DD-9950-D69194E1E29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5" creationId="{11AF9C4D-09FA-40E1-B9B5-8B2BFE170C3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6" creationId="{52E4F73B-54CC-4E9D-8636-A04FA9265C5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8" creationId="{5BB3C939-761D-4D82-99E6-D9D0627E98A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59" creationId="{EF1B6BC8-DE52-4078-B653-7C2B08940DD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0" creationId="{73E5C9FE-5CFC-43D9-8E34-909D5B6BDA4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1" creationId="{A11D857E-6213-4D92-8F4D-D24A9D982A2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2" creationId="{07421CF0-957D-44E4-BF73-10D189F821D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3" creationId="{086C0466-E825-424E-AB92-17EE26068B9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4" creationId="{C1988FBE-54ED-43DC-A12D-F1E8399212AB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6" creationId="{4046A51A-742D-4825-9AF0-52BD74784C0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7" creationId="{8AF3A1D8-C588-45D9-A707-442BC0758F1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8" creationId="{563A6B22-D532-47FE-BB41-7092C034D1C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69" creationId="{526B3BF5-3713-4A39-81F0-ABCF85F6B50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0" creationId="{BE701583-D19D-403F-9EA3-1C4DCCECC6C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1" creationId="{BD8C0832-BC4C-470A-824F-81AFE4B637FA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2" creationId="{8EE9C29C-3052-41A1-AB33-7ED525B090B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3" creationId="{EDB36A1D-F6D1-42D0-80C4-514C805B8D62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4" creationId="{599A2E6F-96F8-42E2-92D5-DA9EB6EFB761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6" creationId="{1C018342-BB55-48DC-9F4D-692D63F975E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7" creationId="{D6764B74-4059-4190-8902-673146531E4D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8" creationId="{F809FC3E-1DC0-4FC7-ACC5-7D9ABE08230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79" creationId="{F974F4F6-7D41-42EA-B50C-BDF94CB2A93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0" creationId="{67E0EBA6-B194-414B-B486-692999CA4822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1" creationId="{1C48B1FF-118E-4FD6-8B34-ADCC9C1A0F1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2" creationId="{378F5EB9-D427-49C2-8503-CF02A6F3C4E9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3" creationId="{1FAE17F0-132B-47F5-8443-C629392426CD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4" creationId="{6A3F8850-9B2C-4858-87E1-6A0CE42DEB96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5" creationId="{A35737E7-E55A-4825-A3DF-A4578101FAE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7" creationId="{E082024E-644A-4158-94F9-F17CBA31B435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8" creationId="{AC43D38E-73D7-4077-B45A-3C19C20F3493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89" creationId="{5FC1DE2E-D2EB-4CE8-82C0-337822EF2247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0" creationId="{24E89575-4F2E-4CCA-BA30-49F3AC1B6420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1" creationId="{0F851425-E829-4D8D-B75A-2C5BF44EECFC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2" creationId="{CC2A2390-989C-4AD5-ABDF-3478761D61CE}"/>
          </ac:spMkLst>
        </pc:spChg>
        <pc:spChg chg="mod">
          <ac:chgData name="王 欣捷" userId="b965477fa0aef5e6" providerId="LiveId" clId="{6B25E3A0-8D13-427B-91C6-98F6CF017510}" dt="2021-04-20T13:12:46.755" v="415" actId="1076"/>
          <ac:spMkLst>
            <pc:docMk/>
            <pc:sldMk cId="2813883607" sldId="1158"/>
            <ac:spMk id="93" creationId="{9F014D5B-960F-45CB-A368-AD1A73FC7EB1}"/>
          </ac:spMkLst>
        </pc:s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5" creationId="{93E5C8D7-BB27-4002-9759-1508BEE7B16B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26" creationId="{691B8DCA-9C23-4712-9FE8-B35114C3B407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35" creationId="{F8B6DDA0-7A01-43E3-90B6-A8F34B4A549C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41" creationId="{3DCA4A4D-481C-4456-88D3-CA25422520BA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49" creationId="{9014CFB2-A52D-4C35-8D5E-419B03D3B109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57" creationId="{24865291-C9A5-4BDC-8AA4-144E02496B55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65" creationId="{0A3588D9-AC70-4C7F-B379-EC59BB5A6B9D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75" creationId="{70C1A52A-56A3-4B57-B219-64350EF269C7}"/>
          </ac:grpSpMkLst>
        </pc:grpChg>
        <pc:grpChg chg="add mod">
          <ac:chgData name="王 欣捷" userId="b965477fa0aef5e6" providerId="LiveId" clId="{6B25E3A0-8D13-427B-91C6-98F6CF017510}" dt="2021-04-20T13:12:46.755" v="415" actId="1076"/>
          <ac:grpSpMkLst>
            <pc:docMk/>
            <pc:sldMk cId="2813883607" sldId="1158"/>
            <ac:grpSpMk id="86" creationId="{8076CE1E-DC25-4846-A96F-07435DCDAA94}"/>
          </ac:grpSpMkLst>
        </pc:grpChg>
        <pc:graphicFrameChg chg="del">
          <ac:chgData name="王 欣捷" userId="b965477fa0aef5e6" providerId="LiveId" clId="{6B25E3A0-8D13-427B-91C6-98F6CF017510}" dt="2021-04-20T13:12:54.126" v="416" actId="478"/>
          <ac:graphicFrameMkLst>
            <pc:docMk/>
            <pc:sldMk cId="2813883607" sldId="1158"/>
            <ac:graphicFrameMk id="7" creationId="{B82C7706-5A88-4F4C-BC2E-D88A3AE12F8A}"/>
          </ac:graphicFrameMkLst>
        </pc:graphicFrameChg>
      </pc:sldChg>
      <pc:sldChg chg="add del">
        <pc:chgData name="王 欣捷" userId="b965477fa0aef5e6" providerId="LiveId" clId="{6B25E3A0-8D13-427B-91C6-98F6CF017510}" dt="2021-04-20T12:53:35.214" v="217"/>
        <pc:sldMkLst>
          <pc:docMk/>
          <pc:sldMk cId="3340373905" sldId="1159"/>
        </pc:sldMkLst>
      </pc:sldChg>
      <pc:sldChg chg="addSp delSp modSp add del mod modAnim">
        <pc:chgData name="王 欣捷" userId="b965477fa0aef5e6" providerId="LiveId" clId="{6B25E3A0-8D13-427B-91C6-98F6CF017510}" dt="2021-04-20T12:41:17.754" v="67" actId="47"/>
        <pc:sldMkLst>
          <pc:docMk/>
          <pc:sldMk cId="3468514126" sldId="1159"/>
        </pc:sldMkLst>
        <pc:spChg chg="add del mod">
          <ac:chgData name="王 欣捷" userId="b965477fa0aef5e6" providerId="LiveId" clId="{6B25E3A0-8D13-427B-91C6-98F6CF017510}" dt="2021-04-20T12:36:24.807" v="3" actId="478"/>
          <ac:spMkLst>
            <pc:docMk/>
            <pc:sldMk cId="3468514126" sldId="1159"/>
            <ac:spMk id="3" creationId="{BD0B5B0F-54AA-41FC-8CB2-72EAA6770E1E}"/>
          </ac:spMkLst>
        </pc:spChg>
        <pc:spChg chg="add del mod">
          <ac:chgData name="王 欣捷" userId="b965477fa0aef5e6" providerId="LiveId" clId="{6B25E3A0-8D13-427B-91C6-98F6CF017510}" dt="2021-04-20T12:36:25.809" v="4" actId="478"/>
          <ac:spMkLst>
            <pc:docMk/>
            <pc:sldMk cId="3468514126" sldId="1159"/>
            <ac:spMk id="5" creationId="{EAC23BD4-80BA-44FC-98AB-192D25927CAA}"/>
          </ac:spMkLst>
        </pc:spChg>
        <pc:spChg chg="del mod topLvl">
          <ac:chgData name="王 欣捷" userId="b965477fa0aef5e6" providerId="LiveId" clId="{6B25E3A0-8D13-427B-91C6-98F6CF017510}" dt="2021-04-20T12:37:40.469" v="20" actId="478"/>
          <ac:spMkLst>
            <pc:docMk/>
            <pc:sldMk cId="3468514126" sldId="1159"/>
            <ac:spMk id="9" creationId="{DFFF1D81-C3BB-4C8D-8FBF-51242FEF858B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1" creationId="{949D52E9-9D14-4F37-87A3-113C8857AB99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3" creationId="{FF470F31-F62F-48C6-B15E-137EACC21CF1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4" creationId="{68EEA0D4-9CB9-4C52-90FE-7A93A0FBA749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5" creationId="{5195372E-3694-4BC7-9606-CE0986373EB2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6" creationId="{793E50F2-1D87-496B-AEC1-C83E7808A80F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7" creationId="{C1E483F5-CFA8-4E46-8128-4203467DAE7C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8" creationId="{E310A895-35BD-43E3-BB2C-5B942397A8C4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19" creationId="{50DA5790-A733-4321-BD34-6EB0FC57A493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0" creationId="{E8B9A858-3F57-45AD-BC0B-76D048F1FBF5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1" creationId="{0831431B-8CFB-4FCB-97B3-E72EF1B4FA17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2" creationId="{138AB171-5308-4E47-BCBA-E0F17DFD5894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3" creationId="{DC042C32-90D4-4510-8D82-B68DB6E0B566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4" creationId="{85A35706-C9EA-4234-8051-B68E38BFA2AF}"/>
          </ac:spMkLst>
        </pc:spChg>
        <pc:spChg chg="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25" creationId="{9EB8CA8E-E232-4C41-BA36-9DD1AD4E7074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6" creationId="{1FEEA1A0-65D1-4F72-B16B-E9D713B75E98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7" creationId="{F4AC8AD8-6D92-4632-85F0-6FC82BD87613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8" creationId="{911A585F-96F7-476D-AF2B-9EDF5D6CD6A6}"/>
          </ac:spMkLst>
        </pc:spChg>
        <pc:spChg chg="add del mod topLvl">
          <ac:chgData name="王 欣捷" userId="b965477fa0aef5e6" providerId="LiveId" clId="{6B25E3A0-8D13-427B-91C6-98F6CF017510}" dt="2021-04-20T12:40:23.231" v="55" actId="1035"/>
          <ac:spMkLst>
            <pc:docMk/>
            <pc:sldMk cId="3468514126" sldId="1159"/>
            <ac:spMk id="29" creationId="{534B7C20-7199-4CD7-9677-277B89FB07DA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0" creationId="{FB654B10-D1AE-4FEE-AB1D-15B2D3F55A82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1" creationId="{36F859F0-B0F1-4C63-BA90-3A0889B758B6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2" creationId="{323E389E-731A-40A3-987C-5A508EA189B9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3" creationId="{403899A9-511A-4026-BAAA-96FBBAD50151}"/>
          </ac:spMkLst>
        </pc:spChg>
        <pc:spChg chg="add del mod topLvl">
          <ac:chgData name="王 欣捷" userId="b965477fa0aef5e6" providerId="LiveId" clId="{6B25E3A0-8D13-427B-91C6-98F6CF017510}" dt="2021-04-20T12:40:03.365" v="49"/>
          <ac:spMkLst>
            <pc:docMk/>
            <pc:sldMk cId="3468514126" sldId="1159"/>
            <ac:spMk id="34" creationId="{9B234005-DFF8-469E-B517-4CB6FE14ED53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5" creationId="{C36F5B4C-74B0-424A-9317-0DE6A077D555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6" creationId="{BA3DDD87-5BB4-41A6-B017-7794FF051EFF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7" creationId="{45FCFFD7-5836-4C0F-B6D3-80E22076786E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8" creationId="{458E3FAB-0971-42F3-805B-C61DF959831B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39" creationId="{BE07FFA6-9C92-4E8B-BFDE-D8BB5A5FB152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0" creationId="{A1D972E1-B7AC-4E7E-8FD5-0EE5D95436CD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1" creationId="{CE76552D-A8A7-4033-9BDC-3344298C22BA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2" creationId="{E31537E7-6CA6-4D06-A504-D1EC9E748A90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3" creationId="{3A62C931-5C74-4673-A4C0-DDDAA463306F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4" creationId="{704F0207-70B4-4108-A293-C611BE9E24BC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5" creationId="{E3932E51-CC80-4A94-8BA7-43047EFED688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6" creationId="{76D3E69D-4826-4821-A235-745660CD1ED3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7" creationId="{BE97D667-53A8-4FE5-AC5D-3861997D5173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8" creationId="{63EE61E0-AEF8-425C-9025-4797B1D32CD8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49" creationId="{3F622C90-885C-48F6-9797-C4E0FA1EC434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0" creationId="{5E1940AD-DD56-4A5A-81DA-F4FA5662026D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1" creationId="{D32435CA-CAB3-4F02-B8F4-FCA83C908AAA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2" creationId="{DA9DFA4C-E13D-43F7-B543-BFB7B0BBD2A8}"/>
          </ac:spMkLst>
        </pc:spChg>
        <pc:spChg chg="add del mod topLvl">
          <ac:chgData name="王 欣捷" userId="b965477fa0aef5e6" providerId="LiveId" clId="{6B25E3A0-8D13-427B-91C6-98F6CF017510}" dt="2021-04-20T12:40:36.808" v="59" actId="1035"/>
          <ac:spMkLst>
            <pc:docMk/>
            <pc:sldMk cId="3468514126" sldId="1159"/>
            <ac:spMk id="53" creationId="{B68894BC-07DF-40D1-A2B9-2A00A0636373}"/>
          </ac:spMkLst>
        </pc:spChg>
        <pc:spChg chg="del">
          <ac:chgData name="王 欣捷" userId="b965477fa0aef5e6" providerId="LiveId" clId="{6B25E3A0-8D13-427B-91C6-98F6CF017510}" dt="2021-04-20T12:36:21.884" v="1" actId="478"/>
          <ac:spMkLst>
            <pc:docMk/>
            <pc:sldMk cId="3468514126" sldId="1159"/>
            <ac:spMk id="19458" creationId="{2D390A57-AC1B-4F2A-B1FE-3A7AB367BB6B}"/>
          </ac:spMkLst>
        </pc:spChg>
        <pc:spChg chg="del">
          <ac:chgData name="王 欣捷" userId="b965477fa0aef5e6" providerId="LiveId" clId="{6B25E3A0-8D13-427B-91C6-98F6CF017510}" dt="2021-04-20T12:36:23.726" v="2" actId="478"/>
          <ac:spMkLst>
            <pc:docMk/>
            <pc:sldMk cId="3468514126" sldId="1159"/>
            <ac:spMk id="19459" creationId="{84804259-279B-4FCA-B6AC-D01533EDF1EA}"/>
          </ac:spMkLst>
        </pc:spChg>
        <pc:grpChg chg="mod">
          <ac:chgData name="王 欣捷" userId="b965477fa0aef5e6" providerId="LiveId" clId="{6B25E3A0-8D13-427B-91C6-98F6CF017510}" dt="2021-04-20T12:37:33.805" v="18" actId="338"/>
          <ac:grpSpMkLst>
            <pc:docMk/>
            <pc:sldMk cId="3468514126" sldId="1159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2:37:37.816" v="19" actId="165"/>
          <ac:grpSpMkLst>
            <pc:docMk/>
            <pc:sldMk cId="3468514126" sldId="1159"/>
            <ac:grpSpMk id="8" creationId="{71A3BA77-A0BA-4652-9CBC-71E82BE6FB98}"/>
          </ac:grpSpMkLst>
        </pc:grpChg>
        <pc:grpChg chg="add del mod">
          <ac:chgData name="王 欣捷" userId="b965477fa0aef5e6" providerId="LiveId" clId="{6B25E3A0-8D13-427B-91C6-98F6CF017510}" dt="2021-04-20T12:39:01.975" v="36" actId="164"/>
          <ac:grpSpMkLst>
            <pc:docMk/>
            <pc:sldMk cId="3468514126" sldId="1159"/>
            <ac:grpSpMk id="54" creationId="{996AEEB6-EA2A-49EE-8686-E2E09DD6DC89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5" creationId="{B7446ACA-1C80-4CD7-8BB2-D69DF94AAFE5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6" creationId="{222BD3D0-D24D-48EC-B5BF-14657968D2B2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7" creationId="{53939524-D422-4765-9544-30E431EEAA1E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8" creationId="{B20F4317-3DB1-4F63-A2E3-47D4CA5652A2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59" creationId="{09036289-839D-40C4-A04B-D6214649FE32}"/>
          </ac:grpSpMkLst>
        </pc:grpChg>
        <pc:grpChg chg="add del mod">
          <ac:chgData name="王 欣捷" userId="b965477fa0aef5e6" providerId="LiveId" clId="{6B25E3A0-8D13-427B-91C6-98F6CF017510}" dt="2021-04-20T12:40:59.498" v="64" actId="21"/>
          <ac:grpSpMkLst>
            <pc:docMk/>
            <pc:sldMk cId="3468514126" sldId="1159"/>
            <ac:grpSpMk id="60" creationId="{A17FD1F8-1D88-47F7-A3BE-14F5597F14AA}"/>
          </ac:grpSpMkLst>
        </pc:grpChg>
        <pc:graphicFrameChg chg="add del mod">
          <ac:chgData name="王 欣捷" userId="b965477fa0aef5e6" providerId="LiveId" clId="{6B25E3A0-8D13-427B-91C6-98F6CF017510}" dt="2021-04-20T12:37:17.122" v="14"/>
          <ac:graphicFrameMkLst>
            <pc:docMk/>
            <pc:sldMk cId="3468514126" sldId="1159"/>
            <ac:graphicFrameMk id="10" creationId="{A00D8D3E-BD3D-45E5-BB85-61D1D5E7D07C}"/>
          </ac:graphicFrameMkLst>
        </pc:graphicFrameChg>
        <pc:graphicFrameChg chg="del modGraphic">
          <ac:chgData name="王 欣捷" userId="b965477fa0aef5e6" providerId="LiveId" clId="{6B25E3A0-8D13-427B-91C6-98F6CF017510}" dt="2021-04-20T12:37:28.615" v="16" actId="478"/>
          <ac:graphicFrameMkLst>
            <pc:docMk/>
            <pc:sldMk cId="3468514126" sldId="1159"/>
            <ac:graphicFrameMk id="12" creationId="{392FF57F-B253-4DAC-BFB1-4445AAB528F9}"/>
          </ac:graphicFrameMkLst>
        </pc:graphicFrameChg>
        <pc:picChg chg="del mod">
          <ac:chgData name="王 欣捷" userId="b965477fa0aef5e6" providerId="LiveId" clId="{6B25E3A0-8D13-427B-91C6-98F6CF017510}" dt="2021-04-20T12:36:57.935" v="8" actId="478"/>
          <ac:picMkLst>
            <pc:docMk/>
            <pc:sldMk cId="3468514126" sldId="1159"/>
            <ac:picMk id="6" creationId="{D4B1B450-310F-4E0F-8FA6-DCED841FB1BA}"/>
          </ac:picMkLst>
        </pc:picChg>
        <pc:picChg chg="del mod">
          <ac:chgData name="王 欣捷" userId="b965477fa0aef5e6" providerId="LiveId" clId="{6B25E3A0-8D13-427B-91C6-98F6CF017510}" dt="2021-04-20T12:37:33.805" v="18" actId="338"/>
          <ac:picMkLst>
            <pc:docMk/>
            <pc:sldMk cId="3468514126" sldId="1159"/>
            <ac:picMk id="7" creationId="{30E1733D-5E5F-43B6-B880-06D08B247422}"/>
          </ac:picMkLst>
        </pc:picChg>
      </pc:sldChg>
      <pc:sldChg chg="addSp delSp modSp add del mod">
        <pc:chgData name="王 欣捷" userId="b965477fa0aef5e6" providerId="LiveId" clId="{6B25E3A0-8D13-427B-91C6-98F6CF017510}" dt="2021-04-20T12:45:23.395" v="126" actId="47"/>
        <pc:sldMkLst>
          <pc:docMk/>
          <pc:sldMk cId="3608272575" sldId="1159"/>
        </pc:sldMkLst>
        <pc:spChg chg="add del mod">
          <ac:chgData name="王 欣捷" userId="b965477fa0aef5e6" providerId="LiveId" clId="{6B25E3A0-8D13-427B-91C6-98F6CF017510}" dt="2021-04-20T12:43:07.526" v="87" actId="478"/>
          <ac:spMkLst>
            <pc:docMk/>
            <pc:sldMk cId="3608272575" sldId="1159"/>
            <ac:spMk id="3" creationId="{E49095C7-B729-49FB-A2B3-589FEF8BA262}"/>
          </ac:spMkLst>
        </pc:spChg>
        <pc:spChg chg="add del mod">
          <ac:chgData name="王 欣捷" userId="b965477fa0aef5e6" providerId="LiveId" clId="{6B25E3A0-8D13-427B-91C6-98F6CF017510}" dt="2021-04-20T12:43:09.286" v="89" actId="478"/>
          <ac:spMkLst>
            <pc:docMk/>
            <pc:sldMk cId="3608272575" sldId="1159"/>
            <ac:spMk id="5" creationId="{2471348C-1DE5-417A-AFEE-AA8D3BFCB6A3}"/>
          </ac:spMkLst>
        </pc:spChg>
        <pc:spChg chg="del mod topLvl">
          <ac:chgData name="王 欣捷" userId="b965477fa0aef5e6" providerId="LiveId" clId="{6B25E3A0-8D13-427B-91C6-98F6CF017510}" dt="2021-04-20T12:43:34.049" v="95" actId="478"/>
          <ac:spMkLst>
            <pc:docMk/>
            <pc:sldMk cId="3608272575" sldId="1159"/>
            <ac:spMk id="9" creationId="{7F3CE5A3-986D-4B49-B488-B1F270294491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0" creationId="{68001BAE-BEF4-4656-87AA-926DF16DC968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1" creationId="{534D6338-7F0D-4D06-835A-2DFA1750BBB9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2" creationId="{91AB09D3-517F-4DB0-B1F4-376AC0185258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3" creationId="{B63415E9-80F1-4078-A128-896803002656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4" creationId="{D2A5399C-787A-45A6-96AC-D1CDB1442D0C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5" creationId="{224A42C6-CBDE-4DC4-B65C-6948EA818EA1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6" creationId="{A0AA9E98-49A1-40E4-8429-FF2EE8723763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7" creationId="{707D0844-6F98-4E2C-9B6E-57132C412ADA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8" creationId="{E745EBC3-A831-40BD-81AD-76E718BC1238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19" creationId="{D72AFE9F-A7AB-485E-95FD-7E257FB11FDC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0" creationId="{A5BFC52A-D12F-43A7-8CA1-5E477677B3DE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1" creationId="{92850269-6FE3-449B-962C-1806047ABD56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2" creationId="{71E06E6D-D952-4B90-84BC-48136DE3F8BB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3" creationId="{4894D3CA-57A9-4E58-A9A0-0BCF9243A48D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4" creationId="{95499559-D4A5-4DE7-8DA3-D0BB188E0DEA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5" creationId="{EC5B7CD5-9796-4C3F-804D-58BD407923ED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6" creationId="{40C80291-9E80-4A7B-A091-3649BAE07554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7" creationId="{594DA38D-0AF1-4B21-BA99-2DD1132D5C51}"/>
          </ac:spMkLst>
        </pc:spChg>
        <pc:spChg chg="mod topLvl">
          <ac:chgData name="王 欣捷" userId="b965477fa0aef5e6" providerId="LiveId" clId="{6B25E3A0-8D13-427B-91C6-98F6CF017510}" dt="2021-04-20T12:44:07.903" v="100" actId="1076"/>
          <ac:spMkLst>
            <pc:docMk/>
            <pc:sldMk cId="3608272575" sldId="1159"/>
            <ac:spMk id="28" creationId="{78A8EDA9-424C-4059-8D15-94F4D85D3D8F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29" creationId="{C63B2B7B-9DA8-4223-A8F1-CD3055D9E446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0" creationId="{AAE3D4FC-9BF9-425D-8B22-CA3D92A38423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1" creationId="{ABBF3086-49E0-4340-AAA0-788F4F99ED55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2" creationId="{66D3B714-BC12-4A38-BAF4-B6B65E0B167C}"/>
          </ac:spMkLst>
        </pc:spChg>
        <pc:spChg chg="mod topLvl">
          <ac:chgData name="王 欣捷" userId="b965477fa0aef5e6" providerId="LiveId" clId="{6B25E3A0-8D13-427B-91C6-98F6CF017510}" dt="2021-04-20T12:44:11.864" v="101" actId="164"/>
          <ac:spMkLst>
            <pc:docMk/>
            <pc:sldMk cId="3608272575" sldId="1159"/>
            <ac:spMk id="33" creationId="{5C449F22-D6C2-44E9-9240-03DF07C45D15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4" creationId="{9E4EDE77-9265-4BB9-9A5B-3F87E3FDFE4C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5" creationId="{2A937BD4-5AC1-40C6-85BE-421FD96AAB12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6" creationId="{D7B68A19-0B02-4780-9862-056895C49688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7" creationId="{6D35C6A7-1534-491A-AD3F-D5E131050F95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8" creationId="{98E5E973-593B-4136-829A-27031C21D312}"/>
          </ac:spMkLst>
        </pc:spChg>
        <pc:spChg chg="mod topLvl">
          <ac:chgData name="王 欣捷" userId="b965477fa0aef5e6" providerId="LiveId" clId="{6B25E3A0-8D13-427B-91C6-98F6CF017510}" dt="2021-04-20T12:44:14.447" v="102" actId="164"/>
          <ac:spMkLst>
            <pc:docMk/>
            <pc:sldMk cId="3608272575" sldId="1159"/>
            <ac:spMk id="39" creationId="{45CEA639-652A-4796-8F57-8C2758A5A8AD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0" creationId="{B2F736A6-8D91-4194-9E84-67770DDCA9FF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1" creationId="{A4FE67B8-9069-46F0-9165-C1384C141B87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2" creationId="{F685AA16-CE3B-40E3-974C-15F1F1C21FFC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3" creationId="{7CA4E481-CBD0-43C8-B5A8-06987DD34DA5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4" creationId="{81C2CEE3-DE3B-4B0F-A692-1A0CD45BC861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5" creationId="{26FA4F18-452E-4E60-BE3E-6F63D26CF1AA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6" creationId="{2A2AFF7E-B0CD-4341-BCB6-4FB10652189C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7" creationId="{D7A46575-9C6F-4708-90E1-0F30C7E2B86A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8" creationId="{D1DAB47E-3589-4A19-BEBF-1CA3E183F8B3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49" creationId="{27D68966-4DBE-4FA7-92A0-069E5B691DE9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50" creationId="{430C9105-8F5D-48D1-B82C-B89826CD284E}"/>
          </ac:spMkLst>
        </pc:spChg>
        <pc:spChg chg="mod topLvl">
          <ac:chgData name="王 欣捷" userId="b965477fa0aef5e6" providerId="LiveId" clId="{6B25E3A0-8D13-427B-91C6-98F6CF017510}" dt="2021-04-20T12:44:16.504" v="103" actId="164"/>
          <ac:spMkLst>
            <pc:docMk/>
            <pc:sldMk cId="3608272575" sldId="1159"/>
            <ac:spMk id="51" creationId="{B1B1DF46-1CFE-4940-AC9E-879AEC8F6406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2" creationId="{E1A0918B-E393-4B6F-BD38-F1BCFD9D900B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3" creationId="{1CECDA0A-4A7A-4E17-9D24-C484EB830C69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4" creationId="{7F711060-9801-4C10-967B-FA9AB59B459A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5" creationId="{491B27AA-F717-41E1-882F-4423DD83EBFA}"/>
          </ac:spMkLst>
        </pc:spChg>
        <pc:spChg chg="mod topLvl">
          <ac:chgData name="王 欣捷" userId="b965477fa0aef5e6" providerId="LiveId" clId="{6B25E3A0-8D13-427B-91C6-98F6CF017510}" dt="2021-04-20T12:44:18.113" v="104" actId="164"/>
          <ac:spMkLst>
            <pc:docMk/>
            <pc:sldMk cId="3608272575" sldId="1159"/>
            <ac:spMk id="56" creationId="{0A8E9B3F-679F-4CF9-9004-DD11A9DFF7BE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57" creationId="{9AA3C847-F42F-44D4-948F-474BFCA6B16A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58" creationId="{7D1E2803-65E3-4F91-A57C-6D0E43CF45EB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59" creationId="{573A4581-0E12-4926-A2F4-8230D24403C8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60" creationId="{15173139-B1AA-4A93-AE84-4D49313142D5}"/>
          </ac:spMkLst>
        </pc:spChg>
        <pc:spChg chg="mod topLvl">
          <ac:chgData name="王 欣捷" userId="b965477fa0aef5e6" providerId="LiveId" clId="{6B25E3A0-8D13-427B-91C6-98F6CF017510}" dt="2021-04-20T12:44:19.464" v="105" actId="164"/>
          <ac:spMkLst>
            <pc:docMk/>
            <pc:sldMk cId="3608272575" sldId="1159"/>
            <ac:spMk id="61" creationId="{D4C1C61A-5198-45DA-B1EC-C09FCF0A2964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62" creationId="{CE8A8DFA-196C-4F98-82A2-AB574B9F1023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63" creationId="{8F5E5EC0-08E3-4387-A7E5-50FAF7895267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48" creationId="{85C4929B-601C-4744-A667-2FE61D00AB04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49" creationId="{34DC35B9-AA56-4CBF-9AF2-E11E39C4B5D2}"/>
          </ac:spMkLst>
        </pc:spChg>
        <pc:spChg chg="del">
          <ac:chgData name="王 欣捷" userId="b965477fa0aef5e6" providerId="LiveId" clId="{6B25E3A0-8D13-427B-91C6-98F6CF017510}" dt="2021-04-20T12:43:06.022" v="86" actId="478"/>
          <ac:spMkLst>
            <pc:docMk/>
            <pc:sldMk cId="3608272575" sldId="1159"/>
            <ac:spMk id="27650" creationId="{22D8A731-AE74-4746-A3B8-8256FFF194A2}"/>
          </ac:spMkLst>
        </pc:spChg>
        <pc:spChg chg="del">
          <ac:chgData name="王 欣捷" userId="b965477fa0aef5e6" providerId="LiveId" clId="{6B25E3A0-8D13-427B-91C6-98F6CF017510}" dt="2021-04-20T12:43:08.681" v="88" actId="478"/>
          <ac:spMkLst>
            <pc:docMk/>
            <pc:sldMk cId="3608272575" sldId="1159"/>
            <ac:spMk id="27651" creationId="{A1741382-F451-48A5-8D5C-85D947507B87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52" creationId="{97C5F3BC-F178-4554-9904-0F1C98CA0026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53" creationId="{DC87161D-C191-4F55-99FA-78D51B60063E}"/>
          </ac:spMkLst>
        </pc:spChg>
        <pc:spChg chg="mod topLvl">
          <ac:chgData name="王 欣捷" userId="b965477fa0aef5e6" providerId="LiveId" clId="{6B25E3A0-8D13-427B-91C6-98F6CF017510}" dt="2021-04-20T12:44:20.819" v="106" actId="164"/>
          <ac:spMkLst>
            <pc:docMk/>
            <pc:sldMk cId="3608272575" sldId="1159"/>
            <ac:spMk id="27654" creationId="{694293E0-14F1-4BF6-9F1C-155B4222CB8D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5" creationId="{62238E28-EC90-4FA5-B0A6-1B3949746239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6" creationId="{C9CAC330-2609-49F8-AEA7-1E2CF93574B0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7" creationId="{F719900D-3244-4C28-839D-64C7AAE1ACDB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8" creationId="{DAEED9DD-7AEB-47BE-8168-0890A22B8A0D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59" creationId="{460FBCD6-4A22-4462-9440-60FBD3E1C3F0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0" creationId="{6E7CFE3B-0FC4-4CB7-8640-96670EAAAC7D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1" creationId="{E81D328E-96F6-495C-A4DE-C651C9378508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2" creationId="{64A9FDFA-B633-4BA0-A002-0C7CCE062A32}"/>
          </ac:spMkLst>
        </pc:spChg>
        <pc:spChg chg="mod topLvl">
          <ac:chgData name="王 欣捷" userId="b965477fa0aef5e6" providerId="LiveId" clId="{6B25E3A0-8D13-427B-91C6-98F6CF017510}" dt="2021-04-20T12:44:22.117" v="107" actId="164"/>
          <ac:spMkLst>
            <pc:docMk/>
            <pc:sldMk cId="3608272575" sldId="1159"/>
            <ac:spMk id="27663" creationId="{831B6EBD-A5D2-4E9A-A989-CF06601F7B31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4" creationId="{98570073-8707-4CEF-BB2A-1271A2A2EC2F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5" creationId="{8D32A4EE-1190-4F42-AAEA-2831A5CEC193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6" creationId="{A5A8C8D3-1164-4C03-B05B-5A8745B7A212}"/>
          </ac:spMkLst>
        </pc:spChg>
        <pc:spChg chg="mod topLvl">
          <ac:chgData name="王 欣捷" userId="b965477fa0aef5e6" providerId="LiveId" clId="{6B25E3A0-8D13-427B-91C6-98F6CF017510}" dt="2021-04-20T12:44:23.869" v="108" actId="164"/>
          <ac:spMkLst>
            <pc:docMk/>
            <pc:sldMk cId="3608272575" sldId="1159"/>
            <ac:spMk id="27667" creationId="{F4547934-E50D-4703-ADA7-33B2F305B599}"/>
          </ac:spMkLst>
        </pc:spChg>
        <pc:grpChg chg="mod">
          <ac:chgData name="王 欣捷" userId="b965477fa0aef5e6" providerId="LiveId" clId="{6B25E3A0-8D13-427B-91C6-98F6CF017510}" dt="2021-04-20T12:43:27.377" v="93" actId="338"/>
          <ac:grpSpMkLst>
            <pc:docMk/>
            <pc:sldMk cId="3608272575" sldId="1159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2:43:32.299" v="94" actId="165"/>
          <ac:grpSpMkLst>
            <pc:docMk/>
            <pc:sldMk cId="3608272575" sldId="1159"/>
            <ac:grpSpMk id="8" creationId="{3A59DDF0-BFEF-40A2-991C-0718D334C2B4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68" creationId="{5A8B7893-A583-412B-91DD-6DBC48613EC3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69" creationId="{100BCC49-B407-489C-9194-8F1C54961181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0" creationId="{CF53A74A-5141-4EAD-AB9F-A8978E0B48AB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1" creationId="{A656803A-659F-40E7-9EFE-CE3567AF6916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2" creationId="{19E004FE-01AB-4062-81F5-7BA03A206552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3" creationId="{C7B9A1A6-6D24-4B8A-900E-1C1B428CCC7D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4" creationId="{2CA2087D-F0D8-46D1-B464-5B004B0A5D18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5" creationId="{5291D6CB-B9BB-4F89-A5E6-B86A0051A0DF}"/>
          </ac:grpSpMkLst>
        </pc:grpChg>
        <pc:grpChg chg="add del mod">
          <ac:chgData name="王 欣捷" userId="b965477fa0aef5e6" providerId="LiveId" clId="{6B25E3A0-8D13-427B-91C6-98F6CF017510}" dt="2021-04-20T12:44:27.554" v="111" actId="21"/>
          <ac:grpSpMkLst>
            <pc:docMk/>
            <pc:sldMk cId="3608272575" sldId="1159"/>
            <ac:grpSpMk id="27676" creationId="{94B963E5-42E6-423F-A482-FC8924B9B14D}"/>
          </ac:grpSpMkLst>
        </pc:grpChg>
        <pc:graphicFrameChg chg="del">
          <ac:chgData name="王 欣捷" userId="b965477fa0aef5e6" providerId="LiveId" clId="{6B25E3A0-8D13-427B-91C6-98F6CF017510}" dt="2021-04-20T12:43:20.677" v="91" actId="478"/>
          <ac:graphicFrameMkLst>
            <pc:docMk/>
            <pc:sldMk cId="3608272575" sldId="1159"/>
            <ac:graphicFrameMk id="7" creationId="{37CC3D40-8AD9-46E1-AFAB-E74C336F4304}"/>
          </ac:graphicFrameMkLst>
        </pc:graphicFrameChg>
        <pc:picChg chg="del mod">
          <ac:chgData name="王 欣捷" userId="b965477fa0aef5e6" providerId="LiveId" clId="{6B25E3A0-8D13-427B-91C6-98F6CF017510}" dt="2021-04-20T12:43:27.377" v="93" actId="338"/>
          <ac:picMkLst>
            <pc:docMk/>
            <pc:sldMk cId="3608272575" sldId="1159"/>
            <ac:picMk id="6" creationId="{BDBF54DD-2413-41B9-8EE1-59155E95194F}"/>
          </ac:picMkLst>
        </pc:picChg>
      </pc:sldChg>
      <pc:sldChg chg="addSp delSp modSp add mod">
        <pc:chgData name="王 欣捷" userId="b965477fa0aef5e6" providerId="LiveId" clId="{6B25E3A0-8D13-427B-91C6-98F6CF017510}" dt="2021-04-20T13:52:59.633" v="961" actId="20577"/>
        <pc:sldMkLst>
          <pc:docMk/>
          <pc:sldMk cId="3740059661" sldId="1159"/>
        </pc:sldMkLst>
        <pc:spChg chg="add mod topLvl">
          <ac:chgData name="王 欣捷" userId="b965477fa0aef5e6" providerId="LiveId" clId="{6B25E3A0-8D13-427B-91C6-98F6CF017510}" dt="2021-04-20T13:05:21.351" v="335" actId="13822"/>
          <ac:spMkLst>
            <pc:docMk/>
            <pc:sldMk cId="3740059661" sldId="1159"/>
            <ac:spMk id="4" creationId="{2D6D69E9-30F5-4972-B258-9703CCCF1091}"/>
          </ac:spMkLst>
        </pc:spChg>
        <pc:spChg chg="add del">
          <ac:chgData name="王 欣捷" userId="b965477fa0aef5e6" providerId="LiveId" clId="{6B25E3A0-8D13-427B-91C6-98F6CF017510}" dt="2021-04-20T12:57:57.214" v="258" actId="22"/>
          <ac:spMkLst>
            <pc:docMk/>
            <pc:sldMk cId="3740059661" sldId="1159"/>
            <ac:spMk id="6" creationId="{4FD36CD6-297C-4B97-A42F-7CE35CC2BF3B}"/>
          </ac:spMkLst>
        </pc:spChg>
        <pc:spChg chg="add del mod ord topLvl">
          <ac:chgData name="王 欣捷" userId="b965477fa0aef5e6" providerId="LiveId" clId="{6B25E3A0-8D13-427B-91C6-98F6CF017510}" dt="2021-04-20T13:02:47.128" v="308" actId="478"/>
          <ac:spMkLst>
            <pc:docMk/>
            <pc:sldMk cId="3740059661" sldId="1159"/>
            <ac:spMk id="8" creationId="{531E3D35-0D17-400E-92AD-D0144A769524}"/>
          </ac:spMkLst>
        </pc:spChg>
        <pc:spChg chg="add del">
          <ac:chgData name="王 欣捷" userId="b965477fa0aef5e6" providerId="LiveId" clId="{6B25E3A0-8D13-427B-91C6-98F6CF017510}" dt="2021-04-20T13:02:53.580" v="310" actId="22"/>
          <ac:spMkLst>
            <pc:docMk/>
            <pc:sldMk cId="3740059661" sldId="1159"/>
            <ac:spMk id="12" creationId="{0E90971D-7017-4486-BA77-FF3A3DB62D46}"/>
          </ac:spMkLst>
        </pc:spChg>
        <pc:spChg chg="add mod">
          <ac:chgData name="王 欣捷" userId="b965477fa0aef5e6" providerId="LiveId" clId="{6B25E3A0-8D13-427B-91C6-98F6CF017510}" dt="2021-04-20T13:04:51.963" v="334" actId="13822"/>
          <ac:spMkLst>
            <pc:docMk/>
            <pc:sldMk cId="3740059661" sldId="1159"/>
            <ac:spMk id="14" creationId="{966EB8AA-1E5F-4CEF-BA18-76CA834BF6A1}"/>
          </ac:spMkLst>
        </pc:spChg>
        <pc:spChg chg="mod">
          <ac:chgData name="王 欣捷" userId="b965477fa0aef5e6" providerId="LiveId" clId="{6B25E3A0-8D13-427B-91C6-98F6CF017510}" dt="2021-04-20T13:05:28.980" v="336"/>
          <ac:spMkLst>
            <pc:docMk/>
            <pc:sldMk cId="3740059661" sldId="1159"/>
            <ac:spMk id="17" creationId="{64F0E1EF-5044-4787-8B65-C24990700814}"/>
          </ac:spMkLst>
        </pc:spChg>
        <pc:spChg chg="mod">
          <ac:chgData name="王 欣捷" userId="b965477fa0aef5e6" providerId="LiveId" clId="{6B25E3A0-8D13-427B-91C6-98F6CF017510}" dt="2021-04-20T13:05:28.980" v="336"/>
          <ac:spMkLst>
            <pc:docMk/>
            <pc:sldMk cId="3740059661" sldId="1159"/>
            <ac:spMk id="18" creationId="{AB147B9F-7976-44D6-9565-772F9C07D51D}"/>
          </ac:spMkLst>
        </pc:spChg>
        <pc:spChg chg="mod">
          <ac:chgData name="王 欣捷" userId="b965477fa0aef5e6" providerId="LiveId" clId="{6B25E3A0-8D13-427B-91C6-98F6CF017510}" dt="2021-04-20T13:06:01.855" v="339"/>
          <ac:spMkLst>
            <pc:docMk/>
            <pc:sldMk cId="3740059661" sldId="1159"/>
            <ac:spMk id="20" creationId="{505B9F61-0BE6-4034-8EB4-366AD8C41A3D}"/>
          </ac:spMkLst>
        </pc:spChg>
        <pc:spChg chg="mod">
          <ac:chgData name="王 欣捷" userId="b965477fa0aef5e6" providerId="LiveId" clId="{6B25E3A0-8D13-427B-91C6-98F6CF017510}" dt="2021-04-20T13:06:17.214" v="349" actId="20577"/>
          <ac:spMkLst>
            <pc:docMk/>
            <pc:sldMk cId="3740059661" sldId="1159"/>
            <ac:spMk id="21" creationId="{4A0E9327-64DA-4391-81D1-5B371665F767}"/>
          </ac:spMkLst>
        </pc:spChg>
        <pc:spChg chg="mod">
          <ac:chgData name="王 欣捷" userId="b965477fa0aef5e6" providerId="LiveId" clId="{6B25E3A0-8D13-427B-91C6-98F6CF017510}" dt="2021-04-20T13:06:49.267" v="373"/>
          <ac:spMkLst>
            <pc:docMk/>
            <pc:sldMk cId="3740059661" sldId="1159"/>
            <ac:spMk id="23" creationId="{09E85927-6EFD-4294-8961-8164D5AD2FBB}"/>
          </ac:spMkLst>
        </pc:spChg>
        <pc:spChg chg="mod">
          <ac:chgData name="王 欣捷" userId="b965477fa0aef5e6" providerId="LiveId" clId="{6B25E3A0-8D13-427B-91C6-98F6CF017510}" dt="2021-04-20T13:06:53.703" v="375" actId="20577"/>
          <ac:spMkLst>
            <pc:docMk/>
            <pc:sldMk cId="3740059661" sldId="1159"/>
            <ac:spMk id="24" creationId="{C42AC6DD-4DCA-414F-BA1E-9B50D344DF52}"/>
          </ac:spMkLst>
        </pc:spChg>
        <pc:spChg chg="mod">
          <ac:chgData name="王 欣捷" userId="b965477fa0aef5e6" providerId="LiveId" clId="{6B25E3A0-8D13-427B-91C6-98F6CF017510}" dt="2021-04-20T13:06:54.958" v="376"/>
          <ac:spMkLst>
            <pc:docMk/>
            <pc:sldMk cId="3740059661" sldId="1159"/>
            <ac:spMk id="26" creationId="{F3BF02C9-6271-4B0A-95A4-8B6D7E7397CF}"/>
          </ac:spMkLst>
        </pc:spChg>
        <pc:spChg chg="mod">
          <ac:chgData name="王 欣捷" userId="b965477fa0aef5e6" providerId="LiveId" clId="{6B25E3A0-8D13-427B-91C6-98F6CF017510}" dt="2021-04-20T13:07:00.366" v="378" actId="20577"/>
          <ac:spMkLst>
            <pc:docMk/>
            <pc:sldMk cId="3740059661" sldId="1159"/>
            <ac:spMk id="27" creationId="{899C9EB7-0F46-41C7-9D01-AFEEFE8C6EC9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29" creationId="{EED59A44-C997-4A58-8AB9-D2067151B054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0" creationId="{9A099D5A-B311-46FF-82B4-CE3096978441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2" creationId="{C9555EF1-EF48-43DC-8501-612DFF88C37E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3" creationId="{AE2FA770-C381-4CC2-9F79-CFD9006772A3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5" creationId="{3EBB6A16-FBD1-4A95-BB5E-13306DC5B584}"/>
          </ac:spMkLst>
        </pc:spChg>
        <pc:spChg chg="mod">
          <ac:chgData name="王 欣捷" userId="b965477fa0aef5e6" providerId="LiveId" clId="{6B25E3A0-8D13-427B-91C6-98F6CF017510}" dt="2021-04-20T13:07:04.910" v="379"/>
          <ac:spMkLst>
            <pc:docMk/>
            <pc:sldMk cId="3740059661" sldId="1159"/>
            <ac:spMk id="36" creationId="{C6D4DECE-0286-4436-8883-C78F5DA27982}"/>
          </ac:spMkLst>
        </pc:spChg>
        <pc:spChg chg="mod">
          <ac:chgData name="王 欣捷" userId="b965477fa0aef5e6" providerId="LiveId" clId="{6B25E3A0-8D13-427B-91C6-98F6CF017510}" dt="2021-04-20T13:48:46.172" v="921"/>
          <ac:spMkLst>
            <pc:docMk/>
            <pc:sldMk cId="3740059661" sldId="1159"/>
            <ac:spMk id="44035" creationId="{5D1D868F-8DD2-453C-A53C-A9E8EF698509}"/>
          </ac:spMkLst>
        </pc:spChg>
        <pc:grpChg chg="add del mod">
          <ac:chgData name="王 欣捷" userId="b965477fa0aef5e6" providerId="LiveId" clId="{6B25E3A0-8D13-427B-91C6-98F6CF017510}" dt="2021-04-20T13:02:47.128" v="308" actId="478"/>
          <ac:grpSpMkLst>
            <pc:docMk/>
            <pc:sldMk cId="3740059661" sldId="1159"/>
            <ac:grpSpMk id="5" creationId="{5C45A7FA-6DE5-4E72-8FAF-E5C5B3DD23D9}"/>
          </ac:grpSpMkLst>
        </pc:grpChg>
        <pc:grpChg chg="add mod">
          <ac:chgData name="王 欣捷" userId="b965477fa0aef5e6" providerId="LiveId" clId="{6B25E3A0-8D13-427B-91C6-98F6CF017510}" dt="2021-04-20T13:06:39.612" v="369" actId="1036"/>
          <ac:grpSpMkLst>
            <pc:docMk/>
            <pc:sldMk cId="3740059661" sldId="1159"/>
            <ac:grpSpMk id="11" creationId="{02C0B712-15B4-4AE4-B152-3902F38B3FEC}"/>
          </ac:grpSpMkLst>
        </pc:grpChg>
        <pc:grpChg chg="add mod">
          <ac:chgData name="王 欣捷" userId="b965477fa0aef5e6" providerId="LiveId" clId="{6B25E3A0-8D13-427B-91C6-98F6CF017510}" dt="2021-04-20T13:06:35.077" v="364" actId="1036"/>
          <ac:grpSpMkLst>
            <pc:docMk/>
            <pc:sldMk cId="3740059661" sldId="1159"/>
            <ac:grpSpMk id="16" creationId="{4E4115BC-DABB-46C4-A1CF-F8410C1465BD}"/>
          </ac:grpSpMkLst>
        </pc:grpChg>
        <pc:grpChg chg="add mod">
          <ac:chgData name="王 欣捷" userId="b965477fa0aef5e6" providerId="LiveId" clId="{6B25E3A0-8D13-427B-91C6-98F6CF017510}" dt="2021-04-20T13:06:42.939" v="372" actId="1036"/>
          <ac:grpSpMkLst>
            <pc:docMk/>
            <pc:sldMk cId="3740059661" sldId="1159"/>
            <ac:grpSpMk id="19" creationId="{3F4B44F9-127A-4F25-81C7-D3572C375A3C}"/>
          </ac:grpSpMkLst>
        </pc:grpChg>
        <pc:grpChg chg="add mod">
          <ac:chgData name="王 欣捷" userId="b965477fa0aef5e6" providerId="LiveId" clId="{6B25E3A0-8D13-427B-91C6-98F6CF017510}" dt="2021-04-20T13:06:52.372" v="374" actId="1076"/>
          <ac:grpSpMkLst>
            <pc:docMk/>
            <pc:sldMk cId="3740059661" sldId="1159"/>
            <ac:grpSpMk id="22" creationId="{69F55667-9F22-4C84-96B6-664503EFAE53}"/>
          </ac:grpSpMkLst>
        </pc:grpChg>
        <pc:grpChg chg="add mod">
          <ac:chgData name="王 欣捷" userId="b965477fa0aef5e6" providerId="LiveId" clId="{6B25E3A0-8D13-427B-91C6-98F6CF017510}" dt="2021-04-20T13:06:59.061" v="377" actId="1076"/>
          <ac:grpSpMkLst>
            <pc:docMk/>
            <pc:sldMk cId="3740059661" sldId="1159"/>
            <ac:grpSpMk id="25" creationId="{173E6166-5837-4BCF-ACBA-FB600D1A14E4}"/>
          </ac:grpSpMkLst>
        </pc:grpChg>
        <pc:grpChg chg="add mod">
          <ac:chgData name="王 欣捷" userId="b965477fa0aef5e6" providerId="LiveId" clId="{6B25E3A0-8D13-427B-91C6-98F6CF017510}" dt="2021-04-20T13:07:30.176" v="387" actId="1076"/>
          <ac:grpSpMkLst>
            <pc:docMk/>
            <pc:sldMk cId="3740059661" sldId="1159"/>
            <ac:grpSpMk id="28" creationId="{665B71ED-C5C7-4C81-9A0C-396F95AE1517}"/>
          </ac:grpSpMkLst>
        </pc:grpChg>
        <pc:grpChg chg="add mod">
          <ac:chgData name="王 欣捷" userId="b965477fa0aef5e6" providerId="LiveId" clId="{6B25E3A0-8D13-427B-91C6-98F6CF017510}" dt="2021-04-20T13:07:30.176" v="387" actId="1076"/>
          <ac:grpSpMkLst>
            <pc:docMk/>
            <pc:sldMk cId="3740059661" sldId="1159"/>
            <ac:grpSpMk id="31" creationId="{54A68B26-51CD-423D-80F0-360506345D8D}"/>
          </ac:grpSpMkLst>
        </pc:grpChg>
        <pc:grpChg chg="add mod">
          <ac:chgData name="王 欣捷" userId="b965477fa0aef5e6" providerId="LiveId" clId="{6B25E3A0-8D13-427B-91C6-98F6CF017510}" dt="2021-04-20T13:07:30.176" v="387" actId="1076"/>
          <ac:grpSpMkLst>
            <pc:docMk/>
            <pc:sldMk cId="3740059661" sldId="1159"/>
            <ac:grpSpMk id="34" creationId="{C23310F7-AAAF-4ECB-8B01-EC19945991A0}"/>
          </ac:grpSpMkLst>
        </pc:grpChg>
        <pc:graphicFrameChg chg="mod modGraphic">
          <ac:chgData name="王 欣捷" userId="b965477fa0aef5e6" providerId="LiveId" clId="{6B25E3A0-8D13-427B-91C6-98F6CF017510}" dt="2021-04-20T13:52:59.633" v="961" actId="20577"/>
          <ac:graphicFrameMkLst>
            <pc:docMk/>
            <pc:sldMk cId="3740059661" sldId="1159"/>
            <ac:graphicFrameMk id="7" creationId="{135E5BFB-71B3-42B0-9930-200A49BF224F}"/>
          </ac:graphicFrameMkLst>
        </pc:graphicFrameChg>
      </pc:sldChg>
      <pc:sldChg chg="addSp delSp modSp new del mod modClrScheme modAnim chgLayout">
        <pc:chgData name="王 欣捷" userId="b965477fa0aef5e6" providerId="LiveId" clId="{6B25E3A0-8D13-427B-91C6-98F6CF017510}" dt="2021-04-20T12:51:53.712" v="213" actId="47"/>
        <pc:sldMkLst>
          <pc:docMk/>
          <pc:sldMk cId="3959990060" sldId="1159"/>
        </pc:sldMkLst>
        <pc:spChg chg="del">
          <ac:chgData name="王 欣捷" userId="b965477fa0aef5e6" providerId="LiveId" clId="{6B25E3A0-8D13-427B-91C6-98F6CF017510}" dt="2021-04-20T12:49:10.471" v="156" actId="700"/>
          <ac:spMkLst>
            <pc:docMk/>
            <pc:sldMk cId="3959990060" sldId="1159"/>
            <ac:spMk id="2" creationId="{1F3953F7-F522-4C31-A437-506DE25AD3E6}"/>
          </ac:spMkLst>
        </pc:spChg>
        <pc:spChg chg="del">
          <ac:chgData name="王 欣捷" userId="b965477fa0aef5e6" providerId="LiveId" clId="{6B25E3A0-8D13-427B-91C6-98F6CF017510}" dt="2021-04-20T12:49:10.471" v="156" actId="700"/>
          <ac:spMkLst>
            <pc:docMk/>
            <pc:sldMk cId="3959990060" sldId="1159"/>
            <ac:spMk id="3" creationId="{90D06857-0CBD-4F09-A016-B564E3733D71}"/>
          </ac:spMkLst>
        </pc:spChg>
        <pc:spChg chg="del mod topLvl">
          <ac:chgData name="王 欣捷" userId="b965477fa0aef5e6" providerId="LiveId" clId="{6B25E3A0-8D13-427B-91C6-98F6CF017510}" dt="2021-04-20T12:49:22.970" v="162" actId="478"/>
          <ac:spMkLst>
            <pc:docMk/>
            <pc:sldMk cId="3959990060" sldId="1159"/>
            <ac:spMk id="6" creationId="{C81E2C07-BDEA-4172-9C7B-C779D7DBF501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7" creationId="{908821D6-A4AC-4D44-B9F8-9BFDFA3804C4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8" creationId="{C478BE34-4163-46E9-A7FE-2CA29FA23501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9" creationId="{1E765E2C-48A9-4F95-9113-5A769E9D1F83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0" creationId="{4BBADB0D-FDA5-4723-ACB9-DA22DFCBC5EF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1" creationId="{738F3CEB-3A70-4CD4-92B2-F9A3B58266A1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2" creationId="{35348026-0052-4E0E-9416-6F93C47B5457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3" creationId="{83350AB6-A2A0-4747-AEE7-5E402FD22B54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4" creationId="{3E0F9D79-B635-445B-B953-F929607BF98B}"/>
          </ac:spMkLst>
        </pc:spChg>
        <pc:spChg chg="mod topLvl">
          <ac:chgData name="王 欣捷" userId="b965477fa0aef5e6" providerId="LiveId" clId="{6B25E3A0-8D13-427B-91C6-98F6CF017510}" dt="2021-04-20T12:50:34.738" v="189" actId="164"/>
          <ac:spMkLst>
            <pc:docMk/>
            <pc:sldMk cId="3959990060" sldId="1159"/>
            <ac:spMk id="15" creationId="{7798B67B-1C63-4386-B135-F3DAA268DD12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6" creationId="{D21E1069-B698-4DF2-B6D6-ABC721ED7BC4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7" creationId="{989622AF-85B4-46D6-B562-ADB7ECF672E5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8" creationId="{C64038D5-7687-4B77-9FD5-B861B807C1EE}"/>
          </ac:spMkLst>
        </pc:spChg>
        <pc:spChg chg="mod topLvl">
          <ac:chgData name="王 欣捷" userId="b965477fa0aef5e6" providerId="LiveId" clId="{6B25E3A0-8D13-427B-91C6-98F6CF017510}" dt="2021-04-20T12:50:42.559" v="192" actId="164"/>
          <ac:spMkLst>
            <pc:docMk/>
            <pc:sldMk cId="3959990060" sldId="1159"/>
            <ac:spMk id="19" creationId="{466D878D-CB47-40FB-9588-F412F09A2D5C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0" creationId="{5C19E946-5D49-4D7B-9558-6CFC2A824907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1" creationId="{447339C2-64F4-4DE6-859B-DA8492E852F3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2" creationId="{9A2BB69A-6CE9-471D-BDE0-BF48A8B2E086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3" creationId="{5D282EE6-59AA-448F-A969-767A8F1D3AE6}"/>
          </ac:spMkLst>
        </pc:spChg>
        <pc:spChg chg="mod topLvl">
          <ac:chgData name="王 欣捷" userId="b965477fa0aef5e6" providerId="LiveId" clId="{6B25E3A0-8D13-427B-91C6-98F6CF017510}" dt="2021-04-20T12:50:46.973" v="193" actId="164"/>
          <ac:spMkLst>
            <pc:docMk/>
            <pc:sldMk cId="3959990060" sldId="1159"/>
            <ac:spMk id="24" creationId="{527B71CE-44E3-4FDC-AECF-759D9EFFB71D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5" creationId="{154CF1BD-0259-4862-9149-EAC4ACE05478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6" creationId="{5BF79738-6E55-4B3B-9108-1136FB15F1C7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7" creationId="{2F6FA5DC-7733-4917-9407-3A7E50600808}"/>
          </ac:spMkLst>
        </pc:spChg>
        <pc:spChg chg="mod topLvl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28" creationId="{49774D48-1C38-4089-BB61-4D53743BB687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29" creationId="{0DB4029A-3055-4241-8431-137EB599F917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0" creationId="{06F57136-5ED0-43BB-B022-4AA1A8C74A2C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1" creationId="{17DCBA05-741D-4B2C-9F21-7A83A0BF3B99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2" creationId="{91C8CA32-2D29-4C9E-B7A4-7332E6A2F58A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3" creationId="{184C0AE3-CA7E-42BC-93FC-CCC7DE37259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4" creationId="{929F8D05-9F5F-491E-BCDF-F6EDC781FC1A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5" creationId="{5069B6FE-8BA4-449F-AEE3-1DCA789F324E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6" creationId="{338117F1-8248-494A-AF35-6BAAB3010421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7" creationId="{25E249CC-8D07-4AAC-BD4D-0E69B5BC1500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8" creationId="{5BBA4D4E-2C69-44D1-9E7D-AB43F127912B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39" creationId="{B1EA6FFC-9E40-4C05-ABD0-1DBCCA2F69B1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0" creationId="{C2CB2B83-A6E0-452E-8526-C5C917817281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1" creationId="{6B125984-267E-449E-A5FA-8F939B816CB4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2" creationId="{81C533ED-B1F4-4BB9-AAFE-6EA441887778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3" creationId="{62B8A86F-D75F-4108-B203-074AA20D9562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4" creationId="{11808D52-3E04-4EF0-BEAA-FEECCA479CAB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5" creationId="{F2C9DD7A-69B5-4477-A3B9-E0BFE10F0DC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6" creationId="{BC93F4C0-4EA6-4004-A30C-02F47FE3E56E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7" creationId="{37F1018C-74E0-4465-8780-C7CB415AF460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8" creationId="{47DFEF31-A309-497B-9C62-00F4631E96D2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49" creationId="{BCF49C23-2D08-4B71-8A3E-236204AFDBCA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0" creationId="{F9711E93-4EA9-4B56-8F7E-4149A8724C18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1" creationId="{334751B5-FFCE-4A96-BE26-918FAB8EF964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2" creationId="{DD66A05A-6910-4BA3-A021-1D13B4566825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3" creationId="{CE9830CA-F002-438E-8FE6-CBC68A689D1E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4" creationId="{88ED87F6-7418-48F4-82A7-EC3CD84734AF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5" creationId="{A4E37AEC-4BB6-46A7-A461-3A551CD9DD49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6" creationId="{D21BC199-B1FF-48D2-8D52-E71C35E13B9C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7" creationId="{68052BC2-62F4-46F1-96F2-C32FB9065B2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8" creationId="{C8544BE3-58DC-4CB5-965D-13CA58E3C193}"/>
          </ac:spMkLst>
        </pc:spChg>
        <pc:spChg chg="del mod topLvl">
          <ac:chgData name="王 欣捷" userId="b965477fa0aef5e6" providerId="LiveId" clId="{6B25E3A0-8D13-427B-91C6-98F6CF017510}" dt="2021-04-20T12:49:33.750" v="163" actId="478"/>
          <ac:spMkLst>
            <pc:docMk/>
            <pc:sldMk cId="3959990060" sldId="1159"/>
            <ac:spMk id="59" creationId="{E7A35663-3C41-41C2-8344-01CC5835C1E9}"/>
          </ac:spMkLst>
        </pc:spChg>
        <pc:spChg chg="add del">
          <ac:chgData name="王 欣捷" userId="b965477fa0aef5e6" providerId="LiveId" clId="{6B25E3A0-8D13-427B-91C6-98F6CF017510}" dt="2021-04-20T12:49:44.077" v="165" actId="22"/>
          <ac:spMkLst>
            <pc:docMk/>
            <pc:sldMk cId="3959990060" sldId="1159"/>
            <ac:spMk id="61" creationId="{716EB5A9-3B8A-4E40-A758-B13F0CD7B209}"/>
          </ac:spMkLst>
        </pc:spChg>
        <pc:spChg chg="add mod">
          <ac:chgData name="王 欣捷" userId="b965477fa0aef5e6" providerId="LiveId" clId="{6B25E3A0-8D13-427B-91C6-98F6CF017510}" dt="2021-04-20T12:50:52.405" v="194" actId="164"/>
          <ac:spMkLst>
            <pc:docMk/>
            <pc:sldMk cId="3959990060" sldId="1159"/>
            <ac:spMk id="63" creationId="{D5CC323A-3808-49D1-833F-7BAAA6E468B3}"/>
          </ac:spMkLst>
        </pc:spChg>
        <pc:grpChg chg="mod">
          <ac:chgData name="王 欣捷" userId="b965477fa0aef5e6" providerId="LiveId" clId="{6B25E3A0-8D13-427B-91C6-98F6CF017510}" dt="2021-04-20T12:49:15.202" v="158" actId="338"/>
          <ac:grpSpMkLst>
            <pc:docMk/>
            <pc:sldMk cId="3959990060" sldId="1159"/>
            <ac:grpSpMk id="1" creationId="{00000000-0000-0000-0000-000000000000}"/>
          </ac:grpSpMkLst>
        </pc:grpChg>
        <pc:grpChg chg="add del mod">
          <ac:chgData name="王 欣捷" userId="b965477fa0aef5e6" providerId="LiveId" clId="{6B25E3A0-8D13-427B-91C6-98F6CF017510}" dt="2021-04-20T12:49:21.049" v="161" actId="165"/>
          <ac:grpSpMkLst>
            <pc:docMk/>
            <pc:sldMk cId="3959990060" sldId="1159"/>
            <ac:grpSpMk id="5" creationId="{C4843BAA-3697-4511-9E1A-71E94D84F26D}"/>
          </ac:grpSpMkLst>
        </pc:grpChg>
        <pc:grpChg chg="add mod">
          <ac:chgData name="王 欣捷" userId="b965477fa0aef5e6" providerId="LiveId" clId="{6B25E3A0-8D13-427B-91C6-98F6CF017510}" dt="2021-04-20T12:50:42.559" v="192" actId="164"/>
          <ac:grpSpMkLst>
            <pc:docMk/>
            <pc:sldMk cId="3959990060" sldId="1159"/>
            <ac:grpSpMk id="64" creationId="{873CFAB2-BC7A-45B4-83E7-006A0E3C30C9}"/>
          </ac:grpSpMkLst>
        </pc:grpChg>
        <pc:grpChg chg="add del mod">
          <ac:chgData name="王 欣捷" userId="b965477fa0aef5e6" providerId="LiveId" clId="{6B25E3A0-8D13-427B-91C6-98F6CF017510}" dt="2021-04-20T12:51:01.161" v="196" actId="21"/>
          <ac:grpSpMkLst>
            <pc:docMk/>
            <pc:sldMk cId="3959990060" sldId="1159"/>
            <ac:grpSpMk id="65" creationId="{9F0DB484-FCC3-4C13-8593-10174E0CAC99}"/>
          </ac:grpSpMkLst>
        </pc:grpChg>
        <pc:grpChg chg="add del mod">
          <ac:chgData name="王 欣捷" userId="b965477fa0aef5e6" providerId="LiveId" clId="{6B25E3A0-8D13-427B-91C6-98F6CF017510}" dt="2021-04-20T12:51:01.161" v="196" actId="21"/>
          <ac:grpSpMkLst>
            <pc:docMk/>
            <pc:sldMk cId="3959990060" sldId="1159"/>
            <ac:grpSpMk id="66" creationId="{A7A61818-9548-4713-88DE-0F79507358E4}"/>
          </ac:grpSpMkLst>
        </pc:grpChg>
        <pc:grpChg chg="add del mod">
          <ac:chgData name="王 欣捷" userId="b965477fa0aef5e6" providerId="LiveId" clId="{6B25E3A0-8D13-427B-91C6-98F6CF017510}" dt="2021-04-20T12:51:01.161" v="196" actId="21"/>
          <ac:grpSpMkLst>
            <pc:docMk/>
            <pc:sldMk cId="3959990060" sldId="1159"/>
            <ac:grpSpMk id="67" creationId="{E6BEA52D-C7AD-4C6D-8569-F8BBBB4209CA}"/>
          </ac:grpSpMkLst>
        </pc:grpChg>
        <pc:picChg chg="add del mod">
          <ac:chgData name="王 欣捷" userId="b965477fa0aef5e6" providerId="LiveId" clId="{6B25E3A0-8D13-427B-91C6-98F6CF017510}" dt="2021-04-20T12:49:15.202" v="158" actId="338"/>
          <ac:picMkLst>
            <pc:docMk/>
            <pc:sldMk cId="3959990060" sldId="1159"/>
            <ac:picMk id="4" creationId="{95D6E8DA-D7AF-4D52-8C2B-65B6AAB9D438}"/>
          </ac:picMkLst>
        </pc:picChg>
      </pc:sldChg>
      <pc:sldChg chg="addSp delSp modSp new del mod modClrScheme chgLayout">
        <pc:chgData name="王 欣捷" userId="b965477fa0aef5e6" providerId="LiveId" clId="{6B25E3A0-8D13-427B-91C6-98F6CF017510}" dt="2021-04-20T13:12:57.235" v="417" actId="47"/>
        <pc:sldMkLst>
          <pc:docMk/>
          <pc:sldMk cId="1241390852" sldId="1160"/>
        </pc:sldMkLst>
        <pc:spChg chg="del">
          <ac:chgData name="王 欣捷" userId="b965477fa0aef5e6" providerId="LiveId" clId="{6B25E3A0-8D13-427B-91C6-98F6CF017510}" dt="2021-04-20T13:11:21.744" v="392" actId="700"/>
          <ac:spMkLst>
            <pc:docMk/>
            <pc:sldMk cId="1241390852" sldId="1160"/>
            <ac:spMk id="2" creationId="{7BED2FC7-E9AA-4ADD-BAD2-04B03B866B4C}"/>
          </ac:spMkLst>
        </pc:spChg>
        <pc:spChg chg="del">
          <ac:chgData name="王 欣捷" userId="b965477fa0aef5e6" providerId="LiveId" clId="{6B25E3A0-8D13-427B-91C6-98F6CF017510}" dt="2021-04-20T13:11:21.744" v="392" actId="700"/>
          <ac:spMkLst>
            <pc:docMk/>
            <pc:sldMk cId="1241390852" sldId="1160"/>
            <ac:spMk id="3" creationId="{310EFBFC-02CC-4373-B933-0F2FD4876EB1}"/>
          </ac:spMkLst>
        </pc:spChg>
        <pc:spChg chg="del mod topLvl">
          <ac:chgData name="王 欣捷" userId="b965477fa0aef5e6" providerId="LiveId" clId="{6B25E3A0-8D13-427B-91C6-98F6CF017510}" dt="2021-04-20T13:11:39.985" v="397" actId="478"/>
          <ac:spMkLst>
            <pc:docMk/>
            <pc:sldMk cId="1241390852" sldId="1160"/>
            <ac:spMk id="7" creationId="{65182B52-BC69-4062-B376-DA9AF5629F29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8" creationId="{D418D79A-10BB-42EC-99BA-AB9A072540E7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9" creationId="{CD5B9256-F365-4094-AE97-FA88E09B165B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0" creationId="{EEEF6793-CA29-4F60-9288-6ACDC11DB245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1" creationId="{F9B8FE37-3F2D-4F98-9E3D-E35164F40F73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2" creationId="{027045E1-D640-42C4-939F-D6EF87B994F2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3" creationId="{E5C6C03A-10F2-49DA-82FF-92E370BCC0AC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4" creationId="{74BFE5F4-64CF-4F69-BCEE-847AF6F41B6C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5" creationId="{E893D34F-5821-4D80-81EA-30FDF3AFDFE6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6" creationId="{96BFB150-3AC5-43A1-92E6-3FAB38865A21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7" creationId="{7CAFF147-A5C8-4C74-823F-D6C251A70C78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8" creationId="{211A8AEF-70D5-4272-95FC-61EF253EBE26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19" creationId="{1C4F9E28-B6DE-4FA7-BF76-A0D98B42E857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0" creationId="{75256A82-3D86-49C4-898F-FD7215CDF983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1" creationId="{426BCCAC-F9CF-44D0-90B8-47EC4A1382D2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2" creationId="{93EA94F5-5C27-4848-9DBD-DE82D48A78A1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3" creationId="{4FCEB341-C48E-4FDD-B6D4-5D194FCB87D3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4" creationId="{78D6C6FC-B318-40F4-86F4-7078D7BC3FC9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5" creationId="{DFBA668E-FF07-4B00-9C34-E7709AFACE70}"/>
          </ac:spMkLst>
        </pc:spChg>
        <pc:spChg chg="mod topLvl">
          <ac:chgData name="王 欣捷" userId="b965477fa0aef5e6" providerId="LiveId" clId="{6B25E3A0-8D13-427B-91C6-98F6CF017510}" dt="2021-04-20T13:12:25.088" v="410" actId="1076"/>
          <ac:spMkLst>
            <pc:docMk/>
            <pc:sldMk cId="1241390852" sldId="1160"/>
            <ac:spMk id="26" creationId="{5333780D-E697-4DE5-A5BA-F24C6A7416A2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27" creationId="{1122AA0D-C5E5-410C-9212-ED1B1DA92191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28" creationId="{5B14BF93-22B8-42AB-B1F2-C59EF8924C40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29" creationId="{B98AA9E2-413A-46EF-A988-C994B23377F5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0" creationId="{A4D2E1D9-F643-4CBC-824F-7CF96E605BE2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1" creationId="{D67A71D2-FF76-4646-81A6-516DEE412AB2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2" creationId="{A4EAF62A-3F3C-4F69-B0ED-AC9254A3C9AC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3" creationId="{C48B2143-AD45-4E72-8A71-84968EA53C83}"/>
          </ac:spMkLst>
        </pc:spChg>
        <pc:spChg chg="mod topLvl">
          <ac:chgData name="王 欣捷" userId="b965477fa0aef5e6" providerId="LiveId" clId="{6B25E3A0-8D13-427B-91C6-98F6CF017510}" dt="2021-04-20T13:12:28.544" v="412" actId="1076"/>
          <ac:spMkLst>
            <pc:docMk/>
            <pc:sldMk cId="1241390852" sldId="1160"/>
            <ac:spMk id="34" creationId="{E7999584-DDB3-4781-887E-69FAEE05F96C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5" creationId="{D6D74182-4634-4033-BC1E-CD6B121012E5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6" creationId="{B1F96D56-B877-4717-973D-8D9288A5CC84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7" creationId="{4BD49858-4A50-4E2A-AFE6-327C4043445C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8" creationId="{6A47B5D5-E550-4B84-B4AF-AE3676A1BBEF}"/>
          </ac:spMkLst>
        </pc:spChg>
        <pc:spChg chg="mod topLvl">
          <ac:chgData name="王 欣捷" userId="b965477fa0aef5e6" providerId="LiveId" clId="{6B25E3A0-8D13-427B-91C6-98F6CF017510}" dt="2021-04-20T13:12:11.677" v="402" actId="164"/>
          <ac:spMkLst>
            <pc:docMk/>
            <pc:sldMk cId="1241390852" sldId="1160"/>
            <ac:spMk id="39" creationId="{3FDCBA8E-509F-4FA2-8F86-090EE17D478B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0" creationId="{BC040121-C43E-4E13-9B7A-983A61A2E881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1" creationId="{F255BAC1-AC9A-435F-9329-D9C49A73F20F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2" creationId="{EAD7C302-A1C1-4AB6-B05F-9F64A7E5BF0E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3" creationId="{C599C0FE-ABEF-4346-9BB1-9D474FCEAAE4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4" creationId="{4CCDE7B3-29CE-4265-9190-F238B3E2B6BD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5" creationId="{27250A5C-E95D-409E-BF6B-6D795582EA5F}"/>
          </ac:spMkLst>
        </pc:spChg>
        <pc:spChg chg="mod topLvl">
          <ac:chgData name="王 欣捷" userId="b965477fa0aef5e6" providerId="LiveId" clId="{6B25E3A0-8D13-427B-91C6-98F6CF017510}" dt="2021-04-20T13:12:13.069" v="403" actId="164"/>
          <ac:spMkLst>
            <pc:docMk/>
            <pc:sldMk cId="1241390852" sldId="1160"/>
            <ac:spMk id="46" creationId="{AF88BD2D-CD33-4C84-B050-97261C29A949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47" creationId="{E4958145-0DFC-4934-A39C-07F923BDE3DD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48" creationId="{0A9E0C5F-6B8D-4F33-A085-F884D3AB63A5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49" creationId="{A47CA84C-3DD4-4FBE-B373-721AC81E3B96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0" creationId="{08DB28A0-32DC-4293-B0DD-3F68DF975EE4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1" creationId="{0408E558-4361-4269-8D4D-292177556875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2" creationId="{5A57DB3B-10A8-4261-B3BC-F5FEE7D1E36A}"/>
          </ac:spMkLst>
        </pc:spChg>
        <pc:spChg chg="mod topLvl">
          <ac:chgData name="王 欣捷" userId="b965477fa0aef5e6" providerId="LiveId" clId="{6B25E3A0-8D13-427B-91C6-98F6CF017510}" dt="2021-04-20T13:12:14.788" v="404" actId="164"/>
          <ac:spMkLst>
            <pc:docMk/>
            <pc:sldMk cId="1241390852" sldId="1160"/>
            <ac:spMk id="53" creationId="{9902797F-F946-4C38-AD45-0234A7713A71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4" creationId="{D1F58877-50D5-4820-B208-E5C51AA9D6E1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5" creationId="{B91C8A13-6FC7-448B-8890-2995B58283B3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6" creationId="{F879F511-7442-4F72-9D41-8BEC9146FDD5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7" creationId="{3BBDF4F8-62D5-435C-9200-9C30AAFAFAA7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8" creationId="{56FC78D4-BE7B-4DF0-91D7-619045CF1F1C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59" creationId="{29AB2E60-F9AC-497C-BE17-9225C5A122FB}"/>
          </ac:spMkLst>
        </pc:spChg>
        <pc:spChg chg="mod topLvl">
          <ac:chgData name="王 欣捷" userId="b965477fa0aef5e6" providerId="LiveId" clId="{6B25E3A0-8D13-427B-91C6-98F6CF017510}" dt="2021-04-20T13:12:16.397" v="405" actId="164"/>
          <ac:spMkLst>
            <pc:docMk/>
            <pc:sldMk cId="1241390852" sldId="1160"/>
            <ac:spMk id="60" creationId="{EAB33403-70A6-41F2-8BC1-3511818B0B7C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1" creationId="{D6E36449-5119-4206-8C1E-4F519E257F41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2" creationId="{F127C98F-DE9F-46F5-A61A-948DD35C5CCD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3" creationId="{80EDC932-2D0F-4CE6-B38B-9F332D3BE673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4" creationId="{099821FD-2900-49C5-99F0-C66C2A0D6B62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5" creationId="{F0AD5E84-89BD-43BB-B79B-19D6F50CA559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6" creationId="{BB7C4AE0-2971-4070-9CC1-4758F4DA2EFA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7" creationId="{F2CDE4DB-DD7C-43BC-A7CC-F1EE2ABFCBB8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8" creationId="{070586D3-9A34-43A8-B29F-822842F7D7BF}"/>
          </ac:spMkLst>
        </pc:spChg>
        <pc:spChg chg="mod topLvl">
          <ac:chgData name="王 欣捷" userId="b965477fa0aef5e6" providerId="LiveId" clId="{6B25E3A0-8D13-427B-91C6-98F6CF017510}" dt="2021-04-20T13:12:17.781" v="406" actId="164"/>
          <ac:spMkLst>
            <pc:docMk/>
            <pc:sldMk cId="1241390852" sldId="1160"/>
            <ac:spMk id="69" creationId="{C2EF58CE-A27C-433C-B254-B15508BF5F8E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0" creationId="{2213A4BB-0A3F-4C73-9640-197876D8A5C5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1" creationId="{3780F02C-E1E2-4B03-89D4-A620BC0BF4C5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2" creationId="{67F67789-C653-4263-93D8-951A374763D1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3" creationId="{1A8FB957-27FA-425A-A43B-BF69FBF62174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4" creationId="{42C221C8-C46C-47B4-8649-67A34FA0BB4C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5" creationId="{FACF32DC-7B9B-4A02-8F5B-AE9F1D2F31D6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6" creationId="{5A540191-5056-43C2-B203-9F65DFC0F909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7" creationId="{FF6725E2-0C7C-4954-886B-D27AA031120C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8" creationId="{64B99AF7-92C8-4762-B3C2-59B4179F3A8E}"/>
          </ac:spMkLst>
        </pc:spChg>
        <pc:spChg chg="mod topLvl">
          <ac:chgData name="王 欣捷" userId="b965477fa0aef5e6" providerId="LiveId" clId="{6B25E3A0-8D13-427B-91C6-98F6CF017510}" dt="2021-04-20T13:12:19.501" v="407" actId="164"/>
          <ac:spMkLst>
            <pc:docMk/>
            <pc:sldMk cId="1241390852" sldId="1160"/>
            <ac:spMk id="79" creationId="{CB175E98-5191-48D2-8C54-BD700F94675F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0" creationId="{3B732B5E-DB95-4ED3-A295-A54620E409D6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1" creationId="{875EE5E1-F38C-4343-B7D7-470F6F0566AA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2" creationId="{23CE17A0-0CEF-407C-8CF8-E074723B7793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3" creationId="{7768C3B9-5181-4541-B9EA-F5073DA115FF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4" creationId="{C2F2F310-E55F-4043-9F6E-C4F10503FC79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5" creationId="{F3585811-8B64-46CA-B30A-847D152CD34A}"/>
          </ac:spMkLst>
        </pc:spChg>
        <pc:spChg chg="mod topLvl">
          <ac:chgData name="王 欣捷" userId="b965477fa0aef5e6" providerId="LiveId" clId="{6B25E3A0-8D13-427B-91C6-98F6CF017510}" dt="2021-04-20T13:12:21.045" v="408" actId="164"/>
          <ac:spMkLst>
            <pc:docMk/>
            <pc:sldMk cId="1241390852" sldId="1160"/>
            <ac:spMk id="86" creationId="{E7D6F0A0-1DEF-4DCE-8367-1A4DF20EFEBD}"/>
          </ac:spMkLst>
        </pc:spChg>
        <pc:grpChg chg="mod">
          <ac:chgData name="王 欣捷" userId="b965477fa0aef5e6" providerId="LiveId" clId="{6B25E3A0-8D13-427B-91C6-98F6CF017510}" dt="2021-04-20T13:11:34.290" v="395" actId="338"/>
          <ac:grpSpMkLst>
            <pc:docMk/>
            <pc:sldMk cId="1241390852" sldId="1160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3:11:37.301" v="396" actId="165"/>
          <ac:grpSpMkLst>
            <pc:docMk/>
            <pc:sldMk cId="1241390852" sldId="1160"/>
            <ac:grpSpMk id="6" creationId="{3FFFCC5E-0925-4F9A-ACC1-7592574082AE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87" creationId="{90D8E497-6E30-41ED-9223-562E883CA463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88" creationId="{9F5E5D1E-A0F9-4F83-9BD0-466CB8A8935F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89" creationId="{0F1444BF-AEB1-4258-90BF-ED0EA2BB3ACD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0" creationId="{8FCAA0C1-0E5C-4F3D-8174-A023C83A661C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1" creationId="{F4588346-2510-412C-8A1F-B1973B6E2D4A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2" creationId="{17498FCE-1D6A-4B37-AE37-FD05EEC8FB81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3" creationId="{008A0D72-0DC6-47A3-8DBF-0463B420A6E0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4" creationId="{B641BACB-1ACA-444A-8DC3-88B5FC06A554}"/>
          </ac:grpSpMkLst>
        </pc:grpChg>
        <pc:grpChg chg="add del mod">
          <ac:chgData name="王 欣捷" userId="b965477fa0aef5e6" providerId="LiveId" clId="{6B25E3A0-8D13-427B-91C6-98F6CF017510}" dt="2021-04-20T13:12:30.615" v="413" actId="21"/>
          <ac:grpSpMkLst>
            <pc:docMk/>
            <pc:sldMk cId="1241390852" sldId="1160"/>
            <ac:grpSpMk id="95" creationId="{DBC6B210-C9A5-4CB1-AF1C-8518BA115AE8}"/>
          </ac:grpSpMkLst>
        </pc:grpChg>
        <pc:graphicFrameChg chg="add del mod">
          <ac:chgData name="王 欣捷" userId="b965477fa0aef5e6" providerId="LiveId" clId="{6B25E3A0-8D13-427B-91C6-98F6CF017510}" dt="2021-04-20T13:11:24.845" v="394"/>
          <ac:graphicFrameMkLst>
            <pc:docMk/>
            <pc:sldMk cId="1241390852" sldId="1160"/>
            <ac:graphicFrameMk id="4" creationId="{D1662A7B-45BA-4B36-88D5-355C34D78D36}"/>
          </ac:graphicFrameMkLst>
        </pc:graphicFrameChg>
        <pc:picChg chg="del mod">
          <ac:chgData name="王 欣捷" userId="b965477fa0aef5e6" providerId="LiveId" clId="{6B25E3A0-8D13-427B-91C6-98F6CF017510}" dt="2021-04-20T13:11:34.290" v="395" actId="338"/>
          <ac:picMkLst>
            <pc:docMk/>
            <pc:sldMk cId="1241390852" sldId="1160"/>
            <ac:picMk id="5" creationId="{D069D2B6-938E-4DE6-99B4-F3584B1F6864}"/>
          </ac:picMkLst>
        </pc:picChg>
      </pc:sldChg>
      <pc:sldChg chg="addSp delSp modSp new del mod modClrScheme chgLayout">
        <pc:chgData name="王 欣捷" userId="b965477fa0aef5e6" providerId="LiveId" clId="{6B25E3A0-8D13-427B-91C6-98F6CF017510}" dt="2021-04-20T13:16:15.430" v="484" actId="47"/>
        <pc:sldMkLst>
          <pc:docMk/>
          <pc:sldMk cId="1640109929" sldId="1160"/>
        </pc:sldMkLst>
        <pc:spChg chg="del">
          <ac:chgData name="王 欣捷" userId="b965477fa0aef5e6" providerId="LiveId" clId="{6B25E3A0-8D13-427B-91C6-98F6CF017510}" dt="2021-04-20T13:15:10.962" v="448" actId="700"/>
          <ac:spMkLst>
            <pc:docMk/>
            <pc:sldMk cId="1640109929" sldId="1160"/>
            <ac:spMk id="2" creationId="{5F5A38B1-E9CC-4318-86B3-F2DD26EEDBDB}"/>
          </ac:spMkLst>
        </pc:spChg>
        <pc:spChg chg="del">
          <ac:chgData name="王 欣捷" userId="b965477fa0aef5e6" providerId="LiveId" clId="{6B25E3A0-8D13-427B-91C6-98F6CF017510}" dt="2021-04-20T13:15:10.962" v="448" actId="700"/>
          <ac:spMkLst>
            <pc:docMk/>
            <pc:sldMk cId="1640109929" sldId="1160"/>
            <ac:spMk id="3" creationId="{7F3A7BD8-542D-46F9-8084-392AB6269DD5}"/>
          </ac:spMkLst>
        </pc:spChg>
        <pc:spChg chg="add del mod ord">
          <ac:chgData name="王 欣捷" userId="b965477fa0aef5e6" providerId="LiveId" clId="{6B25E3A0-8D13-427B-91C6-98F6CF017510}" dt="2021-04-20T13:15:12.283" v="449" actId="700"/>
          <ac:spMkLst>
            <pc:docMk/>
            <pc:sldMk cId="1640109929" sldId="1160"/>
            <ac:spMk id="4" creationId="{FE7F0E8B-63AC-411E-931B-016600C39E78}"/>
          </ac:spMkLst>
        </pc:spChg>
        <pc:spChg chg="add del mod ord">
          <ac:chgData name="王 欣捷" userId="b965477fa0aef5e6" providerId="LiveId" clId="{6B25E3A0-8D13-427B-91C6-98F6CF017510}" dt="2021-04-20T13:15:12.283" v="449" actId="700"/>
          <ac:spMkLst>
            <pc:docMk/>
            <pc:sldMk cId="1640109929" sldId="1160"/>
            <ac:spMk id="5" creationId="{DD2D3A15-BCF3-4955-9A5B-E3E84D97A247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8" creationId="{7BA47E14-3143-48C0-861C-84920DDFB1EE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9" creationId="{C9B0A672-6C0D-426C-A5DA-BA751662FEF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0" creationId="{A347F7A2-1417-45C3-9F2A-1715C527EC8E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1" creationId="{B9A8E8C1-EC80-4E90-8632-8758A5A4332D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2" creationId="{7AF931D0-D456-4126-A140-452EC1A5CBFE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3" creationId="{D0428F9A-3252-44CF-A661-766675A21868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4" creationId="{909085BC-56D0-4F61-B215-6A715961CC2B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5" creationId="{E6708EEC-199A-4F92-9520-3BC56C5FCEB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6" creationId="{AC9132B2-05A0-4A89-91D6-96BB8125178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7" creationId="{87A66A62-F6FE-44AF-A987-EE4E2518B97A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8" creationId="{4AB6FCB1-3599-4030-8089-B28DB629D88B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19" creationId="{4CF52AB2-6987-46EA-A2D8-AC6D6C06F43C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0" creationId="{FF57C4B4-4442-405F-81D5-9FE9DADBDB27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1" creationId="{A5705C94-429E-42D4-AADF-5B378DDC6314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2" creationId="{C09E50AC-6873-4431-8278-A0BF59B22149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3" creationId="{F3F2FA56-4F79-4529-801A-6615F924808F}"/>
          </ac:spMkLst>
        </pc:spChg>
        <pc:spChg chg="mod topLvl">
          <ac:chgData name="王 欣捷" userId="b965477fa0aef5e6" providerId="LiveId" clId="{6B25E3A0-8D13-427B-91C6-98F6CF017510}" dt="2021-04-20T13:15:41.344" v="454" actId="1076"/>
          <ac:spMkLst>
            <pc:docMk/>
            <pc:sldMk cId="1640109929" sldId="1160"/>
            <ac:spMk id="24" creationId="{7F3F657B-A1DD-487C-A6AC-620040B3CB99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5" creationId="{85BD94F6-E3BA-4606-BD16-F41BCDF071D4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6" creationId="{5E888DD5-59AF-40F6-A735-7A8B210BC736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7" creationId="{3661E5ED-EBF1-4E5B-B82A-9F0483D5BD02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8" creationId="{CEDF4B70-498F-461A-A3A9-0E87C2D1CEB3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29" creationId="{2D27DDF4-B019-4595-B2D5-27671EAB60C8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30" creationId="{543B5085-757E-427C-A5F2-42A9DDCD8EDE}"/>
          </ac:spMkLst>
        </pc:spChg>
        <pc:spChg chg="mod topLvl">
          <ac:chgData name="王 欣捷" userId="b965477fa0aef5e6" providerId="LiveId" clId="{6B25E3A0-8D13-427B-91C6-98F6CF017510}" dt="2021-04-20T13:15:43.579" v="455" actId="164"/>
          <ac:spMkLst>
            <pc:docMk/>
            <pc:sldMk cId="1640109929" sldId="1160"/>
            <ac:spMk id="31" creationId="{8EB47F33-DFC8-448B-87DE-363B2BBF9D91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2" creationId="{63BB4AF6-E4E6-4864-BBB9-8BC3CA9FDACF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3" creationId="{6269C98B-E6E8-4EB4-8B7D-F7551AE19C1F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4" creationId="{02AAD2DA-10DA-4140-B2FF-5C980CC1627C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5" creationId="{DD1F281B-7895-460D-ADAD-C91B3791694A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6" creationId="{AA591779-3F03-4B7C-B8E5-7F2320B9407C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7" creationId="{FE7E19EA-972A-402F-A7A9-17A06F5461DB}"/>
          </ac:spMkLst>
        </pc:spChg>
        <pc:spChg chg="mod topLvl">
          <ac:chgData name="王 欣捷" userId="b965477fa0aef5e6" providerId="LiveId" clId="{6B25E3A0-8D13-427B-91C6-98F6CF017510}" dt="2021-04-20T13:15:46.973" v="456" actId="164"/>
          <ac:spMkLst>
            <pc:docMk/>
            <pc:sldMk cId="1640109929" sldId="1160"/>
            <ac:spMk id="38" creationId="{9019F361-D141-43E2-A5ED-595BA8AE81F9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39" creationId="{65EB8A62-1A0D-4E50-A378-F320A7DB24A4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0" creationId="{688D894E-542E-4F7D-A86B-B8BD7BB82846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1" creationId="{787F9991-98C2-4DAA-9A37-06E427B892C0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2" creationId="{1562DF2B-8867-410F-B511-7607DE3663E6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3" creationId="{96759300-1165-4CAB-ACE4-10F95E80ACB5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4" creationId="{2BB4273D-6ECB-4558-A251-3B5BEA94FA35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5" creationId="{6A933D38-6965-434A-92B9-AFE885694CCB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6" creationId="{D4A120FA-D32B-4484-9EA4-8E59C9831586}"/>
          </ac:spMkLst>
        </pc:spChg>
        <pc:spChg chg="mod topLvl">
          <ac:chgData name="王 欣捷" userId="b965477fa0aef5e6" providerId="LiveId" clId="{6B25E3A0-8D13-427B-91C6-98F6CF017510}" dt="2021-04-20T13:15:48.468" v="457" actId="164"/>
          <ac:spMkLst>
            <pc:docMk/>
            <pc:sldMk cId="1640109929" sldId="1160"/>
            <ac:spMk id="47" creationId="{472046FA-1B13-49E4-97EC-2A736E3A542D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48" creationId="{5E516FBC-E4E0-43F8-9178-CBA1A4F88BB0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49" creationId="{50B4E5E2-8719-4D63-9638-4D4E0A5EC20C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0" creationId="{8B7AD12D-8343-473A-8085-1B5A029ED94C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1" creationId="{97A6D99B-7EAD-4CD2-B05E-59C8B36BEDB3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2" creationId="{0B1D903C-0734-4AE9-8B6A-392DF50C5E1D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3" creationId="{9C72EBE3-2EB2-433E-AF76-0367CF1A8BFB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4" creationId="{3FF28543-49A4-478B-A32B-FBF55E923576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5" creationId="{CC3953F8-BD23-458F-809A-8204100563A8}"/>
          </ac:spMkLst>
        </pc:spChg>
        <pc:spChg chg="mod topLvl">
          <ac:chgData name="王 欣捷" userId="b965477fa0aef5e6" providerId="LiveId" clId="{6B25E3A0-8D13-427B-91C6-98F6CF017510}" dt="2021-04-20T13:15:50.161" v="458" actId="164"/>
          <ac:spMkLst>
            <pc:docMk/>
            <pc:sldMk cId="1640109929" sldId="1160"/>
            <ac:spMk id="56" creationId="{77E2FC36-2C29-4DAC-B55D-3E92CA3DCAB1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57" creationId="{99D0574A-5501-4394-B30A-F7CFE57F398B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58" creationId="{DEA43612-0435-445C-9736-325F8DA3D560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59" creationId="{332C8096-06A6-47F5-B429-8D34A428DA44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60" creationId="{DF489B13-E05A-4F76-99D3-8F84B3FC6717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61" creationId="{4A749D18-4A49-46CE-A1B8-E0B58CE710A9}"/>
          </ac:spMkLst>
        </pc:spChg>
        <pc:spChg chg="mod topLvl">
          <ac:chgData name="王 欣捷" userId="b965477fa0aef5e6" providerId="LiveId" clId="{6B25E3A0-8D13-427B-91C6-98F6CF017510}" dt="2021-04-20T13:15:51.525" v="459" actId="164"/>
          <ac:spMkLst>
            <pc:docMk/>
            <pc:sldMk cId="1640109929" sldId="1160"/>
            <ac:spMk id="62" creationId="{066FC43A-5DE3-4E0B-9F8C-0671326D09B2}"/>
          </ac:spMkLst>
        </pc:spChg>
        <pc:grpChg chg="mod">
          <ac:chgData name="王 欣捷" userId="b965477fa0aef5e6" providerId="LiveId" clId="{6B25E3A0-8D13-427B-91C6-98F6CF017510}" dt="2021-04-20T13:15:18.488" v="450" actId="338"/>
          <ac:grpSpMkLst>
            <pc:docMk/>
            <pc:sldMk cId="1640109929" sldId="1160"/>
            <ac:grpSpMk id="1" creationId="{00000000-0000-0000-0000-000000000000}"/>
          </ac:grpSpMkLst>
        </pc:grpChg>
        <pc:grpChg chg="del mod">
          <ac:chgData name="王 欣捷" userId="b965477fa0aef5e6" providerId="LiveId" clId="{6B25E3A0-8D13-427B-91C6-98F6CF017510}" dt="2021-04-20T13:15:20.413" v="451" actId="165"/>
          <ac:grpSpMkLst>
            <pc:docMk/>
            <pc:sldMk cId="1640109929" sldId="1160"/>
            <ac:grpSpMk id="7" creationId="{9EB48B85-D647-453C-BC8D-5D2445DCC5ED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3" creationId="{DE09C850-00F0-40DD-AC62-7049EE920EC9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4" creationId="{F5D6A683-D9BC-41DC-83FE-1D6184AD2FEF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5" creationId="{75D9C078-3589-4B52-9E86-A1C1188F5C2C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6" creationId="{CA75D316-BCDF-4D2C-B3DB-9ECB373940BC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7" creationId="{11769DE4-08BE-4233-9876-F9F456F7CB40}"/>
          </ac:grpSpMkLst>
        </pc:grpChg>
        <pc:grpChg chg="add del mod">
          <ac:chgData name="王 欣捷" userId="b965477fa0aef5e6" providerId="LiveId" clId="{6B25E3A0-8D13-427B-91C6-98F6CF017510}" dt="2021-04-20T13:15:53.799" v="460" actId="21"/>
          <ac:grpSpMkLst>
            <pc:docMk/>
            <pc:sldMk cId="1640109929" sldId="1160"/>
            <ac:grpSpMk id="68" creationId="{60675601-2FE7-49FB-B863-7DBB606B44D5}"/>
          </ac:grpSpMkLst>
        </pc:grpChg>
        <pc:picChg chg="del mod">
          <ac:chgData name="王 欣捷" userId="b965477fa0aef5e6" providerId="LiveId" clId="{6B25E3A0-8D13-427B-91C6-98F6CF017510}" dt="2021-04-20T13:15:18.488" v="450" actId="338"/>
          <ac:picMkLst>
            <pc:docMk/>
            <pc:sldMk cId="1640109929" sldId="1160"/>
            <ac:picMk id="6" creationId="{853A3FB1-44D7-4878-8152-A09010E47A1F}"/>
          </ac:picMkLst>
        </pc:picChg>
      </pc:sldChg>
      <pc:sldChg chg="addSp delSp modSp new mod modClrScheme chgLayout">
        <pc:chgData name="王 欣捷" userId="b965477fa0aef5e6" providerId="LiveId" clId="{6B25E3A0-8D13-427B-91C6-98F6CF017510}" dt="2021-04-20T13:50:15.390" v="923" actId="207"/>
        <pc:sldMkLst>
          <pc:docMk/>
          <pc:sldMk cId="3618475896" sldId="1160"/>
        </pc:sldMkLst>
        <pc:spChg chg="del mod ord">
          <ac:chgData name="王 欣捷" userId="b965477fa0aef5e6" providerId="LiveId" clId="{6B25E3A0-8D13-427B-91C6-98F6CF017510}" dt="2021-04-20T13:30:54.746" v="581" actId="700"/>
          <ac:spMkLst>
            <pc:docMk/>
            <pc:sldMk cId="3618475896" sldId="1160"/>
            <ac:spMk id="2" creationId="{DE0A6DB1-3384-4520-AA48-5094D3DE7291}"/>
          </ac:spMkLst>
        </pc:spChg>
        <pc:spChg chg="del">
          <ac:chgData name="王 欣捷" userId="b965477fa0aef5e6" providerId="LiveId" clId="{6B25E3A0-8D13-427B-91C6-98F6CF017510}" dt="2021-04-20T13:30:54.746" v="581" actId="700"/>
          <ac:spMkLst>
            <pc:docMk/>
            <pc:sldMk cId="3618475896" sldId="1160"/>
            <ac:spMk id="3" creationId="{DB402691-335D-453D-A312-A56E06C43F0B}"/>
          </ac:spMkLst>
        </pc:spChg>
        <pc:spChg chg="add mod ord">
          <ac:chgData name="王 欣捷" userId="b965477fa0aef5e6" providerId="LiveId" clId="{6B25E3A0-8D13-427B-91C6-98F6CF017510}" dt="2021-04-20T13:31:06.348" v="584" actId="700"/>
          <ac:spMkLst>
            <pc:docMk/>
            <pc:sldMk cId="3618475896" sldId="1160"/>
            <ac:spMk id="4" creationId="{30D10347-CB13-4B04-8DD8-D37D83DF2C2D}"/>
          </ac:spMkLst>
        </pc:spChg>
        <pc:spChg chg="add mod ord">
          <ac:chgData name="王 欣捷" userId="b965477fa0aef5e6" providerId="LiveId" clId="{6B25E3A0-8D13-427B-91C6-98F6CF017510}" dt="2021-04-20T13:42:34.741" v="830" actId="1076"/>
          <ac:spMkLst>
            <pc:docMk/>
            <pc:sldMk cId="3618475896" sldId="1160"/>
            <ac:spMk id="5" creationId="{8B8675DA-9B21-4D44-B0BB-889B47A13F24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6" creationId="{8C0A194A-FE45-43A7-A056-59B50109DE7B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7" creationId="{43FAFECB-C844-4CB0-97F3-0B7C4C304FAD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8" creationId="{DA57C6C0-FD63-4D6C-B67B-E9E3E329195D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9" creationId="{E82CBD8C-9337-430B-A433-CAC9D181EE55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0" creationId="{98CED294-57E3-4BDA-ADF7-8AEC28A311D8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1" creationId="{0E83CC08-AA82-4E14-8AB4-A22DE7008ACB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2" creationId="{4287D078-374E-4ADA-9FC0-CFAA5D71067F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3" creationId="{D524F843-209A-4920-BD4D-B296228FF1CC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4" creationId="{62B457C2-FBE4-4E73-A0CC-399F04A2333F}"/>
          </ac:spMkLst>
        </pc:spChg>
        <pc:spChg chg="add mod">
          <ac:chgData name="王 欣捷" userId="b965477fa0aef5e6" providerId="LiveId" clId="{6B25E3A0-8D13-427B-91C6-98F6CF017510}" dt="2021-04-20T13:50:15.390" v="923" actId="207"/>
          <ac:spMkLst>
            <pc:docMk/>
            <pc:sldMk cId="3618475896" sldId="1160"/>
            <ac:spMk id="15" creationId="{B05F56D3-A425-4F51-BFBF-FF8C4A157E90}"/>
          </ac:spMkLst>
        </pc:spChg>
      </pc:sldChg>
      <pc:sldChg chg="modSp add mod">
        <pc:chgData name="王 欣捷" userId="b965477fa0aef5e6" providerId="LiveId" clId="{6B25E3A0-8D13-427B-91C6-98F6CF017510}" dt="2021-04-20T14:01:41.766" v="1174" actId="207"/>
        <pc:sldMkLst>
          <pc:docMk/>
          <pc:sldMk cId="2042943240" sldId="1161"/>
        </pc:sldMkLst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6" creationId="{8C0A194A-FE45-43A7-A056-59B50109DE7B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8" creationId="{DA57C6C0-FD63-4D6C-B67B-E9E3E329195D}"/>
          </ac:spMkLst>
        </pc:spChg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9" creationId="{E82CBD8C-9337-430B-A433-CAC9D181EE55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0" creationId="{98CED294-57E3-4BDA-ADF7-8AEC28A311D8}"/>
          </ac:spMkLst>
        </pc:spChg>
        <pc:spChg chg="mod">
          <ac:chgData name="王 欣捷" userId="b965477fa0aef5e6" providerId="LiveId" clId="{6B25E3A0-8D13-427B-91C6-98F6CF017510}" dt="2021-04-20T14:01:41.766" v="1174" actId="207"/>
          <ac:spMkLst>
            <pc:docMk/>
            <pc:sldMk cId="2042943240" sldId="1161"/>
            <ac:spMk id="11" creationId="{0E83CC08-AA82-4E14-8AB4-A22DE7008ACB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2" creationId="{4287D078-374E-4ADA-9FC0-CFAA5D71067F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3" creationId="{D524F843-209A-4920-BD4D-B296228FF1CC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4" creationId="{62B457C2-FBE4-4E73-A0CC-399F04A2333F}"/>
          </ac:spMkLst>
        </pc:spChg>
        <pc:spChg chg="mod">
          <ac:chgData name="王 欣捷" userId="b965477fa0aef5e6" providerId="LiveId" clId="{6B25E3A0-8D13-427B-91C6-98F6CF017510}" dt="2021-04-20T13:50:23.250" v="924" actId="207"/>
          <ac:spMkLst>
            <pc:docMk/>
            <pc:sldMk cId="2042943240" sldId="1161"/>
            <ac:spMk id="15" creationId="{B05F56D3-A425-4F51-BFBF-FF8C4A157E90}"/>
          </ac:spMkLst>
        </pc:spChg>
      </pc:sldChg>
      <pc:sldChg chg="addSp delSp modSp add mod chgLayout">
        <pc:chgData name="王 欣捷" userId="b965477fa0aef5e6" providerId="LiveId" clId="{6B25E3A0-8D13-427B-91C6-98F6CF017510}" dt="2021-04-20T14:10:21.546" v="1320"/>
        <pc:sldMkLst>
          <pc:docMk/>
          <pc:sldMk cId="3272006686" sldId="1162"/>
        </pc:sldMkLst>
        <pc:spChg chg="mod">
          <ac:chgData name="王 欣捷" userId="b965477fa0aef5e6" providerId="LiveId" clId="{6B25E3A0-8D13-427B-91C6-98F6CF017510}" dt="2021-04-20T14:02:57.118" v="1192" actId="108"/>
          <ac:spMkLst>
            <pc:docMk/>
            <pc:sldMk cId="3272006686" sldId="1162"/>
            <ac:spMk id="38" creationId="{2B9F4046-28A3-483A-A418-339D934F468C}"/>
          </ac:spMkLst>
        </pc:spChg>
        <pc:spChg chg="mod">
          <ac:chgData name="王 欣捷" userId="b965477fa0aef5e6" providerId="LiveId" clId="{6B25E3A0-8D13-427B-91C6-98F6CF017510}" dt="2021-04-20T13:52:17.432" v="950" actId="20577"/>
          <ac:spMkLst>
            <pc:docMk/>
            <pc:sldMk cId="3272006686" sldId="1162"/>
            <ac:spMk id="39" creationId="{814F3998-30B5-42E0-8FFE-0C430CA2EFB0}"/>
          </ac:spMkLst>
        </pc:spChg>
        <pc:spChg chg="mod">
          <ac:chgData name="王 欣捷" userId="b965477fa0aef5e6" providerId="LiveId" clId="{6B25E3A0-8D13-427B-91C6-98F6CF017510}" dt="2021-04-20T14:02:54.551" v="1191" actId="108"/>
          <ac:spMkLst>
            <pc:docMk/>
            <pc:sldMk cId="3272006686" sldId="1162"/>
            <ac:spMk id="41" creationId="{8B37B2C7-A4E9-4591-A33A-FF261DCF1510}"/>
          </ac:spMkLst>
        </pc:spChg>
        <pc:spChg chg="mod">
          <ac:chgData name="王 欣捷" userId="b965477fa0aef5e6" providerId="LiveId" clId="{6B25E3A0-8D13-427B-91C6-98F6CF017510}" dt="2021-04-20T13:53:11.346" v="964"/>
          <ac:spMkLst>
            <pc:docMk/>
            <pc:sldMk cId="3272006686" sldId="1162"/>
            <ac:spMk id="42" creationId="{E76F7241-C71D-4AA9-8D7D-8E18E551257E}"/>
          </ac:spMkLst>
        </pc:spChg>
        <pc:spChg chg="mod">
          <ac:chgData name="王 欣捷" userId="b965477fa0aef5e6" providerId="LiveId" clId="{6B25E3A0-8D13-427B-91C6-98F6CF017510}" dt="2021-04-20T14:02:51.078" v="1190" actId="108"/>
          <ac:spMkLst>
            <pc:docMk/>
            <pc:sldMk cId="3272006686" sldId="1162"/>
            <ac:spMk id="44" creationId="{ECE44928-AF86-4410-9F2B-160878A43944}"/>
          </ac:spMkLst>
        </pc:spChg>
        <pc:spChg chg="mod">
          <ac:chgData name="王 欣捷" userId="b965477fa0aef5e6" providerId="LiveId" clId="{6B25E3A0-8D13-427B-91C6-98F6CF017510}" dt="2021-04-20T13:53:36.036" v="971"/>
          <ac:spMkLst>
            <pc:docMk/>
            <pc:sldMk cId="3272006686" sldId="1162"/>
            <ac:spMk id="45" creationId="{568B3DA6-B941-4D74-B9B5-DE8802BC74BD}"/>
          </ac:spMkLst>
        </pc:spChg>
        <pc:spChg chg="mod">
          <ac:chgData name="王 欣捷" userId="b965477fa0aef5e6" providerId="LiveId" clId="{6B25E3A0-8D13-427B-91C6-98F6CF017510}" dt="2021-04-20T14:02:48.973" v="1189" actId="108"/>
          <ac:spMkLst>
            <pc:docMk/>
            <pc:sldMk cId="3272006686" sldId="1162"/>
            <ac:spMk id="47" creationId="{AD9269AA-B566-40D7-93C7-692CEDA114DD}"/>
          </ac:spMkLst>
        </pc:spChg>
        <pc:spChg chg="mod">
          <ac:chgData name="王 欣捷" userId="b965477fa0aef5e6" providerId="LiveId" clId="{6B25E3A0-8D13-427B-91C6-98F6CF017510}" dt="2021-04-20T13:53:36.036" v="971"/>
          <ac:spMkLst>
            <pc:docMk/>
            <pc:sldMk cId="3272006686" sldId="1162"/>
            <ac:spMk id="48" creationId="{E3FB57F8-17D9-4DE6-92A6-7AAEFD0B0FFB}"/>
          </ac:spMkLst>
        </pc:spChg>
        <pc:spChg chg="mod">
          <ac:chgData name="王 欣捷" userId="b965477fa0aef5e6" providerId="LiveId" clId="{6B25E3A0-8D13-427B-91C6-98F6CF017510}" dt="2021-04-20T14:02:46.804" v="1188" actId="108"/>
          <ac:spMkLst>
            <pc:docMk/>
            <pc:sldMk cId="3272006686" sldId="1162"/>
            <ac:spMk id="50" creationId="{3D646818-57D1-4B50-8184-1311095C77AF}"/>
          </ac:spMkLst>
        </pc:spChg>
        <pc:spChg chg="mod">
          <ac:chgData name="王 欣捷" userId="b965477fa0aef5e6" providerId="LiveId" clId="{6B25E3A0-8D13-427B-91C6-98F6CF017510}" dt="2021-04-20T13:53:45.006" v="973"/>
          <ac:spMkLst>
            <pc:docMk/>
            <pc:sldMk cId="3272006686" sldId="1162"/>
            <ac:spMk id="51" creationId="{B501EF4B-A82F-4EE2-8A9F-556EA85F931D}"/>
          </ac:spMkLst>
        </pc:spChg>
        <pc:spChg chg="mod">
          <ac:chgData name="王 欣捷" userId="b965477fa0aef5e6" providerId="LiveId" clId="{6B25E3A0-8D13-427B-91C6-98F6CF017510}" dt="2021-04-20T14:02:44.466" v="1187" actId="108"/>
          <ac:spMkLst>
            <pc:docMk/>
            <pc:sldMk cId="3272006686" sldId="1162"/>
            <ac:spMk id="53" creationId="{5D56F690-7B1E-4A68-82B2-88DCDF985D70}"/>
          </ac:spMkLst>
        </pc:spChg>
        <pc:spChg chg="mod">
          <ac:chgData name="王 欣捷" userId="b965477fa0aef5e6" providerId="LiveId" clId="{6B25E3A0-8D13-427B-91C6-98F6CF017510}" dt="2021-04-20T13:53:45.006" v="973"/>
          <ac:spMkLst>
            <pc:docMk/>
            <pc:sldMk cId="3272006686" sldId="1162"/>
            <ac:spMk id="54" creationId="{D1623BE1-249A-43B9-8E45-B70DBB6C3741}"/>
          </ac:spMkLst>
        </pc:spChg>
        <pc:spChg chg="mod">
          <ac:chgData name="王 欣捷" userId="b965477fa0aef5e6" providerId="LiveId" clId="{6B25E3A0-8D13-427B-91C6-98F6CF017510}" dt="2021-04-20T14:02:40.742" v="1186" actId="108"/>
          <ac:spMkLst>
            <pc:docMk/>
            <pc:sldMk cId="3272006686" sldId="1162"/>
            <ac:spMk id="56" creationId="{CC7B33AC-8473-402C-BDFE-C6D4EC98FB84}"/>
          </ac:spMkLst>
        </pc:spChg>
        <pc:spChg chg="mod">
          <ac:chgData name="王 欣捷" userId="b965477fa0aef5e6" providerId="LiveId" clId="{6B25E3A0-8D13-427B-91C6-98F6CF017510}" dt="2021-04-20T14:02:38.019" v="1185" actId="108"/>
          <ac:spMkLst>
            <pc:docMk/>
            <pc:sldMk cId="3272006686" sldId="1162"/>
            <ac:spMk id="57" creationId="{5A6457EF-9E61-4052-8BD2-AF0F6083ACAF}"/>
          </ac:spMkLst>
        </pc:spChg>
        <pc:spChg chg="mod">
          <ac:chgData name="王 欣捷" userId="b965477fa0aef5e6" providerId="LiveId" clId="{6B25E3A0-8D13-427B-91C6-98F6CF017510}" dt="2021-04-20T14:02:29.681" v="1179" actId="108"/>
          <ac:spMkLst>
            <pc:docMk/>
            <pc:sldMk cId="3272006686" sldId="1162"/>
            <ac:spMk id="59" creationId="{08C6631D-9015-482B-AB23-AF8CE46FF286}"/>
          </ac:spMkLst>
        </pc:spChg>
        <pc:spChg chg="mod">
          <ac:chgData name="王 欣捷" userId="b965477fa0aef5e6" providerId="LiveId" clId="{6B25E3A0-8D13-427B-91C6-98F6CF017510}" dt="2021-04-20T13:53:45.006" v="973"/>
          <ac:spMkLst>
            <pc:docMk/>
            <pc:sldMk cId="3272006686" sldId="1162"/>
            <ac:spMk id="60" creationId="{364AF797-BCD2-4DBD-9F66-F3FBB1C8F249}"/>
          </ac:spMkLst>
        </pc:spChg>
        <pc:spChg chg="mod">
          <ac:chgData name="王 欣捷" userId="b965477fa0aef5e6" providerId="LiveId" clId="{6B25E3A0-8D13-427B-91C6-98F6CF017510}" dt="2021-04-20T14:02:27.597" v="1178" actId="108"/>
          <ac:spMkLst>
            <pc:docMk/>
            <pc:sldMk cId="3272006686" sldId="1162"/>
            <ac:spMk id="62" creationId="{05E23247-22B9-4CB3-9763-1E4085E5B5F5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63" creationId="{6AAFA6E9-AB52-4FF4-A6EA-9E516866D321}"/>
          </ac:spMkLst>
        </pc:spChg>
        <pc:spChg chg="mod">
          <ac:chgData name="王 欣捷" userId="b965477fa0aef5e6" providerId="LiveId" clId="{6B25E3A0-8D13-427B-91C6-98F6CF017510}" dt="2021-04-20T14:02:24.734" v="1177" actId="108"/>
          <ac:spMkLst>
            <pc:docMk/>
            <pc:sldMk cId="3272006686" sldId="1162"/>
            <ac:spMk id="65" creationId="{466089FD-1875-4827-9FE9-6D8AAC862654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66" creationId="{1C6E2429-62C5-4F21-885D-3C9AF35E8CDB}"/>
          </ac:spMkLst>
        </pc:spChg>
        <pc:spChg chg="mod">
          <ac:chgData name="王 欣捷" userId="b965477fa0aef5e6" providerId="LiveId" clId="{6B25E3A0-8D13-427B-91C6-98F6CF017510}" dt="2021-04-20T14:02:11.808" v="1176" actId="207"/>
          <ac:spMkLst>
            <pc:docMk/>
            <pc:sldMk cId="3272006686" sldId="1162"/>
            <ac:spMk id="68" creationId="{81B3DF3E-BF74-4640-8FD0-3AF39CE4BCFF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69" creationId="{66B0A8B5-A666-4821-9F40-85E79E5C1160}"/>
          </ac:spMkLst>
        </pc:spChg>
        <pc:spChg chg="mod">
          <ac:chgData name="王 欣捷" userId="b965477fa0aef5e6" providerId="LiveId" clId="{6B25E3A0-8D13-427B-91C6-98F6CF017510}" dt="2021-04-20T14:03:02.141" v="1193" actId="108"/>
          <ac:spMkLst>
            <pc:docMk/>
            <pc:sldMk cId="3272006686" sldId="1162"/>
            <ac:spMk id="71" creationId="{2258FEB1-C254-420F-AABA-E093E021B3E7}"/>
          </ac:spMkLst>
        </pc:spChg>
        <pc:spChg chg="mod">
          <ac:chgData name="王 欣捷" userId="b965477fa0aef5e6" providerId="LiveId" clId="{6B25E3A0-8D13-427B-91C6-98F6CF017510}" dt="2021-04-20T13:54:20.988" v="1017"/>
          <ac:spMkLst>
            <pc:docMk/>
            <pc:sldMk cId="3272006686" sldId="1162"/>
            <ac:spMk id="72" creationId="{AF0C8832-5C45-4FB3-948A-A873142DCB37}"/>
          </ac:spMkLst>
        </pc:spChg>
        <pc:spChg chg="mod ord">
          <ac:chgData name="王 欣捷" userId="b965477fa0aef5e6" providerId="LiveId" clId="{6B25E3A0-8D13-427B-91C6-98F6CF017510}" dt="2021-04-20T13:58:53.842" v="1129" actId="700"/>
          <ac:spMkLst>
            <pc:docMk/>
            <pc:sldMk cId="3272006686" sldId="1162"/>
            <ac:spMk id="44034" creationId="{2F764B2D-AAD3-4E52-A4DE-87FB3D35D58E}"/>
          </ac:spMkLst>
        </pc:spChg>
        <pc:spChg chg="mod ord">
          <ac:chgData name="王 欣捷" userId="b965477fa0aef5e6" providerId="LiveId" clId="{6B25E3A0-8D13-427B-91C6-98F6CF017510}" dt="2021-04-20T13:59:00.644" v="1130"/>
          <ac:spMkLst>
            <pc:docMk/>
            <pc:sldMk cId="3272006686" sldId="1162"/>
            <ac:spMk id="44035" creationId="{5D1D868F-8DD2-453C-A53C-A9E8EF698509}"/>
          </ac:spMkLst>
        </pc:s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11" creationId="{02C0B712-15B4-4AE4-B152-3902F38B3FEC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16" creationId="{4E4115BC-DABB-46C4-A1CF-F8410C1465BD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19" creationId="{3F4B44F9-127A-4F25-81C7-D3572C375A3C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22" creationId="{69F55667-9F22-4C84-96B6-664503EFAE53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25" creationId="{173E6166-5837-4BCF-ACBA-FB600D1A14E4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28" creationId="{665B71ED-C5C7-4C81-9A0C-396F95AE1517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31" creationId="{54A68B26-51CD-423D-80F0-360506345D8D}"/>
          </ac:grpSpMkLst>
        </pc:grpChg>
        <pc:grpChg chg="del">
          <ac:chgData name="王 欣捷" userId="b965477fa0aef5e6" providerId="LiveId" clId="{6B25E3A0-8D13-427B-91C6-98F6CF017510}" dt="2021-04-20T13:54:48.161" v="1019" actId="478"/>
          <ac:grpSpMkLst>
            <pc:docMk/>
            <pc:sldMk cId="3272006686" sldId="1162"/>
            <ac:grpSpMk id="34" creationId="{C23310F7-AAAF-4ECB-8B01-EC19945991A0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37" creationId="{E232A05F-35E9-4B86-8F01-41CA588AF014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0" creationId="{32117D2B-A7C0-4FE2-8439-CC9179C3EF0E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3" creationId="{7E40C44B-9BAF-467F-948C-01831923BFAF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6" creationId="{82DD4A26-E10B-45F8-954A-D1BDEFDA713A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49" creationId="{216209EA-2F00-411B-BFB7-28DE0609EF57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52" creationId="{D15D4C85-6150-4AE1-AE38-482388DB41A6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55" creationId="{28187C55-AB44-4FAF-A9BD-025F828857AF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58" creationId="{C142F7B5-05BB-429C-96A8-FCF5385249C5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61" creationId="{B1D2E3F8-59D2-4A8E-96DB-1AE6A91F1037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64" creationId="{705DA6B0-1170-475E-8054-4AFACF912733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67" creationId="{9918594F-7989-4876-9A89-ACC735EF71B6}"/>
          </ac:grpSpMkLst>
        </pc:grpChg>
        <pc:grpChg chg="add mod">
          <ac:chgData name="王 欣捷" userId="b965477fa0aef5e6" providerId="LiveId" clId="{6B25E3A0-8D13-427B-91C6-98F6CF017510}" dt="2021-04-20T13:59:04.604" v="1145" actId="1035"/>
          <ac:grpSpMkLst>
            <pc:docMk/>
            <pc:sldMk cId="3272006686" sldId="1162"/>
            <ac:grpSpMk id="70" creationId="{1AB95211-F910-4CA5-9C15-34BBDF7F8AF6}"/>
          </ac:grpSpMkLst>
        </pc:grpChg>
        <pc:graphicFrameChg chg="add del mod modGraphic">
          <ac:chgData name="王 欣捷" userId="b965477fa0aef5e6" providerId="LiveId" clId="{6B25E3A0-8D13-427B-91C6-98F6CF017510}" dt="2021-04-20T14:10:21.546" v="1320"/>
          <ac:graphicFrameMkLst>
            <pc:docMk/>
            <pc:sldMk cId="3272006686" sldId="1162"/>
            <ac:graphicFrameMk id="7" creationId="{135E5BFB-71B3-42B0-9930-200A49BF224F}"/>
          </ac:graphicFrameMkLst>
        </pc:graphicFrameChg>
      </pc:sldChg>
      <pc:sldChg chg="modSp add mod">
        <pc:chgData name="王 欣捷" userId="b965477fa0aef5e6" providerId="LiveId" clId="{6B25E3A0-8D13-427B-91C6-98F6CF017510}" dt="2021-04-20T13:57:35.694" v="1077" actId="207"/>
        <pc:sldMkLst>
          <pc:docMk/>
          <pc:sldMk cId="2547034749" sldId="1163"/>
        </pc:sldMkLst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6" creationId="{8C0A194A-FE45-43A7-A056-59B50109DE7B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8" creationId="{DA57C6C0-FD63-4D6C-B67B-E9E3E329195D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9" creationId="{E82CBD8C-9337-430B-A433-CAC9D181EE55}"/>
          </ac:spMkLst>
        </pc:spChg>
        <pc:spChg chg="mod">
          <ac:chgData name="王 欣捷" userId="b965477fa0aef5e6" providerId="LiveId" clId="{6B25E3A0-8D13-427B-91C6-98F6CF017510}" dt="2021-04-20T13:57:35.694" v="1077" actId="207"/>
          <ac:spMkLst>
            <pc:docMk/>
            <pc:sldMk cId="2547034749" sldId="1163"/>
            <ac:spMk id="11" creationId="{0E83CC08-AA82-4E14-8AB4-A22DE7008ACB}"/>
          </ac:spMkLst>
        </pc:spChg>
      </pc:sldChg>
      <pc:sldChg chg="add del">
        <pc:chgData name="王 欣捷" userId="b965477fa0aef5e6" providerId="LiveId" clId="{6B25E3A0-8D13-427B-91C6-98F6CF017510}" dt="2021-04-20T13:55:52.842" v="1047"/>
        <pc:sldMkLst>
          <pc:docMk/>
          <pc:sldMk cId="2822785792" sldId="1163"/>
        </pc:sldMkLst>
      </pc:sldChg>
      <pc:sldChg chg="modSp add del mod">
        <pc:chgData name="王 欣捷" userId="b965477fa0aef5e6" providerId="LiveId" clId="{6B25E3A0-8D13-427B-91C6-98F6CF017510}" dt="2021-04-20T13:59:18.004" v="1149" actId="47"/>
        <pc:sldMkLst>
          <pc:docMk/>
          <pc:sldMk cId="791380091" sldId="1164"/>
        </pc:sldMkLst>
        <pc:spChg chg="mod">
          <ac:chgData name="王 欣捷" userId="b965477fa0aef5e6" providerId="LiveId" clId="{6B25E3A0-8D13-427B-91C6-98F6CF017510}" dt="2021-04-20T13:58:13.864" v="1097" actId="20577"/>
          <ac:spMkLst>
            <pc:docMk/>
            <pc:sldMk cId="791380091" sldId="1164"/>
            <ac:spMk id="44035" creationId="{5D1D868F-8DD2-453C-A53C-A9E8EF698509}"/>
          </ac:spMkLst>
        </pc:spChg>
      </pc:sldChg>
      <pc:sldChg chg="addSp delSp modSp add mod">
        <pc:chgData name="王 欣捷" userId="b965477fa0aef5e6" providerId="LiveId" clId="{6B25E3A0-8D13-427B-91C6-98F6CF017510}" dt="2021-04-20T14:10:29.027" v="1322"/>
        <pc:sldMkLst>
          <pc:docMk/>
          <pc:sldMk cId="771280182" sldId="1165"/>
        </pc:sldMkLst>
        <pc:spChg chg="mod">
          <ac:chgData name="王 欣捷" userId="b965477fa0aef5e6" providerId="LiveId" clId="{6B25E3A0-8D13-427B-91C6-98F6CF017510}" dt="2021-04-20T14:03:24.597" v="1198" actId="207"/>
          <ac:spMkLst>
            <pc:docMk/>
            <pc:sldMk cId="771280182" sldId="1165"/>
            <ac:spMk id="62" creationId="{05E23247-22B9-4CB3-9763-1E4085E5B5F5}"/>
          </ac:spMkLst>
        </pc:spChg>
        <pc:spChg chg="mod">
          <ac:chgData name="王 欣捷" userId="b965477fa0aef5e6" providerId="LiveId" clId="{6B25E3A0-8D13-427B-91C6-98F6CF017510}" dt="2021-04-20T13:59:43.365" v="1159" actId="114"/>
          <ac:spMkLst>
            <pc:docMk/>
            <pc:sldMk cId="771280182" sldId="1165"/>
            <ac:spMk id="63" creationId="{6AAFA6E9-AB52-4FF4-A6EA-9E516866D321}"/>
          </ac:spMkLst>
        </pc:spChg>
        <pc:spChg chg="mod">
          <ac:chgData name="王 欣捷" userId="b965477fa0aef5e6" providerId="LiveId" clId="{6B25E3A0-8D13-427B-91C6-98F6CF017510}" dt="2021-04-20T14:03:22.910" v="1197" actId="207"/>
          <ac:spMkLst>
            <pc:docMk/>
            <pc:sldMk cId="771280182" sldId="1165"/>
            <ac:spMk id="65" creationId="{466089FD-1875-4827-9FE9-6D8AAC862654}"/>
          </ac:spMkLst>
        </pc:spChg>
        <pc:spChg chg="mod">
          <ac:chgData name="王 欣捷" userId="b965477fa0aef5e6" providerId="LiveId" clId="{6B25E3A0-8D13-427B-91C6-98F6CF017510}" dt="2021-04-20T13:59:47.026" v="1161" actId="20577"/>
          <ac:spMkLst>
            <pc:docMk/>
            <pc:sldMk cId="771280182" sldId="1165"/>
            <ac:spMk id="66" creationId="{1C6E2429-62C5-4F21-885D-3C9AF35E8CDB}"/>
          </ac:spMkLst>
        </pc:spChg>
        <pc:spChg chg="mod">
          <ac:chgData name="王 欣捷" userId="b965477fa0aef5e6" providerId="LiveId" clId="{6B25E3A0-8D13-427B-91C6-98F6CF017510}" dt="2021-04-20T14:03:21.326" v="1196" actId="207"/>
          <ac:spMkLst>
            <pc:docMk/>
            <pc:sldMk cId="771280182" sldId="1165"/>
            <ac:spMk id="68" creationId="{81B3DF3E-BF74-4640-8FD0-3AF39CE4BCFF}"/>
          </ac:spMkLst>
        </pc:spChg>
        <pc:spChg chg="mod">
          <ac:chgData name="王 欣捷" userId="b965477fa0aef5e6" providerId="LiveId" clId="{6B25E3A0-8D13-427B-91C6-98F6CF017510}" dt="2021-04-20T13:59:50.407" v="1163" actId="20577"/>
          <ac:spMkLst>
            <pc:docMk/>
            <pc:sldMk cId="771280182" sldId="1165"/>
            <ac:spMk id="69" creationId="{66B0A8B5-A666-4821-9F40-85E79E5C1160}"/>
          </ac:spMkLst>
        </pc:spChg>
        <pc:spChg chg="mod">
          <ac:chgData name="王 欣捷" userId="b965477fa0aef5e6" providerId="LiveId" clId="{6B25E3A0-8D13-427B-91C6-98F6CF017510}" dt="2021-04-20T14:03:19.595" v="1195" actId="207"/>
          <ac:spMkLst>
            <pc:docMk/>
            <pc:sldMk cId="771280182" sldId="1165"/>
            <ac:spMk id="71" creationId="{2258FEB1-C254-420F-AABA-E093E021B3E7}"/>
          </ac:spMkLst>
        </pc:spChg>
        <pc:spChg chg="mod">
          <ac:chgData name="王 欣捷" userId="b965477fa0aef5e6" providerId="LiveId" clId="{6B25E3A0-8D13-427B-91C6-98F6CF017510}" dt="2021-04-20T13:59:53.015" v="1165" actId="20577"/>
          <ac:spMkLst>
            <pc:docMk/>
            <pc:sldMk cId="771280182" sldId="1165"/>
            <ac:spMk id="72" creationId="{AF0C8832-5C45-4FB3-948A-A873142DCB37}"/>
          </ac:spMkLst>
        </pc:spChg>
        <pc:spChg chg="mod">
          <ac:chgData name="王 欣捷" userId="b965477fa0aef5e6" providerId="LiveId" clId="{6B25E3A0-8D13-427B-91C6-98F6CF017510}" dt="2021-04-20T14:03:17.746" v="1194" actId="207"/>
          <ac:spMkLst>
            <pc:docMk/>
            <pc:sldMk cId="771280182" sldId="1165"/>
            <ac:spMk id="74" creationId="{14B42BA5-9532-43A8-9D1C-988CF92D5827}"/>
          </ac:spMkLst>
        </pc:spChg>
        <pc:spChg chg="mod">
          <ac:chgData name="王 欣捷" userId="b965477fa0aef5e6" providerId="LiveId" clId="{6B25E3A0-8D13-427B-91C6-98F6CF017510}" dt="2021-04-20T13:59:56.244" v="1166"/>
          <ac:spMkLst>
            <pc:docMk/>
            <pc:sldMk cId="771280182" sldId="1165"/>
            <ac:spMk id="75" creationId="{43601592-BA20-4289-9EFB-E8814460DB56}"/>
          </ac:spMkLst>
        </pc:spChg>
        <pc:spChg chg="mod">
          <ac:chgData name="王 欣捷" userId="b965477fa0aef5e6" providerId="LiveId" clId="{6B25E3A0-8D13-427B-91C6-98F6CF017510}" dt="2021-04-20T13:59:24.987" v="1151" actId="1076"/>
          <ac:spMkLst>
            <pc:docMk/>
            <pc:sldMk cId="771280182" sldId="1165"/>
            <ac:spMk id="44035" creationId="{5D1D868F-8DD2-453C-A53C-A9E8EF698509}"/>
          </ac:spMkLst>
        </pc:s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37" creationId="{E232A05F-35E9-4B86-8F01-41CA588AF014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0" creationId="{32117D2B-A7C0-4FE2-8439-CC9179C3EF0E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3" creationId="{7E40C44B-9BAF-467F-948C-01831923BFAF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6" creationId="{82DD4A26-E10B-45F8-954A-D1BDEFDA713A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49" creationId="{216209EA-2F00-411B-BFB7-28DE0609EF57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52" creationId="{D15D4C85-6150-4AE1-AE38-482388DB41A6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55" creationId="{28187C55-AB44-4FAF-A9BD-025F828857AF}"/>
          </ac:grpSpMkLst>
        </pc:grpChg>
        <pc:grpChg chg="del">
          <ac:chgData name="王 欣捷" userId="b965477fa0aef5e6" providerId="LiveId" clId="{6B25E3A0-8D13-427B-91C6-98F6CF017510}" dt="2021-04-20T13:59:27.048" v="1152" actId="478"/>
          <ac:grpSpMkLst>
            <pc:docMk/>
            <pc:sldMk cId="771280182" sldId="1165"/>
            <ac:grpSpMk id="58" creationId="{C142F7B5-05BB-429C-96A8-FCF5385249C5}"/>
          </ac:grpSpMkLst>
        </pc:grpChg>
        <pc:grpChg chg="mod">
          <ac:chgData name="王 欣捷" userId="b965477fa0aef5e6" providerId="LiveId" clId="{6B25E3A0-8D13-427B-91C6-98F6CF017510}" dt="2021-04-20T13:59:37.633" v="1156" actId="1076"/>
          <ac:grpSpMkLst>
            <pc:docMk/>
            <pc:sldMk cId="771280182" sldId="1165"/>
            <ac:grpSpMk id="61" creationId="{B1D2E3F8-59D2-4A8E-96DB-1AE6A91F1037}"/>
          </ac:grpSpMkLst>
        </pc:grpChg>
        <pc:grpChg chg="mod">
          <ac:chgData name="王 欣捷" userId="b965477fa0aef5e6" providerId="LiveId" clId="{6B25E3A0-8D13-427B-91C6-98F6CF017510}" dt="2021-04-20T13:59:34.194" v="1154" actId="1036"/>
          <ac:grpSpMkLst>
            <pc:docMk/>
            <pc:sldMk cId="771280182" sldId="1165"/>
            <ac:grpSpMk id="64" creationId="{705DA6B0-1170-475E-8054-4AFACF912733}"/>
          </ac:grpSpMkLst>
        </pc:grpChg>
        <pc:grpChg chg="mod">
          <ac:chgData name="王 欣捷" userId="b965477fa0aef5e6" providerId="LiveId" clId="{6B25E3A0-8D13-427B-91C6-98F6CF017510}" dt="2021-04-20T13:59:34.194" v="1154" actId="1036"/>
          <ac:grpSpMkLst>
            <pc:docMk/>
            <pc:sldMk cId="771280182" sldId="1165"/>
            <ac:grpSpMk id="67" creationId="{9918594F-7989-4876-9A89-ACC735EF71B6}"/>
          </ac:grpSpMkLst>
        </pc:grpChg>
        <pc:grpChg chg="mod">
          <ac:chgData name="王 欣捷" userId="b965477fa0aef5e6" providerId="LiveId" clId="{6B25E3A0-8D13-427B-91C6-98F6CF017510}" dt="2021-04-20T13:59:34.194" v="1154" actId="1036"/>
          <ac:grpSpMkLst>
            <pc:docMk/>
            <pc:sldMk cId="771280182" sldId="1165"/>
            <ac:grpSpMk id="70" creationId="{1AB95211-F910-4CA5-9C15-34BBDF7F8AF6}"/>
          </ac:grpSpMkLst>
        </pc:grpChg>
        <pc:grpChg chg="add mod">
          <ac:chgData name="王 欣捷" userId="b965477fa0aef5e6" providerId="LiveId" clId="{6B25E3A0-8D13-427B-91C6-98F6CF017510}" dt="2021-04-20T14:00:03.058" v="1172" actId="1036"/>
          <ac:grpSpMkLst>
            <pc:docMk/>
            <pc:sldMk cId="771280182" sldId="1165"/>
            <ac:grpSpMk id="73" creationId="{6477B3CD-F149-4E33-B299-0BD13C578A12}"/>
          </ac:grpSpMkLst>
        </pc:grpChg>
        <pc:graphicFrameChg chg="del mod">
          <ac:chgData name="王 欣捷" userId="b965477fa0aef5e6" providerId="LiveId" clId="{6B25E3A0-8D13-427B-91C6-98F6CF017510}" dt="2021-04-20T14:06:35.642" v="1206" actId="478"/>
          <ac:graphicFrameMkLst>
            <pc:docMk/>
            <pc:sldMk cId="771280182" sldId="1165"/>
            <ac:graphicFrameMk id="7" creationId="{135E5BFB-71B3-42B0-9930-200A49BF224F}"/>
          </ac:graphicFrameMkLst>
        </pc:graphicFrameChg>
        <pc:graphicFrameChg chg="add del mod modGraphic">
          <ac:chgData name="王 欣捷" userId="b965477fa0aef5e6" providerId="LiveId" clId="{6B25E3A0-8D13-427B-91C6-98F6CF017510}" dt="2021-04-20T14:07:04.278" v="1211" actId="478"/>
          <ac:graphicFrameMkLst>
            <pc:docMk/>
            <pc:sldMk cId="771280182" sldId="1165"/>
            <ac:graphicFrameMk id="76" creationId="{87B7DA29-FB2E-4793-A904-95F3DB478514}"/>
          </ac:graphicFrameMkLst>
        </pc:graphicFrameChg>
        <pc:graphicFrameChg chg="add del mod modGraphic">
          <ac:chgData name="王 欣捷" userId="b965477fa0aef5e6" providerId="LiveId" clId="{6B25E3A0-8D13-427B-91C6-98F6CF017510}" dt="2021-04-20T14:07:56.392" v="1218" actId="478"/>
          <ac:graphicFrameMkLst>
            <pc:docMk/>
            <pc:sldMk cId="771280182" sldId="1165"/>
            <ac:graphicFrameMk id="77" creationId="{0F4A9B7F-CE02-4ED1-AAE6-BEFA5B14A098}"/>
          </ac:graphicFrameMkLst>
        </pc:graphicFrameChg>
        <pc:graphicFrameChg chg="add mod modGraphic">
          <ac:chgData name="王 欣捷" userId="b965477fa0aef5e6" providerId="LiveId" clId="{6B25E3A0-8D13-427B-91C6-98F6CF017510}" dt="2021-04-20T14:10:29.027" v="1322"/>
          <ac:graphicFrameMkLst>
            <pc:docMk/>
            <pc:sldMk cId="771280182" sldId="1165"/>
            <ac:graphicFrameMk id="78" creationId="{427A8EA7-8856-4774-BA77-D0E32B48574B}"/>
          </ac:graphicFrameMkLst>
        </pc:graphicFrameChg>
      </pc:sldChg>
      <pc:sldChg chg="modSp add mod">
        <pc:chgData name="王 欣捷" userId="b965477fa0aef5e6" providerId="LiveId" clId="{6B25E3A0-8D13-427B-91C6-98F6CF017510}" dt="2021-04-20T14:11:02.150" v="1325" actId="207"/>
        <pc:sldMkLst>
          <pc:docMk/>
          <pc:sldMk cId="2692631" sldId="1166"/>
        </pc:sldMkLst>
        <pc:spChg chg="mod">
          <ac:chgData name="王 欣捷" userId="b965477fa0aef5e6" providerId="LiveId" clId="{6B25E3A0-8D13-427B-91C6-98F6CF017510}" dt="2021-04-20T14:11:02.150" v="1325" actId="207"/>
          <ac:spMkLst>
            <pc:docMk/>
            <pc:sldMk cId="2692631" sldId="1166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4:11:02.150" v="1325" actId="207"/>
          <ac:spMkLst>
            <pc:docMk/>
            <pc:sldMk cId="2692631" sldId="1166"/>
            <ac:spMk id="12" creationId="{4287D078-374E-4ADA-9FC0-CFAA5D71067F}"/>
          </ac:spMkLst>
        </pc:spChg>
      </pc:sldChg>
      <pc:sldChg chg="addSp delSp modSp add mod">
        <pc:chgData name="王 欣捷" userId="b965477fa0aef5e6" providerId="LiveId" clId="{6B25E3A0-8D13-427B-91C6-98F6CF017510}" dt="2021-04-20T14:13:34.792" v="1390" actId="1076"/>
        <pc:sldMkLst>
          <pc:docMk/>
          <pc:sldMk cId="3628184232" sldId="1167"/>
        </pc:sldMkLst>
        <pc:spChg chg="mod">
          <ac:chgData name="王 欣捷" userId="b965477fa0aef5e6" providerId="LiveId" clId="{6B25E3A0-8D13-427B-91C6-98F6CF017510}" dt="2021-04-20T14:13:22.300" v="1385"/>
          <ac:spMkLst>
            <pc:docMk/>
            <pc:sldMk cId="3628184232" sldId="1167"/>
            <ac:spMk id="21" creationId="{840261F3-53EC-4C0E-8BEB-31E826B31825}"/>
          </ac:spMkLst>
        </pc:spChg>
        <pc:spChg chg="mod">
          <ac:chgData name="王 欣捷" userId="b965477fa0aef5e6" providerId="LiveId" clId="{6B25E3A0-8D13-427B-91C6-98F6CF017510}" dt="2021-04-20T14:13:22.300" v="1385"/>
          <ac:spMkLst>
            <pc:docMk/>
            <pc:sldMk cId="3628184232" sldId="1167"/>
            <ac:spMk id="22" creationId="{F5C7F8A8-2447-4892-9B8F-FA77D3FA7A40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4" creationId="{51E4AFE4-A825-4FC7-9C9A-D34D0BBFF4D3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5" creationId="{9B91708F-592C-42E4-B850-C0CDCA979B43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7" creationId="{9B332F57-090A-4C12-8F23-25B7B7209D3F}"/>
          </ac:spMkLst>
        </pc:spChg>
        <pc:spChg chg="mod">
          <ac:chgData name="王 欣捷" userId="b965477fa0aef5e6" providerId="LiveId" clId="{6B25E3A0-8D13-427B-91C6-98F6CF017510}" dt="2021-04-20T14:13:30.646" v="1389"/>
          <ac:spMkLst>
            <pc:docMk/>
            <pc:sldMk cId="3628184232" sldId="1167"/>
            <ac:spMk id="28" creationId="{41E5B335-2B28-40FE-A80C-59777ED97D0C}"/>
          </ac:spMkLst>
        </pc:spChg>
        <pc:spChg chg="mod">
          <ac:chgData name="王 欣捷" userId="b965477fa0aef5e6" providerId="LiveId" clId="{6B25E3A0-8D13-427B-91C6-98F6CF017510}" dt="2021-04-20T14:12:41.905" v="1371" actId="20577"/>
          <ac:spMkLst>
            <pc:docMk/>
            <pc:sldMk cId="3628184232" sldId="1167"/>
            <ac:spMk id="63" creationId="{6AAFA6E9-AB52-4FF4-A6EA-9E516866D321}"/>
          </ac:spMkLst>
        </pc:spChg>
        <pc:spChg chg="mod">
          <ac:chgData name="王 欣捷" userId="b965477fa0aef5e6" providerId="LiveId" clId="{6B25E3A0-8D13-427B-91C6-98F6CF017510}" dt="2021-04-20T14:13:28.656" v="1388" actId="1076"/>
          <ac:spMkLst>
            <pc:docMk/>
            <pc:sldMk cId="3628184232" sldId="1167"/>
            <ac:spMk id="44035" creationId="{5D1D868F-8DD2-453C-A53C-A9E8EF698509}"/>
          </ac:spMkLst>
        </pc:spChg>
        <pc:grpChg chg="add mod">
          <ac:chgData name="王 欣捷" userId="b965477fa0aef5e6" providerId="LiveId" clId="{6B25E3A0-8D13-427B-91C6-98F6CF017510}" dt="2021-04-20T14:13:27.068" v="1386" actId="1076"/>
          <ac:grpSpMkLst>
            <pc:docMk/>
            <pc:sldMk cId="3628184232" sldId="1167"/>
            <ac:grpSpMk id="20" creationId="{2E54E37D-83CA-46F1-8320-158D90E24A0D}"/>
          </ac:grpSpMkLst>
        </pc:grpChg>
        <pc:grpChg chg="add mod">
          <ac:chgData name="王 欣捷" userId="b965477fa0aef5e6" providerId="LiveId" clId="{6B25E3A0-8D13-427B-91C6-98F6CF017510}" dt="2021-04-20T14:13:34.792" v="1390" actId="1076"/>
          <ac:grpSpMkLst>
            <pc:docMk/>
            <pc:sldMk cId="3628184232" sldId="1167"/>
            <ac:grpSpMk id="23" creationId="{2E232AA2-EE75-4682-9F58-F4B0C530A5F2}"/>
          </ac:grpSpMkLst>
        </pc:grpChg>
        <pc:grpChg chg="add mod">
          <ac:chgData name="王 欣捷" userId="b965477fa0aef5e6" providerId="LiveId" clId="{6B25E3A0-8D13-427B-91C6-98F6CF017510}" dt="2021-04-20T14:13:34.792" v="1390" actId="1076"/>
          <ac:grpSpMkLst>
            <pc:docMk/>
            <pc:sldMk cId="3628184232" sldId="1167"/>
            <ac:grpSpMk id="26" creationId="{3C258695-706C-474C-A62C-C603C4BA8F14}"/>
          </ac:grpSpMkLst>
        </pc:grpChg>
        <pc:grpChg chg="mod">
          <ac:chgData name="王 欣捷" userId="b965477fa0aef5e6" providerId="LiveId" clId="{6B25E3A0-8D13-427B-91C6-98F6CF017510}" dt="2021-04-20T14:13:21.678" v="1384" actId="1076"/>
          <ac:grpSpMkLst>
            <pc:docMk/>
            <pc:sldMk cId="3628184232" sldId="1167"/>
            <ac:grpSpMk id="61" creationId="{B1D2E3F8-59D2-4A8E-96DB-1AE6A91F1037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64" creationId="{705DA6B0-1170-475E-8054-4AFACF912733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67" creationId="{9918594F-7989-4876-9A89-ACC735EF71B6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70" creationId="{1AB95211-F910-4CA5-9C15-34BBDF7F8AF6}"/>
          </ac:grpSpMkLst>
        </pc:grpChg>
        <pc:grpChg chg="del mod">
          <ac:chgData name="王 欣捷" userId="b965477fa0aef5e6" providerId="LiveId" clId="{6B25E3A0-8D13-427B-91C6-98F6CF017510}" dt="2021-04-20T14:12:39.342" v="1369" actId="478"/>
          <ac:grpSpMkLst>
            <pc:docMk/>
            <pc:sldMk cId="3628184232" sldId="1167"/>
            <ac:grpSpMk id="73" creationId="{6477B3CD-F149-4E33-B299-0BD13C578A12}"/>
          </ac:grpSpMkLst>
        </pc:grpChg>
        <pc:graphicFrameChg chg="mod modGraphic">
          <ac:chgData name="王 欣捷" userId="b965477fa0aef5e6" providerId="LiveId" clId="{6B25E3A0-8D13-427B-91C6-98F6CF017510}" dt="2021-04-20T14:13:12.759" v="1383" actId="20577"/>
          <ac:graphicFrameMkLst>
            <pc:docMk/>
            <pc:sldMk cId="3628184232" sldId="1167"/>
            <ac:graphicFrameMk id="78" creationId="{427A8EA7-8856-4774-BA77-D0E32B48574B}"/>
          </ac:graphicFrameMkLst>
        </pc:graphicFrameChg>
      </pc:sldChg>
      <pc:sldChg chg="modSp add mod">
        <pc:chgData name="王 欣捷" userId="b965477fa0aef5e6" providerId="LiveId" clId="{6B25E3A0-8D13-427B-91C6-98F6CF017510}" dt="2021-04-20T14:14:16.613" v="1399" actId="207"/>
        <pc:sldMkLst>
          <pc:docMk/>
          <pc:sldMk cId="1528587018" sldId="1168"/>
        </pc:sldMkLst>
        <pc:spChg chg="mod">
          <ac:chgData name="王 欣捷" userId="b965477fa0aef5e6" providerId="LiveId" clId="{6B25E3A0-8D13-427B-91C6-98F6CF017510}" dt="2021-04-20T14:14:16.613" v="1399" actId="207"/>
          <ac:spMkLst>
            <pc:docMk/>
            <pc:sldMk cId="1528587018" sldId="1168"/>
            <ac:spMk id="7" creationId="{43FAFECB-C844-4CB0-97F3-0B7C4C304FAD}"/>
          </ac:spMkLst>
        </pc:spChg>
        <pc:spChg chg="mod">
          <ac:chgData name="王 欣捷" userId="b965477fa0aef5e6" providerId="LiveId" clId="{6B25E3A0-8D13-427B-91C6-98F6CF017510}" dt="2021-04-20T14:14:13.157" v="1398" actId="207"/>
          <ac:spMkLst>
            <pc:docMk/>
            <pc:sldMk cId="1528587018" sldId="1168"/>
            <ac:spMk id="12" creationId="{4287D078-374E-4ADA-9FC0-CFAA5D71067F}"/>
          </ac:spMkLst>
        </pc:spChg>
      </pc:sldChg>
      <pc:sldChg chg="delSp modSp add mod">
        <pc:chgData name="王 欣捷" userId="b965477fa0aef5e6" providerId="LiveId" clId="{6B25E3A0-8D13-427B-91C6-98F6CF017510}" dt="2021-04-20T14:15:57.598" v="1438" actId="1076"/>
        <pc:sldMkLst>
          <pc:docMk/>
          <pc:sldMk cId="3168183637" sldId="1169"/>
        </pc:sldMkLst>
        <pc:spChg chg="mod">
          <ac:chgData name="王 欣捷" userId="b965477fa0aef5e6" providerId="LiveId" clId="{6B25E3A0-8D13-427B-91C6-98F6CF017510}" dt="2021-04-20T14:14:39.377" v="1406" actId="20577"/>
          <ac:spMkLst>
            <pc:docMk/>
            <pc:sldMk cId="3168183637" sldId="1169"/>
            <ac:spMk id="25" creationId="{9B91708F-592C-42E4-B850-C0CDCA979B43}"/>
          </ac:spMkLst>
        </pc:spChg>
        <pc:grpChg chg="del mod">
          <ac:chgData name="王 欣捷" userId="b965477fa0aef5e6" providerId="LiveId" clId="{6B25E3A0-8D13-427B-91C6-98F6CF017510}" dt="2021-04-20T14:14:34.176" v="1402" actId="478"/>
          <ac:grpSpMkLst>
            <pc:docMk/>
            <pc:sldMk cId="3168183637" sldId="1169"/>
            <ac:grpSpMk id="20" creationId="{2E54E37D-83CA-46F1-8320-158D90E24A0D}"/>
          </ac:grpSpMkLst>
        </pc:grpChg>
        <pc:grpChg chg="mod">
          <ac:chgData name="王 欣捷" userId="b965477fa0aef5e6" providerId="LiveId" clId="{6B25E3A0-8D13-427B-91C6-98F6CF017510}" dt="2021-04-20T14:15:57.598" v="1438" actId="1076"/>
          <ac:grpSpMkLst>
            <pc:docMk/>
            <pc:sldMk cId="3168183637" sldId="1169"/>
            <ac:grpSpMk id="23" creationId="{2E232AA2-EE75-4682-9F58-F4B0C530A5F2}"/>
          </ac:grpSpMkLst>
        </pc:grpChg>
        <pc:grpChg chg="del mod">
          <ac:chgData name="王 欣捷" userId="b965477fa0aef5e6" providerId="LiveId" clId="{6B25E3A0-8D13-427B-91C6-98F6CF017510}" dt="2021-04-20T14:14:34.176" v="1402" actId="478"/>
          <ac:grpSpMkLst>
            <pc:docMk/>
            <pc:sldMk cId="3168183637" sldId="1169"/>
            <ac:grpSpMk id="26" creationId="{3C258695-706C-474C-A62C-C603C4BA8F14}"/>
          </ac:grpSpMkLst>
        </pc:grpChg>
        <pc:grpChg chg="del mod">
          <ac:chgData name="王 欣捷" userId="b965477fa0aef5e6" providerId="LiveId" clId="{6B25E3A0-8D13-427B-91C6-98F6CF017510}" dt="2021-04-20T14:14:35.329" v="1403" actId="478"/>
          <ac:grpSpMkLst>
            <pc:docMk/>
            <pc:sldMk cId="3168183637" sldId="1169"/>
            <ac:grpSpMk id="61" creationId="{B1D2E3F8-59D2-4A8E-96DB-1AE6A91F1037}"/>
          </ac:grpSpMkLst>
        </pc:grpChg>
        <pc:graphicFrameChg chg="mod modGraphic">
          <ac:chgData name="王 欣捷" userId="b965477fa0aef5e6" providerId="LiveId" clId="{6B25E3A0-8D13-427B-91C6-98F6CF017510}" dt="2021-04-20T14:15:44.905" v="1437" actId="20577"/>
          <ac:graphicFrameMkLst>
            <pc:docMk/>
            <pc:sldMk cId="3168183637" sldId="1169"/>
            <ac:graphicFrameMk id="78" creationId="{427A8EA7-8856-4774-BA77-D0E32B48574B}"/>
          </ac:graphicFrameMkLst>
        </pc:graphicFrameChg>
      </pc:sldChg>
      <pc:sldChg chg="addSp delSp modSp add mod">
        <pc:chgData name="王 欣捷" userId="b965477fa0aef5e6" providerId="LiveId" clId="{6B25E3A0-8D13-427B-91C6-98F6CF017510}" dt="2021-04-20T14:18:18.007" v="1511" actId="20577"/>
        <pc:sldMkLst>
          <pc:docMk/>
          <pc:sldMk cId="1630523457" sldId="1170"/>
        </pc:sldMkLst>
        <pc:spChg chg="mod">
          <ac:chgData name="王 欣捷" userId="b965477fa0aef5e6" providerId="LiveId" clId="{6B25E3A0-8D13-427B-91C6-98F6CF017510}" dt="2021-04-20T14:16:50.905" v="1441"/>
          <ac:spMkLst>
            <pc:docMk/>
            <pc:sldMk cId="1630523457" sldId="1170"/>
            <ac:spMk id="44035" creationId="{5D1D868F-8DD2-453C-A53C-A9E8EF698509}"/>
          </ac:spMkLst>
        </pc:s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11" creationId="{02C0B712-15B4-4AE4-B152-3902F38B3FEC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16" creationId="{4E4115BC-DABB-46C4-A1CF-F8410C1465BD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19" creationId="{3F4B44F9-127A-4F25-81C7-D3572C375A3C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22" creationId="{69F55667-9F22-4C84-96B6-664503EFAE53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25" creationId="{173E6166-5837-4BCF-ACBA-FB600D1A14E4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28" creationId="{665B71ED-C5C7-4C81-9A0C-396F95AE1517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31" creationId="{54A68B26-51CD-423D-80F0-360506345D8D}"/>
          </ac:grpSpMkLst>
        </pc:grpChg>
        <pc:grpChg chg="del">
          <ac:chgData name="王 欣捷" userId="b965477fa0aef5e6" providerId="LiveId" clId="{6B25E3A0-8D13-427B-91C6-98F6CF017510}" dt="2021-04-20T14:17:09.806" v="1470" actId="478"/>
          <ac:grpSpMkLst>
            <pc:docMk/>
            <pc:sldMk cId="1630523457" sldId="1170"/>
            <ac:grpSpMk id="34" creationId="{C23310F7-AAAF-4ECB-8B01-EC19945991A0}"/>
          </ac:grpSpMkLst>
        </pc:grpChg>
        <pc:graphicFrameChg chg="del">
          <ac:chgData name="王 欣捷" userId="b965477fa0aef5e6" providerId="LiveId" clId="{6B25E3A0-8D13-427B-91C6-98F6CF017510}" dt="2021-04-20T14:17:06.345" v="1469" actId="478"/>
          <ac:graphicFrameMkLst>
            <pc:docMk/>
            <pc:sldMk cId="1630523457" sldId="1170"/>
            <ac:graphicFrameMk id="7" creationId="{135E5BFB-71B3-42B0-9930-200A49BF224F}"/>
          </ac:graphicFrameMkLst>
        </pc:graphicFrameChg>
        <pc:graphicFrameChg chg="add mod modGraphic">
          <ac:chgData name="王 欣捷" userId="b965477fa0aef5e6" providerId="LiveId" clId="{6B25E3A0-8D13-427B-91C6-98F6CF017510}" dt="2021-04-20T14:18:18.007" v="1511" actId="20577"/>
          <ac:graphicFrameMkLst>
            <pc:docMk/>
            <pc:sldMk cId="1630523457" sldId="1170"/>
            <ac:graphicFrameMk id="37" creationId="{C877EAE4-E73F-4EB3-841D-C9F96CEF561F}"/>
          </ac:graphicFrameMkLst>
        </pc:graphicFrameChg>
      </pc:sldChg>
    </pc:docChg>
  </pc:docChgLst>
  <pc:docChgLst>
    <pc:chgData name="欣捷" userId="b965477fa0aef5e6" providerId="LiveId" clId="{F58CB589-EA88-41E9-89B9-70387DC4BAF4}"/>
    <pc:docChg chg="undo redo custSel addSld delSld modSld sldOrd">
      <pc:chgData name="欣捷" userId="b965477fa0aef5e6" providerId="LiveId" clId="{F58CB589-EA88-41E9-89B9-70387DC4BAF4}" dt="2021-04-20T09:32:41.428" v="761" actId="47"/>
      <pc:docMkLst>
        <pc:docMk/>
      </pc:docMkLst>
      <pc:sldChg chg="modSp add mod">
        <pc:chgData name="欣捷" userId="b965477fa0aef5e6" providerId="LiveId" clId="{F58CB589-EA88-41E9-89B9-70387DC4BAF4}" dt="2021-04-20T08:43:06.926" v="315" actId="20577"/>
        <pc:sldMkLst>
          <pc:docMk/>
          <pc:sldMk cId="0" sldId="878"/>
        </pc:sldMkLst>
        <pc:spChg chg="mod">
          <ac:chgData name="欣捷" userId="b965477fa0aef5e6" providerId="LiveId" clId="{F58CB589-EA88-41E9-89B9-70387DC4BAF4}" dt="2021-04-20T08:42:31.133" v="283"/>
          <ac:spMkLst>
            <pc:docMk/>
            <pc:sldMk cId="0" sldId="878"/>
            <ac:spMk id="44034" creationId="{2F764B2D-AAD3-4E52-A4DE-87FB3D35D58E}"/>
          </ac:spMkLst>
        </pc:spChg>
        <pc:graphicFrameChg chg="modGraphic">
          <ac:chgData name="欣捷" userId="b965477fa0aef5e6" providerId="LiveId" clId="{F58CB589-EA88-41E9-89B9-70387DC4BAF4}" dt="2021-04-20T08:43:06.926" v="315" actId="20577"/>
          <ac:graphicFrameMkLst>
            <pc:docMk/>
            <pc:sldMk cId="0" sldId="878"/>
            <ac:graphicFrameMk id="7" creationId="{135E5BFB-71B3-42B0-9930-200A49BF224F}"/>
          </ac:graphicFrameMkLst>
        </pc:graphicFrameChg>
      </pc:sldChg>
      <pc:sldChg chg="modSp add mod ord">
        <pc:chgData name="欣捷" userId="b965477fa0aef5e6" providerId="LiveId" clId="{F58CB589-EA88-41E9-89B9-70387DC4BAF4}" dt="2021-04-20T08:18:54.864" v="3"/>
        <pc:sldMkLst>
          <pc:docMk/>
          <pc:sldMk cId="1458318623" sldId="897"/>
        </pc:sldMkLst>
        <pc:spChg chg="mod">
          <ac:chgData name="欣捷" userId="b965477fa0aef5e6" providerId="LiveId" clId="{F58CB589-EA88-41E9-89B9-70387DC4BAF4}" dt="2021-04-20T08:18:54.864" v="3"/>
          <ac:spMkLst>
            <pc:docMk/>
            <pc:sldMk cId="1458318623" sldId="897"/>
            <ac:spMk id="7170" creationId="{9A9ACD68-0B23-45C4-B0C9-40FDBDF97E94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18.266" v="712" actId="1076"/>
        <pc:sldMkLst>
          <pc:docMk/>
          <pc:sldMk cId="0" sldId="935"/>
        </pc:sldMkLst>
        <pc:spChg chg="add del mod">
          <ac:chgData name="欣捷" userId="b965477fa0aef5e6" providerId="LiveId" clId="{F58CB589-EA88-41E9-89B9-70387DC4BAF4}" dt="2021-04-20T09:28:25.084" v="699" actId="700"/>
          <ac:spMkLst>
            <pc:docMk/>
            <pc:sldMk cId="0" sldId="935"/>
            <ac:spMk id="3" creationId="{D8D72F99-1902-43C1-96CC-544A02791CFC}"/>
          </ac:spMkLst>
        </pc:spChg>
        <pc:spChg chg="mod ord">
          <ac:chgData name="欣捷" userId="b965477fa0aef5e6" providerId="LiveId" clId="{F58CB589-EA88-41E9-89B9-70387DC4BAF4}" dt="2021-04-20T09:28:25.084" v="699" actId="700"/>
          <ac:spMkLst>
            <pc:docMk/>
            <pc:sldMk cId="0" sldId="935"/>
            <ac:spMk id="35842" creationId="{3F1FCD85-AFE0-44FE-91EA-9F43D88140F3}"/>
          </ac:spMkLst>
        </pc:spChg>
        <pc:spChg chg="mod ord">
          <ac:chgData name="欣捷" userId="b965477fa0aef5e6" providerId="LiveId" clId="{F58CB589-EA88-41E9-89B9-70387DC4BAF4}" dt="2021-04-20T09:28:25.084" v="699" actId="700"/>
          <ac:spMkLst>
            <pc:docMk/>
            <pc:sldMk cId="0" sldId="935"/>
            <ac:spMk id="35843" creationId="{DD2CD120-D88C-4936-B639-EA3F45756FFC}"/>
          </ac:spMkLst>
        </pc:spChg>
        <pc:graphicFrameChg chg="add mod modGraphic">
          <ac:chgData name="欣捷" userId="b965477fa0aef5e6" providerId="LiveId" clId="{F58CB589-EA88-41E9-89B9-70387DC4BAF4}" dt="2021-04-20T09:29:18.266" v="712" actId="1076"/>
          <ac:graphicFrameMkLst>
            <pc:docMk/>
            <pc:sldMk cId="0" sldId="935"/>
            <ac:graphicFrameMk id="7" creationId="{14047228-0994-4CE4-B5C7-286B8CCCD03C}"/>
          </ac:graphicFrameMkLst>
        </pc:graphicFrameChg>
        <pc:graphicFrameChg chg="del mod ord modGraphic">
          <ac:chgData name="欣捷" userId="b965477fa0aef5e6" providerId="LiveId" clId="{F58CB589-EA88-41E9-89B9-70387DC4BAF4}" dt="2021-04-20T09:28:22.793" v="698" actId="21"/>
          <ac:graphicFrameMkLst>
            <pc:docMk/>
            <pc:sldMk cId="0" sldId="935"/>
            <ac:graphicFrameMk id="783364" creationId="{2CD61766-A36F-4367-BF2E-340875F01537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29:13.066" v="710" actId="1076"/>
        <pc:sldMkLst>
          <pc:docMk/>
          <pc:sldMk cId="0" sldId="936"/>
        </pc:sldMkLst>
        <pc:spChg chg="add del mod">
          <ac:chgData name="欣捷" userId="b965477fa0aef5e6" providerId="LiveId" clId="{F58CB589-EA88-41E9-89B9-70387DC4BAF4}" dt="2021-04-20T09:28:37.305" v="703" actId="700"/>
          <ac:spMkLst>
            <pc:docMk/>
            <pc:sldMk cId="0" sldId="936"/>
            <ac:spMk id="3" creationId="{3334AA24-3150-44F5-ACB7-7F4FA0712D26}"/>
          </ac:spMkLst>
        </pc:spChg>
        <pc:spChg chg="mod ord">
          <ac:chgData name="欣捷" userId="b965477fa0aef5e6" providerId="LiveId" clId="{F58CB589-EA88-41E9-89B9-70387DC4BAF4}" dt="2021-04-20T09:28:37.305" v="703" actId="700"/>
          <ac:spMkLst>
            <pc:docMk/>
            <pc:sldMk cId="0" sldId="936"/>
            <ac:spMk id="36866" creationId="{CC176B41-8C6B-4568-9F39-1C53098D19A1}"/>
          </ac:spMkLst>
        </pc:spChg>
        <pc:spChg chg="mod ord">
          <ac:chgData name="欣捷" userId="b965477fa0aef5e6" providerId="LiveId" clId="{F58CB589-EA88-41E9-89B9-70387DC4BAF4}" dt="2021-04-20T09:28:37.305" v="703" actId="700"/>
          <ac:spMkLst>
            <pc:docMk/>
            <pc:sldMk cId="0" sldId="936"/>
            <ac:spMk id="36867" creationId="{CA6CF9B2-D9C4-4052-9CF6-122F92F137A0}"/>
          </ac:spMkLst>
        </pc:spChg>
        <pc:graphicFrameChg chg="add mod">
          <ac:chgData name="欣捷" userId="b965477fa0aef5e6" providerId="LiveId" clId="{F58CB589-EA88-41E9-89B9-70387DC4BAF4}" dt="2021-04-20T09:29:13.066" v="710" actId="1076"/>
          <ac:graphicFrameMkLst>
            <pc:docMk/>
            <pc:sldMk cId="0" sldId="936"/>
            <ac:graphicFrameMk id="7" creationId="{A8EF093F-1161-40FC-B097-F1786058D0E2}"/>
          </ac:graphicFrameMkLst>
        </pc:graphicFrameChg>
        <pc:graphicFrameChg chg="del mod ord modGraphic">
          <ac:chgData name="欣捷" userId="b965477fa0aef5e6" providerId="LiveId" clId="{F58CB589-EA88-41E9-89B9-70387DC4BAF4}" dt="2021-04-20T09:28:35.698" v="702" actId="21"/>
          <ac:graphicFrameMkLst>
            <pc:docMk/>
            <pc:sldMk cId="0" sldId="936"/>
            <ac:graphicFrameMk id="784388" creationId="{F680B334-E214-437B-B5BC-B5A75D499C3B}"/>
          </ac:graphicFrameMkLst>
        </pc:graphicFrameChg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37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37"/>
            <ac:spMk id="39938" creationId="{66C17C57-4238-4E11-87E4-A7DB59424652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37"/>
            <ac:spMk id="39939" creationId="{EFD542B9-22C8-47C3-9E4B-2B35A0FBCB48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05.674" v="709" actId="1076"/>
        <pc:sldMkLst>
          <pc:docMk/>
          <pc:sldMk cId="0" sldId="938"/>
        </pc:sldMkLst>
        <pc:spChg chg="add del mod ord">
          <ac:chgData name="欣捷" userId="b965477fa0aef5e6" providerId="LiveId" clId="{F58CB589-EA88-41E9-89B9-70387DC4BAF4}" dt="2021-04-20T09:28:59.800" v="707" actId="700"/>
          <ac:spMkLst>
            <pc:docMk/>
            <pc:sldMk cId="0" sldId="938"/>
            <ac:spMk id="3" creationId="{2570C479-E0B0-45D8-82D1-FFAFFFE83DCE}"/>
          </ac:spMkLst>
        </pc:spChg>
        <pc:spChg chg="mod ord">
          <ac:chgData name="欣捷" userId="b965477fa0aef5e6" providerId="LiveId" clId="{F58CB589-EA88-41E9-89B9-70387DC4BAF4}" dt="2021-04-20T09:28:59.800" v="707" actId="700"/>
          <ac:spMkLst>
            <pc:docMk/>
            <pc:sldMk cId="0" sldId="938"/>
            <ac:spMk id="40962" creationId="{E5F497B3-AE15-455C-8FD5-630849412C4E}"/>
          </ac:spMkLst>
        </pc:spChg>
        <pc:spChg chg="mod ord">
          <ac:chgData name="欣捷" userId="b965477fa0aef5e6" providerId="LiveId" clId="{F58CB589-EA88-41E9-89B9-70387DC4BAF4}" dt="2021-04-20T09:28:59.800" v="707" actId="700"/>
          <ac:spMkLst>
            <pc:docMk/>
            <pc:sldMk cId="0" sldId="938"/>
            <ac:spMk id="40963" creationId="{AA1BCB4F-3ACC-41BD-9192-DC089744DC71}"/>
          </ac:spMkLst>
        </pc:spChg>
        <pc:graphicFrameChg chg="add mod">
          <ac:chgData name="欣捷" userId="b965477fa0aef5e6" providerId="LiveId" clId="{F58CB589-EA88-41E9-89B9-70387DC4BAF4}" dt="2021-04-20T09:29:05.674" v="709" actId="1076"/>
          <ac:graphicFrameMkLst>
            <pc:docMk/>
            <pc:sldMk cId="0" sldId="938"/>
            <ac:graphicFrameMk id="7" creationId="{1AEB24AA-8E59-47F0-929D-E129A6BC77A7}"/>
          </ac:graphicFrameMkLst>
        </pc:graphicFrameChg>
        <pc:graphicFrameChg chg="del">
          <ac:chgData name="欣捷" userId="b965477fa0aef5e6" providerId="LiveId" clId="{F58CB589-EA88-41E9-89B9-70387DC4BAF4}" dt="2021-04-20T09:28:58.562" v="706" actId="21"/>
          <ac:graphicFrameMkLst>
            <pc:docMk/>
            <pc:sldMk cId="0" sldId="938"/>
            <ac:graphicFrameMk id="786436" creationId="{4E1FC6BA-BA6C-4342-A694-FE726826FF7F}"/>
          </ac:graphicFrameMkLst>
        </pc:graphicFrame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39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39"/>
            <ac:spMk id="44034" creationId="{5C5F09A1-3175-4E6C-BC53-847357086205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39"/>
            <ac:spMk id="44035" creationId="{E80D1BAE-6ED7-45F8-BBF2-FB2DC9A71975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31.533" v="716" actId="1076"/>
        <pc:sldMkLst>
          <pc:docMk/>
          <pc:sldMk cId="0" sldId="940"/>
        </pc:sldMkLst>
        <pc:spChg chg="add del mod">
          <ac:chgData name="欣捷" userId="b965477fa0aef5e6" providerId="LiveId" clId="{F58CB589-EA88-41E9-89B9-70387DC4BAF4}" dt="2021-04-20T09:29:27.883" v="714" actId="700"/>
          <ac:spMkLst>
            <pc:docMk/>
            <pc:sldMk cId="0" sldId="940"/>
            <ac:spMk id="3" creationId="{7C8A43C2-B5D8-4C88-B1F8-DDC83C466F99}"/>
          </ac:spMkLst>
        </pc:spChg>
        <pc:spChg chg="mod ord">
          <ac:chgData name="欣捷" userId="b965477fa0aef5e6" providerId="LiveId" clId="{F58CB589-EA88-41E9-89B9-70387DC4BAF4}" dt="2021-04-20T09:29:27.883" v="714" actId="700"/>
          <ac:spMkLst>
            <pc:docMk/>
            <pc:sldMk cId="0" sldId="940"/>
            <ac:spMk id="45058" creationId="{68410505-4CDD-4821-B219-C1D4F48355B7}"/>
          </ac:spMkLst>
        </pc:spChg>
        <pc:spChg chg="mod ord">
          <ac:chgData name="欣捷" userId="b965477fa0aef5e6" providerId="LiveId" clId="{F58CB589-EA88-41E9-89B9-70387DC4BAF4}" dt="2021-04-20T09:29:27.883" v="714" actId="700"/>
          <ac:spMkLst>
            <pc:docMk/>
            <pc:sldMk cId="0" sldId="940"/>
            <ac:spMk id="45059" creationId="{A078D60B-B7C4-4035-A413-D98CCA8C38EE}"/>
          </ac:spMkLst>
        </pc:spChg>
        <pc:graphicFrameChg chg="add mod">
          <ac:chgData name="欣捷" userId="b965477fa0aef5e6" providerId="LiveId" clId="{F58CB589-EA88-41E9-89B9-70387DC4BAF4}" dt="2021-04-20T09:29:31.533" v="716" actId="1076"/>
          <ac:graphicFrameMkLst>
            <pc:docMk/>
            <pc:sldMk cId="0" sldId="940"/>
            <ac:graphicFrameMk id="7" creationId="{051C3A7A-3EEF-4092-93C7-06A7500C5840}"/>
          </ac:graphicFrameMkLst>
        </pc:graphicFrameChg>
        <pc:graphicFrameChg chg="del mod ord modGraphic">
          <ac:chgData name="欣捷" userId="b965477fa0aef5e6" providerId="LiveId" clId="{F58CB589-EA88-41E9-89B9-70387DC4BAF4}" dt="2021-04-20T09:29:26.142" v="713" actId="21"/>
          <ac:graphicFrameMkLst>
            <pc:docMk/>
            <pc:sldMk cId="0" sldId="940"/>
            <ac:graphicFrameMk id="788484" creationId="{CF651A95-3F37-47C7-8010-5787252D1415}"/>
          </ac:graphicFrameMkLst>
        </pc:graphicFrame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41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41"/>
            <ac:spMk id="48130" creationId="{20FCD967-1735-46AD-AF10-DE77433E750A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41"/>
            <ac:spMk id="48131" creationId="{8146994E-3211-451C-9001-FC8C0F290EA2}"/>
          </ac:spMkLst>
        </pc:spChg>
      </pc:sldChg>
      <pc:sldChg chg="addSp delSp modSp mod modClrScheme chgLayout">
        <pc:chgData name="欣捷" userId="b965477fa0aef5e6" providerId="LiveId" clId="{F58CB589-EA88-41E9-89B9-70387DC4BAF4}" dt="2021-04-20T09:29:55.767" v="720" actId="1076"/>
        <pc:sldMkLst>
          <pc:docMk/>
          <pc:sldMk cId="0" sldId="942"/>
        </pc:sldMkLst>
        <pc:spChg chg="add del mod ord">
          <ac:chgData name="欣捷" userId="b965477fa0aef5e6" providerId="LiveId" clId="{F58CB589-EA88-41E9-89B9-70387DC4BAF4}" dt="2021-04-20T09:29:51.659" v="718" actId="700"/>
          <ac:spMkLst>
            <pc:docMk/>
            <pc:sldMk cId="0" sldId="942"/>
            <ac:spMk id="3" creationId="{19BDFC39-2B73-4152-BC5F-E65EB9198E33}"/>
          </ac:spMkLst>
        </pc:spChg>
        <pc:spChg chg="mod ord">
          <ac:chgData name="欣捷" userId="b965477fa0aef5e6" providerId="LiveId" clId="{F58CB589-EA88-41E9-89B9-70387DC4BAF4}" dt="2021-04-20T09:29:51.659" v="718" actId="700"/>
          <ac:spMkLst>
            <pc:docMk/>
            <pc:sldMk cId="0" sldId="942"/>
            <ac:spMk id="49154" creationId="{82A848F7-BD75-4718-8AB4-41C4291473B4}"/>
          </ac:spMkLst>
        </pc:spChg>
        <pc:spChg chg="mod ord">
          <ac:chgData name="欣捷" userId="b965477fa0aef5e6" providerId="LiveId" clId="{F58CB589-EA88-41E9-89B9-70387DC4BAF4}" dt="2021-04-20T09:29:51.659" v="718" actId="700"/>
          <ac:spMkLst>
            <pc:docMk/>
            <pc:sldMk cId="0" sldId="942"/>
            <ac:spMk id="49155" creationId="{74E74729-1903-4AAC-94FD-43208C91D0AF}"/>
          </ac:spMkLst>
        </pc:spChg>
        <pc:graphicFrameChg chg="add mod">
          <ac:chgData name="欣捷" userId="b965477fa0aef5e6" providerId="LiveId" clId="{F58CB589-EA88-41E9-89B9-70387DC4BAF4}" dt="2021-04-20T09:29:55.767" v="720" actId="1076"/>
          <ac:graphicFrameMkLst>
            <pc:docMk/>
            <pc:sldMk cId="0" sldId="942"/>
            <ac:graphicFrameMk id="7" creationId="{9DFA4563-1A89-4CFB-9CE6-2D6318C30693}"/>
          </ac:graphicFrameMkLst>
        </pc:graphicFrameChg>
        <pc:graphicFrameChg chg="del">
          <ac:chgData name="欣捷" userId="b965477fa0aef5e6" providerId="LiveId" clId="{F58CB589-EA88-41E9-89B9-70387DC4BAF4}" dt="2021-04-20T09:29:49.956" v="717" actId="21"/>
          <ac:graphicFrameMkLst>
            <pc:docMk/>
            <pc:sldMk cId="0" sldId="942"/>
            <ac:graphicFrameMk id="790532" creationId="{114D6DCF-38CD-4D23-9BEB-A4AFAF6CB72D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03.602" v="724" actId="1076"/>
        <pc:sldMkLst>
          <pc:docMk/>
          <pc:sldMk cId="0" sldId="943"/>
        </pc:sldMkLst>
        <pc:spChg chg="add del mod ord">
          <ac:chgData name="欣捷" userId="b965477fa0aef5e6" providerId="LiveId" clId="{F58CB589-EA88-41E9-89B9-70387DC4BAF4}" dt="2021-04-20T09:30:00.576" v="722" actId="700"/>
          <ac:spMkLst>
            <pc:docMk/>
            <pc:sldMk cId="0" sldId="943"/>
            <ac:spMk id="3" creationId="{CF28B272-30CB-419D-ADD6-EA7A465E2961}"/>
          </ac:spMkLst>
        </pc:spChg>
        <pc:spChg chg="mod ord">
          <ac:chgData name="欣捷" userId="b965477fa0aef5e6" providerId="LiveId" clId="{F58CB589-EA88-41E9-89B9-70387DC4BAF4}" dt="2021-04-20T09:30:00.576" v="722" actId="700"/>
          <ac:spMkLst>
            <pc:docMk/>
            <pc:sldMk cId="0" sldId="943"/>
            <ac:spMk id="50178" creationId="{D383D92C-C777-4827-992D-4F9282E9B362}"/>
          </ac:spMkLst>
        </pc:spChg>
        <pc:spChg chg="mod ord">
          <ac:chgData name="欣捷" userId="b965477fa0aef5e6" providerId="LiveId" clId="{F58CB589-EA88-41E9-89B9-70387DC4BAF4}" dt="2021-04-20T09:30:00.576" v="722" actId="700"/>
          <ac:spMkLst>
            <pc:docMk/>
            <pc:sldMk cId="0" sldId="943"/>
            <ac:spMk id="50179" creationId="{A4BD0771-387D-400F-A005-D4BFAC5841D5}"/>
          </ac:spMkLst>
        </pc:spChg>
        <pc:graphicFrameChg chg="add mod">
          <ac:chgData name="欣捷" userId="b965477fa0aef5e6" providerId="LiveId" clId="{F58CB589-EA88-41E9-89B9-70387DC4BAF4}" dt="2021-04-20T09:30:03.602" v="724" actId="1076"/>
          <ac:graphicFrameMkLst>
            <pc:docMk/>
            <pc:sldMk cId="0" sldId="943"/>
            <ac:graphicFrameMk id="7" creationId="{A8A8AEE3-CEB3-490D-9CC9-C72C6AE21AC8}"/>
          </ac:graphicFrameMkLst>
        </pc:graphicFrameChg>
        <pc:graphicFrameChg chg="del">
          <ac:chgData name="欣捷" userId="b965477fa0aef5e6" providerId="LiveId" clId="{F58CB589-EA88-41E9-89B9-70387DC4BAF4}" dt="2021-04-20T09:29:59.393" v="721" actId="21"/>
          <ac:graphicFrameMkLst>
            <pc:docMk/>
            <pc:sldMk cId="0" sldId="943"/>
            <ac:graphicFrameMk id="791556" creationId="{9AFDDFA7-C22A-405B-8C64-76DE7A009C22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13.214" v="728" actId="1076"/>
        <pc:sldMkLst>
          <pc:docMk/>
          <pc:sldMk cId="0" sldId="945"/>
        </pc:sldMkLst>
        <pc:spChg chg="add del mod ord">
          <ac:chgData name="欣捷" userId="b965477fa0aef5e6" providerId="LiveId" clId="{F58CB589-EA88-41E9-89B9-70387DC4BAF4}" dt="2021-04-20T09:30:10.552" v="726" actId="700"/>
          <ac:spMkLst>
            <pc:docMk/>
            <pc:sldMk cId="0" sldId="945"/>
            <ac:spMk id="3" creationId="{8420A0BF-25FF-40B7-9D30-E7F831AB89A7}"/>
          </ac:spMkLst>
        </pc:spChg>
        <pc:spChg chg="mod ord">
          <ac:chgData name="欣捷" userId="b965477fa0aef5e6" providerId="LiveId" clId="{F58CB589-EA88-41E9-89B9-70387DC4BAF4}" dt="2021-04-20T09:30:10.552" v="726" actId="700"/>
          <ac:spMkLst>
            <pc:docMk/>
            <pc:sldMk cId="0" sldId="945"/>
            <ac:spMk id="53250" creationId="{59778E7C-4F4C-4E60-89E0-C009491D7BB9}"/>
          </ac:spMkLst>
        </pc:spChg>
        <pc:spChg chg="mod ord">
          <ac:chgData name="欣捷" userId="b965477fa0aef5e6" providerId="LiveId" clId="{F58CB589-EA88-41E9-89B9-70387DC4BAF4}" dt="2021-04-20T09:30:10.552" v="726" actId="700"/>
          <ac:spMkLst>
            <pc:docMk/>
            <pc:sldMk cId="0" sldId="945"/>
            <ac:spMk id="53251" creationId="{FFC2FB96-DD5B-4096-9FCE-8B96CEADFCFD}"/>
          </ac:spMkLst>
        </pc:spChg>
        <pc:graphicFrameChg chg="add mod">
          <ac:chgData name="欣捷" userId="b965477fa0aef5e6" providerId="LiveId" clId="{F58CB589-EA88-41E9-89B9-70387DC4BAF4}" dt="2021-04-20T09:30:13.214" v="728" actId="1076"/>
          <ac:graphicFrameMkLst>
            <pc:docMk/>
            <pc:sldMk cId="0" sldId="945"/>
            <ac:graphicFrameMk id="7" creationId="{2A633B6D-9821-46AD-8075-675DAF84B3AB}"/>
          </ac:graphicFrameMkLst>
        </pc:graphicFrameChg>
        <pc:graphicFrameChg chg="del">
          <ac:chgData name="欣捷" userId="b965477fa0aef5e6" providerId="LiveId" clId="{F58CB589-EA88-41E9-89B9-70387DC4BAF4}" dt="2021-04-20T09:30:09.251" v="725" actId="21"/>
          <ac:graphicFrameMkLst>
            <pc:docMk/>
            <pc:sldMk cId="0" sldId="945"/>
            <ac:graphicFrameMk id="793604" creationId="{272B1C09-3416-479E-BDEF-51FC1EC0851D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22.742" v="732" actId="1076"/>
        <pc:sldMkLst>
          <pc:docMk/>
          <pc:sldMk cId="0" sldId="946"/>
        </pc:sldMkLst>
        <pc:spChg chg="add del mod ord">
          <ac:chgData name="欣捷" userId="b965477fa0aef5e6" providerId="LiveId" clId="{F58CB589-EA88-41E9-89B9-70387DC4BAF4}" dt="2021-04-20T09:30:17.721" v="730" actId="700"/>
          <ac:spMkLst>
            <pc:docMk/>
            <pc:sldMk cId="0" sldId="946"/>
            <ac:spMk id="3" creationId="{8BB8D787-5264-4BBF-B713-79C7285D17BB}"/>
          </ac:spMkLst>
        </pc:spChg>
        <pc:spChg chg="mod ord">
          <ac:chgData name="欣捷" userId="b965477fa0aef5e6" providerId="LiveId" clId="{F58CB589-EA88-41E9-89B9-70387DC4BAF4}" dt="2021-04-20T09:30:17.721" v="730" actId="700"/>
          <ac:spMkLst>
            <pc:docMk/>
            <pc:sldMk cId="0" sldId="946"/>
            <ac:spMk id="54274" creationId="{4620D432-3B1F-4527-A912-CBE4FFB1A46E}"/>
          </ac:spMkLst>
        </pc:spChg>
        <pc:spChg chg="mod ord">
          <ac:chgData name="欣捷" userId="b965477fa0aef5e6" providerId="LiveId" clId="{F58CB589-EA88-41E9-89B9-70387DC4BAF4}" dt="2021-04-20T09:30:17.721" v="730" actId="700"/>
          <ac:spMkLst>
            <pc:docMk/>
            <pc:sldMk cId="0" sldId="946"/>
            <ac:spMk id="54275" creationId="{25FEA818-AB3C-4193-ABC4-9B445518C07C}"/>
          </ac:spMkLst>
        </pc:spChg>
        <pc:graphicFrameChg chg="add mod">
          <ac:chgData name="欣捷" userId="b965477fa0aef5e6" providerId="LiveId" clId="{F58CB589-EA88-41E9-89B9-70387DC4BAF4}" dt="2021-04-20T09:30:22.742" v="732" actId="1076"/>
          <ac:graphicFrameMkLst>
            <pc:docMk/>
            <pc:sldMk cId="0" sldId="946"/>
            <ac:graphicFrameMk id="7" creationId="{2EB0B3C3-306C-4653-B20C-3AF90F693C82}"/>
          </ac:graphicFrameMkLst>
        </pc:graphicFrameChg>
        <pc:graphicFrameChg chg="del">
          <ac:chgData name="欣捷" userId="b965477fa0aef5e6" providerId="LiveId" clId="{F58CB589-EA88-41E9-89B9-70387DC4BAF4}" dt="2021-04-20T09:30:16.249" v="729" actId="21"/>
          <ac:graphicFrameMkLst>
            <pc:docMk/>
            <pc:sldMk cId="0" sldId="946"/>
            <ac:graphicFrameMk id="794628" creationId="{23ADA645-C1F1-40FA-9F8A-B11FD4CC26F4}"/>
          </ac:graphicFrameMkLst>
        </pc:graphicFrameChg>
      </pc:sldChg>
      <pc:sldChg chg="addSp delSp modSp mod modClrScheme chgLayout">
        <pc:chgData name="欣捷" userId="b965477fa0aef5e6" providerId="LiveId" clId="{F58CB589-EA88-41E9-89B9-70387DC4BAF4}" dt="2021-04-20T09:30:35.228" v="736" actId="1076"/>
        <pc:sldMkLst>
          <pc:docMk/>
          <pc:sldMk cId="0" sldId="947"/>
        </pc:sldMkLst>
        <pc:spChg chg="add del mod ord">
          <ac:chgData name="欣捷" userId="b965477fa0aef5e6" providerId="LiveId" clId="{F58CB589-EA88-41E9-89B9-70387DC4BAF4}" dt="2021-04-20T09:30:32.418" v="734" actId="700"/>
          <ac:spMkLst>
            <pc:docMk/>
            <pc:sldMk cId="0" sldId="947"/>
            <ac:spMk id="3" creationId="{75620B76-8B6B-4433-AC9D-F01FFEFB699A}"/>
          </ac:spMkLst>
        </pc:spChg>
        <pc:spChg chg="mod ord">
          <ac:chgData name="欣捷" userId="b965477fa0aef5e6" providerId="LiveId" clId="{F58CB589-EA88-41E9-89B9-70387DC4BAF4}" dt="2021-04-20T09:30:32.418" v="734" actId="700"/>
          <ac:spMkLst>
            <pc:docMk/>
            <pc:sldMk cId="0" sldId="947"/>
            <ac:spMk id="55298" creationId="{25B84DBE-FDAC-469B-966E-1B55B67026EF}"/>
          </ac:spMkLst>
        </pc:spChg>
        <pc:spChg chg="mod ord">
          <ac:chgData name="欣捷" userId="b965477fa0aef5e6" providerId="LiveId" clId="{F58CB589-EA88-41E9-89B9-70387DC4BAF4}" dt="2021-04-20T09:30:32.418" v="734" actId="700"/>
          <ac:spMkLst>
            <pc:docMk/>
            <pc:sldMk cId="0" sldId="947"/>
            <ac:spMk id="55299" creationId="{6EB99E4A-5F8F-4592-9A68-D4D6AD804C71}"/>
          </ac:spMkLst>
        </pc:spChg>
        <pc:graphicFrameChg chg="add mod">
          <ac:chgData name="欣捷" userId="b965477fa0aef5e6" providerId="LiveId" clId="{F58CB589-EA88-41E9-89B9-70387DC4BAF4}" dt="2021-04-20T09:30:35.228" v="736" actId="1076"/>
          <ac:graphicFrameMkLst>
            <pc:docMk/>
            <pc:sldMk cId="0" sldId="947"/>
            <ac:graphicFrameMk id="7" creationId="{17F33DB7-41D1-4A76-BFF0-C925AE89057E}"/>
          </ac:graphicFrameMkLst>
        </pc:graphicFrameChg>
        <pc:graphicFrameChg chg="del">
          <ac:chgData name="欣捷" userId="b965477fa0aef5e6" providerId="LiveId" clId="{F58CB589-EA88-41E9-89B9-70387DC4BAF4}" dt="2021-04-20T09:30:30.723" v="733" actId="21"/>
          <ac:graphicFrameMkLst>
            <pc:docMk/>
            <pc:sldMk cId="0" sldId="947"/>
            <ac:graphicFrameMk id="795652" creationId="{2F90C4A7-1488-44D5-8AFC-71ED16E1862C}"/>
          </ac:graphicFrameMkLst>
        </pc:graphicFrameChg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48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49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0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1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2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3"/>
        </pc:sldMkLst>
      </pc:sldChg>
      <pc:sldChg chg="del">
        <pc:chgData name="欣捷" userId="b965477fa0aef5e6" providerId="LiveId" clId="{F58CB589-EA88-41E9-89B9-70387DC4BAF4}" dt="2021-04-20T09:30:56.176" v="737" actId="47"/>
        <pc:sldMkLst>
          <pc:docMk/>
          <pc:sldMk cId="0" sldId="954"/>
        </pc:sldMkLst>
      </pc:sldChg>
      <pc:sldChg chg="addSp delSp modSp mod modClrScheme chgLayout">
        <pc:chgData name="欣捷" userId="b965477fa0aef5e6" providerId="LiveId" clId="{F58CB589-EA88-41E9-89B9-70387DC4BAF4}" dt="2021-04-20T09:31:46.207" v="757" actId="6549"/>
        <pc:sldMkLst>
          <pc:docMk/>
          <pc:sldMk cId="0" sldId="955"/>
        </pc:sldMkLst>
        <pc:spChg chg="add del mod ord">
          <ac:chgData name="欣捷" userId="b965477fa0aef5e6" providerId="LiveId" clId="{F58CB589-EA88-41E9-89B9-70387DC4BAF4}" dt="2021-04-20T09:31:02.202" v="739" actId="700"/>
          <ac:spMkLst>
            <pc:docMk/>
            <pc:sldMk cId="0" sldId="955"/>
            <ac:spMk id="3" creationId="{DF735691-810C-46E7-8B9E-62C113A8B782}"/>
          </ac:spMkLst>
        </pc:spChg>
        <pc:spChg chg="mod ord">
          <ac:chgData name="欣捷" userId="b965477fa0aef5e6" providerId="LiveId" clId="{F58CB589-EA88-41E9-89B9-70387DC4BAF4}" dt="2021-04-20T09:31:02.202" v="739" actId="700"/>
          <ac:spMkLst>
            <pc:docMk/>
            <pc:sldMk cId="0" sldId="955"/>
            <ac:spMk id="63490" creationId="{73F3C5B2-5674-4BD2-8922-57FA82D03FFB}"/>
          </ac:spMkLst>
        </pc:spChg>
        <pc:spChg chg="mod ord">
          <ac:chgData name="欣捷" userId="b965477fa0aef5e6" providerId="LiveId" clId="{F58CB589-EA88-41E9-89B9-70387DC4BAF4}" dt="2021-04-20T09:31:02.202" v="739" actId="700"/>
          <ac:spMkLst>
            <pc:docMk/>
            <pc:sldMk cId="0" sldId="955"/>
            <ac:spMk id="63491" creationId="{AC915B67-164F-45F3-A0E7-AE3A08BA38E2}"/>
          </ac:spMkLst>
        </pc:spChg>
        <pc:graphicFrameChg chg="add mod modGraphic">
          <ac:chgData name="欣捷" userId="b965477fa0aef5e6" providerId="LiveId" clId="{F58CB589-EA88-41E9-89B9-70387DC4BAF4}" dt="2021-04-20T09:31:46.207" v="757" actId="6549"/>
          <ac:graphicFrameMkLst>
            <pc:docMk/>
            <pc:sldMk cId="0" sldId="955"/>
            <ac:graphicFrameMk id="7" creationId="{B82C7706-5A88-4F4C-BC2E-D88A3AE12F8A}"/>
          </ac:graphicFrameMkLst>
        </pc:graphicFrameChg>
        <pc:graphicFrameChg chg="del">
          <ac:chgData name="欣捷" userId="b965477fa0aef5e6" providerId="LiveId" clId="{F58CB589-EA88-41E9-89B9-70387DC4BAF4}" dt="2021-04-20T09:31:00.789" v="738" actId="21"/>
          <ac:graphicFrameMkLst>
            <pc:docMk/>
            <pc:sldMk cId="0" sldId="955"/>
            <ac:graphicFrameMk id="803844" creationId="{F9333E99-727B-459D-A553-525A32779C29}"/>
          </ac:graphicFrameMkLst>
        </pc:graphicFrameChg>
      </pc:sldChg>
      <pc:sldChg chg="modSp mod chgLayout">
        <pc:chgData name="欣捷" userId="b965477fa0aef5e6" providerId="LiveId" clId="{F58CB589-EA88-41E9-89B9-70387DC4BAF4}" dt="2021-04-20T08:23:39.727" v="28" actId="700"/>
        <pc:sldMkLst>
          <pc:docMk/>
          <pc:sldMk cId="0" sldId="962"/>
        </pc:sldMkLst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2"/>
            <ac:spMk id="30722" creationId="{E2B84779-F6AC-4BAD-A1E5-A758C1532E65}"/>
          </ac:spMkLst>
        </pc:spChg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2"/>
            <ac:spMk id="30723" creationId="{A6CADA6A-23BE-40F6-B6A2-A7A29A15497B}"/>
          </ac:spMkLst>
        </pc:spChg>
      </pc:sldChg>
      <pc:sldChg chg="modSp mod chgLayout">
        <pc:chgData name="欣捷" userId="b965477fa0aef5e6" providerId="LiveId" clId="{F58CB589-EA88-41E9-89B9-70387DC4BAF4}" dt="2021-04-20T08:23:39.727" v="28" actId="700"/>
        <pc:sldMkLst>
          <pc:docMk/>
          <pc:sldMk cId="0" sldId="963"/>
        </pc:sldMkLst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3"/>
            <ac:spMk id="31746" creationId="{124B4B88-D016-420E-A0F4-ED84D8000364}"/>
          </ac:spMkLst>
        </pc:spChg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963"/>
            <ac:spMk id="31747" creationId="{D641EE41-EDEE-42E2-B72A-0275BB543719}"/>
          </ac:spMkLst>
        </pc:spChg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64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4"/>
            <ac:spMk id="37890" creationId="{05CEC941-958E-40EE-B4EF-BD325EC46649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4"/>
            <ac:spMk id="37891" creationId="{398D5208-1286-453D-BC42-8987F29FFBD0}"/>
          </ac:spMkLst>
        </pc:spChg>
      </pc:sldChg>
      <pc:sldChg chg="modSp mod chgLayout">
        <pc:chgData name="欣捷" userId="b965477fa0aef5e6" providerId="LiveId" clId="{F58CB589-EA88-41E9-89B9-70387DC4BAF4}" dt="2021-04-20T08:23:47.487" v="29" actId="700"/>
        <pc:sldMkLst>
          <pc:docMk/>
          <pc:sldMk cId="0" sldId="965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5"/>
            <ac:spMk id="38914" creationId="{447A88AA-460F-464F-9C09-EFA6AC77A9E0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965"/>
            <ac:spMk id="38915" creationId="{86D25DEB-039B-4BDD-8AA2-EF47EB95F257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6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6"/>
            <ac:spMk id="41986" creationId="{F5F9C82B-361D-4D6C-BD2D-61E9E7717923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6"/>
            <ac:spMk id="41987" creationId="{2A862D9B-D8AD-495A-A8BB-4827958891A3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7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7"/>
            <ac:spMk id="43010" creationId="{52C2C5BC-E0F8-4237-804F-654F8B1DBD12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7"/>
            <ac:spMk id="43011" creationId="{46430E7B-3E49-4932-8907-1BF8C26773E7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8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8"/>
            <ac:spMk id="46082" creationId="{AA8E1E26-70C5-4320-BE4E-87D8D22925A0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8"/>
            <ac:spMk id="46083" creationId="{13AEAEF1-0CBC-4977-B889-9C2F076FC788}"/>
          </ac:spMkLst>
        </pc:spChg>
      </pc:sldChg>
      <pc:sldChg chg="modSp mod chgLayout">
        <pc:chgData name="欣捷" userId="b965477fa0aef5e6" providerId="LiveId" clId="{F58CB589-EA88-41E9-89B9-70387DC4BAF4}" dt="2021-04-20T08:23:54.789" v="30" actId="700"/>
        <pc:sldMkLst>
          <pc:docMk/>
          <pc:sldMk cId="0" sldId="969"/>
        </pc:sldMkLst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9"/>
            <ac:spMk id="47106" creationId="{A9E0D8F6-BB3B-43DC-8FA7-E1E04586C15D}"/>
          </ac:spMkLst>
        </pc:spChg>
        <pc:spChg chg="mod ord">
          <ac:chgData name="欣捷" userId="b965477fa0aef5e6" providerId="LiveId" clId="{F58CB589-EA88-41E9-89B9-70387DC4BAF4}" dt="2021-04-20T08:23:54.789" v="30" actId="700"/>
          <ac:spMkLst>
            <pc:docMk/>
            <pc:sldMk cId="0" sldId="969"/>
            <ac:spMk id="47107" creationId="{9E7A8AAA-1411-443A-AF44-0F6798EBCDD3}"/>
          </ac:spMkLst>
        </pc:spChg>
      </pc:sldChg>
      <pc:sldChg chg="modSp mod">
        <pc:chgData name="欣捷" userId="b965477fa0aef5e6" providerId="LiveId" clId="{F58CB589-EA88-41E9-89B9-70387DC4BAF4}" dt="2021-04-20T08:19:15.765" v="4" actId="403"/>
        <pc:sldMkLst>
          <pc:docMk/>
          <pc:sldMk cId="0" sldId="1029"/>
        </pc:sldMkLst>
        <pc:spChg chg="mod">
          <ac:chgData name="欣捷" userId="b965477fa0aef5e6" providerId="LiveId" clId="{F58CB589-EA88-41E9-89B9-70387DC4BAF4}" dt="2021-04-20T08:19:15.765" v="4" actId="403"/>
          <ac:spMkLst>
            <pc:docMk/>
            <pc:sldMk cId="0" sldId="1029"/>
            <ac:spMk id="6147" creationId="{625FC01B-17AB-4DAE-85D1-28316DB3B53C}"/>
          </ac:spMkLst>
        </pc:spChg>
      </pc:sldChg>
      <pc:sldChg chg="modSp mod">
        <pc:chgData name="欣捷" userId="b965477fa0aef5e6" providerId="LiveId" clId="{F58CB589-EA88-41E9-89B9-70387DC4BAF4}" dt="2021-04-20T08:19:27.321" v="5" actId="403"/>
        <pc:sldMkLst>
          <pc:docMk/>
          <pc:sldMk cId="0" sldId="1030"/>
        </pc:sldMkLst>
        <pc:spChg chg="mod">
          <ac:chgData name="欣捷" userId="b965477fa0aef5e6" providerId="LiveId" clId="{F58CB589-EA88-41E9-89B9-70387DC4BAF4}" dt="2021-04-20T08:19:27.321" v="5" actId="403"/>
          <ac:spMkLst>
            <pc:docMk/>
            <pc:sldMk cId="0" sldId="1030"/>
            <ac:spMk id="7171" creationId="{E605C392-3062-4E19-ABFB-43880A0217A2}"/>
          </ac:spMkLst>
        </pc:spChg>
      </pc:sldChg>
      <pc:sldChg chg="modSp mod">
        <pc:chgData name="欣捷" userId="b965477fa0aef5e6" providerId="LiveId" clId="{F58CB589-EA88-41E9-89B9-70387DC4BAF4}" dt="2021-04-20T08:24:15.236" v="34" actId="207"/>
        <pc:sldMkLst>
          <pc:docMk/>
          <pc:sldMk cId="0" sldId="1037"/>
        </pc:sldMkLst>
        <pc:spChg chg="mod">
          <ac:chgData name="欣捷" userId="b965477fa0aef5e6" providerId="LiveId" clId="{F58CB589-EA88-41E9-89B9-70387DC4BAF4}" dt="2021-04-20T08:24:15.236" v="34" actId="207"/>
          <ac:spMkLst>
            <pc:docMk/>
            <pc:sldMk cId="0" sldId="1037"/>
            <ac:spMk id="69635" creationId="{D90D0F4D-69E7-4E26-B164-3DA3AE13909B}"/>
          </ac:spMkLst>
        </pc:spChg>
      </pc:sldChg>
      <pc:sldChg chg="del">
        <pc:chgData name="欣捷" userId="b965477fa0aef5e6" providerId="LiveId" clId="{F58CB589-EA88-41E9-89B9-70387DC4BAF4}" dt="2021-04-20T09:32:41.428" v="761" actId="47"/>
        <pc:sldMkLst>
          <pc:docMk/>
          <pc:sldMk cId="0" sldId="1058"/>
        </pc:sldMkLst>
      </pc:sldChg>
      <pc:sldChg chg="modSp mod ord chgLayout">
        <pc:chgData name="欣捷" userId="b965477fa0aef5e6" providerId="LiveId" clId="{F58CB589-EA88-41E9-89B9-70387DC4BAF4}" dt="2021-04-20T09:12:15.268" v="475"/>
        <pc:sldMkLst>
          <pc:docMk/>
          <pc:sldMk cId="0" sldId="1080"/>
        </pc:sldMkLst>
        <pc:spChg chg="mod ord">
          <ac:chgData name="欣捷" userId="b965477fa0aef5e6" providerId="LiveId" clId="{F58CB589-EA88-41E9-89B9-70387DC4BAF4}" dt="2021-04-20T08:22:41.465" v="24" actId="700"/>
          <ac:spMkLst>
            <pc:docMk/>
            <pc:sldMk cId="0" sldId="1080"/>
            <ac:spMk id="15362" creationId="{4FFDB618-2ECF-4195-87DA-C33B9711CF22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68" creationId="{0AF61221-0C2D-42BC-96D9-BFE579CB64AB}"/>
          </ac:spMkLst>
        </pc:spChg>
        <pc:spChg chg="mod">
          <ac:chgData name="欣捷" userId="b965477fa0aef5e6" providerId="LiveId" clId="{F58CB589-EA88-41E9-89B9-70387DC4BAF4}" dt="2021-04-20T08:41:27.700" v="273" actId="207"/>
          <ac:spMkLst>
            <pc:docMk/>
            <pc:sldMk cId="0" sldId="1080"/>
            <ac:spMk id="15369" creationId="{DD45ABAE-774D-4ED5-9BFD-8DEDB21E1E48}"/>
          </ac:spMkLst>
        </pc:spChg>
        <pc:spChg chg="mod">
          <ac:chgData name="欣捷" userId="b965477fa0aef5e6" providerId="LiveId" clId="{F58CB589-EA88-41E9-89B9-70387DC4BAF4}" dt="2021-04-20T08:41:29.977" v="274" actId="207"/>
          <ac:spMkLst>
            <pc:docMk/>
            <pc:sldMk cId="0" sldId="1080"/>
            <ac:spMk id="15370" creationId="{5B4EB4C5-A268-4C4B-9908-45B5C60BBE77}"/>
          </ac:spMkLst>
        </pc:spChg>
        <pc:spChg chg="mod">
          <ac:chgData name="欣捷" userId="b965477fa0aef5e6" providerId="LiveId" clId="{F58CB589-EA88-41E9-89B9-70387DC4BAF4}" dt="2021-04-20T08:41:37.295" v="275" actId="208"/>
          <ac:spMkLst>
            <pc:docMk/>
            <pc:sldMk cId="0" sldId="1080"/>
            <ac:spMk id="15371" creationId="{5600B766-DAE7-4380-B17D-7C7536C9B669}"/>
          </ac:spMkLst>
        </pc:spChg>
        <pc:spChg chg="mod">
          <ac:chgData name="欣捷" userId="b965477fa0aef5e6" providerId="LiveId" clId="{F58CB589-EA88-41E9-89B9-70387DC4BAF4}" dt="2021-04-20T08:41:20.744" v="272" actId="113"/>
          <ac:spMkLst>
            <pc:docMk/>
            <pc:sldMk cId="0" sldId="1080"/>
            <ac:spMk id="15372" creationId="{C5F46AD6-9189-4BEE-BB0D-9BCE63F0A059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3" creationId="{16339D6B-A0F7-4C78-9A5F-DCE4ABD11D61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4" creationId="{C1409AB2-FD0D-419E-BD9B-52B375A2176C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5" creationId="{CCE9D793-8099-4993-AAEB-7A974E36944B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6" creationId="{DA6FE308-968D-4F01-8C84-DC59F886606D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7" creationId="{7B182DB1-6DA3-48A1-B79E-EBFC6E58F2E3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8" creationId="{762D761A-4074-4DC1-8CB0-B0984F9DED26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79" creationId="{81E8AD07-17D8-4E07-9FA4-927DD498FF5E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0" creationId="{40039F24-61D3-4732-80B0-6E6094CCD188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1" creationId="{BF140C31-8C19-4A9C-B18A-84A02B02D6BF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2" creationId="{8E6EFF30-7AFC-42AA-BC5D-7DDD4502BA56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3" creationId="{06E19790-0CB0-4C96-AFB2-C7FDED9EB84E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4" creationId="{4969B3A9-2A2C-4DC1-B4E1-C53B0A59CC53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5" creationId="{F7568C70-57DD-432E-BE6C-FF64367688F0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6" creationId="{ADB1EA02-AD40-43E0-B3A3-8F0863701C7A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7" creationId="{D1985793-788F-4277-9FDD-B681BFAF08B2}"/>
          </ac:spMkLst>
        </pc:spChg>
        <pc:spChg chg="mod">
          <ac:chgData name="欣捷" userId="b965477fa0aef5e6" providerId="LiveId" clId="{F58CB589-EA88-41E9-89B9-70387DC4BAF4}" dt="2021-04-20T08:22:47.514" v="25" actId="1076"/>
          <ac:spMkLst>
            <pc:docMk/>
            <pc:sldMk cId="0" sldId="1080"/>
            <ac:spMk id="15388" creationId="{F43F0105-0974-4050-94EF-FDCC8DE9C2BF}"/>
          </ac:spMkLst>
        </pc:spChg>
        <pc:spChg chg="mod ord">
          <ac:chgData name="欣捷" userId="b965477fa0aef5e6" providerId="LiveId" clId="{F58CB589-EA88-41E9-89B9-70387DC4BAF4}" dt="2021-04-20T08:22:41.465" v="24" actId="700"/>
          <ac:spMkLst>
            <pc:docMk/>
            <pc:sldMk cId="0" sldId="1080"/>
            <ac:spMk id="108547" creationId="{9984395E-34CA-4FDB-9FC5-4117962099B3}"/>
          </ac:spMkLst>
        </pc:spChg>
        <pc:grpChg chg="mod">
          <ac:chgData name="欣捷" userId="b965477fa0aef5e6" providerId="LiveId" clId="{F58CB589-EA88-41E9-89B9-70387DC4BAF4}" dt="2021-04-20T08:41:15.709" v="271" actId="113"/>
          <ac:grpSpMkLst>
            <pc:docMk/>
            <pc:sldMk cId="0" sldId="1080"/>
            <ac:grpSpMk id="15364" creationId="{859C4A9B-2DB6-44E3-8B8A-C9739E668715}"/>
          </ac:grpSpMkLst>
        </pc:grpChg>
        <pc:grpChg chg="mod">
          <ac:chgData name="欣捷" userId="b965477fa0aef5e6" providerId="LiveId" clId="{F58CB589-EA88-41E9-89B9-70387DC4BAF4}" dt="2021-04-20T08:22:47.514" v="25" actId="1076"/>
          <ac:grpSpMkLst>
            <pc:docMk/>
            <pc:sldMk cId="0" sldId="1080"/>
            <ac:grpSpMk id="15367" creationId="{AA2912E9-31CB-4AA0-AE74-CDF6326F08CE}"/>
          </ac:grpSpMkLst>
        </pc:grpChg>
        <pc:graphicFrameChg chg="mod">
          <ac:chgData name="欣捷" userId="b965477fa0aef5e6" providerId="LiveId" clId="{F58CB589-EA88-41E9-89B9-70387DC4BAF4}" dt="2021-04-20T08:22:47.514" v="25" actId="1076"/>
          <ac:graphicFrameMkLst>
            <pc:docMk/>
            <pc:sldMk cId="0" sldId="1080"/>
            <ac:graphicFrameMk id="15365" creationId="{B7F49CDA-EB1D-4F6E-8559-CA84B5FFB9DD}"/>
          </ac:graphicFrameMkLst>
        </pc:graphicFrameChg>
        <pc:graphicFrameChg chg="mod">
          <ac:chgData name="欣捷" userId="b965477fa0aef5e6" providerId="LiveId" clId="{F58CB589-EA88-41E9-89B9-70387DC4BAF4}" dt="2021-04-20T08:22:47.514" v="25" actId="1076"/>
          <ac:graphicFrameMkLst>
            <pc:docMk/>
            <pc:sldMk cId="0" sldId="1080"/>
            <ac:graphicFrameMk id="15366" creationId="{9F71241D-D3D1-44FE-A46A-480124D14AD6}"/>
          </ac:graphicFrameMkLst>
        </pc:graphicFrameChg>
      </pc:sldChg>
      <pc:sldChg chg="modSp mod ord chgLayout">
        <pc:chgData name="欣捷" userId="b965477fa0aef5e6" providerId="LiveId" clId="{F58CB589-EA88-41E9-89B9-70387DC4BAF4}" dt="2021-04-20T09:15:43.505" v="571" actId="113"/>
        <pc:sldMkLst>
          <pc:docMk/>
          <pc:sldMk cId="0" sldId="1081"/>
        </pc:sldMkLst>
        <pc:spChg chg="mod ord">
          <ac:chgData name="欣捷" userId="b965477fa0aef5e6" providerId="LiveId" clId="{F58CB589-EA88-41E9-89B9-70387DC4BAF4}" dt="2021-04-20T08:22:56.118" v="26" actId="700"/>
          <ac:spMkLst>
            <pc:docMk/>
            <pc:sldMk cId="0" sldId="1081"/>
            <ac:spMk id="16386" creationId="{DC76ACF5-1CBB-4E90-B010-F6D3DF9FB7ED}"/>
          </ac:spMkLst>
        </pc:spChg>
        <pc:spChg chg="mod ord">
          <ac:chgData name="欣捷" userId="b965477fa0aef5e6" providerId="LiveId" clId="{F58CB589-EA88-41E9-89B9-70387DC4BAF4}" dt="2021-04-20T09:15:43.505" v="571" actId="113"/>
          <ac:spMkLst>
            <pc:docMk/>
            <pc:sldMk cId="0" sldId="1081"/>
            <ac:spMk id="16387" creationId="{760C73B3-898C-42C8-891D-84B70F18D76B}"/>
          </ac:spMkLst>
        </pc:spChg>
      </pc:sldChg>
      <pc:sldChg chg="modSp mod chgLayout">
        <pc:chgData name="欣捷" userId="b965477fa0aef5e6" providerId="LiveId" clId="{F58CB589-EA88-41E9-89B9-70387DC4BAF4}" dt="2021-04-20T09:27:46.211" v="695" actId="403"/>
        <pc:sldMkLst>
          <pc:docMk/>
          <pc:sldMk cId="0" sldId="1082"/>
        </pc:sldMkLst>
        <pc:spChg chg="mod ord">
          <ac:chgData name="欣捷" userId="b965477fa0aef5e6" providerId="LiveId" clId="{F58CB589-EA88-41E9-89B9-70387DC4BAF4}" dt="2021-04-20T08:23:32.627" v="27" actId="700"/>
          <ac:spMkLst>
            <pc:docMk/>
            <pc:sldMk cId="0" sldId="1082"/>
            <ac:spMk id="28674" creationId="{5E9222B7-97C2-4FB5-8E52-C7FEDA8DA209}"/>
          </ac:spMkLst>
        </pc:spChg>
        <pc:spChg chg="mod ord">
          <ac:chgData name="欣捷" userId="b965477fa0aef5e6" providerId="LiveId" clId="{F58CB589-EA88-41E9-89B9-70387DC4BAF4}" dt="2021-04-20T09:27:46.211" v="695" actId="403"/>
          <ac:spMkLst>
            <pc:docMk/>
            <pc:sldMk cId="0" sldId="1082"/>
            <ac:spMk id="28675" creationId="{E976D685-D6C3-4D4C-91DE-96DA60F76F25}"/>
          </ac:spMkLst>
        </pc:spChg>
      </pc:sldChg>
      <pc:sldChg chg="modSp mod chgLayout">
        <pc:chgData name="欣捷" userId="b965477fa0aef5e6" providerId="LiveId" clId="{F58CB589-EA88-41E9-89B9-70387DC4BAF4}" dt="2021-04-20T09:27:57.886" v="697" actId="207"/>
        <pc:sldMkLst>
          <pc:docMk/>
          <pc:sldMk cId="0" sldId="1083"/>
        </pc:sldMkLst>
        <pc:spChg chg="mod ord">
          <ac:chgData name="欣捷" userId="b965477fa0aef5e6" providerId="LiveId" clId="{F58CB589-EA88-41E9-89B9-70387DC4BAF4}" dt="2021-04-20T08:23:39.727" v="28" actId="700"/>
          <ac:spMkLst>
            <pc:docMk/>
            <pc:sldMk cId="0" sldId="1083"/>
            <ac:spMk id="29698" creationId="{370B385F-9D81-4EFE-8FDA-1A06D5E9F2DF}"/>
          </ac:spMkLst>
        </pc:spChg>
        <pc:spChg chg="mod ord">
          <ac:chgData name="欣捷" userId="b965477fa0aef5e6" providerId="LiveId" clId="{F58CB589-EA88-41E9-89B9-70387DC4BAF4}" dt="2021-04-20T09:27:57.886" v="697" actId="207"/>
          <ac:spMkLst>
            <pc:docMk/>
            <pc:sldMk cId="0" sldId="1083"/>
            <ac:spMk id="29699" creationId="{36C3F7DC-D47E-475A-BC4A-4753EA6046F3}"/>
          </ac:spMkLst>
        </pc:spChg>
      </pc:sldChg>
      <pc:sldChg chg="del">
        <pc:chgData name="欣捷" userId="b965477fa0aef5e6" providerId="LiveId" clId="{F58CB589-EA88-41E9-89B9-70387DC4BAF4}" dt="2021-04-20T08:21:42.117" v="22" actId="47"/>
        <pc:sldMkLst>
          <pc:docMk/>
          <pc:sldMk cId="0" sldId="1084"/>
        </pc:sldMkLst>
      </pc:sldChg>
      <pc:sldChg chg="modSp mod chgLayout">
        <pc:chgData name="欣捷" userId="b965477fa0aef5e6" providerId="LiveId" clId="{F58CB589-EA88-41E9-89B9-70387DC4BAF4}" dt="2021-04-20T08:24:31.308" v="36" actId="700"/>
        <pc:sldMkLst>
          <pc:docMk/>
          <pc:sldMk cId="0" sldId="1090"/>
        </pc:sldMkLst>
        <pc:spChg chg="mod ord">
          <ac:chgData name="欣捷" userId="b965477fa0aef5e6" providerId="LiveId" clId="{F58CB589-EA88-41E9-89B9-70387DC4BAF4}" dt="2021-04-20T08:24:31.308" v="36" actId="700"/>
          <ac:spMkLst>
            <pc:docMk/>
            <pc:sldMk cId="0" sldId="1090"/>
            <ac:spMk id="72706" creationId="{D8B6B405-F101-4CA9-A251-6815C4615CDC}"/>
          </ac:spMkLst>
        </pc:spChg>
        <pc:spChg chg="mod ord">
          <ac:chgData name="欣捷" userId="b965477fa0aef5e6" providerId="LiveId" clId="{F58CB589-EA88-41E9-89B9-70387DC4BAF4}" dt="2021-04-20T08:24:31.308" v="36" actId="700"/>
          <ac:spMkLst>
            <pc:docMk/>
            <pc:sldMk cId="0" sldId="1090"/>
            <ac:spMk id="72707" creationId="{FEB2BB3A-81CC-4ABD-A121-E8ED803B6BA9}"/>
          </ac:spMkLst>
        </pc:spChg>
      </pc:sldChg>
      <pc:sldChg chg="modSp mod chgLayout">
        <pc:chgData name="欣捷" userId="b965477fa0aef5e6" providerId="LiveId" clId="{F58CB589-EA88-41E9-89B9-70387DC4BAF4}" dt="2021-04-20T09:32:19.053" v="758" actId="700"/>
        <pc:sldMkLst>
          <pc:docMk/>
          <pc:sldMk cId="0" sldId="1095"/>
        </pc:sldMkLst>
        <pc:spChg chg="mod ord">
          <ac:chgData name="欣捷" userId="b965477fa0aef5e6" providerId="LiveId" clId="{F58CB589-EA88-41E9-89B9-70387DC4BAF4}" dt="2021-04-20T09:32:19.053" v="758" actId="700"/>
          <ac:spMkLst>
            <pc:docMk/>
            <pc:sldMk cId="0" sldId="1095"/>
            <ac:spMk id="78850" creationId="{B96071DF-4A01-4081-8DD1-1F3C7BB8F426}"/>
          </ac:spMkLst>
        </pc:spChg>
        <pc:spChg chg="mod ord">
          <ac:chgData name="欣捷" userId="b965477fa0aef5e6" providerId="LiveId" clId="{F58CB589-EA88-41E9-89B9-70387DC4BAF4}" dt="2021-04-20T09:32:19.053" v="758" actId="700"/>
          <ac:spMkLst>
            <pc:docMk/>
            <pc:sldMk cId="0" sldId="1095"/>
            <ac:spMk id="78851" creationId="{AED1CE7F-080A-452A-B16A-65A42BCE1B43}"/>
          </ac:spMkLst>
        </pc:spChg>
      </pc:sldChg>
      <pc:sldChg chg="modSp mod chgLayout">
        <pc:chgData name="欣捷" userId="b965477fa0aef5e6" providerId="LiveId" clId="{F58CB589-EA88-41E9-89B9-70387DC4BAF4}" dt="2021-04-20T09:32:36.730" v="760" actId="1076"/>
        <pc:sldMkLst>
          <pc:docMk/>
          <pc:sldMk cId="0" sldId="1106"/>
        </pc:sldMkLst>
        <pc:spChg chg="mod ord">
          <ac:chgData name="欣捷" userId="b965477fa0aef5e6" providerId="LiveId" clId="{F58CB589-EA88-41E9-89B9-70387DC4BAF4}" dt="2021-04-20T09:32:30.684" v="759" actId="700"/>
          <ac:spMkLst>
            <pc:docMk/>
            <pc:sldMk cId="0" sldId="1106"/>
            <ac:spMk id="93186" creationId="{9DB5010B-BDF5-45ED-BDBE-193ACCA2DF0D}"/>
          </ac:spMkLst>
        </pc:spChg>
        <pc:spChg chg="mod ord">
          <ac:chgData name="欣捷" userId="b965477fa0aef5e6" providerId="LiveId" clId="{F58CB589-EA88-41E9-89B9-70387DC4BAF4}" dt="2021-04-20T09:32:30.684" v="759" actId="700"/>
          <ac:spMkLst>
            <pc:docMk/>
            <pc:sldMk cId="0" sldId="1106"/>
            <ac:spMk id="93187" creationId="{F5FD8CEB-F2C3-4D61-8ECB-F41F9C35CB6D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2" creationId="{2973C2F5-7F6D-4721-96AE-974A0786A0CF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3" creationId="{DF8257AD-22C9-4BCB-AA4E-3031F40C2574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4" creationId="{7AE60E2A-A239-4E44-8236-93D4D284BA75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5" creationId="{5A25825A-4D0E-47D2-B85B-91760455CCBA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6" creationId="{E656516D-83E1-4472-BA5D-94DB749576B8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7" creationId="{5265B920-EA37-4A99-B1A3-C410CB0C7177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8" creationId="{E216EB96-3D62-4533-9342-F5B54D2A120B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199" creationId="{7B9FE9D1-D7F0-4160-A83F-297317BED9F3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0" creationId="{FDC8C460-25A2-4DFC-BAD4-A18312BD18F1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1" creationId="{0C9F8F5E-E21E-4D72-8A63-AA16F6AC1592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2" creationId="{2C9CDA63-350B-49C0-9BC6-38C7DB8825A8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3" creationId="{45D43B19-F729-42CF-A0AE-2FAD28799C06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4" creationId="{62903F58-417D-434D-8447-E9C45FC41F23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5" creationId="{8E5FDC99-6A85-4966-B140-80C798987BC2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6" creationId="{C4C537FA-097C-4CA2-9511-DEEEF66ADFA0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7" creationId="{83C4D508-1F91-486A-BC60-2B9DBC406794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8" creationId="{A959274E-0639-474D-8A1D-C1E6EC2290AF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09" creationId="{91DEFC7B-4430-4C2B-B1AE-D1E61BCA8EBF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10" creationId="{BAFFB8E9-55EB-44FB-8130-874E97828866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11" creationId="{5E0BE500-445A-4826-9B66-011CF60C707A}"/>
          </ac:spMkLst>
        </pc:spChg>
        <pc:spChg chg="mod">
          <ac:chgData name="欣捷" userId="b965477fa0aef5e6" providerId="LiveId" clId="{F58CB589-EA88-41E9-89B9-70387DC4BAF4}" dt="2021-04-20T09:32:36.730" v="760" actId="1076"/>
          <ac:spMkLst>
            <pc:docMk/>
            <pc:sldMk cId="0" sldId="1106"/>
            <ac:spMk id="93212" creationId="{0753FAE5-B92E-4128-94ED-5B255819BB33}"/>
          </ac:spMkLst>
        </pc:spChg>
        <pc:grpChg chg="mod">
          <ac:chgData name="欣捷" userId="b965477fa0aef5e6" providerId="LiveId" clId="{F58CB589-EA88-41E9-89B9-70387DC4BAF4}" dt="2021-04-20T09:32:36.730" v="760" actId="1076"/>
          <ac:grpSpMkLst>
            <pc:docMk/>
            <pc:sldMk cId="0" sldId="1106"/>
            <ac:grpSpMk id="93188" creationId="{CEAA116F-ACBF-4CFB-82A1-1DE3DFC3ED9D}"/>
          </ac:grpSpMkLst>
        </pc:grpChg>
        <pc:grpChg chg="mod">
          <ac:chgData name="欣捷" userId="b965477fa0aef5e6" providerId="LiveId" clId="{F58CB589-EA88-41E9-89B9-70387DC4BAF4}" dt="2021-04-20T09:32:36.730" v="760" actId="1076"/>
          <ac:grpSpMkLst>
            <pc:docMk/>
            <pc:sldMk cId="0" sldId="1106"/>
            <ac:grpSpMk id="93191" creationId="{E6BE6119-E002-45F3-971E-829EEE2E375E}"/>
          </ac:grpSpMkLst>
        </pc:grpChg>
        <pc:graphicFrameChg chg="mod">
          <ac:chgData name="欣捷" userId="b965477fa0aef5e6" providerId="LiveId" clId="{F58CB589-EA88-41E9-89B9-70387DC4BAF4}" dt="2021-04-20T09:32:36.730" v="760" actId="1076"/>
          <ac:graphicFrameMkLst>
            <pc:docMk/>
            <pc:sldMk cId="0" sldId="1106"/>
            <ac:graphicFrameMk id="93189" creationId="{CA9C7B45-8C7B-4DAD-A128-F392CC891B69}"/>
          </ac:graphicFrameMkLst>
        </pc:graphicFrameChg>
        <pc:graphicFrameChg chg="mod">
          <ac:chgData name="欣捷" userId="b965477fa0aef5e6" providerId="LiveId" clId="{F58CB589-EA88-41E9-89B9-70387DC4BAF4}" dt="2021-04-20T09:32:36.730" v="760" actId="1076"/>
          <ac:graphicFrameMkLst>
            <pc:docMk/>
            <pc:sldMk cId="0" sldId="1106"/>
            <ac:graphicFrameMk id="93190" creationId="{7B142E38-C3E0-4306-827F-4910D3B8600F}"/>
          </ac:graphicFrameMkLst>
        </pc:graphicFrameChg>
      </pc:sldChg>
      <pc:sldChg chg="modSp mod modClrScheme chgLayout">
        <pc:chgData name="欣捷" userId="b965477fa0aef5e6" providerId="LiveId" clId="{F58CB589-EA88-41E9-89B9-70387DC4BAF4}" dt="2021-04-20T08:23:47.487" v="29" actId="700"/>
        <pc:sldMkLst>
          <pc:docMk/>
          <pc:sldMk cId="0" sldId="1110"/>
        </pc:sldMkLst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1110"/>
            <ac:spMk id="34818" creationId="{2F8428C9-B4B0-404F-ADD7-FF5E4E1FBAC3}"/>
          </ac:spMkLst>
        </pc:spChg>
        <pc:spChg chg="mod ord">
          <ac:chgData name="欣捷" userId="b965477fa0aef5e6" providerId="LiveId" clId="{F58CB589-EA88-41E9-89B9-70387DC4BAF4}" dt="2021-04-20T08:23:47.487" v="29" actId="700"/>
          <ac:spMkLst>
            <pc:docMk/>
            <pc:sldMk cId="0" sldId="1110"/>
            <ac:spMk id="34819" creationId="{9766E0A3-CF43-4A15-8C12-C54C607CCC6D}"/>
          </ac:spMkLst>
        </pc:spChg>
      </pc:sldChg>
      <pc:sldChg chg="del">
        <pc:chgData name="欣捷" userId="b965477fa0aef5e6" providerId="LiveId" clId="{F58CB589-EA88-41E9-89B9-70387DC4BAF4}" dt="2021-04-20T08:43:18.183" v="316" actId="47"/>
        <pc:sldMkLst>
          <pc:docMk/>
          <pc:sldMk cId="0" sldId="1111"/>
        </pc:sldMkLst>
      </pc:sldChg>
      <pc:sldChg chg="del">
        <pc:chgData name="欣捷" userId="b965477fa0aef5e6" providerId="LiveId" clId="{F58CB589-EA88-41E9-89B9-70387DC4BAF4}" dt="2021-04-20T08:43:18.183" v="316" actId="47"/>
        <pc:sldMkLst>
          <pc:docMk/>
          <pc:sldMk cId="0" sldId="1112"/>
        </pc:sldMkLst>
      </pc:sldChg>
      <pc:sldChg chg="addSp delSp modSp mod modClrScheme chgLayout">
        <pc:chgData name="欣捷" userId="b965477fa0aef5e6" providerId="LiveId" clId="{F58CB589-EA88-41E9-89B9-70387DC4BAF4}" dt="2021-04-20T09:23:35.738" v="630" actId="1036"/>
        <pc:sldMkLst>
          <pc:docMk/>
          <pc:sldMk cId="0" sldId="1127"/>
        </pc:sldMkLst>
        <pc:spChg chg="add del mod ord">
          <ac:chgData name="欣捷" userId="b965477fa0aef5e6" providerId="LiveId" clId="{F58CB589-EA88-41E9-89B9-70387DC4BAF4}" dt="2021-04-20T09:23:20.968" v="624" actId="700"/>
          <ac:spMkLst>
            <pc:docMk/>
            <pc:sldMk cId="0" sldId="1127"/>
            <ac:spMk id="3" creationId="{FAB0E3B7-ADFE-4B86-8D1B-8FC760A03743}"/>
          </ac:spMkLst>
        </pc:spChg>
        <pc:spChg chg="mod ord">
          <ac:chgData name="欣捷" userId="b965477fa0aef5e6" providerId="LiveId" clId="{F58CB589-EA88-41E9-89B9-70387DC4BAF4}" dt="2021-04-20T09:23:20.968" v="624" actId="700"/>
          <ac:spMkLst>
            <pc:docMk/>
            <pc:sldMk cId="0" sldId="1127"/>
            <ac:spMk id="21506" creationId="{7F276C87-6320-4D5F-8A4C-223F7B50BEAD}"/>
          </ac:spMkLst>
        </pc:spChg>
        <pc:spChg chg="mod ord">
          <ac:chgData name="欣捷" userId="b965477fa0aef5e6" providerId="LiveId" clId="{F58CB589-EA88-41E9-89B9-70387DC4BAF4}" dt="2021-04-20T09:23:20.968" v="624" actId="700"/>
          <ac:spMkLst>
            <pc:docMk/>
            <pc:sldMk cId="0" sldId="1127"/>
            <ac:spMk id="21507" creationId="{1E076508-5590-4656-B6DE-09DB6B6FFB57}"/>
          </ac:spMkLst>
        </pc:spChg>
        <pc:graphicFrameChg chg="add mod">
          <ac:chgData name="欣捷" userId="b965477fa0aef5e6" providerId="LiveId" clId="{F58CB589-EA88-41E9-89B9-70387DC4BAF4}" dt="2021-04-20T09:23:35.738" v="630" actId="1036"/>
          <ac:graphicFrameMkLst>
            <pc:docMk/>
            <pc:sldMk cId="0" sldId="1127"/>
            <ac:graphicFrameMk id="7" creationId="{B53CAE73-8446-4346-AD74-E034238D0ED7}"/>
          </ac:graphicFrameMkLst>
        </pc:graphicFrameChg>
        <pc:graphicFrameChg chg="del">
          <ac:chgData name="欣捷" userId="b965477fa0aef5e6" providerId="LiveId" clId="{F58CB589-EA88-41E9-89B9-70387DC4BAF4}" dt="2021-04-20T09:23:18.580" v="623" actId="21"/>
          <ac:graphicFrameMkLst>
            <pc:docMk/>
            <pc:sldMk cId="0" sldId="1127"/>
            <ac:graphicFrameMk id="796676" creationId="{EFF87FC0-F9FF-40B5-BB42-A0510131B19E}"/>
          </ac:graphicFrameMkLst>
        </pc:graphicFrameChg>
      </pc:sldChg>
      <pc:sldChg chg="del">
        <pc:chgData name="欣捷" userId="b965477fa0aef5e6" providerId="LiveId" clId="{F58CB589-EA88-41E9-89B9-70387DC4BAF4}" dt="2021-04-20T09:22:15.350" v="607" actId="47"/>
        <pc:sldMkLst>
          <pc:docMk/>
          <pc:sldMk cId="0" sldId="1128"/>
        </pc:sldMkLst>
      </pc:sldChg>
      <pc:sldChg chg="del">
        <pc:chgData name="欣捷" userId="b965477fa0aef5e6" providerId="LiveId" clId="{F58CB589-EA88-41E9-89B9-70387DC4BAF4}" dt="2021-04-20T09:25:36.833" v="639" actId="47"/>
        <pc:sldMkLst>
          <pc:docMk/>
          <pc:sldMk cId="0" sldId="1129"/>
        </pc:sldMkLst>
      </pc:sldChg>
      <pc:sldChg chg="del">
        <pc:chgData name="欣捷" userId="b965477fa0aef5e6" providerId="LiveId" clId="{F58CB589-EA88-41E9-89B9-70387DC4BAF4}" dt="2021-04-20T09:22:14.137" v="606" actId="47"/>
        <pc:sldMkLst>
          <pc:docMk/>
          <pc:sldMk cId="0" sldId="1130"/>
        </pc:sldMkLst>
      </pc:sldChg>
      <pc:sldChg chg="addSp delSp modSp mod modClrScheme modAnim chgLayout">
        <pc:chgData name="欣捷" userId="b965477fa0aef5e6" providerId="LiveId" clId="{F58CB589-EA88-41E9-89B9-70387DC4BAF4}" dt="2021-04-20T09:22:44.424" v="618" actId="6549"/>
        <pc:sldMkLst>
          <pc:docMk/>
          <pc:sldMk cId="0" sldId="1131"/>
        </pc:sldMkLst>
        <pc:spChg chg="add del mod">
          <ac:chgData name="欣捷" userId="b965477fa0aef5e6" providerId="LiveId" clId="{F58CB589-EA88-41E9-89B9-70387DC4BAF4}" dt="2021-04-20T09:21:58.692" v="601" actId="21"/>
          <ac:spMkLst>
            <pc:docMk/>
            <pc:sldMk cId="0" sldId="1131"/>
            <ac:spMk id="3" creationId="{DD033D68-BBD9-45B0-A1E6-CF2C13AEB8F1}"/>
          </ac:spMkLst>
        </pc:spChg>
        <pc:spChg chg="add del mod">
          <ac:chgData name="欣捷" userId="b965477fa0aef5e6" providerId="LiveId" clId="{F58CB589-EA88-41E9-89B9-70387DC4BAF4}" dt="2021-04-20T09:21:58.195" v="600" actId="6264"/>
          <ac:spMkLst>
            <pc:docMk/>
            <pc:sldMk cId="0" sldId="1131"/>
            <ac:spMk id="4" creationId="{DBB6E14D-0C3F-4FEA-8F86-BB512FACE28F}"/>
          </ac:spMkLst>
        </pc:spChg>
        <pc:spChg chg="add del mod">
          <ac:chgData name="欣捷" userId="b965477fa0aef5e6" providerId="LiveId" clId="{F58CB589-EA88-41E9-89B9-70387DC4BAF4}" dt="2021-04-20T09:21:58.195" v="600" actId="6264"/>
          <ac:spMkLst>
            <pc:docMk/>
            <pc:sldMk cId="0" sldId="1131"/>
            <ac:spMk id="5" creationId="{86D17A36-AA68-4E88-AE61-C98015EE1248}"/>
          </ac:spMkLst>
        </pc:spChg>
        <pc:spChg chg="add del mod ord">
          <ac:chgData name="欣捷" userId="b965477fa0aef5e6" providerId="LiveId" clId="{F58CB589-EA88-41E9-89B9-70387DC4BAF4}" dt="2021-04-20T09:21:58.195" v="600" actId="6264"/>
          <ac:spMkLst>
            <pc:docMk/>
            <pc:sldMk cId="0" sldId="1131"/>
            <ac:spMk id="6" creationId="{6B9014D5-E716-48D7-AF67-895A4D8796B2}"/>
          </ac:spMkLst>
        </pc:spChg>
        <pc:spChg chg="add del mod ord">
          <ac:chgData name="欣捷" userId="b965477fa0aef5e6" providerId="LiveId" clId="{F58CB589-EA88-41E9-89B9-70387DC4BAF4}" dt="2021-04-20T09:22:02.005" v="603" actId="700"/>
          <ac:spMkLst>
            <pc:docMk/>
            <pc:sldMk cId="0" sldId="1131"/>
            <ac:spMk id="8" creationId="{1B295B76-24BC-407E-AAEF-9B6E2E81CD73}"/>
          </ac:spMkLst>
        </pc:spChg>
        <pc:spChg chg="mod ord">
          <ac:chgData name="欣捷" userId="b965477fa0aef5e6" providerId="LiveId" clId="{F58CB589-EA88-41E9-89B9-70387DC4BAF4}" dt="2021-04-20T09:22:02.005" v="603" actId="700"/>
          <ac:spMkLst>
            <pc:docMk/>
            <pc:sldMk cId="0" sldId="1131"/>
            <ac:spMk id="19458" creationId="{2D390A57-AC1B-4F2A-B1FE-3A7AB367BB6B}"/>
          </ac:spMkLst>
        </pc:spChg>
        <pc:spChg chg="mod ord">
          <ac:chgData name="欣捷" userId="b965477fa0aef5e6" providerId="LiveId" clId="{F58CB589-EA88-41E9-89B9-70387DC4BAF4}" dt="2021-04-20T09:22:02.005" v="603" actId="700"/>
          <ac:spMkLst>
            <pc:docMk/>
            <pc:sldMk cId="0" sldId="1131"/>
            <ac:spMk id="19459" creationId="{84804259-279B-4FCA-B6AC-D01533EDF1EA}"/>
          </ac:spMkLst>
        </pc:spChg>
        <pc:graphicFrameChg chg="add mod modGraphic">
          <ac:chgData name="欣捷" userId="b965477fa0aef5e6" providerId="LiveId" clId="{F58CB589-EA88-41E9-89B9-70387DC4BAF4}" dt="2021-04-20T09:22:44.424" v="618" actId="6549"/>
          <ac:graphicFrameMkLst>
            <pc:docMk/>
            <pc:sldMk cId="0" sldId="1131"/>
            <ac:graphicFrameMk id="12" creationId="{392FF57F-B253-4DAC-BFB1-4445AAB528F9}"/>
          </ac:graphicFrameMkLst>
        </pc:graphicFrameChg>
        <pc:graphicFrameChg chg="add del mod modGraphic">
          <ac:chgData name="欣捷" userId="b965477fa0aef5e6" providerId="LiveId" clId="{F58CB589-EA88-41E9-89B9-70387DC4BAF4}" dt="2021-04-20T09:22:00.268" v="602" actId="21"/>
          <ac:graphicFrameMkLst>
            <pc:docMk/>
            <pc:sldMk cId="0" sldId="1131"/>
            <ac:graphicFrameMk id="796676" creationId="{B1F3D8F9-DA9D-4569-A016-281B2885BE60}"/>
          </ac:graphicFrameMkLst>
        </pc:graphicFrameChg>
      </pc:sldChg>
      <pc:sldChg chg="del">
        <pc:chgData name="欣捷" userId="b965477fa0aef5e6" providerId="LiveId" clId="{F58CB589-EA88-41E9-89B9-70387DC4BAF4}" dt="2021-04-20T09:23:13.894" v="622" actId="47"/>
        <pc:sldMkLst>
          <pc:docMk/>
          <pc:sldMk cId="0" sldId="1132"/>
        </pc:sldMkLst>
      </pc:sldChg>
      <pc:sldChg chg="del">
        <pc:chgData name="欣捷" userId="b965477fa0aef5e6" providerId="LiveId" clId="{F58CB589-EA88-41E9-89B9-70387DC4BAF4}" dt="2021-04-20T09:25:37.789" v="640" actId="47"/>
        <pc:sldMkLst>
          <pc:docMk/>
          <pc:sldMk cId="0" sldId="1133"/>
        </pc:sldMkLst>
      </pc:sldChg>
      <pc:sldChg chg="addSp delSp modSp mod modClrScheme chgLayout">
        <pc:chgData name="欣捷" userId="b965477fa0aef5e6" providerId="LiveId" clId="{F58CB589-EA88-41E9-89B9-70387DC4BAF4}" dt="2021-04-20T09:27:02.367" v="678" actId="6549"/>
        <pc:sldMkLst>
          <pc:docMk/>
          <pc:sldMk cId="0" sldId="1134"/>
        </pc:sldMkLst>
        <pc:spChg chg="add del mod ord">
          <ac:chgData name="欣捷" userId="b965477fa0aef5e6" providerId="LiveId" clId="{F58CB589-EA88-41E9-89B9-70387DC4BAF4}" dt="2021-04-20T09:24:47.338" v="636" actId="700"/>
          <ac:spMkLst>
            <pc:docMk/>
            <pc:sldMk cId="0" sldId="1134"/>
            <ac:spMk id="3" creationId="{E950FFE8-E96A-4218-8E89-7064AA588AFC}"/>
          </ac:spMkLst>
        </pc:spChg>
        <pc:spChg chg="mod ord">
          <ac:chgData name="欣捷" userId="b965477fa0aef5e6" providerId="LiveId" clId="{F58CB589-EA88-41E9-89B9-70387DC4BAF4}" dt="2021-04-20T09:24:47.338" v="636" actId="700"/>
          <ac:spMkLst>
            <pc:docMk/>
            <pc:sldMk cId="0" sldId="1134"/>
            <ac:spMk id="27650" creationId="{22D8A731-AE74-4746-A3B8-8256FFF194A2}"/>
          </ac:spMkLst>
        </pc:spChg>
        <pc:spChg chg="mod ord">
          <ac:chgData name="欣捷" userId="b965477fa0aef5e6" providerId="LiveId" clId="{F58CB589-EA88-41E9-89B9-70387DC4BAF4}" dt="2021-04-20T09:24:47.338" v="636" actId="700"/>
          <ac:spMkLst>
            <pc:docMk/>
            <pc:sldMk cId="0" sldId="1134"/>
            <ac:spMk id="27651" creationId="{A1741382-F451-48A5-8D5C-85D947507B87}"/>
          </ac:spMkLst>
        </pc:spChg>
        <pc:graphicFrameChg chg="add mod modGraphic">
          <ac:chgData name="欣捷" userId="b965477fa0aef5e6" providerId="LiveId" clId="{F58CB589-EA88-41E9-89B9-70387DC4BAF4}" dt="2021-04-20T09:27:02.367" v="678" actId="6549"/>
          <ac:graphicFrameMkLst>
            <pc:docMk/>
            <pc:sldMk cId="0" sldId="1134"/>
            <ac:graphicFrameMk id="7" creationId="{37CC3D40-8AD9-46E1-AFAB-E74C336F4304}"/>
          </ac:graphicFrameMkLst>
        </pc:graphicFrameChg>
        <pc:graphicFrameChg chg="del">
          <ac:chgData name="欣捷" userId="b965477fa0aef5e6" providerId="LiveId" clId="{F58CB589-EA88-41E9-89B9-70387DC4BAF4}" dt="2021-04-20T09:24:45.940" v="635" actId="21"/>
          <ac:graphicFrameMkLst>
            <pc:docMk/>
            <pc:sldMk cId="0" sldId="1134"/>
            <ac:graphicFrameMk id="796676" creationId="{2CE792A0-7F05-43E0-8EB3-154CFC449AD0}"/>
          </ac:graphicFrameMkLst>
        </pc:graphicFrameChg>
      </pc:sldChg>
      <pc:sldChg chg="del">
        <pc:chgData name="欣捷" userId="b965477fa0aef5e6" providerId="LiveId" clId="{F58CB589-EA88-41E9-89B9-70387DC4BAF4}" dt="2021-04-20T09:25:38.455" v="641" actId="47"/>
        <pc:sldMkLst>
          <pc:docMk/>
          <pc:sldMk cId="0" sldId="1135"/>
        </pc:sldMkLst>
      </pc:sldChg>
      <pc:sldChg chg="del">
        <pc:chgData name="欣捷" userId="b965477fa0aef5e6" providerId="LiveId" clId="{F58CB589-EA88-41E9-89B9-70387DC4BAF4}" dt="2021-04-20T09:25:39.106" v="642" actId="47"/>
        <pc:sldMkLst>
          <pc:docMk/>
          <pc:sldMk cId="0" sldId="1136"/>
        </pc:sldMkLst>
      </pc:sldChg>
      <pc:sldChg chg="del">
        <pc:chgData name="欣捷" userId="b965477fa0aef5e6" providerId="LiveId" clId="{F58CB589-EA88-41E9-89B9-70387DC4BAF4}" dt="2021-04-20T09:25:39.786" v="643" actId="47"/>
        <pc:sldMkLst>
          <pc:docMk/>
          <pc:sldMk cId="0" sldId="1137"/>
        </pc:sldMkLst>
      </pc:sldChg>
      <pc:sldChg chg="delSp modSp mod modClrScheme chgLayout">
        <pc:chgData name="欣捷" userId="b965477fa0aef5e6" providerId="LiveId" clId="{F58CB589-EA88-41E9-89B9-70387DC4BAF4}" dt="2021-04-20T08:24:26.586" v="35" actId="700"/>
        <pc:sldMkLst>
          <pc:docMk/>
          <pc:sldMk cId="0" sldId="1138"/>
        </pc:sldMkLst>
        <pc:spChg chg="mod ord">
          <ac:chgData name="欣捷" userId="b965477fa0aef5e6" providerId="LiveId" clId="{F58CB589-EA88-41E9-89B9-70387DC4BAF4}" dt="2021-04-20T08:24:26.586" v="35" actId="700"/>
          <ac:spMkLst>
            <pc:docMk/>
            <pc:sldMk cId="0" sldId="1138"/>
            <ac:spMk id="70658" creationId="{B4FE0C36-53DB-4B67-9CF8-265577BFA0B4}"/>
          </ac:spMkLst>
        </pc:spChg>
        <pc:spChg chg="del">
          <ac:chgData name="欣捷" userId="b965477fa0aef5e6" providerId="LiveId" clId="{F58CB589-EA88-41E9-89B9-70387DC4BAF4}" dt="2021-04-20T08:24:26.586" v="35" actId="700"/>
          <ac:spMkLst>
            <pc:docMk/>
            <pc:sldMk cId="0" sldId="1138"/>
            <ac:spMk id="70659" creationId="{61CA1518-5BF8-4C27-8956-4DC5A979F54C}"/>
          </ac:spMkLst>
        </pc:spChg>
      </pc:sldChg>
      <pc:sldChg chg="modSp add mod">
        <pc:chgData name="欣捷" userId="b965477fa0aef5e6" providerId="LiveId" clId="{F58CB589-EA88-41E9-89B9-70387DC4BAF4}" dt="2021-04-20T09:06:56.490" v="327" actId="20577"/>
        <pc:sldMkLst>
          <pc:docMk/>
          <pc:sldMk cId="516213771" sldId="1139"/>
        </pc:sldMkLst>
        <pc:spChg chg="mod">
          <ac:chgData name="欣捷" userId="b965477fa0aef5e6" providerId="LiveId" clId="{F58CB589-EA88-41E9-89B9-70387DC4BAF4}" dt="2021-04-20T08:21:06.719" v="7"/>
          <ac:spMkLst>
            <pc:docMk/>
            <pc:sldMk cId="516213771" sldId="1139"/>
            <ac:spMk id="7170" creationId="{9A9ACD68-0B23-45C4-B0C9-40FDBDF97E94}"/>
          </ac:spMkLst>
        </pc:spChg>
        <pc:spChg chg="mod">
          <ac:chgData name="欣捷" userId="b965477fa0aef5e6" providerId="LiveId" clId="{F58CB589-EA88-41E9-89B9-70387DC4BAF4}" dt="2021-04-20T09:06:56.490" v="327" actId="20577"/>
          <ac:spMkLst>
            <pc:docMk/>
            <pc:sldMk cId="516213771" sldId="1139"/>
            <ac:spMk id="7171" creationId="{7B9851B1-3ED8-4584-9FD6-F58A8B0C36C4}"/>
          </ac:spMkLst>
        </pc:spChg>
      </pc:sldChg>
      <pc:sldChg chg="addSp delSp modSp add del mod modClrScheme chgLayout">
        <pc:chgData name="欣捷" userId="b965477fa0aef5e6" providerId="LiveId" clId="{F58CB589-EA88-41E9-89B9-70387DC4BAF4}" dt="2021-04-20T09:24:36.270" v="634" actId="47"/>
        <pc:sldMkLst>
          <pc:docMk/>
          <pc:sldMk cId="2084196931" sldId="1140"/>
        </pc:sldMkLst>
        <pc:spChg chg="add del mod">
          <ac:chgData name="欣捷" userId="b965477fa0aef5e6" providerId="LiveId" clId="{F58CB589-EA88-41E9-89B9-70387DC4BAF4}" dt="2021-04-20T08:32:12.834" v="133" actId="6264"/>
          <ac:spMkLst>
            <pc:docMk/>
            <pc:sldMk cId="2084196931" sldId="1140"/>
            <ac:spMk id="2" creationId="{09FD4063-D82E-494C-BBA5-8C2F3650867B}"/>
          </ac:spMkLst>
        </pc:spChg>
        <pc:spChg chg="add del mod">
          <ac:chgData name="欣捷" userId="b965477fa0aef5e6" providerId="LiveId" clId="{F58CB589-EA88-41E9-89B9-70387DC4BAF4}" dt="2021-04-20T08:32:12.834" v="133" actId="6264"/>
          <ac:spMkLst>
            <pc:docMk/>
            <pc:sldMk cId="2084196931" sldId="1140"/>
            <ac:spMk id="3" creationId="{170ED53A-6903-462B-B734-1AA9804F4405}"/>
          </ac:spMkLst>
        </pc:spChg>
        <pc:spChg chg="add del mod">
          <ac:chgData name="欣捷" userId="b965477fa0aef5e6" providerId="LiveId" clId="{F58CB589-EA88-41E9-89B9-70387DC4BAF4}" dt="2021-04-20T08:32:12.834" v="133" actId="6264"/>
          <ac:spMkLst>
            <pc:docMk/>
            <pc:sldMk cId="2084196931" sldId="1140"/>
            <ac:spMk id="4" creationId="{17D87055-AF78-4490-A4BB-B5278648C207}"/>
          </ac:spMkLst>
        </pc:spChg>
        <pc:spChg chg="add del mod">
          <ac:chgData name="欣捷" userId="b965477fa0aef5e6" providerId="LiveId" clId="{F58CB589-EA88-41E9-89B9-70387DC4BAF4}" dt="2021-04-20T08:32:16.254" v="134" actId="6264"/>
          <ac:spMkLst>
            <pc:docMk/>
            <pc:sldMk cId="2084196931" sldId="1140"/>
            <ac:spMk id="5" creationId="{6ED1B4AB-5EFC-4845-B472-6929590971FA}"/>
          </ac:spMkLst>
        </pc:spChg>
        <pc:spChg chg="add del mod">
          <ac:chgData name="欣捷" userId="b965477fa0aef5e6" providerId="LiveId" clId="{F58CB589-EA88-41E9-89B9-70387DC4BAF4}" dt="2021-04-20T08:32:16.254" v="134" actId="6264"/>
          <ac:spMkLst>
            <pc:docMk/>
            <pc:sldMk cId="2084196931" sldId="1140"/>
            <ac:spMk id="6" creationId="{ED66D295-7E88-4E34-93C0-0C6D98D977CD}"/>
          </ac:spMkLst>
        </pc:spChg>
        <pc:spChg chg="add del mod">
          <ac:chgData name="欣捷" userId="b965477fa0aef5e6" providerId="LiveId" clId="{F58CB589-EA88-41E9-89B9-70387DC4BAF4}" dt="2021-04-20T08:32:16.254" v="134" actId="6264"/>
          <ac:spMkLst>
            <pc:docMk/>
            <pc:sldMk cId="2084196931" sldId="1140"/>
            <ac:spMk id="7" creationId="{B29077F0-225A-4850-9B10-31EE5EB0D6D5}"/>
          </ac:spMkLst>
        </pc:spChg>
        <pc:spChg chg="add del mod">
          <ac:chgData name="欣捷" userId="b965477fa0aef5e6" providerId="LiveId" clId="{F58CB589-EA88-41E9-89B9-70387DC4BAF4}" dt="2021-04-20T08:32:21.876" v="136" actId="478"/>
          <ac:spMkLst>
            <pc:docMk/>
            <pc:sldMk cId="2084196931" sldId="1140"/>
            <ac:spMk id="9" creationId="{A8777EF9-1B4A-49CC-8266-E20409114DFC}"/>
          </ac:spMkLst>
        </pc:spChg>
        <pc:spChg chg="add del mod">
          <ac:chgData name="欣捷" userId="b965477fa0aef5e6" providerId="LiveId" clId="{F58CB589-EA88-41E9-89B9-70387DC4BAF4}" dt="2021-04-20T08:32:29.020" v="140" actId="478"/>
          <ac:spMkLst>
            <pc:docMk/>
            <pc:sldMk cId="2084196931" sldId="1140"/>
            <ac:spMk id="11" creationId="{55453775-1CD5-4F21-BB1E-94C7F951594D}"/>
          </ac:spMkLst>
        </pc:spChg>
        <pc:spChg chg="add del mod">
          <ac:chgData name="欣捷" userId="b965477fa0aef5e6" providerId="LiveId" clId="{F58CB589-EA88-41E9-89B9-70387DC4BAF4}" dt="2021-04-20T08:32:31.262" v="142" actId="6264"/>
          <ac:spMkLst>
            <pc:docMk/>
            <pc:sldMk cId="2084196931" sldId="1140"/>
            <ac:spMk id="12" creationId="{9E0575A2-89C0-4D5E-B569-C56D65840E3B}"/>
          </ac:spMkLst>
        </pc:spChg>
        <pc:spChg chg="add del mod ord">
          <ac:chgData name="欣捷" userId="b965477fa0aef5e6" providerId="LiveId" clId="{F58CB589-EA88-41E9-89B9-70387DC4BAF4}" dt="2021-04-20T08:32:32.908" v="143" actId="700"/>
          <ac:spMkLst>
            <pc:docMk/>
            <pc:sldMk cId="2084196931" sldId="1140"/>
            <ac:spMk id="13" creationId="{27A5A5B8-C1B7-48A9-90A8-A15AE157834F}"/>
          </ac:spMkLst>
        </pc:spChg>
        <pc:spChg chg="add del mod ord">
          <ac:chgData name="欣捷" userId="b965477fa0aef5e6" providerId="LiveId" clId="{F58CB589-EA88-41E9-89B9-70387DC4BAF4}" dt="2021-04-20T08:32:32.908" v="143" actId="700"/>
          <ac:spMkLst>
            <pc:docMk/>
            <pc:sldMk cId="2084196931" sldId="1140"/>
            <ac:spMk id="14" creationId="{C0334030-F0D0-4559-8A09-A8C92A184C31}"/>
          </ac:spMkLst>
        </pc:spChg>
        <pc:spChg chg="del mod topLvl">
          <ac:chgData name="欣捷" userId="b965477fa0aef5e6" providerId="LiveId" clId="{F58CB589-EA88-41E9-89B9-70387DC4BAF4}" dt="2021-04-20T08:34:39.099" v="161" actId="478"/>
          <ac:spMkLst>
            <pc:docMk/>
            <pc:sldMk cId="2084196931" sldId="1140"/>
            <ac:spMk id="17" creationId="{6C070E3C-0EDC-4CF2-AD62-54B4F268A4F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18" creationId="{990096CB-399E-4A48-9B9F-AA706D6E650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19" creationId="{D13BFECB-BA4C-4171-9EB2-81653D51BB96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0" creationId="{2C4F9C7F-A218-4FD3-B7AA-614E6967A9B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1" creationId="{8AE39139-5C0C-4CBA-B9C0-119A3BCAFB50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2" creationId="{479D3984-B200-4B6B-9BE8-8A9E8B079AA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3" creationId="{DF1AB77B-0740-4490-AC70-A90BD4D8647B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4" creationId="{60E44381-C56D-4377-8B60-534C96292EC6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5" creationId="{8E97D0D5-5540-4D52-B479-18CCD954A131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6" creationId="{782C12D4-8EFA-4ACC-B8E9-E8A1EC1A5F2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7" creationId="{88FC1D0C-1800-451F-B968-63646E523247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8" creationId="{29FF0EF0-E864-430E-B887-468A6A8C37F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29" creationId="{EDC7654E-B31E-42B9-841E-4DACDD118CF4}"/>
          </ac:spMkLst>
        </pc:spChg>
        <pc:spChg chg="del mod topLvl">
          <ac:chgData name="欣捷" userId="b965477fa0aef5e6" providerId="LiveId" clId="{F58CB589-EA88-41E9-89B9-70387DC4BAF4}" dt="2021-04-20T08:34:40.562" v="162" actId="478"/>
          <ac:spMkLst>
            <pc:docMk/>
            <pc:sldMk cId="2084196931" sldId="1140"/>
            <ac:spMk id="30" creationId="{89DAA2F9-8BA2-4092-9046-CF78BA87A1BB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1" creationId="{34EC647A-2865-4D2D-8062-BBE9259C9B79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2" creationId="{0A9D9217-5B69-4102-BAED-E7AD915EFF4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3" creationId="{F19973AC-53F8-4759-8A1C-5441E8B4E91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4" creationId="{480B8D0F-DB0A-4AB1-A421-6F85818B1748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5" creationId="{63E9813B-8E70-455C-AF9C-24D7DFB8DD59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6" creationId="{432A673C-05C8-434A-83C1-00101FE8FB11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7" creationId="{0DC43796-23E3-4FC1-B312-F842EEC31B4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8" creationId="{47369906-5A70-45C5-8C26-5860E5C15DD2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39" creationId="{FC3E10DC-DBBB-4B0C-ADCC-2412D43B0CD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0" creationId="{D27B7B17-C82C-40B5-85CE-BDDD47C23C7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1" creationId="{D70C3005-66AD-4477-B960-84E5B72BECA2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2" creationId="{FAAA089C-0C35-4340-897B-6EE6D2F59BCB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3" creationId="{1B730836-913D-4809-B25D-E87423FB77E9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4" creationId="{A090E350-D2EA-42C8-BD30-D8950D8CFBA8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5" creationId="{090209E5-EDF6-4994-9E1D-9B907B1C952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6" creationId="{3294D2AF-1CFA-4668-BC50-4CA9E4E996D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7" creationId="{35B9F52E-7C30-4618-9E5C-557E14F96DC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8" creationId="{9FEE1C55-80E5-4A7C-9992-DF91E8879B5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49" creationId="{C2DFED79-E90D-4797-973D-258E2C8322F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0" creationId="{E3D73A83-2BC0-48B5-A0A9-01F827F8A1D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1" creationId="{B11E8B17-A260-47E9-944C-1695DBEC377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2" creationId="{8C660B31-71B8-492B-9DBD-E82D83E9B7F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3" creationId="{4B9B856A-D2C7-49BB-8135-6CB3E26B6C7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4" creationId="{C0668A55-0421-41A8-9550-2941C043B69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5" creationId="{1D4E0F43-802E-42FB-9662-814273F5F96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6" creationId="{40B1D172-F1D8-46CA-BCFD-61645F881DD6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7" creationId="{D319B0A1-4DC2-447D-9221-4ACA4CC4954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8" creationId="{9C76B2D2-D460-4BD8-A59C-1E2F388FCBC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59" creationId="{FA4C3552-7BD2-47DF-A49A-1B6BF4541FB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0" creationId="{7454A136-89AF-4CCA-B669-061A5469C3E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1" creationId="{993CEEEA-4E47-4222-AFE2-7DF40B9CCF94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2" creationId="{DD680952-EE38-46BD-B4E1-0FADDBABF144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63" creationId="{E9588DA7-8E3B-42F0-8B31-FEBABEBC86D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28" creationId="{ACBB9E42-3119-40A2-9BB9-577F193778B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29" creationId="{C893F699-333E-4CFB-8126-E7C0B7F1755F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130" creationId="{949D2EBE-2749-42D3-A96B-BD8D029957A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1" creationId="{80D818DA-7874-43AF-965B-0FF0444EFA42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2" creationId="{E2268C84-9A04-4A01-A50A-19CB473EB6E1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3" creationId="{32184E32-7B39-48B2-B140-C0CFFD847DED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4" creationId="{E768CD59-FB8E-41E5-9711-998ED4F6A974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135" creationId="{BB70872B-FA81-4ACF-A0BC-49A5DAE82A8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6" creationId="{1AD98ECE-3B44-463A-BDD7-D2FE49D2291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7" creationId="{1D6A1929-52A1-45E5-8E06-194D9FFE600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8" creationId="{5FE5B3B1-AE4F-4120-B701-C78F1BA3A02A}"/>
          </ac:spMkLst>
        </pc:spChg>
        <pc:spChg chg="add del 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39" creationId="{48DF8359-8BA6-430A-814A-2D5AA990E2A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0" creationId="{2F2E6AC7-5B33-47F2-8612-C3C9E49CD342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1" creationId="{309DA1E0-3521-48EF-A0BD-9113BCD974C5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2" creationId="{9CED8663-45ED-49AD-AB1C-A48C2AAF362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3" creationId="{1148B228-E4FB-4B2D-9430-B0CB08B7DE9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4" creationId="{96ED52D0-E4BD-4BF2-8DAF-CCF92DB1DAE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5" creationId="{2C4A28BC-C70A-4AD7-AB0A-4BDFD3B2DBA2}"/>
          </ac:spMkLst>
        </pc:spChg>
        <pc:spChg chg="add del 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6" creationId="{1169FA3C-0624-4C7B-AC4E-1CDB3F095FD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7" creationId="{90B7A6F0-411E-41EC-BC85-219879E93270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8" creationId="{57EEE5CF-66A5-4808-939D-ECA1F1FD344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49" creationId="{B53BA7AF-50F5-42B7-84B2-6E99C748944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0" creationId="{4096853F-3651-4F43-89CB-8F9A198BD81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1" creationId="{00ED6994-BD82-43C2-B83B-5E00A89F29CC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2" creationId="{94171912-5D76-48CF-BF93-49A41C103AFC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4" creationId="{0DA00F13-3BDC-4371-9ACD-B6317C04451B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5" creationId="{C2F79DEE-25FA-4D96-8E08-CA69B6DDE955}"/>
          </ac:spMkLst>
        </pc:spChg>
        <pc:spChg chg="add del 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6" creationId="{43B143D3-5B31-4F51-9587-73AE3ADE9DC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157" creationId="{C03E2DB0-225D-48BA-A931-93029B8A1342}"/>
          </ac:spMkLst>
        </pc:spChg>
        <pc:spChg chg="add del mod">
          <ac:chgData name="欣捷" userId="b965477fa0aef5e6" providerId="LiveId" clId="{F58CB589-EA88-41E9-89B9-70387DC4BAF4}" dt="2021-04-20T08:38:31.344" v="209"/>
          <ac:spMkLst>
            <pc:docMk/>
            <pc:sldMk cId="2084196931" sldId="1140"/>
            <ac:spMk id="222" creationId="{90448716-0054-43F0-9438-71D411CE205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48" creationId="{9AB42482-0FB4-4022-AAA9-E12A2B88533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49" creationId="{AADEA6EF-4118-4ADC-B2B6-A6D3784CEF09}"/>
          </ac:spMkLst>
        </pc:spChg>
        <pc:spChg chg="del mod ord">
          <ac:chgData name="欣捷" userId="b965477fa0aef5e6" providerId="LiveId" clId="{F58CB589-EA88-41E9-89B9-70387DC4BAF4}" dt="2021-04-20T08:32:27.724" v="139" actId="478"/>
          <ac:spMkLst>
            <pc:docMk/>
            <pc:sldMk cId="2084196931" sldId="1140"/>
            <ac:spMk id="27650" creationId="{22D8A731-AE74-4746-A3B8-8256FFF194A2}"/>
          </ac:spMkLst>
        </pc:spChg>
        <pc:spChg chg="del mod ord">
          <ac:chgData name="欣捷" userId="b965477fa0aef5e6" providerId="LiveId" clId="{F58CB589-EA88-41E9-89B9-70387DC4BAF4}" dt="2021-04-20T08:32:20.703" v="135" actId="478"/>
          <ac:spMkLst>
            <pc:docMk/>
            <pc:sldMk cId="2084196931" sldId="1140"/>
            <ac:spMk id="27651" creationId="{A1741382-F451-48A5-8D5C-85D947507B8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2" creationId="{0675A7EC-4182-4E2E-B799-490FF2D0C4D9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3" creationId="{D124B643-ADA9-4C1D-B1A4-EE0FCCF8C00F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4" creationId="{F52A0775-3921-4B9E-894C-8946AEE013D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5" creationId="{AE2BDF92-4250-4E78-BB4B-5DF8816F613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6" creationId="{5E08A299-3730-4E47-AEC4-F7A98BC44E9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7" creationId="{8BB893E7-6B85-4C6D-804E-8DA396FBC308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8" creationId="{38AE8709-E8B4-4FA1-BA7E-5791D4848D6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59" creationId="{8CEAC50C-2463-4567-AC21-F2E17C1B4FE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0" creationId="{D92A57B2-A370-4951-BEF2-EF9F556C6CA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1" creationId="{1303F82C-0DF7-4904-948A-C7E1A50EC16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2" creationId="{B591A4D3-11B7-4A0A-978E-B7404311D43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3" creationId="{40854B9E-3CC8-4573-94FA-FDC5543917AF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4" creationId="{52F97B77-AD66-41E8-A4CF-ADBDAD509EB9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5" creationId="{DD591CFB-D2B6-45A1-9182-1109BE7A4F01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6" creationId="{EAE8332E-AEF1-45D1-9FF0-BC0C72E40AB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7" creationId="{84F72BD9-4495-44BA-B034-DEFAA3F282D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8" creationId="{3570717C-5482-4393-AE62-0B651181B8F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69" creationId="{61CFB8A1-863C-43A8-A312-E85DD1453CE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70" creationId="{261FAB30-4784-4B01-AB4D-78B72180AF4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71" creationId="{89E11B95-B12F-41E0-A5F5-229921D61A2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27672" creationId="{A41F3814-B37A-483E-AC85-561512A1CF8C}"/>
          </ac:spMkLst>
        </pc:spChg>
        <pc:spChg chg="del mod topLvl">
          <ac:chgData name="欣捷" userId="b965477fa0aef5e6" providerId="LiveId" clId="{F58CB589-EA88-41E9-89B9-70387DC4BAF4}" dt="2021-04-20T08:39:14.620" v="234" actId="478"/>
          <ac:spMkLst>
            <pc:docMk/>
            <pc:sldMk cId="2084196931" sldId="1140"/>
            <ac:spMk id="27675" creationId="{2D2B0E7D-B232-4ED3-B11E-ED2FA727280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6" creationId="{EDC4339A-730A-4A60-9428-5C1FF420A31B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7" creationId="{2FE4938B-6E75-4516-8029-D3F64BFFC7E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8" creationId="{90F82F32-3030-41A8-9917-91EDE602BA5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79" creationId="{FDBEB512-6073-4D16-A282-C27913F232F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0" creationId="{D7CF920A-2625-4F67-B7A7-DD69AEB8BC1A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1" creationId="{119992FE-74B5-4607-8ECA-3B66615EC02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2" creationId="{C3416165-52F0-4FB6-9018-59824F93E41A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3" creationId="{17904733-901C-4F1D-A34C-5EC575BCAAD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4" creationId="{0B2A0D7E-12D9-49E9-8B3F-1C08759487E7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5" creationId="{4A7B5E34-E71D-42FD-8FBE-9DEE1829A02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6" creationId="{B908B9C5-170A-4728-838B-58D21CDC2DB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7" creationId="{6C8EE377-96A6-4595-A104-A574B0F04A2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8" creationId="{CE1620D9-B7C7-47D4-BB58-6B8542693F9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89" creationId="{0DD1B6B7-A256-4138-8207-93B50B16E724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0" creationId="{1280F89F-9F9E-4175-95DD-A9F8C78C5701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1" creationId="{938C8997-8198-43AC-AE51-BB9D3E3EA71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2" creationId="{B7A71541-79DB-474A-8363-F82AE235D923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3" creationId="{99E21538-28DD-4E25-9F4F-46150DFEB63C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4" creationId="{E0C41D6E-0DD0-4A5A-8DD9-D98ED5CC41D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5" creationId="{E30BFB60-A44D-4B71-9136-BD0B8D6E274B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6" creationId="{7EF9AD88-2548-4A4D-8741-61F8BD2F9CCF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27697" creationId="{6638A69E-8CE5-4B80-B1D4-9C416313296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8" creationId="{424D77C7-F763-4DA4-87B2-98591E5A7F6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699" creationId="{0FC91A88-80FD-4255-AB24-4FEE808301B1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0" creationId="{E548A71B-C5A5-4179-9706-8449760AFFDE}"/>
          </ac:spMkLst>
        </pc:spChg>
        <pc:spChg chg="del mod topLvl">
          <ac:chgData name="欣捷" userId="b965477fa0aef5e6" providerId="LiveId" clId="{F58CB589-EA88-41E9-89B9-70387DC4BAF4}" dt="2021-04-20T08:40:11.931" v="263" actId="478"/>
          <ac:spMkLst>
            <pc:docMk/>
            <pc:sldMk cId="2084196931" sldId="1140"/>
            <ac:spMk id="27701" creationId="{429FD192-05AE-416F-8946-091B57ACF6EA}"/>
          </ac:spMkLst>
        </pc:spChg>
        <pc:spChg chg="del mod topLvl">
          <ac:chgData name="欣捷" userId="b965477fa0aef5e6" providerId="LiveId" clId="{F58CB589-EA88-41E9-89B9-70387DC4BAF4}" dt="2021-04-20T08:40:14.234" v="264" actId="478"/>
          <ac:spMkLst>
            <pc:docMk/>
            <pc:sldMk cId="2084196931" sldId="1140"/>
            <ac:spMk id="27702" creationId="{1FDD9E0E-EC49-4E72-BF89-59BE94853900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3" creationId="{685123BF-B092-4E35-9E49-C212DCB62212}"/>
          </ac:spMkLst>
        </pc:spChg>
        <pc:spChg chg="add del mod topLvl">
          <ac:chgData name="欣捷" userId="b965477fa0aef5e6" providerId="LiveId" clId="{F58CB589-EA88-41E9-89B9-70387DC4BAF4}" dt="2021-04-20T08:38:43.561" v="225" actId="478"/>
          <ac:spMkLst>
            <pc:docMk/>
            <pc:sldMk cId="2084196931" sldId="1140"/>
            <ac:spMk id="27704" creationId="{22B8A322-DC60-4667-B803-1917C2CA2EC9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5" creationId="{6A0EF870-A8C9-4AE8-BC6F-001320DBC983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6" creationId="{69CB5C3F-7C51-49B6-97FF-5DF0BB104A2F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7" creationId="{7DDCCD7A-C85C-473B-A108-910661295278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8" creationId="{63361C24-63EA-4A09-BF1E-13025D7FB30E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09" creationId="{1A899114-9F3D-4AEF-AE63-029FF97DA8F6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10" creationId="{EE7625A9-A6EF-4000-8769-B95CDD8C91E0}"/>
          </ac:spMkLst>
        </pc:spChg>
        <pc:spChg chg="mod topLvl">
          <ac:chgData name="欣捷" userId="b965477fa0aef5e6" providerId="LiveId" clId="{F58CB589-EA88-41E9-89B9-70387DC4BAF4}" dt="2021-04-20T09:24:21.014" v="633" actId="1076"/>
          <ac:spMkLst>
            <pc:docMk/>
            <pc:sldMk cId="2084196931" sldId="1140"/>
            <ac:spMk id="27711" creationId="{8CBF2A64-99DF-4ABD-BE12-80AEDAC0FD81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2" creationId="{3C615480-E8E0-4E3C-ADCE-0956BF3AA4D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3" creationId="{82BC8D6C-EC85-4DC9-90A5-7DFD8C5DFA58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4" creationId="{D1B79503-F9D6-4CB0-9A35-AD0A8C8B18C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5" creationId="{20B1DB67-4F76-4A0F-A94A-E15D0E8FD14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7" creationId="{07E6083A-0A7E-48BA-8AB7-40BCA2D6415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8" creationId="{AAC94C53-56DD-4AE7-BD77-367D8A3F3DF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79" creationId="{1485FE1A-AD8A-4B33-AADA-3A2F34FA3B8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0" creationId="{F34A539B-533F-44EA-87CA-123D97EF5A5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1" creationId="{01A673C3-0A3B-4205-98EE-088E656AD0EF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2" creationId="{6E9AD4D9-B998-436D-AF8D-7C9D7406D975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3" creationId="{1281A13F-432C-4858-ABEE-F70DF594664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4" creationId="{1ABEBD1A-A672-4997-B3B5-AC2A6C4FCF8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5" creationId="{1793C9CD-BDC3-438C-BA58-1488A4E08D9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6" creationId="{36F24F60-912E-4401-B307-25171F5E899C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7" creationId="{3ED2B60E-DBF0-4E27-82D3-1882C896B70E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8" creationId="{E7FE7D76-31EE-4DDD-8CFB-0144EA0961DA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89" creationId="{89EE6942-2050-48AA-8BD5-4121F65CD7AD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90" creationId="{BEE3FD69-ADD4-47BC-8F5E-7173E9041003}"/>
          </ac:spMkLst>
        </pc:spChg>
        <pc:spChg chg="del mod topLvl">
          <ac:chgData name="欣捷" userId="b965477fa0aef5e6" providerId="LiveId" clId="{F58CB589-EA88-41E9-89B9-70387DC4BAF4}" dt="2021-04-20T08:34:43.183" v="163" actId="478"/>
          <ac:spMkLst>
            <pc:docMk/>
            <pc:sldMk cId="2084196931" sldId="1140"/>
            <ac:spMk id="796691" creationId="{04651A8B-AB6E-4638-A2F5-F4E3ACC07C66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4" creationId="{6A3F93EC-A487-4DD4-BFCA-597C16D3D8D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5" creationId="{1C5422F0-20AD-4733-9A4B-CF34A4D676A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6" creationId="{BCB76E87-BB51-4332-BB1D-A34B213DFD8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7" creationId="{888109B5-BBC3-4C3C-8FAB-055BBA6EECE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8" creationId="{1E604884-7CF3-4A46-8BAF-4CF508A4552A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699" creationId="{71AE3061-3737-4542-A012-ABA6F4BFCBF9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0" creationId="{B6A0A71C-0E33-4322-BA3B-3082F4DA495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1" creationId="{82084C78-4B7A-418B-BD92-539ECC1B7E7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2" creationId="{184AF1B4-F5DB-4CCF-A065-75FCF6ED53F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3" creationId="{00C7C8B5-E937-4C82-808D-86D0F0425C6F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4" creationId="{628747B7-78BD-4105-9023-28C1B9367508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5" creationId="{2A072FC6-C69D-4BBC-A3E4-C98079610DC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6" creationId="{AFC33C4D-B7FA-4DDD-96EF-FEE07B447A46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7" creationId="{E92749C0-E05E-48F6-A1DC-53601CA48B7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8" creationId="{1CD19E41-FF29-4EFF-BA26-F012F7F3A7F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09" creationId="{363ECB4F-A3D5-4A41-A591-B0949A0D857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0" creationId="{907B9D84-AA73-4E13-88C8-5D5B45BEAB0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1" creationId="{334E52B2-35BD-4FA0-9C4A-3D3891B0202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2" creationId="{BD8261D2-AFF2-412A-A294-777F466755C6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3" creationId="{2F5D3E1A-B7A9-48CC-9753-FF4F84527FC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4" creationId="{CA8DFB38-80D5-4057-88C7-30838CDF7EB2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5" creationId="{B9ED31BF-33E7-48FB-BA31-B417421ACFC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6" creationId="{C4CD47C2-183C-4119-B48F-E5481488D200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7" creationId="{55D53407-4674-41DD-903B-4E7E4557BCA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8" creationId="{DED46C1B-23DA-4D1A-81EC-1B121586C6D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19" creationId="{913565FA-0A90-43CC-B142-08320B2D366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0" creationId="{6DC0DCFF-074E-4556-96E1-5802F39DCEBD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1" creationId="{02CA37EC-844B-4FBD-A9A9-663C01928D61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2" creationId="{BD5EB224-17F3-4075-BAE5-FFD7127B75B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3" creationId="{E76E93AD-110D-4333-BFA5-EFE0D7E20B9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4" creationId="{FC067A0F-5D32-4975-91F4-43038763AE45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5" creationId="{71EE9FDC-7AE1-4E56-91C8-DE87BF9C376C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6" creationId="{C1E05D32-A794-47C3-8824-C570D3C3069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7" creationId="{0F0FB431-96B9-48C7-BBF6-335C4C37805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8" creationId="{43EEAB5B-7568-42D9-996D-3EECE931CD47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29" creationId="{A24D7442-D8C9-459D-AA6C-04D0B536550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0" creationId="{4D85336E-DAEF-4F9B-A700-A4DE7DF7BCBB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1" creationId="{FD4749F3-4968-42CE-9E0A-8F6D840E83CE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2" creationId="{AA430231-FE4E-4BC3-A09D-C098801674D3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3" creationId="{562D4640-542E-44CD-BCF4-6CB636B3B918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4" creationId="{E327D9F8-ACF6-48BA-BD1E-BD415EB674E4}"/>
          </ac:spMkLst>
        </pc:spChg>
        <pc:spChg chg="mod">
          <ac:chgData name="欣捷" userId="b965477fa0aef5e6" providerId="LiveId" clId="{F58CB589-EA88-41E9-89B9-70387DC4BAF4}" dt="2021-04-20T08:34:23.220" v="157" actId="27803"/>
          <ac:spMkLst>
            <pc:docMk/>
            <pc:sldMk cId="2084196931" sldId="1140"/>
            <ac:spMk id="796735" creationId="{215C24B6-4F73-4F5D-AD9B-163E92E2845A}"/>
          </ac:spMkLst>
        </pc:spChg>
        <pc:grpChg chg="mod">
          <ac:chgData name="欣捷" userId="b965477fa0aef5e6" providerId="LiveId" clId="{F58CB589-EA88-41E9-89B9-70387DC4BAF4}" dt="2021-04-20T08:37:39.193" v="187" actId="338"/>
          <ac:grpSpMkLst>
            <pc:docMk/>
            <pc:sldMk cId="2084196931" sldId="1140"/>
            <ac:grpSpMk id="1" creationId="{00000000-0000-0000-0000-000000000000}"/>
          </ac:grpSpMkLst>
        </pc:grpChg>
        <pc:grpChg chg="del mod">
          <ac:chgData name="欣捷" userId="b965477fa0aef5e6" providerId="LiveId" clId="{F58CB589-EA88-41E9-89B9-70387DC4BAF4}" dt="2021-04-20T08:33:07.901" v="153" actId="165"/>
          <ac:grpSpMkLst>
            <pc:docMk/>
            <pc:sldMk cId="2084196931" sldId="1140"/>
            <ac:grpSpMk id="16" creationId="{0AA0B6C1-5784-4A3B-913E-A5D43E5C7F0D}"/>
          </ac:grpSpMkLst>
        </pc:grpChg>
        <pc:grpChg chg="add mod">
          <ac:chgData name="欣捷" userId="b965477fa0aef5e6" providerId="LiveId" clId="{F58CB589-EA88-41E9-89B9-70387DC4BAF4}" dt="2021-04-20T09:19:00.211" v="588" actId="164"/>
          <ac:grpSpMkLst>
            <pc:docMk/>
            <pc:sldMk cId="2084196931" sldId="1140"/>
            <ac:grpSpMk id="158" creationId="{4F2A07DC-3070-4A73-A680-EF00BA215452}"/>
          </ac:grpSpMkLst>
        </pc:grpChg>
        <pc:grpChg chg="add mod">
          <ac:chgData name="欣捷" userId="b965477fa0aef5e6" providerId="LiveId" clId="{F58CB589-EA88-41E9-89B9-70387DC4BAF4}" dt="2021-04-20T09:24:21.014" v="633" actId="1076"/>
          <ac:grpSpMkLst>
            <pc:docMk/>
            <pc:sldMk cId="2084196931" sldId="1140"/>
            <ac:grpSpMk id="159" creationId="{302500A7-CABA-4A3B-B293-8FB35E959879}"/>
          </ac:grpSpMkLst>
        </pc:grpChg>
        <pc:grpChg chg="add del mod">
          <ac:chgData name="欣捷" userId="b965477fa0aef5e6" providerId="LiveId" clId="{F58CB589-EA88-41E9-89B9-70387DC4BAF4}" dt="2021-04-20T08:37:54.109" v="190" actId="165"/>
          <ac:grpSpMkLst>
            <pc:docMk/>
            <pc:sldMk cId="2084196931" sldId="1140"/>
            <ac:grpSpMk id="27674" creationId="{6F9ED73E-6E6D-454A-8A45-8BF3190B9403}"/>
          </ac:grpSpMkLst>
        </pc:grpChg>
        <pc:grpChg chg="mod">
          <ac:chgData name="欣捷" userId="b965477fa0aef5e6" providerId="LiveId" clId="{F58CB589-EA88-41E9-89B9-70387DC4BAF4}" dt="2021-04-20T08:34:23.220" v="157" actId="27803"/>
          <ac:grpSpMkLst>
            <pc:docMk/>
            <pc:sldMk cId="2084196931" sldId="1140"/>
            <ac:grpSpMk id="796693" creationId="{5135B971-7EDE-4C6F-B6CB-717CB83778E6}"/>
          </ac:grpSpMkLst>
        </pc:grpChg>
        <pc:graphicFrameChg chg="add del mod modGraphic">
          <ac:chgData name="欣捷" userId="b965477fa0aef5e6" providerId="LiveId" clId="{F58CB589-EA88-41E9-89B9-70387DC4BAF4}" dt="2021-04-20T08:36:59.036" v="185" actId="478"/>
          <ac:graphicFrameMkLst>
            <pc:docMk/>
            <pc:sldMk cId="2084196931" sldId="1140"/>
            <ac:graphicFrameMk id="153" creationId="{569675CF-1CDB-4468-9FEE-05268D60742C}"/>
          </ac:graphicFrameMkLst>
        </pc:graphicFrameChg>
        <pc:graphicFrameChg chg="del mod ord modGraphic">
          <ac:chgData name="欣捷" userId="b965477fa0aef5e6" providerId="LiveId" clId="{F58CB589-EA88-41E9-89B9-70387DC4BAF4}" dt="2021-04-20T08:32:59.957" v="150" actId="478"/>
          <ac:graphicFrameMkLst>
            <pc:docMk/>
            <pc:sldMk cId="2084196931" sldId="1140"/>
            <ac:graphicFrameMk id="796676" creationId="{2CE792A0-7F05-43E0-8EB3-154CFC449AD0}"/>
          </ac:graphicFrameMkLst>
        </pc:graphicFrameChg>
        <pc:picChg chg="del mod">
          <ac:chgData name="欣捷" userId="b965477fa0aef5e6" providerId="LiveId" clId="{F58CB589-EA88-41E9-89B9-70387DC4BAF4}" dt="2021-04-20T08:33:05.169" v="152" actId="338"/>
          <ac:picMkLst>
            <pc:docMk/>
            <pc:sldMk cId="2084196931" sldId="1140"/>
            <ac:picMk id="15" creationId="{39923434-3199-4E5C-8885-0A16537EC27F}"/>
          </ac:picMkLst>
        </pc:picChg>
        <pc:picChg chg="del mod">
          <ac:chgData name="欣捷" userId="b965477fa0aef5e6" providerId="LiveId" clId="{F58CB589-EA88-41E9-89B9-70387DC4BAF4}" dt="2021-04-20T08:37:39.193" v="187" actId="338"/>
          <ac:picMkLst>
            <pc:docMk/>
            <pc:sldMk cId="2084196931" sldId="1140"/>
            <ac:picMk id="27673" creationId="{F2604261-F4AA-4CA7-916D-3597C41AE10F}"/>
          </ac:picMkLst>
        </pc:picChg>
        <pc:picChg chg="add del mod">
          <ac:chgData name="欣捷" userId="b965477fa0aef5e6" providerId="LiveId" clId="{F58CB589-EA88-41E9-89B9-70387DC4BAF4}" dt="2021-04-20T08:34:30.782" v="160"/>
          <ac:picMkLst>
            <pc:docMk/>
            <pc:sldMk cId="2084196931" sldId="1140"/>
            <ac:picMk id="796692" creationId="{5135B971-7EDE-4C6F-B6CB-717CB83778E6}"/>
          </ac:picMkLst>
        </pc:picChg>
      </pc:sldChg>
      <pc:sldChg chg="addSp delSp modSp add del mod">
        <pc:chgData name="欣捷" userId="b965477fa0aef5e6" providerId="LiveId" clId="{F58CB589-EA88-41E9-89B9-70387DC4BAF4}" dt="2021-04-20T08:31:51.743" v="129" actId="47"/>
        <pc:sldMkLst>
          <pc:docMk/>
          <pc:sldMk cId="3335640676" sldId="1140"/>
        </pc:sldMkLst>
        <pc:spChg chg="add del mod">
          <ac:chgData name="欣捷" userId="b965477fa0aef5e6" providerId="LiveId" clId="{F58CB589-EA88-41E9-89B9-70387DC4BAF4}" dt="2021-04-20T08:29:16.484" v="107" actId="478"/>
          <ac:spMkLst>
            <pc:docMk/>
            <pc:sldMk cId="3335640676" sldId="1140"/>
            <ac:spMk id="4" creationId="{E199887C-8D04-404A-B212-CB50FD274941}"/>
          </ac:spMkLst>
        </pc:spChg>
        <pc:spChg chg="del mod topLvl">
          <ac:chgData name="欣捷" userId="b965477fa0aef5e6" providerId="LiveId" clId="{F58CB589-EA88-41E9-89B9-70387DC4BAF4}" dt="2021-04-20T08:31:07.915" v="117" actId="478"/>
          <ac:spMkLst>
            <pc:docMk/>
            <pc:sldMk cId="3335640676" sldId="1140"/>
            <ac:spMk id="6" creationId="{F3162E43-8023-4258-B59C-3701EAEE716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" creationId="{47099B26-5DBE-426F-A746-CA3AA12FF86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8" creationId="{CE639810-C6DF-495B-AF2C-DB3035CA4E0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9" creationId="{0331189F-7402-46BC-98BA-079E5C0F5CB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0" creationId="{72FE8E68-F687-4B00-9C94-D011D62C36E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1" creationId="{F7742764-27F0-4D26-8293-916FA1DB861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2" creationId="{A89F6AFC-3249-432D-BE29-EA9A488D425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3" creationId="{C4A7F38A-892E-45F7-87C9-A0EEBAF03F6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4" creationId="{45B8E040-7396-4DDA-9009-F256F7F2A9D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5" creationId="{0E1E4599-DDA4-46BC-89D7-F83412A0E39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6" creationId="{2D06B77C-1153-441E-8AC8-1FB0176007F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7" creationId="{49B2D0A6-1BFC-40A1-92CE-21071609D6F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8" creationId="{EC453792-87D6-4112-93E2-268F57A4DD0F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19" creationId="{D5AC5D89-3AE5-4401-A4B4-FE1EF5C203F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0" creationId="{5D9920AD-B297-42F2-ABE0-F9C248E06A3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1" creationId="{1BCDF671-9978-4CD6-B7EF-C4CBFCCF3E0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2" creationId="{6CE98483-AAB2-4265-8684-BAF0571082C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3" creationId="{952A6E4E-2028-41CA-A19C-B019D5C97651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4" creationId="{215803A1-AE95-4DCC-8E04-56C719B574D0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5" creationId="{EA36C7AA-B7DA-408D-A9A3-A1D7346BDDD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6" creationId="{93679D01-25B7-49FA-B4C0-6B4C8AC5F5D5}"/>
          </ac:spMkLst>
        </pc:spChg>
        <pc:spChg chg="mod topLvl">
          <ac:chgData name="欣捷" userId="b965477fa0aef5e6" providerId="LiveId" clId="{F58CB589-EA88-41E9-89B9-70387DC4BAF4}" dt="2021-04-20T08:31:47.996" v="126" actId="20577"/>
          <ac:spMkLst>
            <pc:docMk/>
            <pc:sldMk cId="3335640676" sldId="1140"/>
            <ac:spMk id="27" creationId="{40BBC041-F638-44E7-8661-3975F5B2B758}"/>
          </ac:spMkLst>
        </pc:spChg>
        <pc:spChg chg="del mod topLvl">
          <ac:chgData name="欣捷" userId="b965477fa0aef5e6" providerId="LiveId" clId="{F58CB589-EA88-41E9-89B9-70387DC4BAF4}" dt="2021-04-20T08:31:48.988" v="128"/>
          <ac:spMkLst>
            <pc:docMk/>
            <pc:sldMk cId="3335640676" sldId="1140"/>
            <ac:spMk id="28" creationId="{3DCB356E-C4FB-4FDD-B7B6-C09490AB118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29" creationId="{5FC9DE7B-1D64-4D2F-80CD-31537F8473BE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0" creationId="{A6620DE4-8426-4063-A1C4-C57723FFE08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1" creationId="{83CEA704-C51B-4D25-9739-12E8E713BACE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2" creationId="{C37A03C9-832D-4A3A-9B31-7FB8FAFDF25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3" creationId="{E917F4FA-94E7-410E-A805-6419ECE892A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4" creationId="{956F54D9-8F21-403D-A418-2E70B1B0C9BE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5" creationId="{D81F22FE-9531-45DB-A343-6694979F29E1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6" creationId="{0535EBAA-245C-46A6-876B-F2BE4F01687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7" creationId="{98A472CA-F427-4700-9127-796B5330180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8" creationId="{7CC80323-7BAF-487E-855D-1FA8BB7D5FCC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39" creationId="{CA03A9D9-4E17-481D-9B68-53E98CC2DED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0" creationId="{D5AB4475-0FA1-43B0-A51F-B8EBFDD662A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1" creationId="{542CE809-2C12-4ABE-A307-E5FD58160E9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2" creationId="{C74B0B13-D32D-485E-8381-7FF27D0376F5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3" creationId="{C05E46DA-C1D1-4B0D-8B73-BACA2B6DECE3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4" creationId="{784ACCF4-C0BC-473D-96CD-91C22539FAD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5" creationId="{E08A642F-397E-4B16-8E4A-E46AFC4A0E9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6" creationId="{92BDADBD-870B-411C-A06B-E3FC2FDE169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7" creationId="{5892DC19-A53F-488E-8E70-1499E0067D1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8" creationId="{5AD264BE-82A1-4D87-A884-52807EFA5A5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49" creationId="{09F6E2B2-DD7A-4833-9E12-873775F81B6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0" creationId="{622CE4B1-73FC-4173-8E73-EB5D7418728A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1" creationId="{E99DA34D-EC2D-4CD0-9BB6-2BF3A3C5FDF2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2" creationId="{4D1FC76C-6A04-4232-A5E6-6C705ADF9A0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3" creationId="{9B14EB21-B6DA-476F-8B67-BED757D09CF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4" creationId="{98A44339-5431-4467-84A5-AA3F4E01273D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5" creationId="{31795774-06CC-4BDA-BB0A-25130FB34C9C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6" creationId="{924CF561-E300-49A5-9509-9DC02D76921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7" creationId="{371F4C99-A360-472F-9A0E-72E2317C7916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8" creationId="{E1831656-12BA-4B2F-A23E-9E854A2F93C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59" creationId="{A77E68B7-62BD-4E88-A344-4CDD0E9E455C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0" creationId="{C6B23C15-1163-4026-9930-9CAC9182BC9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1" creationId="{279AAC55-B69E-49C0-9CA8-26FE0A2A06B8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2" creationId="{E6DDF4F9-CB76-4C12-871E-9B39E4F3A279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63" creationId="{3DBA2254-23AE-49E3-B3CB-E19D873B2955}"/>
          </ac:spMkLst>
        </pc:spChg>
        <pc:spChg chg="mod">
          <ac:chgData name="欣捷" userId="b965477fa0aef5e6" providerId="LiveId" clId="{F58CB589-EA88-41E9-89B9-70387DC4BAF4}" dt="2021-04-20T08:29:32.442" v="109" actId="338"/>
          <ac:spMkLst>
            <pc:docMk/>
            <pc:sldMk cId="3335640676" sldId="1140"/>
            <ac:spMk id="27650" creationId="{22D8A731-AE74-4746-A3B8-8256FFF194A2}"/>
          </ac:spMkLst>
        </pc:spChg>
        <pc:spChg chg="mod">
          <ac:chgData name="欣捷" userId="b965477fa0aef5e6" providerId="LiveId" clId="{F58CB589-EA88-41E9-89B9-70387DC4BAF4}" dt="2021-04-20T08:29:32.442" v="109" actId="338"/>
          <ac:spMkLst>
            <pc:docMk/>
            <pc:sldMk cId="3335640676" sldId="1140"/>
            <ac:spMk id="27651" creationId="{A1741382-F451-48A5-8D5C-85D947507B8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2" creationId="{45CCF506-4242-4750-BB00-47CEBABA8EB0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3" creationId="{934375D6-09C2-4330-A4FC-7B0675F077A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4" creationId="{5EF06DB7-396D-418E-85E6-9A8BD200F5BB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5" creationId="{E9D97DFC-580E-477E-87CA-753B9FAFBF37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7" creationId="{8BC9FD79-3F2D-4D21-AD53-70A0BBA70796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8" creationId="{378BC636-B755-4CCC-B0B4-CC4FEC8AF426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79" creationId="{CDFE7ED5-1713-438E-9F1F-1E1CBB5A0FC4}"/>
          </ac:spMkLst>
        </pc:spChg>
        <pc:spChg chg="mod topLvl">
          <ac:chgData name="欣捷" userId="b965477fa0aef5e6" providerId="LiveId" clId="{F58CB589-EA88-41E9-89B9-70387DC4BAF4}" dt="2021-04-20T08:30:13.266" v="112" actId="2792"/>
          <ac:spMkLst>
            <pc:docMk/>
            <pc:sldMk cId="3335640676" sldId="1140"/>
            <ac:spMk id="796680" creationId="{A5FAF263-9B61-4237-8B55-8F218C822368}"/>
          </ac:spMkLst>
        </pc:spChg>
        <pc:grpChg chg="mod">
          <ac:chgData name="欣捷" userId="b965477fa0aef5e6" providerId="LiveId" clId="{F58CB589-EA88-41E9-89B9-70387DC4BAF4}" dt="2021-04-20T08:29:32.442" v="109" actId="338"/>
          <ac:grpSpMkLst>
            <pc:docMk/>
            <pc:sldMk cId="3335640676" sldId="1140"/>
            <ac:grpSpMk id="1" creationId="{00000000-0000-0000-0000-000000000000}"/>
          </ac:grpSpMkLst>
        </pc:grpChg>
        <pc:grpChg chg="del mod">
          <ac:chgData name="欣捷" userId="b965477fa0aef5e6" providerId="LiveId" clId="{F58CB589-EA88-41E9-89B9-70387DC4BAF4}" dt="2021-04-20T08:29:40.732" v="110" actId="165"/>
          <ac:grpSpMkLst>
            <pc:docMk/>
            <pc:sldMk cId="3335640676" sldId="1140"/>
            <ac:grpSpMk id="5" creationId="{33F4AC69-DA0C-44C9-B730-9F07169AB268}"/>
          </ac:grpSpMkLst>
        </pc:grpChg>
        <pc:graphicFrameChg chg="del">
          <ac:chgData name="欣捷" userId="b965477fa0aef5e6" providerId="LiveId" clId="{F58CB589-EA88-41E9-89B9-70387DC4BAF4}" dt="2021-04-20T08:29:13.270" v="106" actId="478"/>
          <ac:graphicFrameMkLst>
            <pc:docMk/>
            <pc:sldMk cId="3335640676" sldId="1140"/>
            <ac:graphicFrameMk id="796676" creationId="{2CE792A0-7F05-43E0-8EB3-154CFC449AD0}"/>
          </ac:graphicFrameMkLst>
        </pc:graphicFrameChg>
        <pc:picChg chg="del mod">
          <ac:chgData name="欣捷" userId="b965477fa0aef5e6" providerId="LiveId" clId="{F58CB589-EA88-41E9-89B9-70387DC4BAF4}" dt="2021-04-20T08:29:32.442" v="109" actId="338"/>
          <ac:picMkLst>
            <pc:docMk/>
            <pc:sldMk cId="3335640676" sldId="1140"/>
            <ac:picMk id="2" creationId="{B26A3A9E-B520-4094-984F-8690F35DA745}"/>
          </ac:picMkLst>
        </pc:picChg>
      </pc:sldChg>
      <pc:sldChg chg="modSp add mod">
        <pc:chgData name="欣捷" userId="b965477fa0aef5e6" providerId="LiveId" clId="{F58CB589-EA88-41E9-89B9-70387DC4BAF4}" dt="2021-04-20T09:06:39.328" v="324" actId="113"/>
        <pc:sldMkLst>
          <pc:docMk/>
          <pc:sldMk cId="406512071" sldId="1141"/>
        </pc:sldMkLst>
        <pc:spChg chg="mod">
          <ac:chgData name="欣捷" userId="b965477fa0aef5e6" providerId="LiveId" clId="{F58CB589-EA88-41E9-89B9-70387DC4BAF4}" dt="2021-04-20T09:06:28.271" v="318"/>
          <ac:spMkLst>
            <pc:docMk/>
            <pc:sldMk cId="406512071" sldId="1141"/>
            <ac:spMk id="7170" creationId="{9A9ACD68-0B23-45C4-B0C9-40FDBDF97E94}"/>
          </ac:spMkLst>
        </pc:spChg>
        <pc:spChg chg="mod">
          <ac:chgData name="欣捷" userId="b965477fa0aef5e6" providerId="LiveId" clId="{F58CB589-EA88-41E9-89B9-70387DC4BAF4}" dt="2021-04-20T09:06:39.328" v="324" actId="113"/>
          <ac:spMkLst>
            <pc:docMk/>
            <pc:sldMk cId="406512071" sldId="1141"/>
            <ac:spMk id="7171" creationId="{7B9851B1-3ED8-4584-9FD6-F58A8B0C36C4}"/>
          </ac:spMkLst>
        </pc:spChg>
      </pc:sldChg>
      <pc:sldChg chg="modSp new mod modAnim">
        <pc:chgData name="欣捷" userId="b965477fa0aef5e6" providerId="LiveId" clId="{F58CB589-EA88-41E9-89B9-70387DC4BAF4}" dt="2021-04-20T09:12:09.602" v="473"/>
        <pc:sldMkLst>
          <pc:docMk/>
          <pc:sldMk cId="1844201406" sldId="1142"/>
        </pc:sldMkLst>
        <pc:spChg chg="mod">
          <ac:chgData name="欣捷" userId="b965477fa0aef5e6" providerId="LiveId" clId="{F58CB589-EA88-41E9-89B9-70387DC4BAF4}" dt="2021-04-20T09:09:20.224" v="329"/>
          <ac:spMkLst>
            <pc:docMk/>
            <pc:sldMk cId="1844201406" sldId="1142"/>
            <ac:spMk id="2" creationId="{126B5D20-E9F6-44DA-AB18-82250B28E792}"/>
          </ac:spMkLst>
        </pc:spChg>
        <pc:spChg chg="mod">
          <ac:chgData name="欣捷" userId="b965477fa0aef5e6" providerId="LiveId" clId="{F58CB589-EA88-41E9-89B9-70387DC4BAF4}" dt="2021-04-20T09:11:58.891" v="471"/>
          <ac:spMkLst>
            <pc:docMk/>
            <pc:sldMk cId="1844201406" sldId="1142"/>
            <ac:spMk id="3" creationId="{7F185FF3-18D6-4AAC-B1C5-F75BCA35F67C}"/>
          </ac:spMkLst>
        </pc:spChg>
      </pc:sldChg>
      <pc:sldChg chg="modSp add mod">
        <pc:chgData name="欣捷" userId="b965477fa0aef5e6" providerId="LiveId" clId="{F58CB589-EA88-41E9-89B9-70387DC4BAF4}" dt="2021-04-20T09:22:54.495" v="619" actId="6549"/>
        <pc:sldMkLst>
          <pc:docMk/>
          <pc:sldMk cId="3037729556" sldId="1143"/>
        </pc:sldMkLst>
        <pc:graphicFrameChg chg="modGraphic">
          <ac:chgData name="欣捷" userId="b965477fa0aef5e6" providerId="LiveId" clId="{F58CB589-EA88-41E9-89B9-70387DC4BAF4}" dt="2021-04-20T09:22:54.495" v="619" actId="6549"/>
          <ac:graphicFrameMkLst>
            <pc:docMk/>
            <pc:sldMk cId="3037729556" sldId="1143"/>
            <ac:graphicFrameMk id="12" creationId="{392FF57F-B253-4DAC-BFB1-4445AAB528F9}"/>
          </ac:graphicFrameMkLst>
        </pc:graphicFrameChg>
      </pc:sldChg>
      <pc:sldChg chg="add">
        <pc:chgData name="欣捷" userId="b965477fa0aef5e6" providerId="LiveId" clId="{F58CB589-EA88-41E9-89B9-70387DC4BAF4}" dt="2021-04-20T09:22:19.763" v="609"/>
        <pc:sldMkLst>
          <pc:docMk/>
          <pc:sldMk cId="546972322" sldId="1144"/>
        </pc:sldMkLst>
      </pc:sldChg>
      <pc:sldChg chg="modSp add">
        <pc:chgData name="欣捷" userId="b965477fa0aef5e6" providerId="LiveId" clId="{F58CB589-EA88-41E9-89B9-70387DC4BAF4}" dt="2021-04-20T09:23:11.343" v="621"/>
        <pc:sldMkLst>
          <pc:docMk/>
          <pc:sldMk cId="4223351651" sldId="1145"/>
        </pc:sldMkLst>
        <pc:graphicFrameChg chg="mod">
          <ac:chgData name="欣捷" userId="b965477fa0aef5e6" providerId="LiveId" clId="{F58CB589-EA88-41E9-89B9-70387DC4BAF4}" dt="2021-04-20T09:23:11.343" v="621"/>
          <ac:graphicFrameMkLst>
            <pc:docMk/>
            <pc:sldMk cId="4223351651" sldId="1145"/>
            <ac:graphicFrameMk id="12" creationId="{392FF57F-B253-4DAC-BFB1-4445AAB528F9}"/>
          </ac:graphicFrameMkLst>
        </pc:graphicFrameChg>
      </pc:sldChg>
      <pc:sldChg chg="modSp add mod">
        <pc:chgData name="欣捷" userId="b965477fa0aef5e6" providerId="LiveId" clId="{F58CB589-EA88-41E9-89B9-70387DC4BAF4}" dt="2021-04-20T09:27:13.884" v="685" actId="20577"/>
        <pc:sldMkLst>
          <pc:docMk/>
          <pc:sldMk cId="1246412149" sldId="1146"/>
        </pc:sldMkLst>
        <pc:graphicFrameChg chg="modGraphic">
          <ac:chgData name="欣捷" userId="b965477fa0aef5e6" providerId="LiveId" clId="{F58CB589-EA88-41E9-89B9-70387DC4BAF4}" dt="2021-04-20T09:27:13.884" v="685" actId="20577"/>
          <ac:graphicFrameMkLst>
            <pc:docMk/>
            <pc:sldMk cId="1246412149" sldId="1146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18.394" v="687" actId="20577"/>
        <pc:sldMkLst>
          <pc:docMk/>
          <pc:sldMk cId="1563518926" sldId="1147"/>
        </pc:sldMkLst>
        <pc:graphicFrameChg chg="modGraphic">
          <ac:chgData name="欣捷" userId="b965477fa0aef5e6" providerId="LiveId" clId="{F58CB589-EA88-41E9-89B9-70387DC4BAF4}" dt="2021-04-20T09:27:18.394" v="687" actId="20577"/>
          <ac:graphicFrameMkLst>
            <pc:docMk/>
            <pc:sldMk cId="1563518926" sldId="1147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22.409" v="689" actId="20577"/>
        <pc:sldMkLst>
          <pc:docMk/>
          <pc:sldMk cId="3006853834" sldId="1148"/>
        </pc:sldMkLst>
        <pc:graphicFrameChg chg="modGraphic">
          <ac:chgData name="欣捷" userId="b965477fa0aef5e6" providerId="LiveId" clId="{F58CB589-EA88-41E9-89B9-70387DC4BAF4}" dt="2021-04-20T09:27:22.409" v="689" actId="20577"/>
          <ac:graphicFrameMkLst>
            <pc:docMk/>
            <pc:sldMk cId="3006853834" sldId="1148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26.586" v="691" actId="20577"/>
        <pc:sldMkLst>
          <pc:docMk/>
          <pc:sldMk cId="2869246556" sldId="1149"/>
        </pc:sldMkLst>
        <pc:graphicFrameChg chg="modGraphic">
          <ac:chgData name="欣捷" userId="b965477fa0aef5e6" providerId="LiveId" clId="{F58CB589-EA88-41E9-89B9-70387DC4BAF4}" dt="2021-04-20T09:27:26.586" v="691" actId="20577"/>
          <ac:graphicFrameMkLst>
            <pc:docMk/>
            <pc:sldMk cId="2869246556" sldId="1149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31.804" v="693" actId="20577"/>
        <pc:sldMkLst>
          <pc:docMk/>
          <pc:sldMk cId="500657596" sldId="1150"/>
        </pc:sldMkLst>
        <pc:graphicFrameChg chg="modGraphic">
          <ac:chgData name="欣捷" userId="b965477fa0aef5e6" providerId="LiveId" clId="{F58CB589-EA88-41E9-89B9-70387DC4BAF4}" dt="2021-04-20T09:27:31.804" v="693" actId="20577"/>
          <ac:graphicFrameMkLst>
            <pc:docMk/>
            <pc:sldMk cId="500657596" sldId="1150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27:37.737" v="694" actId="20577"/>
        <pc:sldMkLst>
          <pc:docMk/>
          <pc:sldMk cId="3962178428" sldId="1151"/>
        </pc:sldMkLst>
        <pc:graphicFrameChg chg="modGraphic">
          <ac:chgData name="欣捷" userId="b965477fa0aef5e6" providerId="LiveId" clId="{F58CB589-EA88-41E9-89B9-70387DC4BAF4}" dt="2021-04-20T09:27:37.737" v="694" actId="20577"/>
          <ac:graphicFrameMkLst>
            <pc:docMk/>
            <pc:sldMk cId="3962178428" sldId="1151"/>
            <ac:graphicFrameMk id="7" creationId="{37CC3D40-8AD9-46E1-AFAB-E74C336F4304}"/>
          </ac:graphicFrameMkLst>
        </pc:graphicFrameChg>
      </pc:sldChg>
      <pc:sldChg chg="modSp add mod">
        <pc:chgData name="欣捷" userId="b965477fa0aef5e6" providerId="LiveId" clId="{F58CB589-EA88-41E9-89B9-70387DC4BAF4}" dt="2021-04-20T09:31:43.160" v="756" actId="6549"/>
        <pc:sldMkLst>
          <pc:docMk/>
          <pc:sldMk cId="389650025" sldId="1152"/>
        </pc:sldMkLst>
        <pc:graphicFrameChg chg="modGraphic">
          <ac:chgData name="欣捷" userId="b965477fa0aef5e6" providerId="LiveId" clId="{F58CB589-EA88-41E9-89B9-70387DC4BAF4}" dt="2021-04-20T09:31:43.160" v="756" actId="6549"/>
          <ac:graphicFrameMkLst>
            <pc:docMk/>
            <pc:sldMk cId="389650025" sldId="1152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40.862" v="755" actId="6549"/>
        <pc:sldMkLst>
          <pc:docMk/>
          <pc:sldMk cId="235929361" sldId="1153"/>
        </pc:sldMkLst>
        <pc:graphicFrameChg chg="modGraphic">
          <ac:chgData name="欣捷" userId="b965477fa0aef5e6" providerId="LiveId" clId="{F58CB589-EA88-41E9-89B9-70387DC4BAF4}" dt="2021-04-20T09:31:40.862" v="755" actId="6549"/>
          <ac:graphicFrameMkLst>
            <pc:docMk/>
            <pc:sldMk cId="235929361" sldId="1153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8.269" v="754" actId="6549"/>
        <pc:sldMkLst>
          <pc:docMk/>
          <pc:sldMk cId="4207039851" sldId="1154"/>
        </pc:sldMkLst>
        <pc:graphicFrameChg chg="modGraphic">
          <ac:chgData name="欣捷" userId="b965477fa0aef5e6" providerId="LiveId" clId="{F58CB589-EA88-41E9-89B9-70387DC4BAF4}" dt="2021-04-20T09:31:38.269" v="754" actId="6549"/>
          <ac:graphicFrameMkLst>
            <pc:docMk/>
            <pc:sldMk cId="4207039851" sldId="1154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5.597" v="753" actId="6549"/>
        <pc:sldMkLst>
          <pc:docMk/>
          <pc:sldMk cId="77711967" sldId="1155"/>
        </pc:sldMkLst>
        <pc:graphicFrameChg chg="modGraphic">
          <ac:chgData name="欣捷" userId="b965477fa0aef5e6" providerId="LiveId" clId="{F58CB589-EA88-41E9-89B9-70387DC4BAF4}" dt="2021-04-20T09:31:35.597" v="753" actId="6549"/>
          <ac:graphicFrameMkLst>
            <pc:docMk/>
            <pc:sldMk cId="77711967" sldId="1155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3.341" v="752" actId="6549"/>
        <pc:sldMkLst>
          <pc:docMk/>
          <pc:sldMk cId="1749343738" sldId="1156"/>
        </pc:sldMkLst>
        <pc:graphicFrameChg chg="modGraphic">
          <ac:chgData name="欣捷" userId="b965477fa0aef5e6" providerId="LiveId" clId="{F58CB589-EA88-41E9-89B9-70387DC4BAF4}" dt="2021-04-20T09:31:33.341" v="752" actId="6549"/>
          <ac:graphicFrameMkLst>
            <pc:docMk/>
            <pc:sldMk cId="1749343738" sldId="1156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30.622" v="751" actId="6549"/>
        <pc:sldMkLst>
          <pc:docMk/>
          <pc:sldMk cId="3747700626" sldId="1157"/>
        </pc:sldMkLst>
        <pc:graphicFrameChg chg="modGraphic">
          <ac:chgData name="欣捷" userId="b965477fa0aef5e6" providerId="LiveId" clId="{F58CB589-EA88-41E9-89B9-70387DC4BAF4}" dt="2021-04-20T09:31:30.622" v="751" actId="6549"/>
          <ac:graphicFrameMkLst>
            <pc:docMk/>
            <pc:sldMk cId="3747700626" sldId="1157"/>
            <ac:graphicFrameMk id="7" creationId="{B82C7706-5A88-4F4C-BC2E-D88A3AE12F8A}"/>
          </ac:graphicFrameMkLst>
        </pc:graphicFrameChg>
      </pc:sldChg>
      <pc:sldChg chg="modSp add mod">
        <pc:chgData name="欣捷" userId="b965477fa0aef5e6" providerId="LiveId" clId="{F58CB589-EA88-41E9-89B9-70387DC4BAF4}" dt="2021-04-20T09:31:27.771" v="750" actId="6549"/>
        <pc:sldMkLst>
          <pc:docMk/>
          <pc:sldMk cId="2813883607" sldId="1158"/>
        </pc:sldMkLst>
        <pc:graphicFrameChg chg="modGraphic">
          <ac:chgData name="欣捷" userId="b965477fa0aef5e6" providerId="LiveId" clId="{F58CB589-EA88-41E9-89B9-70387DC4BAF4}" dt="2021-04-20T09:31:27.771" v="750" actId="6549"/>
          <ac:graphicFrameMkLst>
            <pc:docMk/>
            <pc:sldMk cId="2813883607" sldId="1158"/>
            <ac:graphicFrameMk id="7" creationId="{B82C7706-5A88-4F4C-BC2E-D88A3AE12F8A}"/>
          </ac:graphicFrameMkLst>
        </pc:graphicFrameChg>
      </pc:sldChg>
    </pc:docChg>
  </pc:docChgLst>
  <pc:docChgLst>
    <pc:chgData name="欣捷 王" userId="b965477fa0aef5e6" providerId="LiveId" clId="{A833BC08-8470-4F6A-91F4-CD522BE99EBC}"/>
    <pc:docChg chg="undo custSel modSld modMainMaster">
      <pc:chgData name="欣捷 王" userId="b965477fa0aef5e6" providerId="LiveId" clId="{A833BC08-8470-4F6A-91F4-CD522BE99EBC}" dt="2024-03-18T17:24:07.197" v="11" actId="700"/>
      <pc:docMkLst>
        <pc:docMk/>
      </pc:docMkLst>
      <pc:sldChg chg="modSp">
        <pc:chgData name="欣捷 王" userId="b965477fa0aef5e6" providerId="LiveId" clId="{A833BC08-8470-4F6A-91F4-CD522BE99EBC}" dt="2024-03-05T05:38:05.998" v="0"/>
        <pc:sldMkLst>
          <pc:docMk/>
          <pc:sldMk cId="2470898374" sldId="256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2470898374" sldId="256"/>
            <ac:spMk id="2" creationId="{E7DC3515-54D4-4A44-A409-1AD3C10C63ED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2470898374" sldId="256"/>
            <ac:spMk id="3" creationId="{B9F7C19A-4716-4FDA-9AAE-2A3CD35E521D}"/>
          </ac:spMkLst>
        </pc:spChg>
      </pc:sldChg>
      <pc:sldChg chg="modSp mod modClrScheme chgLayout">
        <pc:chgData name="欣捷 王" userId="b965477fa0aef5e6" providerId="LiveId" clId="{A833BC08-8470-4F6A-91F4-CD522BE99EBC}" dt="2024-03-14T15:18:29.623" v="4" actId="27636"/>
        <pc:sldMkLst>
          <pc:docMk/>
          <pc:sldMk cId="0" sldId="769"/>
        </pc:sldMkLst>
        <pc:spChg chg="mod ord">
          <ac:chgData name="欣捷 王" userId="b965477fa0aef5e6" providerId="LiveId" clId="{A833BC08-8470-4F6A-91F4-CD522BE99EBC}" dt="2024-03-14T15:18:29.611" v="3" actId="700"/>
          <ac:spMkLst>
            <pc:docMk/>
            <pc:sldMk cId="0" sldId="769"/>
            <ac:spMk id="2" creationId="{F1EAF965-8F3C-17D3-1750-E4C44167760C}"/>
          </ac:spMkLst>
        </pc:spChg>
        <pc:spChg chg="mod ord">
          <ac:chgData name="欣捷 王" userId="b965477fa0aef5e6" providerId="LiveId" clId="{A833BC08-8470-4F6A-91F4-CD522BE99EBC}" dt="2024-03-14T15:18:29.611" v="3" actId="700"/>
          <ac:spMkLst>
            <pc:docMk/>
            <pc:sldMk cId="0" sldId="769"/>
            <ac:spMk id="3" creationId="{DFA7610E-1D97-ECF8-6F31-C5EF4F3F54AB}"/>
          </ac:spMkLst>
        </pc:spChg>
        <pc:spChg chg="mod ord">
          <ac:chgData name="欣捷 王" userId="b965477fa0aef5e6" providerId="LiveId" clId="{A833BC08-8470-4F6A-91F4-CD522BE99EBC}" dt="2024-03-14T15:18:29.611" v="3" actId="700"/>
          <ac:spMkLst>
            <pc:docMk/>
            <pc:sldMk cId="0" sldId="769"/>
            <ac:spMk id="4" creationId="{4ECE5835-54E4-00A2-B6F0-F810AB81E82C}"/>
          </ac:spMkLst>
        </pc:spChg>
        <pc:spChg chg="mod ord">
          <ac:chgData name="欣捷 王" userId="b965477fa0aef5e6" providerId="LiveId" clId="{A833BC08-8470-4F6A-91F4-CD522BE99EBC}" dt="2024-03-14T15:18:29.611" v="3" actId="700"/>
          <ac:spMkLst>
            <pc:docMk/>
            <pc:sldMk cId="0" sldId="769"/>
            <ac:spMk id="47106" creationId="{ED240A5C-C06D-4F9D-9692-0B4158006376}"/>
          </ac:spMkLst>
        </pc:spChg>
        <pc:spChg chg="mod ord">
          <ac:chgData name="欣捷 王" userId="b965477fa0aef5e6" providerId="LiveId" clId="{A833BC08-8470-4F6A-91F4-CD522BE99EBC}" dt="2024-03-14T15:18:29.623" v="4" actId="27636"/>
          <ac:spMkLst>
            <pc:docMk/>
            <pc:sldMk cId="0" sldId="769"/>
            <ac:spMk id="47107" creationId="{03AD5C50-8B2C-4D70-BB32-486CF18D1D09}"/>
          </ac:spMkLst>
        </pc:spChg>
      </pc:sldChg>
      <pc:sldChg chg="modSp mod modClrScheme chgLayout">
        <pc:chgData name="欣捷 王" userId="b965477fa0aef5e6" providerId="LiveId" clId="{A833BC08-8470-4F6A-91F4-CD522BE99EBC}" dt="2024-03-14T15:18:27.784" v="2" actId="700"/>
        <pc:sldMkLst>
          <pc:docMk/>
          <pc:sldMk cId="0" sldId="813"/>
        </pc:sldMkLst>
        <pc:spChg chg="mod ord">
          <ac:chgData name="欣捷 王" userId="b965477fa0aef5e6" providerId="LiveId" clId="{A833BC08-8470-4F6A-91F4-CD522BE99EBC}" dt="2024-03-14T15:18:27.784" v="2" actId="700"/>
          <ac:spMkLst>
            <pc:docMk/>
            <pc:sldMk cId="0" sldId="813"/>
            <ac:spMk id="2" creationId="{7CBAC6AB-A265-7325-86D1-7747662F7E99}"/>
          </ac:spMkLst>
        </pc:spChg>
        <pc:spChg chg="mod ord">
          <ac:chgData name="欣捷 王" userId="b965477fa0aef5e6" providerId="LiveId" clId="{A833BC08-8470-4F6A-91F4-CD522BE99EBC}" dt="2024-03-14T15:18:27.784" v="2" actId="700"/>
          <ac:spMkLst>
            <pc:docMk/>
            <pc:sldMk cId="0" sldId="813"/>
            <ac:spMk id="3" creationId="{95BD64E8-A598-FCE8-07D7-D4880D7D4921}"/>
          </ac:spMkLst>
        </pc:spChg>
        <pc:spChg chg="mod ord">
          <ac:chgData name="欣捷 王" userId="b965477fa0aef5e6" providerId="LiveId" clId="{A833BC08-8470-4F6A-91F4-CD522BE99EBC}" dt="2024-03-14T15:18:27.784" v="2" actId="700"/>
          <ac:spMkLst>
            <pc:docMk/>
            <pc:sldMk cId="0" sldId="813"/>
            <ac:spMk id="4" creationId="{6FCA203D-BB28-A997-80FD-62017B8139CA}"/>
          </ac:spMkLst>
        </pc:spChg>
        <pc:spChg chg="mod ord">
          <ac:chgData name="欣捷 王" userId="b965477fa0aef5e6" providerId="LiveId" clId="{A833BC08-8470-4F6A-91F4-CD522BE99EBC}" dt="2024-03-14T15:18:27.784" v="2" actId="700"/>
          <ac:spMkLst>
            <pc:docMk/>
            <pc:sldMk cId="0" sldId="813"/>
            <ac:spMk id="60418" creationId="{797C45F7-105A-40FD-8DE7-A039127DC9B2}"/>
          </ac:spMkLst>
        </pc:spChg>
        <pc:spChg chg="mod ord">
          <ac:chgData name="欣捷 王" userId="b965477fa0aef5e6" providerId="LiveId" clId="{A833BC08-8470-4F6A-91F4-CD522BE99EBC}" dt="2024-03-14T15:18:27.784" v="2" actId="700"/>
          <ac:spMkLst>
            <pc:docMk/>
            <pc:sldMk cId="0" sldId="813"/>
            <ac:spMk id="60419" creationId="{E8B3E716-0A88-4A08-A567-3EBBDF7EF64C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878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878"/>
            <ac:spMk id="44034" creationId="{2F764B2D-AAD3-4E52-A4DE-87FB3D35D58E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1458318623" sldId="89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1458318623" sldId="897"/>
            <ac:spMk id="7170" creationId="{9A9ACD68-0B23-45C4-B0C9-40FDBDF97E94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1458318623" sldId="897"/>
            <ac:spMk id="7171" creationId="{7B9851B1-3ED8-4584-9FD6-F58A8B0C36C4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93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37"/>
            <ac:spMk id="39938" creationId="{66C17C57-4238-4E11-87E4-A7DB59424652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37"/>
            <ac:spMk id="39939" creationId="{EFD542B9-22C8-47C3-9E4B-2B35A0FBCB48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93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39"/>
            <ac:spMk id="44034" creationId="{5C5F09A1-3175-4E6C-BC53-847357086205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39"/>
            <ac:spMk id="44035" creationId="{E80D1BAE-6ED7-45F8-BBF2-FB2DC9A71975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94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41"/>
            <ac:spMk id="48130" creationId="{20FCD967-1735-46AD-AF10-DE77433E750A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41"/>
            <ac:spMk id="48131" creationId="{8146994E-3211-451C-9001-FC8C0F290EA2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944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44"/>
            <ac:spMk id="52226" creationId="{9898E463-AF8F-4E0C-97E8-EA7374205B6E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44"/>
            <ac:spMk id="52227" creationId="{DB4B964E-9C65-4C12-BBF3-9E677F7555D8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96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60"/>
            <ac:spMk id="68610" creationId="{FCF627FA-E208-40D5-97E0-90077863FC2F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60"/>
            <ac:spMk id="68611" creationId="{C45CFE14-D59E-4A35-936E-710342AAD8D2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96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62"/>
            <ac:spMk id="30722" creationId="{E2B84779-F6AC-4BAD-A1E5-A758C1532E65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962"/>
            <ac:spMk id="30723" creationId="{A6CADA6A-23BE-40F6-B6A2-A7A29A15497B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2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29"/>
            <ac:spMk id="6146" creationId="{5A9C805A-ACFA-4BDF-B45D-F3ECCD0543DC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29"/>
            <ac:spMk id="6147" creationId="{625FC01B-17AB-4DAE-85D1-28316DB3B53C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3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30"/>
            <ac:spMk id="7170" creationId="{A7455772-983E-4833-AA91-9515D28844B6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30"/>
            <ac:spMk id="7171" creationId="{E605C392-3062-4E19-ABFB-43880A0217A2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3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37"/>
            <ac:spMk id="69634" creationId="{391731E7-7B4A-4C5C-91D5-466472B2497F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37"/>
            <ac:spMk id="69635" creationId="{D90D0F4D-69E7-4E26-B164-3DA3AE13909B}"/>
          </ac:spMkLst>
        </pc:spChg>
      </pc:sldChg>
      <pc:sldChg chg="modSp mod modClrScheme chgLayout">
        <pc:chgData name="欣捷 王" userId="b965477fa0aef5e6" providerId="LiveId" clId="{A833BC08-8470-4F6A-91F4-CD522BE99EBC}" dt="2024-03-18T17:24:07.197" v="11" actId="700"/>
        <pc:sldMkLst>
          <pc:docMk/>
          <pc:sldMk cId="0" sldId="1059"/>
        </pc:sldMkLst>
        <pc:spChg chg="mod ord">
          <ac:chgData name="欣捷 王" userId="b965477fa0aef5e6" providerId="LiveId" clId="{A833BC08-8470-4F6A-91F4-CD522BE99EBC}" dt="2024-03-18T17:24:07.197" v="11" actId="700"/>
          <ac:spMkLst>
            <pc:docMk/>
            <pc:sldMk cId="0" sldId="1059"/>
            <ac:spMk id="2" creationId="{B2796D58-8592-E242-35DB-5E4EBA8D4032}"/>
          </ac:spMkLst>
        </pc:spChg>
        <pc:spChg chg="mod ord">
          <ac:chgData name="欣捷 王" userId="b965477fa0aef5e6" providerId="LiveId" clId="{A833BC08-8470-4F6A-91F4-CD522BE99EBC}" dt="2024-03-18T17:24:07.197" v="11" actId="700"/>
          <ac:spMkLst>
            <pc:docMk/>
            <pc:sldMk cId="0" sldId="1059"/>
            <ac:spMk id="3" creationId="{4DE589A1-ED3A-11E7-7247-38FB704BC9CC}"/>
          </ac:spMkLst>
        </pc:spChg>
        <pc:spChg chg="mod ord">
          <ac:chgData name="欣捷 王" userId="b965477fa0aef5e6" providerId="LiveId" clId="{A833BC08-8470-4F6A-91F4-CD522BE99EBC}" dt="2024-03-18T17:24:07.197" v="11" actId="700"/>
          <ac:spMkLst>
            <pc:docMk/>
            <pc:sldMk cId="0" sldId="1059"/>
            <ac:spMk id="4" creationId="{F1C71462-0C01-04A2-141A-24B5DFC02D9C}"/>
          </ac:spMkLst>
        </pc:spChg>
        <pc:spChg chg="mod ord">
          <ac:chgData name="欣捷 王" userId="b965477fa0aef5e6" providerId="LiveId" clId="{A833BC08-8470-4F6A-91F4-CD522BE99EBC}" dt="2024-03-18T17:24:07.197" v="11" actId="700"/>
          <ac:spMkLst>
            <pc:docMk/>
            <pc:sldMk cId="0" sldId="1059"/>
            <ac:spMk id="5122" creationId="{75E6D837-7DF8-4E3E-888F-E0C064FF7975}"/>
          </ac:spMkLst>
        </pc:spChg>
        <pc:spChg chg="mod ord">
          <ac:chgData name="欣捷 王" userId="b965477fa0aef5e6" providerId="LiveId" clId="{A833BC08-8470-4F6A-91F4-CD522BE99EBC}" dt="2024-03-18T17:24:07.197" v="11" actId="700"/>
          <ac:spMkLst>
            <pc:docMk/>
            <pc:sldMk cId="0" sldId="1059"/>
            <ac:spMk id="5123" creationId="{3F305CE5-5142-4483-91E4-6590FC411DFE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7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79"/>
            <ac:spMk id="12290" creationId="{B9D29AD0-EDAF-4293-88D7-D4A5543417B3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79"/>
            <ac:spMk id="107523" creationId="{7BC2068A-9939-4223-8E97-9B6A3E9B6406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0"/>
            <ac:spMk id="15362" creationId="{4FFDB618-2ECF-4195-87DA-C33B9711CF22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0"/>
            <ac:spMk id="108547" creationId="{9984395E-34CA-4FDB-9FC5-4117962099B3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1"/>
            <ac:spMk id="16386" creationId="{DC76ACF5-1CBB-4E90-B010-F6D3DF9FB7ED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1"/>
            <ac:spMk id="16387" creationId="{760C73B3-898C-42C8-891D-84B70F18D76B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2"/>
            <ac:spMk id="28674" creationId="{5E9222B7-97C2-4FB5-8E52-C7FEDA8DA209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2"/>
            <ac:spMk id="28675" creationId="{E976D685-D6C3-4D4C-91DE-96DA60F76F25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3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3"/>
            <ac:spMk id="29698" creationId="{370B385F-9D81-4EFE-8FDA-1A06D5E9F2DF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3"/>
            <ac:spMk id="29699" creationId="{36C3F7DC-D47E-475A-BC4A-4753EA6046F3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7"/>
            <ac:spMk id="8194" creationId="{A9E8FF1A-E8CC-4AA9-B5F6-5C07C37078B9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7"/>
            <ac:spMk id="8195" creationId="{B4B29025-0125-45C5-9B11-09331AD8E0E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8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8"/>
            <ac:spMk id="10242" creationId="{E2FC6DE1-2FF6-4E03-80A5-69BC1843B639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8"/>
            <ac:spMk id="10243" creationId="{1F5A4446-CBDA-44F0-9282-034ECE066CD8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8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9"/>
            <ac:spMk id="71682" creationId="{77EF70CA-02C9-42E1-9561-B8D265C90004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89"/>
            <ac:spMk id="71683" creationId="{9AB23945-8D3C-4CFC-A0AE-478BC5E5D91F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0"/>
            <ac:spMk id="72706" creationId="{D8B6B405-F101-4CA9-A251-6815C4615CDC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0"/>
            <ac:spMk id="72707" creationId="{FEB2BB3A-81CC-4ABD-A121-E8ED803B6BA9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1"/>
            <ac:spMk id="74754" creationId="{C71E3170-E6B2-46EC-8AB1-E8E5246626D0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1"/>
            <ac:spMk id="74755" creationId="{C7D4D15A-E784-4E23-A44F-7107E8D7D86A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2"/>
            <ac:spMk id="75778" creationId="{8FC5D2F0-42F8-4D25-9C9E-A2DB00142697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2"/>
            <ac:spMk id="75779" creationId="{2491CD41-39E6-48BE-B085-53D39C99FC27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3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3"/>
            <ac:spMk id="76802" creationId="{1F95A803-F7B1-47C3-8501-B610AFD2B071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4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4"/>
            <ac:spMk id="77826" creationId="{2CFCDB5E-F6C9-4B36-BBF7-1CCB15000794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4"/>
            <ac:spMk id="77827" creationId="{8F605914-E625-45C7-A58F-385FE658FC2A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5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5"/>
            <ac:spMk id="78850" creationId="{B96071DF-4A01-4081-8DD1-1F3C7BB8F426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5"/>
            <ac:spMk id="78851" creationId="{AED1CE7F-080A-452A-B16A-65A42BCE1B43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6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6"/>
            <ac:spMk id="79874" creationId="{D71DFCA4-A8E8-43DB-9DB6-59AEC2AF4992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6"/>
            <ac:spMk id="79875" creationId="{3496AE12-4685-49D3-872D-64D9360A2947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7"/>
            <ac:spMk id="80898" creationId="{94AB9CC4-16D6-4D6E-B9E3-398FC0779AA9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7"/>
            <ac:spMk id="80899" creationId="{886A2E01-BA02-493A-8D7E-74202C05C196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8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8"/>
            <ac:spMk id="81922" creationId="{7B920082-CB61-40B3-8C20-2D235002A544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8"/>
            <ac:spMk id="81923" creationId="{D2F1EE20-22A8-4C91-9064-976F5707D77E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09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9"/>
            <ac:spMk id="82946" creationId="{D0E0D849-C6CE-4A6D-B7CA-2BA698C1EA6D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099"/>
            <ac:spMk id="82947" creationId="{D8983D64-7718-48E4-93EF-4C85408DC59E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0"/>
            <ac:spMk id="83970" creationId="{A250058D-AD69-4D21-90BA-5D4BA16BD1F6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1"/>
            <ac:spMk id="86018" creationId="{4FD85024-047A-4818-A76F-F27CD6110B3F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2"/>
            <ac:spMk id="88066" creationId="{A53E6472-70D9-48AE-BAF8-DF3FC9737A1A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2"/>
            <ac:spMk id="88067" creationId="{256395D4-4241-4460-B339-CEC22110050A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3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3"/>
            <ac:spMk id="89090" creationId="{D949133C-2A42-4A95-8347-594E48E035EB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3"/>
            <ac:spMk id="89091" creationId="{07D6C415-7361-4811-899C-852A1F3113DB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4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4"/>
            <ac:spMk id="91138" creationId="{61FFF4A4-183A-43D8-A87A-458013D2FAD6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5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5"/>
            <ac:spMk id="92162" creationId="{EFCCAE1E-930F-45D2-A12B-2F97CF85D51F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5"/>
            <ac:spMk id="92163" creationId="{FB5C61FF-92E8-4488-ACF5-2C334AD85128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6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6"/>
            <ac:spMk id="93186" creationId="{9DB5010B-BDF5-45ED-BDBE-193ACCA2DF0D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6"/>
            <ac:spMk id="93187" creationId="{F5FD8CEB-F2C3-4D61-8ECB-F41F9C35CB6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0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7"/>
            <ac:spMk id="94210" creationId="{E7CA8630-1EED-4086-9223-6B35B2B99D06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07"/>
            <ac:spMk id="94211" creationId="{3DFACA8E-FF77-4B10-9EF3-EAA72C1BB193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1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10"/>
            <ac:spMk id="34818" creationId="{2F8428C9-B4B0-404F-ADD7-FF5E4E1FBAC3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10"/>
            <ac:spMk id="34819" creationId="{9766E0A3-CF43-4A15-8C12-C54C607CCC6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13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13"/>
            <ac:spMk id="9218" creationId="{F9FA845B-B668-483E-92D2-DA903B3BD327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13"/>
            <ac:spMk id="9219" creationId="{6F0C8995-4E91-45E6-A5BA-FDE2888BCCDE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2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27"/>
            <ac:spMk id="21506" creationId="{7F276C87-6320-4D5F-8A4C-223F7B50BEAD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27"/>
            <ac:spMk id="21507" creationId="{1E076508-5590-4656-B6DE-09DB6B6FFB57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0" sldId="1138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0" sldId="1138"/>
            <ac:spMk id="70658" creationId="{B4FE0C36-53DB-4B67-9CF8-265577BFA0B4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516213771" sldId="113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516213771" sldId="1139"/>
            <ac:spMk id="7170" creationId="{9A9ACD68-0B23-45C4-B0C9-40FDBDF97E94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516213771" sldId="1139"/>
            <ac:spMk id="7171" creationId="{7B9851B1-3ED8-4584-9FD6-F58A8B0C36C4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406512071" sldId="114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406512071" sldId="1141"/>
            <ac:spMk id="7170" creationId="{9A9ACD68-0B23-45C4-B0C9-40FDBDF97E94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406512071" sldId="1141"/>
            <ac:spMk id="7171" creationId="{7B9851B1-3ED8-4584-9FD6-F58A8B0C36C4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1844201406" sldId="114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1844201406" sldId="1142"/>
            <ac:spMk id="2" creationId="{126B5D20-E9F6-44DA-AB18-82250B28E792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1844201406" sldId="1142"/>
            <ac:spMk id="3" creationId="{7F185FF3-18D6-4AAC-B1C5-F75BCA35F67C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4223351651" sldId="1145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4223351651" sldId="1145"/>
            <ac:spMk id="19458" creationId="{2D390A57-AC1B-4F2A-B1FE-3A7AB367BB6B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4223351651" sldId="1145"/>
            <ac:spMk id="19459" creationId="{84804259-279B-4FCA-B6AC-D01533EDF1EA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962178428" sldId="115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962178428" sldId="1151"/>
            <ac:spMk id="27650" creationId="{22D8A731-AE74-4746-A3B8-8256FFF194A2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3962178428" sldId="1151"/>
            <ac:spMk id="27651" creationId="{A1741382-F451-48A5-8D5C-85D947507B87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2813883607" sldId="1158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2813883607" sldId="1158"/>
            <ac:spMk id="63490" creationId="{73F3C5B2-5674-4BD2-8922-57FA82D03FFB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2813883607" sldId="1158"/>
            <ac:spMk id="63491" creationId="{AC915B67-164F-45F3-A0E7-AE3A08BA38E2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740059661" sldId="115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740059661" sldId="1159"/>
            <ac:spMk id="44034" creationId="{2F764B2D-AAD3-4E52-A4DE-87FB3D35D58E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618475896" sldId="116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618475896" sldId="1160"/>
            <ac:spMk id="4" creationId="{30D10347-CB13-4B04-8DD8-D37D83DF2C2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2042943240" sldId="1161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2042943240" sldId="1161"/>
            <ac:spMk id="4" creationId="{30D10347-CB13-4B04-8DD8-D37D83DF2C2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272006686" sldId="116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272006686" sldId="1162"/>
            <ac:spMk id="44034" creationId="{2F764B2D-AAD3-4E52-A4DE-87FB3D35D58E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3272006686" sldId="1162"/>
            <ac:spMk id="44035" creationId="{5D1D868F-8DD2-453C-A53C-A9E8EF698509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2547034749" sldId="1163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2547034749" sldId="1163"/>
            <ac:spMk id="4" creationId="{30D10347-CB13-4B04-8DD8-D37D83DF2C2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771280182" sldId="1165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771280182" sldId="1165"/>
            <ac:spMk id="44034" creationId="{2F764B2D-AAD3-4E52-A4DE-87FB3D35D58E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771280182" sldId="1165"/>
            <ac:spMk id="44035" creationId="{5D1D868F-8DD2-453C-A53C-A9E8EF698509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2692631" sldId="1166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2692631" sldId="1166"/>
            <ac:spMk id="4" creationId="{30D10347-CB13-4B04-8DD8-D37D83DF2C2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628184232" sldId="1167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628184232" sldId="1167"/>
            <ac:spMk id="44034" creationId="{2F764B2D-AAD3-4E52-A4DE-87FB3D35D58E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3628184232" sldId="1167"/>
            <ac:spMk id="44035" creationId="{5D1D868F-8DD2-453C-A53C-A9E8EF698509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1528587018" sldId="1168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1528587018" sldId="1168"/>
            <ac:spMk id="4" creationId="{30D10347-CB13-4B04-8DD8-D37D83DF2C2D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168183637" sldId="1169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168183637" sldId="1169"/>
            <ac:spMk id="44034" creationId="{2F764B2D-AAD3-4E52-A4DE-87FB3D35D58E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3168183637" sldId="1169"/>
            <ac:spMk id="44035" creationId="{5D1D868F-8DD2-453C-A53C-A9E8EF698509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1630523457" sldId="1170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1630523457" sldId="1170"/>
            <ac:spMk id="44034" creationId="{2F764B2D-AAD3-4E52-A4DE-87FB3D35D58E}"/>
          </ac:spMkLst>
        </pc:spChg>
      </pc:sldChg>
      <pc:sldChg chg="addSp delSp modSp mod">
        <pc:chgData name="欣捷 王" userId="b965477fa0aef5e6" providerId="LiveId" clId="{A833BC08-8470-4F6A-91F4-CD522BE99EBC}" dt="2024-03-14T16:17:37.682" v="10" actId="1076"/>
        <pc:sldMkLst>
          <pc:docMk/>
          <pc:sldMk cId="1526706031" sldId="1171"/>
        </pc:sldMkLst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" creationId="{49AEBC01-7037-4DDC-9B7C-73F023F0B99D}"/>
          </ac:spMkLst>
        </pc:spChg>
        <pc:spChg chg="mod topLvl">
          <ac:chgData name="欣捷 王" userId="b965477fa0aef5e6" providerId="LiveId" clId="{A833BC08-8470-4F6A-91F4-CD522BE99EBC}" dt="2024-03-14T16:17:32.723" v="8" actId="164"/>
          <ac:spMkLst>
            <pc:docMk/>
            <pc:sldMk cId="1526706031" sldId="1171"/>
            <ac:spMk id="4" creationId="{C8D89300-BEEC-4077-8A0A-98A4B21996D9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5" creationId="{3D397890-EE45-4492-96C1-380E648FF4F1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6" creationId="{B8C713ED-B951-4686-8ECE-66B82CDCD646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7" creationId="{9C07A690-0C6F-40E6-A6B7-CE680F55A4CA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8" creationId="{0C43B681-961E-430F-874E-16433EC593F1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9" creationId="{E764EA61-07B4-4FDA-BABA-03E98BAC6ABC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0" creationId="{8989A8BD-1507-4459-AD66-38F7DE4F1F09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1" creationId="{44D0B0BA-BA09-4B6A-B571-922D8772631C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2" creationId="{65E79EEE-9B57-4C11-B0CE-3D9C9487FBBA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3" creationId="{B4D2B525-56E4-41F5-9731-AF176BE86BF6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4" creationId="{67FDD96D-F081-4A30-A63C-420F7F0DE24C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5" creationId="{ECA89C5D-F9F0-450F-A01C-856C3F912649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6" creationId="{98F38EC7-6702-426B-B305-A873A42E3A3B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7" creationId="{46AD27EF-2AC9-4C42-A73B-D8EFAEE3AC35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18" creationId="{C01DD12C-A649-44A7-9870-679456002832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0" creationId="{03DB4577-F8CE-4005-990E-9CB6952A51CF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1" creationId="{C81FE223-D78D-4630-A4D1-CCFE349A24E8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2" creationId="{560B2E87-28DB-4C58-927B-3104630FE131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3" creationId="{659E3B0E-DC04-4A9C-81CB-5E276454CBB7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4" creationId="{2071D679-E2AA-41A8-A694-AD1935A83716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5" creationId="{1C0F3CD5-5E90-4A0D-952A-7A3DAC245F6F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6" creationId="{3696F943-2242-442C-9E95-64266832345B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7" creationId="{4DAB0516-708E-465A-B8D3-AE1B0CBB147D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8" creationId="{6C40C104-32FA-4F75-92EC-02A2F9175CCF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29" creationId="{0B6FC844-DA0E-4D85-B13F-DDC1C4C5FD62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0" creationId="{1ED31814-2220-4385-A0C2-EDA0CBE2C9FE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1" creationId="{E67D7EBF-EEDE-4950-B88F-A13BCAA5439D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2" creationId="{62744AD5-4AD6-49F7-8649-A1FD46D2DD73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3" creationId="{FA376C86-3F2B-4393-9271-2D4EC8030719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4" creationId="{DAEA7173-3E38-4EBD-AF0D-0C2E9560973B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5" creationId="{A550B473-227F-4D55-A37C-C482DCA4ADF5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6" creationId="{9E782BDF-30EC-4C65-BEF3-BBB7102B44D9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38" creationId="{5F115A53-CD09-47B2-BF7F-F87537867E80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41" creationId="{45F6FF29-BBE4-46DC-8661-CB541263FAFC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45" creationId="{A351F076-CA40-40B4-994D-B60E71109EBA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46" creationId="{CE1D5438-7F6A-4F21-9523-F9A052DCCE24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47" creationId="{DCA25A9B-7FB4-45CA-808A-4220C06B2765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1526706031" sldId="1171"/>
            <ac:spMk id="48" creationId="{AFD8694D-A4CB-4E4B-8167-248E95903E4B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49" creationId="{65CE98FC-B94A-4CA8-80F2-6852E004FC7E}"/>
          </ac:spMkLst>
        </pc:spChg>
        <pc:spChg chg="mod">
          <ac:chgData name="欣捷 王" userId="b965477fa0aef5e6" providerId="LiveId" clId="{A833BC08-8470-4F6A-91F4-CD522BE99EBC}" dt="2024-03-14T16:17:27.945" v="7" actId="165"/>
          <ac:spMkLst>
            <pc:docMk/>
            <pc:sldMk cId="1526706031" sldId="1171"/>
            <ac:spMk id="51" creationId="{F2381892-18A5-4079-88A8-7AA63F552588}"/>
          </ac:spMkLst>
        </pc:spChg>
        <pc:spChg chg="mod topLvl">
          <ac:chgData name="欣捷 王" userId="b965477fa0aef5e6" providerId="LiveId" clId="{A833BC08-8470-4F6A-91F4-CD522BE99EBC}" dt="2024-03-14T16:17:32.723" v="8" actId="164"/>
          <ac:spMkLst>
            <pc:docMk/>
            <pc:sldMk cId="1526706031" sldId="1171"/>
            <ac:spMk id="52" creationId="{6F1F34BD-C914-4722-8630-A6B9E1BF6E62}"/>
          </ac:spMkLst>
        </pc:spChg>
        <pc:spChg chg="mod topLvl">
          <ac:chgData name="欣捷 王" userId="b965477fa0aef5e6" providerId="LiveId" clId="{A833BC08-8470-4F6A-91F4-CD522BE99EBC}" dt="2024-03-14T16:17:32.723" v="8" actId="164"/>
          <ac:spMkLst>
            <pc:docMk/>
            <pc:sldMk cId="1526706031" sldId="1171"/>
            <ac:spMk id="57" creationId="{1DA586F3-82F0-45EC-8B95-FC1CEF5F40EE}"/>
          </ac:spMkLst>
        </pc:spChg>
        <pc:spChg chg="mod topLvl">
          <ac:chgData name="欣捷 王" userId="b965477fa0aef5e6" providerId="LiveId" clId="{A833BC08-8470-4F6A-91F4-CD522BE99EBC}" dt="2024-03-14T16:17:32.723" v="8" actId="164"/>
          <ac:spMkLst>
            <pc:docMk/>
            <pc:sldMk cId="1526706031" sldId="1171"/>
            <ac:spMk id="58" creationId="{1C8A4B23-5802-4240-BF5D-E38CE1195E9B}"/>
          </ac:spMkLst>
        </pc:spChg>
        <pc:spChg chg="mod topLvl">
          <ac:chgData name="欣捷 王" userId="b965477fa0aef5e6" providerId="LiveId" clId="{A833BC08-8470-4F6A-91F4-CD522BE99EBC}" dt="2024-03-14T16:17:32.723" v="8" actId="164"/>
          <ac:spMkLst>
            <pc:docMk/>
            <pc:sldMk cId="1526706031" sldId="1171"/>
            <ac:spMk id="59" creationId="{2DF8167E-C8E6-4641-83A5-EF963E2F8AE4}"/>
          </ac:spMkLst>
        </pc:spChg>
        <pc:grpChg chg="mod topLvl">
          <ac:chgData name="欣捷 王" userId="b965477fa0aef5e6" providerId="LiveId" clId="{A833BC08-8470-4F6A-91F4-CD522BE99EBC}" dt="2024-03-14T16:17:37.682" v="10" actId="1076"/>
          <ac:grpSpMkLst>
            <pc:docMk/>
            <pc:sldMk cId="1526706031" sldId="1171"/>
            <ac:grpSpMk id="2" creationId="{811F105E-A5C9-4BF8-94D6-3B9B4A794AD3}"/>
          </ac:grpSpMkLst>
        </pc:grpChg>
        <pc:grpChg chg="del">
          <ac:chgData name="欣捷 王" userId="b965477fa0aef5e6" providerId="LiveId" clId="{A833BC08-8470-4F6A-91F4-CD522BE99EBC}" dt="2024-03-14T16:17:27.945" v="7" actId="165"/>
          <ac:grpSpMkLst>
            <pc:docMk/>
            <pc:sldMk cId="1526706031" sldId="1171"/>
            <ac:grpSpMk id="43" creationId="{F1C46316-8FDA-4F0B-878B-12FB1E428F92}"/>
          </ac:grpSpMkLst>
        </pc:grpChg>
        <pc:grpChg chg="mod topLvl">
          <ac:chgData name="欣捷 王" userId="b965477fa0aef5e6" providerId="LiveId" clId="{A833BC08-8470-4F6A-91F4-CD522BE99EBC}" dt="2024-03-14T16:17:32.723" v="8" actId="164"/>
          <ac:grpSpMkLst>
            <pc:docMk/>
            <pc:sldMk cId="1526706031" sldId="1171"/>
            <ac:grpSpMk id="44" creationId="{F10774D0-DD92-4277-9790-6422CB0FCA15}"/>
          </ac:grpSpMkLst>
        </pc:grpChg>
        <pc:grpChg chg="add mod">
          <ac:chgData name="欣捷 王" userId="b965477fa0aef5e6" providerId="LiveId" clId="{A833BC08-8470-4F6A-91F4-CD522BE99EBC}" dt="2024-03-14T16:17:32.723" v="8" actId="164"/>
          <ac:grpSpMkLst>
            <pc:docMk/>
            <pc:sldMk cId="1526706031" sldId="1171"/>
            <ac:grpSpMk id="67" creationId="{4AACC946-F64A-C9DE-C63F-841EE3631792}"/>
          </ac:grpSpMkLst>
        </pc:grpChg>
        <pc:cxnChg chg="mod">
          <ac:chgData name="欣捷 王" userId="b965477fa0aef5e6" providerId="LiveId" clId="{A833BC08-8470-4F6A-91F4-CD522BE99EBC}" dt="2024-03-14T16:17:27.945" v="7" actId="165"/>
          <ac:cxnSpMkLst>
            <pc:docMk/>
            <pc:sldMk cId="1526706031" sldId="1171"/>
            <ac:cxnSpMk id="19" creationId="{A89B6C85-8460-4A8B-803F-B9EBF389F173}"/>
          </ac:cxnSpMkLst>
        </pc:cxnChg>
        <pc:cxnChg chg="mod">
          <ac:chgData name="欣捷 王" userId="b965477fa0aef5e6" providerId="LiveId" clId="{A833BC08-8470-4F6A-91F4-CD522BE99EBC}" dt="2024-03-14T16:17:27.945" v="7" actId="165"/>
          <ac:cxnSpMkLst>
            <pc:docMk/>
            <pc:sldMk cId="1526706031" sldId="1171"/>
            <ac:cxnSpMk id="37" creationId="{364DC835-6B4F-4410-929E-3C3E3E507AEC}"/>
          </ac:cxnSpMkLst>
        </pc:cxnChg>
        <pc:cxnChg chg="mod">
          <ac:chgData name="欣捷 王" userId="b965477fa0aef5e6" providerId="LiveId" clId="{A833BC08-8470-4F6A-91F4-CD522BE99EBC}" dt="2024-03-14T16:17:27.945" v="7" actId="165"/>
          <ac:cxnSpMkLst>
            <pc:docMk/>
            <pc:sldMk cId="1526706031" sldId="1171"/>
            <ac:cxnSpMk id="39" creationId="{463A53EC-76D7-4480-A015-E9A0AB465425}"/>
          </ac:cxnSpMkLst>
        </pc:cxnChg>
        <pc:cxnChg chg="mod">
          <ac:chgData name="欣捷 王" userId="b965477fa0aef5e6" providerId="LiveId" clId="{A833BC08-8470-4F6A-91F4-CD522BE99EBC}" dt="2024-03-14T16:17:27.945" v="7" actId="165"/>
          <ac:cxnSpMkLst>
            <pc:docMk/>
            <pc:sldMk cId="1526706031" sldId="1171"/>
            <ac:cxnSpMk id="40" creationId="{167C28FE-2BD0-406F-B4E2-44B364AB3BBF}"/>
          </ac:cxnSpMkLst>
        </pc:cxnChg>
        <pc:cxnChg chg="mod">
          <ac:chgData name="欣捷 王" userId="b965477fa0aef5e6" providerId="LiveId" clId="{A833BC08-8470-4F6A-91F4-CD522BE99EBC}" dt="2024-03-14T16:17:27.945" v="7" actId="165"/>
          <ac:cxnSpMkLst>
            <pc:docMk/>
            <pc:sldMk cId="1526706031" sldId="1171"/>
            <ac:cxnSpMk id="42" creationId="{F943A294-B73A-48B9-BBBF-0FFF671C8DEB}"/>
          </ac:cxnSpMkLst>
        </pc:cxnChg>
        <pc:cxnChg chg="mod topLvl">
          <ac:chgData name="欣捷 王" userId="b965477fa0aef5e6" providerId="LiveId" clId="{A833BC08-8470-4F6A-91F4-CD522BE99EBC}" dt="2024-03-14T16:17:32.723" v="8" actId="164"/>
          <ac:cxnSpMkLst>
            <pc:docMk/>
            <pc:sldMk cId="1526706031" sldId="1171"/>
            <ac:cxnSpMk id="54" creationId="{0FBF9CC0-52E3-4ACB-B50F-3A68DF9471D0}"/>
          </ac:cxnSpMkLst>
        </pc:cxnChg>
        <pc:cxnChg chg="mod topLvl">
          <ac:chgData name="欣捷 王" userId="b965477fa0aef5e6" providerId="LiveId" clId="{A833BC08-8470-4F6A-91F4-CD522BE99EBC}" dt="2024-03-14T16:17:32.723" v="8" actId="164"/>
          <ac:cxnSpMkLst>
            <pc:docMk/>
            <pc:sldMk cId="1526706031" sldId="1171"/>
            <ac:cxnSpMk id="56" creationId="{1B551C30-B98E-4220-BA5A-2E5D4398CF01}"/>
          </ac:cxnSpMkLst>
        </pc:cxn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3357140114" sldId="1172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3357140114" sldId="1172"/>
            <ac:spMk id="2" creationId="{87133D75-03DE-4578-B410-87C561F515B5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3357140114" sldId="1172"/>
            <ac:spMk id="3" creationId="{198D7F84-E511-4E81-B7B0-86D0F43FC535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1888698058" sldId="1173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1888698058" sldId="1173"/>
            <ac:spMk id="2" creationId="{87133D75-03DE-4578-B410-87C561F515B5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1888698058" sldId="1173"/>
            <ac:spMk id="3" creationId="{198D7F84-E511-4E81-B7B0-86D0F43FC535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1897651254" sldId="1174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1897651254" sldId="1174"/>
            <ac:spMk id="2" creationId="{3524F9C4-A61B-49BC-9D1B-78A912757501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1897651254" sldId="1174"/>
            <ac:spMk id="3" creationId="{A2E5488C-09C0-4C1E-87D1-B3CBB7ED15B5}"/>
          </ac:spMkLst>
        </pc:spChg>
      </pc:sldChg>
      <pc:sldChg chg="modSp">
        <pc:chgData name="欣捷 王" userId="b965477fa0aef5e6" providerId="LiveId" clId="{A833BC08-8470-4F6A-91F4-CD522BE99EBC}" dt="2024-03-05T05:38:05.998" v="0"/>
        <pc:sldMkLst>
          <pc:docMk/>
          <pc:sldMk cId="984690359" sldId="1175"/>
        </pc:sldMkLst>
        <pc:spChg chg="mod">
          <ac:chgData name="欣捷 王" userId="b965477fa0aef5e6" providerId="LiveId" clId="{A833BC08-8470-4F6A-91F4-CD522BE99EBC}" dt="2024-03-05T05:38:05.998" v="0"/>
          <ac:spMkLst>
            <pc:docMk/>
            <pc:sldMk cId="984690359" sldId="1175"/>
            <ac:spMk id="2" creationId="{B4D35F23-8161-61F6-2B40-61FA4DFE4B26}"/>
          </ac:spMkLst>
        </pc:spChg>
        <pc:spChg chg="mod">
          <ac:chgData name="欣捷 王" userId="b965477fa0aef5e6" providerId="LiveId" clId="{A833BC08-8470-4F6A-91F4-CD522BE99EBC}" dt="2024-03-05T05:38:05.998" v="0"/>
          <ac:spMkLst>
            <pc:docMk/>
            <pc:sldMk cId="984690359" sldId="1175"/>
            <ac:spMk id="3" creationId="{9E1A259D-B920-D947-6002-7D6BB305EAAA}"/>
          </ac:spMkLst>
        </pc:spChg>
      </pc:sldChg>
      <pc:sldMasterChg chg="addSp modSldLayout">
        <pc:chgData name="欣捷 王" userId="b965477fa0aef5e6" providerId="LiveId" clId="{A833BC08-8470-4F6A-91F4-CD522BE99EBC}" dt="2024-03-05T05:46:07.366" v="1"/>
        <pc:sldMasterMkLst>
          <pc:docMk/>
          <pc:sldMasterMk cId="1865482450" sldId="2147483687"/>
        </pc:sldMasterMkLst>
        <pc:spChg chg="add">
          <ac:chgData name="欣捷 王" userId="b965477fa0aef5e6" providerId="LiveId" clId="{A833BC08-8470-4F6A-91F4-CD522BE99EBC}" dt="2024-03-05T05:38:05.998" v="0"/>
          <ac:spMkLst>
            <pc:docMk/>
            <pc:sldMasterMk cId="1865482450" sldId="2147483687"/>
            <ac:spMk id="11" creationId="{DE9F8884-BEF0-F4F9-66CF-E91512956D56}"/>
          </ac:spMkLst>
        </pc:spChg>
        <pc:sldLayoutChg chg="addSp">
          <pc:chgData name="欣捷 王" userId="b965477fa0aef5e6" providerId="LiveId" clId="{A833BC08-8470-4F6A-91F4-CD522BE99EBC}" dt="2024-03-05T05:38:05.998" v="0"/>
          <pc:sldLayoutMkLst>
            <pc:docMk/>
            <pc:sldMasterMk cId="1865482450" sldId="2147483687"/>
            <pc:sldLayoutMk cId="3881536238" sldId="2147483688"/>
          </pc:sldLayoutMkLst>
          <pc:picChg chg="add">
            <ac:chgData name="欣捷 王" userId="b965477fa0aef5e6" providerId="LiveId" clId="{A833BC08-8470-4F6A-91F4-CD522BE99EBC}" dt="2024-03-05T05:38:05.998" v="0"/>
            <ac:picMkLst>
              <pc:docMk/>
              <pc:sldMasterMk cId="1865482450" sldId="2147483687"/>
              <pc:sldLayoutMk cId="3881536238" sldId="2147483688"/>
              <ac:picMk id="4" creationId="{A5A6ED26-7CF6-0E73-AEDA-D979509D72F7}"/>
            </ac:picMkLst>
          </pc:picChg>
        </pc:sldLayoutChg>
        <pc:sldLayoutChg chg="addSp modSp">
          <pc:chgData name="欣捷 王" userId="b965477fa0aef5e6" providerId="LiveId" clId="{A833BC08-8470-4F6A-91F4-CD522BE99EBC}" dt="2024-03-05T05:46:07.366" v="1"/>
          <pc:sldLayoutMkLst>
            <pc:docMk/>
            <pc:sldMasterMk cId="1865482450" sldId="2147483687"/>
            <pc:sldLayoutMk cId="1288689916" sldId="2147483691"/>
          </pc:sldLayoutMkLst>
          <pc:spChg chg="add mod">
            <ac:chgData name="欣捷 王" userId="b965477fa0aef5e6" providerId="LiveId" clId="{A833BC08-8470-4F6A-91F4-CD522BE99EBC}" dt="2024-03-05T05:46:07.366" v="1"/>
            <ac:spMkLst>
              <pc:docMk/>
              <pc:sldMasterMk cId="1865482450" sldId="2147483687"/>
              <pc:sldLayoutMk cId="1288689916" sldId="2147483691"/>
              <ac:spMk id="5" creationId="{32E2D104-C2D7-CA23-EB08-C55B440DB605}"/>
            </ac:spMkLst>
          </pc:spChg>
          <pc:spChg chg="add mod">
            <ac:chgData name="欣捷 王" userId="b965477fa0aef5e6" providerId="LiveId" clId="{A833BC08-8470-4F6A-91F4-CD522BE99EBC}" dt="2024-03-05T05:46:07.366" v="1"/>
            <ac:spMkLst>
              <pc:docMk/>
              <pc:sldMasterMk cId="1865482450" sldId="2147483687"/>
              <pc:sldLayoutMk cId="1288689916" sldId="2147483691"/>
              <ac:spMk id="6" creationId="{528AC169-A8F8-FDD0-7A17-32A31A2CD0F6}"/>
            </ac:spMkLst>
          </pc:spChg>
          <pc:spChg chg="add mod">
            <ac:chgData name="欣捷 王" userId="b965477fa0aef5e6" providerId="LiveId" clId="{A833BC08-8470-4F6A-91F4-CD522BE99EBC}" dt="2024-03-05T05:46:07.366" v="1"/>
            <ac:spMkLst>
              <pc:docMk/>
              <pc:sldMasterMk cId="1865482450" sldId="2147483687"/>
              <pc:sldLayoutMk cId="1288689916" sldId="2147483691"/>
              <ac:spMk id="7" creationId="{31A4D748-32BA-30EE-A698-A0AB6CA866CF}"/>
            </ac:spMkLst>
          </pc:spChg>
        </pc:sldLayoutChg>
      </pc:sldMasterChg>
    </pc:docChg>
  </pc:docChgLst>
  <pc:docChgLst>
    <pc:chgData name="王 欣捷" userId="b965477fa0aef5e6" providerId="LiveId" clId="{B4DFA14C-E9CD-4695-B6FB-063632E0CA2A}"/>
    <pc:docChg chg="addSld modSld">
      <pc:chgData name="王 欣捷" userId="b965477fa0aef5e6" providerId="LiveId" clId="{B4DFA14C-E9CD-4695-B6FB-063632E0CA2A}" dt="2023-02-24T01:34:53.244" v="0"/>
      <pc:docMkLst>
        <pc:docMk/>
      </pc:docMkLst>
      <pc:sldChg chg="add">
        <pc:chgData name="王 欣捷" userId="b965477fa0aef5e6" providerId="LiveId" clId="{B4DFA14C-E9CD-4695-B6FB-063632E0CA2A}" dt="2023-02-24T01:34:53.244" v="0"/>
        <pc:sldMkLst>
          <pc:docMk/>
          <pc:sldMk cId="0" sldId="769"/>
        </pc:sldMkLst>
      </pc:sldChg>
      <pc:sldChg chg="add">
        <pc:chgData name="王 欣捷" userId="b965477fa0aef5e6" providerId="LiveId" clId="{B4DFA14C-E9CD-4695-B6FB-063632E0CA2A}" dt="2023-02-24T01:34:53.244" v="0"/>
        <pc:sldMkLst>
          <pc:docMk/>
          <pc:sldMk cId="0" sldId="813"/>
        </pc:sldMkLst>
      </pc:sldChg>
    </pc:docChg>
  </pc:docChgLst>
  <pc:docChgLst>
    <pc:chgData name="欣捷 王" userId="b965477fa0aef5e6" providerId="LiveId" clId="{199C2DC4-9109-4930-8687-37277F6E2C12}"/>
    <pc:docChg chg="custSel addSld delSld modSld">
      <pc:chgData name="欣捷 王" userId="b965477fa0aef5e6" providerId="LiveId" clId="{199C2DC4-9109-4930-8687-37277F6E2C12}" dt="2024-03-28T02:12:50.181" v="14"/>
      <pc:docMkLst>
        <pc:docMk/>
      </pc:docMkLst>
      <pc:sldChg chg="add del">
        <pc:chgData name="欣捷 王" userId="b965477fa0aef5e6" providerId="LiveId" clId="{199C2DC4-9109-4930-8687-37277F6E2C12}" dt="2024-03-28T02:12:16.834" v="13" actId="2696"/>
        <pc:sldMkLst>
          <pc:docMk/>
          <pc:sldMk cId="0" sldId="816"/>
        </pc:sldMkLst>
      </pc:sldChg>
      <pc:sldChg chg="add del">
        <pc:chgData name="欣捷 王" userId="b965477fa0aef5e6" providerId="LiveId" clId="{199C2DC4-9109-4930-8687-37277F6E2C12}" dt="2024-03-28T02:12:16.834" v="13" actId="2696"/>
        <pc:sldMkLst>
          <pc:docMk/>
          <pc:sldMk cId="0" sldId="817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74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75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76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77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0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1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2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3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4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5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88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91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892"/>
        </pc:sldMkLst>
      </pc:sldChg>
      <pc:sldChg chg="modSp mod">
        <pc:chgData name="欣捷 王" userId="b965477fa0aef5e6" providerId="LiveId" clId="{199C2DC4-9109-4930-8687-37277F6E2C12}" dt="2024-03-28T02:12:50.181" v="14"/>
        <pc:sldMkLst>
          <pc:docMk/>
          <pc:sldMk cId="1458318623" sldId="897"/>
        </pc:sldMkLst>
        <pc:spChg chg="mod">
          <ac:chgData name="欣捷 王" userId="b965477fa0aef5e6" providerId="LiveId" clId="{199C2DC4-9109-4930-8687-37277F6E2C12}" dt="2024-03-28T02:12:50.181" v="14"/>
          <ac:spMkLst>
            <pc:docMk/>
            <pc:sldMk cId="1458318623" sldId="897"/>
            <ac:spMk id="7171" creationId="{7B9851B1-3ED8-4584-9FD6-F58A8B0C36C4}"/>
          </ac:spMkLst>
        </pc:spChg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1893429364" sldId="931"/>
        </pc:sldMkLst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3940061078" sldId="932"/>
        </pc:sldMkLst>
      </pc:sldChg>
      <pc:sldChg chg="modSp mod">
        <pc:chgData name="欣捷 王" userId="b965477fa0aef5e6" providerId="LiveId" clId="{199C2DC4-9109-4930-8687-37277F6E2C12}" dt="2024-03-28T02:10:37.689" v="11" actId="27636"/>
        <pc:sldMkLst>
          <pc:docMk/>
          <pc:sldMk cId="516213771" sldId="1139"/>
        </pc:sldMkLst>
        <pc:spChg chg="mod">
          <ac:chgData name="欣捷 王" userId="b965477fa0aef5e6" providerId="LiveId" clId="{199C2DC4-9109-4930-8687-37277F6E2C12}" dt="2024-03-28T02:10:37.689" v="11" actId="27636"/>
          <ac:spMkLst>
            <pc:docMk/>
            <pc:sldMk cId="516213771" sldId="1139"/>
            <ac:spMk id="7171" creationId="{7B9851B1-3ED8-4584-9FD6-F58A8B0C36C4}"/>
          </ac:spMkLst>
        </pc:spChg>
      </pc:sldChg>
      <pc:sldChg chg="add">
        <pc:chgData name="欣捷 王" userId="b965477fa0aef5e6" providerId="LiveId" clId="{199C2DC4-9109-4930-8687-37277F6E2C12}" dt="2024-03-28T02:11:32.097" v="12"/>
        <pc:sldMkLst>
          <pc:docMk/>
          <pc:sldMk cId="0" sldId="1176"/>
        </pc:sldMkLst>
      </pc:sldChg>
    </pc:docChg>
  </pc:docChgLst>
  <pc:docChgLst>
    <pc:chgData name="欣捷 王" userId="b965477fa0aef5e6" providerId="LiveId" clId="{17451262-3CE9-4732-A0B3-D77807481737}"/>
    <pc:docChg chg="modSld">
      <pc:chgData name="欣捷 王" userId="b965477fa0aef5e6" providerId="LiveId" clId="{17451262-3CE9-4732-A0B3-D77807481737}" dt="2023-06-25T07:32:36.677" v="21" actId="20577"/>
      <pc:docMkLst>
        <pc:docMk/>
      </pc:docMkLst>
      <pc:sldChg chg="modSp mod">
        <pc:chgData name="欣捷 王" userId="b965477fa0aef5e6" providerId="LiveId" clId="{17451262-3CE9-4732-A0B3-D77807481737}" dt="2023-06-25T07:32:36.677" v="21" actId="20577"/>
        <pc:sldMkLst>
          <pc:docMk/>
          <pc:sldMk cId="984690359" sldId="1175"/>
        </pc:sldMkLst>
        <pc:spChg chg="mod">
          <ac:chgData name="欣捷 王" userId="b965477fa0aef5e6" providerId="LiveId" clId="{17451262-3CE9-4732-A0B3-D77807481737}" dt="2023-06-25T07:32:36.677" v="21" actId="20577"/>
          <ac:spMkLst>
            <pc:docMk/>
            <pc:sldMk cId="984690359" sldId="1175"/>
            <ac:spMk id="3" creationId="{9E1A259D-B920-D947-6002-7D6BB305EA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F474-3F77-4C96-AA90-4EF0466282D8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0CB0-7C81-4F13-BB43-6685CB01E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14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BFA6B5AE-8C93-4D1F-9C10-60ED3D78D7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5AD25F6A-E233-4BDB-BA2A-F52DCCEBDB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先定义的优先级低，同一行定义的优先级相同</a:t>
            </a:r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9CD6B5ED-AB73-4AB5-B0AE-C51DB9926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78F19D2-BDF7-4CEA-A502-65038A5607A5}" type="slidenum">
              <a:rPr lang="zh-CN" altLang="en-US" sz="1200"/>
              <a:pPr/>
              <a:t>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F2859BD5-4D05-4FA5-9FF0-C1F2E52B4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D9D2513D-AC99-4ABC-81C4-7034BC5BC4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527D9836-986F-4552-98E5-09D66578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C7DDEA4-263E-486B-A62C-23819C6114F8}" type="slidenum">
              <a:rPr lang="zh-CN" altLang="en-US" sz="1200"/>
              <a:pPr/>
              <a:t>15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>
            <a:extLst>
              <a:ext uri="{FF2B5EF4-FFF2-40B4-BE49-F238E27FC236}">
                <a16:creationId xmlns:a16="http://schemas.microsoft.com/office/drawing/2014/main" id="{B844B2E6-E883-4231-B0AC-D6E67D001C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备注占位符 2">
            <a:extLst>
              <a:ext uri="{FF2B5EF4-FFF2-40B4-BE49-F238E27FC236}">
                <a16:creationId xmlns:a16="http://schemas.microsoft.com/office/drawing/2014/main" id="{98361217-D24E-4C7C-BE92-C5E3008E28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%g</a:t>
            </a:r>
            <a:r>
              <a:rPr lang="zh-CN" altLang="en-US"/>
              <a:t>表示以浮点数方式或指数方式打印，取决于那种方式比较窄。</a:t>
            </a:r>
          </a:p>
        </p:txBody>
      </p:sp>
      <p:sp>
        <p:nvSpPr>
          <p:cNvPr id="87044" name="灯片编号占位符 3">
            <a:extLst>
              <a:ext uri="{FF2B5EF4-FFF2-40B4-BE49-F238E27FC236}">
                <a16:creationId xmlns:a16="http://schemas.microsoft.com/office/drawing/2014/main" id="{1D4DECC4-D60E-46A7-B752-46A60F59D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372F08-9268-480B-9865-6BD69B13A721}" type="slidenum">
              <a:rPr lang="zh-CN" altLang="en-US" sz="1200"/>
              <a:pPr/>
              <a:t>16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>
            <a:extLst>
              <a:ext uri="{FF2B5EF4-FFF2-40B4-BE49-F238E27FC236}">
                <a16:creationId xmlns:a16="http://schemas.microsoft.com/office/drawing/2014/main" id="{1817BC89-0F2C-4327-8E6C-A24E17D4E2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备注占位符 2">
            <a:extLst>
              <a:ext uri="{FF2B5EF4-FFF2-40B4-BE49-F238E27FC236}">
                <a16:creationId xmlns:a16="http://schemas.microsoft.com/office/drawing/2014/main" id="{090DE113-F290-4F36-8F09-CBA7237B58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/>
              <a:t>%g</a:t>
            </a:r>
            <a:r>
              <a:rPr lang="zh-CN" altLang="en-US"/>
              <a:t>，输出浮点数，自动选择</a:t>
            </a:r>
            <a:r>
              <a:rPr lang="en-US" altLang="zh-CN"/>
              <a:t>%f</a:t>
            </a:r>
            <a:r>
              <a:rPr lang="zh-CN" altLang="en-US"/>
              <a:t>或</a:t>
            </a:r>
            <a:r>
              <a:rPr lang="en-US" altLang="zh-CN"/>
              <a:t>%e</a:t>
            </a:r>
            <a:r>
              <a:rPr lang="zh-CN" altLang="en-US"/>
              <a:t>（以指数形式输出浮点数）格式（选输出时占宽度较小的一种）</a:t>
            </a:r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536FA7E9-5561-4DED-AED8-80228A77C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AD39CB-EF3E-4339-97FA-5E50A5BFA04F}" type="slidenum">
              <a:rPr lang="zh-CN" altLang="en-US" sz="1200"/>
              <a:pPr/>
              <a:t>18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58F24095-696D-4399-899A-B876067820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ABA6073A-D47F-4001-BF5E-D87E74BA60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yyerrok</a:t>
            </a:r>
            <a:r>
              <a:rPr lang="zh-CN" altLang="en-US"/>
              <a:t>是</a:t>
            </a:r>
            <a:r>
              <a:rPr lang="en-US" altLang="zh-CN"/>
              <a:t>Yacc</a:t>
            </a:r>
            <a:r>
              <a:rPr lang="zh-CN" altLang="en-US"/>
              <a:t>中定义的一个宏，表示错误恢复完成。</a:t>
            </a:r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26B58F19-566E-4E47-B86E-C50BE9B3E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398E2D6-46A9-4528-B603-C05C33C1A16F}" type="slidenum">
              <a:rPr lang="zh-CN" altLang="en-US" sz="1200"/>
              <a:pPr/>
              <a:t>22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5A6ED26-7CF6-0E73-AEDA-D979509D72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3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16B12-E5C7-4651-8EF1-3E286CCE1C04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27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D7E0-5AF2-40C6-B657-631D97444A7F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24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E2D104-C2D7-CA23-EB08-C55B440D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DAD7-76AF-463F-BCBF-FC4CA7AD4306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8AC169-A8F8-FDD0-7A17-32A31A2C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A4D748-32BA-30EE-A698-A0AB6CA8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68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EEAFD-2A67-4DD7-9F7C-39C416387EB1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879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20C8A-7698-446C-9314-0CFAC0B86BA9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63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1B66-3581-4D9F-A090-7E3B06F68485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33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0077-29A2-4F1D-AF5E-3F64D22A5E82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68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81D15-ED34-4A80-9F32-14D85D209980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86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F920-63A8-419C-9A06-E716EA387998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1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A5738-6843-475A-9EEE-93A892B5AA2B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657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FCBB-BE85-479E-ACB0-B9F7BA35920F}" type="datetime2">
              <a:rPr lang="zh-CN" altLang="en-US" smtClean="0"/>
              <a:t>2024年3月28日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42F9-28C5-430D-AF9B-33B7DE4929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4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F03693-211D-43C1-B825-243C5BAE0F7A}" type="datetime2">
              <a:rPr lang="zh-CN" altLang="en-US" smtClean="0"/>
              <a:t>2024年3月28日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B1A2-CC3D-4343-A3F5-277536B55DC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38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9EFDAD7-76AF-463F-BCBF-FC4CA7AD4306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DE9F8884-BEF0-F4F9-66CF-E91512956D56}"/>
              </a:ext>
            </a:extLst>
          </p:cNvPr>
          <p:cNvSpPr/>
          <p:nvPr userDrawn="1"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548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/>
              <a:t>第三章 自学</a:t>
            </a:r>
            <a:r>
              <a:rPr lang="en-US" altLang="zh-CN" sz="6000" dirty="0"/>
              <a:t>-</a:t>
            </a:r>
            <a:r>
              <a:rPr lang="en-US" altLang="zh-CN" sz="6000"/>
              <a:t>Yacc</a:t>
            </a:r>
            <a:r>
              <a:rPr lang="zh-CN" altLang="en-US" sz="6000"/>
              <a:t>介绍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 dirty="0"/>
          </a:p>
          <a:p>
            <a:r>
              <a:rPr lang="zh-CN" altLang="en-US" sz="1800" dirty="0"/>
              <a:t>中国海洋大学 计算机系 王欣捷</a:t>
            </a:r>
            <a:endParaRPr lang="en-US" altLang="zh-CN" sz="1800" dirty="0"/>
          </a:p>
          <a:p>
            <a:r>
              <a:rPr lang="en-US" altLang="zh-CN" sz="1800" dirty="0"/>
              <a:t>wangxinjie@ouc.edu.cn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91731E7-7B4A-4C5C-91D5-466472B24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 </a:t>
            </a:r>
            <a:r>
              <a:rPr lang="zh-CN" altLang="en-US" dirty="0"/>
              <a:t>语法分析器的生成器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90D0F4D-69E7-4E26-B164-3DA3AE1390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编译器前端可用语法分析器的生成器辅助生成。</a:t>
            </a:r>
          </a:p>
          <a:p>
            <a:pPr eaLnBrk="1" hangingPunct="1"/>
            <a:r>
              <a:rPr lang="en-US" altLang="zh-CN" b="1" dirty="0" err="1"/>
              <a:t>Yacc</a:t>
            </a:r>
            <a:r>
              <a:rPr lang="en-US" altLang="zh-CN" b="1" dirty="0"/>
              <a:t> (</a:t>
            </a:r>
            <a:r>
              <a:rPr lang="en-US" altLang="zh-CN" b="1" dirty="0">
                <a:solidFill>
                  <a:srgbClr val="FF0000"/>
                </a:solidFill>
              </a:rPr>
              <a:t>Y</a:t>
            </a:r>
            <a:r>
              <a:rPr lang="en-US" altLang="zh-CN" b="1" dirty="0"/>
              <a:t>et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dirty="0"/>
              <a:t>nother 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dirty="0"/>
              <a:t>ompiler-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dirty="0"/>
              <a:t>ompiler)</a:t>
            </a:r>
          </a:p>
          <a:p>
            <a:pPr lvl="1" eaLnBrk="1" hangingPunct="1"/>
            <a:r>
              <a:rPr lang="zh-CN" altLang="en-US" dirty="0"/>
              <a:t>生成</a:t>
            </a:r>
            <a:r>
              <a:rPr lang="en-US" altLang="zh-CN" b="1" dirty="0"/>
              <a:t>LALR</a:t>
            </a:r>
            <a:r>
              <a:rPr lang="zh-CN" altLang="en-US" dirty="0"/>
              <a:t>分析器</a:t>
            </a:r>
          </a:p>
          <a:p>
            <a:pPr lvl="1" eaLnBrk="1" hangingPunct="1"/>
            <a:r>
              <a:rPr lang="zh-CN" altLang="en-US" dirty="0"/>
              <a:t>上世纪</a:t>
            </a:r>
            <a:r>
              <a:rPr lang="en-US" altLang="zh-CN" b="1" dirty="0"/>
              <a:t>70</a:t>
            </a:r>
            <a:r>
              <a:rPr lang="zh-CN" altLang="en-US" dirty="0"/>
              <a:t>年代初产生，已用于帮助实现几百个编译器。</a:t>
            </a:r>
          </a:p>
          <a:p>
            <a:pPr lvl="1" eaLnBrk="1" hangingPunct="1"/>
            <a:r>
              <a:rPr lang="en-US" altLang="zh-CN" b="1" dirty="0"/>
              <a:t>Unix</a:t>
            </a:r>
            <a:r>
              <a:rPr lang="zh-CN" altLang="en-US" dirty="0"/>
              <a:t>、</a:t>
            </a:r>
            <a:r>
              <a:rPr lang="en-US" altLang="zh-CN" b="1" dirty="0"/>
              <a:t>Linux</a:t>
            </a:r>
            <a:r>
              <a:rPr lang="zh-CN" altLang="en-US" dirty="0"/>
              <a:t>下的工具，</a:t>
            </a:r>
            <a:r>
              <a:rPr lang="en-US" altLang="zh-CN" b="1" dirty="0" err="1"/>
              <a:t>Yacc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b="1" dirty="0"/>
              <a:t>GNU</a:t>
            </a:r>
            <a:r>
              <a:rPr lang="en-US" altLang="zh-CN" dirty="0"/>
              <a:t> </a:t>
            </a:r>
            <a:r>
              <a:rPr lang="zh-CN" altLang="en-US" dirty="0"/>
              <a:t>版叫做 </a:t>
            </a:r>
            <a:r>
              <a:rPr lang="en-US" altLang="zh-CN" b="1" dirty="0"/>
              <a:t>Bison</a:t>
            </a:r>
            <a:r>
              <a:rPr lang="zh-CN" altLang="en-US" dirty="0"/>
              <a:t>（我们的语法分析实验中使用的工具）</a:t>
            </a:r>
            <a:endParaRPr lang="en-US" altLang="zh-CN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79EC57-46BB-0E20-3F85-A6D4ECD2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75B0-E682-4AE7-96AB-7F25E191FA40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F0E2D9-1EFD-4E0E-2C50-57A31495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388D5A-6299-6F3E-3645-87A3BBEA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4FE0C36-53DB-4B67-9CF8-265577BFA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3.7.1 </a:t>
            </a:r>
            <a:r>
              <a:rPr lang="zh-CN" altLang="en-US"/>
              <a:t>分析器的生成器</a:t>
            </a:r>
            <a:r>
              <a:rPr lang="en-US" altLang="zh-CN"/>
              <a:t>Yacc</a:t>
            </a:r>
          </a:p>
        </p:txBody>
      </p:sp>
      <p:grpSp>
        <p:nvGrpSpPr>
          <p:cNvPr id="70660" name="Group 4">
            <a:extLst>
              <a:ext uri="{FF2B5EF4-FFF2-40B4-BE49-F238E27FC236}">
                <a16:creationId xmlns:a16="http://schemas.microsoft.com/office/drawing/2014/main" id="{43F0CDB2-9975-434A-A6D1-11FAECBA2EAE}"/>
              </a:ext>
            </a:extLst>
          </p:cNvPr>
          <p:cNvGrpSpPr>
            <a:grpSpLocks/>
          </p:cNvGrpSpPr>
          <p:nvPr/>
        </p:nvGrpSpPr>
        <p:grpSpPr bwMode="auto">
          <a:xfrm>
            <a:off x="1736929" y="2824681"/>
            <a:ext cx="6351588" cy="2830513"/>
            <a:chOff x="799" y="1872"/>
            <a:chExt cx="4001" cy="1783"/>
          </a:xfrm>
        </p:grpSpPr>
        <p:graphicFrame>
          <p:nvGraphicFramePr>
            <p:cNvPr id="70664" name="Object 2">
              <a:extLst>
                <a:ext uri="{FF2B5EF4-FFF2-40B4-BE49-F238E27FC236}">
                  <a16:creationId xmlns:a16="http://schemas.microsoft.com/office/drawing/2014/main" id="{08F7A6F4-BDD0-4236-B091-A7E7F54787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52" y="2080"/>
            <a:ext cx="56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746" imgH="253560" progId="Equation.3">
                    <p:embed/>
                  </p:oleObj>
                </mc:Choice>
                <mc:Fallback>
                  <p:oleObj name="Equation" r:id="rId2" imgW="88746" imgH="253560" progId="Equation.3">
                    <p:embed/>
                    <p:pic>
                      <p:nvPicPr>
                        <p:cNvPr id="70664" name="Object 2">
                          <a:extLst>
                            <a:ext uri="{FF2B5EF4-FFF2-40B4-BE49-F238E27FC236}">
                              <a16:creationId xmlns:a16="http://schemas.microsoft.com/office/drawing/2014/main" id="{08F7A6F4-BDD0-4236-B091-A7E7F54787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2" y="2080"/>
                          <a:ext cx="56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65" name="Object 3">
              <a:extLst>
                <a:ext uri="{FF2B5EF4-FFF2-40B4-BE49-F238E27FC236}">
                  <a16:creationId xmlns:a16="http://schemas.microsoft.com/office/drawing/2014/main" id="{9E4B6C3F-D78D-425C-AEAF-483F5A53FE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52" y="2080"/>
            <a:ext cx="56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8746" imgH="253560" progId="Equation.3">
                    <p:embed/>
                  </p:oleObj>
                </mc:Choice>
                <mc:Fallback>
                  <p:oleObj name="Equation" r:id="rId4" imgW="88746" imgH="253560" progId="Equation.3">
                    <p:embed/>
                    <p:pic>
                      <p:nvPicPr>
                        <p:cNvPr id="70665" name="Object 3">
                          <a:extLst>
                            <a:ext uri="{FF2B5EF4-FFF2-40B4-BE49-F238E27FC236}">
                              <a16:creationId xmlns:a16="http://schemas.microsoft.com/office/drawing/2014/main" id="{9E4B6C3F-D78D-425C-AEAF-483F5A53FE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2" y="2080"/>
                          <a:ext cx="56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6" name="Rectangle 7">
              <a:extLst>
                <a:ext uri="{FF2B5EF4-FFF2-40B4-BE49-F238E27FC236}">
                  <a16:creationId xmlns:a16="http://schemas.microsoft.com/office/drawing/2014/main" id="{C92C0DBF-231F-4D93-A624-DA3835FF1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1872"/>
              <a:ext cx="811" cy="51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7200" rIns="90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 err="1">
                  <a:ea typeface="宋体" panose="02010600030101010101" pitchFamily="2" charset="-122"/>
                </a:rPr>
                <a:t>Yacc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编译器</a:t>
              </a:r>
            </a:p>
          </p:txBody>
        </p:sp>
        <p:sp>
          <p:nvSpPr>
            <p:cNvPr id="70667" name="Line 8">
              <a:extLst>
                <a:ext uri="{FF2B5EF4-FFF2-40B4-BE49-F238E27FC236}">
                  <a16:creationId xmlns:a16="http://schemas.microsoft.com/office/drawing/2014/main" id="{02EC6C33-F195-4F3C-B057-63E033F66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143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 b="1"/>
            </a:p>
          </p:txBody>
        </p:sp>
        <p:sp>
          <p:nvSpPr>
            <p:cNvPr id="70668" name="Line 9">
              <a:extLst>
                <a:ext uri="{FF2B5EF4-FFF2-40B4-BE49-F238E27FC236}">
                  <a16:creationId xmlns:a16="http://schemas.microsoft.com/office/drawing/2014/main" id="{E01AA107-3E51-4021-B9B9-0E8729996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2133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 b="1"/>
            </a:p>
          </p:txBody>
        </p:sp>
        <p:sp>
          <p:nvSpPr>
            <p:cNvPr id="70669" name="Rectangle 10">
              <a:extLst>
                <a:ext uri="{FF2B5EF4-FFF2-40B4-BE49-F238E27FC236}">
                  <a16:creationId xmlns:a16="http://schemas.microsoft.com/office/drawing/2014/main" id="{9ACE13EE-2524-4518-B688-B7FCF1EE8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1872"/>
              <a:ext cx="1152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 err="1">
                  <a:ea typeface="宋体" panose="02010600030101010101" pitchFamily="2" charset="-122"/>
                </a:rPr>
                <a:t>Yacc</a:t>
              </a:r>
              <a:r>
                <a:rPr lang="zh-CN" altLang="en-US" sz="2400" dirty="0"/>
                <a:t>源程序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 err="1">
                  <a:ea typeface="宋体" panose="02010600030101010101" pitchFamily="2" charset="-122"/>
                </a:rPr>
                <a:t>translate.y</a:t>
              </a:r>
              <a:endParaRPr lang="en-US" altLang="zh-CN" sz="2400" b="1" dirty="0">
                <a:ea typeface="宋体" panose="02010600030101010101" pitchFamily="2" charset="-122"/>
              </a:endParaRPr>
            </a:p>
          </p:txBody>
        </p:sp>
        <p:sp>
          <p:nvSpPr>
            <p:cNvPr id="70670" name="Rectangle 11">
              <a:extLst>
                <a:ext uri="{FF2B5EF4-FFF2-40B4-BE49-F238E27FC236}">
                  <a16:creationId xmlns:a16="http://schemas.microsoft.com/office/drawing/2014/main" id="{FE764426-3417-4B09-AC15-5B3C8A0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1960"/>
              <a:ext cx="906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y.tab.c</a:t>
              </a:r>
            </a:p>
          </p:txBody>
        </p:sp>
        <p:sp>
          <p:nvSpPr>
            <p:cNvPr id="70671" name="Rectangle 12">
              <a:extLst>
                <a:ext uri="{FF2B5EF4-FFF2-40B4-BE49-F238E27FC236}">
                  <a16:creationId xmlns:a16="http://schemas.microsoft.com/office/drawing/2014/main" id="{FC570D42-9295-4F67-9F0B-374D2F076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14"/>
              <a:ext cx="811" cy="51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7200" rIns="90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C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编译器</a:t>
              </a:r>
            </a:p>
          </p:txBody>
        </p:sp>
        <p:sp>
          <p:nvSpPr>
            <p:cNvPr id="70672" name="Line 13">
              <a:extLst>
                <a:ext uri="{FF2B5EF4-FFF2-40B4-BE49-F238E27FC236}">
                  <a16:creationId xmlns:a16="http://schemas.microsoft.com/office/drawing/2014/main" id="{BB7C9AFE-F44B-4D16-B5D0-2BBC6C295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785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 b="1"/>
            </a:p>
          </p:txBody>
        </p:sp>
        <p:sp>
          <p:nvSpPr>
            <p:cNvPr id="70673" name="Line 14">
              <a:extLst>
                <a:ext uri="{FF2B5EF4-FFF2-40B4-BE49-F238E27FC236}">
                  <a16:creationId xmlns:a16="http://schemas.microsoft.com/office/drawing/2014/main" id="{B7EE1778-2D42-4C6F-9740-7755A0BCF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2775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 b="1"/>
            </a:p>
          </p:txBody>
        </p:sp>
        <p:sp>
          <p:nvSpPr>
            <p:cNvPr id="70674" name="Rectangle 15">
              <a:extLst>
                <a:ext uri="{FF2B5EF4-FFF2-40B4-BE49-F238E27FC236}">
                  <a16:creationId xmlns:a16="http://schemas.microsoft.com/office/drawing/2014/main" id="{D0CC222F-9DBC-490D-BCFB-8630F536A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2625"/>
              <a:ext cx="816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 err="1">
                  <a:ea typeface="宋体" panose="02010600030101010101" pitchFamily="2" charset="-122"/>
                </a:rPr>
                <a:t>y.tab.c</a:t>
              </a:r>
              <a:endParaRPr lang="en-US" altLang="zh-CN" sz="2400" b="1" dirty="0">
                <a:ea typeface="宋体" panose="02010600030101010101" pitchFamily="2" charset="-122"/>
              </a:endParaRPr>
            </a:p>
          </p:txBody>
        </p:sp>
        <p:sp>
          <p:nvSpPr>
            <p:cNvPr id="70675" name="Rectangle 16">
              <a:extLst>
                <a:ext uri="{FF2B5EF4-FFF2-40B4-BE49-F238E27FC236}">
                  <a16:creationId xmlns:a16="http://schemas.microsoft.com/office/drawing/2014/main" id="{072E2AEE-F9EF-4A81-BF87-97C8F6631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2603"/>
              <a:ext cx="85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a.out</a:t>
              </a:r>
            </a:p>
          </p:txBody>
        </p:sp>
        <p:sp>
          <p:nvSpPr>
            <p:cNvPr id="70676" name="Rectangle 17">
              <a:extLst>
                <a:ext uri="{FF2B5EF4-FFF2-40B4-BE49-F238E27FC236}">
                  <a16:creationId xmlns:a16="http://schemas.microsoft.com/office/drawing/2014/main" id="{1793BDA6-F319-4778-8A22-24848D8A4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3145"/>
              <a:ext cx="811" cy="51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16000" rIns="90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ea typeface="宋体" panose="02010600030101010101" pitchFamily="2" charset="-122"/>
                </a:rPr>
                <a:t>a.out</a:t>
              </a:r>
            </a:p>
          </p:txBody>
        </p:sp>
        <p:sp>
          <p:nvSpPr>
            <p:cNvPr id="70677" name="Line 18">
              <a:extLst>
                <a:ext uri="{FF2B5EF4-FFF2-40B4-BE49-F238E27FC236}">
                  <a16:creationId xmlns:a16="http://schemas.microsoft.com/office/drawing/2014/main" id="{54CB2333-3380-42E8-AA8C-2DDF68909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3416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 b="1"/>
            </a:p>
          </p:txBody>
        </p:sp>
        <p:sp>
          <p:nvSpPr>
            <p:cNvPr id="70678" name="Line 19">
              <a:extLst>
                <a:ext uri="{FF2B5EF4-FFF2-40B4-BE49-F238E27FC236}">
                  <a16:creationId xmlns:a16="http://schemas.microsoft.com/office/drawing/2014/main" id="{73BDFA85-B4EE-4E79-AE65-EBEC4DF64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3406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 b="1"/>
            </a:p>
          </p:txBody>
        </p:sp>
        <p:sp>
          <p:nvSpPr>
            <p:cNvPr id="70679" name="Rectangle 20">
              <a:extLst>
                <a:ext uri="{FF2B5EF4-FFF2-40B4-BE49-F238E27FC236}">
                  <a16:creationId xmlns:a16="http://schemas.microsoft.com/office/drawing/2014/main" id="{C8D89988-BDDB-47F2-B71B-0C6348EFB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3264"/>
              <a:ext cx="76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输入</a:t>
              </a:r>
            </a:p>
          </p:txBody>
        </p:sp>
        <p:sp>
          <p:nvSpPr>
            <p:cNvPr id="70680" name="Rectangle 21">
              <a:extLst>
                <a:ext uri="{FF2B5EF4-FFF2-40B4-BE49-F238E27FC236}">
                  <a16:creationId xmlns:a16="http://schemas.microsoft.com/office/drawing/2014/main" id="{1036D0D2-5ECE-4B5B-AC5B-529D83D1F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" y="3280"/>
              <a:ext cx="7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9200" tIns="28800" rIns="900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输出</a:t>
              </a:r>
            </a:p>
          </p:txBody>
        </p:sp>
      </p:grpSp>
      <p:sp>
        <p:nvSpPr>
          <p:cNvPr id="70661" name="Text Box 22">
            <a:extLst>
              <a:ext uri="{FF2B5EF4-FFF2-40B4-BE49-F238E27FC236}">
                <a16:creationId xmlns:a16="http://schemas.microsoft.com/office/drawing/2014/main" id="{4E430021-1B93-4738-8EB0-125553B80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560" y="3340619"/>
            <a:ext cx="1358436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( </a:t>
            </a:r>
            <a:r>
              <a:rPr lang="en-US" altLang="zh-CN" sz="2400" b="1" dirty="0" err="1">
                <a:ea typeface="宋体" panose="02010600030101010101" pitchFamily="2" charset="-122"/>
              </a:rPr>
              <a:t>y.tab.h</a:t>
            </a:r>
            <a:r>
              <a:rPr lang="en-US" altLang="zh-CN" sz="2400" b="1" dirty="0">
                <a:ea typeface="宋体" panose="02010600030101010101" pitchFamily="2" charset="-122"/>
              </a:rPr>
              <a:t> )</a:t>
            </a:r>
          </a:p>
        </p:txBody>
      </p:sp>
      <p:sp>
        <p:nvSpPr>
          <p:cNvPr id="2" name="矩形标注 1">
            <a:extLst>
              <a:ext uri="{FF2B5EF4-FFF2-40B4-BE49-F238E27FC236}">
                <a16:creationId xmlns:a16="http://schemas.microsoft.com/office/drawing/2014/main" id="{215DB379-6B76-4B15-B59B-60D7E3158723}"/>
              </a:ext>
            </a:extLst>
          </p:cNvPr>
          <p:cNvSpPr/>
          <p:nvPr/>
        </p:nvSpPr>
        <p:spPr bwMode="auto">
          <a:xfrm>
            <a:off x="5723863" y="1480781"/>
            <a:ext cx="2574203" cy="958393"/>
          </a:xfrm>
          <a:prstGeom prst="wedgeRectCallout">
            <a:avLst>
              <a:gd name="adj1" fmla="val 5065"/>
              <a:gd name="adj2" fmla="val 11397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54000" tIns="28800" rIns="54000" bIns="28800" anchor="ctr"/>
          <a:lstStyle/>
          <a:p>
            <a:pPr algn="ctr">
              <a:defRPr/>
            </a:pPr>
            <a:r>
              <a:rPr lang="zh-CN" altLang="en-US" sz="2400" b="0" dirty="0">
                <a:latin typeface="+mj-ea"/>
                <a:ea typeface="+mj-ea"/>
              </a:rPr>
              <a:t>包含</a:t>
            </a:r>
            <a:r>
              <a:rPr lang="en-US" altLang="zh-CN" sz="2400" b="1" dirty="0" err="1">
                <a:latin typeface="+mn-lt"/>
                <a:ea typeface="+mj-ea"/>
              </a:rPr>
              <a:t>yyparse</a:t>
            </a:r>
            <a:r>
              <a:rPr lang="en-US" altLang="zh-CN" sz="2400" b="1" dirty="0">
                <a:latin typeface="+mn-lt"/>
                <a:ea typeface="+mj-ea"/>
              </a:rPr>
              <a:t>()</a:t>
            </a:r>
            <a:r>
              <a:rPr lang="zh-CN" altLang="en-US" sz="2400" b="0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n-lt"/>
                <a:ea typeface="+mj-ea"/>
              </a:rPr>
              <a:t>LALR</a:t>
            </a:r>
            <a:r>
              <a:rPr lang="zh-CN" altLang="en-US" sz="2400" b="0" dirty="0">
                <a:latin typeface="+mj-ea"/>
                <a:ea typeface="+mj-ea"/>
              </a:rPr>
              <a:t>分析表</a:t>
            </a:r>
          </a:p>
        </p:txBody>
      </p:sp>
      <p:sp>
        <p:nvSpPr>
          <p:cNvPr id="3" name="矩形标注 2">
            <a:extLst>
              <a:ext uri="{FF2B5EF4-FFF2-40B4-BE49-F238E27FC236}">
                <a16:creationId xmlns:a16="http://schemas.microsoft.com/office/drawing/2014/main" id="{C6815A7C-2017-4D92-9FF7-3CBFE389E5CD}"/>
              </a:ext>
            </a:extLst>
          </p:cNvPr>
          <p:cNvSpPr/>
          <p:nvPr/>
        </p:nvSpPr>
        <p:spPr bwMode="auto">
          <a:xfrm>
            <a:off x="358979" y="2430981"/>
            <a:ext cx="1044575" cy="787400"/>
          </a:xfrm>
          <a:prstGeom prst="wedgeRectCallout">
            <a:avLst>
              <a:gd name="adj1" fmla="val 77244"/>
              <a:gd name="adj2" fmla="val 5963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54000" tIns="28800" rIns="54000" bIns="28800"/>
          <a:lstStyle/>
          <a:p>
            <a:pPr algn="just">
              <a:defRPr/>
            </a:pPr>
            <a:r>
              <a:rPr lang="zh-CN" altLang="en-US" sz="2400" b="0" dirty="0">
                <a:latin typeface="+mn-ea"/>
                <a:ea typeface="+mn-ea"/>
              </a:rPr>
              <a:t>文法说明文件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AF556-2B26-19B9-4B37-513C49CB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2771-A3C5-4CE9-B8D7-EA9F5875BC33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53CE27-A4BA-374B-385B-71D0ADB0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FB057-30C1-9329-A1A5-F2FA0205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7EF70CA-02C9-42E1-9561-B8D265C90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AB23945-8D3C-4CFC-A0AE-478BC5E5D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Yacc </a:t>
            </a:r>
            <a:r>
              <a:rPr lang="zh-CN" altLang="en-US"/>
              <a:t>源程序由三部分组成：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声明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%%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翻译规则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%%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用</a:t>
            </a:r>
            <a:r>
              <a:rPr lang="en-US" altLang="zh-CN" b="1"/>
              <a:t>C</a:t>
            </a:r>
            <a:r>
              <a:rPr lang="zh-CN" altLang="en-US"/>
              <a:t>语言写的支持例程</a:t>
            </a: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FFA27F-58B1-2E06-69E3-FB68BEFE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B50C-AB7A-4CEA-ACA1-B322D97BAD58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4E5ACE-14C9-1EA8-028F-92D0A0FF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9163D-A9CF-C91D-50DF-CCC041B0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8B6B405-F101-4CA9-A251-6815C4615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EB2BB3A-81CC-4ABD-A121-E8ED803B6B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声明部分分两节：</a:t>
            </a:r>
          </a:p>
          <a:p>
            <a:pPr lvl="1" eaLnBrk="1" hangingPunct="1"/>
            <a:r>
              <a:rPr lang="en-US" altLang="zh-CN" sz="2400" b="1" dirty="0"/>
              <a:t>%{   %}</a:t>
            </a:r>
            <a:r>
              <a:rPr lang="zh-CN" altLang="en-US" sz="2400" dirty="0"/>
              <a:t>之间的是普通</a:t>
            </a:r>
            <a:r>
              <a:rPr lang="en-US" altLang="zh-CN" sz="2400" b="1" dirty="0"/>
              <a:t>C</a:t>
            </a:r>
            <a:r>
              <a:rPr lang="zh-CN" altLang="en-US" sz="2400" dirty="0"/>
              <a:t>语言声明，包括后面语义动作和支持例程中需要的头文件、变量声明等。</a:t>
            </a:r>
          </a:p>
          <a:p>
            <a:pPr lvl="1" eaLnBrk="1" hangingPunct="1"/>
            <a:r>
              <a:rPr lang="en-US" altLang="zh-CN" sz="2400" b="1" dirty="0"/>
              <a:t>%token TOKENS</a:t>
            </a:r>
            <a:r>
              <a:rPr lang="en-US" altLang="zh-CN" sz="2400" dirty="0"/>
              <a:t> </a:t>
            </a:r>
            <a:r>
              <a:rPr lang="zh-CN" altLang="en-US" sz="2400" dirty="0"/>
              <a:t>是记号声明（声明所有的终结符，可用于</a:t>
            </a:r>
            <a:r>
              <a:rPr lang="en-US" altLang="zh-CN" sz="2400" b="1" dirty="0"/>
              <a:t>Lex</a:t>
            </a:r>
            <a:r>
              <a:rPr lang="zh-CN" altLang="en-US" sz="2400" dirty="0"/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b="1" dirty="0"/>
              <a:t>%start </a:t>
            </a:r>
            <a:r>
              <a:rPr lang="en-US" altLang="zh-CN" sz="2400" b="1" dirty="0" err="1"/>
              <a:t>startsym</a:t>
            </a:r>
            <a:r>
              <a:rPr lang="en-US" altLang="zh-CN" sz="2400" dirty="0"/>
              <a:t> </a:t>
            </a:r>
            <a:r>
              <a:rPr lang="zh-CN" altLang="en-US" sz="2400" dirty="0"/>
              <a:t>（定义非终结符</a:t>
            </a:r>
            <a:r>
              <a:rPr lang="en-US" altLang="zh-CN" sz="2400" b="1" dirty="0" err="1"/>
              <a:t>startsym</a:t>
            </a:r>
            <a:r>
              <a:rPr lang="zh-CN" altLang="en-US" sz="2400" dirty="0"/>
              <a:t>为开始符号）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b="1" dirty="0"/>
              <a:t>%left token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%right token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%</a:t>
            </a:r>
            <a:r>
              <a:rPr lang="en-US" altLang="zh-CN" sz="2400" b="1" dirty="0" err="1"/>
              <a:t>nonassoc</a:t>
            </a:r>
            <a:r>
              <a:rPr lang="en-US" altLang="zh-CN" sz="2400" b="1" dirty="0"/>
              <a:t> token    </a:t>
            </a:r>
            <a:r>
              <a:rPr lang="zh-CN" altLang="en-US" sz="2400" dirty="0"/>
              <a:t>（定义终结符的优先级和结合性）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b="1" dirty="0"/>
              <a:t>%union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%type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C772D8-CAC6-0D62-CF1B-90017292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387C-2BCF-4BDA-B6FA-C9FE8534745B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26253A-2B78-6074-3285-70535972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BAABF-17F5-CB95-7CDE-E01792C7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71E3170-E6B2-46EC-8AB1-E8E524662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7D4D15A-E784-4E23-A44F-7107E8D7D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%union</a:t>
            </a:r>
            <a:r>
              <a:rPr lang="zh-CN" altLang="en-US" dirty="0"/>
              <a:t>，</a:t>
            </a:r>
            <a:r>
              <a:rPr lang="en-US" altLang="zh-CN" b="1" dirty="0"/>
              <a:t>%type</a:t>
            </a:r>
          </a:p>
          <a:p>
            <a:pPr lvl="1" eaLnBrk="1" hangingPunct="1"/>
            <a:r>
              <a:rPr lang="en-US" altLang="zh-CN" b="1" dirty="0" err="1"/>
              <a:t>Yacc</a:t>
            </a:r>
            <a:r>
              <a:rPr lang="zh-CN" altLang="en-US" dirty="0"/>
              <a:t>中维护一个栈，该栈存储所有文法符号的“属性值”，其类型为</a:t>
            </a:r>
            <a:r>
              <a:rPr lang="en-US" altLang="zh-CN" b="1" dirty="0"/>
              <a:t>YYSTYPE</a:t>
            </a:r>
            <a:r>
              <a:rPr lang="zh-CN" altLang="en-US" dirty="0"/>
              <a:t>，默认为整型，可由</a:t>
            </a:r>
            <a:r>
              <a:rPr lang="en-US" altLang="zh-CN" b="1" dirty="0"/>
              <a:t>%union</a:t>
            </a:r>
            <a:r>
              <a:rPr lang="zh-CN" altLang="en-US" dirty="0"/>
              <a:t>定义为一联合类型。</a:t>
            </a:r>
          </a:p>
          <a:p>
            <a:pPr lvl="1" eaLnBrk="1" hangingPunct="1"/>
            <a:r>
              <a:rPr lang="en-US" altLang="zh-CN" b="1" dirty="0"/>
              <a:t>%type</a:t>
            </a:r>
            <a:r>
              <a:rPr lang="en-US" altLang="zh-CN" dirty="0"/>
              <a:t> </a:t>
            </a:r>
            <a:r>
              <a:rPr lang="zh-CN" altLang="en-US" dirty="0"/>
              <a:t>用于指定非终结符属性值的类型。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83FF97-835A-DA50-6014-278F2448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9339-B4B2-42D2-AE19-C64ED9926E63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97FDBF-F70D-564F-1F3B-D5EA897D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88965C-BC16-D2A6-C8EC-62FBFB96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8FC5D2F0-42F8-4D25-9C9E-A2DB00142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491CD41-39E6-48BE-B085-53D39C99FC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例：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</a:t>
            </a:r>
            <a:r>
              <a:rPr lang="en-US" altLang="zh-CN" sz="2800" dirty="0"/>
              <a:t>…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%union{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  double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dval</a:t>
            </a:r>
            <a:r>
              <a:rPr lang="en-US" altLang="zh-CN" sz="24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  int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ival</a:t>
            </a:r>
            <a:r>
              <a:rPr lang="en-US" altLang="zh-CN" sz="24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%token 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ival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 </a:t>
            </a:r>
            <a:r>
              <a:rPr lang="en-US" altLang="zh-CN" sz="2400" b="1" dirty="0">
                <a:latin typeface="Courier New" panose="02070309020205020404" pitchFamily="49" charset="0"/>
              </a:rPr>
              <a:t>NAME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%token 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dval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 </a:t>
            </a:r>
            <a:r>
              <a:rPr lang="en-US" altLang="zh-CN" sz="2400" b="1" dirty="0">
                <a:latin typeface="Courier New" panose="02070309020205020404" pitchFamily="49" charset="0"/>
              </a:rPr>
              <a:t>NUMBER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%type  &lt;</a:t>
            </a:r>
            <a:r>
              <a:rPr lang="en-US" altLang="zh-CN" sz="24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dval</a:t>
            </a:r>
            <a:r>
              <a:rPr lang="en-US" altLang="zh-CN" sz="24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&gt; exp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%%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…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4D1A7F-779C-6588-7902-E6238A3B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4F45F-9449-43BC-A284-C2F3F01AC881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505370-255A-B9D2-97F9-8AF79C78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2D3B7C-1D91-40ED-A3C4-8DFD0F80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F95A803-F7B1-47C3-8501-B610AFD2B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660483" name="Rectangle 3">
            <a:extLst>
              <a:ext uri="{FF2B5EF4-FFF2-40B4-BE49-F238E27FC236}">
                <a16:creationId xmlns:a16="http://schemas.microsoft.com/office/drawing/2014/main" id="{83D08FC5-AE32-4DA5-BEC8-B16EF53D22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49402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sz="2400" dirty="0"/>
              <a:t>翻译规则（产生式和语义动作）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左部 </a:t>
            </a:r>
            <a:r>
              <a:rPr lang="zh-CN" altLang="en-US" sz="2400" b="1" dirty="0">
                <a:sym typeface="Symbol" panose="05050102010706020507" pitchFamily="18" charset="2"/>
              </a:rPr>
              <a:t></a:t>
            </a:r>
            <a:r>
              <a:rPr lang="zh-CN" altLang="en-US" sz="2400" dirty="0">
                <a:sym typeface="Symbol" panose="05050102010706020507" pitchFamily="18" charset="2"/>
              </a:rPr>
              <a:t> 选择</a:t>
            </a:r>
            <a:r>
              <a:rPr lang="en-US" altLang="zh-CN" sz="24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 |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选择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ym typeface="Symbol" panose="05050102010706020507" pitchFamily="18" charset="2"/>
              </a:rPr>
              <a:t> | …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| </a:t>
            </a:r>
            <a:r>
              <a:rPr lang="zh-CN" altLang="en-US" sz="2400" dirty="0">
                <a:sym typeface="Symbol" panose="05050102010706020507" pitchFamily="18" charset="2"/>
              </a:rPr>
              <a:t>选择</a:t>
            </a:r>
            <a:r>
              <a:rPr lang="en-US" altLang="zh-CN" sz="2400" dirty="0">
                <a:sym typeface="Symbol" panose="05050102010706020507" pitchFamily="18" charset="2"/>
              </a:rPr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sym typeface="Symbol" panose="05050102010706020507" pitchFamily="18" charset="2"/>
              </a:rPr>
              <a:t>左部  </a:t>
            </a:r>
            <a:r>
              <a:rPr lang="en-US" altLang="zh-CN" sz="2400" b="1" dirty="0">
                <a:sym typeface="Symbol" panose="05050102010706020507" pitchFamily="18" charset="2"/>
              </a:rPr>
              <a:t>: </a:t>
            </a:r>
            <a:r>
              <a:rPr lang="en-US" altLang="zh-CN" sz="2400" dirty="0"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sym typeface="Symbol" panose="05050102010706020507" pitchFamily="18" charset="2"/>
              </a:rPr>
              <a:t>选择</a:t>
            </a:r>
            <a:r>
              <a:rPr lang="en-US" altLang="zh-CN" sz="2400" dirty="0">
                <a:sym typeface="Symbol" panose="05050102010706020507" pitchFamily="18" charset="2"/>
              </a:rPr>
              <a:t>1   {</a:t>
            </a:r>
            <a:r>
              <a:rPr lang="zh-CN" altLang="en-US" sz="2400" dirty="0">
                <a:sym typeface="Symbol" panose="05050102010706020507" pitchFamily="18" charset="2"/>
              </a:rPr>
              <a:t>语义动作</a:t>
            </a:r>
            <a:r>
              <a:rPr lang="en-US" altLang="zh-CN" sz="2400" dirty="0">
                <a:sym typeface="Symbol" panose="05050102010706020507" pitchFamily="18" charset="2"/>
              </a:rPr>
              <a:t>1}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</a:t>
            </a:r>
            <a:r>
              <a:rPr lang="en-US" altLang="zh-CN" sz="2400" b="1" dirty="0">
                <a:sym typeface="Symbol" panose="05050102010706020507" pitchFamily="18" charset="2"/>
              </a:rPr>
              <a:t> |  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选择</a:t>
            </a:r>
            <a:r>
              <a:rPr lang="en-US" altLang="zh-CN" sz="2400" dirty="0">
                <a:sym typeface="Symbol" panose="05050102010706020507" pitchFamily="18" charset="2"/>
              </a:rPr>
              <a:t>2   {</a:t>
            </a:r>
            <a:r>
              <a:rPr lang="zh-CN" altLang="en-US" sz="2400" dirty="0">
                <a:sym typeface="Symbol" panose="05050102010706020507" pitchFamily="18" charset="2"/>
              </a:rPr>
              <a:t>语义动作</a:t>
            </a:r>
            <a:r>
              <a:rPr lang="en-US" altLang="zh-CN" sz="2400" dirty="0">
                <a:sym typeface="Symbol" panose="05050102010706020507" pitchFamily="18" charset="2"/>
              </a:rPr>
              <a:t>2}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</a:t>
            </a:r>
            <a:r>
              <a:rPr lang="en-US" altLang="zh-CN" sz="2400" b="1" dirty="0">
                <a:sym typeface="Symbol" panose="05050102010706020507" pitchFamily="18" charset="2"/>
              </a:rPr>
              <a:t>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</a:t>
            </a:r>
            <a:r>
              <a:rPr lang="en-US" altLang="zh-CN" sz="2400" b="1" dirty="0">
                <a:sym typeface="Symbol" panose="05050102010706020507" pitchFamily="18" charset="2"/>
              </a:rPr>
              <a:t>|</a:t>
            </a:r>
            <a:r>
              <a:rPr lang="en-US" altLang="zh-CN" sz="2400" dirty="0">
                <a:sym typeface="Symbol" panose="05050102010706020507" pitchFamily="18" charset="2"/>
              </a:rPr>
              <a:t>   </a:t>
            </a:r>
            <a:r>
              <a:rPr lang="zh-CN" altLang="en-US" sz="2400" dirty="0">
                <a:sym typeface="Symbol" panose="05050102010706020507" pitchFamily="18" charset="2"/>
              </a:rPr>
              <a:t>选择</a:t>
            </a:r>
            <a:r>
              <a:rPr lang="en-US" altLang="zh-CN" sz="2400" dirty="0">
                <a:sym typeface="Symbol" panose="05050102010706020507" pitchFamily="18" charset="2"/>
              </a:rPr>
              <a:t>n   {</a:t>
            </a:r>
            <a:r>
              <a:rPr lang="zh-CN" altLang="en-US" sz="2400" dirty="0">
                <a:sym typeface="Symbol" panose="05050102010706020507" pitchFamily="18" charset="2"/>
              </a:rPr>
              <a:t>语义动作</a:t>
            </a:r>
            <a:r>
              <a:rPr lang="en-US" altLang="zh-CN" sz="2400" dirty="0">
                <a:sym typeface="Symbol" panose="05050102010706020507" pitchFamily="18" charset="2"/>
              </a:rPr>
              <a:t>n}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            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; 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（分号表示同一左部的一组产生式结束）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accent1"/>
                </a:solidFill>
                <a:sym typeface="Symbol" panose="05050102010706020507" pitchFamily="18" charset="2"/>
              </a:rPr>
              <a:t>    第一个左部非终结符是开始符号。（可用</a:t>
            </a:r>
            <a:r>
              <a:rPr lang="en-US" altLang="zh-CN" sz="2400" b="1" dirty="0">
                <a:solidFill>
                  <a:schemeClr val="accent1"/>
                </a:solidFill>
                <a:sym typeface="Symbol" panose="05050102010706020507" pitchFamily="18" charset="2"/>
              </a:rPr>
              <a:t>%start</a:t>
            </a:r>
            <a:r>
              <a:rPr lang="zh-CN" altLang="en-US" sz="2400" dirty="0">
                <a:solidFill>
                  <a:schemeClr val="accent1"/>
                </a:solidFill>
                <a:sym typeface="Symbol" panose="05050102010706020507" pitchFamily="18" charset="2"/>
              </a:rPr>
              <a:t>替换）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accent1"/>
                </a:solidFill>
                <a:sym typeface="Symbol" panose="05050102010706020507" pitchFamily="18" charset="2"/>
              </a:rPr>
              <a:t>    语义动作是</a:t>
            </a:r>
            <a:r>
              <a:rPr lang="en-US" altLang="zh-CN" sz="2400" b="1" dirty="0">
                <a:solidFill>
                  <a:schemeClr val="accent1"/>
                </a:solidFill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olidFill>
                  <a:schemeClr val="accent1"/>
                </a:solidFill>
                <a:sym typeface="Symbol" panose="05050102010706020507" pitchFamily="18" charset="2"/>
              </a:rPr>
              <a:t>语句序列，上述写法使得产生式归约时执行语义动作。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  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A54E4F-2846-AFAF-CAF3-973C002F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308E6-9536-438E-BDD5-0E93D61E5815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DE404F-8105-26E8-B207-B14E8B9C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721423-2361-60A5-C249-24A5117F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2CFCDB5E-F6C9-4B36-BBF7-1CCB15000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8F605914-E625-45C7-A58F-385FE658FC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在语义动作中，可以使用特殊符号引用文法符号的“属性值”。</a:t>
            </a:r>
          </a:p>
          <a:p>
            <a:pPr lvl="1" eaLnBrk="1" hangingPunct="1"/>
            <a:r>
              <a:rPr lang="en-US" altLang="zh-CN" sz="2400" b="1" dirty="0">
                <a:sym typeface="Symbol" panose="05050102010706020507" pitchFamily="18" charset="2"/>
              </a:rPr>
              <a:t>$$</a:t>
            </a:r>
            <a:r>
              <a:rPr lang="zh-CN" altLang="en-US" sz="2400" dirty="0">
                <a:sym typeface="Symbol" panose="05050102010706020507" pitchFamily="18" charset="2"/>
              </a:rPr>
              <a:t>可引用左部非终结符的属性值</a:t>
            </a:r>
            <a:endParaRPr lang="zh-CN" altLang="en-US" sz="2400" dirty="0"/>
          </a:p>
          <a:p>
            <a:pPr lvl="1" eaLnBrk="1" hangingPunct="1"/>
            <a:r>
              <a:rPr lang="en-US" altLang="zh-CN" sz="2400" b="1" dirty="0">
                <a:sym typeface="Symbol" panose="05050102010706020507" pitchFamily="18" charset="2"/>
              </a:rPr>
              <a:t>$</a:t>
            </a:r>
            <a:r>
              <a:rPr lang="en-US" altLang="zh-CN" sz="2400" b="1" i="1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可引用右部第</a:t>
            </a:r>
            <a:r>
              <a:rPr lang="en-US" altLang="zh-CN" sz="2400" b="1" i="1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个文法符号的属性值。</a:t>
            </a:r>
          </a:p>
          <a:p>
            <a:pPr eaLnBrk="1" hangingPunct="1"/>
            <a:r>
              <a:rPr lang="zh-CN" altLang="en-US" sz="2800" dirty="0"/>
              <a:t>例：（接上例）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%%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…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exp: exp ‘+’ exp  { $$ = $1 + $3; 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…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此处</a:t>
            </a:r>
            <a:r>
              <a:rPr lang="en-US" altLang="zh-CN" sz="2400" b="1" dirty="0"/>
              <a:t>$$</a:t>
            </a:r>
            <a:r>
              <a:rPr lang="en-US" altLang="zh-CN" sz="2400" dirty="0"/>
              <a:t>, </a:t>
            </a:r>
            <a:r>
              <a:rPr lang="en-US" altLang="zh-CN" sz="2400" b="1" dirty="0"/>
              <a:t>$1</a:t>
            </a:r>
            <a:r>
              <a:rPr lang="en-US" altLang="zh-CN" sz="2400" dirty="0"/>
              <a:t>, </a:t>
            </a:r>
            <a:r>
              <a:rPr lang="en-US" altLang="zh-CN" sz="2400" b="1" dirty="0"/>
              <a:t>$3</a:t>
            </a:r>
            <a:r>
              <a:rPr lang="zh-CN" altLang="en-US" sz="2400" dirty="0"/>
              <a:t>的类型都是</a:t>
            </a:r>
            <a:r>
              <a:rPr lang="en-US" altLang="zh-CN" sz="2400" b="1" dirty="0" err="1"/>
              <a:t>dval</a:t>
            </a:r>
            <a:r>
              <a:rPr lang="zh-CN" altLang="en-US" sz="2400" dirty="0"/>
              <a:t>即</a:t>
            </a:r>
            <a:r>
              <a:rPr lang="en-US" altLang="zh-CN" sz="2400" b="1" dirty="0"/>
              <a:t>double</a:t>
            </a:r>
            <a:r>
              <a:rPr lang="zh-CN" altLang="en-US" sz="2400" dirty="0"/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22647-3168-C6B5-D64A-88408BC8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94101-17DF-4F97-819F-F879DB023E4F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65789F-4719-D649-96AF-B04BB627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29876D-A055-39FF-7769-6443531E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B96071DF-4A01-4081-8DD1-1F3C7BB8F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ED1CE7F-080A-452A-B16A-65A42BCE1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</a:t>
            </a:r>
            <a:r>
              <a:rPr lang="en-US" altLang="zh-CN" b="1" dirty="0"/>
              <a:t>C</a:t>
            </a:r>
            <a:r>
              <a:rPr lang="zh-CN" altLang="en-US" dirty="0"/>
              <a:t>语言写的支持例程</a:t>
            </a:r>
          </a:p>
          <a:p>
            <a:pPr lvl="1" eaLnBrk="1" hangingPunct="1"/>
            <a:r>
              <a:rPr lang="en-US" altLang="zh-CN" b="1" dirty="0" err="1"/>
              <a:t>yylex</a:t>
            </a:r>
            <a:r>
              <a:rPr lang="en-US" altLang="zh-CN" b="1" dirty="0"/>
              <a:t>()</a:t>
            </a:r>
            <a:r>
              <a:rPr lang="en-US" altLang="zh-CN" dirty="0"/>
              <a:t> </a:t>
            </a:r>
            <a:r>
              <a:rPr lang="zh-CN" altLang="en-US" dirty="0"/>
              <a:t>必需，它返回记号。</a:t>
            </a:r>
          </a:p>
          <a:p>
            <a:pPr lvl="2" eaLnBrk="1" hangingPunct="1"/>
            <a:r>
              <a:rPr lang="zh-CN" altLang="en-US" dirty="0"/>
              <a:t>记号由记号名和属性值两部分组成。</a:t>
            </a:r>
          </a:p>
          <a:p>
            <a:pPr lvl="2" eaLnBrk="1" hangingPunct="1"/>
            <a:r>
              <a:rPr lang="zh-CN" altLang="en-US" dirty="0"/>
              <a:t>记号名若是定义的</a:t>
            </a:r>
            <a:r>
              <a:rPr lang="en-US" altLang="zh-CN" b="1" dirty="0"/>
              <a:t>token</a:t>
            </a:r>
            <a:r>
              <a:rPr lang="zh-CN" altLang="en-US" dirty="0"/>
              <a:t>，则必须在</a:t>
            </a:r>
            <a:r>
              <a:rPr lang="en-US" altLang="zh-CN" b="1" dirty="0" err="1"/>
              <a:t>Yacc</a:t>
            </a:r>
            <a:r>
              <a:rPr lang="zh-CN" altLang="en-US" dirty="0"/>
              <a:t>第一部分中由</a:t>
            </a:r>
            <a:r>
              <a:rPr lang="en-US" altLang="zh-CN" b="1" dirty="0"/>
              <a:t>%token</a:t>
            </a:r>
            <a:r>
              <a:rPr lang="zh-CN" altLang="en-US" dirty="0"/>
              <a:t>（或</a:t>
            </a:r>
            <a:r>
              <a:rPr lang="en-US" altLang="zh-CN" b="1" dirty="0"/>
              <a:t>%left</a:t>
            </a:r>
            <a:r>
              <a:rPr lang="zh-CN" altLang="en-US" dirty="0"/>
              <a:t>，</a:t>
            </a:r>
            <a:r>
              <a:rPr lang="en-US" altLang="zh-CN" b="1" dirty="0"/>
              <a:t>%right</a:t>
            </a:r>
            <a:r>
              <a:rPr lang="zh-CN" altLang="en-US" dirty="0"/>
              <a:t>等）定义。</a:t>
            </a:r>
          </a:p>
          <a:p>
            <a:pPr lvl="2" eaLnBrk="1" hangingPunct="1"/>
            <a:r>
              <a:rPr lang="zh-CN" altLang="en-US" dirty="0"/>
              <a:t>属性值由</a:t>
            </a:r>
            <a:r>
              <a:rPr lang="en-US" altLang="zh-CN" b="1" dirty="0" err="1"/>
              <a:t>yylval</a:t>
            </a:r>
            <a:r>
              <a:rPr lang="zh-CN" altLang="en-US" dirty="0"/>
              <a:t>传递，</a:t>
            </a:r>
            <a:r>
              <a:rPr lang="en-US" altLang="zh-CN" b="1" dirty="0" err="1"/>
              <a:t>yylval</a:t>
            </a:r>
            <a:r>
              <a:rPr lang="zh-CN" altLang="en-US" dirty="0"/>
              <a:t>也是</a:t>
            </a:r>
            <a:r>
              <a:rPr lang="en-US" altLang="zh-CN" b="1" dirty="0" err="1"/>
              <a:t>Yacc</a:t>
            </a:r>
            <a:r>
              <a:rPr lang="zh-CN" altLang="en-US" dirty="0"/>
              <a:t>中定义的。</a:t>
            </a:r>
          </a:p>
          <a:p>
            <a:pPr lvl="1" eaLnBrk="1" hangingPunct="1"/>
            <a:r>
              <a:rPr lang="en-US" altLang="zh-CN" b="1" dirty="0" err="1"/>
              <a:t>yylex</a:t>
            </a:r>
            <a:r>
              <a:rPr lang="en-US" altLang="zh-CN" b="1" dirty="0"/>
              <a:t>()</a:t>
            </a:r>
            <a:r>
              <a:rPr lang="zh-CN" altLang="en-US" dirty="0"/>
              <a:t>可由</a:t>
            </a:r>
            <a:r>
              <a:rPr lang="en-US" altLang="zh-CN" b="1" dirty="0"/>
              <a:t>Lex</a:t>
            </a:r>
            <a:r>
              <a:rPr lang="zh-CN" altLang="en-US" dirty="0"/>
              <a:t>产生。</a:t>
            </a:r>
          </a:p>
          <a:p>
            <a:pPr lvl="1" eaLnBrk="1" hangingPunct="1"/>
            <a:r>
              <a:rPr lang="en-US" altLang="zh-CN" b="1" dirty="0" err="1"/>
              <a:t>yyerror</a:t>
            </a:r>
            <a:r>
              <a:rPr lang="zh-CN" altLang="en-US" dirty="0"/>
              <a:t>和</a:t>
            </a:r>
            <a:r>
              <a:rPr lang="en-US" altLang="zh-CN" b="1" dirty="0"/>
              <a:t>main</a:t>
            </a:r>
            <a:r>
              <a:rPr lang="zh-CN" altLang="en-US" dirty="0"/>
              <a:t>通常也需要，</a:t>
            </a:r>
            <a:r>
              <a:rPr lang="en-US" altLang="zh-CN" b="1" dirty="0"/>
              <a:t>main</a:t>
            </a:r>
            <a:r>
              <a:rPr lang="zh-CN" altLang="en-US" dirty="0"/>
              <a:t>中必须有对</a:t>
            </a:r>
            <a:r>
              <a:rPr lang="en-US" altLang="zh-CN" b="1" dirty="0" err="1"/>
              <a:t>yyparse</a:t>
            </a:r>
            <a:r>
              <a:rPr lang="zh-CN" altLang="en-US" dirty="0"/>
              <a:t>的引用。（可以通过链接库得到）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7C508A-F3B9-C41C-3C61-85EF05748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921C-9B46-44BD-B0F0-C2893A9A431F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B5E312-A3CC-3A55-7F96-E82C3911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1CCD5-E511-151A-A03E-5EF0B0B8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71DFCA4-A8E8-43DB-9DB6-59AEC2AF4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496AE12-4685-49D3-872D-64D9360A29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Lex</a:t>
            </a:r>
            <a:r>
              <a:rPr lang="zh-CN" altLang="en-US" dirty="0"/>
              <a:t>和</a:t>
            </a:r>
            <a:r>
              <a:rPr lang="en-US" altLang="zh-CN" b="1" dirty="0" err="1"/>
              <a:t>Yacc</a:t>
            </a:r>
            <a:r>
              <a:rPr lang="zh-CN" altLang="en-US" dirty="0"/>
              <a:t>如何结合？</a:t>
            </a:r>
          </a:p>
          <a:p>
            <a:pPr lvl="1" eaLnBrk="1" hangingPunct="1"/>
            <a:r>
              <a:rPr lang="en-US" altLang="zh-CN" b="1" dirty="0" err="1"/>
              <a:t>filename.y</a:t>
            </a:r>
            <a:r>
              <a:rPr lang="zh-CN" altLang="en-US" dirty="0">
                <a:sym typeface="Wingdings" panose="05000000000000000000" pitchFamily="2" charset="2"/>
              </a:rPr>
              <a:t>（定义段加上函数声明</a:t>
            </a:r>
            <a:r>
              <a:rPr lang="en-US" altLang="zh-CN" b="1" dirty="0"/>
              <a:t>int </a:t>
            </a:r>
            <a:r>
              <a:rPr lang="en-US" altLang="zh-CN" b="1" dirty="0" err="1"/>
              <a:t>yylex</a:t>
            </a:r>
            <a:r>
              <a:rPr lang="en-US" altLang="zh-CN" b="1" dirty="0"/>
              <a:t>()</a:t>
            </a:r>
            <a:r>
              <a:rPr lang="zh-CN" altLang="en-US" b="1" dirty="0"/>
              <a:t>； </a:t>
            </a:r>
            <a:r>
              <a:rPr lang="zh-CN" altLang="en-US" dirty="0">
                <a:sym typeface="Wingdings" panose="05000000000000000000" pitchFamily="2" charset="2"/>
              </a:rPr>
              <a:t>经</a:t>
            </a:r>
            <a:r>
              <a:rPr lang="en-US" altLang="zh-CN" b="1" dirty="0" err="1">
                <a:sym typeface="Wingdings" panose="05000000000000000000" pitchFamily="2" charset="2"/>
              </a:rPr>
              <a:t>Yacc</a:t>
            </a:r>
            <a:r>
              <a:rPr lang="zh-CN" altLang="en-US" dirty="0">
                <a:sym typeface="Wingdings" panose="05000000000000000000" pitchFamily="2" charset="2"/>
              </a:rPr>
              <a:t>编译后） </a:t>
            </a:r>
            <a:r>
              <a:rPr lang="en-US" altLang="zh-CN" b="1" dirty="0" err="1">
                <a:sym typeface="Wingdings" panose="05000000000000000000" pitchFamily="2" charset="2"/>
              </a:rPr>
              <a:t>y.tab.c</a:t>
            </a:r>
            <a:r>
              <a:rPr lang="en-US" altLang="zh-CN" b="1" dirty="0">
                <a:sym typeface="Wingdings" panose="05000000000000000000" pitchFamily="2" charset="2"/>
              </a:rPr>
              <a:t>, </a:t>
            </a:r>
            <a:r>
              <a:rPr lang="en-US" altLang="zh-CN" b="1" dirty="0" err="1">
                <a:sym typeface="Wingdings" panose="05000000000000000000" pitchFamily="2" charset="2"/>
              </a:rPr>
              <a:t>y.tab.h</a:t>
            </a:r>
            <a:r>
              <a:rPr lang="zh-CN" altLang="en-US" dirty="0">
                <a:sym typeface="Wingdings" panose="05000000000000000000" pitchFamily="2" charset="2"/>
              </a:rPr>
              <a:t>（在</a:t>
            </a:r>
            <a:r>
              <a:rPr lang="en-US" altLang="zh-CN" b="1" dirty="0" err="1">
                <a:sym typeface="Wingdings" panose="05000000000000000000" pitchFamily="2" charset="2"/>
              </a:rPr>
              <a:t>filename.y</a:t>
            </a:r>
            <a:r>
              <a:rPr lang="zh-CN" altLang="en-US" dirty="0">
                <a:sym typeface="Wingdings" panose="05000000000000000000" pitchFamily="2" charset="2"/>
              </a:rPr>
              <a:t>中用</a:t>
            </a:r>
            <a:r>
              <a:rPr lang="en-US" altLang="zh-CN" b="1" dirty="0">
                <a:sym typeface="Wingdings" panose="05000000000000000000" pitchFamily="2" charset="2"/>
              </a:rPr>
              <a:t>%</a:t>
            </a:r>
            <a:r>
              <a:rPr lang="en-US" altLang="zh-CN" b="1" dirty="0" err="1">
                <a:sym typeface="Wingdings" panose="05000000000000000000" pitchFamily="2" charset="2"/>
              </a:rPr>
              <a:t>token,%left</a:t>
            </a:r>
            <a:r>
              <a:rPr lang="zh-CN" altLang="en-US" dirty="0">
                <a:sym typeface="Wingdings" panose="05000000000000000000" pitchFamily="2" charset="2"/>
              </a:rPr>
              <a:t>等定义的终结符都会被定义在</a:t>
            </a:r>
            <a:r>
              <a:rPr lang="en-US" altLang="zh-CN" b="1" dirty="0" err="1">
                <a:sym typeface="Wingdings" panose="05000000000000000000" pitchFamily="2" charset="2"/>
              </a:rPr>
              <a:t>y.tab.h</a:t>
            </a:r>
            <a:r>
              <a:rPr lang="zh-CN" altLang="en-US" dirty="0">
                <a:sym typeface="Wingdings" panose="05000000000000000000" pitchFamily="2" charset="2"/>
              </a:rPr>
              <a:t>中）</a:t>
            </a:r>
          </a:p>
          <a:p>
            <a:pPr lvl="1" eaLnBrk="1" hangingPunct="1"/>
            <a:r>
              <a:rPr lang="en-US" altLang="zh-CN" b="1" dirty="0" err="1">
                <a:sym typeface="Wingdings" panose="05000000000000000000" pitchFamily="2" charset="2"/>
              </a:rPr>
              <a:t>filename.l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b="1" dirty="0">
                <a:sym typeface="Wingdings" panose="05000000000000000000" pitchFamily="2" charset="2"/>
              </a:rPr>
              <a:t>#include “</a:t>
            </a:r>
            <a:r>
              <a:rPr lang="en-US" altLang="zh-CN" b="1" dirty="0" err="1">
                <a:sym typeface="Wingdings" panose="05000000000000000000" pitchFamily="2" charset="2"/>
              </a:rPr>
              <a:t>y.tab.h</a:t>
            </a:r>
            <a:r>
              <a:rPr lang="en-US" altLang="zh-CN" b="1" dirty="0">
                <a:sym typeface="Wingdings" panose="05000000000000000000" pitchFamily="2" charset="2"/>
              </a:rPr>
              <a:t>”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经</a:t>
            </a:r>
            <a:r>
              <a:rPr lang="en-US" altLang="zh-CN" b="1" dirty="0">
                <a:sym typeface="Wingdings" panose="05000000000000000000" pitchFamily="2" charset="2"/>
              </a:rPr>
              <a:t>Lex</a:t>
            </a:r>
            <a:r>
              <a:rPr lang="en-US" altLang="zh-CN" dirty="0">
                <a:sym typeface="Wingdings" panose="05000000000000000000" pitchFamily="2" charset="2"/>
              </a:rPr>
              <a:t>) </a:t>
            </a:r>
            <a:r>
              <a:rPr lang="en-US" altLang="zh-CN" b="1" dirty="0" err="1">
                <a:sym typeface="Wingdings" panose="05000000000000000000" pitchFamily="2" charset="2"/>
              </a:rPr>
              <a:t>lex.yy.c</a:t>
            </a:r>
            <a:endParaRPr lang="en-US" altLang="zh-CN" b="1" dirty="0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b="1" dirty="0" err="1">
                <a:sym typeface="Wingdings" panose="05000000000000000000" pitchFamily="2" charset="2"/>
              </a:rPr>
              <a:t>gcc</a:t>
            </a:r>
            <a:r>
              <a:rPr lang="en-US" altLang="zh-CN" b="1" dirty="0">
                <a:sym typeface="Wingdings" panose="05000000000000000000" pitchFamily="2" charset="2"/>
              </a:rPr>
              <a:t>  </a:t>
            </a:r>
            <a:r>
              <a:rPr lang="en-US" altLang="zh-CN" b="1" dirty="0" err="1">
                <a:sym typeface="Wingdings" panose="05000000000000000000" pitchFamily="2" charset="2"/>
              </a:rPr>
              <a:t>lex.yy.c</a:t>
            </a:r>
            <a:r>
              <a:rPr lang="en-US" altLang="zh-CN" b="1" dirty="0">
                <a:sym typeface="Wingdings" panose="05000000000000000000" pitchFamily="2" charset="2"/>
              </a:rPr>
              <a:t> </a:t>
            </a:r>
            <a:r>
              <a:rPr lang="en-US" altLang="zh-CN" b="1" dirty="0" err="1">
                <a:sym typeface="Wingdings" panose="05000000000000000000" pitchFamily="2" charset="2"/>
              </a:rPr>
              <a:t>y.tab.c</a:t>
            </a:r>
            <a:r>
              <a:rPr lang="en-US" altLang="zh-CN" b="1" dirty="0">
                <a:sym typeface="Wingdings" panose="05000000000000000000" pitchFamily="2" charset="2"/>
              </a:rPr>
              <a:t> -</a:t>
            </a:r>
            <a:r>
              <a:rPr lang="en-US" altLang="zh-CN" b="1" dirty="0" err="1">
                <a:sym typeface="Wingdings" panose="05000000000000000000" pitchFamily="2" charset="2"/>
              </a:rPr>
              <a:t>ly</a:t>
            </a:r>
            <a:r>
              <a:rPr lang="en-US" altLang="zh-CN" b="1" dirty="0">
                <a:sym typeface="Wingdings" panose="05000000000000000000" pitchFamily="2" charset="2"/>
              </a:rPr>
              <a:t> –</a:t>
            </a:r>
            <a:r>
              <a:rPr lang="en-US" altLang="zh-CN" b="1" dirty="0" err="1">
                <a:sym typeface="Wingdings" panose="05000000000000000000" pitchFamily="2" charset="2"/>
              </a:rPr>
              <a:t>lfl</a:t>
            </a:r>
            <a:r>
              <a:rPr lang="zh-CN" altLang="en-US" dirty="0">
                <a:sym typeface="Wingdings" panose="05000000000000000000" pitchFamily="2" charset="2"/>
              </a:rPr>
              <a:t>（编译链接</a:t>
            </a:r>
            <a:r>
              <a:rPr lang="en-US" altLang="zh-CN" b="1" dirty="0">
                <a:sym typeface="Wingdings" panose="05000000000000000000" pitchFamily="2" charset="2"/>
              </a:rPr>
              <a:t>c</a:t>
            </a:r>
            <a:r>
              <a:rPr lang="zh-CN" altLang="en-US" dirty="0">
                <a:sym typeface="Wingdings" panose="05000000000000000000" pitchFamily="2" charset="2"/>
              </a:rPr>
              <a:t>文件）</a:t>
            </a:r>
          </a:p>
          <a:p>
            <a:pPr lvl="1" eaLnBrk="1" hangingPunct="1"/>
            <a:endParaRPr lang="en-US" altLang="zh-CN" dirty="0"/>
          </a:p>
        </p:txBody>
      </p:sp>
      <p:sp>
        <p:nvSpPr>
          <p:cNvPr id="2" name="矩形标注 1">
            <a:extLst>
              <a:ext uri="{FF2B5EF4-FFF2-40B4-BE49-F238E27FC236}">
                <a16:creationId xmlns:a16="http://schemas.microsoft.com/office/drawing/2014/main" id="{99ED042A-F14E-476D-B5D3-627CBB3BA417}"/>
              </a:ext>
            </a:extLst>
          </p:cNvPr>
          <p:cNvSpPr/>
          <p:nvPr/>
        </p:nvSpPr>
        <p:spPr bwMode="auto">
          <a:xfrm>
            <a:off x="6484620" y="1182268"/>
            <a:ext cx="2232660" cy="494131"/>
          </a:xfrm>
          <a:prstGeom prst="wedgeRectCallout">
            <a:avLst>
              <a:gd name="adj1" fmla="val -63885"/>
              <a:gd name="adj2" fmla="val 20022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54000" tIns="28800" rIns="54000" bIns="28800" anchor="ctr"/>
          <a:lstStyle/>
          <a:p>
            <a:pPr algn="ctr">
              <a:defRPr/>
            </a:pPr>
            <a:r>
              <a:rPr lang="zh-CN" altLang="en-US" sz="2400" b="0" dirty="0">
                <a:latin typeface="+mn-ea"/>
                <a:ea typeface="+mn-ea"/>
              </a:rPr>
              <a:t>编译时加参数</a:t>
            </a:r>
            <a:r>
              <a:rPr lang="en-US" altLang="zh-CN" sz="2400" dirty="0"/>
              <a:t>d</a:t>
            </a:r>
            <a:endParaRPr lang="zh-CN" altLang="en-US" sz="240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B91E59-3A2C-83BC-26B0-F53B9D3F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AD17-6356-4E4B-93BE-B7E4068EC160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B8318C-6375-8A90-DA30-2EE2BC38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23B5C7-82CF-D4F9-3A93-78D4BD44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4AB9CC4-16D6-4D6E-B9E3-398FC0779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3.7.1 </a:t>
            </a:r>
            <a:r>
              <a:rPr lang="zh-CN" altLang="en-US" dirty="0"/>
              <a:t>分析器的生成器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86A2E01-BA02-493A-8D7E-74202C05C1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Lex</a:t>
            </a:r>
            <a:r>
              <a:rPr lang="zh-CN" altLang="en-US" dirty="0"/>
              <a:t>和</a:t>
            </a:r>
            <a:r>
              <a:rPr lang="en-US" altLang="zh-CN" b="1" dirty="0" err="1"/>
              <a:t>Yacc</a:t>
            </a:r>
            <a:r>
              <a:rPr lang="zh-CN" altLang="en-US" dirty="0"/>
              <a:t>如何结合？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在写</a:t>
            </a:r>
            <a:r>
              <a:rPr lang="en-US" altLang="zh-CN" b="1" dirty="0" err="1">
                <a:sym typeface="Wingdings" panose="05000000000000000000" pitchFamily="2" charset="2"/>
              </a:rPr>
              <a:t>filename.l</a:t>
            </a:r>
            <a:r>
              <a:rPr lang="zh-CN" altLang="en-US" dirty="0">
                <a:sym typeface="Wingdings" panose="05000000000000000000" pitchFamily="2" charset="2"/>
              </a:rPr>
              <a:t>时，如果需要传递记号的属性值，则用</a:t>
            </a:r>
            <a:r>
              <a:rPr lang="en-US" altLang="zh-CN" b="1" dirty="0" err="1">
                <a:sym typeface="Wingdings" panose="05000000000000000000" pitchFamily="2" charset="2"/>
              </a:rPr>
              <a:t>yylval</a:t>
            </a:r>
            <a:r>
              <a:rPr lang="zh-CN" altLang="en-US" dirty="0">
                <a:sym typeface="Wingdings" panose="05000000000000000000" pitchFamily="2" charset="2"/>
              </a:rPr>
              <a:t>传递，</a:t>
            </a:r>
            <a:r>
              <a:rPr lang="en-US" altLang="zh-CN" b="1" dirty="0" err="1">
                <a:sym typeface="Wingdings" panose="05000000000000000000" pitchFamily="2" charset="2"/>
              </a:rPr>
              <a:t>yylval</a:t>
            </a:r>
            <a:r>
              <a:rPr lang="zh-CN" altLang="en-US" dirty="0">
                <a:sym typeface="Wingdings" panose="05000000000000000000" pitchFamily="2" charset="2"/>
              </a:rPr>
              <a:t>可以看成是</a:t>
            </a:r>
            <a:r>
              <a:rPr lang="en-US" altLang="zh-CN" b="1" dirty="0">
                <a:sym typeface="Wingdings" panose="05000000000000000000" pitchFamily="2" charset="2"/>
              </a:rPr>
              <a:t>YACC</a:t>
            </a:r>
            <a:r>
              <a:rPr lang="zh-CN" altLang="en-US" dirty="0">
                <a:sym typeface="Wingdings" panose="05000000000000000000" pitchFamily="2" charset="2"/>
              </a:rPr>
              <a:t>属性栈的栈顶指针，类型即为</a:t>
            </a:r>
            <a:r>
              <a:rPr lang="en-US" altLang="zh-CN" b="1" dirty="0">
                <a:sym typeface="Wingdings" panose="05000000000000000000" pitchFamily="2" charset="2"/>
              </a:rPr>
              <a:t>YYSTYPE</a:t>
            </a:r>
            <a:r>
              <a:rPr lang="zh-CN" altLang="en-US" dirty="0">
                <a:sym typeface="Wingdings" panose="05000000000000000000" pitchFamily="2" charset="2"/>
              </a:rPr>
              <a:t>。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例：在上例中，若用</a:t>
            </a:r>
            <a:r>
              <a:rPr lang="en-US" altLang="zh-CN" b="1" dirty="0">
                <a:sym typeface="Wingdings" panose="05000000000000000000" pitchFamily="2" charset="2"/>
              </a:rPr>
              <a:t>lex</a:t>
            </a:r>
            <a:r>
              <a:rPr lang="zh-CN" altLang="en-US" dirty="0">
                <a:sym typeface="Wingdings" panose="05000000000000000000" pitchFamily="2" charset="2"/>
              </a:rPr>
              <a:t>写词法分析部分，需要传递记号</a:t>
            </a:r>
            <a:r>
              <a:rPr lang="en-US" altLang="zh-CN" b="1" dirty="0">
                <a:sym typeface="Wingdings" panose="05000000000000000000" pitchFamily="2" charset="2"/>
              </a:rPr>
              <a:t>NUMBER</a:t>
            </a:r>
            <a:r>
              <a:rPr lang="zh-CN" altLang="en-US" dirty="0">
                <a:sym typeface="Wingdings" panose="05000000000000000000" pitchFamily="2" charset="2"/>
              </a:rPr>
              <a:t>的属性值时，需引用</a:t>
            </a:r>
            <a:r>
              <a:rPr lang="en-US" altLang="zh-CN" b="1" dirty="0" err="1">
                <a:sym typeface="Wingdings" panose="05000000000000000000" pitchFamily="2" charset="2"/>
              </a:rPr>
              <a:t>yylval.dval</a:t>
            </a:r>
            <a:r>
              <a:rPr lang="zh-CN" altLang="en-US" dirty="0">
                <a:sym typeface="Wingdings" panose="05000000000000000000" pitchFamily="2" charset="2"/>
              </a:rPr>
              <a:t>（因为</a:t>
            </a:r>
            <a:r>
              <a:rPr lang="en-US" altLang="zh-CN" b="1" dirty="0">
                <a:sym typeface="Wingdings" panose="05000000000000000000" pitchFamily="2" charset="2"/>
              </a:rPr>
              <a:t>NUMBER</a:t>
            </a:r>
            <a:r>
              <a:rPr lang="zh-CN" altLang="en-US" dirty="0">
                <a:sym typeface="Wingdings" panose="05000000000000000000" pitchFamily="2" charset="2"/>
              </a:rPr>
              <a:t>的类型是</a:t>
            </a:r>
            <a:r>
              <a:rPr lang="en-US" altLang="zh-CN" b="1" dirty="0" err="1">
                <a:sym typeface="Wingdings" panose="05000000000000000000" pitchFamily="2" charset="2"/>
              </a:rPr>
              <a:t>dval</a:t>
            </a:r>
            <a:r>
              <a:rPr lang="zh-CN" altLang="en-US" dirty="0">
                <a:sym typeface="Wingdings" panose="05000000000000000000" pitchFamily="2" charset="2"/>
              </a:rPr>
              <a:t>，即</a:t>
            </a:r>
            <a:r>
              <a:rPr lang="en-US" altLang="zh-CN" b="1" dirty="0">
                <a:sym typeface="Wingdings" panose="05000000000000000000" pitchFamily="2" charset="2"/>
              </a:rPr>
              <a:t>double</a:t>
            </a:r>
            <a:r>
              <a:rPr lang="zh-CN" altLang="en-US" dirty="0">
                <a:sym typeface="Wingdings" panose="05000000000000000000" pitchFamily="2" charset="2"/>
              </a:rPr>
              <a:t>类型）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105083-3AA1-6FB2-60CC-5AF950A2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1CB3-C945-4D99-A0A5-D21DDEEADD71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4B2755-3C68-5A24-EBDD-77ECD3DA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93EC1-7010-70C8-0B39-2F216C93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B920082-CB61-40B3-8C20-2D235002A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3.7.2 </a:t>
            </a:r>
            <a:r>
              <a:rPr lang="zh-CN" altLang="en-US"/>
              <a:t>用</a:t>
            </a:r>
            <a:r>
              <a:rPr lang="en-US" altLang="zh-CN"/>
              <a:t>Yacc</a:t>
            </a:r>
            <a:r>
              <a:rPr lang="zh-CN" altLang="en-US"/>
              <a:t>处理二义文法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2F1EE20-22A8-4C91-9064-976F5707D7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/>
              <a:t>Yacc</a:t>
            </a:r>
            <a:r>
              <a:rPr lang="zh-CN" altLang="en-US" dirty="0"/>
              <a:t>解决分析动作冲突的一般原则：</a:t>
            </a:r>
          </a:p>
          <a:p>
            <a:pPr lvl="1" eaLnBrk="1" hangingPunct="1"/>
            <a:r>
              <a:rPr lang="zh-CN" altLang="en-US" dirty="0"/>
              <a:t>对于归约</a:t>
            </a:r>
            <a:r>
              <a:rPr lang="en-US" altLang="zh-CN" dirty="0"/>
              <a:t>-</a:t>
            </a:r>
            <a:r>
              <a:rPr lang="zh-CN" altLang="en-US" dirty="0"/>
              <a:t>归约冲突，优先于先出现的产生式。</a:t>
            </a:r>
          </a:p>
          <a:p>
            <a:pPr lvl="1" eaLnBrk="1" hangingPunct="1"/>
            <a:r>
              <a:rPr lang="zh-CN" altLang="en-US" dirty="0"/>
              <a:t>对于移进</a:t>
            </a:r>
            <a:r>
              <a:rPr lang="en-US" altLang="zh-CN" dirty="0"/>
              <a:t>-</a:t>
            </a:r>
            <a:r>
              <a:rPr lang="zh-CN" altLang="en-US" dirty="0"/>
              <a:t>归约冲突，优先于移进。</a:t>
            </a:r>
          </a:p>
          <a:p>
            <a:pPr lvl="1" eaLnBrk="1" hangingPunct="1"/>
            <a:r>
              <a:rPr lang="zh-CN" altLang="en-US" dirty="0">
                <a:solidFill>
                  <a:schemeClr val="hlink"/>
                </a:solidFill>
              </a:rPr>
              <a:t>除非另有说明，即下面要讲的自定义规则。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2A0DD6-EF7C-C9B2-4E6A-98BB2A96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BCA1-F543-4F6D-8E1C-7F1D616035BE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DA07F7-6726-8EA0-EF34-04AE1028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334BE4-794D-B910-8258-74D502D2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0E0D849-C6CE-4A6D-B7CA-2BA698C1E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</a:t>
            </a:r>
            <a:r>
              <a:rPr lang="zh-CN" altLang="en-US" dirty="0"/>
              <a:t>用</a:t>
            </a:r>
            <a:r>
              <a:rPr lang="en-US" altLang="zh-CN" dirty="0" err="1"/>
              <a:t>Yacc</a:t>
            </a:r>
            <a:r>
              <a:rPr lang="zh-CN" altLang="en-US" dirty="0"/>
              <a:t>处理二义文法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8983D64-7718-48E4-93EF-4C85408DC5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例  </a:t>
            </a:r>
            <a:r>
              <a:rPr lang="zh-CN" altLang="en-US">
                <a:latin typeface="宋体" panose="02010600030101010101" pitchFamily="2" charset="-122"/>
              </a:rPr>
              <a:t>台式计算器</a:t>
            </a:r>
            <a:endParaRPr lang="zh-CN" altLang="en-US"/>
          </a:p>
          <a:p>
            <a:pPr lvl="1" eaLnBrk="1" hangingPunct="1">
              <a:spcBef>
                <a:spcPct val="0"/>
              </a:spcBef>
            </a:pPr>
            <a:r>
              <a:rPr lang="zh-CN" altLang="en-US"/>
              <a:t>输入一个表达式并回车，显示计算结果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/>
              <a:t>也可以输入一个空白行</a:t>
            </a: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676E07-6831-EF29-C5BD-6BB68FC4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EEA8-B638-43AA-A0E6-691E4E5409A5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BEE54A-8FAC-79BA-D1CD-92E8527B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DB30A-2864-7DBA-EC60-EDA75E69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250058D-AD69-4D21-90BA-5D4BA16BD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</a:t>
            </a:r>
            <a:r>
              <a:rPr lang="zh-CN" altLang="en-US" dirty="0"/>
              <a:t>用</a:t>
            </a:r>
            <a:r>
              <a:rPr lang="en-US" altLang="zh-CN" dirty="0" err="1"/>
              <a:t>Yacc</a:t>
            </a:r>
            <a:r>
              <a:rPr lang="zh-CN" altLang="en-US" dirty="0"/>
              <a:t>处理二义文法</a:t>
            </a:r>
          </a:p>
        </p:txBody>
      </p:sp>
      <p:sp>
        <p:nvSpPr>
          <p:cNvPr id="664579" name="Rectangle 3">
            <a:extLst>
              <a:ext uri="{FF2B5EF4-FFF2-40B4-BE49-F238E27FC236}">
                <a16:creationId xmlns:a16="http://schemas.microsoft.com/office/drawing/2014/main" id="{387D2C00-D05F-4898-866E-38BF31F11C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60070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%{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# include  &lt;</a:t>
            </a:r>
            <a:r>
              <a:rPr lang="en-US" altLang="zh-CN" sz="2000" b="1" dirty="0" err="1"/>
              <a:t>ctype</a:t>
            </a:r>
            <a:r>
              <a:rPr lang="en-US" altLang="zh-CN" sz="2000" b="1" dirty="0"/>
              <a:t> .h&gt;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# include 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 &gt;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# define YYSTYPE double  /</a:t>
            </a:r>
            <a:r>
              <a:rPr lang="en-US" altLang="zh-CN" sz="20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dirty="0"/>
              <a:t>将栈定义为</a:t>
            </a:r>
            <a:r>
              <a:rPr lang="en-US" altLang="zh-CN" sz="2000" b="1" dirty="0"/>
              <a:t>double</a:t>
            </a:r>
            <a:r>
              <a:rPr lang="zh-CN" altLang="en-US" sz="2000" dirty="0"/>
              <a:t>类型</a:t>
            </a:r>
            <a:r>
              <a:rPr lang="zh-CN" altLang="en-US" sz="2000" b="1" dirty="0"/>
              <a:t> </a:t>
            </a:r>
            <a:r>
              <a:rPr lang="zh-CN" altLang="en-US" sz="20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000" b="1" dirty="0"/>
              <a:t>/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%}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 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%token  NUMBER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%left  ‘+’  ‘</a:t>
            </a:r>
            <a:r>
              <a:rPr lang="en-US" altLang="zh-CN" sz="2000" b="1" dirty="0">
                <a:sym typeface="Symbol" panose="05050102010706020507" pitchFamily="18" charset="2"/>
              </a:rPr>
              <a:t></a:t>
            </a:r>
            <a:r>
              <a:rPr lang="en-US" altLang="zh-CN" sz="2000" b="1" dirty="0"/>
              <a:t>’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%left  ‘</a:t>
            </a:r>
            <a:r>
              <a:rPr lang="en-US" altLang="zh-CN" sz="20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000" b="1" dirty="0"/>
              <a:t>’  ‘/ ’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%right  UMINUS        </a:t>
            </a:r>
            <a:r>
              <a:rPr lang="zh-CN" altLang="en-US" sz="2000" b="1" dirty="0">
                <a:solidFill>
                  <a:schemeClr val="hlink"/>
                </a:solidFill>
              </a:rPr>
              <a:t>（</a:t>
            </a:r>
            <a:r>
              <a:rPr lang="en-US" altLang="zh-CN" sz="2000" b="1" dirty="0">
                <a:solidFill>
                  <a:schemeClr val="hlink"/>
                </a:solidFill>
              </a:rPr>
              <a:t>%</a:t>
            </a:r>
            <a:r>
              <a:rPr lang="en-US" altLang="zh-CN" sz="2000" b="1" dirty="0" err="1">
                <a:solidFill>
                  <a:schemeClr val="hlink"/>
                </a:solidFill>
              </a:rPr>
              <a:t>nonassoc</a:t>
            </a:r>
            <a:r>
              <a:rPr lang="en-US" altLang="zh-CN" sz="2000" b="1" dirty="0">
                <a:solidFill>
                  <a:schemeClr val="hlink"/>
                </a:solidFill>
              </a:rPr>
              <a:t> ‘&lt;’ </a:t>
            </a:r>
            <a:r>
              <a:rPr lang="zh-CN" altLang="en-US" sz="2000" dirty="0">
                <a:solidFill>
                  <a:schemeClr val="hlink"/>
                </a:solidFill>
              </a:rPr>
              <a:t>表示不可结合</a:t>
            </a:r>
            <a:r>
              <a:rPr lang="zh-CN" altLang="en-US" sz="2000" b="1" dirty="0">
                <a:solidFill>
                  <a:schemeClr val="hlink"/>
                </a:solidFill>
              </a:rPr>
              <a:t>）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%% </a:t>
            </a:r>
            <a:endParaRPr lang="en-US" altLang="zh-CN" sz="2000" dirty="0">
              <a:solidFill>
                <a:schemeClr val="accent2"/>
              </a:solidFill>
              <a:latin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+mn-ea"/>
              </a:rPr>
              <a:t>终结符的优先级按它们出现的次序而定，先出现的优先级低，同一声明中优先级相同</a:t>
            </a:r>
            <a:endParaRPr lang="en-US" altLang="zh-CN" sz="2000" dirty="0">
              <a:solidFill>
                <a:schemeClr val="accent2"/>
              </a:solidFill>
              <a:latin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+mn-ea"/>
              </a:rPr>
              <a:t>通常，产生式的优先级和结合性同它最右终结符一致，这条规则用来解决移进</a:t>
            </a:r>
            <a:r>
              <a:rPr lang="en-US" altLang="zh-CN" sz="2000" dirty="0">
                <a:solidFill>
                  <a:schemeClr val="accent2"/>
                </a:solidFill>
                <a:latin typeface="+mn-ea"/>
              </a:rPr>
              <a:t>-</a:t>
            </a:r>
            <a:r>
              <a:rPr lang="zh-CN" altLang="en-US" sz="2000" dirty="0">
                <a:solidFill>
                  <a:schemeClr val="accent2"/>
                </a:solidFill>
                <a:latin typeface="+mn-ea"/>
              </a:rPr>
              <a:t>归约冲突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C3D21B-2016-067C-6234-43304F07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708B-120C-42FA-9072-AEA69CEA41FB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5296DB-A150-545C-0100-51A54B14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524BB3-0E2E-2F5C-70AD-8A39FC91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4FD85024-047A-4818-A76F-F27CD6110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</a:t>
            </a:r>
            <a:r>
              <a:rPr lang="zh-CN" altLang="en-US" dirty="0"/>
              <a:t>用</a:t>
            </a:r>
            <a:r>
              <a:rPr lang="en-US" altLang="zh-CN" dirty="0" err="1"/>
              <a:t>Yacc</a:t>
            </a:r>
            <a:r>
              <a:rPr lang="zh-CN" altLang="en-US" dirty="0"/>
              <a:t>处理二义文法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73C7B40C-DB98-49E5-B607-625378AAE9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lines		: lines expr ‘\ n’    {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 ( “%g \ n”, $2 )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lines ‘\ n’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 /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/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expr		: expr ‘+’ expr 	{$$ = $1 + $3;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expr ‘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’ expr	{$$ = $1 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 $3;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expr ‘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’ expr	{$$ = $1 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 $3;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expr ‘/ ’ expr 	{$$ = $1 / $3;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‘(’ expr ‘)’		{$$ = $2;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‘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’ expr  </a:t>
            </a:r>
            <a:r>
              <a:rPr lang="en-US" altLang="zh-CN" sz="2400" b="1" dirty="0">
                <a:solidFill>
                  <a:srgbClr val="FF0000"/>
                </a:solidFill>
              </a:rPr>
              <a:t>%</a:t>
            </a:r>
            <a:r>
              <a:rPr lang="en-US" altLang="zh-CN" sz="2400" b="1" dirty="0" err="1">
                <a:solidFill>
                  <a:srgbClr val="FF0000"/>
                </a:solidFill>
              </a:rPr>
              <a:t>prec</a:t>
            </a:r>
            <a:r>
              <a:rPr lang="en-US" altLang="zh-CN" sz="2400" b="1" dirty="0">
                <a:solidFill>
                  <a:srgbClr val="FF0000"/>
                </a:solidFill>
              </a:rPr>
              <a:t> UMINUS</a:t>
            </a:r>
            <a:r>
              <a:rPr lang="en-US" altLang="zh-CN" sz="2400" b="1" dirty="0"/>
              <a:t>	{$$ = 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$2;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NUMBER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%%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/>
          </a:p>
          <a:p>
            <a:pPr algn="just"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如果不想让</a:t>
            </a:r>
            <a:r>
              <a:rPr lang="en-US" altLang="zh-CN" sz="2400" b="1" dirty="0" err="1">
                <a:solidFill>
                  <a:srgbClr val="FF0000"/>
                </a:solidFill>
              </a:rPr>
              <a:t>Yacc</a:t>
            </a:r>
            <a:r>
              <a:rPr lang="zh-CN" altLang="en-US" sz="2400" dirty="0">
                <a:solidFill>
                  <a:srgbClr val="FF0000"/>
                </a:solidFill>
              </a:rPr>
              <a:t>用最右终结符来决定产生式的优先级和结合性，则使用</a:t>
            </a:r>
            <a:r>
              <a:rPr lang="en-US" altLang="zh-CN" sz="2400" b="1" dirty="0">
                <a:solidFill>
                  <a:srgbClr val="FF0000"/>
                </a:solidFill>
              </a:rPr>
              <a:t>%</a:t>
            </a:r>
            <a:r>
              <a:rPr lang="en-US" altLang="zh-CN" sz="2400" b="1" dirty="0" err="1">
                <a:solidFill>
                  <a:srgbClr val="FF0000"/>
                </a:solidFill>
              </a:rPr>
              <a:t>prec</a:t>
            </a:r>
            <a:r>
              <a:rPr lang="zh-CN" altLang="en-US" sz="2400" dirty="0">
                <a:solidFill>
                  <a:srgbClr val="FF0000"/>
                </a:solidFill>
              </a:rPr>
              <a:t>强制指定该产生式和</a:t>
            </a:r>
            <a:r>
              <a:rPr lang="en-US" altLang="zh-CN" sz="2400" b="1" dirty="0">
                <a:solidFill>
                  <a:srgbClr val="FF0000"/>
                </a:solidFill>
              </a:rPr>
              <a:t>UMINUS</a:t>
            </a:r>
            <a:r>
              <a:rPr lang="zh-CN" altLang="en-US" sz="2400" dirty="0">
                <a:solidFill>
                  <a:srgbClr val="FF0000"/>
                </a:solidFill>
              </a:rPr>
              <a:t>的优先级和结合性一致。</a:t>
            </a:r>
            <a:endParaRPr lang="en-US" altLang="zh-CN" sz="24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EB1CF3-36C3-B828-42F1-BECD2EB9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8C0B-62AF-45DC-8B5C-9DE078C11D23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7CB99F-EFA5-1DA7-4AB8-2C0C1BCA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6CDBEA-B23F-52DA-401D-70B94E9E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A53E6472-70D9-48AE-BAF8-DF3FC9737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</a:t>
            </a:r>
            <a:r>
              <a:rPr lang="zh-CN" altLang="en-US" dirty="0"/>
              <a:t>用</a:t>
            </a:r>
            <a:r>
              <a:rPr lang="en-US" altLang="zh-CN" dirty="0" err="1"/>
              <a:t>Yacc</a:t>
            </a:r>
            <a:r>
              <a:rPr lang="zh-CN" altLang="en-US" dirty="0"/>
              <a:t>处理二义文法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256395D4-4241-4460-B339-CEC2211005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在有优先级和结合性时，</a:t>
            </a:r>
            <a:r>
              <a:rPr lang="en-US" altLang="zh-CN" b="1" dirty="0" err="1"/>
              <a:t>Yacc</a:t>
            </a:r>
            <a:r>
              <a:rPr lang="zh-CN" altLang="en-US" dirty="0"/>
              <a:t>解决冲突的方式：</a:t>
            </a:r>
          </a:p>
          <a:p>
            <a:pPr lvl="1" eaLnBrk="1" hangingPunct="1"/>
            <a:r>
              <a:rPr lang="zh-CN" altLang="en-US" dirty="0"/>
              <a:t>如果</a:t>
            </a:r>
            <a:r>
              <a:rPr lang="en-US" altLang="zh-CN" b="1" dirty="0" err="1"/>
              <a:t>Yacc</a:t>
            </a:r>
            <a:r>
              <a:rPr lang="zh-CN" altLang="en-US" dirty="0"/>
              <a:t>遇到移进</a:t>
            </a:r>
            <a:r>
              <a:rPr lang="en-US" altLang="zh-CN" b="1" i="1" dirty="0"/>
              <a:t>a</a:t>
            </a:r>
            <a:r>
              <a:rPr lang="zh-CN" altLang="en-US" dirty="0"/>
              <a:t>和归约</a:t>
            </a:r>
            <a:r>
              <a:rPr lang="en-US" altLang="zh-CN" b="1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</a:t>
            </a:r>
            <a:r>
              <a:rPr lang="zh-CN" altLang="en-US" dirty="0">
                <a:sym typeface="Symbol" panose="05050102010706020507" pitchFamily="18" charset="2"/>
              </a:rPr>
              <a:t>的冲突时，若产生式的优先级高于</a:t>
            </a:r>
            <a:r>
              <a:rPr lang="en-US" altLang="zh-CN" b="1" i="1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，或者两者优先级相同但产生式左结合时，选择归约，否则选择移进。（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注意：</a:t>
            </a:r>
            <a:r>
              <a:rPr lang="zh-CN" altLang="en-US" dirty="0">
                <a:solidFill>
                  <a:schemeClr val="accent2"/>
                </a:solidFill>
              </a:rPr>
              <a:t>产生式的优先级和结合性同它最右终结符一致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800" dirty="0"/>
              <a:t>有</a:t>
            </a:r>
            <a:r>
              <a:rPr lang="en-US" altLang="zh-CN" sz="2800" b="1" dirty="0"/>
              <a:t>%</a:t>
            </a:r>
            <a:r>
              <a:rPr lang="en-US" altLang="zh-CN" sz="2800" b="1" dirty="0" err="1"/>
              <a:t>prec</a:t>
            </a:r>
            <a:r>
              <a:rPr lang="zh-CN" altLang="en-US" sz="2800" dirty="0"/>
              <a:t>时以</a:t>
            </a:r>
            <a:r>
              <a:rPr lang="en-US" altLang="zh-CN" sz="2800" b="1" dirty="0"/>
              <a:t>%</a:t>
            </a:r>
            <a:r>
              <a:rPr lang="en-US" altLang="zh-CN" sz="2800" b="1" dirty="0" err="1"/>
              <a:t>prec</a:t>
            </a:r>
            <a:r>
              <a:rPr lang="zh-CN" altLang="en-US" sz="2800" dirty="0"/>
              <a:t>为准</a:t>
            </a:r>
            <a:r>
              <a:rPr lang="zh-CN" altLang="en-US" sz="2800" b="1" dirty="0"/>
              <a:t>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3AD512-48BE-F8CE-A4A4-59F416E3C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42DC-2469-4FB8-973E-556A155FB656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2E9D95-71A8-43B5-90E6-2641425A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A406B9-17FE-E525-ECD9-B8246EEF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949133C-2A42-4A95-8347-594E48E03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</a:t>
            </a:r>
            <a:r>
              <a:rPr lang="zh-CN" altLang="en-US" dirty="0"/>
              <a:t>用</a:t>
            </a:r>
            <a:r>
              <a:rPr lang="en-US" altLang="zh-CN" dirty="0" err="1"/>
              <a:t>Yacc</a:t>
            </a:r>
            <a:r>
              <a:rPr lang="zh-CN" altLang="en-US" dirty="0"/>
              <a:t>处理二义文法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7D6C415-7361-4811-899C-852A1F311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lines		: lines expr ‘\ n’    {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 ( “%g \ n”, $2 )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lines ‘\ n’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 /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/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;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expr		: expr ‘+’ expr 	{$$ = $1 + $3;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expr ‘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’ expr		{$$ = $1 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 $3;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expr ‘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’ expr		{$$ = $1 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/>
              <a:t> $3;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expr ‘/ ’ expr 	{$$ = $1 / $3;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‘(’ expr ‘)’		{$$ = $2;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</a:t>
            </a:r>
            <a:r>
              <a:rPr lang="en-US" altLang="zh-CN" sz="2400" b="1" dirty="0">
                <a:solidFill>
                  <a:srgbClr val="008000"/>
                </a:solidFill>
              </a:rPr>
              <a:t>‘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rgbClr val="008000"/>
                </a:solidFill>
              </a:rPr>
              <a:t>’ expr  %</a:t>
            </a:r>
            <a:r>
              <a:rPr lang="en-US" altLang="zh-CN" sz="2400" b="1" dirty="0" err="1">
                <a:solidFill>
                  <a:srgbClr val="008000"/>
                </a:solidFill>
              </a:rPr>
              <a:t>prec</a:t>
            </a:r>
            <a:r>
              <a:rPr lang="en-US" altLang="zh-CN" sz="2400" b="1" dirty="0">
                <a:solidFill>
                  <a:srgbClr val="008000"/>
                </a:solidFill>
              </a:rPr>
              <a:t> UMINUS</a:t>
            </a:r>
            <a:r>
              <a:rPr lang="en-US" altLang="zh-CN" sz="2400" b="1" dirty="0"/>
              <a:t>	{$$ = </a:t>
            </a:r>
            <a:r>
              <a:rPr lang="en-US" altLang="zh-CN" sz="2400" b="1" dirty="0">
                <a:sym typeface="Symbol" panose="05050102010706020507" pitchFamily="18" charset="2"/>
              </a:rPr>
              <a:t></a:t>
            </a:r>
            <a:r>
              <a:rPr lang="en-US" altLang="zh-CN" sz="2400" b="1" dirty="0"/>
              <a:t>$2; }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| NUMBER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;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%%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/>
              <a:t>			</a:t>
            </a:r>
            <a:r>
              <a:rPr lang="en-US" altLang="zh-CN" sz="2400" b="1" dirty="0">
                <a:solidFill>
                  <a:srgbClr val="008000"/>
                </a:solidFill>
              </a:rPr>
              <a:t>-5*10</a:t>
            </a:r>
            <a:r>
              <a:rPr lang="zh-CN" altLang="en-US" sz="2400" dirty="0">
                <a:solidFill>
                  <a:srgbClr val="008000"/>
                </a:solidFill>
              </a:rPr>
              <a:t>看成是</a:t>
            </a:r>
            <a:r>
              <a:rPr lang="en-US" altLang="zh-CN" sz="2400" b="1" dirty="0">
                <a:solidFill>
                  <a:srgbClr val="008000"/>
                </a:solidFill>
              </a:rPr>
              <a:t>-(5*10), </a:t>
            </a:r>
            <a:r>
              <a:rPr lang="zh-CN" altLang="en-US" sz="2400" dirty="0">
                <a:solidFill>
                  <a:srgbClr val="008000"/>
                </a:solidFill>
              </a:rPr>
              <a:t>还是</a:t>
            </a:r>
            <a:r>
              <a:rPr lang="en-US" altLang="zh-CN" sz="2400" b="1" dirty="0">
                <a:solidFill>
                  <a:srgbClr val="008000"/>
                </a:solidFill>
              </a:rPr>
              <a:t>(-5)*10? </a:t>
            </a:r>
            <a:r>
              <a:rPr lang="zh-CN" altLang="en-US" sz="2400" dirty="0">
                <a:solidFill>
                  <a:srgbClr val="008000"/>
                </a:solidFill>
              </a:rPr>
              <a:t>取后者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3326EB-1F71-2936-1BE9-EC22D744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C8E3-4A08-4843-92C4-875D6BA4DB1F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FA8C0D-E701-3E6A-4410-73AFA71D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119F8-25E0-99BF-8095-8062D879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1FFF4A4-183A-43D8-A87A-458013D2F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</a:t>
            </a:r>
            <a:r>
              <a:rPr lang="zh-CN" altLang="en-US" dirty="0"/>
              <a:t>用</a:t>
            </a:r>
            <a:r>
              <a:rPr lang="en-US" altLang="zh-CN" dirty="0" err="1"/>
              <a:t>Yacc</a:t>
            </a:r>
            <a:r>
              <a:rPr lang="zh-CN" altLang="en-US" dirty="0"/>
              <a:t>处理二义文法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EF95CBB-1CCC-443E-8E30-DE91DC1F2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26933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 err="1"/>
              <a:t>yylex</a:t>
            </a:r>
            <a:r>
              <a:rPr lang="en-US" altLang="zh-CN" sz="2800" b="1" dirty="0"/>
              <a:t> ( ) {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int c;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while ( ( c = </a:t>
            </a:r>
            <a:r>
              <a:rPr lang="en-US" altLang="zh-CN" sz="2800" b="1" dirty="0" err="1"/>
              <a:t>getchar</a:t>
            </a:r>
            <a:r>
              <a:rPr lang="en-US" altLang="zh-CN" sz="2800" b="1" dirty="0"/>
              <a:t> ( ) ) = = ‘  ’ );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if ( ( c = = ‘.’ ) | | (</a:t>
            </a:r>
            <a:r>
              <a:rPr lang="en-US" altLang="zh-CN" sz="2800" b="1" dirty="0" err="1"/>
              <a:t>isdigit</a:t>
            </a:r>
            <a:r>
              <a:rPr lang="en-US" altLang="zh-CN" sz="2800" b="1" dirty="0"/>
              <a:t> (c) ) ) {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	</a:t>
            </a:r>
            <a:r>
              <a:rPr lang="en-US" altLang="zh-CN" sz="2800" b="1" dirty="0" err="1"/>
              <a:t>ungetc</a:t>
            </a:r>
            <a:r>
              <a:rPr lang="en-US" altLang="zh-CN" sz="2800" b="1" dirty="0"/>
              <a:t> (c, stdin);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	</a:t>
            </a:r>
            <a:r>
              <a:rPr lang="en-US" altLang="zh-CN" sz="2800" b="1" dirty="0" err="1"/>
              <a:t>scanf</a:t>
            </a:r>
            <a:r>
              <a:rPr lang="en-US" altLang="zh-CN" sz="2800" b="1" dirty="0"/>
              <a:t> ( “% </a:t>
            </a:r>
            <a:r>
              <a:rPr lang="en-US" altLang="zh-CN" sz="2800" b="1" dirty="0" err="1"/>
              <a:t>lf</a:t>
            </a:r>
            <a:r>
              <a:rPr lang="en-US" altLang="zh-CN" sz="2800" b="1" dirty="0"/>
              <a:t> ”,  &amp;</a:t>
            </a:r>
            <a:r>
              <a:rPr lang="en-US" altLang="zh-CN" sz="2800" b="1" dirty="0" err="1"/>
              <a:t>yylval</a:t>
            </a:r>
            <a:r>
              <a:rPr lang="en-US" altLang="zh-CN" sz="2800" b="1" dirty="0"/>
              <a:t>);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	return  NUMBER;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}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return c;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/>
              <a:t>注：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yylex</a:t>
            </a:r>
            <a:r>
              <a:rPr lang="en-US" altLang="zh-CN" sz="2800" b="1" dirty="0"/>
              <a:t>()</a:t>
            </a:r>
            <a:r>
              <a:rPr lang="zh-CN" altLang="en-US" sz="2800" dirty="0"/>
              <a:t>应该由</a:t>
            </a:r>
            <a:r>
              <a:rPr lang="en-US" altLang="zh-CN" sz="2800" b="1" dirty="0"/>
              <a:t>flex</a:t>
            </a:r>
            <a:r>
              <a:rPr lang="zh-CN" altLang="en-US" sz="2800" dirty="0"/>
              <a:t>生成，在</a:t>
            </a:r>
            <a:r>
              <a:rPr lang="en-US" altLang="zh-CN" sz="2800" b="1" dirty="0" err="1"/>
              <a:t>lex.yy.c</a:t>
            </a:r>
            <a:r>
              <a:rPr lang="zh-CN" altLang="en-US" sz="2800" dirty="0"/>
              <a:t>里。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/>
              <a:t>如果只写</a:t>
            </a:r>
            <a:r>
              <a:rPr lang="en-US" altLang="zh-CN" sz="2800" b="1" dirty="0" err="1"/>
              <a:t>Yacc</a:t>
            </a:r>
            <a:r>
              <a:rPr lang="zh-CN" altLang="en-US" sz="2800" dirty="0"/>
              <a:t>程序，不链接</a:t>
            </a:r>
            <a:r>
              <a:rPr lang="en-US" altLang="zh-CN" sz="2800" b="1" dirty="0" err="1"/>
              <a:t>lex.yy.c</a:t>
            </a:r>
            <a:r>
              <a:rPr lang="zh-CN" altLang="en-US" sz="2800" dirty="0"/>
              <a:t>的话，这个函数就要自己写。</a:t>
            </a:r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BB8E55-EEBD-3482-6F20-0D6F70BE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AFC2E-0415-45A1-B731-42B36DAE2E4E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13C739-2D78-6A0A-396E-31C32AA8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861B59-4AEC-F313-7FF8-B2C161C4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FCCAE1E-930F-45D2-A12B-2F97CF85D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3.7.3 Yacc</a:t>
            </a:r>
            <a:r>
              <a:rPr lang="zh-CN" altLang="en-US"/>
              <a:t>的错误恢复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FB5C61FF-92E8-4488-ACF5-2C334AD851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800" b="1" dirty="0" err="1"/>
              <a:t>Yacc</a:t>
            </a:r>
            <a:r>
              <a:rPr lang="zh-CN" altLang="en-US" sz="2800" dirty="0">
                <a:latin typeface="宋体" panose="02010600030101010101" pitchFamily="2" charset="-122"/>
              </a:rPr>
              <a:t>采用紧急方式错误恢复思想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编译器设计者</a:t>
            </a:r>
            <a:r>
              <a:rPr lang="zh-CN" altLang="en-US" sz="2800" dirty="0"/>
              <a:t>的工作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决定哪些</a:t>
            </a:r>
            <a:r>
              <a:rPr lang="zh-CN" altLang="en-US" sz="2400" dirty="0"/>
              <a:t>“</a:t>
            </a:r>
            <a:r>
              <a:rPr lang="zh-CN" altLang="en-US" sz="2400" dirty="0">
                <a:latin typeface="宋体" panose="02010600030101010101" pitchFamily="2" charset="-122"/>
              </a:rPr>
              <a:t>主要的</a:t>
            </a:r>
            <a:r>
              <a:rPr lang="zh-CN" altLang="en-US" sz="2400" dirty="0"/>
              <a:t>”</a:t>
            </a:r>
            <a:r>
              <a:rPr lang="zh-CN" altLang="en-US" sz="2400" dirty="0">
                <a:latin typeface="宋体" panose="02010600030101010101" pitchFamily="2" charset="-122"/>
              </a:rPr>
              <a:t>非终结符将有错误恢复与它们相关联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加入</a:t>
            </a:r>
            <a:r>
              <a:rPr lang="en-US" altLang="zh-CN" sz="2400" b="1" i="1" dirty="0"/>
              <a:t>A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error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宋体" panose="02010600030101010101" pitchFamily="2" charset="-122"/>
              </a:rPr>
              <a:t>的</a:t>
            </a:r>
            <a:r>
              <a:rPr lang="zh-CN" altLang="en-US" sz="2400" dirty="0"/>
              <a:t>错误产生式</a:t>
            </a:r>
            <a:r>
              <a:rPr lang="zh-CN" altLang="en-US" sz="2400" dirty="0">
                <a:latin typeface="宋体" panose="02010600030101010101" pitchFamily="2" charset="-122"/>
              </a:rPr>
              <a:t>，其中</a:t>
            </a:r>
            <a:r>
              <a:rPr lang="en-US" altLang="zh-CN" sz="2400" b="1" i="1" dirty="0"/>
              <a:t>A</a:t>
            </a:r>
            <a:r>
              <a:rPr lang="zh-CN" altLang="en-US" sz="2400" dirty="0">
                <a:latin typeface="宋体" panose="02010600030101010101" pitchFamily="2" charset="-122"/>
              </a:rPr>
              <a:t>是主要非终结符，</a:t>
            </a:r>
            <a:r>
              <a:rPr lang="zh-CN" altLang="en-US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宋体" panose="02010600030101010101" pitchFamily="2" charset="-122"/>
              </a:rPr>
              <a:t>是文法符号串，</a:t>
            </a:r>
            <a:r>
              <a:rPr lang="en-US" altLang="zh-CN" sz="2400" b="1" dirty="0"/>
              <a:t>error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en-US" altLang="zh-CN" sz="2400" b="1" dirty="0" err="1"/>
              <a:t>Yacc</a:t>
            </a:r>
            <a:r>
              <a:rPr lang="zh-CN" altLang="en-US" sz="2400" dirty="0">
                <a:latin typeface="宋体" panose="02010600030101010101" pitchFamily="2" charset="-122"/>
              </a:rPr>
              <a:t>保留字。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为这样的产生式配上语义动作</a:t>
            </a:r>
          </a:p>
          <a:p>
            <a:pPr eaLnBrk="1" hangingPunct="1">
              <a:spcBef>
                <a:spcPct val="0"/>
              </a:spcBef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 err="1">
                <a:solidFill>
                  <a:schemeClr val="accent2"/>
                </a:solidFill>
              </a:rPr>
              <a:t>Yacc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把错误产生式当作普通产生式处理</a:t>
            </a:r>
          </a:p>
          <a:p>
            <a:pPr eaLnBrk="1" hangingPunct="1"/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992714-3AA0-DEB2-93F3-15817D57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9245-58AB-4579-9D07-2A3307918159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C5F002-9302-7C2F-F158-DCE8C060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1D5F34-D891-8750-B4FC-13CE5A55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9DB5010B-BDF5-45ED-BDBE-193ACCA2D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3.7.3 </a:t>
            </a:r>
            <a:r>
              <a:rPr lang="en-US" altLang="zh-CN" dirty="0" err="1"/>
              <a:t>Yacc</a:t>
            </a:r>
            <a:r>
              <a:rPr lang="zh-CN" altLang="en-US" dirty="0"/>
              <a:t>的错误恢复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F5FD8CEB-F2C3-4D61-8ECB-F41F9C35CB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遇到语法错误时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从栈中弹出状态，直到发现栈顶状态的项目集包含形为</a:t>
            </a:r>
            <a:r>
              <a:rPr lang="en-US" altLang="zh-CN" sz="2400" b="1" i="1" dirty="0"/>
              <a:t>A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·error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宋体" panose="02010600030101010101" pitchFamily="2" charset="-122"/>
              </a:rPr>
              <a:t>的项目为止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把虚构的终结符</a:t>
            </a:r>
            <a:r>
              <a:rPr lang="en-US" altLang="zh-CN" sz="2400" b="1" dirty="0"/>
              <a:t>error</a:t>
            </a:r>
            <a:r>
              <a:rPr lang="en-US" altLang="zh-CN" sz="2400" dirty="0"/>
              <a:t>“</a:t>
            </a:r>
            <a:r>
              <a:rPr lang="zh-CN" altLang="en-US" sz="2400" dirty="0">
                <a:latin typeface="宋体" panose="02010600030101010101" pitchFamily="2" charset="-122"/>
              </a:rPr>
              <a:t>移进</a:t>
            </a:r>
            <a:r>
              <a:rPr lang="zh-CN" altLang="en-US" sz="2400" dirty="0"/>
              <a:t>”</a:t>
            </a:r>
            <a:r>
              <a:rPr lang="zh-CN" altLang="en-US" sz="2400" dirty="0">
                <a:latin typeface="宋体" panose="02010600030101010101" pitchFamily="2" charset="-122"/>
              </a:rPr>
              <a:t>栈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忽略若干输入符号，直至找到</a:t>
            </a:r>
            <a:r>
              <a:rPr lang="zh-CN" altLang="en-US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sym typeface="Symbol" panose="05050102010706020507" pitchFamily="18" charset="2"/>
              </a:rPr>
              <a:t>，把</a:t>
            </a:r>
            <a:r>
              <a:rPr lang="zh-CN" altLang="en-US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sym typeface="Symbol" panose="05050102010706020507" pitchFamily="18" charset="2"/>
              </a:rPr>
              <a:t>移进栈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把</a:t>
            </a:r>
            <a:r>
              <a:rPr lang="en-US" altLang="zh-CN" sz="2400" b="1" dirty="0">
                <a:sym typeface="Symbol" panose="05050102010706020507" pitchFamily="18" charset="2"/>
              </a:rPr>
              <a:t>error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归约为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，恢复正常分析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/>
          </a:p>
        </p:txBody>
      </p:sp>
      <p:grpSp>
        <p:nvGrpSpPr>
          <p:cNvPr id="93188" name="Group 4">
            <a:extLst>
              <a:ext uri="{FF2B5EF4-FFF2-40B4-BE49-F238E27FC236}">
                <a16:creationId xmlns:a16="http://schemas.microsoft.com/office/drawing/2014/main" id="{CEAA116F-ACBF-4CFB-82A1-1DE3DFC3ED9D}"/>
              </a:ext>
            </a:extLst>
          </p:cNvPr>
          <p:cNvGrpSpPr>
            <a:grpSpLocks/>
          </p:cNvGrpSpPr>
          <p:nvPr/>
        </p:nvGrpSpPr>
        <p:grpSpPr bwMode="auto">
          <a:xfrm>
            <a:off x="860382" y="3559262"/>
            <a:ext cx="7696200" cy="2946400"/>
            <a:chOff x="672" y="2464"/>
            <a:chExt cx="4848" cy="1856"/>
          </a:xfrm>
        </p:grpSpPr>
        <p:graphicFrame>
          <p:nvGraphicFramePr>
            <p:cNvPr id="93189" name="Object 2">
              <a:extLst>
                <a:ext uri="{FF2B5EF4-FFF2-40B4-BE49-F238E27FC236}">
                  <a16:creationId xmlns:a16="http://schemas.microsoft.com/office/drawing/2014/main" id="{CA9C7B45-8C7B-4DAD-A128-F392CC891B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2" y="2464"/>
            <a:ext cx="52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746" imgH="253560" progId="Equation.3">
                    <p:embed/>
                  </p:oleObj>
                </mc:Choice>
                <mc:Fallback>
                  <p:oleObj name="Equation" r:id="rId2" imgW="88746" imgH="253560" progId="Equation.3">
                    <p:embed/>
                    <p:pic>
                      <p:nvPicPr>
                        <p:cNvPr id="93189" name="Object 2">
                          <a:extLst>
                            <a:ext uri="{FF2B5EF4-FFF2-40B4-BE49-F238E27FC236}">
                              <a16:creationId xmlns:a16="http://schemas.microsoft.com/office/drawing/2014/main" id="{CA9C7B45-8C7B-4DAD-A128-F392CC891B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2" y="2464"/>
                          <a:ext cx="52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190" name="Object 3">
              <a:extLst>
                <a:ext uri="{FF2B5EF4-FFF2-40B4-BE49-F238E27FC236}">
                  <a16:creationId xmlns:a16="http://schemas.microsoft.com/office/drawing/2014/main" id="{7B142E38-C3E0-4306-827F-4910D3B860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2" y="2464"/>
            <a:ext cx="52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8746" imgH="253560" progId="Equation.3">
                    <p:embed/>
                  </p:oleObj>
                </mc:Choice>
                <mc:Fallback>
                  <p:oleObj name="Equation" r:id="rId4" imgW="88746" imgH="253560" progId="Equation.3">
                    <p:embed/>
                    <p:pic>
                      <p:nvPicPr>
                        <p:cNvPr id="93190" name="Object 3">
                          <a:extLst>
                            <a:ext uri="{FF2B5EF4-FFF2-40B4-BE49-F238E27FC236}">
                              <a16:creationId xmlns:a16="http://schemas.microsoft.com/office/drawing/2014/main" id="{7B142E38-C3E0-4306-827F-4910D3B860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2" y="2464"/>
                          <a:ext cx="52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191" name="Group 7">
              <a:extLst>
                <a:ext uri="{FF2B5EF4-FFF2-40B4-BE49-F238E27FC236}">
                  <a16:creationId xmlns:a16="http://schemas.microsoft.com/office/drawing/2014/main" id="{E6BE6119-E002-45F3-971E-829EEE2E3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3157"/>
              <a:ext cx="498" cy="1163"/>
              <a:chOff x="384" y="2592"/>
              <a:chExt cx="528" cy="1344"/>
            </a:xfrm>
          </p:grpSpPr>
          <p:sp>
            <p:nvSpPr>
              <p:cNvPr id="93204" name="Line 8">
                <a:extLst>
                  <a:ext uri="{FF2B5EF4-FFF2-40B4-BE49-F238E27FC236}">
                    <a16:creationId xmlns:a16="http://schemas.microsoft.com/office/drawing/2014/main" id="{62903F58-417D-434D-8447-E9C45FC41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592"/>
                <a:ext cx="0" cy="13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3205" name="Line 9">
                <a:extLst>
                  <a:ext uri="{FF2B5EF4-FFF2-40B4-BE49-F238E27FC236}">
                    <a16:creationId xmlns:a16="http://schemas.microsoft.com/office/drawing/2014/main" id="{8E5FDC99-6A85-4966-B140-80C798987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2592"/>
                <a:ext cx="0" cy="13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3206" name="Line 10">
                <a:extLst>
                  <a:ext uri="{FF2B5EF4-FFF2-40B4-BE49-F238E27FC236}">
                    <a16:creationId xmlns:a16="http://schemas.microsoft.com/office/drawing/2014/main" id="{C4C537FA-097C-4CA2-9511-DEEEF66AD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936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3207" name="Line 11">
                <a:extLst>
                  <a:ext uri="{FF2B5EF4-FFF2-40B4-BE49-F238E27FC236}">
                    <a16:creationId xmlns:a16="http://schemas.microsoft.com/office/drawing/2014/main" id="{83C4D508-1F91-486A-BC60-2B9DBC406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216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3208" name="Line 12">
                <a:extLst>
                  <a:ext uri="{FF2B5EF4-FFF2-40B4-BE49-F238E27FC236}">
                    <a16:creationId xmlns:a16="http://schemas.microsoft.com/office/drawing/2014/main" id="{A959274E-0639-474D-8A1D-C1E6EC229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504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3209" name="Rectangle 13" descr="Green marble">
                <a:extLst>
                  <a:ext uri="{FF2B5EF4-FFF2-40B4-BE49-F238E27FC236}">
                    <a16:creationId xmlns:a16="http://schemas.microsoft.com/office/drawing/2014/main" id="{91DEFC7B-4430-4C2B-B1AE-D1E61BCA8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16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s</a:t>
                </a:r>
              </a:p>
            </p:txBody>
          </p:sp>
          <p:sp>
            <p:nvSpPr>
              <p:cNvPr id="93210" name="Rectangle 14" descr="Green marble">
                <a:extLst>
                  <a:ext uri="{FF2B5EF4-FFF2-40B4-BE49-F238E27FC236}">
                    <a16:creationId xmlns:a16="http://schemas.microsoft.com/office/drawing/2014/main" id="{BAFFB8E9-55EB-44FB-8130-874E97828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736"/>
                <a:ext cx="336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ct val="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93211" name="Rectangle 15" descr="Green marble">
                <a:extLst>
                  <a:ext uri="{FF2B5EF4-FFF2-40B4-BE49-F238E27FC236}">
                    <a16:creationId xmlns:a16="http://schemas.microsoft.com/office/drawing/2014/main" id="{5E0BE500-445A-4826-9B66-011CF60C7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456"/>
                <a:ext cx="336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ct val="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93212" name="Line 16">
                <a:extLst>
                  <a:ext uri="{FF2B5EF4-FFF2-40B4-BE49-F238E27FC236}">
                    <a16:creationId xmlns:a16="http://schemas.microsoft.com/office/drawing/2014/main" id="{0753FAE5-B92E-4128-94ED-5B255819B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2784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sp>
          <p:nvSpPr>
            <p:cNvPr id="93192" name="Rectangle 17" descr="Green marble">
              <a:extLst>
                <a:ext uri="{FF2B5EF4-FFF2-40B4-BE49-F238E27FC236}">
                  <a16:creationId xmlns:a16="http://schemas.microsoft.com/office/drawing/2014/main" id="{2973C2F5-7F6D-4721-96AE-974A0786A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" y="2783"/>
              <a:ext cx="408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栈</a:t>
              </a:r>
            </a:p>
          </p:txBody>
        </p:sp>
        <p:sp>
          <p:nvSpPr>
            <p:cNvPr id="93193" name="Rectangle 18" descr="Green marble">
              <a:extLst>
                <a:ext uri="{FF2B5EF4-FFF2-40B4-BE49-F238E27FC236}">
                  <a16:creationId xmlns:a16="http://schemas.microsoft.com/office/drawing/2014/main" id="{DF8257AD-22C9-4BCB-AA4E-3031F40C2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3323"/>
              <a:ext cx="1528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. . </a:t>
              </a:r>
              <a:r>
                <a:rPr lang="en-US" altLang="zh-CN" sz="2800" b="1" i="1">
                  <a:solidFill>
                    <a:srgbClr val="008000"/>
                  </a:solidFill>
                  <a:ea typeface="宋体" panose="02010600030101010101" pitchFamily="2" charset="-122"/>
                </a:rPr>
                <a:t>. . . . . .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 a . .</a:t>
              </a:r>
            </a:p>
          </p:txBody>
        </p:sp>
        <p:sp>
          <p:nvSpPr>
            <p:cNvPr id="93194" name="Rectangle 19" descr="Green marble">
              <a:extLst>
                <a:ext uri="{FF2B5EF4-FFF2-40B4-BE49-F238E27FC236}">
                  <a16:creationId xmlns:a16="http://schemas.microsoft.com/office/drawing/2014/main" id="{7AE60E2A-A239-4E44-8236-93D4D284B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81"/>
              <a:ext cx="363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3195" name="Line 20">
              <a:extLst>
                <a:ext uri="{FF2B5EF4-FFF2-40B4-BE49-F238E27FC236}">
                  <a16:creationId xmlns:a16="http://schemas.microsoft.com/office/drawing/2014/main" id="{5A25825A-4D0E-47D2-B85B-91760455C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614"/>
              <a:ext cx="0" cy="33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3196" name="Rectangle 21" descr="Green marble">
              <a:extLst>
                <a:ext uri="{FF2B5EF4-FFF2-40B4-BE49-F238E27FC236}">
                  <a16:creationId xmlns:a16="http://schemas.microsoft.com/office/drawing/2014/main" id="{E656516D-83E1-4472-BA5D-94DB74957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904"/>
              <a:ext cx="1042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发现错误</a:t>
              </a:r>
            </a:p>
          </p:txBody>
        </p:sp>
        <p:sp>
          <p:nvSpPr>
            <p:cNvPr id="93197" name="Rectangle 22" descr="Green marble">
              <a:extLst>
                <a:ext uri="{FF2B5EF4-FFF2-40B4-BE49-F238E27FC236}">
                  <a16:creationId xmlns:a16="http://schemas.microsoft.com/office/drawing/2014/main" id="{5265B920-EA37-4A99-B1A3-C410CB0C7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575"/>
              <a:ext cx="1294" cy="112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s </a:t>
              </a:r>
              <a:r>
                <a:rPr lang="en-US" altLang="zh-CN" sz="2800" b="1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2800" b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 </a:t>
              </a: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·</a:t>
              </a: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A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800" b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·</a:t>
              </a: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b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 </a:t>
              </a:r>
              <a:r>
                <a:rPr lang="en-US" altLang="zh-CN" sz="2800" b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1" dirty="0">
                  <a:solidFill>
                    <a:srgbClr val="000000"/>
                  </a:solidFill>
                  <a:ea typeface="宋体" panose="02010600030101010101" pitchFamily="2" charset="-122"/>
                </a:rPr>
                <a:t>·error </a:t>
              </a: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 . .</a:t>
              </a:r>
            </a:p>
          </p:txBody>
        </p:sp>
        <p:sp>
          <p:nvSpPr>
            <p:cNvPr id="93198" name="Rectangle 23" descr="Green marble">
              <a:extLst>
                <a:ext uri="{FF2B5EF4-FFF2-40B4-BE49-F238E27FC236}">
                  <a16:creationId xmlns:a16="http://schemas.microsoft.com/office/drawing/2014/main" id="{E216EB96-3D62-4533-9342-F5B54D2A1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7" y="2575"/>
              <a:ext cx="1088" cy="7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b="1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sz="2800" b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 A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·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 . .</a:t>
              </a:r>
            </a:p>
          </p:txBody>
        </p:sp>
        <p:sp>
          <p:nvSpPr>
            <p:cNvPr id="93199" name="Line 24">
              <a:extLst>
                <a:ext uri="{FF2B5EF4-FFF2-40B4-BE49-F238E27FC236}">
                  <a16:creationId xmlns:a16="http://schemas.microsoft.com/office/drawing/2014/main" id="{7B9FE9D1-D7F0-4160-A83F-297317BE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4" y="2866"/>
              <a:ext cx="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3200" name="Rectangle 25" descr="Green marble">
              <a:extLst>
                <a:ext uri="{FF2B5EF4-FFF2-40B4-BE49-F238E27FC236}">
                  <a16:creationId xmlns:a16="http://schemas.microsoft.com/office/drawing/2014/main" id="{FDC8C460-25A2-4DFC-BAD4-A18312BD1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575"/>
              <a:ext cx="362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3201" name="Rectangle 26" descr="Green marble">
              <a:extLst>
                <a:ext uri="{FF2B5EF4-FFF2-40B4-BE49-F238E27FC236}">
                  <a16:creationId xmlns:a16="http://schemas.microsoft.com/office/drawing/2014/main" id="{0C9F8F5E-E21E-4D72-8A63-AA16F6AC1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531"/>
              <a:ext cx="997" cy="74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b="1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800" b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·</a:t>
              </a: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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 . .</a:t>
              </a:r>
            </a:p>
          </p:txBody>
        </p:sp>
        <p:sp>
          <p:nvSpPr>
            <p:cNvPr id="93202" name="Line 27">
              <a:extLst>
                <a:ext uri="{FF2B5EF4-FFF2-40B4-BE49-F238E27FC236}">
                  <a16:creationId xmlns:a16="http://schemas.microsoft.com/office/drawing/2014/main" id="{2C9CDA63-350B-49C0-9BC6-38C7DB882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4" y="3531"/>
              <a:ext cx="589" cy="2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3203" name="Rectangle 28" descr="Green marble">
              <a:extLst>
                <a:ext uri="{FF2B5EF4-FFF2-40B4-BE49-F238E27FC236}">
                  <a16:creationId xmlns:a16="http://schemas.microsoft.com/office/drawing/2014/main" id="{45D43B19-F729-42CF-A0AE-2FAD2879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" y="3323"/>
              <a:ext cx="362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175D5B-0283-F120-C389-24C848A7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4292-9685-4CCA-A331-114B8E111775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7BB902-327D-9BD2-0BD6-D8D00B61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D2D545-8DBB-DD72-CFDF-91670E40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7CA8630-1EED-4086-9223-6B35B2B99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3.7.3 </a:t>
            </a:r>
            <a:r>
              <a:rPr lang="en-US" altLang="zh-CN" dirty="0" err="1"/>
              <a:t>Yacc</a:t>
            </a:r>
            <a:r>
              <a:rPr lang="zh-CN" altLang="en-US" dirty="0"/>
              <a:t>的错误恢复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3DFACA8E-FF77-4B10-9EF3-EAA72C1BB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/>
              <a:t>lines		: lines expr ‘\ n’	{printf ( “%g \ n”, $2 )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/>
              <a:t>			| lines ‘\ n’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/>
              <a:t>			|  /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</a:t>
            </a:r>
            <a:r>
              <a:rPr lang="en-US" altLang="zh-CN" sz="2400" b="1"/>
              <a:t> </a:t>
            </a:r>
            <a:r>
              <a:rPr lang="en-US" altLang="zh-CN" sz="2400" b="1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/>
              <a:t>/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/>
              <a:t>			</a:t>
            </a:r>
            <a:r>
              <a:rPr lang="en-US" altLang="zh-CN" sz="2400" b="1">
                <a:solidFill>
                  <a:srgbClr val="008000"/>
                </a:solidFill>
              </a:rPr>
              <a:t>| error ‘\ n’	{printf ( “</a:t>
            </a:r>
            <a:r>
              <a:rPr lang="zh-CN" altLang="en-US" sz="2400">
                <a:solidFill>
                  <a:srgbClr val="008000"/>
                </a:solidFill>
              </a:rPr>
              <a:t>重新输入上一行</a:t>
            </a:r>
            <a:r>
              <a:rPr lang="zh-CN" altLang="en-US" sz="2400" b="1">
                <a:solidFill>
                  <a:srgbClr val="008000"/>
                </a:solidFill>
              </a:rPr>
              <a:t>”</a:t>
            </a:r>
            <a:r>
              <a:rPr lang="en-US" altLang="zh-CN" sz="2400" b="1">
                <a:solidFill>
                  <a:srgbClr val="008000"/>
                </a:solidFill>
              </a:rPr>
              <a:t>);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8000"/>
                </a:solidFill>
              </a:rPr>
              <a:t>					 yyerrok;}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/>
              <a:t>			;</a:t>
            </a: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0A40EB-5AF9-A9C1-01DE-B99EF5FB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DEFD-C50C-4EDA-A993-59F2016F7F3E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700BED-1DF8-F208-544E-585BFA24E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FD210A-D486-A9B6-A4F3-0908FD0B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A9ACD68-0B23-45C4-B0C9-40FDBDF97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本节小结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B9851B1-3ED8-4584-9FD6-F58A8B0C36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3.6 </a:t>
            </a:r>
            <a:r>
              <a:rPr lang="zh-CN" altLang="en-US" sz="3600" dirty="0"/>
              <a:t>二义文法的应用</a:t>
            </a:r>
            <a:endParaRPr lang="en-US" altLang="zh-CN" sz="3600" dirty="0"/>
          </a:p>
          <a:p>
            <a:pPr lvl="1"/>
            <a:r>
              <a:rPr lang="en-US" altLang="zh-CN" sz="3200" dirty="0"/>
              <a:t>3.6.3 </a:t>
            </a:r>
            <a:r>
              <a:rPr lang="en-US" altLang="zh-CN" sz="3200" b="1" dirty="0"/>
              <a:t>LR</a:t>
            </a:r>
            <a:r>
              <a:rPr lang="zh-CN" altLang="en-US" sz="3200" dirty="0"/>
              <a:t>分析的错误恢复</a:t>
            </a:r>
          </a:p>
          <a:p>
            <a:r>
              <a:rPr lang="en-US" altLang="zh-CN" sz="3600" dirty="0"/>
              <a:t>3.7 </a:t>
            </a:r>
            <a:r>
              <a:rPr lang="zh-CN" altLang="en-US" sz="3600" dirty="0"/>
              <a:t>语法分析器的生成器</a:t>
            </a:r>
            <a:endParaRPr lang="en-US" altLang="zh-CN" sz="3600" dirty="0"/>
          </a:p>
          <a:p>
            <a:pPr lvl="1"/>
            <a:r>
              <a:rPr lang="en-US" altLang="zh-CN" sz="3200" dirty="0"/>
              <a:t>3.7.1 </a:t>
            </a:r>
            <a:r>
              <a:rPr lang="zh-CN" altLang="en-US" sz="3200" dirty="0"/>
              <a:t>分析器的生成器</a:t>
            </a:r>
            <a:r>
              <a:rPr lang="en-US" altLang="zh-CN" sz="3200" b="1" dirty="0" err="1"/>
              <a:t>Yacc</a:t>
            </a:r>
            <a:endParaRPr lang="en-US" altLang="zh-CN" sz="3200" b="1" dirty="0"/>
          </a:p>
          <a:p>
            <a:pPr lvl="1"/>
            <a:r>
              <a:rPr lang="en-US" altLang="zh-CN" sz="3200" dirty="0"/>
              <a:t>3.7.2 </a:t>
            </a:r>
            <a:r>
              <a:rPr lang="zh-CN" altLang="en-US" sz="3200" dirty="0"/>
              <a:t>用</a:t>
            </a:r>
            <a:r>
              <a:rPr lang="en-US" altLang="zh-CN" sz="3200" b="1" dirty="0" err="1"/>
              <a:t>Yacc</a:t>
            </a:r>
            <a:r>
              <a:rPr lang="zh-CN" altLang="en-US" sz="3200" dirty="0"/>
              <a:t>处理二义文法</a:t>
            </a:r>
            <a:endParaRPr lang="en-US" altLang="zh-CN" sz="3200" dirty="0"/>
          </a:p>
          <a:p>
            <a:pPr lvl="1"/>
            <a:r>
              <a:rPr lang="en-US" altLang="zh-CN" sz="3200" dirty="0"/>
              <a:t>3.7.3 </a:t>
            </a:r>
            <a:r>
              <a:rPr lang="en-US" altLang="zh-CN" sz="3200" b="1" dirty="0" err="1"/>
              <a:t>Yacc</a:t>
            </a:r>
            <a:r>
              <a:rPr lang="zh-CN" altLang="en-US" sz="3200" dirty="0"/>
              <a:t>的错误恢复</a:t>
            </a:r>
          </a:p>
          <a:p>
            <a:pPr lvl="1"/>
            <a:endParaRPr lang="zh-CN" altLang="en-US" sz="3200" dirty="0"/>
          </a:p>
          <a:p>
            <a:endParaRPr lang="zh-CN" altLang="en-US" sz="2400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D85ACF-838C-D1F4-6387-BF474FAF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3422-1F82-4E29-994D-DD9A3448E9E1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5C6A34-1D38-BB91-DE16-B94B4417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46231B-E38C-4C38-80FD-2BD93DB5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12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33D75-03DE-4578-B410-87C561F5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D7F84-E511-4E81-B7B0-86D0F43FC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语法分析器功能：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记号流</a:t>
            </a:r>
            <a:r>
              <a:rPr lang="zh-CN" altLang="en-US" dirty="0">
                <a:sym typeface="Wingdings" panose="05000000000000000000" pitchFamily="2" charset="2"/>
              </a:rPr>
              <a:t>分析树（表示语法结构）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/>
              <a:t>语法分析在编译器模型中的位置</a:t>
            </a:r>
            <a:endParaRPr lang="zh-CN" altLang="en-US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ym typeface="Wingdings" panose="05000000000000000000" pitchFamily="2" charset="2"/>
              </a:rPr>
              <a:t>上下文无关文法：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sym typeface="Wingdings" panose="05000000000000000000" pitchFamily="2" charset="2"/>
              </a:rPr>
              <a:t>定义、推导、分析树和二义性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ym typeface="Wingdings" panose="05000000000000000000" pitchFamily="2" charset="2"/>
              </a:rPr>
              <a:t>正规式</a:t>
            </a:r>
            <a:r>
              <a:rPr lang="en-US" altLang="zh-CN" dirty="0">
                <a:sym typeface="Wingdings" panose="05000000000000000000" pitchFamily="2" charset="2"/>
              </a:rPr>
              <a:t> VS </a:t>
            </a:r>
            <a:r>
              <a:rPr lang="zh-CN" altLang="en-US" dirty="0">
                <a:sym typeface="Wingdings" panose="05000000000000000000" pitchFamily="2" charset="2"/>
              </a:rPr>
              <a:t>上下文无关文法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ym typeface="Wingdings" panose="05000000000000000000" pitchFamily="2" charset="2"/>
              </a:rPr>
              <a:t>文法的变换：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ym typeface="Wingdings" panose="05000000000000000000" pitchFamily="2" charset="2"/>
              </a:rPr>
              <a:t>消除二义性、消除左递归、提左公因子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ym typeface="Wingdings" panose="05000000000000000000" pitchFamily="2" charset="2"/>
              </a:rPr>
              <a:t>形式语言的</a:t>
            </a:r>
            <a:r>
              <a:rPr lang="en-US" altLang="zh-CN" dirty="0">
                <a:sym typeface="Wingdings" panose="05000000000000000000" pitchFamily="2" charset="2"/>
              </a:rPr>
              <a:t>Chomsky</a:t>
            </a:r>
            <a:r>
              <a:rPr lang="zh-CN" altLang="en-US" dirty="0">
                <a:sym typeface="Wingdings" panose="05000000000000000000" pitchFamily="2" charset="2"/>
              </a:rPr>
              <a:t>分类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18E03-4BF5-3970-D1BB-7828A945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FD2DA-F2F5-4351-A972-94BA5A6288FE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D7462-F80F-9DC2-BD65-4B69A32E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BB76C5-2377-4C01-6903-564B2BF5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140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33D75-03DE-4578-B410-87C561F5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D7F84-E511-4E81-B7B0-86D0F43FC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自上而下分析：</a:t>
            </a:r>
          </a:p>
          <a:p>
            <a:pPr lvl="1"/>
            <a:r>
              <a:rPr lang="en-US" altLang="zh-CN" b="1" dirty="0"/>
              <a:t>LL(1)</a:t>
            </a:r>
            <a:r>
              <a:rPr lang="zh-CN" altLang="en-US" dirty="0"/>
              <a:t>文法</a:t>
            </a:r>
          </a:p>
          <a:p>
            <a:pPr lvl="1"/>
            <a:r>
              <a:rPr lang="zh-CN" altLang="en-US" dirty="0"/>
              <a:t>递归下降预测分析</a:t>
            </a:r>
          </a:p>
          <a:p>
            <a:pPr lvl="1"/>
            <a:r>
              <a:rPr lang="zh-CN" altLang="en-US" dirty="0"/>
              <a:t>非递归预测分析（</a:t>
            </a:r>
            <a:r>
              <a:rPr lang="en-US" altLang="zh-CN" b="1" dirty="0"/>
              <a:t>LL(1)</a:t>
            </a:r>
            <a:r>
              <a:rPr lang="zh-CN" altLang="en-US" dirty="0"/>
              <a:t>分析）</a:t>
            </a:r>
          </a:p>
          <a:p>
            <a:r>
              <a:rPr lang="zh-CN" altLang="en-US" dirty="0"/>
              <a:t>自下而上分析：</a:t>
            </a:r>
          </a:p>
          <a:p>
            <a:pPr lvl="1"/>
            <a:r>
              <a:rPr lang="zh-CN" altLang="en-US" dirty="0"/>
              <a:t>移进</a:t>
            </a:r>
            <a:r>
              <a:rPr lang="en-US" altLang="zh-CN" dirty="0"/>
              <a:t>-</a:t>
            </a:r>
            <a:r>
              <a:rPr lang="zh-CN" altLang="en-US" dirty="0"/>
              <a:t>归约分析和句柄</a:t>
            </a:r>
          </a:p>
          <a:p>
            <a:pPr lvl="1"/>
            <a:r>
              <a:rPr lang="en-US" altLang="zh-CN" dirty="0"/>
              <a:t>LR</a:t>
            </a:r>
            <a:r>
              <a:rPr lang="zh-CN" altLang="en-US" dirty="0"/>
              <a:t>分析法：</a:t>
            </a:r>
            <a:r>
              <a:rPr lang="en-US" altLang="zh-CN" dirty="0"/>
              <a:t>SLR</a:t>
            </a:r>
            <a:r>
              <a:rPr lang="zh-CN" altLang="en-US" dirty="0"/>
              <a:t>、规范</a:t>
            </a:r>
            <a:r>
              <a:rPr lang="en-US" altLang="zh-CN" dirty="0"/>
              <a:t>LR</a:t>
            </a:r>
            <a:r>
              <a:rPr lang="zh-CN" altLang="en-US" dirty="0"/>
              <a:t>（</a:t>
            </a:r>
            <a:r>
              <a:rPr lang="en-US" altLang="zh-CN" dirty="0"/>
              <a:t>LR(1)</a:t>
            </a:r>
            <a:r>
              <a:rPr lang="zh-CN" altLang="en-US" dirty="0"/>
              <a:t>）、</a:t>
            </a:r>
            <a:r>
              <a:rPr lang="en-US" altLang="zh-CN" dirty="0"/>
              <a:t>LALR</a:t>
            </a:r>
          </a:p>
          <a:p>
            <a:pPr lvl="1"/>
            <a:r>
              <a:rPr lang="zh-CN" altLang="en-US" dirty="0"/>
              <a:t>二义文法在</a:t>
            </a:r>
            <a:r>
              <a:rPr lang="en-US" altLang="zh-CN" dirty="0"/>
              <a:t>LR</a:t>
            </a:r>
            <a:r>
              <a:rPr lang="zh-CN" altLang="en-US" dirty="0"/>
              <a:t>分析中的应用</a:t>
            </a:r>
          </a:p>
          <a:p>
            <a:pPr lvl="1"/>
            <a:r>
              <a:rPr lang="en-US" altLang="zh-CN" dirty="0"/>
              <a:t>LR</a:t>
            </a:r>
            <a:r>
              <a:rPr lang="zh-CN" altLang="en-US" dirty="0"/>
              <a:t>分析中的错误恢复</a:t>
            </a:r>
          </a:p>
          <a:p>
            <a:r>
              <a:rPr lang="zh-CN" altLang="en-US" sz="3200" dirty="0"/>
              <a:t>语法分析器的生成器：</a:t>
            </a:r>
            <a:r>
              <a:rPr lang="en-US" altLang="zh-CN" dirty="0" err="1"/>
              <a:t>Yacc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B9CA77-032A-7C3A-803F-868ED3AE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5734-17FA-4FC6-8D2E-F24D7CC2A4D7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304B15-9DA8-74CB-6603-5C6CBD90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F069C-FCA0-5E83-9F7A-5233F9D0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698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47">
            <a:extLst>
              <a:ext uri="{FF2B5EF4-FFF2-40B4-BE49-F238E27FC236}">
                <a16:creationId xmlns:a16="http://schemas.microsoft.com/office/drawing/2014/main" id="{AFD8694D-A4CB-4E4B-8167-248E9590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本章总结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11F105E-A5C9-4BF8-94D6-3B9B4A794AD3}"/>
              </a:ext>
            </a:extLst>
          </p:cNvPr>
          <p:cNvGrpSpPr/>
          <p:nvPr/>
        </p:nvGrpSpPr>
        <p:grpSpPr>
          <a:xfrm>
            <a:off x="142613" y="1301321"/>
            <a:ext cx="8406800" cy="4674214"/>
            <a:chOff x="163896" y="1210454"/>
            <a:chExt cx="8406800" cy="467421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D397890-EE45-4492-96C1-380E648FF4F1}"/>
                </a:ext>
              </a:extLst>
            </p:cNvPr>
            <p:cNvSpPr txBox="1"/>
            <p:nvPr/>
          </p:nvSpPr>
          <p:spPr>
            <a:xfrm>
              <a:off x="163896" y="2956810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语法分析方法</a:t>
              </a:r>
            </a:p>
          </p:txBody>
        </p:sp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B8C713ED-B951-4686-8ECE-66B82CDCD646}"/>
                </a:ext>
              </a:extLst>
            </p:cNvPr>
            <p:cNvSpPr/>
            <p:nvPr/>
          </p:nvSpPr>
          <p:spPr>
            <a:xfrm>
              <a:off x="1443067" y="1779862"/>
              <a:ext cx="314035" cy="2846399"/>
            </a:xfrm>
            <a:prstGeom prst="leftBrace">
              <a:avLst>
                <a:gd name="adj1" fmla="val 50833"/>
                <a:gd name="adj2" fmla="val 4722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C07A690-0C6F-40E6-A6B7-CE680F55A4CA}"/>
                </a:ext>
              </a:extLst>
            </p:cNvPr>
            <p:cNvSpPr txBox="1"/>
            <p:nvPr/>
          </p:nvSpPr>
          <p:spPr>
            <a:xfrm>
              <a:off x="1757102" y="1607043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自上而下分析法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C43B681-961E-430F-874E-16433EC593F1}"/>
                </a:ext>
              </a:extLst>
            </p:cNvPr>
            <p:cNvSpPr txBox="1"/>
            <p:nvPr/>
          </p:nvSpPr>
          <p:spPr>
            <a:xfrm>
              <a:off x="1765578" y="4373704"/>
              <a:ext cx="1441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/>
                <a:t>自下而上分析法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（</a:t>
              </a:r>
              <a:r>
                <a:rPr lang="en-US" altLang="zh-CN" sz="1400" dirty="0"/>
                <a:t>LR</a:t>
              </a:r>
              <a:r>
                <a:rPr lang="zh-CN" altLang="en-US" sz="1400" dirty="0"/>
                <a:t>分析法）</a:t>
              </a:r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E764EA61-07B4-4FDA-BABA-03E98BAC6ABC}"/>
                </a:ext>
              </a:extLst>
            </p:cNvPr>
            <p:cNvSpPr/>
            <p:nvPr/>
          </p:nvSpPr>
          <p:spPr>
            <a:xfrm>
              <a:off x="3148909" y="1383275"/>
              <a:ext cx="207063" cy="824343"/>
            </a:xfrm>
            <a:prstGeom prst="leftBrace">
              <a:avLst>
                <a:gd name="adj1" fmla="val 50833"/>
                <a:gd name="adj2" fmla="val 4722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989A8BD-1507-4459-AD66-38F7DE4F1F09}"/>
                </a:ext>
              </a:extLst>
            </p:cNvPr>
            <p:cNvSpPr txBox="1"/>
            <p:nvPr/>
          </p:nvSpPr>
          <p:spPr>
            <a:xfrm>
              <a:off x="3355972" y="1210454"/>
              <a:ext cx="21595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试探与回溯（无效方法）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4D0B0BA-BA09-4B6A-B571-922D8772631C}"/>
                </a:ext>
              </a:extLst>
            </p:cNvPr>
            <p:cNvSpPr txBox="1"/>
            <p:nvPr/>
          </p:nvSpPr>
          <p:spPr>
            <a:xfrm>
              <a:off x="3370373" y="1982289"/>
              <a:ext cx="13003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/>
                <a:t>预测分析法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（</a:t>
              </a:r>
              <a:r>
                <a:rPr lang="en-US" altLang="zh-CN" sz="1400" dirty="0"/>
                <a:t>LL</a:t>
              </a:r>
              <a:r>
                <a:rPr lang="zh-CN" altLang="en-US" sz="1400" dirty="0"/>
                <a:t>分析法）</a:t>
              </a:r>
            </a:p>
          </p:txBody>
        </p:sp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65E79EEE-9B57-4C11-B0CE-3D9C9487FBBA}"/>
                </a:ext>
              </a:extLst>
            </p:cNvPr>
            <p:cNvSpPr/>
            <p:nvPr/>
          </p:nvSpPr>
          <p:spPr>
            <a:xfrm>
              <a:off x="4814397" y="1861976"/>
              <a:ext cx="207063" cy="824343"/>
            </a:xfrm>
            <a:prstGeom prst="leftBrace">
              <a:avLst>
                <a:gd name="adj1" fmla="val 50833"/>
                <a:gd name="adj2" fmla="val 4722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4D2B525-56E4-41F5-9731-AF176BE86BF6}"/>
                </a:ext>
              </a:extLst>
            </p:cNvPr>
            <p:cNvSpPr txBox="1"/>
            <p:nvPr/>
          </p:nvSpPr>
          <p:spPr>
            <a:xfrm>
              <a:off x="5067880" y="1600366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/>
                <a:t>递归的预测分析法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（无预测分析表）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7FDD96D-F081-4A30-A63C-420F7F0DE24C}"/>
                </a:ext>
              </a:extLst>
            </p:cNvPr>
            <p:cNvSpPr txBox="1"/>
            <p:nvPr/>
          </p:nvSpPr>
          <p:spPr>
            <a:xfrm>
              <a:off x="5055153" y="2442608"/>
              <a:ext cx="18004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/>
                <a:t>非递归的预测分析法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（有预测分析表）</a:t>
              </a:r>
            </a:p>
          </p:txBody>
        </p:sp>
        <p:sp>
          <p:nvSpPr>
            <p:cNvPr id="15" name="左大括号 14">
              <a:extLst>
                <a:ext uri="{FF2B5EF4-FFF2-40B4-BE49-F238E27FC236}">
                  <a16:creationId xmlns:a16="http://schemas.microsoft.com/office/drawing/2014/main" id="{ECA89C5D-F9F0-450F-A01C-856C3F912649}"/>
                </a:ext>
              </a:extLst>
            </p:cNvPr>
            <p:cNvSpPr/>
            <p:nvPr/>
          </p:nvSpPr>
          <p:spPr>
            <a:xfrm>
              <a:off x="3213339" y="3890205"/>
              <a:ext cx="207063" cy="1511531"/>
            </a:xfrm>
            <a:prstGeom prst="leftBrace">
              <a:avLst>
                <a:gd name="adj1" fmla="val 50833"/>
                <a:gd name="adj2" fmla="val 4722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8F38EC7-6702-426B-B305-A873A42E3A3B}"/>
                </a:ext>
              </a:extLst>
            </p:cNvPr>
            <p:cNvSpPr txBox="1"/>
            <p:nvPr/>
          </p:nvSpPr>
          <p:spPr>
            <a:xfrm>
              <a:off x="3492825" y="3697913"/>
              <a:ext cx="12602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SLR(1)</a:t>
              </a:r>
              <a:r>
                <a:rPr lang="zh-CN" altLang="en-US" sz="1400" dirty="0"/>
                <a:t>分析法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6AD27EF-2AC9-4C42-A73B-D8EFAEE3AC35}"/>
                </a:ext>
              </a:extLst>
            </p:cNvPr>
            <p:cNvSpPr txBox="1"/>
            <p:nvPr/>
          </p:nvSpPr>
          <p:spPr>
            <a:xfrm>
              <a:off x="3548331" y="4479073"/>
              <a:ext cx="11608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LR(1)</a:t>
              </a:r>
              <a:r>
                <a:rPr lang="zh-CN" altLang="en-US" sz="1400" dirty="0"/>
                <a:t>分析法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01DD12C-A649-44A7-9870-679456002832}"/>
                </a:ext>
              </a:extLst>
            </p:cNvPr>
            <p:cNvSpPr txBox="1"/>
            <p:nvPr/>
          </p:nvSpPr>
          <p:spPr>
            <a:xfrm>
              <a:off x="3429067" y="5228915"/>
              <a:ext cx="13997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LALR(1)</a:t>
              </a:r>
              <a:r>
                <a:rPr lang="zh-CN" altLang="en-US" sz="1400" dirty="0"/>
                <a:t>分析法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89B6C85-8460-4A8B-803F-B9EBF389F173}"/>
                </a:ext>
              </a:extLst>
            </p:cNvPr>
            <p:cNvCxnSpPr>
              <a:cxnSpLocks/>
              <a:stCxn id="35" idx="1"/>
              <a:endCxn id="13" idx="3"/>
            </p:cNvCxnSpPr>
            <p:nvPr/>
          </p:nvCxnSpPr>
          <p:spPr>
            <a:xfrm flipH="1" flipV="1">
              <a:off x="6688837" y="1861976"/>
              <a:ext cx="705754" cy="375184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3DB4577-F8CE-4005-990E-9CB6952A51CF}"/>
                </a:ext>
              </a:extLst>
            </p:cNvPr>
            <p:cNvSpPr/>
            <p:nvPr/>
          </p:nvSpPr>
          <p:spPr>
            <a:xfrm>
              <a:off x="3687043" y="4039535"/>
              <a:ext cx="1008530" cy="3101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SLR(1)</a:t>
              </a:r>
              <a:r>
                <a:rPr lang="zh-CN" altLang="en-US" sz="105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C81FE223-D78D-4630-A4D1-CCFE349A24E8}"/>
                </a:ext>
              </a:extLst>
            </p:cNvPr>
            <p:cNvSpPr/>
            <p:nvPr/>
          </p:nvSpPr>
          <p:spPr>
            <a:xfrm rot="10800000">
              <a:off x="5061812" y="3899357"/>
              <a:ext cx="207063" cy="1502378"/>
            </a:xfrm>
            <a:prstGeom prst="leftBrace">
              <a:avLst>
                <a:gd name="adj1" fmla="val 50833"/>
                <a:gd name="adj2" fmla="val 4722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60B2E87-28DB-4C58-927B-3104630FE131}"/>
                </a:ext>
              </a:extLst>
            </p:cNvPr>
            <p:cNvSpPr txBox="1"/>
            <p:nvPr/>
          </p:nvSpPr>
          <p:spPr>
            <a:xfrm>
              <a:off x="5291006" y="4421942"/>
              <a:ext cx="13115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/>
                <a:t>唯一区别：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LR</a:t>
              </a:r>
              <a:r>
                <a:rPr lang="zh-CN" altLang="en-US" sz="1400" dirty="0"/>
                <a:t>分析表不同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659E3B0E-DC04-4A9C-81CB-5E276454CBB7}"/>
                </a:ext>
              </a:extLst>
            </p:cNvPr>
            <p:cNvSpPr/>
            <p:nvPr/>
          </p:nvSpPr>
          <p:spPr>
            <a:xfrm>
              <a:off x="3687043" y="4833731"/>
              <a:ext cx="1008530" cy="3101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LR(1)</a:t>
              </a:r>
              <a:r>
                <a:rPr lang="zh-CN" altLang="en-US" sz="105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071D679-E2AA-41A8-A694-AD1935A83716}"/>
                </a:ext>
              </a:extLst>
            </p:cNvPr>
            <p:cNvSpPr/>
            <p:nvPr/>
          </p:nvSpPr>
          <p:spPr>
            <a:xfrm>
              <a:off x="3687042" y="5574557"/>
              <a:ext cx="1008532" cy="3101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LALR(1)</a:t>
              </a:r>
              <a:r>
                <a:rPr lang="zh-CN" altLang="en-US" sz="105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1C0F3CD5-5E90-4A0D-952A-7A3DAC245F6F}"/>
                </a:ext>
              </a:extLst>
            </p:cNvPr>
            <p:cNvSpPr/>
            <p:nvPr/>
          </p:nvSpPr>
          <p:spPr>
            <a:xfrm>
              <a:off x="412702" y="3264587"/>
              <a:ext cx="830506" cy="41564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上下文无关文法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3696F943-2242-442C-9E95-64266832345B}"/>
                </a:ext>
              </a:extLst>
            </p:cNvPr>
            <p:cNvSpPr/>
            <p:nvPr/>
          </p:nvSpPr>
          <p:spPr>
            <a:xfrm>
              <a:off x="2906975" y="2539354"/>
              <a:ext cx="835263" cy="3101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LL(1)</a:t>
              </a:r>
              <a:r>
                <a:rPr lang="zh-CN" altLang="en-US" sz="105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DAB0516-708E-465A-B8D3-AE1B0CBB147D}"/>
                </a:ext>
              </a:extLst>
            </p:cNvPr>
            <p:cNvSpPr/>
            <p:nvPr/>
          </p:nvSpPr>
          <p:spPr>
            <a:xfrm>
              <a:off x="1377998" y="4908723"/>
              <a:ext cx="687733" cy="3101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LR</a:t>
              </a:r>
              <a:r>
                <a:rPr lang="zh-CN" altLang="en-US" sz="105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C40C104-32FA-4F75-92EC-02A2F9175CCF}"/>
                </a:ext>
              </a:extLst>
            </p:cNvPr>
            <p:cNvSpPr/>
            <p:nvPr/>
          </p:nvSpPr>
          <p:spPr>
            <a:xfrm>
              <a:off x="2302525" y="2548702"/>
              <a:ext cx="537591" cy="31011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推导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B6FC844-DA0E-4D85-B13F-DDC1C4C5FD62}"/>
                </a:ext>
              </a:extLst>
            </p:cNvPr>
            <p:cNvSpPr/>
            <p:nvPr/>
          </p:nvSpPr>
          <p:spPr>
            <a:xfrm>
              <a:off x="750899" y="4909632"/>
              <a:ext cx="537591" cy="31011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归约</a:t>
              </a: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D31814-2220-4385-A0C2-EDA0CBE2C9FE}"/>
                </a:ext>
              </a:extLst>
            </p:cNvPr>
            <p:cNvSpPr/>
            <p:nvPr/>
          </p:nvSpPr>
          <p:spPr>
            <a:xfrm>
              <a:off x="2130161" y="4908723"/>
              <a:ext cx="1008530" cy="3101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消除二义性</a:t>
              </a: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67D7EBF-EEDE-4950-B88F-A13BCAA5439D}"/>
                </a:ext>
              </a:extLst>
            </p:cNvPr>
            <p:cNvSpPr/>
            <p:nvPr/>
          </p:nvSpPr>
          <p:spPr>
            <a:xfrm>
              <a:off x="3805867" y="2539354"/>
              <a:ext cx="1008530" cy="3101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消除二义性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62744AD5-4AD6-49F7-8649-A1FD46D2DD73}"/>
                </a:ext>
              </a:extLst>
            </p:cNvPr>
            <p:cNvSpPr/>
            <p:nvPr/>
          </p:nvSpPr>
          <p:spPr>
            <a:xfrm>
              <a:off x="2625697" y="2929996"/>
              <a:ext cx="923723" cy="3101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消除左递归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FA376C86-3F2B-4393-9271-2D4EC8030719}"/>
                </a:ext>
              </a:extLst>
            </p:cNvPr>
            <p:cNvSpPr/>
            <p:nvPr/>
          </p:nvSpPr>
          <p:spPr>
            <a:xfrm>
              <a:off x="3613733" y="2930271"/>
              <a:ext cx="923723" cy="3101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提左公因子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AEA7173-3E38-4EBD-AF0D-0C2E9560973B}"/>
                </a:ext>
              </a:extLst>
            </p:cNvPr>
            <p:cNvSpPr/>
            <p:nvPr/>
          </p:nvSpPr>
          <p:spPr>
            <a:xfrm>
              <a:off x="1924515" y="5302299"/>
              <a:ext cx="1329337" cy="3101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无移进</a:t>
              </a:r>
              <a:r>
                <a:rPr lang="en-US" altLang="zh-CN" sz="1050" dirty="0">
                  <a:solidFill>
                    <a:schemeClr val="tx1"/>
                  </a:solidFill>
                </a:rPr>
                <a:t>-</a:t>
              </a:r>
              <a:r>
                <a:rPr lang="zh-CN" altLang="en-US" sz="1050" dirty="0">
                  <a:solidFill>
                    <a:schemeClr val="tx1"/>
                  </a:solidFill>
                </a:rPr>
                <a:t>归约冲突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A550B473-227F-4D55-A37C-C482DCA4ADF5}"/>
                </a:ext>
              </a:extLst>
            </p:cNvPr>
            <p:cNvSpPr/>
            <p:nvPr/>
          </p:nvSpPr>
          <p:spPr>
            <a:xfrm>
              <a:off x="7394591" y="2006981"/>
              <a:ext cx="1176105" cy="46035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FIRST</a:t>
              </a:r>
              <a:r>
                <a:rPr lang="zh-CN" altLang="en-US" sz="1050" dirty="0">
                  <a:solidFill>
                    <a:schemeClr val="tx1"/>
                  </a:solidFill>
                </a:rPr>
                <a:t>集合</a:t>
              </a:r>
              <a:endParaRPr lang="en-US" altLang="zh-CN" sz="105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FOLLOW</a:t>
              </a:r>
              <a:r>
                <a:rPr lang="zh-CN" altLang="en-US" sz="1050" dirty="0">
                  <a:solidFill>
                    <a:schemeClr val="tx1"/>
                  </a:solidFill>
                </a:rPr>
                <a:t>集合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9E782BDF-30EC-4C65-BEF3-BBB7102B44D9}"/>
                </a:ext>
              </a:extLst>
            </p:cNvPr>
            <p:cNvSpPr/>
            <p:nvPr/>
          </p:nvSpPr>
          <p:spPr>
            <a:xfrm>
              <a:off x="525822" y="5302299"/>
              <a:ext cx="1329337" cy="3101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无归约</a:t>
              </a:r>
              <a:r>
                <a:rPr lang="en-US" altLang="zh-CN" sz="1050" dirty="0">
                  <a:solidFill>
                    <a:schemeClr val="tx1"/>
                  </a:solidFill>
                </a:rPr>
                <a:t>-</a:t>
              </a:r>
              <a:r>
                <a:rPr lang="zh-CN" altLang="en-US" sz="1050" dirty="0">
                  <a:solidFill>
                    <a:schemeClr val="tx1"/>
                  </a:solidFill>
                </a:rPr>
                <a:t>归约冲突</a:t>
              </a: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64DC835-6B4F-4410-929E-3C3E3E507AEC}"/>
                </a:ext>
              </a:extLst>
            </p:cNvPr>
            <p:cNvCxnSpPr>
              <a:cxnSpLocks/>
              <a:stCxn id="35" idx="1"/>
              <a:endCxn id="14" idx="3"/>
            </p:cNvCxnSpPr>
            <p:nvPr/>
          </p:nvCxnSpPr>
          <p:spPr>
            <a:xfrm flipH="1">
              <a:off x="6855646" y="2237160"/>
              <a:ext cx="538945" cy="467058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5F115A53-CD09-47B2-BF7F-F87537867E80}"/>
                </a:ext>
              </a:extLst>
            </p:cNvPr>
            <p:cNvSpPr/>
            <p:nvPr/>
          </p:nvSpPr>
          <p:spPr>
            <a:xfrm>
              <a:off x="5426479" y="5347463"/>
              <a:ext cx="823570" cy="32236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</a:rPr>
                <a:t>搜索符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63A53EC-76D7-4480-A015-E9A0AB465425}"/>
                </a:ext>
              </a:extLst>
            </p:cNvPr>
            <p:cNvCxnSpPr>
              <a:cxnSpLocks/>
              <a:stCxn id="38" idx="1"/>
              <a:endCxn id="17" idx="3"/>
            </p:cNvCxnSpPr>
            <p:nvPr/>
          </p:nvCxnSpPr>
          <p:spPr>
            <a:xfrm flipH="1" flipV="1">
              <a:off x="4709226" y="4632962"/>
              <a:ext cx="717253" cy="875684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67C28FE-2BD0-406F-B4E2-44B364AB3BBF}"/>
                </a:ext>
              </a:extLst>
            </p:cNvPr>
            <p:cNvCxnSpPr>
              <a:cxnSpLocks/>
              <a:stCxn id="38" idx="1"/>
              <a:endCxn id="18" idx="3"/>
            </p:cNvCxnSpPr>
            <p:nvPr/>
          </p:nvCxnSpPr>
          <p:spPr>
            <a:xfrm flipH="1" flipV="1">
              <a:off x="4828809" y="5382804"/>
              <a:ext cx="597670" cy="125842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45F6FF29-BBE4-46DC-8661-CB541263FAFC}"/>
                </a:ext>
              </a:extLst>
            </p:cNvPr>
            <p:cNvSpPr/>
            <p:nvPr/>
          </p:nvSpPr>
          <p:spPr>
            <a:xfrm>
              <a:off x="5426479" y="3684402"/>
              <a:ext cx="1176105" cy="32236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FOLLOW</a:t>
              </a:r>
              <a:r>
                <a:rPr lang="zh-CN" altLang="en-US" sz="1050" dirty="0">
                  <a:solidFill>
                    <a:schemeClr val="tx1"/>
                  </a:solidFill>
                </a:rPr>
                <a:t>集合</a:t>
              </a: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943A294-B73A-48B9-BBBF-0FFF671C8DEB}"/>
                </a:ext>
              </a:extLst>
            </p:cNvPr>
            <p:cNvCxnSpPr>
              <a:cxnSpLocks/>
              <a:stCxn id="41" idx="1"/>
              <a:endCxn id="16" idx="3"/>
            </p:cNvCxnSpPr>
            <p:nvPr/>
          </p:nvCxnSpPr>
          <p:spPr>
            <a:xfrm flipH="1">
              <a:off x="4753106" y="3845585"/>
              <a:ext cx="673373" cy="6217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AACC946-F64A-C9DE-C63F-841EE3631792}"/>
              </a:ext>
            </a:extLst>
          </p:cNvPr>
          <p:cNvGrpSpPr/>
          <p:nvPr/>
        </p:nvGrpSpPr>
        <p:grpSpPr>
          <a:xfrm>
            <a:off x="6685355" y="3771100"/>
            <a:ext cx="2073276" cy="2204435"/>
            <a:chOff x="6685355" y="3771100"/>
            <a:chExt cx="2073276" cy="2204435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10774D0-DD92-4277-9790-6422CB0FCA15}"/>
                </a:ext>
              </a:extLst>
            </p:cNvPr>
            <p:cNvGrpSpPr/>
            <p:nvPr/>
          </p:nvGrpSpPr>
          <p:grpSpPr>
            <a:xfrm>
              <a:off x="6761471" y="3893404"/>
              <a:ext cx="1931108" cy="1476712"/>
              <a:chOff x="6803618" y="4639090"/>
              <a:chExt cx="1931108" cy="1476712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49AEBC01-7037-4DDC-9B7C-73F023F0B99D}"/>
                  </a:ext>
                </a:extLst>
              </p:cNvPr>
              <p:cNvSpPr/>
              <p:nvPr/>
            </p:nvSpPr>
            <p:spPr>
              <a:xfrm>
                <a:off x="6803618" y="4639090"/>
                <a:ext cx="1931108" cy="147671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51F076-CA40-40B4-994D-B60E71109EBA}"/>
                  </a:ext>
                </a:extLst>
              </p:cNvPr>
              <p:cNvSpPr txBox="1"/>
              <p:nvPr/>
            </p:nvSpPr>
            <p:spPr>
              <a:xfrm>
                <a:off x="7323205" y="4719822"/>
                <a:ext cx="89193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LR(1)</a:t>
                </a:r>
                <a:r>
                  <a:rPr lang="zh-CN" altLang="en-US" sz="1100" dirty="0">
                    <a:solidFill>
                      <a:schemeClr val="tx1"/>
                    </a:solidFill>
                  </a:rPr>
                  <a:t>文法</a:t>
                </a:r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CE1D5438-7F6A-4F21-9523-F9A052DCCE24}"/>
                  </a:ext>
                </a:extLst>
              </p:cNvPr>
              <p:cNvSpPr/>
              <p:nvPr/>
            </p:nvSpPr>
            <p:spPr>
              <a:xfrm>
                <a:off x="7078294" y="5003894"/>
                <a:ext cx="1381754" cy="105662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CA25A9B-7FB4-45CA-808A-4220C06B2765}"/>
                  </a:ext>
                </a:extLst>
              </p:cNvPr>
              <p:cNvSpPr txBox="1"/>
              <p:nvPr/>
            </p:nvSpPr>
            <p:spPr>
              <a:xfrm>
                <a:off x="7283950" y="5094055"/>
                <a:ext cx="101070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LALR(1)</a:t>
                </a:r>
                <a:r>
                  <a:rPr lang="zh-CN" altLang="en-US" sz="1100" dirty="0">
                    <a:solidFill>
                      <a:schemeClr val="tx1"/>
                    </a:solidFill>
                  </a:rPr>
                  <a:t>文法</a:t>
                </a:r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65CE98FC-B94A-4CA8-80F2-6852E004FC7E}"/>
                  </a:ext>
                </a:extLst>
              </p:cNvPr>
              <p:cNvSpPr/>
              <p:nvPr/>
            </p:nvSpPr>
            <p:spPr>
              <a:xfrm>
                <a:off x="7339013" y="5370428"/>
                <a:ext cx="860316" cy="65788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2381892-18A5-4079-88A8-7AA63F552588}"/>
                  </a:ext>
                </a:extLst>
              </p:cNvPr>
              <p:cNvSpPr txBox="1"/>
              <p:nvPr/>
            </p:nvSpPr>
            <p:spPr>
              <a:xfrm>
                <a:off x="7283950" y="5568563"/>
                <a:ext cx="101070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SLR(1)</a:t>
                </a:r>
                <a:r>
                  <a:rPr lang="zh-CN" altLang="en-US" sz="1100" dirty="0">
                    <a:solidFill>
                      <a:schemeClr val="tx1"/>
                    </a:solidFill>
                  </a:rPr>
                  <a:t>文法</a:t>
                </a: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F1F34BD-C914-4722-8630-A6B9E1BF6E62}"/>
                </a:ext>
              </a:extLst>
            </p:cNvPr>
            <p:cNvSpPr txBox="1"/>
            <p:nvPr/>
          </p:nvSpPr>
          <p:spPr>
            <a:xfrm>
              <a:off x="7054013" y="5487208"/>
              <a:ext cx="167808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rgbClr val="FF0000"/>
                  </a:solidFill>
                </a:rPr>
                <a:t>可能增加</a:t>
              </a:r>
              <a:r>
                <a:rPr lang="zh-CN" altLang="en-US" sz="1100" dirty="0">
                  <a:solidFill>
                    <a:schemeClr val="tx1"/>
                  </a:solidFill>
                </a:rPr>
                <a:t>归约</a:t>
              </a:r>
              <a:r>
                <a:rPr lang="en-US" altLang="zh-CN" sz="1100" dirty="0">
                  <a:solidFill>
                    <a:schemeClr val="tx1"/>
                  </a:solidFill>
                </a:rPr>
                <a:t>-</a:t>
              </a:r>
              <a:r>
                <a:rPr lang="zh-CN" altLang="en-US" sz="1100" dirty="0">
                  <a:solidFill>
                    <a:schemeClr val="tx1"/>
                  </a:solidFill>
                </a:rPr>
                <a:t>归约冲突</a:t>
              </a:r>
              <a:endParaRPr lang="en-US" altLang="zh-CN" sz="1100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100" dirty="0"/>
                <a:t>能够解决</a:t>
              </a:r>
              <a:r>
                <a:rPr lang="zh-CN" altLang="en-US" sz="1100" dirty="0">
                  <a:solidFill>
                    <a:schemeClr val="tx1"/>
                  </a:solidFill>
                </a:rPr>
                <a:t>移进</a:t>
              </a:r>
              <a:r>
                <a:rPr lang="en-US" altLang="zh-CN" sz="1100" dirty="0">
                  <a:solidFill>
                    <a:schemeClr val="tx1"/>
                  </a:solidFill>
                </a:rPr>
                <a:t>-</a:t>
              </a:r>
              <a:r>
                <a:rPr lang="zh-CN" altLang="en-US" sz="1100" dirty="0">
                  <a:solidFill>
                    <a:schemeClr val="tx1"/>
                  </a:solidFill>
                </a:rPr>
                <a:t>归约冲突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0FBF9CC0-52E3-4ACB-B50F-3A68DF9471D0}"/>
                </a:ext>
              </a:extLst>
            </p:cNvPr>
            <p:cNvCxnSpPr>
              <a:cxnSpLocks/>
            </p:cNvCxnSpPr>
            <p:nvPr/>
          </p:nvCxnSpPr>
          <p:spPr>
            <a:xfrm>
              <a:off x="6807502" y="5616267"/>
              <a:ext cx="33004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B551C30-B98E-4220-BA5A-2E5D4398CF01}"/>
                </a:ext>
              </a:extLst>
            </p:cNvPr>
            <p:cNvCxnSpPr>
              <a:cxnSpLocks/>
            </p:cNvCxnSpPr>
            <p:nvPr/>
          </p:nvCxnSpPr>
          <p:spPr>
            <a:xfrm>
              <a:off x="6819715" y="5778348"/>
              <a:ext cx="330049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7" name="弧形 56">
              <a:extLst>
                <a:ext uri="{FF2B5EF4-FFF2-40B4-BE49-F238E27FC236}">
                  <a16:creationId xmlns:a16="http://schemas.microsoft.com/office/drawing/2014/main" id="{1DA586F3-82F0-45EC-8B95-FC1CEF5F40EE}"/>
                </a:ext>
              </a:extLst>
            </p:cNvPr>
            <p:cNvSpPr/>
            <p:nvPr/>
          </p:nvSpPr>
          <p:spPr>
            <a:xfrm>
              <a:off x="7624231" y="4090782"/>
              <a:ext cx="891934" cy="876363"/>
            </a:xfrm>
            <a:prstGeom prst="arc">
              <a:avLst>
                <a:gd name="adj1" fmla="val 16200000"/>
                <a:gd name="adj2" fmla="val 4912194"/>
              </a:avLst>
            </a:prstGeom>
            <a:ln w="3810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弧形 57">
              <a:extLst>
                <a:ext uri="{FF2B5EF4-FFF2-40B4-BE49-F238E27FC236}">
                  <a16:creationId xmlns:a16="http://schemas.microsoft.com/office/drawing/2014/main" id="{1C8A4B23-5802-4240-BF5D-E38CE1195E9B}"/>
                </a:ext>
              </a:extLst>
            </p:cNvPr>
            <p:cNvSpPr/>
            <p:nvPr/>
          </p:nvSpPr>
          <p:spPr>
            <a:xfrm rot="10800000">
              <a:off x="7095897" y="4083421"/>
              <a:ext cx="416389" cy="409120"/>
            </a:xfrm>
            <a:prstGeom prst="arc">
              <a:avLst>
                <a:gd name="adj1" fmla="val 16200000"/>
                <a:gd name="adj2" fmla="val 4912194"/>
              </a:avLst>
            </a:prstGeom>
            <a:ln w="38100">
              <a:solidFill>
                <a:schemeClr val="accent6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弧形 58">
              <a:extLst>
                <a:ext uri="{FF2B5EF4-FFF2-40B4-BE49-F238E27FC236}">
                  <a16:creationId xmlns:a16="http://schemas.microsoft.com/office/drawing/2014/main" id="{2DF8167E-C8E6-4641-83A5-EF963E2F8AE4}"/>
                </a:ext>
              </a:extLst>
            </p:cNvPr>
            <p:cNvSpPr/>
            <p:nvPr/>
          </p:nvSpPr>
          <p:spPr>
            <a:xfrm>
              <a:off x="7904410" y="4490850"/>
              <a:ext cx="477827" cy="469485"/>
            </a:xfrm>
            <a:prstGeom prst="arc">
              <a:avLst>
                <a:gd name="adj1" fmla="val 16200000"/>
                <a:gd name="adj2" fmla="val 4912194"/>
              </a:avLst>
            </a:prstGeom>
            <a:ln w="3810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8D89300-BEEC-4077-8A0A-98A4B21996D9}"/>
                </a:ext>
              </a:extLst>
            </p:cNvPr>
            <p:cNvSpPr/>
            <p:nvPr/>
          </p:nvSpPr>
          <p:spPr>
            <a:xfrm>
              <a:off x="6685355" y="3771100"/>
              <a:ext cx="2073276" cy="220443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D6D35867-A151-BD2B-6539-49F9563611E4}"/>
              </a:ext>
            </a:extLst>
          </p:cNvPr>
          <p:cNvGrpSpPr/>
          <p:nvPr/>
        </p:nvGrpSpPr>
        <p:grpSpPr>
          <a:xfrm>
            <a:off x="6903508" y="256611"/>
            <a:ext cx="1636969" cy="1376023"/>
            <a:chOff x="7182445" y="213676"/>
            <a:chExt cx="1636969" cy="1376023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38E434A9-34F1-971A-48D4-BC1EB06D7CF4}"/>
                </a:ext>
              </a:extLst>
            </p:cNvPr>
            <p:cNvSpPr/>
            <p:nvPr/>
          </p:nvSpPr>
          <p:spPr>
            <a:xfrm>
              <a:off x="7383761" y="332232"/>
              <a:ext cx="1218326" cy="9316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44F812A6-3D60-3A73-1F27-A26992BF8202}"/>
                </a:ext>
              </a:extLst>
            </p:cNvPr>
            <p:cNvSpPr txBox="1"/>
            <p:nvPr/>
          </p:nvSpPr>
          <p:spPr>
            <a:xfrm>
              <a:off x="7562291" y="389863"/>
              <a:ext cx="89193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LR(1)</a:t>
              </a:r>
              <a:r>
                <a:rPr lang="zh-CN" altLang="en-US" sz="110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3311A8A4-290D-EA9B-BD77-563F02827295}"/>
                </a:ext>
              </a:extLst>
            </p:cNvPr>
            <p:cNvSpPr/>
            <p:nvPr/>
          </p:nvSpPr>
          <p:spPr>
            <a:xfrm>
              <a:off x="7636226" y="666278"/>
              <a:ext cx="744061" cy="56898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A2D3750-629B-6837-F6EE-A6F3003BBA53}"/>
                </a:ext>
              </a:extLst>
            </p:cNvPr>
            <p:cNvSpPr txBox="1"/>
            <p:nvPr/>
          </p:nvSpPr>
          <p:spPr>
            <a:xfrm>
              <a:off x="7573617" y="839022"/>
              <a:ext cx="89193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LL(1)</a:t>
              </a:r>
              <a:r>
                <a:rPr lang="zh-CN" altLang="en-US" sz="1100" dirty="0">
                  <a:solidFill>
                    <a:schemeClr val="tx1"/>
                  </a:solidFill>
                </a:rPr>
                <a:t>文法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7E60F95-C500-A746-3ECC-133821AD57BC}"/>
                </a:ext>
              </a:extLst>
            </p:cNvPr>
            <p:cNvSpPr txBox="1"/>
            <p:nvPr/>
          </p:nvSpPr>
          <p:spPr>
            <a:xfrm>
              <a:off x="7182445" y="1309061"/>
              <a:ext cx="162095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/>
                <a:t>LR(1)</a:t>
              </a:r>
              <a:r>
                <a:rPr lang="zh-CN" altLang="en-US" sz="1100" dirty="0"/>
                <a:t>是</a:t>
              </a:r>
              <a:r>
                <a:rPr lang="en-US" altLang="zh-CN" sz="1100" dirty="0"/>
                <a:t>LL(1)</a:t>
              </a:r>
              <a:r>
                <a:rPr lang="zh-CN" altLang="en-US" sz="1100" dirty="0"/>
                <a:t>的真超集</a:t>
              </a:r>
              <a:endParaRPr lang="en-US" altLang="zh-CN" sz="1100" dirty="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4B7D91C-F86C-7779-18DD-52C38D879F7A}"/>
                </a:ext>
              </a:extLst>
            </p:cNvPr>
            <p:cNvSpPr/>
            <p:nvPr/>
          </p:nvSpPr>
          <p:spPr>
            <a:xfrm>
              <a:off x="7197098" y="213676"/>
              <a:ext cx="1622316" cy="1376023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日期占位符 49">
            <a:extLst>
              <a:ext uri="{FF2B5EF4-FFF2-40B4-BE49-F238E27FC236}">
                <a16:creationId xmlns:a16="http://schemas.microsoft.com/office/drawing/2014/main" id="{65D1F8B1-8F86-08E4-DA20-0C3032B4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B57D-EA4A-4756-AA26-572B5D5F91DB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3" name="页脚占位符 52">
            <a:extLst>
              <a:ext uri="{FF2B5EF4-FFF2-40B4-BE49-F238E27FC236}">
                <a16:creationId xmlns:a16="http://schemas.microsoft.com/office/drawing/2014/main" id="{2E6B7CE3-8AB2-34E2-352F-9A3BB30C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55" name="灯片编号占位符 54">
            <a:extLst>
              <a:ext uri="{FF2B5EF4-FFF2-40B4-BE49-F238E27FC236}">
                <a16:creationId xmlns:a16="http://schemas.microsoft.com/office/drawing/2014/main" id="{78C9CD10-D858-8275-5B34-5CA6590F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06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D240A5C-C06D-4F9D-9692-0B4158006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作业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3AD5C50-8B2C-4D70-BB32-486CF18D1D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b="1" dirty="0"/>
              <a:t>P105/3.21(a)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构造下面文法的</a:t>
            </a:r>
            <a:r>
              <a:rPr lang="en-US" altLang="zh-CN" b="1" dirty="0"/>
              <a:t>SLR</a:t>
            </a:r>
            <a:r>
              <a:rPr lang="zh-CN" altLang="en-US" dirty="0"/>
              <a:t>分析表，看看哪里有冲突，以说明该文法不是</a:t>
            </a:r>
            <a:r>
              <a:rPr lang="en-US" altLang="zh-CN" b="1" dirty="0"/>
              <a:t>SLR</a:t>
            </a:r>
            <a:r>
              <a:rPr lang="zh-CN" altLang="en-US" dirty="0"/>
              <a:t>文法。并构造该文法的规范</a:t>
            </a:r>
            <a:r>
              <a:rPr lang="en-US" altLang="zh-CN" b="1" dirty="0"/>
              <a:t>LR</a:t>
            </a:r>
            <a:r>
              <a:rPr lang="zh-CN" altLang="en-US" dirty="0"/>
              <a:t>分析表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 i="1" dirty="0"/>
              <a:t>		</a:t>
            </a:r>
            <a:r>
              <a:rPr lang="en-US" altLang="zh-CN" b="1" i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V </a:t>
            </a:r>
            <a:r>
              <a:rPr lang="en-US" altLang="zh-CN" b="1" dirty="0"/>
              <a:t>= </a:t>
            </a:r>
            <a:r>
              <a:rPr lang="en-US" altLang="zh-CN" b="1" i="1" dirty="0"/>
              <a:t>E</a:t>
            </a:r>
            <a:endParaRPr lang="en-US" altLang="zh-CN" b="1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E</a:t>
            </a:r>
            <a:r>
              <a:rPr lang="en-US" altLang="zh-CN" b="1" dirty="0"/>
              <a:t>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V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</a:t>
            </a:r>
            <a:r>
              <a:rPr lang="en-US" altLang="zh-CN" b="1" dirty="0"/>
              <a:t> </a:t>
            </a:r>
            <a:r>
              <a:rPr lang="en-US" altLang="zh-CN" b="1" i="1" dirty="0"/>
              <a:t>E</a:t>
            </a:r>
            <a:endParaRPr lang="en-US" altLang="zh-CN" b="1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V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id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	E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V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b="1" dirty="0"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EAF965-8F3C-17D3-1750-E4C44167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0FE8-C495-4EB7-B084-09E27AACBB64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A7610E-1D97-ECF8-6F31-C5EF4F3F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E5835-54E4-00A2-B6F0-F810AB81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97C45F7-105A-40FD-8DE7-A039127DC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作业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8B3E716-0A88-4A08-A567-3EBBDF7EF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b="1" dirty="0"/>
              <a:t>P105/3.24</a:t>
            </a:r>
          </a:p>
          <a:p>
            <a:pPr eaLnBrk="1" hangingPunct="1"/>
            <a:r>
              <a:rPr lang="en-US" altLang="zh-CN" b="1" dirty="0"/>
              <a:t>P106/3.31</a:t>
            </a:r>
          </a:p>
          <a:p>
            <a:pPr eaLnBrk="1" hangingPunct="1"/>
            <a:r>
              <a:rPr lang="en-US" altLang="zh-CN" b="1" dirty="0"/>
              <a:t>P107/3.35</a:t>
            </a:r>
          </a:p>
          <a:p>
            <a:pPr eaLnBrk="1" hangingPunct="1"/>
            <a:endParaRPr lang="en-US" altLang="zh-CN" b="1" dirty="0"/>
          </a:p>
          <a:p>
            <a:endParaRPr lang="en-US" altLang="zh-CN" b="1" i="1" dirty="0"/>
          </a:p>
          <a:p>
            <a:pPr eaLnBrk="1" hangingPunct="1"/>
            <a:endParaRPr lang="en-US" altLang="zh-CN" b="1" dirty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dirty="0"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BAC6AB-A265-7325-86D1-7747662F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9CE49-CF96-4B47-8ABD-A8E0FC1F0E8E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BD64E8-A598-FCE8-07D7-D4880D7D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A203D-BB28-A997-80FD-62017B81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35F23-8161-61F6-2B40-61FA4DFE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本章要点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A259D-B920-D947-6002-7D6BB305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本章是本课程的重点章节，讲过的内容几乎全是要点，需</a:t>
            </a:r>
            <a:r>
              <a:rPr lang="zh-CN" altLang="en-US"/>
              <a:t>全部掌握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08641A-BCA6-2A2B-4088-63F9EE46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5E9C-5A94-41A4-8EAC-21E9951302A8}" type="datetime2">
              <a:rPr lang="zh-CN" altLang="en-US" smtClean="0"/>
              <a:t>2024年3月28日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AC104-32F3-B882-9FA3-CF349C1E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(9)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56FF2F-289A-0507-83E1-F4F737A7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690359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545</TotalTime>
  <Words>2858</Words>
  <Application>Microsoft Office PowerPoint</Application>
  <PresentationFormat>全屏显示(4:3)</PresentationFormat>
  <Paragraphs>395</Paragraphs>
  <Slides>29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宋体</vt:lpstr>
      <vt:lpstr>Arial</vt:lpstr>
      <vt:lpstr>Courier New</vt:lpstr>
      <vt:lpstr>Symbol</vt:lpstr>
      <vt:lpstr>Times New Roman</vt:lpstr>
      <vt:lpstr>Wingdings</vt:lpstr>
      <vt:lpstr>主题1</vt:lpstr>
      <vt:lpstr>Equation</vt:lpstr>
      <vt:lpstr>第三章 自学-Yacc介绍</vt:lpstr>
      <vt:lpstr>3.7 语法分析器的生成器</vt:lpstr>
      <vt:lpstr>3.7.1 分析器的生成器Yacc</vt:lpstr>
      <vt:lpstr>3.7.1 分析器的生成器Yacc</vt:lpstr>
      <vt:lpstr>3.7.1 分析器的生成器Yacc</vt:lpstr>
      <vt:lpstr>3.7.1 分析器的生成器Yacc</vt:lpstr>
      <vt:lpstr>3.7.1 分析器的生成器Yacc</vt:lpstr>
      <vt:lpstr>3.7.1 分析器的生成器Yacc</vt:lpstr>
      <vt:lpstr>3.7.1 分析器的生成器Yacc</vt:lpstr>
      <vt:lpstr>3.7.1 分析器的生成器Yacc</vt:lpstr>
      <vt:lpstr>3.7.1 分析器的生成器Yacc</vt:lpstr>
      <vt:lpstr>3.7.1 分析器的生成器Yacc</vt:lpstr>
      <vt:lpstr>3.7.2 用Yacc处理二义文法</vt:lpstr>
      <vt:lpstr>3.7.2 用Yacc处理二义文法</vt:lpstr>
      <vt:lpstr>3.7.2 用Yacc处理二义文法</vt:lpstr>
      <vt:lpstr>3.7.2 用Yacc处理二义文法</vt:lpstr>
      <vt:lpstr>3.7.2 用Yacc处理二义文法</vt:lpstr>
      <vt:lpstr>3.7.2 用Yacc处理二义文法</vt:lpstr>
      <vt:lpstr>3.7.2 用Yacc处理二义文法</vt:lpstr>
      <vt:lpstr>3.7.3 Yacc的错误恢复</vt:lpstr>
      <vt:lpstr>3.7.3 Yacc的错误恢复</vt:lpstr>
      <vt:lpstr>3.7.3 Yacc的错误恢复</vt:lpstr>
      <vt:lpstr>本节小结</vt:lpstr>
      <vt:lpstr>本章总结</vt:lpstr>
      <vt:lpstr>本章总结</vt:lpstr>
      <vt:lpstr>本章总结</vt:lpstr>
      <vt:lpstr>作业</vt:lpstr>
      <vt:lpstr>作业</vt:lpstr>
      <vt:lpstr>本章要点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语法分析(8)</dc:title>
  <dc:creator>欣捷</dc:creator>
  <cp:lastModifiedBy>欣捷 王</cp:lastModifiedBy>
  <cp:revision>47</cp:revision>
  <dcterms:created xsi:type="dcterms:W3CDTF">2021-04-20T06:55:23Z</dcterms:created>
  <dcterms:modified xsi:type="dcterms:W3CDTF">2024-03-28T02:14:31Z</dcterms:modified>
</cp:coreProperties>
</file>