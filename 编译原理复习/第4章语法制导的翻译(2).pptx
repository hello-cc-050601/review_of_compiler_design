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7" r:id="rId1"/>
  </p:sldMasterIdLst>
  <p:notesMasterIdLst>
    <p:notesMasterId r:id="rId51"/>
  </p:notesMasterIdLst>
  <p:sldIdLst>
    <p:sldId id="256" r:id="rId2"/>
    <p:sldId id="912" r:id="rId3"/>
    <p:sldId id="913" r:id="rId4"/>
    <p:sldId id="914" r:id="rId5"/>
    <p:sldId id="915" r:id="rId6"/>
    <p:sldId id="860" r:id="rId7"/>
    <p:sldId id="989" r:id="rId8"/>
    <p:sldId id="916" r:id="rId9"/>
    <p:sldId id="1014" r:id="rId10"/>
    <p:sldId id="926" r:id="rId11"/>
    <p:sldId id="1009" r:id="rId12"/>
    <p:sldId id="867" r:id="rId13"/>
    <p:sldId id="868" r:id="rId14"/>
    <p:sldId id="869" r:id="rId15"/>
    <p:sldId id="870" r:id="rId16"/>
    <p:sldId id="871" r:id="rId17"/>
    <p:sldId id="992" r:id="rId18"/>
    <p:sldId id="872" r:id="rId19"/>
    <p:sldId id="873" r:id="rId20"/>
    <p:sldId id="876" r:id="rId21"/>
    <p:sldId id="1012" r:id="rId22"/>
    <p:sldId id="1013" r:id="rId23"/>
    <p:sldId id="880" r:id="rId24"/>
    <p:sldId id="1015" r:id="rId25"/>
    <p:sldId id="995" r:id="rId26"/>
    <p:sldId id="996" r:id="rId27"/>
    <p:sldId id="997" r:id="rId28"/>
    <p:sldId id="998" r:id="rId29"/>
    <p:sldId id="999" r:id="rId30"/>
    <p:sldId id="1000" r:id="rId31"/>
    <p:sldId id="918" r:id="rId32"/>
    <p:sldId id="919" r:id="rId33"/>
    <p:sldId id="1001" r:id="rId34"/>
    <p:sldId id="1002" r:id="rId35"/>
    <p:sldId id="1003" r:id="rId36"/>
    <p:sldId id="1004" r:id="rId37"/>
    <p:sldId id="1006" r:id="rId38"/>
    <p:sldId id="958" r:id="rId39"/>
    <p:sldId id="922" r:id="rId40"/>
    <p:sldId id="923" r:id="rId41"/>
    <p:sldId id="925" r:id="rId42"/>
    <p:sldId id="990" r:id="rId43"/>
    <p:sldId id="988" r:id="rId44"/>
    <p:sldId id="955" r:id="rId45"/>
    <p:sldId id="1010" r:id="rId46"/>
    <p:sldId id="1011" r:id="rId47"/>
    <p:sldId id="991" r:id="rId48"/>
    <p:sldId id="1016" r:id="rId49"/>
    <p:sldId id="1017" r:id="rId5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e" initials="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0455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FAB92A-7ED5-49D0-8393-2FAB0A4FC91D}" v="8" dt="2025-04-30T01:46:16.049"/>
  </p1510:revLst>
</p1510:revInfo>
</file>

<file path=ppt/tableStyles.xml><?xml version="1.0" encoding="utf-8"?>
<a:tblStyleLst xmlns:a="http://schemas.openxmlformats.org/drawingml/2006/main" def="{5C22544A-7EE6-4342-B048-85BDC9FD1C3A}">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980" autoAdjust="0"/>
    <p:restoredTop sz="94660"/>
  </p:normalViewPr>
  <p:slideViewPr>
    <p:cSldViewPr snapToGrid="0">
      <p:cViewPr varScale="1">
        <p:scale>
          <a:sx n="71" d="100"/>
          <a:sy n="71" d="100"/>
        </p:scale>
        <p:origin x="783"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王 欣捷" userId="b965477fa0aef5e6" providerId="LiveId" clId="{07049BFD-94DF-47FB-8461-B5E5B9FA7642}"/>
    <pc:docChg chg="undo custSel addSld modSld">
      <pc:chgData name="王 欣捷" userId="b965477fa0aef5e6" providerId="LiveId" clId="{07049BFD-94DF-47FB-8461-B5E5B9FA7642}" dt="2021-05-12T15:42:49.363" v="655" actId="2710"/>
      <pc:docMkLst>
        <pc:docMk/>
      </pc:docMkLst>
      <pc:sldChg chg="addSp modSp mod">
        <pc:chgData name="王 欣捷" userId="b965477fa0aef5e6" providerId="LiveId" clId="{07049BFD-94DF-47FB-8461-B5E5B9FA7642}" dt="2021-05-12T15:15:45.517" v="654" actId="14100"/>
        <pc:sldMkLst>
          <pc:docMk/>
          <pc:sldMk cId="0" sldId="940"/>
        </pc:sldMkLst>
      </pc:sldChg>
      <pc:sldChg chg="modSp mod">
        <pc:chgData name="王 欣捷" userId="b965477fa0aef5e6" providerId="LiveId" clId="{07049BFD-94DF-47FB-8461-B5E5B9FA7642}" dt="2021-05-12T13:55:02.573" v="494" actId="20577"/>
        <pc:sldMkLst>
          <pc:docMk/>
          <pc:sldMk cId="0" sldId="945"/>
        </pc:sldMkLst>
      </pc:sldChg>
      <pc:sldChg chg="modSp mod">
        <pc:chgData name="王 欣捷" userId="b965477fa0aef5e6" providerId="LiveId" clId="{07049BFD-94DF-47FB-8461-B5E5B9FA7642}" dt="2021-05-12T15:42:49.363" v="655" actId="2710"/>
        <pc:sldMkLst>
          <pc:docMk/>
          <pc:sldMk cId="0" sldId="973"/>
        </pc:sldMkLst>
      </pc:sldChg>
      <pc:sldChg chg="addSp modSp new mod">
        <pc:chgData name="王 欣捷" userId="b965477fa0aef5e6" providerId="LiveId" clId="{07049BFD-94DF-47FB-8461-B5E5B9FA7642}" dt="2021-05-12T15:10:55.905" v="629" actId="20577"/>
        <pc:sldMkLst>
          <pc:docMk/>
          <pc:sldMk cId="2980858333" sldId="988"/>
        </pc:sldMkLst>
      </pc:sldChg>
      <pc:sldChg chg="addSp delSp modSp new mod modClrScheme chgLayout">
        <pc:chgData name="王 欣捷" userId="b965477fa0aef5e6" providerId="LiveId" clId="{07049BFD-94DF-47FB-8461-B5E5B9FA7642}" dt="2021-05-12T14:39:13.145" v="504" actId="120"/>
        <pc:sldMkLst>
          <pc:docMk/>
          <pc:sldMk cId="29038470" sldId="989"/>
        </pc:sldMkLst>
      </pc:sldChg>
      <pc:sldChg chg="modSp new mod">
        <pc:chgData name="王 欣捷" userId="b965477fa0aef5e6" providerId="LiveId" clId="{07049BFD-94DF-47FB-8461-B5E5B9FA7642}" dt="2021-05-12T12:40:28.811" v="489" actId="207"/>
        <pc:sldMkLst>
          <pc:docMk/>
          <pc:sldMk cId="3743719820" sldId="990"/>
        </pc:sldMkLst>
      </pc:sldChg>
    </pc:docChg>
  </pc:docChgLst>
  <pc:docChgLst>
    <pc:chgData name="王 欣捷" userId="b965477fa0aef5e6" providerId="LiveId" clId="{6058196B-4222-4FC8-98F1-8062152E565C}"/>
    <pc:docChg chg="custSel modSld">
      <pc:chgData name="王 欣捷" userId="b965477fa0aef5e6" providerId="LiveId" clId="{6058196B-4222-4FC8-98F1-8062152E565C}" dt="2021-05-08T06:05:05.375" v="27"/>
      <pc:docMkLst>
        <pc:docMk/>
      </pc:docMkLst>
      <pc:sldChg chg="modSp mod">
        <pc:chgData name="王 欣捷" userId="b965477fa0aef5e6" providerId="LiveId" clId="{6058196B-4222-4FC8-98F1-8062152E565C}" dt="2021-05-08T06:04:51.568" v="19"/>
        <pc:sldMkLst>
          <pc:docMk/>
          <pc:sldMk cId="0" sldId="916"/>
        </pc:sldMkLst>
      </pc:sldChg>
      <pc:sldChg chg="modSp mod">
        <pc:chgData name="王 欣捷" userId="b965477fa0aef5e6" providerId="LiveId" clId="{6058196B-4222-4FC8-98F1-8062152E565C}" dt="2021-05-08T05:38:30.673" v="0" actId="207"/>
        <pc:sldMkLst>
          <pc:docMk/>
          <pc:sldMk cId="3580294181" sldId="926"/>
        </pc:sldMkLst>
      </pc:sldChg>
      <pc:sldChg chg="modSp">
        <pc:chgData name="王 欣捷" userId="b965477fa0aef5e6" providerId="LiveId" clId="{6058196B-4222-4FC8-98F1-8062152E565C}" dt="2021-05-08T05:39:00.280" v="1" actId="2710"/>
        <pc:sldMkLst>
          <pc:docMk/>
          <pc:sldMk cId="2749480931" sldId="955"/>
        </pc:sldMkLst>
      </pc:sldChg>
      <pc:sldChg chg="modSp">
        <pc:chgData name="王 欣捷" userId="b965477fa0aef5e6" providerId="LiveId" clId="{6058196B-4222-4FC8-98F1-8062152E565C}" dt="2021-05-08T05:40:01.609" v="2" actId="403"/>
        <pc:sldMkLst>
          <pc:docMk/>
          <pc:sldMk cId="0" sldId="962"/>
        </pc:sldMkLst>
      </pc:sldChg>
      <pc:sldChg chg="modSp">
        <pc:chgData name="王 欣捷" userId="b965477fa0aef5e6" providerId="LiveId" clId="{6058196B-4222-4FC8-98F1-8062152E565C}" dt="2021-05-08T05:40:33.724" v="3" actId="113"/>
        <pc:sldMkLst>
          <pc:docMk/>
          <pc:sldMk cId="0" sldId="977"/>
        </pc:sldMkLst>
      </pc:sldChg>
      <pc:sldChg chg="modSp mod">
        <pc:chgData name="王 欣捷" userId="b965477fa0aef5e6" providerId="LiveId" clId="{6058196B-4222-4FC8-98F1-8062152E565C}" dt="2021-05-08T05:40:42.564" v="4" actId="207"/>
        <pc:sldMkLst>
          <pc:docMk/>
          <pc:sldMk cId="0" sldId="978"/>
        </pc:sldMkLst>
      </pc:sldChg>
      <pc:sldChg chg="modSp mod">
        <pc:chgData name="王 欣捷" userId="b965477fa0aef5e6" providerId="LiveId" clId="{6058196B-4222-4FC8-98F1-8062152E565C}" dt="2021-05-08T05:40:56.597" v="5" actId="207"/>
        <pc:sldMkLst>
          <pc:docMk/>
          <pc:sldMk cId="0" sldId="982"/>
        </pc:sldMkLst>
      </pc:sldChg>
      <pc:sldChg chg="modSp mod">
        <pc:chgData name="王 欣捷" userId="b965477fa0aef5e6" providerId="LiveId" clId="{6058196B-4222-4FC8-98F1-8062152E565C}" dt="2021-05-08T05:41:02.462" v="6" actId="207"/>
        <pc:sldMkLst>
          <pc:docMk/>
          <pc:sldMk cId="0" sldId="983"/>
        </pc:sldMkLst>
      </pc:sldChg>
      <pc:sldChg chg="modSp mod">
        <pc:chgData name="王 欣捷" userId="b965477fa0aef5e6" providerId="LiveId" clId="{6058196B-4222-4FC8-98F1-8062152E565C}" dt="2021-05-08T05:41:07.867" v="7" actId="207"/>
        <pc:sldMkLst>
          <pc:docMk/>
          <pc:sldMk cId="0" sldId="984"/>
        </pc:sldMkLst>
      </pc:sldChg>
      <pc:sldChg chg="modSp mod">
        <pc:chgData name="王 欣捷" userId="b965477fa0aef5e6" providerId="LiveId" clId="{6058196B-4222-4FC8-98F1-8062152E565C}" dt="2021-05-08T05:41:13.858" v="8" actId="207"/>
        <pc:sldMkLst>
          <pc:docMk/>
          <pc:sldMk cId="0" sldId="985"/>
        </pc:sldMkLst>
      </pc:sldChg>
      <pc:sldChg chg="modSp mod">
        <pc:chgData name="王 欣捷" userId="b965477fa0aef5e6" providerId="LiveId" clId="{6058196B-4222-4FC8-98F1-8062152E565C}" dt="2021-05-08T06:05:05.375" v="27"/>
        <pc:sldMkLst>
          <pc:docMk/>
          <pc:sldMk cId="3597084887" sldId="987"/>
        </pc:sldMkLst>
      </pc:sldChg>
    </pc:docChg>
  </pc:docChgLst>
  <pc:docChgLst>
    <pc:chgData name="欣捷 王" userId="b965477fa0aef5e6" providerId="LiveId" clId="{76FAB92A-7ED5-49D0-8393-2FAB0A4FC91D}"/>
    <pc:docChg chg="custSel modSld">
      <pc:chgData name="欣捷 王" userId="b965477fa0aef5e6" providerId="LiveId" clId="{76FAB92A-7ED5-49D0-8393-2FAB0A4FC91D}" dt="2025-04-30T01:46:18.401" v="14" actId="1076"/>
      <pc:docMkLst>
        <pc:docMk/>
      </pc:docMkLst>
      <pc:sldChg chg="addSp delSp modSp mod">
        <pc:chgData name="欣捷 王" userId="b965477fa0aef5e6" providerId="LiveId" clId="{76FAB92A-7ED5-49D0-8393-2FAB0A4FC91D}" dt="2025-04-30T01:46:18.401" v="14" actId="1076"/>
        <pc:sldMkLst>
          <pc:docMk/>
          <pc:sldMk cId="2454822754" sldId="1011"/>
        </pc:sldMkLst>
        <pc:spChg chg="add mod">
          <ac:chgData name="欣捷 王" userId="b965477fa0aef5e6" providerId="LiveId" clId="{76FAB92A-7ED5-49D0-8393-2FAB0A4FC91D}" dt="2025-04-30T01:45:51.734" v="10"/>
          <ac:spMkLst>
            <pc:docMk/>
            <pc:sldMk cId="2454822754" sldId="1011"/>
            <ac:spMk id="5" creationId="{9F5097B1-3E32-F278-4118-E3CF39843E71}"/>
          </ac:spMkLst>
        </pc:spChg>
        <pc:graphicFrameChg chg="add mod">
          <ac:chgData name="欣捷 王" userId="b965477fa0aef5e6" providerId="LiveId" clId="{76FAB92A-7ED5-49D0-8393-2FAB0A4FC91D}" dt="2025-04-30T01:45:00.521" v="7" actId="1076"/>
          <ac:graphicFrameMkLst>
            <pc:docMk/>
            <pc:sldMk cId="2454822754" sldId="1011"/>
            <ac:graphicFrameMk id="8" creationId="{A78C1AC8-7BC4-295D-6A3F-D6D69572F121}"/>
          </ac:graphicFrameMkLst>
        </pc:graphicFrameChg>
        <pc:graphicFrameChg chg="add mod">
          <ac:chgData name="欣捷 王" userId="b965477fa0aef5e6" providerId="LiveId" clId="{76FAB92A-7ED5-49D0-8393-2FAB0A4FC91D}" dt="2025-04-30T01:46:18.401" v="14" actId="1076"/>
          <ac:graphicFrameMkLst>
            <pc:docMk/>
            <pc:sldMk cId="2454822754" sldId="1011"/>
            <ac:graphicFrameMk id="9" creationId="{800C5F1F-4409-5B3B-71CA-F76AB2E2668F}"/>
          </ac:graphicFrameMkLst>
        </pc:graphicFrameChg>
        <pc:picChg chg="add del mod">
          <ac:chgData name="欣捷 王" userId="b965477fa0aef5e6" providerId="LiveId" clId="{76FAB92A-7ED5-49D0-8393-2FAB0A4FC91D}" dt="2025-04-30T01:44:14.046" v="2" actId="478"/>
          <ac:picMkLst>
            <pc:docMk/>
            <pc:sldMk cId="2454822754" sldId="1011"/>
            <ac:picMk id="6" creationId="{0CA6A706-42BE-DE6E-C766-AF50598AFA99}"/>
          </ac:picMkLst>
        </pc:picChg>
        <pc:picChg chg="add del mod">
          <ac:chgData name="欣捷 王" userId="b965477fa0aef5e6" providerId="LiveId" clId="{76FAB92A-7ED5-49D0-8393-2FAB0A4FC91D}" dt="2025-04-30T01:44:15.224" v="3" actId="478"/>
          <ac:picMkLst>
            <pc:docMk/>
            <pc:sldMk cId="2454822754" sldId="1011"/>
            <ac:picMk id="7" creationId="{F84B752A-5489-1396-5959-ED413AB971E6}"/>
          </ac:picMkLst>
        </pc:picChg>
      </pc:sldChg>
    </pc:docChg>
  </pc:docChgLst>
  <pc:docChgLst>
    <pc:chgData name="王 欣捷" userId="b965477fa0aef5e6" providerId="LiveId" clId="{97AD7E5E-990A-408D-960C-ABEF6196567E}"/>
    <pc:docChg chg="addSld modSld">
      <pc:chgData name="王 欣捷" userId="b965477fa0aef5e6" providerId="LiveId" clId="{97AD7E5E-990A-408D-960C-ABEF6196567E}" dt="2023-05-30T03:18:12.984" v="170" actId="20577"/>
      <pc:docMkLst>
        <pc:docMk/>
      </pc:docMkLst>
      <pc:sldChg chg="modSp new mod">
        <pc:chgData name="王 欣捷" userId="b965477fa0aef5e6" providerId="LiveId" clId="{97AD7E5E-990A-408D-960C-ABEF6196567E}" dt="2023-05-30T03:18:12.984" v="170" actId="20577"/>
        <pc:sldMkLst>
          <pc:docMk/>
          <pc:sldMk cId="2287451425" sldId="991"/>
        </pc:sldMkLst>
      </pc:sldChg>
    </pc:docChg>
  </pc:docChgLst>
  <pc:docChgLst>
    <pc:chgData name="欣捷 王" userId="b965477fa0aef5e6" providerId="LiveId" clId="{B3FC6AC8-2A9C-4237-A57B-8DB46C33766B}"/>
    <pc:docChg chg="undo redo custSel addSld delSld modSld">
      <pc:chgData name="欣捷 王" userId="b965477fa0aef5e6" providerId="LiveId" clId="{B3FC6AC8-2A9C-4237-A57B-8DB46C33766B}" dt="2024-05-24T02:05:26.164" v="1064" actId="20577"/>
      <pc:docMkLst>
        <pc:docMk/>
      </pc:docMkLst>
      <pc:sldChg chg="addSp modSp mod modAnim">
        <pc:chgData name="欣捷 王" userId="b965477fa0aef5e6" providerId="LiveId" clId="{B3FC6AC8-2A9C-4237-A57B-8DB46C33766B}" dt="2024-05-22T08:50:28.478" v="617"/>
        <pc:sldMkLst>
          <pc:docMk/>
          <pc:sldMk cId="0" sldId="867"/>
        </pc:sldMkLst>
      </pc:sldChg>
      <pc:sldChg chg="addSp delSp modSp mod delAnim modAnim modNotesTx">
        <pc:chgData name="欣捷 王" userId="b965477fa0aef5e6" providerId="LiveId" clId="{B3FC6AC8-2A9C-4237-A57B-8DB46C33766B}" dt="2024-05-22T09:19:51.292" v="862" actId="1076"/>
        <pc:sldMkLst>
          <pc:docMk/>
          <pc:sldMk cId="0" sldId="868"/>
        </pc:sldMkLst>
      </pc:sldChg>
      <pc:sldChg chg="addSp modSp mod modTransition modAnim">
        <pc:chgData name="欣捷 王" userId="b965477fa0aef5e6" providerId="LiveId" clId="{B3FC6AC8-2A9C-4237-A57B-8DB46C33766B}" dt="2024-05-22T05:49:11.477" v="128"/>
        <pc:sldMkLst>
          <pc:docMk/>
          <pc:sldMk cId="0" sldId="914"/>
        </pc:sldMkLst>
      </pc:sldChg>
      <pc:sldChg chg="modSp mod">
        <pc:chgData name="欣捷 王" userId="b965477fa0aef5e6" providerId="LiveId" clId="{B3FC6AC8-2A9C-4237-A57B-8DB46C33766B}" dt="2024-05-22T05:06:18.211" v="78" actId="114"/>
        <pc:sldMkLst>
          <pc:docMk/>
          <pc:sldMk cId="0" sldId="916"/>
        </pc:sldMkLst>
      </pc:sldChg>
      <pc:sldChg chg="modSp mod modNotesTx">
        <pc:chgData name="欣捷 王" userId="b965477fa0aef5e6" providerId="LiveId" clId="{B3FC6AC8-2A9C-4237-A57B-8DB46C33766B}" dt="2024-05-24T02:05:26.164" v="1064" actId="20577"/>
        <pc:sldMkLst>
          <pc:docMk/>
          <pc:sldMk cId="0" sldId="925"/>
        </pc:sldMkLst>
      </pc:sldChg>
      <pc:sldChg chg="addSp delSp modSp mod modNotesTx">
        <pc:chgData name="欣捷 王" userId="b965477fa0aef5e6" providerId="LiveId" clId="{B3FC6AC8-2A9C-4237-A57B-8DB46C33766B}" dt="2024-05-22T08:40:27.886" v="305" actId="14100"/>
        <pc:sldMkLst>
          <pc:docMk/>
          <pc:sldMk cId="3580294181" sldId="926"/>
        </pc:sldMkLst>
      </pc:sldChg>
      <pc:sldChg chg="add">
        <pc:chgData name="欣捷 王" userId="b965477fa0aef5e6" providerId="LiveId" clId="{B3FC6AC8-2A9C-4237-A57B-8DB46C33766B}" dt="2024-05-22T05:05:44.803" v="38"/>
        <pc:sldMkLst>
          <pc:docMk/>
          <pc:sldMk cId="160169038" sldId="927"/>
        </pc:sldMkLst>
      </pc:sldChg>
      <pc:sldChg chg="del">
        <pc:chgData name="欣捷 王" userId="b965477fa0aef5e6" providerId="LiveId" clId="{B3FC6AC8-2A9C-4237-A57B-8DB46C33766B}" dt="2024-05-22T05:05:38.501" v="37" actId="2696"/>
        <pc:sldMkLst>
          <pc:docMk/>
          <pc:sldMk cId="3199401599" sldId="927"/>
        </pc:sldMkLst>
      </pc:sldChg>
      <pc:sldChg chg="del">
        <pc:chgData name="欣捷 王" userId="b965477fa0aef5e6" providerId="LiveId" clId="{B3FC6AC8-2A9C-4237-A57B-8DB46C33766B}" dt="2024-05-22T05:05:38.501" v="37" actId="2696"/>
        <pc:sldMkLst>
          <pc:docMk/>
          <pc:sldMk cId="1460778614" sldId="928"/>
        </pc:sldMkLst>
      </pc:sldChg>
      <pc:sldChg chg="add">
        <pc:chgData name="欣捷 王" userId="b965477fa0aef5e6" providerId="LiveId" clId="{B3FC6AC8-2A9C-4237-A57B-8DB46C33766B}" dt="2024-05-22T05:05:44.803" v="38"/>
        <pc:sldMkLst>
          <pc:docMk/>
          <pc:sldMk cId="3789069771" sldId="928"/>
        </pc:sldMkLst>
      </pc:sldChg>
      <pc:sldChg chg="del">
        <pc:chgData name="欣捷 王" userId="b965477fa0aef5e6" providerId="LiveId" clId="{B3FC6AC8-2A9C-4237-A57B-8DB46C33766B}" dt="2024-05-22T05:02:35.940" v="1" actId="47"/>
        <pc:sldMkLst>
          <pc:docMk/>
          <pc:sldMk cId="0" sldId="929"/>
        </pc:sldMkLst>
      </pc:sldChg>
      <pc:sldChg chg="del">
        <pc:chgData name="欣捷 王" userId="b965477fa0aef5e6" providerId="LiveId" clId="{B3FC6AC8-2A9C-4237-A57B-8DB46C33766B}" dt="2024-05-22T05:02:35.940" v="1" actId="47"/>
        <pc:sldMkLst>
          <pc:docMk/>
          <pc:sldMk cId="0" sldId="930"/>
        </pc:sldMkLst>
      </pc:sldChg>
      <pc:sldChg chg="del">
        <pc:chgData name="欣捷 王" userId="b965477fa0aef5e6" providerId="LiveId" clId="{B3FC6AC8-2A9C-4237-A57B-8DB46C33766B}" dt="2024-05-22T05:02:35.940" v="1" actId="47"/>
        <pc:sldMkLst>
          <pc:docMk/>
          <pc:sldMk cId="0" sldId="931"/>
        </pc:sldMkLst>
      </pc:sldChg>
      <pc:sldChg chg="del">
        <pc:chgData name="欣捷 王" userId="b965477fa0aef5e6" providerId="LiveId" clId="{B3FC6AC8-2A9C-4237-A57B-8DB46C33766B}" dt="2024-05-22T05:02:35.940" v="1" actId="47"/>
        <pc:sldMkLst>
          <pc:docMk/>
          <pc:sldMk cId="0" sldId="932"/>
        </pc:sldMkLst>
      </pc:sldChg>
      <pc:sldChg chg="del">
        <pc:chgData name="欣捷 王" userId="b965477fa0aef5e6" providerId="LiveId" clId="{B3FC6AC8-2A9C-4237-A57B-8DB46C33766B}" dt="2024-05-22T05:02:35.940" v="1" actId="47"/>
        <pc:sldMkLst>
          <pc:docMk/>
          <pc:sldMk cId="0" sldId="938"/>
        </pc:sldMkLst>
      </pc:sldChg>
      <pc:sldChg chg="del">
        <pc:chgData name="欣捷 王" userId="b965477fa0aef5e6" providerId="LiveId" clId="{B3FC6AC8-2A9C-4237-A57B-8DB46C33766B}" dt="2024-05-22T05:02:35.940" v="1" actId="47"/>
        <pc:sldMkLst>
          <pc:docMk/>
          <pc:sldMk cId="0" sldId="940"/>
        </pc:sldMkLst>
      </pc:sldChg>
      <pc:sldChg chg="del">
        <pc:chgData name="欣捷 王" userId="b965477fa0aef5e6" providerId="LiveId" clId="{B3FC6AC8-2A9C-4237-A57B-8DB46C33766B}" dt="2024-05-22T05:02:35.940" v="1" actId="47"/>
        <pc:sldMkLst>
          <pc:docMk/>
          <pc:sldMk cId="0" sldId="941"/>
        </pc:sldMkLst>
      </pc:sldChg>
      <pc:sldChg chg="del">
        <pc:chgData name="欣捷 王" userId="b965477fa0aef5e6" providerId="LiveId" clId="{B3FC6AC8-2A9C-4237-A57B-8DB46C33766B}" dt="2024-05-22T04:59:58.707" v="0" actId="47"/>
        <pc:sldMkLst>
          <pc:docMk/>
          <pc:sldMk cId="0" sldId="942"/>
        </pc:sldMkLst>
      </pc:sldChg>
      <pc:sldChg chg="del">
        <pc:chgData name="欣捷 王" userId="b965477fa0aef5e6" providerId="LiveId" clId="{B3FC6AC8-2A9C-4237-A57B-8DB46C33766B}" dt="2024-05-22T04:59:58.707" v="0" actId="47"/>
        <pc:sldMkLst>
          <pc:docMk/>
          <pc:sldMk cId="0" sldId="943"/>
        </pc:sldMkLst>
      </pc:sldChg>
      <pc:sldChg chg="del">
        <pc:chgData name="欣捷 王" userId="b965477fa0aef5e6" providerId="LiveId" clId="{B3FC6AC8-2A9C-4237-A57B-8DB46C33766B}" dt="2024-05-22T04:59:58.707" v="0" actId="47"/>
        <pc:sldMkLst>
          <pc:docMk/>
          <pc:sldMk cId="0" sldId="944"/>
        </pc:sldMkLst>
      </pc:sldChg>
      <pc:sldChg chg="del">
        <pc:chgData name="欣捷 王" userId="b965477fa0aef5e6" providerId="LiveId" clId="{B3FC6AC8-2A9C-4237-A57B-8DB46C33766B}" dt="2024-05-22T04:59:58.707" v="0" actId="47"/>
        <pc:sldMkLst>
          <pc:docMk/>
          <pc:sldMk cId="0" sldId="945"/>
        </pc:sldMkLst>
      </pc:sldChg>
      <pc:sldChg chg="del">
        <pc:chgData name="欣捷 王" userId="b965477fa0aef5e6" providerId="LiveId" clId="{B3FC6AC8-2A9C-4237-A57B-8DB46C33766B}" dt="2024-05-22T04:59:58.707" v="0" actId="47"/>
        <pc:sldMkLst>
          <pc:docMk/>
          <pc:sldMk cId="0" sldId="946"/>
        </pc:sldMkLst>
      </pc:sldChg>
      <pc:sldChg chg="del">
        <pc:chgData name="欣捷 王" userId="b965477fa0aef5e6" providerId="LiveId" clId="{B3FC6AC8-2A9C-4237-A57B-8DB46C33766B}" dt="2024-05-22T04:59:58.707" v="0" actId="47"/>
        <pc:sldMkLst>
          <pc:docMk/>
          <pc:sldMk cId="0" sldId="947"/>
        </pc:sldMkLst>
      </pc:sldChg>
      <pc:sldChg chg="del">
        <pc:chgData name="欣捷 王" userId="b965477fa0aef5e6" providerId="LiveId" clId="{B3FC6AC8-2A9C-4237-A57B-8DB46C33766B}" dt="2024-05-22T04:59:58.707" v="0" actId="47"/>
        <pc:sldMkLst>
          <pc:docMk/>
          <pc:sldMk cId="0" sldId="948"/>
        </pc:sldMkLst>
      </pc:sldChg>
      <pc:sldChg chg="del">
        <pc:chgData name="欣捷 王" userId="b965477fa0aef5e6" providerId="LiveId" clId="{B3FC6AC8-2A9C-4237-A57B-8DB46C33766B}" dt="2024-05-22T04:59:58.707" v="0" actId="47"/>
        <pc:sldMkLst>
          <pc:docMk/>
          <pc:sldMk cId="0" sldId="949"/>
        </pc:sldMkLst>
      </pc:sldChg>
      <pc:sldChg chg="del">
        <pc:chgData name="欣捷 王" userId="b965477fa0aef5e6" providerId="LiveId" clId="{B3FC6AC8-2A9C-4237-A57B-8DB46C33766B}" dt="2024-05-22T04:59:58.707" v="0" actId="47"/>
        <pc:sldMkLst>
          <pc:docMk/>
          <pc:sldMk cId="0" sldId="950"/>
        </pc:sldMkLst>
      </pc:sldChg>
      <pc:sldChg chg="del">
        <pc:chgData name="欣捷 王" userId="b965477fa0aef5e6" providerId="LiveId" clId="{B3FC6AC8-2A9C-4237-A57B-8DB46C33766B}" dt="2024-05-22T04:59:58.707" v="0" actId="47"/>
        <pc:sldMkLst>
          <pc:docMk/>
          <pc:sldMk cId="0" sldId="951"/>
        </pc:sldMkLst>
      </pc:sldChg>
      <pc:sldChg chg="del">
        <pc:chgData name="欣捷 王" userId="b965477fa0aef5e6" providerId="LiveId" clId="{B3FC6AC8-2A9C-4237-A57B-8DB46C33766B}" dt="2024-05-22T04:59:58.707" v="0" actId="47"/>
        <pc:sldMkLst>
          <pc:docMk/>
          <pc:sldMk cId="0" sldId="952"/>
        </pc:sldMkLst>
      </pc:sldChg>
      <pc:sldChg chg="del">
        <pc:chgData name="欣捷 王" userId="b965477fa0aef5e6" providerId="LiveId" clId="{B3FC6AC8-2A9C-4237-A57B-8DB46C33766B}" dt="2024-05-22T04:59:58.707" v="0" actId="47"/>
        <pc:sldMkLst>
          <pc:docMk/>
          <pc:sldMk cId="0" sldId="953"/>
        </pc:sldMkLst>
      </pc:sldChg>
      <pc:sldChg chg="del">
        <pc:chgData name="欣捷 王" userId="b965477fa0aef5e6" providerId="LiveId" clId="{B3FC6AC8-2A9C-4237-A57B-8DB46C33766B}" dt="2024-05-22T05:02:35.940" v="1" actId="47"/>
        <pc:sldMkLst>
          <pc:docMk/>
          <pc:sldMk cId="0" sldId="954"/>
        </pc:sldMkLst>
      </pc:sldChg>
      <pc:sldChg chg="add">
        <pc:chgData name="欣捷 王" userId="b965477fa0aef5e6" providerId="LiveId" clId="{B3FC6AC8-2A9C-4237-A57B-8DB46C33766B}" dt="2024-05-22T05:05:44.803" v="38"/>
        <pc:sldMkLst>
          <pc:docMk/>
          <pc:sldMk cId="1238966144" sldId="955"/>
        </pc:sldMkLst>
      </pc:sldChg>
      <pc:sldChg chg="del">
        <pc:chgData name="欣捷 王" userId="b965477fa0aef5e6" providerId="LiveId" clId="{B3FC6AC8-2A9C-4237-A57B-8DB46C33766B}" dt="2024-05-22T05:05:38.501" v="37" actId="2696"/>
        <pc:sldMkLst>
          <pc:docMk/>
          <pc:sldMk cId="2749480931" sldId="955"/>
        </pc:sldMkLst>
      </pc:sldChg>
      <pc:sldChg chg="del">
        <pc:chgData name="欣捷 王" userId="b965477fa0aef5e6" providerId="LiveId" clId="{B3FC6AC8-2A9C-4237-A57B-8DB46C33766B}" dt="2024-05-22T05:02:35.940" v="1" actId="47"/>
        <pc:sldMkLst>
          <pc:docMk/>
          <pc:sldMk cId="0" sldId="956"/>
        </pc:sldMkLst>
      </pc:sldChg>
      <pc:sldChg chg="del">
        <pc:chgData name="欣捷 王" userId="b965477fa0aef5e6" providerId="LiveId" clId="{B3FC6AC8-2A9C-4237-A57B-8DB46C33766B}" dt="2024-05-22T05:02:35.940" v="1" actId="47"/>
        <pc:sldMkLst>
          <pc:docMk/>
          <pc:sldMk cId="0" sldId="957"/>
        </pc:sldMkLst>
      </pc:sldChg>
      <pc:sldChg chg="del">
        <pc:chgData name="欣捷 王" userId="b965477fa0aef5e6" providerId="LiveId" clId="{B3FC6AC8-2A9C-4237-A57B-8DB46C33766B}" dt="2024-05-22T04:59:58.707" v="0" actId="47"/>
        <pc:sldMkLst>
          <pc:docMk/>
          <pc:sldMk cId="0" sldId="959"/>
        </pc:sldMkLst>
      </pc:sldChg>
      <pc:sldChg chg="del">
        <pc:chgData name="欣捷 王" userId="b965477fa0aef5e6" providerId="LiveId" clId="{B3FC6AC8-2A9C-4237-A57B-8DB46C33766B}" dt="2024-05-22T04:59:58.707" v="0" actId="47"/>
        <pc:sldMkLst>
          <pc:docMk/>
          <pc:sldMk cId="0" sldId="960"/>
        </pc:sldMkLst>
      </pc:sldChg>
      <pc:sldChg chg="del">
        <pc:chgData name="欣捷 王" userId="b965477fa0aef5e6" providerId="LiveId" clId="{B3FC6AC8-2A9C-4237-A57B-8DB46C33766B}" dt="2024-05-22T04:59:58.707" v="0" actId="47"/>
        <pc:sldMkLst>
          <pc:docMk/>
          <pc:sldMk cId="0" sldId="961"/>
        </pc:sldMkLst>
      </pc:sldChg>
      <pc:sldChg chg="del">
        <pc:chgData name="欣捷 王" userId="b965477fa0aef5e6" providerId="LiveId" clId="{B3FC6AC8-2A9C-4237-A57B-8DB46C33766B}" dt="2024-05-22T04:59:58.707" v="0" actId="47"/>
        <pc:sldMkLst>
          <pc:docMk/>
          <pc:sldMk cId="0" sldId="962"/>
        </pc:sldMkLst>
      </pc:sldChg>
      <pc:sldChg chg="del">
        <pc:chgData name="欣捷 王" userId="b965477fa0aef5e6" providerId="LiveId" clId="{B3FC6AC8-2A9C-4237-A57B-8DB46C33766B}" dt="2024-05-22T04:59:58.707" v="0" actId="47"/>
        <pc:sldMkLst>
          <pc:docMk/>
          <pc:sldMk cId="0" sldId="963"/>
        </pc:sldMkLst>
      </pc:sldChg>
      <pc:sldChg chg="del">
        <pc:chgData name="欣捷 王" userId="b965477fa0aef5e6" providerId="LiveId" clId="{B3FC6AC8-2A9C-4237-A57B-8DB46C33766B}" dt="2024-05-22T04:59:58.707" v="0" actId="47"/>
        <pc:sldMkLst>
          <pc:docMk/>
          <pc:sldMk cId="0" sldId="964"/>
        </pc:sldMkLst>
      </pc:sldChg>
      <pc:sldChg chg="del">
        <pc:chgData name="欣捷 王" userId="b965477fa0aef5e6" providerId="LiveId" clId="{B3FC6AC8-2A9C-4237-A57B-8DB46C33766B}" dt="2024-05-22T04:59:58.707" v="0" actId="47"/>
        <pc:sldMkLst>
          <pc:docMk/>
          <pc:sldMk cId="0" sldId="965"/>
        </pc:sldMkLst>
      </pc:sldChg>
      <pc:sldChg chg="del">
        <pc:chgData name="欣捷 王" userId="b965477fa0aef5e6" providerId="LiveId" clId="{B3FC6AC8-2A9C-4237-A57B-8DB46C33766B}" dt="2024-05-22T04:59:58.707" v="0" actId="47"/>
        <pc:sldMkLst>
          <pc:docMk/>
          <pc:sldMk cId="0" sldId="966"/>
        </pc:sldMkLst>
      </pc:sldChg>
      <pc:sldChg chg="del">
        <pc:chgData name="欣捷 王" userId="b965477fa0aef5e6" providerId="LiveId" clId="{B3FC6AC8-2A9C-4237-A57B-8DB46C33766B}" dt="2024-05-22T04:59:58.707" v="0" actId="47"/>
        <pc:sldMkLst>
          <pc:docMk/>
          <pc:sldMk cId="0" sldId="967"/>
        </pc:sldMkLst>
      </pc:sldChg>
      <pc:sldChg chg="del">
        <pc:chgData name="欣捷 王" userId="b965477fa0aef5e6" providerId="LiveId" clId="{B3FC6AC8-2A9C-4237-A57B-8DB46C33766B}" dt="2024-05-22T04:59:58.707" v="0" actId="47"/>
        <pc:sldMkLst>
          <pc:docMk/>
          <pc:sldMk cId="0" sldId="968"/>
        </pc:sldMkLst>
      </pc:sldChg>
      <pc:sldChg chg="del">
        <pc:chgData name="欣捷 王" userId="b965477fa0aef5e6" providerId="LiveId" clId="{B3FC6AC8-2A9C-4237-A57B-8DB46C33766B}" dt="2024-05-22T04:59:58.707" v="0" actId="47"/>
        <pc:sldMkLst>
          <pc:docMk/>
          <pc:sldMk cId="0" sldId="969"/>
        </pc:sldMkLst>
      </pc:sldChg>
      <pc:sldChg chg="del">
        <pc:chgData name="欣捷 王" userId="b965477fa0aef5e6" providerId="LiveId" clId="{B3FC6AC8-2A9C-4237-A57B-8DB46C33766B}" dt="2024-05-22T04:59:58.707" v="0" actId="47"/>
        <pc:sldMkLst>
          <pc:docMk/>
          <pc:sldMk cId="0" sldId="970"/>
        </pc:sldMkLst>
      </pc:sldChg>
      <pc:sldChg chg="del">
        <pc:chgData name="欣捷 王" userId="b965477fa0aef5e6" providerId="LiveId" clId="{B3FC6AC8-2A9C-4237-A57B-8DB46C33766B}" dt="2024-05-22T04:59:58.707" v="0" actId="47"/>
        <pc:sldMkLst>
          <pc:docMk/>
          <pc:sldMk cId="0" sldId="971"/>
        </pc:sldMkLst>
      </pc:sldChg>
      <pc:sldChg chg="del">
        <pc:chgData name="欣捷 王" userId="b965477fa0aef5e6" providerId="LiveId" clId="{B3FC6AC8-2A9C-4237-A57B-8DB46C33766B}" dt="2024-05-22T04:59:58.707" v="0" actId="47"/>
        <pc:sldMkLst>
          <pc:docMk/>
          <pc:sldMk cId="0" sldId="972"/>
        </pc:sldMkLst>
      </pc:sldChg>
      <pc:sldChg chg="del">
        <pc:chgData name="欣捷 王" userId="b965477fa0aef5e6" providerId="LiveId" clId="{B3FC6AC8-2A9C-4237-A57B-8DB46C33766B}" dt="2024-05-22T04:59:58.707" v="0" actId="47"/>
        <pc:sldMkLst>
          <pc:docMk/>
          <pc:sldMk cId="0" sldId="973"/>
        </pc:sldMkLst>
      </pc:sldChg>
      <pc:sldChg chg="del">
        <pc:chgData name="欣捷 王" userId="b965477fa0aef5e6" providerId="LiveId" clId="{B3FC6AC8-2A9C-4237-A57B-8DB46C33766B}" dt="2024-05-22T04:59:58.707" v="0" actId="47"/>
        <pc:sldMkLst>
          <pc:docMk/>
          <pc:sldMk cId="0" sldId="974"/>
        </pc:sldMkLst>
      </pc:sldChg>
      <pc:sldChg chg="del">
        <pc:chgData name="欣捷 王" userId="b965477fa0aef5e6" providerId="LiveId" clId="{B3FC6AC8-2A9C-4237-A57B-8DB46C33766B}" dt="2024-05-22T04:59:58.707" v="0" actId="47"/>
        <pc:sldMkLst>
          <pc:docMk/>
          <pc:sldMk cId="0" sldId="975"/>
        </pc:sldMkLst>
      </pc:sldChg>
      <pc:sldChg chg="del">
        <pc:chgData name="欣捷 王" userId="b965477fa0aef5e6" providerId="LiveId" clId="{B3FC6AC8-2A9C-4237-A57B-8DB46C33766B}" dt="2024-05-22T04:59:58.707" v="0" actId="47"/>
        <pc:sldMkLst>
          <pc:docMk/>
          <pc:sldMk cId="0" sldId="976"/>
        </pc:sldMkLst>
      </pc:sldChg>
      <pc:sldChg chg="del">
        <pc:chgData name="欣捷 王" userId="b965477fa0aef5e6" providerId="LiveId" clId="{B3FC6AC8-2A9C-4237-A57B-8DB46C33766B}" dt="2024-05-22T04:59:58.707" v="0" actId="47"/>
        <pc:sldMkLst>
          <pc:docMk/>
          <pc:sldMk cId="0" sldId="977"/>
        </pc:sldMkLst>
      </pc:sldChg>
      <pc:sldChg chg="del">
        <pc:chgData name="欣捷 王" userId="b965477fa0aef5e6" providerId="LiveId" clId="{B3FC6AC8-2A9C-4237-A57B-8DB46C33766B}" dt="2024-05-22T04:59:58.707" v="0" actId="47"/>
        <pc:sldMkLst>
          <pc:docMk/>
          <pc:sldMk cId="0" sldId="978"/>
        </pc:sldMkLst>
      </pc:sldChg>
      <pc:sldChg chg="del">
        <pc:chgData name="欣捷 王" userId="b965477fa0aef5e6" providerId="LiveId" clId="{B3FC6AC8-2A9C-4237-A57B-8DB46C33766B}" dt="2024-05-22T04:59:58.707" v="0" actId="47"/>
        <pc:sldMkLst>
          <pc:docMk/>
          <pc:sldMk cId="0" sldId="979"/>
        </pc:sldMkLst>
      </pc:sldChg>
      <pc:sldChg chg="del">
        <pc:chgData name="欣捷 王" userId="b965477fa0aef5e6" providerId="LiveId" clId="{B3FC6AC8-2A9C-4237-A57B-8DB46C33766B}" dt="2024-05-22T04:59:58.707" v="0" actId="47"/>
        <pc:sldMkLst>
          <pc:docMk/>
          <pc:sldMk cId="0" sldId="980"/>
        </pc:sldMkLst>
      </pc:sldChg>
      <pc:sldChg chg="del">
        <pc:chgData name="欣捷 王" userId="b965477fa0aef5e6" providerId="LiveId" clId="{B3FC6AC8-2A9C-4237-A57B-8DB46C33766B}" dt="2024-05-22T04:59:58.707" v="0" actId="47"/>
        <pc:sldMkLst>
          <pc:docMk/>
          <pc:sldMk cId="0" sldId="981"/>
        </pc:sldMkLst>
      </pc:sldChg>
      <pc:sldChg chg="del">
        <pc:chgData name="欣捷 王" userId="b965477fa0aef5e6" providerId="LiveId" clId="{B3FC6AC8-2A9C-4237-A57B-8DB46C33766B}" dt="2024-05-22T04:59:58.707" v="0" actId="47"/>
        <pc:sldMkLst>
          <pc:docMk/>
          <pc:sldMk cId="0" sldId="982"/>
        </pc:sldMkLst>
      </pc:sldChg>
      <pc:sldChg chg="del">
        <pc:chgData name="欣捷 王" userId="b965477fa0aef5e6" providerId="LiveId" clId="{B3FC6AC8-2A9C-4237-A57B-8DB46C33766B}" dt="2024-05-22T04:59:58.707" v="0" actId="47"/>
        <pc:sldMkLst>
          <pc:docMk/>
          <pc:sldMk cId="0" sldId="983"/>
        </pc:sldMkLst>
      </pc:sldChg>
      <pc:sldChg chg="del">
        <pc:chgData name="欣捷 王" userId="b965477fa0aef5e6" providerId="LiveId" clId="{B3FC6AC8-2A9C-4237-A57B-8DB46C33766B}" dt="2024-05-22T04:59:58.707" v="0" actId="47"/>
        <pc:sldMkLst>
          <pc:docMk/>
          <pc:sldMk cId="0" sldId="984"/>
        </pc:sldMkLst>
      </pc:sldChg>
      <pc:sldChg chg="del">
        <pc:chgData name="欣捷 王" userId="b965477fa0aef5e6" providerId="LiveId" clId="{B3FC6AC8-2A9C-4237-A57B-8DB46C33766B}" dt="2024-05-22T04:59:58.707" v="0" actId="47"/>
        <pc:sldMkLst>
          <pc:docMk/>
          <pc:sldMk cId="0" sldId="985"/>
        </pc:sldMkLst>
      </pc:sldChg>
      <pc:sldChg chg="del">
        <pc:chgData name="欣捷 王" userId="b965477fa0aef5e6" providerId="LiveId" clId="{B3FC6AC8-2A9C-4237-A57B-8DB46C33766B}" dt="2024-05-22T04:59:58.707" v="0" actId="47"/>
        <pc:sldMkLst>
          <pc:docMk/>
          <pc:sldMk cId="0" sldId="986"/>
        </pc:sldMkLst>
      </pc:sldChg>
      <pc:sldChg chg="del">
        <pc:chgData name="欣捷 王" userId="b965477fa0aef5e6" providerId="LiveId" clId="{B3FC6AC8-2A9C-4237-A57B-8DB46C33766B}" dt="2024-05-22T05:05:38.501" v="37" actId="2696"/>
        <pc:sldMkLst>
          <pc:docMk/>
          <pc:sldMk cId="961624833" sldId="988"/>
        </pc:sldMkLst>
      </pc:sldChg>
      <pc:sldChg chg="add">
        <pc:chgData name="欣捷 王" userId="b965477fa0aef5e6" providerId="LiveId" clId="{B3FC6AC8-2A9C-4237-A57B-8DB46C33766B}" dt="2024-05-22T05:05:44.803" v="38"/>
        <pc:sldMkLst>
          <pc:docMk/>
          <pc:sldMk cId="4032245241" sldId="988"/>
        </pc:sldMkLst>
      </pc:sldChg>
      <pc:sldChg chg="del">
        <pc:chgData name="欣捷 王" userId="b965477fa0aef5e6" providerId="LiveId" clId="{B3FC6AC8-2A9C-4237-A57B-8DB46C33766B}" dt="2024-05-22T05:05:38.501" v="37" actId="2696"/>
        <pc:sldMkLst>
          <pc:docMk/>
          <pc:sldMk cId="3390634131" sldId="990"/>
        </pc:sldMkLst>
      </pc:sldChg>
      <pc:sldChg chg="add">
        <pc:chgData name="欣捷 王" userId="b965477fa0aef5e6" providerId="LiveId" clId="{B3FC6AC8-2A9C-4237-A57B-8DB46C33766B}" dt="2024-05-22T05:05:44.803" v="38"/>
        <pc:sldMkLst>
          <pc:docMk/>
          <pc:sldMk cId="3471365488" sldId="990"/>
        </pc:sldMkLst>
      </pc:sldChg>
      <pc:sldChg chg="modSp mod">
        <pc:chgData name="欣捷 王" userId="b965477fa0aef5e6" providerId="LiveId" clId="{B3FC6AC8-2A9C-4237-A57B-8DB46C33766B}" dt="2024-05-22T05:06:27.239" v="79"/>
        <pc:sldMkLst>
          <pc:docMk/>
          <pc:sldMk cId="3076572127" sldId="1007"/>
        </pc:sldMkLst>
      </pc:sldChg>
      <pc:sldChg chg="addSp delSp modSp add mod modClrScheme delAnim modAnim chgLayout modNotesTx">
        <pc:chgData name="欣捷 王" userId="b965477fa0aef5e6" providerId="LiveId" clId="{B3FC6AC8-2A9C-4237-A57B-8DB46C33766B}" dt="2024-05-22T08:46:02.313" v="486" actId="20577"/>
        <pc:sldMkLst>
          <pc:docMk/>
          <pc:sldMk cId="3128894696" sldId="1009"/>
        </pc:sldMkLst>
      </pc:sldChg>
      <pc:sldChg chg="modSp mod">
        <pc:chgData name="欣捷 王" userId="b965477fa0aef5e6" providerId="LiveId" clId="{B3FC6AC8-2A9C-4237-A57B-8DB46C33766B}" dt="2024-05-24T01:35:57.900" v="880"/>
        <pc:sldMkLst>
          <pc:docMk/>
          <pc:sldMk cId="2341739451" sldId="1014"/>
        </pc:sldMkLst>
      </pc:sldChg>
    </pc:docChg>
  </pc:docChgLst>
  <pc:docChgLst>
    <pc:chgData name="王 欣捷" userId="b965477fa0aef5e6" providerId="LiveId" clId="{CCC25DF9-4458-4252-A1FA-96CED2233F88}"/>
    <pc:docChg chg="undo custSel addSld delSld modSld">
      <pc:chgData name="王 欣捷" userId="b965477fa0aef5e6" providerId="LiveId" clId="{CCC25DF9-4458-4252-A1FA-96CED2233F88}" dt="2021-04-22T07:44:25.943" v="145"/>
      <pc:docMkLst>
        <pc:docMk/>
      </pc:docMkLst>
      <pc:sldChg chg="modSp mod">
        <pc:chgData name="王 欣捷" userId="b965477fa0aef5e6" providerId="LiveId" clId="{CCC25DF9-4458-4252-A1FA-96CED2233F88}" dt="2021-04-22T07:28:25.047" v="21" actId="404"/>
        <pc:sldMkLst>
          <pc:docMk/>
          <pc:sldMk cId="2470898374" sldId="256"/>
        </pc:sldMkLst>
      </pc:sldChg>
      <pc:sldChg chg="add">
        <pc:chgData name="王 欣捷" userId="b965477fa0aef5e6" providerId="LiveId" clId="{CCC25DF9-4458-4252-A1FA-96CED2233F88}" dt="2021-04-22T07:28:32.426" v="23"/>
        <pc:sldMkLst>
          <pc:docMk/>
          <pc:sldMk cId="0" sldId="806"/>
        </pc:sldMkLst>
      </pc:sldChg>
      <pc:sldChg chg="add">
        <pc:chgData name="王 欣捷" userId="b965477fa0aef5e6" providerId="LiveId" clId="{CCC25DF9-4458-4252-A1FA-96CED2233F88}" dt="2021-04-22T07:28:32.426" v="23"/>
        <pc:sldMkLst>
          <pc:docMk/>
          <pc:sldMk cId="0" sldId="807"/>
        </pc:sldMkLst>
      </pc:sldChg>
      <pc:sldChg chg="add">
        <pc:chgData name="王 欣捷" userId="b965477fa0aef5e6" providerId="LiveId" clId="{CCC25DF9-4458-4252-A1FA-96CED2233F88}" dt="2021-04-22T07:28:32.426" v="23"/>
        <pc:sldMkLst>
          <pc:docMk/>
          <pc:sldMk cId="0" sldId="808"/>
        </pc:sldMkLst>
      </pc:sldChg>
      <pc:sldChg chg="add">
        <pc:chgData name="王 欣捷" userId="b965477fa0aef5e6" providerId="LiveId" clId="{CCC25DF9-4458-4252-A1FA-96CED2233F88}" dt="2021-04-22T07:28:32.426" v="23"/>
        <pc:sldMkLst>
          <pc:docMk/>
          <pc:sldMk cId="0" sldId="809"/>
        </pc:sldMkLst>
      </pc:sldChg>
      <pc:sldChg chg="modSp add">
        <pc:chgData name="王 欣捷" userId="b965477fa0aef5e6" providerId="LiveId" clId="{CCC25DF9-4458-4252-A1FA-96CED2233F88}" dt="2021-04-22T07:30:15.426" v="47"/>
        <pc:sldMkLst>
          <pc:docMk/>
          <pc:sldMk cId="0" sldId="810"/>
        </pc:sldMkLst>
      </pc:sldChg>
      <pc:sldChg chg="modSp add">
        <pc:chgData name="王 欣捷" userId="b965477fa0aef5e6" providerId="LiveId" clId="{CCC25DF9-4458-4252-A1FA-96CED2233F88}" dt="2021-04-22T07:30:15.426" v="47"/>
        <pc:sldMkLst>
          <pc:docMk/>
          <pc:sldMk cId="0" sldId="811"/>
        </pc:sldMkLst>
      </pc:sldChg>
      <pc:sldChg chg="modSp add">
        <pc:chgData name="王 欣捷" userId="b965477fa0aef5e6" providerId="LiveId" clId="{CCC25DF9-4458-4252-A1FA-96CED2233F88}" dt="2021-04-22T07:30:15.426" v="47"/>
        <pc:sldMkLst>
          <pc:docMk/>
          <pc:sldMk cId="0" sldId="813"/>
        </pc:sldMkLst>
      </pc:sldChg>
      <pc:sldChg chg="modSp add">
        <pc:chgData name="王 欣捷" userId="b965477fa0aef5e6" providerId="LiveId" clId="{CCC25DF9-4458-4252-A1FA-96CED2233F88}" dt="2021-04-22T07:30:15.426" v="47"/>
        <pc:sldMkLst>
          <pc:docMk/>
          <pc:sldMk cId="0" sldId="814"/>
        </pc:sldMkLst>
      </pc:sldChg>
      <pc:sldChg chg="modSp add">
        <pc:chgData name="王 欣捷" userId="b965477fa0aef5e6" providerId="LiveId" clId="{CCC25DF9-4458-4252-A1FA-96CED2233F88}" dt="2021-04-22T07:30:15.426" v="47"/>
        <pc:sldMkLst>
          <pc:docMk/>
          <pc:sldMk cId="0" sldId="815"/>
        </pc:sldMkLst>
      </pc:sldChg>
      <pc:sldChg chg="modSp add">
        <pc:chgData name="王 欣捷" userId="b965477fa0aef5e6" providerId="LiveId" clId="{CCC25DF9-4458-4252-A1FA-96CED2233F88}" dt="2021-04-22T07:30:15.426" v="47"/>
        <pc:sldMkLst>
          <pc:docMk/>
          <pc:sldMk cId="0" sldId="816"/>
        </pc:sldMkLst>
      </pc:sldChg>
      <pc:sldChg chg="modSp add">
        <pc:chgData name="王 欣捷" userId="b965477fa0aef5e6" providerId="LiveId" clId="{CCC25DF9-4458-4252-A1FA-96CED2233F88}" dt="2021-04-22T07:30:15.426" v="47"/>
        <pc:sldMkLst>
          <pc:docMk/>
          <pc:sldMk cId="0" sldId="817"/>
        </pc:sldMkLst>
      </pc:sldChg>
      <pc:sldChg chg="modSp add">
        <pc:chgData name="王 欣捷" userId="b965477fa0aef5e6" providerId="LiveId" clId="{CCC25DF9-4458-4252-A1FA-96CED2233F88}" dt="2021-04-22T07:30:15.426" v="47"/>
        <pc:sldMkLst>
          <pc:docMk/>
          <pc:sldMk cId="0" sldId="818"/>
        </pc:sldMkLst>
      </pc:sldChg>
      <pc:sldChg chg="modSp add">
        <pc:chgData name="王 欣捷" userId="b965477fa0aef5e6" providerId="LiveId" clId="{CCC25DF9-4458-4252-A1FA-96CED2233F88}" dt="2021-04-22T07:30:15.426" v="47"/>
        <pc:sldMkLst>
          <pc:docMk/>
          <pc:sldMk cId="0" sldId="819"/>
        </pc:sldMkLst>
      </pc:sldChg>
      <pc:sldChg chg="modSp add">
        <pc:chgData name="王 欣捷" userId="b965477fa0aef5e6" providerId="LiveId" clId="{CCC25DF9-4458-4252-A1FA-96CED2233F88}" dt="2021-04-22T07:30:15.426" v="47"/>
        <pc:sldMkLst>
          <pc:docMk/>
          <pc:sldMk cId="0" sldId="820"/>
        </pc:sldMkLst>
      </pc:sldChg>
      <pc:sldChg chg="modSp add">
        <pc:chgData name="王 欣捷" userId="b965477fa0aef5e6" providerId="LiveId" clId="{CCC25DF9-4458-4252-A1FA-96CED2233F88}" dt="2021-04-22T07:30:15.426" v="47"/>
        <pc:sldMkLst>
          <pc:docMk/>
          <pc:sldMk cId="0" sldId="821"/>
        </pc:sldMkLst>
      </pc:sldChg>
      <pc:sldChg chg="modSp add">
        <pc:chgData name="王 欣捷" userId="b965477fa0aef5e6" providerId="LiveId" clId="{CCC25DF9-4458-4252-A1FA-96CED2233F88}" dt="2021-04-22T07:30:15.426" v="47"/>
        <pc:sldMkLst>
          <pc:docMk/>
          <pc:sldMk cId="0" sldId="822"/>
        </pc:sldMkLst>
      </pc:sldChg>
      <pc:sldChg chg="add">
        <pc:chgData name="王 欣捷" userId="b965477fa0aef5e6" providerId="LiveId" clId="{CCC25DF9-4458-4252-A1FA-96CED2233F88}" dt="2021-04-22T07:28:32.426" v="23"/>
        <pc:sldMkLst>
          <pc:docMk/>
          <pc:sldMk cId="0" sldId="836"/>
        </pc:sldMkLst>
      </pc:sldChg>
      <pc:sldChg chg="add">
        <pc:chgData name="王 欣捷" userId="b965477fa0aef5e6" providerId="LiveId" clId="{CCC25DF9-4458-4252-A1FA-96CED2233F88}" dt="2021-04-22T07:28:32.426" v="23"/>
        <pc:sldMkLst>
          <pc:docMk/>
          <pc:sldMk cId="0" sldId="837"/>
        </pc:sldMkLst>
      </pc:sldChg>
      <pc:sldChg chg="modSp add mod">
        <pc:chgData name="王 欣捷" userId="b965477fa0aef5e6" providerId="LiveId" clId="{CCC25DF9-4458-4252-A1FA-96CED2233F88}" dt="2021-04-22T07:44:22.809" v="144" actId="20577"/>
        <pc:sldMkLst>
          <pc:docMk/>
          <pc:sldMk cId="0" sldId="850"/>
        </pc:sldMkLst>
      </pc:sldChg>
      <pc:sldChg chg="add">
        <pc:chgData name="王 欣捷" userId="b965477fa0aef5e6" providerId="LiveId" clId="{CCC25DF9-4458-4252-A1FA-96CED2233F88}" dt="2021-04-22T07:28:32.426" v="23"/>
        <pc:sldMkLst>
          <pc:docMk/>
          <pc:sldMk cId="0" sldId="851"/>
        </pc:sldMkLst>
      </pc:sldChg>
      <pc:sldChg chg="add">
        <pc:chgData name="王 欣捷" userId="b965477fa0aef5e6" providerId="LiveId" clId="{CCC25DF9-4458-4252-A1FA-96CED2233F88}" dt="2021-04-22T07:28:32.426" v="23"/>
        <pc:sldMkLst>
          <pc:docMk/>
          <pc:sldMk cId="0" sldId="852"/>
        </pc:sldMkLst>
      </pc:sldChg>
      <pc:sldChg chg="modSp add">
        <pc:chgData name="王 欣捷" userId="b965477fa0aef5e6" providerId="LiveId" clId="{CCC25DF9-4458-4252-A1FA-96CED2233F88}" dt="2021-04-22T07:30:15.426" v="47"/>
        <pc:sldMkLst>
          <pc:docMk/>
          <pc:sldMk cId="0" sldId="853"/>
        </pc:sldMkLst>
      </pc:sldChg>
      <pc:sldChg chg="modSp add">
        <pc:chgData name="王 欣捷" userId="b965477fa0aef5e6" providerId="LiveId" clId="{CCC25DF9-4458-4252-A1FA-96CED2233F88}" dt="2021-04-22T07:30:15.426" v="47"/>
        <pc:sldMkLst>
          <pc:docMk/>
          <pc:sldMk cId="0" sldId="854"/>
        </pc:sldMkLst>
      </pc:sldChg>
      <pc:sldChg chg="modSp add">
        <pc:chgData name="王 欣捷" userId="b965477fa0aef5e6" providerId="LiveId" clId="{CCC25DF9-4458-4252-A1FA-96CED2233F88}" dt="2021-04-22T07:30:15.426" v="47"/>
        <pc:sldMkLst>
          <pc:docMk/>
          <pc:sldMk cId="0" sldId="855"/>
        </pc:sldMkLst>
      </pc:sldChg>
      <pc:sldChg chg="add">
        <pc:chgData name="王 欣捷" userId="b965477fa0aef5e6" providerId="LiveId" clId="{CCC25DF9-4458-4252-A1FA-96CED2233F88}" dt="2021-04-22T07:28:32.426" v="23"/>
        <pc:sldMkLst>
          <pc:docMk/>
          <pc:sldMk cId="0" sldId="856"/>
        </pc:sldMkLst>
      </pc:sldChg>
      <pc:sldChg chg="modSp add">
        <pc:chgData name="王 欣捷" userId="b965477fa0aef5e6" providerId="LiveId" clId="{CCC25DF9-4458-4252-A1FA-96CED2233F88}" dt="2021-04-22T07:30:15.426" v="47"/>
        <pc:sldMkLst>
          <pc:docMk/>
          <pc:sldMk cId="0" sldId="857"/>
        </pc:sldMkLst>
      </pc:sldChg>
      <pc:sldChg chg="modSp add">
        <pc:chgData name="王 欣捷" userId="b965477fa0aef5e6" providerId="LiveId" clId="{CCC25DF9-4458-4252-A1FA-96CED2233F88}" dt="2021-04-22T07:30:15.426" v="47"/>
        <pc:sldMkLst>
          <pc:docMk/>
          <pc:sldMk cId="0" sldId="858"/>
        </pc:sldMkLst>
      </pc:sldChg>
      <pc:sldChg chg="modSp add">
        <pc:chgData name="王 欣捷" userId="b965477fa0aef5e6" providerId="LiveId" clId="{CCC25DF9-4458-4252-A1FA-96CED2233F88}" dt="2021-04-22T07:30:15.426" v="47"/>
        <pc:sldMkLst>
          <pc:docMk/>
          <pc:sldMk cId="0" sldId="859"/>
        </pc:sldMkLst>
      </pc:sldChg>
      <pc:sldChg chg="add">
        <pc:chgData name="王 欣捷" userId="b965477fa0aef5e6" providerId="LiveId" clId="{CCC25DF9-4458-4252-A1FA-96CED2233F88}" dt="2021-04-22T07:28:32.426" v="23"/>
        <pc:sldMkLst>
          <pc:docMk/>
          <pc:sldMk cId="0" sldId="860"/>
        </pc:sldMkLst>
      </pc:sldChg>
      <pc:sldChg chg="modSp add">
        <pc:chgData name="王 欣捷" userId="b965477fa0aef5e6" providerId="LiveId" clId="{CCC25DF9-4458-4252-A1FA-96CED2233F88}" dt="2021-04-22T07:30:15.426" v="47"/>
        <pc:sldMkLst>
          <pc:docMk/>
          <pc:sldMk cId="0" sldId="861"/>
        </pc:sldMkLst>
      </pc:sldChg>
      <pc:sldChg chg="modSp add">
        <pc:chgData name="王 欣捷" userId="b965477fa0aef5e6" providerId="LiveId" clId="{CCC25DF9-4458-4252-A1FA-96CED2233F88}" dt="2021-04-22T07:30:15.426" v="47"/>
        <pc:sldMkLst>
          <pc:docMk/>
          <pc:sldMk cId="0" sldId="862"/>
        </pc:sldMkLst>
      </pc:sldChg>
      <pc:sldChg chg="modSp add">
        <pc:chgData name="王 欣捷" userId="b965477fa0aef5e6" providerId="LiveId" clId="{CCC25DF9-4458-4252-A1FA-96CED2233F88}" dt="2021-04-22T07:30:15.426" v="47"/>
        <pc:sldMkLst>
          <pc:docMk/>
          <pc:sldMk cId="0" sldId="863"/>
        </pc:sldMkLst>
      </pc:sldChg>
      <pc:sldChg chg="modSp add">
        <pc:chgData name="王 欣捷" userId="b965477fa0aef5e6" providerId="LiveId" clId="{CCC25DF9-4458-4252-A1FA-96CED2233F88}" dt="2021-04-22T07:30:15.426" v="47"/>
        <pc:sldMkLst>
          <pc:docMk/>
          <pc:sldMk cId="0" sldId="864"/>
        </pc:sldMkLst>
      </pc:sldChg>
      <pc:sldChg chg="modSp add">
        <pc:chgData name="王 欣捷" userId="b965477fa0aef5e6" providerId="LiveId" clId="{CCC25DF9-4458-4252-A1FA-96CED2233F88}" dt="2021-04-22T07:30:15.426" v="47"/>
        <pc:sldMkLst>
          <pc:docMk/>
          <pc:sldMk cId="0" sldId="865"/>
        </pc:sldMkLst>
      </pc:sldChg>
      <pc:sldChg chg="modSp add">
        <pc:chgData name="王 欣捷" userId="b965477fa0aef5e6" providerId="LiveId" clId="{CCC25DF9-4458-4252-A1FA-96CED2233F88}" dt="2021-04-22T07:30:15.426" v="47"/>
        <pc:sldMkLst>
          <pc:docMk/>
          <pc:sldMk cId="0" sldId="866"/>
        </pc:sldMkLst>
      </pc:sldChg>
      <pc:sldChg chg="add">
        <pc:chgData name="王 欣捷" userId="b965477fa0aef5e6" providerId="LiveId" clId="{CCC25DF9-4458-4252-A1FA-96CED2233F88}" dt="2021-04-22T07:28:32.426" v="23"/>
        <pc:sldMkLst>
          <pc:docMk/>
          <pc:sldMk cId="0" sldId="867"/>
        </pc:sldMkLst>
      </pc:sldChg>
      <pc:sldChg chg="add">
        <pc:chgData name="王 欣捷" userId="b965477fa0aef5e6" providerId="LiveId" clId="{CCC25DF9-4458-4252-A1FA-96CED2233F88}" dt="2021-04-22T07:28:32.426" v="23"/>
        <pc:sldMkLst>
          <pc:docMk/>
          <pc:sldMk cId="0" sldId="868"/>
        </pc:sldMkLst>
      </pc:sldChg>
      <pc:sldChg chg="modSp add mod">
        <pc:chgData name="王 欣捷" userId="b965477fa0aef5e6" providerId="LiveId" clId="{CCC25DF9-4458-4252-A1FA-96CED2233F88}" dt="2021-04-22T07:28:32.546" v="24" actId="27636"/>
        <pc:sldMkLst>
          <pc:docMk/>
          <pc:sldMk cId="0" sldId="869"/>
        </pc:sldMkLst>
      </pc:sldChg>
      <pc:sldChg chg="modSp add mod">
        <pc:chgData name="王 欣捷" userId="b965477fa0aef5e6" providerId="LiveId" clId="{CCC25DF9-4458-4252-A1FA-96CED2233F88}" dt="2021-04-22T07:30:15.426" v="47"/>
        <pc:sldMkLst>
          <pc:docMk/>
          <pc:sldMk cId="0" sldId="870"/>
        </pc:sldMkLst>
      </pc:sldChg>
      <pc:sldChg chg="modSp add">
        <pc:chgData name="王 欣捷" userId="b965477fa0aef5e6" providerId="LiveId" clId="{CCC25DF9-4458-4252-A1FA-96CED2233F88}" dt="2021-04-22T07:30:15.426" v="47"/>
        <pc:sldMkLst>
          <pc:docMk/>
          <pc:sldMk cId="0" sldId="871"/>
        </pc:sldMkLst>
      </pc:sldChg>
      <pc:sldChg chg="modSp add mod">
        <pc:chgData name="王 欣捷" userId="b965477fa0aef5e6" providerId="LiveId" clId="{CCC25DF9-4458-4252-A1FA-96CED2233F88}" dt="2021-04-22T07:30:15.426" v="47"/>
        <pc:sldMkLst>
          <pc:docMk/>
          <pc:sldMk cId="0" sldId="872"/>
        </pc:sldMkLst>
      </pc:sldChg>
      <pc:sldChg chg="modSp add mod">
        <pc:chgData name="王 欣捷" userId="b965477fa0aef5e6" providerId="LiveId" clId="{CCC25DF9-4458-4252-A1FA-96CED2233F88}" dt="2021-04-22T07:30:15.426" v="47"/>
        <pc:sldMkLst>
          <pc:docMk/>
          <pc:sldMk cId="0" sldId="873"/>
        </pc:sldMkLst>
      </pc:sldChg>
      <pc:sldChg chg="modSp add mod">
        <pc:chgData name="王 欣捷" userId="b965477fa0aef5e6" providerId="LiveId" clId="{CCC25DF9-4458-4252-A1FA-96CED2233F88}" dt="2021-04-22T07:30:15.426" v="47"/>
        <pc:sldMkLst>
          <pc:docMk/>
          <pc:sldMk cId="0" sldId="874"/>
        </pc:sldMkLst>
      </pc:sldChg>
      <pc:sldChg chg="modSp add mod">
        <pc:chgData name="王 欣捷" userId="b965477fa0aef5e6" providerId="LiveId" clId="{CCC25DF9-4458-4252-A1FA-96CED2233F88}" dt="2021-04-22T07:30:15.426" v="47"/>
        <pc:sldMkLst>
          <pc:docMk/>
          <pc:sldMk cId="0" sldId="875"/>
        </pc:sldMkLst>
      </pc:sldChg>
      <pc:sldChg chg="modSp add mod">
        <pc:chgData name="王 欣捷" userId="b965477fa0aef5e6" providerId="LiveId" clId="{CCC25DF9-4458-4252-A1FA-96CED2233F88}" dt="2021-04-22T07:30:15.426" v="47"/>
        <pc:sldMkLst>
          <pc:docMk/>
          <pc:sldMk cId="0" sldId="876"/>
        </pc:sldMkLst>
      </pc:sldChg>
      <pc:sldChg chg="modSp add mod">
        <pc:chgData name="王 欣捷" userId="b965477fa0aef5e6" providerId="LiveId" clId="{CCC25DF9-4458-4252-A1FA-96CED2233F88}" dt="2021-04-22T07:30:15.426" v="47"/>
        <pc:sldMkLst>
          <pc:docMk/>
          <pc:sldMk cId="0" sldId="877"/>
        </pc:sldMkLst>
      </pc:sldChg>
      <pc:sldChg chg="modSp add del mod">
        <pc:chgData name="王 欣捷" userId="b965477fa0aef5e6" providerId="LiveId" clId="{CCC25DF9-4458-4252-A1FA-96CED2233F88}" dt="2021-04-22T07:30:15.426" v="47"/>
        <pc:sldMkLst>
          <pc:docMk/>
          <pc:sldMk cId="0" sldId="878"/>
        </pc:sldMkLst>
      </pc:sldChg>
      <pc:sldChg chg="modSp add mod">
        <pc:chgData name="王 欣捷" userId="b965477fa0aef5e6" providerId="LiveId" clId="{CCC25DF9-4458-4252-A1FA-96CED2233F88}" dt="2021-04-22T07:30:15.426" v="47"/>
        <pc:sldMkLst>
          <pc:docMk/>
          <pc:sldMk cId="0" sldId="879"/>
        </pc:sldMkLst>
      </pc:sldChg>
      <pc:sldChg chg="modSp add mod">
        <pc:chgData name="王 欣捷" userId="b965477fa0aef5e6" providerId="LiveId" clId="{CCC25DF9-4458-4252-A1FA-96CED2233F88}" dt="2021-04-22T07:30:15.426" v="47"/>
        <pc:sldMkLst>
          <pc:docMk/>
          <pc:sldMk cId="0" sldId="880"/>
        </pc:sldMkLst>
      </pc:sldChg>
      <pc:sldChg chg="del">
        <pc:chgData name="王 欣捷" userId="b965477fa0aef5e6" providerId="LiveId" clId="{CCC25DF9-4458-4252-A1FA-96CED2233F88}" dt="2021-04-22T07:28:31.744" v="22" actId="47"/>
        <pc:sldMkLst>
          <pc:docMk/>
          <pc:sldMk cId="1458318623" sldId="897"/>
        </pc:sldMkLst>
      </pc:sldChg>
      <pc:sldChg chg="add">
        <pc:chgData name="王 欣捷" userId="b965477fa0aef5e6" providerId="LiveId" clId="{CCC25DF9-4458-4252-A1FA-96CED2233F88}" dt="2021-04-22T07:28:32.426" v="23"/>
        <pc:sldMkLst>
          <pc:docMk/>
          <pc:sldMk cId="0" sldId="909"/>
        </pc:sldMkLst>
      </pc:sldChg>
      <pc:sldChg chg="modSp add">
        <pc:chgData name="王 欣捷" userId="b965477fa0aef5e6" providerId="LiveId" clId="{CCC25DF9-4458-4252-A1FA-96CED2233F88}" dt="2021-04-22T07:30:15.426" v="47"/>
        <pc:sldMkLst>
          <pc:docMk/>
          <pc:sldMk cId="0" sldId="910"/>
        </pc:sldMkLst>
      </pc:sldChg>
      <pc:sldChg chg="modSp add mod">
        <pc:chgData name="王 欣捷" userId="b965477fa0aef5e6" providerId="LiveId" clId="{CCC25DF9-4458-4252-A1FA-96CED2233F88}" dt="2021-04-22T07:28:32.597" v="35" actId="27636"/>
        <pc:sldMkLst>
          <pc:docMk/>
          <pc:sldMk cId="0" sldId="911"/>
        </pc:sldMkLst>
      </pc:sldChg>
      <pc:sldChg chg="modSp add mod">
        <pc:chgData name="王 欣捷" userId="b965477fa0aef5e6" providerId="LiveId" clId="{CCC25DF9-4458-4252-A1FA-96CED2233F88}" dt="2021-04-22T07:30:15.426" v="47"/>
        <pc:sldMkLst>
          <pc:docMk/>
          <pc:sldMk cId="0" sldId="912"/>
        </pc:sldMkLst>
      </pc:sldChg>
      <pc:sldChg chg="modSp add mod">
        <pc:chgData name="王 欣捷" userId="b965477fa0aef5e6" providerId="LiveId" clId="{CCC25DF9-4458-4252-A1FA-96CED2233F88}" dt="2021-04-22T07:30:15.426" v="47"/>
        <pc:sldMkLst>
          <pc:docMk/>
          <pc:sldMk cId="0" sldId="913"/>
        </pc:sldMkLst>
      </pc:sldChg>
      <pc:sldChg chg="modSp add mod">
        <pc:chgData name="王 欣捷" userId="b965477fa0aef5e6" providerId="LiveId" clId="{CCC25DF9-4458-4252-A1FA-96CED2233F88}" dt="2021-04-22T07:30:15.426" v="47"/>
        <pc:sldMkLst>
          <pc:docMk/>
          <pc:sldMk cId="0" sldId="914"/>
        </pc:sldMkLst>
      </pc:sldChg>
      <pc:sldChg chg="modSp add mod">
        <pc:chgData name="王 欣捷" userId="b965477fa0aef5e6" providerId="LiveId" clId="{CCC25DF9-4458-4252-A1FA-96CED2233F88}" dt="2021-04-22T07:30:15.426" v="47"/>
        <pc:sldMkLst>
          <pc:docMk/>
          <pc:sldMk cId="0" sldId="915"/>
        </pc:sldMkLst>
      </pc:sldChg>
      <pc:sldChg chg="modSp add mod">
        <pc:chgData name="王 欣捷" userId="b965477fa0aef5e6" providerId="LiveId" clId="{CCC25DF9-4458-4252-A1FA-96CED2233F88}" dt="2021-04-22T07:30:15.426" v="47"/>
        <pc:sldMkLst>
          <pc:docMk/>
          <pc:sldMk cId="0" sldId="916"/>
        </pc:sldMkLst>
      </pc:sldChg>
      <pc:sldChg chg="modSp add mod">
        <pc:chgData name="王 欣捷" userId="b965477fa0aef5e6" providerId="LiveId" clId="{CCC25DF9-4458-4252-A1FA-96CED2233F88}" dt="2021-04-22T07:30:15.426" v="47"/>
        <pc:sldMkLst>
          <pc:docMk/>
          <pc:sldMk cId="0" sldId="917"/>
        </pc:sldMkLst>
      </pc:sldChg>
      <pc:sldChg chg="modSp add mod">
        <pc:chgData name="王 欣捷" userId="b965477fa0aef5e6" providerId="LiveId" clId="{CCC25DF9-4458-4252-A1FA-96CED2233F88}" dt="2021-04-22T07:30:15.426" v="47"/>
        <pc:sldMkLst>
          <pc:docMk/>
          <pc:sldMk cId="0" sldId="918"/>
        </pc:sldMkLst>
      </pc:sldChg>
      <pc:sldChg chg="modSp add mod">
        <pc:chgData name="王 欣捷" userId="b965477fa0aef5e6" providerId="LiveId" clId="{CCC25DF9-4458-4252-A1FA-96CED2233F88}" dt="2021-04-22T07:30:15.426" v="47"/>
        <pc:sldMkLst>
          <pc:docMk/>
          <pc:sldMk cId="0" sldId="919"/>
        </pc:sldMkLst>
      </pc:sldChg>
      <pc:sldChg chg="modSp add mod">
        <pc:chgData name="王 欣捷" userId="b965477fa0aef5e6" providerId="LiveId" clId="{CCC25DF9-4458-4252-A1FA-96CED2233F88}" dt="2021-04-22T07:30:15.426" v="47"/>
        <pc:sldMkLst>
          <pc:docMk/>
          <pc:sldMk cId="0" sldId="920"/>
        </pc:sldMkLst>
      </pc:sldChg>
      <pc:sldChg chg="modSp add mod">
        <pc:chgData name="王 欣捷" userId="b965477fa0aef5e6" providerId="LiveId" clId="{CCC25DF9-4458-4252-A1FA-96CED2233F88}" dt="2021-04-22T07:30:15.426" v="47"/>
        <pc:sldMkLst>
          <pc:docMk/>
          <pc:sldMk cId="0" sldId="921"/>
        </pc:sldMkLst>
      </pc:sldChg>
      <pc:sldChg chg="modSp add del">
        <pc:chgData name="王 欣捷" userId="b965477fa0aef5e6" providerId="LiveId" clId="{CCC25DF9-4458-4252-A1FA-96CED2233F88}" dt="2021-04-22T07:44:25.943" v="145"/>
        <pc:sldMkLst>
          <pc:docMk/>
          <pc:sldMk cId="0" sldId="922"/>
        </pc:sldMkLst>
      </pc:sldChg>
      <pc:sldChg chg="modSp add del">
        <pc:chgData name="王 欣捷" userId="b965477fa0aef5e6" providerId="LiveId" clId="{CCC25DF9-4458-4252-A1FA-96CED2233F88}" dt="2021-04-22T07:44:25.943" v="145"/>
        <pc:sldMkLst>
          <pc:docMk/>
          <pc:sldMk cId="0" sldId="923"/>
        </pc:sldMkLst>
      </pc:sldChg>
      <pc:sldChg chg="modSp add del">
        <pc:chgData name="王 欣捷" userId="b965477fa0aef5e6" providerId="LiveId" clId="{CCC25DF9-4458-4252-A1FA-96CED2233F88}" dt="2021-04-22T07:44:25.943" v="145"/>
        <pc:sldMkLst>
          <pc:docMk/>
          <pc:sldMk cId="0" sldId="924"/>
        </pc:sldMkLst>
      </pc:sldChg>
      <pc:sldChg chg="modSp add del">
        <pc:chgData name="王 欣捷" userId="b965477fa0aef5e6" providerId="LiveId" clId="{CCC25DF9-4458-4252-A1FA-96CED2233F88}" dt="2021-04-22T07:44:25.943" v="145"/>
        <pc:sldMkLst>
          <pc:docMk/>
          <pc:sldMk cId="0" sldId="925"/>
        </pc:sldMkLst>
      </pc:sldChg>
      <pc:sldChg chg="modSp add del">
        <pc:chgData name="王 欣捷" userId="b965477fa0aef5e6" providerId="LiveId" clId="{CCC25DF9-4458-4252-A1FA-96CED2233F88}" dt="2021-04-22T07:44:25.943" v="145"/>
        <pc:sldMkLst>
          <pc:docMk/>
          <pc:sldMk cId="3580294181" sldId="926"/>
        </pc:sldMkLst>
      </pc:sldChg>
      <pc:sldChg chg="modSp add del">
        <pc:chgData name="王 欣捷" userId="b965477fa0aef5e6" providerId="LiveId" clId="{CCC25DF9-4458-4252-A1FA-96CED2233F88}" dt="2021-04-22T07:44:25.943" v="145"/>
        <pc:sldMkLst>
          <pc:docMk/>
          <pc:sldMk cId="3199401599" sldId="927"/>
        </pc:sldMkLst>
      </pc:sldChg>
      <pc:sldChg chg="modSp add del">
        <pc:chgData name="王 欣捷" userId="b965477fa0aef5e6" providerId="LiveId" clId="{CCC25DF9-4458-4252-A1FA-96CED2233F88}" dt="2021-04-22T07:44:25.943" v="145"/>
        <pc:sldMkLst>
          <pc:docMk/>
          <pc:sldMk cId="1460778614" sldId="928"/>
        </pc:sldMkLst>
      </pc:sldChg>
      <pc:sldChg chg="modSp add del">
        <pc:chgData name="王 欣捷" userId="b965477fa0aef5e6" providerId="LiveId" clId="{CCC25DF9-4458-4252-A1FA-96CED2233F88}" dt="2021-04-22T07:44:25.943" v="145"/>
        <pc:sldMkLst>
          <pc:docMk/>
          <pc:sldMk cId="0" sldId="929"/>
        </pc:sldMkLst>
      </pc:sldChg>
      <pc:sldChg chg="modSp add del">
        <pc:chgData name="王 欣捷" userId="b965477fa0aef5e6" providerId="LiveId" clId="{CCC25DF9-4458-4252-A1FA-96CED2233F88}" dt="2021-04-22T07:44:25.943" v="145"/>
        <pc:sldMkLst>
          <pc:docMk/>
          <pc:sldMk cId="0" sldId="930"/>
        </pc:sldMkLst>
      </pc:sldChg>
      <pc:sldChg chg="modSp add del">
        <pc:chgData name="王 欣捷" userId="b965477fa0aef5e6" providerId="LiveId" clId="{CCC25DF9-4458-4252-A1FA-96CED2233F88}" dt="2021-04-22T07:44:25.943" v="145"/>
        <pc:sldMkLst>
          <pc:docMk/>
          <pc:sldMk cId="0" sldId="931"/>
        </pc:sldMkLst>
      </pc:sldChg>
      <pc:sldChg chg="modSp add del">
        <pc:chgData name="王 欣捷" userId="b965477fa0aef5e6" providerId="LiveId" clId="{CCC25DF9-4458-4252-A1FA-96CED2233F88}" dt="2021-04-22T07:44:25.943" v="145"/>
        <pc:sldMkLst>
          <pc:docMk/>
          <pc:sldMk cId="0" sldId="932"/>
        </pc:sldMkLst>
      </pc:sldChg>
      <pc:sldChg chg="modSp add del">
        <pc:chgData name="王 欣捷" userId="b965477fa0aef5e6" providerId="LiveId" clId="{CCC25DF9-4458-4252-A1FA-96CED2233F88}" dt="2021-04-22T07:35:09.806" v="111" actId="47"/>
        <pc:sldMkLst>
          <pc:docMk/>
          <pc:sldMk cId="0" sldId="933"/>
        </pc:sldMkLst>
      </pc:sldChg>
      <pc:sldChg chg="modSp add del">
        <pc:chgData name="王 欣捷" userId="b965477fa0aef5e6" providerId="LiveId" clId="{CCC25DF9-4458-4252-A1FA-96CED2233F88}" dt="2021-04-22T07:35:09.806" v="111" actId="47"/>
        <pc:sldMkLst>
          <pc:docMk/>
          <pc:sldMk cId="0" sldId="934"/>
        </pc:sldMkLst>
      </pc:sldChg>
      <pc:sldChg chg="modSp add del">
        <pc:chgData name="王 欣捷" userId="b965477fa0aef5e6" providerId="LiveId" clId="{CCC25DF9-4458-4252-A1FA-96CED2233F88}" dt="2021-04-22T07:35:09.806" v="111" actId="47"/>
        <pc:sldMkLst>
          <pc:docMk/>
          <pc:sldMk cId="0" sldId="935"/>
        </pc:sldMkLst>
      </pc:sldChg>
      <pc:sldChg chg="modSp add del">
        <pc:chgData name="王 欣捷" userId="b965477fa0aef5e6" providerId="LiveId" clId="{CCC25DF9-4458-4252-A1FA-96CED2233F88}" dt="2021-04-22T07:35:09.806" v="111" actId="47"/>
        <pc:sldMkLst>
          <pc:docMk/>
          <pc:sldMk cId="0" sldId="936"/>
        </pc:sldMkLst>
      </pc:sldChg>
      <pc:sldChg chg="modSp add del">
        <pc:chgData name="王 欣捷" userId="b965477fa0aef5e6" providerId="LiveId" clId="{CCC25DF9-4458-4252-A1FA-96CED2233F88}" dt="2021-04-22T07:35:09.806" v="111" actId="47"/>
        <pc:sldMkLst>
          <pc:docMk/>
          <pc:sldMk cId="0" sldId="937"/>
        </pc:sldMkLst>
      </pc:sldChg>
      <pc:sldChg chg="modSp add">
        <pc:chgData name="王 欣捷" userId="b965477fa0aef5e6" providerId="LiveId" clId="{CCC25DF9-4458-4252-A1FA-96CED2233F88}" dt="2021-04-22T07:30:15.426" v="47"/>
        <pc:sldMkLst>
          <pc:docMk/>
          <pc:sldMk cId="0" sldId="938"/>
        </pc:sldMkLst>
      </pc:sldChg>
      <pc:sldChg chg="add del">
        <pc:chgData name="王 欣捷" userId="b965477fa0aef5e6" providerId="LiveId" clId="{CCC25DF9-4458-4252-A1FA-96CED2233F88}" dt="2021-04-22T07:28:32.426" v="23"/>
        <pc:sldMkLst>
          <pc:docMk/>
          <pc:sldMk cId="0" sldId="939"/>
        </pc:sldMkLst>
      </pc:sldChg>
      <pc:sldChg chg="add">
        <pc:chgData name="王 欣捷" userId="b965477fa0aef5e6" providerId="LiveId" clId="{CCC25DF9-4458-4252-A1FA-96CED2233F88}" dt="2021-04-22T07:28:32.426" v="23"/>
        <pc:sldMkLst>
          <pc:docMk/>
          <pc:sldMk cId="0" sldId="940"/>
        </pc:sldMkLst>
      </pc:sldChg>
      <pc:sldChg chg="add del">
        <pc:chgData name="王 欣捷" userId="b965477fa0aef5e6" providerId="LiveId" clId="{CCC25DF9-4458-4252-A1FA-96CED2233F88}" dt="2021-04-22T07:28:32.426" v="23"/>
        <pc:sldMkLst>
          <pc:docMk/>
          <pc:sldMk cId="0" sldId="941"/>
        </pc:sldMkLst>
      </pc:sldChg>
      <pc:sldChg chg="modSp add mod">
        <pc:chgData name="王 欣捷" userId="b965477fa0aef5e6" providerId="LiveId" clId="{CCC25DF9-4458-4252-A1FA-96CED2233F88}" dt="2021-04-22T07:30:15.426" v="47"/>
        <pc:sldMkLst>
          <pc:docMk/>
          <pc:sldMk cId="0" sldId="943"/>
        </pc:sldMkLst>
      </pc:sldChg>
      <pc:sldChg chg="modSp add del">
        <pc:chgData name="王 欣捷" userId="b965477fa0aef5e6" providerId="LiveId" clId="{CCC25DF9-4458-4252-A1FA-96CED2233F88}" dt="2021-04-22T07:30:15.426" v="47"/>
        <pc:sldMkLst>
          <pc:docMk/>
          <pc:sldMk cId="0" sldId="944"/>
        </pc:sldMkLst>
      </pc:sldChg>
      <pc:sldChg chg="addSp delSp modSp new mod modClrScheme modAnim chgLayout">
        <pc:chgData name="王 欣捷" userId="b965477fa0aef5e6" providerId="LiveId" clId="{CCC25DF9-4458-4252-A1FA-96CED2233F88}" dt="2021-04-22T07:33:33.234" v="87"/>
        <pc:sldMkLst>
          <pc:docMk/>
          <pc:sldMk cId="672076074" sldId="945"/>
        </pc:sldMkLst>
      </pc:sldChg>
      <pc:sldChg chg="addSp delSp modSp new mod modClrScheme modAnim chgLayout">
        <pc:chgData name="王 欣捷" userId="b965477fa0aef5e6" providerId="LiveId" clId="{CCC25DF9-4458-4252-A1FA-96CED2233F88}" dt="2021-04-22T07:37:01.921" v="138"/>
        <pc:sldMkLst>
          <pc:docMk/>
          <pc:sldMk cId="4090644917" sldId="946"/>
        </pc:sldMkLst>
      </pc:sldChg>
      <pc:sldChg chg="modSp add del">
        <pc:chgData name="王 欣捷" userId="b965477fa0aef5e6" providerId="LiveId" clId="{CCC25DF9-4458-4252-A1FA-96CED2233F88}" dt="2021-04-22T07:44:25.943" v="145"/>
        <pc:sldMkLst>
          <pc:docMk/>
          <pc:sldMk cId="0" sldId="954"/>
        </pc:sldMkLst>
      </pc:sldChg>
      <pc:sldChg chg="modSp add del">
        <pc:chgData name="王 欣捷" userId="b965477fa0aef5e6" providerId="LiveId" clId="{CCC25DF9-4458-4252-A1FA-96CED2233F88}" dt="2021-04-22T07:44:25.943" v="145"/>
        <pc:sldMkLst>
          <pc:docMk/>
          <pc:sldMk cId="2749480931" sldId="955"/>
        </pc:sldMkLst>
      </pc:sldChg>
      <pc:sldChg chg="modSp add del">
        <pc:chgData name="王 欣捷" userId="b965477fa0aef5e6" providerId="LiveId" clId="{CCC25DF9-4458-4252-A1FA-96CED2233F88}" dt="2021-04-22T07:44:25.943" v="145"/>
        <pc:sldMkLst>
          <pc:docMk/>
          <pc:sldMk cId="0" sldId="956"/>
        </pc:sldMkLst>
      </pc:sldChg>
      <pc:sldChg chg="modSp add del">
        <pc:chgData name="王 欣捷" userId="b965477fa0aef5e6" providerId="LiveId" clId="{CCC25DF9-4458-4252-A1FA-96CED2233F88}" dt="2021-04-22T07:44:25.943" v="145"/>
        <pc:sldMkLst>
          <pc:docMk/>
          <pc:sldMk cId="0" sldId="957"/>
        </pc:sldMkLst>
      </pc:sldChg>
      <pc:sldChg chg="modSp add del">
        <pc:chgData name="王 欣捷" userId="b965477fa0aef5e6" providerId="LiveId" clId="{CCC25DF9-4458-4252-A1FA-96CED2233F88}" dt="2021-04-22T07:44:25.943" v="145"/>
        <pc:sldMkLst>
          <pc:docMk/>
          <pc:sldMk cId="2100743063" sldId="958"/>
        </pc:sldMkLst>
      </pc:sldChg>
      <pc:sldChg chg="modSp add del">
        <pc:chgData name="王 欣捷" userId="b965477fa0aef5e6" providerId="LiveId" clId="{CCC25DF9-4458-4252-A1FA-96CED2233F88}" dt="2021-04-22T07:44:25.943" v="145"/>
        <pc:sldMkLst>
          <pc:docMk/>
          <pc:sldMk cId="0" sldId="959"/>
        </pc:sldMkLst>
      </pc:sldChg>
      <pc:sldChg chg="modSp add del">
        <pc:chgData name="王 欣捷" userId="b965477fa0aef5e6" providerId="LiveId" clId="{CCC25DF9-4458-4252-A1FA-96CED2233F88}" dt="2021-04-22T07:44:25.943" v="145"/>
        <pc:sldMkLst>
          <pc:docMk/>
          <pc:sldMk cId="0" sldId="960"/>
        </pc:sldMkLst>
      </pc:sldChg>
      <pc:sldChg chg="del">
        <pc:chgData name="王 欣捷" userId="b965477fa0aef5e6" providerId="LiveId" clId="{CCC25DF9-4458-4252-A1FA-96CED2233F88}" dt="2021-04-22T07:28:31.744" v="22" actId="47"/>
        <pc:sldMkLst>
          <pc:docMk/>
          <pc:sldMk cId="0" sldId="962"/>
        </pc:sldMkLst>
      </pc:sldChg>
      <pc:sldChg chg="del">
        <pc:chgData name="王 欣捷" userId="b965477fa0aef5e6" providerId="LiveId" clId="{CCC25DF9-4458-4252-A1FA-96CED2233F88}" dt="2021-04-22T07:28:31.744" v="22" actId="47"/>
        <pc:sldMkLst>
          <pc:docMk/>
          <pc:sldMk cId="0" sldId="1029"/>
        </pc:sldMkLst>
      </pc:sldChg>
      <pc:sldChg chg="del">
        <pc:chgData name="王 欣捷" userId="b965477fa0aef5e6" providerId="LiveId" clId="{CCC25DF9-4458-4252-A1FA-96CED2233F88}" dt="2021-04-22T07:28:31.744" v="22" actId="47"/>
        <pc:sldMkLst>
          <pc:docMk/>
          <pc:sldMk cId="0" sldId="1030"/>
        </pc:sldMkLst>
      </pc:sldChg>
      <pc:sldChg chg="del">
        <pc:chgData name="王 欣捷" userId="b965477fa0aef5e6" providerId="LiveId" clId="{CCC25DF9-4458-4252-A1FA-96CED2233F88}" dt="2021-04-22T07:28:31.744" v="22" actId="47"/>
        <pc:sldMkLst>
          <pc:docMk/>
          <pc:sldMk cId="0" sldId="1037"/>
        </pc:sldMkLst>
      </pc:sldChg>
      <pc:sldChg chg="del">
        <pc:chgData name="王 欣捷" userId="b965477fa0aef5e6" providerId="LiveId" clId="{CCC25DF9-4458-4252-A1FA-96CED2233F88}" dt="2021-04-22T07:28:31.744" v="22" actId="47"/>
        <pc:sldMkLst>
          <pc:docMk/>
          <pc:sldMk cId="0" sldId="1059"/>
        </pc:sldMkLst>
      </pc:sldChg>
      <pc:sldChg chg="del">
        <pc:chgData name="王 欣捷" userId="b965477fa0aef5e6" providerId="LiveId" clId="{CCC25DF9-4458-4252-A1FA-96CED2233F88}" dt="2021-04-22T07:28:31.744" v="22" actId="47"/>
        <pc:sldMkLst>
          <pc:docMk/>
          <pc:sldMk cId="0" sldId="1079"/>
        </pc:sldMkLst>
      </pc:sldChg>
      <pc:sldChg chg="del">
        <pc:chgData name="王 欣捷" userId="b965477fa0aef5e6" providerId="LiveId" clId="{CCC25DF9-4458-4252-A1FA-96CED2233F88}" dt="2021-04-22T07:28:31.744" v="22" actId="47"/>
        <pc:sldMkLst>
          <pc:docMk/>
          <pc:sldMk cId="0" sldId="1080"/>
        </pc:sldMkLst>
      </pc:sldChg>
      <pc:sldChg chg="del">
        <pc:chgData name="王 欣捷" userId="b965477fa0aef5e6" providerId="LiveId" clId="{CCC25DF9-4458-4252-A1FA-96CED2233F88}" dt="2021-04-22T07:28:31.744" v="22" actId="47"/>
        <pc:sldMkLst>
          <pc:docMk/>
          <pc:sldMk cId="0" sldId="1081"/>
        </pc:sldMkLst>
      </pc:sldChg>
      <pc:sldChg chg="del">
        <pc:chgData name="王 欣捷" userId="b965477fa0aef5e6" providerId="LiveId" clId="{CCC25DF9-4458-4252-A1FA-96CED2233F88}" dt="2021-04-22T07:28:31.744" v="22" actId="47"/>
        <pc:sldMkLst>
          <pc:docMk/>
          <pc:sldMk cId="0" sldId="1082"/>
        </pc:sldMkLst>
      </pc:sldChg>
      <pc:sldChg chg="del">
        <pc:chgData name="王 欣捷" userId="b965477fa0aef5e6" providerId="LiveId" clId="{CCC25DF9-4458-4252-A1FA-96CED2233F88}" dt="2021-04-22T07:28:31.744" v="22" actId="47"/>
        <pc:sldMkLst>
          <pc:docMk/>
          <pc:sldMk cId="0" sldId="1083"/>
        </pc:sldMkLst>
      </pc:sldChg>
      <pc:sldChg chg="del">
        <pc:chgData name="王 欣捷" userId="b965477fa0aef5e6" providerId="LiveId" clId="{CCC25DF9-4458-4252-A1FA-96CED2233F88}" dt="2021-04-22T07:28:31.744" v="22" actId="47"/>
        <pc:sldMkLst>
          <pc:docMk/>
          <pc:sldMk cId="0" sldId="1087"/>
        </pc:sldMkLst>
      </pc:sldChg>
      <pc:sldChg chg="del">
        <pc:chgData name="王 欣捷" userId="b965477fa0aef5e6" providerId="LiveId" clId="{CCC25DF9-4458-4252-A1FA-96CED2233F88}" dt="2021-04-22T07:28:31.744" v="22" actId="47"/>
        <pc:sldMkLst>
          <pc:docMk/>
          <pc:sldMk cId="0" sldId="1088"/>
        </pc:sldMkLst>
      </pc:sldChg>
      <pc:sldChg chg="del">
        <pc:chgData name="王 欣捷" userId="b965477fa0aef5e6" providerId="LiveId" clId="{CCC25DF9-4458-4252-A1FA-96CED2233F88}" dt="2021-04-22T07:28:31.744" v="22" actId="47"/>
        <pc:sldMkLst>
          <pc:docMk/>
          <pc:sldMk cId="0" sldId="1089"/>
        </pc:sldMkLst>
      </pc:sldChg>
      <pc:sldChg chg="del">
        <pc:chgData name="王 欣捷" userId="b965477fa0aef5e6" providerId="LiveId" clId="{CCC25DF9-4458-4252-A1FA-96CED2233F88}" dt="2021-04-22T07:28:31.744" v="22" actId="47"/>
        <pc:sldMkLst>
          <pc:docMk/>
          <pc:sldMk cId="0" sldId="1090"/>
        </pc:sldMkLst>
      </pc:sldChg>
      <pc:sldChg chg="del">
        <pc:chgData name="王 欣捷" userId="b965477fa0aef5e6" providerId="LiveId" clId="{CCC25DF9-4458-4252-A1FA-96CED2233F88}" dt="2021-04-22T07:28:31.744" v="22" actId="47"/>
        <pc:sldMkLst>
          <pc:docMk/>
          <pc:sldMk cId="0" sldId="1091"/>
        </pc:sldMkLst>
      </pc:sldChg>
      <pc:sldChg chg="del">
        <pc:chgData name="王 欣捷" userId="b965477fa0aef5e6" providerId="LiveId" clId="{CCC25DF9-4458-4252-A1FA-96CED2233F88}" dt="2021-04-22T07:28:31.744" v="22" actId="47"/>
        <pc:sldMkLst>
          <pc:docMk/>
          <pc:sldMk cId="0" sldId="1092"/>
        </pc:sldMkLst>
      </pc:sldChg>
      <pc:sldChg chg="del">
        <pc:chgData name="王 欣捷" userId="b965477fa0aef5e6" providerId="LiveId" clId="{CCC25DF9-4458-4252-A1FA-96CED2233F88}" dt="2021-04-22T07:28:31.744" v="22" actId="47"/>
        <pc:sldMkLst>
          <pc:docMk/>
          <pc:sldMk cId="0" sldId="1093"/>
        </pc:sldMkLst>
      </pc:sldChg>
      <pc:sldChg chg="del">
        <pc:chgData name="王 欣捷" userId="b965477fa0aef5e6" providerId="LiveId" clId="{CCC25DF9-4458-4252-A1FA-96CED2233F88}" dt="2021-04-22T07:28:31.744" v="22" actId="47"/>
        <pc:sldMkLst>
          <pc:docMk/>
          <pc:sldMk cId="0" sldId="1094"/>
        </pc:sldMkLst>
      </pc:sldChg>
      <pc:sldChg chg="del">
        <pc:chgData name="王 欣捷" userId="b965477fa0aef5e6" providerId="LiveId" clId="{CCC25DF9-4458-4252-A1FA-96CED2233F88}" dt="2021-04-22T07:28:31.744" v="22" actId="47"/>
        <pc:sldMkLst>
          <pc:docMk/>
          <pc:sldMk cId="0" sldId="1095"/>
        </pc:sldMkLst>
      </pc:sldChg>
      <pc:sldChg chg="del">
        <pc:chgData name="王 欣捷" userId="b965477fa0aef5e6" providerId="LiveId" clId="{CCC25DF9-4458-4252-A1FA-96CED2233F88}" dt="2021-04-22T07:28:31.744" v="22" actId="47"/>
        <pc:sldMkLst>
          <pc:docMk/>
          <pc:sldMk cId="0" sldId="1096"/>
        </pc:sldMkLst>
      </pc:sldChg>
      <pc:sldChg chg="del">
        <pc:chgData name="王 欣捷" userId="b965477fa0aef5e6" providerId="LiveId" clId="{CCC25DF9-4458-4252-A1FA-96CED2233F88}" dt="2021-04-22T07:28:31.744" v="22" actId="47"/>
        <pc:sldMkLst>
          <pc:docMk/>
          <pc:sldMk cId="0" sldId="1097"/>
        </pc:sldMkLst>
      </pc:sldChg>
      <pc:sldChg chg="del">
        <pc:chgData name="王 欣捷" userId="b965477fa0aef5e6" providerId="LiveId" clId="{CCC25DF9-4458-4252-A1FA-96CED2233F88}" dt="2021-04-22T07:28:31.744" v="22" actId="47"/>
        <pc:sldMkLst>
          <pc:docMk/>
          <pc:sldMk cId="0" sldId="1098"/>
        </pc:sldMkLst>
      </pc:sldChg>
      <pc:sldChg chg="del">
        <pc:chgData name="王 欣捷" userId="b965477fa0aef5e6" providerId="LiveId" clId="{CCC25DF9-4458-4252-A1FA-96CED2233F88}" dt="2021-04-22T07:28:31.744" v="22" actId="47"/>
        <pc:sldMkLst>
          <pc:docMk/>
          <pc:sldMk cId="0" sldId="1099"/>
        </pc:sldMkLst>
      </pc:sldChg>
      <pc:sldChg chg="del">
        <pc:chgData name="王 欣捷" userId="b965477fa0aef5e6" providerId="LiveId" clId="{CCC25DF9-4458-4252-A1FA-96CED2233F88}" dt="2021-04-22T07:28:31.744" v="22" actId="47"/>
        <pc:sldMkLst>
          <pc:docMk/>
          <pc:sldMk cId="0" sldId="1100"/>
        </pc:sldMkLst>
      </pc:sldChg>
      <pc:sldChg chg="del">
        <pc:chgData name="王 欣捷" userId="b965477fa0aef5e6" providerId="LiveId" clId="{CCC25DF9-4458-4252-A1FA-96CED2233F88}" dt="2021-04-22T07:28:31.744" v="22" actId="47"/>
        <pc:sldMkLst>
          <pc:docMk/>
          <pc:sldMk cId="0" sldId="1101"/>
        </pc:sldMkLst>
      </pc:sldChg>
      <pc:sldChg chg="del">
        <pc:chgData name="王 欣捷" userId="b965477fa0aef5e6" providerId="LiveId" clId="{CCC25DF9-4458-4252-A1FA-96CED2233F88}" dt="2021-04-22T07:28:31.744" v="22" actId="47"/>
        <pc:sldMkLst>
          <pc:docMk/>
          <pc:sldMk cId="0" sldId="1102"/>
        </pc:sldMkLst>
      </pc:sldChg>
      <pc:sldChg chg="del">
        <pc:chgData name="王 欣捷" userId="b965477fa0aef5e6" providerId="LiveId" clId="{CCC25DF9-4458-4252-A1FA-96CED2233F88}" dt="2021-04-22T07:28:31.744" v="22" actId="47"/>
        <pc:sldMkLst>
          <pc:docMk/>
          <pc:sldMk cId="0" sldId="1103"/>
        </pc:sldMkLst>
      </pc:sldChg>
      <pc:sldChg chg="del">
        <pc:chgData name="王 欣捷" userId="b965477fa0aef5e6" providerId="LiveId" clId="{CCC25DF9-4458-4252-A1FA-96CED2233F88}" dt="2021-04-22T07:28:31.744" v="22" actId="47"/>
        <pc:sldMkLst>
          <pc:docMk/>
          <pc:sldMk cId="0" sldId="1104"/>
        </pc:sldMkLst>
      </pc:sldChg>
      <pc:sldChg chg="del">
        <pc:chgData name="王 欣捷" userId="b965477fa0aef5e6" providerId="LiveId" clId="{CCC25DF9-4458-4252-A1FA-96CED2233F88}" dt="2021-04-22T07:28:31.744" v="22" actId="47"/>
        <pc:sldMkLst>
          <pc:docMk/>
          <pc:sldMk cId="0" sldId="1105"/>
        </pc:sldMkLst>
      </pc:sldChg>
      <pc:sldChg chg="del">
        <pc:chgData name="王 欣捷" userId="b965477fa0aef5e6" providerId="LiveId" clId="{CCC25DF9-4458-4252-A1FA-96CED2233F88}" dt="2021-04-22T07:28:31.744" v="22" actId="47"/>
        <pc:sldMkLst>
          <pc:docMk/>
          <pc:sldMk cId="0" sldId="1106"/>
        </pc:sldMkLst>
      </pc:sldChg>
      <pc:sldChg chg="del">
        <pc:chgData name="王 欣捷" userId="b965477fa0aef5e6" providerId="LiveId" clId="{CCC25DF9-4458-4252-A1FA-96CED2233F88}" dt="2021-04-22T07:28:31.744" v="22" actId="47"/>
        <pc:sldMkLst>
          <pc:docMk/>
          <pc:sldMk cId="0" sldId="1107"/>
        </pc:sldMkLst>
      </pc:sldChg>
      <pc:sldChg chg="del">
        <pc:chgData name="王 欣捷" userId="b965477fa0aef5e6" providerId="LiveId" clId="{CCC25DF9-4458-4252-A1FA-96CED2233F88}" dt="2021-04-22T07:28:31.744" v="22" actId="47"/>
        <pc:sldMkLst>
          <pc:docMk/>
          <pc:sldMk cId="0" sldId="1110"/>
        </pc:sldMkLst>
      </pc:sldChg>
      <pc:sldChg chg="del">
        <pc:chgData name="王 欣捷" userId="b965477fa0aef5e6" providerId="LiveId" clId="{CCC25DF9-4458-4252-A1FA-96CED2233F88}" dt="2021-04-22T07:28:31.744" v="22" actId="47"/>
        <pc:sldMkLst>
          <pc:docMk/>
          <pc:sldMk cId="0" sldId="1113"/>
        </pc:sldMkLst>
      </pc:sldChg>
      <pc:sldChg chg="del">
        <pc:chgData name="王 欣捷" userId="b965477fa0aef5e6" providerId="LiveId" clId="{CCC25DF9-4458-4252-A1FA-96CED2233F88}" dt="2021-04-22T07:28:31.744" v="22" actId="47"/>
        <pc:sldMkLst>
          <pc:docMk/>
          <pc:sldMk cId="0" sldId="1127"/>
        </pc:sldMkLst>
      </pc:sldChg>
      <pc:sldChg chg="del">
        <pc:chgData name="王 欣捷" userId="b965477fa0aef5e6" providerId="LiveId" clId="{CCC25DF9-4458-4252-A1FA-96CED2233F88}" dt="2021-04-22T07:28:31.744" v="22" actId="47"/>
        <pc:sldMkLst>
          <pc:docMk/>
          <pc:sldMk cId="0" sldId="1138"/>
        </pc:sldMkLst>
      </pc:sldChg>
      <pc:sldChg chg="del">
        <pc:chgData name="王 欣捷" userId="b965477fa0aef5e6" providerId="LiveId" clId="{CCC25DF9-4458-4252-A1FA-96CED2233F88}" dt="2021-04-22T07:28:31.744" v="22" actId="47"/>
        <pc:sldMkLst>
          <pc:docMk/>
          <pc:sldMk cId="516213771" sldId="1139"/>
        </pc:sldMkLst>
      </pc:sldChg>
      <pc:sldChg chg="del">
        <pc:chgData name="王 欣捷" userId="b965477fa0aef5e6" providerId="LiveId" clId="{CCC25DF9-4458-4252-A1FA-96CED2233F88}" dt="2021-04-22T07:28:31.744" v="22" actId="47"/>
        <pc:sldMkLst>
          <pc:docMk/>
          <pc:sldMk cId="406512071" sldId="1141"/>
        </pc:sldMkLst>
      </pc:sldChg>
      <pc:sldChg chg="del">
        <pc:chgData name="王 欣捷" userId="b965477fa0aef5e6" providerId="LiveId" clId="{CCC25DF9-4458-4252-A1FA-96CED2233F88}" dt="2021-04-22T07:28:31.744" v="22" actId="47"/>
        <pc:sldMkLst>
          <pc:docMk/>
          <pc:sldMk cId="1844201406" sldId="1142"/>
        </pc:sldMkLst>
      </pc:sldChg>
      <pc:sldChg chg="del">
        <pc:chgData name="王 欣捷" userId="b965477fa0aef5e6" providerId="LiveId" clId="{CCC25DF9-4458-4252-A1FA-96CED2233F88}" dt="2021-04-22T07:28:31.744" v="22" actId="47"/>
        <pc:sldMkLst>
          <pc:docMk/>
          <pc:sldMk cId="4223351651" sldId="1145"/>
        </pc:sldMkLst>
      </pc:sldChg>
      <pc:sldChg chg="del">
        <pc:chgData name="王 欣捷" userId="b965477fa0aef5e6" providerId="LiveId" clId="{CCC25DF9-4458-4252-A1FA-96CED2233F88}" dt="2021-04-22T07:28:31.744" v="22" actId="47"/>
        <pc:sldMkLst>
          <pc:docMk/>
          <pc:sldMk cId="3962178428" sldId="1151"/>
        </pc:sldMkLst>
      </pc:sldChg>
      <pc:sldChg chg="del">
        <pc:chgData name="王 欣捷" userId="b965477fa0aef5e6" providerId="LiveId" clId="{CCC25DF9-4458-4252-A1FA-96CED2233F88}" dt="2021-04-22T07:28:31.744" v="22" actId="47"/>
        <pc:sldMkLst>
          <pc:docMk/>
          <pc:sldMk cId="2813883607" sldId="1158"/>
        </pc:sldMkLst>
      </pc:sldChg>
      <pc:sldChg chg="del">
        <pc:chgData name="王 欣捷" userId="b965477fa0aef5e6" providerId="LiveId" clId="{CCC25DF9-4458-4252-A1FA-96CED2233F88}" dt="2021-04-22T07:28:31.744" v="22" actId="47"/>
        <pc:sldMkLst>
          <pc:docMk/>
          <pc:sldMk cId="3740059661" sldId="1159"/>
        </pc:sldMkLst>
      </pc:sldChg>
      <pc:sldChg chg="del">
        <pc:chgData name="王 欣捷" userId="b965477fa0aef5e6" providerId="LiveId" clId="{CCC25DF9-4458-4252-A1FA-96CED2233F88}" dt="2021-04-22T07:28:31.744" v="22" actId="47"/>
        <pc:sldMkLst>
          <pc:docMk/>
          <pc:sldMk cId="3618475896" sldId="1160"/>
        </pc:sldMkLst>
      </pc:sldChg>
      <pc:sldChg chg="del">
        <pc:chgData name="王 欣捷" userId="b965477fa0aef5e6" providerId="LiveId" clId="{CCC25DF9-4458-4252-A1FA-96CED2233F88}" dt="2021-04-22T07:28:31.744" v="22" actId="47"/>
        <pc:sldMkLst>
          <pc:docMk/>
          <pc:sldMk cId="2042943240" sldId="1161"/>
        </pc:sldMkLst>
      </pc:sldChg>
      <pc:sldChg chg="del">
        <pc:chgData name="王 欣捷" userId="b965477fa0aef5e6" providerId="LiveId" clId="{CCC25DF9-4458-4252-A1FA-96CED2233F88}" dt="2021-04-22T07:28:31.744" v="22" actId="47"/>
        <pc:sldMkLst>
          <pc:docMk/>
          <pc:sldMk cId="3272006686" sldId="1162"/>
        </pc:sldMkLst>
      </pc:sldChg>
      <pc:sldChg chg="del">
        <pc:chgData name="王 欣捷" userId="b965477fa0aef5e6" providerId="LiveId" clId="{CCC25DF9-4458-4252-A1FA-96CED2233F88}" dt="2021-04-22T07:28:31.744" v="22" actId="47"/>
        <pc:sldMkLst>
          <pc:docMk/>
          <pc:sldMk cId="2547034749" sldId="1163"/>
        </pc:sldMkLst>
      </pc:sldChg>
      <pc:sldChg chg="del">
        <pc:chgData name="王 欣捷" userId="b965477fa0aef5e6" providerId="LiveId" clId="{CCC25DF9-4458-4252-A1FA-96CED2233F88}" dt="2021-04-22T07:28:31.744" v="22" actId="47"/>
        <pc:sldMkLst>
          <pc:docMk/>
          <pc:sldMk cId="771280182" sldId="1165"/>
        </pc:sldMkLst>
      </pc:sldChg>
      <pc:sldChg chg="del">
        <pc:chgData name="王 欣捷" userId="b965477fa0aef5e6" providerId="LiveId" clId="{CCC25DF9-4458-4252-A1FA-96CED2233F88}" dt="2021-04-22T07:28:31.744" v="22" actId="47"/>
        <pc:sldMkLst>
          <pc:docMk/>
          <pc:sldMk cId="2692631" sldId="1166"/>
        </pc:sldMkLst>
      </pc:sldChg>
      <pc:sldChg chg="del">
        <pc:chgData name="王 欣捷" userId="b965477fa0aef5e6" providerId="LiveId" clId="{CCC25DF9-4458-4252-A1FA-96CED2233F88}" dt="2021-04-22T07:28:31.744" v="22" actId="47"/>
        <pc:sldMkLst>
          <pc:docMk/>
          <pc:sldMk cId="3628184232" sldId="1167"/>
        </pc:sldMkLst>
      </pc:sldChg>
      <pc:sldChg chg="del">
        <pc:chgData name="王 欣捷" userId="b965477fa0aef5e6" providerId="LiveId" clId="{CCC25DF9-4458-4252-A1FA-96CED2233F88}" dt="2021-04-22T07:28:31.744" v="22" actId="47"/>
        <pc:sldMkLst>
          <pc:docMk/>
          <pc:sldMk cId="1528587018" sldId="1168"/>
        </pc:sldMkLst>
      </pc:sldChg>
      <pc:sldChg chg="del">
        <pc:chgData name="王 欣捷" userId="b965477fa0aef5e6" providerId="LiveId" clId="{CCC25DF9-4458-4252-A1FA-96CED2233F88}" dt="2021-04-22T07:28:31.744" v="22" actId="47"/>
        <pc:sldMkLst>
          <pc:docMk/>
          <pc:sldMk cId="3168183637" sldId="1169"/>
        </pc:sldMkLst>
      </pc:sldChg>
      <pc:sldChg chg="del">
        <pc:chgData name="王 欣捷" userId="b965477fa0aef5e6" providerId="LiveId" clId="{CCC25DF9-4458-4252-A1FA-96CED2233F88}" dt="2021-04-22T07:28:31.744" v="22" actId="47"/>
        <pc:sldMkLst>
          <pc:docMk/>
          <pc:sldMk cId="1630523457" sldId="1170"/>
        </pc:sldMkLst>
      </pc:sldChg>
    </pc:docChg>
  </pc:docChgLst>
  <pc:docChgLst>
    <pc:chgData name="欣捷 王" userId="b965477fa0aef5e6" providerId="LiveId" clId="{9FE335D9-2A15-42AD-AD83-531FB79DAA94}"/>
    <pc:docChg chg="undo redo custSel addSld delSld modSld sldOrd">
      <pc:chgData name="欣捷 王" userId="b965477fa0aef5e6" providerId="LiveId" clId="{9FE335D9-2A15-42AD-AD83-531FB79DAA94}" dt="2024-06-06T15:37:36.879" v="3761"/>
      <pc:docMkLst>
        <pc:docMk/>
      </pc:docMkLst>
      <pc:sldChg chg="add del">
        <pc:chgData name="欣捷 王" userId="b965477fa0aef5e6" providerId="LiveId" clId="{9FE335D9-2A15-42AD-AD83-531FB79DAA94}" dt="2024-05-23T13:04:14.865" v="3482" actId="47"/>
        <pc:sldMkLst>
          <pc:docMk/>
          <pc:sldMk cId="0" sldId="295"/>
        </pc:sldMkLst>
      </pc:sldChg>
      <pc:sldChg chg="modSp add mod">
        <pc:chgData name="欣捷 王" userId="b965477fa0aef5e6" providerId="LiveId" clId="{9FE335D9-2A15-42AD-AD83-531FB79DAA94}" dt="2024-05-23T03:20:17.081" v="1884" actId="207"/>
        <pc:sldMkLst>
          <pc:docMk/>
          <pc:sldMk cId="0" sldId="860"/>
        </pc:sldMkLst>
      </pc:sldChg>
      <pc:sldChg chg="modSp modNotesTx">
        <pc:chgData name="欣捷 王" userId="b965477fa0aef5e6" providerId="LiveId" clId="{9FE335D9-2A15-42AD-AD83-531FB79DAA94}" dt="2024-05-23T08:06:35.918" v="2312" actId="20577"/>
        <pc:sldMkLst>
          <pc:docMk/>
          <pc:sldMk cId="0" sldId="867"/>
        </pc:sldMkLst>
      </pc:sldChg>
      <pc:sldChg chg="addSp modSp mod modAnim">
        <pc:chgData name="欣捷 王" userId="b965477fa0aef5e6" providerId="LiveId" clId="{9FE335D9-2A15-42AD-AD83-531FB79DAA94}" dt="2024-05-23T08:53:04.996" v="3412" actId="114"/>
        <pc:sldMkLst>
          <pc:docMk/>
          <pc:sldMk cId="0" sldId="869"/>
        </pc:sldMkLst>
      </pc:sldChg>
      <pc:sldChg chg="addSp modSp mod modAnim modNotesTx">
        <pc:chgData name="欣捷 王" userId="b965477fa0aef5e6" providerId="LiveId" clId="{9FE335D9-2A15-42AD-AD83-531FB79DAA94}" dt="2024-05-23T08:53:10.822" v="3413"/>
        <pc:sldMkLst>
          <pc:docMk/>
          <pc:sldMk cId="0" sldId="870"/>
        </pc:sldMkLst>
      </pc:sldChg>
      <pc:sldChg chg="addSp modSp mod modAnim">
        <pc:chgData name="欣捷 王" userId="b965477fa0aef5e6" providerId="LiveId" clId="{9FE335D9-2A15-42AD-AD83-531FB79DAA94}" dt="2024-05-23T08:53:13.625" v="3414"/>
        <pc:sldMkLst>
          <pc:docMk/>
          <pc:sldMk cId="0" sldId="871"/>
        </pc:sldMkLst>
      </pc:sldChg>
      <pc:sldChg chg="addSp delSp modSp mod modAnim">
        <pc:chgData name="欣捷 王" userId="b965477fa0aef5e6" providerId="LiveId" clId="{9FE335D9-2A15-42AD-AD83-531FB79DAA94}" dt="2024-05-23T13:49:59.032" v="3638" actId="167"/>
        <pc:sldMkLst>
          <pc:docMk/>
          <pc:sldMk cId="0" sldId="872"/>
        </pc:sldMkLst>
      </pc:sldChg>
      <pc:sldChg chg="addSp delSp modSp mod modAnim">
        <pc:chgData name="欣捷 王" userId="b965477fa0aef5e6" providerId="LiveId" clId="{9FE335D9-2A15-42AD-AD83-531FB79DAA94}" dt="2024-05-23T08:53:18.135" v="3417"/>
        <pc:sldMkLst>
          <pc:docMk/>
          <pc:sldMk cId="0" sldId="873"/>
        </pc:sldMkLst>
      </pc:sldChg>
      <pc:sldChg chg="addSp delSp modSp del mod addAnim delAnim modAnim">
        <pc:chgData name="欣捷 王" userId="b965477fa0aef5e6" providerId="LiveId" clId="{9FE335D9-2A15-42AD-AD83-531FB79DAA94}" dt="2024-05-22T15:32:32.170" v="895" actId="47"/>
        <pc:sldMkLst>
          <pc:docMk/>
          <pc:sldMk cId="0" sldId="874"/>
        </pc:sldMkLst>
      </pc:sldChg>
      <pc:sldChg chg="addSp delSp modSp del mod modAnim">
        <pc:chgData name="欣捷 王" userId="b965477fa0aef5e6" providerId="LiveId" clId="{9FE335D9-2A15-42AD-AD83-531FB79DAA94}" dt="2024-05-22T15:32:34.532" v="896" actId="47"/>
        <pc:sldMkLst>
          <pc:docMk/>
          <pc:sldMk cId="0" sldId="875"/>
        </pc:sldMkLst>
      </pc:sldChg>
      <pc:sldChg chg="addSp delSp modSp mod modAnim">
        <pc:chgData name="欣捷 王" userId="b965477fa0aef5e6" providerId="LiveId" clId="{9FE335D9-2A15-42AD-AD83-531FB79DAA94}" dt="2024-05-23T08:53:19.596" v="3418"/>
        <pc:sldMkLst>
          <pc:docMk/>
          <pc:sldMk cId="0" sldId="876"/>
        </pc:sldMkLst>
      </pc:sldChg>
      <pc:sldChg chg="delSp modSp del">
        <pc:chgData name="欣捷 王" userId="b965477fa0aef5e6" providerId="LiveId" clId="{9FE335D9-2A15-42AD-AD83-531FB79DAA94}" dt="2024-05-22T15:49:55.234" v="1042" actId="47"/>
        <pc:sldMkLst>
          <pc:docMk/>
          <pc:sldMk cId="0" sldId="877"/>
        </pc:sldMkLst>
      </pc:sldChg>
      <pc:sldChg chg="delSp modSp del">
        <pc:chgData name="欣捷 王" userId="b965477fa0aef5e6" providerId="LiveId" clId="{9FE335D9-2A15-42AD-AD83-531FB79DAA94}" dt="2024-05-22T15:42:19.034" v="971" actId="47"/>
        <pc:sldMkLst>
          <pc:docMk/>
          <pc:sldMk cId="0" sldId="878"/>
        </pc:sldMkLst>
      </pc:sldChg>
      <pc:sldChg chg="delSp modSp del">
        <pc:chgData name="欣捷 王" userId="b965477fa0aef5e6" providerId="LiveId" clId="{9FE335D9-2A15-42AD-AD83-531FB79DAA94}" dt="2024-05-22T15:49:59.868" v="1043" actId="47"/>
        <pc:sldMkLst>
          <pc:docMk/>
          <pc:sldMk cId="0" sldId="879"/>
        </pc:sldMkLst>
      </pc:sldChg>
      <pc:sldChg chg="addSp delSp modSp mod modAnim">
        <pc:chgData name="欣捷 王" userId="b965477fa0aef5e6" providerId="LiveId" clId="{9FE335D9-2A15-42AD-AD83-531FB79DAA94}" dt="2024-05-23T08:53:23.711" v="3421"/>
        <pc:sldMkLst>
          <pc:docMk/>
          <pc:sldMk cId="0" sldId="880"/>
        </pc:sldMkLst>
      </pc:sldChg>
      <pc:sldChg chg="modSp">
        <pc:chgData name="欣捷 王" userId="b965477fa0aef5e6" providerId="LiveId" clId="{9FE335D9-2A15-42AD-AD83-531FB79DAA94}" dt="2024-05-23T03:15:01.478" v="1359" actId="113"/>
        <pc:sldMkLst>
          <pc:docMk/>
          <pc:sldMk cId="0" sldId="914"/>
        </pc:sldMkLst>
      </pc:sldChg>
      <pc:sldChg chg="modSp mod">
        <pc:chgData name="欣捷 王" userId="b965477fa0aef5e6" providerId="LiveId" clId="{9FE335D9-2A15-42AD-AD83-531FB79DAA94}" dt="2024-05-23T08:52:02.805" v="3401" actId="114"/>
        <pc:sldMkLst>
          <pc:docMk/>
          <pc:sldMk cId="0" sldId="916"/>
        </pc:sldMkLst>
      </pc:sldChg>
      <pc:sldChg chg="modSp mod">
        <pc:chgData name="欣捷 王" userId="b965477fa0aef5e6" providerId="LiveId" clId="{9FE335D9-2A15-42AD-AD83-531FB79DAA94}" dt="2024-05-23T08:53:38.696" v="3435"/>
        <pc:sldMkLst>
          <pc:docMk/>
          <pc:sldMk cId="0" sldId="918"/>
        </pc:sldMkLst>
      </pc:sldChg>
      <pc:sldChg chg="modSp mod">
        <pc:chgData name="欣捷 王" userId="b965477fa0aef5e6" providerId="LiveId" clId="{9FE335D9-2A15-42AD-AD83-531FB79DAA94}" dt="2024-05-23T08:53:40.581" v="3436"/>
        <pc:sldMkLst>
          <pc:docMk/>
          <pc:sldMk cId="0" sldId="919"/>
        </pc:sldMkLst>
      </pc:sldChg>
      <pc:sldChg chg="addSp modSp mod modNotesTx">
        <pc:chgData name="欣捷 王" userId="b965477fa0aef5e6" providerId="LiveId" clId="{9FE335D9-2A15-42AD-AD83-531FB79DAA94}" dt="2024-05-23T08:54:23.798" v="3444" actId="114"/>
        <pc:sldMkLst>
          <pc:docMk/>
          <pc:sldMk cId="0" sldId="922"/>
        </pc:sldMkLst>
      </pc:sldChg>
      <pc:sldChg chg="addSp modSp mod modAnim">
        <pc:chgData name="欣捷 王" userId="b965477fa0aef5e6" providerId="LiveId" clId="{9FE335D9-2A15-42AD-AD83-531FB79DAA94}" dt="2024-05-23T08:54:34.066" v="3452" actId="114"/>
        <pc:sldMkLst>
          <pc:docMk/>
          <pc:sldMk cId="0" sldId="923"/>
        </pc:sldMkLst>
      </pc:sldChg>
      <pc:sldChg chg="del">
        <pc:chgData name="欣捷 王" userId="b965477fa0aef5e6" providerId="LiveId" clId="{9FE335D9-2A15-42AD-AD83-531FB79DAA94}" dt="2024-05-22T16:03:21.093" v="1098" actId="47"/>
        <pc:sldMkLst>
          <pc:docMk/>
          <pc:sldMk cId="0" sldId="924"/>
        </pc:sldMkLst>
      </pc:sldChg>
      <pc:sldChg chg="modSp mod">
        <pc:chgData name="欣捷 王" userId="b965477fa0aef5e6" providerId="LiveId" clId="{9FE335D9-2A15-42AD-AD83-531FB79DAA94}" dt="2024-05-23T08:54:38.401" v="3454" actId="27636"/>
        <pc:sldMkLst>
          <pc:docMk/>
          <pc:sldMk cId="0" sldId="925"/>
        </pc:sldMkLst>
      </pc:sldChg>
      <pc:sldChg chg="modSp mod">
        <pc:chgData name="欣捷 王" userId="b965477fa0aef5e6" providerId="LiveId" clId="{9FE335D9-2A15-42AD-AD83-531FB79DAA94}" dt="2024-05-23T08:52:45.274" v="3405" actId="21"/>
        <pc:sldMkLst>
          <pc:docMk/>
          <pc:sldMk cId="3580294181" sldId="926"/>
        </pc:sldMkLst>
      </pc:sldChg>
      <pc:sldChg chg="del">
        <pc:chgData name="欣捷 王" userId="b965477fa0aef5e6" providerId="LiveId" clId="{9FE335D9-2A15-42AD-AD83-531FB79DAA94}" dt="2024-05-22T16:19:59.626" v="1355" actId="47"/>
        <pc:sldMkLst>
          <pc:docMk/>
          <pc:sldMk cId="160169038" sldId="927"/>
        </pc:sldMkLst>
      </pc:sldChg>
      <pc:sldChg chg="modSp del mod">
        <pc:chgData name="欣捷 王" userId="b965477fa0aef5e6" providerId="LiveId" clId="{9FE335D9-2A15-42AD-AD83-531FB79DAA94}" dt="2024-05-22T16:09:42.601" v="1165" actId="47"/>
        <pc:sldMkLst>
          <pc:docMk/>
          <pc:sldMk cId="3789069771" sldId="928"/>
        </pc:sldMkLst>
      </pc:sldChg>
      <pc:sldChg chg="addSp delSp modSp mod modAnim modNotesTx">
        <pc:chgData name="欣捷 王" userId="b965477fa0aef5e6" providerId="LiveId" clId="{9FE335D9-2A15-42AD-AD83-531FB79DAA94}" dt="2024-05-23T08:54:46.333" v="3460" actId="27636"/>
        <pc:sldMkLst>
          <pc:docMk/>
          <pc:sldMk cId="1238966144" sldId="955"/>
        </pc:sldMkLst>
      </pc:sldChg>
      <pc:sldChg chg="modSp mod">
        <pc:chgData name="欣捷 王" userId="b965477fa0aef5e6" providerId="LiveId" clId="{9FE335D9-2A15-42AD-AD83-531FB79DAA94}" dt="2024-05-23T08:53:53.119" v="3442"/>
        <pc:sldMkLst>
          <pc:docMk/>
          <pc:sldMk cId="2100743063" sldId="958"/>
        </pc:sldMkLst>
      </pc:sldChg>
      <pc:sldChg chg="addSp delSp modSp mod delAnim modAnim">
        <pc:chgData name="欣捷 王" userId="b965477fa0aef5e6" providerId="LiveId" clId="{9FE335D9-2A15-42AD-AD83-531FB79DAA94}" dt="2024-05-23T14:11:36.813" v="3713" actId="167"/>
        <pc:sldMkLst>
          <pc:docMk/>
          <pc:sldMk cId="4032245241" sldId="988"/>
        </pc:sldMkLst>
      </pc:sldChg>
      <pc:sldChg chg="modSp mod ord modNotesTx">
        <pc:chgData name="欣捷 王" userId="b965477fa0aef5e6" providerId="LiveId" clId="{9FE335D9-2A15-42AD-AD83-531FB79DAA94}" dt="2024-05-23T08:54:41.806" v="3456" actId="27636"/>
        <pc:sldMkLst>
          <pc:docMk/>
          <pc:sldMk cId="3471365488" sldId="990"/>
        </pc:sldMkLst>
      </pc:sldChg>
      <pc:sldChg chg="addSp modSp mod modAnim">
        <pc:chgData name="欣捷 王" userId="b965477fa0aef5e6" providerId="LiveId" clId="{9FE335D9-2A15-42AD-AD83-531FB79DAA94}" dt="2024-05-23T08:53:15.110" v="3415"/>
        <pc:sldMkLst>
          <pc:docMk/>
          <pc:sldMk cId="3687718703" sldId="992"/>
        </pc:sldMkLst>
      </pc:sldChg>
      <pc:sldChg chg="del">
        <pc:chgData name="欣捷 王" userId="b965477fa0aef5e6" providerId="LiveId" clId="{9FE335D9-2A15-42AD-AD83-531FB79DAA94}" dt="2024-05-22T14:15:03.397" v="11" actId="47"/>
        <pc:sldMkLst>
          <pc:docMk/>
          <pc:sldMk cId="575355836" sldId="993"/>
        </pc:sldMkLst>
      </pc:sldChg>
      <pc:sldChg chg="modSp add del mod">
        <pc:chgData name="欣捷 王" userId="b965477fa0aef5e6" providerId="LiveId" clId="{9FE335D9-2A15-42AD-AD83-531FB79DAA94}" dt="2024-05-22T15:58:11.986" v="1087" actId="47"/>
        <pc:sldMkLst>
          <pc:docMk/>
          <pc:sldMk cId="0" sldId="994"/>
        </pc:sldMkLst>
      </pc:sldChg>
      <pc:sldChg chg="addSp delSp modSp mod modNotesTx">
        <pc:chgData name="欣捷 王" userId="b965477fa0aef5e6" providerId="LiveId" clId="{9FE335D9-2A15-42AD-AD83-531FB79DAA94}" dt="2024-05-23T14:11:19.947" v="3711" actId="1076"/>
        <pc:sldMkLst>
          <pc:docMk/>
          <pc:sldMk cId="0" sldId="995"/>
        </pc:sldMkLst>
      </pc:sldChg>
      <pc:sldChg chg="addSp modSp mod modNotesTx">
        <pc:chgData name="欣捷 王" userId="b965477fa0aef5e6" providerId="LiveId" clId="{9FE335D9-2A15-42AD-AD83-531FB79DAA94}" dt="2024-05-23T13:50:07.492" v="3639"/>
        <pc:sldMkLst>
          <pc:docMk/>
          <pc:sldMk cId="0" sldId="996"/>
        </pc:sldMkLst>
      </pc:sldChg>
      <pc:sldChg chg="modSp mod">
        <pc:chgData name="欣捷 王" userId="b965477fa0aef5e6" providerId="LiveId" clId="{9FE335D9-2A15-42AD-AD83-531FB79DAA94}" dt="2024-05-23T08:53:33.686" v="3431"/>
        <pc:sldMkLst>
          <pc:docMk/>
          <pc:sldMk cId="0" sldId="997"/>
        </pc:sldMkLst>
      </pc:sldChg>
      <pc:sldChg chg="modSp mod">
        <pc:chgData name="欣捷 王" userId="b965477fa0aef5e6" providerId="LiveId" clId="{9FE335D9-2A15-42AD-AD83-531FB79DAA94}" dt="2024-05-23T08:53:34.786" v="3432"/>
        <pc:sldMkLst>
          <pc:docMk/>
          <pc:sldMk cId="0" sldId="998"/>
        </pc:sldMkLst>
      </pc:sldChg>
      <pc:sldChg chg="modSp mod">
        <pc:chgData name="欣捷 王" userId="b965477fa0aef5e6" providerId="LiveId" clId="{9FE335D9-2A15-42AD-AD83-531FB79DAA94}" dt="2024-05-23T08:53:36.258" v="3433"/>
        <pc:sldMkLst>
          <pc:docMk/>
          <pc:sldMk cId="0" sldId="999"/>
        </pc:sldMkLst>
      </pc:sldChg>
      <pc:sldChg chg="modSp mod">
        <pc:chgData name="欣捷 王" userId="b965477fa0aef5e6" providerId="LiveId" clId="{9FE335D9-2A15-42AD-AD83-531FB79DAA94}" dt="2024-05-23T08:53:37.446" v="3434"/>
        <pc:sldMkLst>
          <pc:docMk/>
          <pc:sldMk cId="0" sldId="1000"/>
        </pc:sldMkLst>
      </pc:sldChg>
      <pc:sldChg chg="modSp mod">
        <pc:chgData name="欣捷 王" userId="b965477fa0aef5e6" providerId="LiveId" clId="{9FE335D9-2A15-42AD-AD83-531FB79DAA94}" dt="2024-05-23T08:53:41.780" v="3437"/>
        <pc:sldMkLst>
          <pc:docMk/>
          <pc:sldMk cId="0" sldId="1001"/>
        </pc:sldMkLst>
      </pc:sldChg>
      <pc:sldChg chg="modSp mod">
        <pc:chgData name="欣捷 王" userId="b965477fa0aef5e6" providerId="LiveId" clId="{9FE335D9-2A15-42AD-AD83-531FB79DAA94}" dt="2024-05-23T08:53:43.133" v="3438"/>
        <pc:sldMkLst>
          <pc:docMk/>
          <pc:sldMk cId="0" sldId="1002"/>
        </pc:sldMkLst>
      </pc:sldChg>
      <pc:sldChg chg="modSp mod modNotesTx">
        <pc:chgData name="欣捷 王" userId="b965477fa0aef5e6" providerId="LiveId" clId="{9FE335D9-2A15-42AD-AD83-531FB79DAA94}" dt="2024-05-23T08:53:44.331" v="3439"/>
        <pc:sldMkLst>
          <pc:docMk/>
          <pc:sldMk cId="672076074" sldId="1003"/>
        </pc:sldMkLst>
      </pc:sldChg>
      <pc:sldChg chg="modSp mod">
        <pc:chgData name="欣捷 王" userId="b965477fa0aef5e6" providerId="LiveId" clId="{9FE335D9-2A15-42AD-AD83-531FB79DAA94}" dt="2024-05-23T08:53:45.556" v="3440"/>
        <pc:sldMkLst>
          <pc:docMk/>
          <pc:sldMk cId="4090644917" sldId="1004"/>
        </pc:sldMkLst>
      </pc:sldChg>
      <pc:sldChg chg="modSp mod">
        <pc:chgData name="欣捷 王" userId="b965477fa0aef5e6" providerId="LiveId" clId="{9FE335D9-2A15-42AD-AD83-531FB79DAA94}" dt="2024-05-23T08:53:46.764" v="3441"/>
        <pc:sldMkLst>
          <pc:docMk/>
          <pc:sldMk cId="2811519429" sldId="1006"/>
        </pc:sldMkLst>
      </pc:sldChg>
      <pc:sldChg chg="addSp delSp del mod">
        <pc:chgData name="欣捷 王" userId="b965477fa0aef5e6" providerId="LiveId" clId="{9FE335D9-2A15-42AD-AD83-531FB79DAA94}" dt="2024-05-23T13:03:12.112" v="3461" actId="47"/>
        <pc:sldMkLst>
          <pc:docMk/>
          <pc:sldMk cId="3076572127" sldId="1007"/>
        </pc:sldMkLst>
      </pc:sldChg>
      <pc:sldChg chg="del">
        <pc:chgData name="欣捷 王" userId="b965477fa0aef5e6" providerId="LiveId" clId="{9FE335D9-2A15-42AD-AD83-531FB79DAA94}" dt="2024-05-22T15:02:03.592" v="601" actId="47"/>
        <pc:sldMkLst>
          <pc:docMk/>
          <pc:sldMk cId="2938354967" sldId="1008"/>
        </pc:sldMkLst>
      </pc:sldChg>
      <pc:sldChg chg="modSp mod modNotesTx">
        <pc:chgData name="欣捷 王" userId="b965477fa0aef5e6" providerId="LiveId" clId="{9FE335D9-2A15-42AD-AD83-531FB79DAA94}" dt="2024-05-23T08:52:49.707" v="3407" actId="20577"/>
        <pc:sldMkLst>
          <pc:docMk/>
          <pc:sldMk cId="3128894696" sldId="1009"/>
        </pc:sldMkLst>
      </pc:sldChg>
      <pc:sldChg chg="modSp add mod ord">
        <pc:chgData name="欣捷 王" userId="b965477fa0aef5e6" providerId="LiveId" clId="{9FE335D9-2A15-42AD-AD83-531FB79DAA94}" dt="2024-05-23T08:47:44.051" v="3330" actId="20577"/>
        <pc:sldMkLst>
          <pc:docMk/>
          <pc:sldMk cId="1106337047" sldId="1010"/>
        </pc:sldMkLst>
      </pc:sldChg>
      <pc:sldChg chg="addSp delSp modSp add mod modClrScheme chgLayout">
        <pc:chgData name="欣捷 王" userId="b965477fa0aef5e6" providerId="LiveId" clId="{9FE335D9-2A15-42AD-AD83-531FB79DAA94}" dt="2024-05-22T15:04:49.688" v="615" actId="1076"/>
        <pc:sldMkLst>
          <pc:docMk/>
          <pc:sldMk cId="2454822754" sldId="1011"/>
        </pc:sldMkLst>
      </pc:sldChg>
      <pc:sldChg chg="addSp delSp modSp add mod modAnim">
        <pc:chgData name="欣捷 王" userId="b965477fa0aef5e6" providerId="LiveId" clId="{9FE335D9-2A15-42AD-AD83-531FB79DAA94}" dt="2024-05-23T08:53:21.006" v="3419"/>
        <pc:sldMkLst>
          <pc:docMk/>
          <pc:sldMk cId="1449082461" sldId="1012"/>
        </pc:sldMkLst>
      </pc:sldChg>
      <pc:sldChg chg="addSp delSp modSp add mod delAnim modAnim">
        <pc:chgData name="欣捷 王" userId="b965477fa0aef5e6" providerId="LiveId" clId="{9FE335D9-2A15-42AD-AD83-531FB79DAA94}" dt="2024-05-23T08:53:22.413" v="3420"/>
        <pc:sldMkLst>
          <pc:docMk/>
          <pc:sldMk cId="3229634010" sldId="1013"/>
        </pc:sldMkLst>
      </pc:sldChg>
      <pc:sldChg chg="addSp delSp modSp add mod ord replTag">
        <pc:chgData name="欣捷 王" userId="b965477fa0aef5e6" providerId="LiveId" clId="{9FE335D9-2A15-42AD-AD83-531FB79DAA94}" dt="2024-06-06T15:37:36.383" v="3755"/>
        <pc:sldMkLst>
          <pc:docMk/>
          <pc:sldMk cId="2341739451" sldId="1014"/>
        </pc:sldMkLst>
      </pc:sldChg>
      <pc:sldChg chg="add del">
        <pc:chgData name="欣捷 王" userId="b965477fa0aef5e6" providerId="LiveId" clId="{9FE335D9-2A15-42AD-AD83-531FB79DAA94}" dt="2024-05-22T16:02:28.955" v="1089" actId="47"/>
        <pc:sldMkLst>
          <pc:docMk/>
          <pc:sldMk cId="3321547296" sldId="1014"/>
        </pc:sldMkLst>
      </pc:sldChg>
      <pc:sldChg chg="new del">
        <pc:chgData name="欣捷 王" userId="b965477fa0aef5e6" providerId="LiveId" clId="{9FE335D9-2A15-42AD-AD83-531FB79DAA94}" dt="2024-05-23T08:03:27.477" v="1953" actId="47"/>
        <pc:sldMkLst>
          <pc:docMk/>
          <pc:sldMk cId="1934360377" sldId="1015"/>
        </pc:sldMkLst>
      </pc:sldChg>
      <pc:sldChg chg="modSp mod">
        <pc:chgData name="欣捷 王" userId="b965477fa0aef5e6" providerId="LiveId" clId="{9FE335D9-2A15-42AD-AD83-531FB79DAA94}" dt="2024-06-06T15:37:36.879" v="3761"/>
        <pc:sldMkLst>
          <pc:docMk/>
          <pc:sldMk cId="3398244540" sldId="1015"/>
        </pc:sldMkLst>
      </pc:sldChg>
      <pc:sldChg chg="modSp add mod">
        <pc:chgData name="欣捷 王" userId="b965477fa0aef5e6" providerId="LiveId" clId="{9FE335D9-2A15-42AD-AD83-531FB79DAA94}" dt="2024-05-23T13:08:34.179" v="3601" actId="6549"/>
        <pc:sldMkLst>
          <pc:docMk/>
          <pc:sldMk cId="2574655523" sldId="1016"/>
        </pc:sldMkLst>
      </pc:sldChg>
    </pc:docChg>
  </pc:docChgLst>
  <pc:docChgLst>
    <pc:chgData name="欣捷" userId="b965477fa0aef5e6" providerId="LiveId" clId="{80AAE4BA-DB30-454D-8530-FEA22F88555A}"/>
    <pc:docChg chg="delSld">
      <pc:chgData name="欣捷" userId="b965477fa0aef5e6" providerId="LiveId" clId="{80AAE4BA-DB30-454D-8530-FEA22F88555A}" dt="2021-05-08T04:46:56.634" v="0" actId="47"/>
      <pc:docMkLst>
        <pc:docMk/>
      </pc:docMkLst>
      <pc:sldChg chg="del">
        <pc:chgData name="欣捷" userId="b965477fa0aef5e6" providerId="LiveId" clId="{80AAE4BA-DB30-454D-8530-FEA22F88555A}" dt="2021-05-08T04:46:56.634" v="0" actId="47"/>
        <pc:sldMkLst>
          <pc:docMk/>
          <pc:sldMk cId="2100743063" sldId="958"/>
        </pc:sldMkLst>
      </pc:sldChg>
    </pc:docChg>
  </pc:docChgLst>
  <pc:docChgLst>
    <pc:chgData name="欣捷 王" userId="b965477fa0aef5e6" providerId="LiveId" clId="{269A3518-F832-4118-B62D-D506596D177A}"/>
    <pc:docChg chg="undo custSel addSld modSld">
      <pc:chgData name="欣捷 王" userId="b965477fa0aef5e6" providerId="LiveId" clId="{269A3518-F832-4118-B62D-D506596D177A}" dt="2025-02-23T08:50:38.738" v="37" actId="6549"/>
      <pc:docMkLst>
        <pc:docMk/>
      </pc:docMkLst>
      <pc:sldChg chg="modSp mod">
        <pc:chgData name="欣捷 王" userId="b965477fa0aef5e6" providerId="LiveId" clId="{269A3518-F832-4118-B62D-D506596D177A}" dt="2025-02-23T08:50:38.738" v="37" actId="6549"/>
        <pc:sldMkLst>
          <pc:docMk/>
          <pc:sldMk cId="2574655523" sldId="1016"/>
        </pc:sldMkLst>
        <pc:spChg chg="mod">
          <ac:chgData name="欣捷 王" userId="b965477fa0aef5e6" providerId="LiveId" clId="{269A3518-F832-4118-B62D-D506596D177A}" dt="2025-02-23T08:50:32.150" v="32"/>
          <ac:spMkLst>
            <pc:docMk/>
            <pc:sldMk cId="2574655523" sldId="1016"/>
            <ac:spMk id="2" creationId="{13F1A875-CAB0-12E3-2F8D-9A1619456AA0}"/>
          </ac:spMkLst>
        </pc:spChg>
        <pc:spChg chg="mod">
          <ac:chgData name="欣捷 王" userId="b965477fa0aef5e6" providerId="LiveId" clId="{269A3518-F832-4118-B62D-D506596D177A}" dt="2025-02-23T08:50:38.738" v="37" actId="6549"/>
          <ac:spMkLst>
            <pc:docMk/>
            <pc:sldMk cId="2574655523" sldId="1016"/>
            <ac:spMk id="3" creationId="{27BA0263-F036-B3CF-37AD-A4BB1B7A3D0A}"/>
          </ac:spMkLst>
        </pc:spChg>
      </pc:sldChg>
      <pc:sldChg chg="modSp new mod">
        <pc:chgData name="欣捷 王" userId="b965477fa0aef5e6" providerId="LiveId" clId="{269A3518-F832-4118-B62D-D506596D177A}" dt="2025-02-23T08:50:26.675" v="27" actId="20577"/>
        <pc:sldMkLst>
          <pc:docMk/>
          <pc:sldMk cId="2166029435" sldId="1017"/>
        </pc:sldMkLst>
        <pc:spChg chg="mod">
          <ac:chgData name="欣捷 王" userId="b965477fa0aef5e6" providerId="LiveId" clId="{269A3518-F832-4118-B62D-D506596D177A}" dt="2025-02-23T08:50:20.919" v="20"/>
          <ac:spMkLst>
            <pc:docMk/>
            <pc:sldMk cId="2166029435" sldId="1017"/>
            <ac:spMk id="2" creationId="{BB8FFE6D-CAF8-9F4C-C5E5-0856703CA8F3}"/>
          </ac:spMkLst>
        </pc:spChg>
        <pc:spChg chg="mod">
          <ac:chgData name="欣捷 王" userId="b965477fa0aef5e6" providerId="LiveId" clId="{269A3518-F832-4118-B62D-D506596D177A}" dt="2025-02-23T08:50:26.675" v="27" actId="20577"/>
          <ac:spMkLst>
            <pc:docMk/>
            <pc:sldMk cId="2166029435" sldId="1017"/>
            <ac:spMk id="3" creationId="{0961F47E-2E43-4095-0803-4029A52BB74E}"/>
          </ac:spMkLst>
        </pc:spChg>
      </pc:sldChg>
    </pc:docChg>
  </pc:docChgLst>
  <pc:docChgLst>
    <pc:chgData name="欣捷 王" userId="b965477fa0aef5e6" providerId="LiveId" clId="{45A232DD-083B-4413-B052-1BC8F28316BE}"/>
    <pc:docChg chg="modSld">
      <pc:chgData name="欣捷 王" userId="b965477fa0aef5e6" providerId="LiveId" clId="{45A232DD-083B-4413-B052-1BC8F28316BE}" dt="2024-05-17T00:22:57.760" v="17" actId="113"/>
      <pc:docMkLst>
        <pc:docMk/>
      </pc:docMkLst>
      <pc:sldChg chg="modSp mod">
        <pc:chgData name="欣捷 王" userId="b965477fa0aef5e6" providerId="LiveId" clId="{45A232DD-083B-4413-B052-1BC8F28316BE}" dt="2024-05-17T00:22:57.760" v="17" actId="113"/>
        <pc:sldMkLst>
          <pc:docMk/>
          <pc:sldMk cId="0" sldId="916"/>
        </pc:sldMkLst>
      </pc:sldChg>
    </pc:docChg>
  </pc:docChgLst>
  <pc:docChgLst>
    <pc:chgData name="欣捷" userId="b965477fa0aef5e6" providerId="LiveId" clId="{F58CB589-EA88-41E9-89B9-70387DC4BAF4}"/>
    <pc:docChg chg="undo redo custSel addSld delSld modSld sldOrd">
      <pc:chgData name="欣捷" userId="b965477fa0aef5e6" providerId="LiveId" clId="{F58CB589-EA88-41E9-89B9-70387DC4BAF4}" dt="2021-04-20T09:32:41.428" v="761" actId="47"/>
      <pc:docMkLst>
        <pc:docMk/>
      </pc:docMkLst>
      <pc:sldChg chg="modSp add mod">
        <pc:chgData name="欣捷" userId="b965477fa0aef5e6" providerId="LiveId" clId="{F58CB589-EA88-41E9-89B9-70387DC4BAF4}" dt="2021-04-20T08:43:06.926" v="315" actId="20577"/>
        <pc:sldMkLst>
          <pc:docMk/>
          <pc:sldMk cId="0" sldId="878"/>
        </pc:sldMkLst>
      </pc:sldChg>
      <pc:sldChg chg="modSp add mod ord">
        <pc:chgData name="欣捷" userId="b965477fa0aef5e6" providerId="LiveId" clId="{F58CB589-EA88-41E9-89B9-70387DC4BAF4}" dt="2021-04-20T08:18:54.864" v="3"/>
        <pc:sldMkLst>
          <pc:docMk/>
          <pc:sldMk cId="1458318623" sldId="897"/>
        </pc:sldMkLst>
      </pc:sldChg>
      <pc:sldChg chg="addSp delSp modSp mod modClrScheme chgLayout">
        <pc:chgData name="欣捷" userId="b965477fa0aef5e6" providerId="LiveId" clId="{F58CB589-EA88-41E9-89B9-70387DC4BAF4}" dt="2021-04-20T09:29:18.266" v="712" actId="1076"/>
        <pc:sldMkLst>
          <pc:docMk/>
          <pc:sldMk cId="0" sldId="935"/>
        </pc:sldMkLst>
      </pc:sldChg>
      <pc:sldChg chg="addSp delSp modSp mod modClrScheme chgLayout">
        <pc:chgData name="欣捷" userId="b965477fa0aef5e6" providerId="LiveId" clId="{F58CB589-EA88-41E9-89B9-70387DC4BAF4}" dt="2021-04-20T09:29:13.066" v="710" actId="1076"/>
        <pc:sldMkLst>
          <pc:docMk/>
          <pc:sldMk cId="0" sldId="936"/>
        </pc:sldMkLst>
      </pc:sldChg>
      <pc:sldChg chg="modSp mod chgLayout">
        <pc:chgData name="欣捷" userId="b965477fa0aef5e6" providerId="LiveId" clId="{F58CB589-EA88-41E9-89B9-70387DC4BAF4}" dt="2021-04-20T08:23:47.487" v="29" actId="700"/>
        <pc:sldMkLst>
          <pc:docMk/>
          <pc:sldMk cId="0" sldId="937"/>
        </pc:sldMkLst>
      </pc:sldChg>
      <pc:sldChg chg="addSp delSp modSp mod modClrScheme chgLayout">
        <pc:chgData name="欣捷" userId="b965477fa0aef5e6" providerId="LiveId" clId="{F58CB589-EA88-41E9-89B9-70387DC4BAF4}" dt="2021-04-20T09:29:05.674" v="709" actId="1076"/>
        <pc:sldMkLst>
          <pc:docMk/>
          <pc:sldMk cId="0" sldId="938"/>
        </pc:sldMkLst>
      </pc:sldChg>
      <pc:sldChg chg="modSp mod chgLayout">
        <pc:chgData name="欣捷" userId="b965477fa0aef5e6" providerId="LiveId" clId="{F58CB589-EA88-41E9-89B9-70387DC4BAF4}" dt="2021-04-20T08:23:54.789" v="30" actId="700"/>
        <pc:sldMkLst>
          <pc:docMk/>
          <pc:sldMk cId="0" sldId="939"/>
        </pc:sldMkLst>
      </pc:sldChg>
      <pc:sldChg chg="addSp delSp modSp mod modClrScheme chgLayout">
        <pc:chgData name="欣捷" userId="b965477fa0aef5e6" providerId="LiveId" clId="{F58CB589-EA88-41E9-89B9-70387DC4BAF4}" dt="2021-04-20T09:29:31.533" v="716" actId="1076"/>
        <pc:sldMkLst>
          <pc:docMk/>
          <pc:sldMk cId="0" sldId="940"/>
        </pc:sldMkLst>
      </pc:sldChg>
      <pc:sldChg chg="modSp mod chgLayout">
        <pc:chgData name="欣捷" userId="b965477fa0aef5e6" providerId="LiveId" clId="{F58CB589-EA88-41E9-89B9-70387DC4BAF4}" dt="2021-04-20T08:23:54.789" v="30" actId="700"/>
        <pc:sldMkLst>
          <pc:docMk/>
          <pc:sldMk cId="0" sldId="941"/>
        </pc:sldMkLst>
      </pc:sldChg>
      <pc:sldChg chg="addSp delSp modSp mod modClrScheme chgLayout">
        <pc:chgData name="欣捷" userId="b965477fa0aef5e6" providerId="LiveId" clId="{F58CB589-EA88-41E9-89B9-70387DC4BAF4}" dt="2021-04-20T09:29:55.767" v="720" actId="1076"/>
        <pc:sldMkLst>
          <pc:docMk/>
          <pc:sldMk cId="0" sldId="942"/>
        </pc:sldMkLst>
      </pc:sldChg>
      <pc:sldChg chg="addSp delSp modSp mod modClrScheme chgLayout">
        <pc:chgData name="欣捷" userId="b965477fa0aef5e6" providerId="LiveId" clId="{F58CB589-EA88-41E9-89B9-70387DC4BAF4}" dt="2021-04-20T09:30:03.602" v="724" actId="1076"/>
        <pc:sldMkLst>
          <pc:docMk/>
          <pc:sldMk cId="0" sldId="943"/>
        </pc:sldMkLst>
      </pc:sldChg>
      <pc:sldChg chg="addSp delSp modSp mod modClrScheme chgLayout">
        <pc:chgData name="欣捷" userId="b965477fa0aef5e6" providerId="LiveId" clId="{F58CB589-EA88-41E9-89B9-70387DC4BAF4}" dt="2021-04-20T09:30:13.214" v="728" actId="1076"/>
        <pc:sldMkLst>
          <pc:docMk/>
          <pc:sldMk cId="672076074" sldId="945"/>
        </pc:sldMkLst>
      </pc:sldChg>
      <pc:sldChg chg="addSp delSp modSp mod modClrScheme chgLayout">
        <pc:chgData name="欣捷" userId="b965477fa0aef5e6" providerId="LiveId" clId="{F58CB589-EA88-41E9-89B9-70387DC4BAF4}" dt="2021-04-20T09:30:22.742" v="732" actId="1076"/>
        <pc:sldMkLst>
          <pc:docMk/>
          <pc:sldMk cId="4090644917" sldId="946"/>
        </pc:sldMkLst>
      </pc:sldChg>
      <pc:sldChg chg="addSp delSp modSp mod modClrScheme chgLayout">
        <pc:chgData name="欣捷" userId="b965477fa0aef5e6" providerId="LiveId" clId="{F58CB589-EA88-41E9-89B9-70387DC4BAF4}" dt="2021-04-20T09:30:35.228" v="736" actId="1076"/>
        <pc:sldMkLst>
          <pc:docMk/>
          <pc:sldMk cId="0" sldId="947"/>
        </pc:sldMkLst>
      </pc:sldChg>
      <pc:sldChg chg="del">
        <pc:chgData name="欣捷" userId="b965477fa0aef5e6" providerId="LiveId" clId="{F58CB589-EA88-41E9-89B9-70387DC4BAF4}" dt="2021-04-20T09:30:56.176" v="737" actId="47"/>
        <pc:sldMkLst>
          <pc:docMk/>
          <pc:sldMk cId="0" sldId="948"/>
        </pc:sldMkLst>
      </pc:sldChg>
      <pc:sldChg chg="del">
        <pc:chgData name="欣捷" userId="b965477fa0aef5e6" providerId="LiveId" clId="{F58CB589-EA88-41E9-89B9-70387DC4BAF4}" dt="2021-04-20T09:30:56.176" v="737" actId="47"/>
        <pc:sldMkLst>
          <pc:docMk/>
          <pc:sldMk cId="0" sldId="949"/>
        </pc:sldMkLst>
      </pc:sldChg>
      <pc:sldChg chg="del">
        <pc:chgData name="欣捷" userId="b965477fa0aef5e6" providerId="LiveId" clId="{F58CB589-EA88-41E9-89B9-70387DC4BAF4}" dt="2021-04-20T09:30:56.176" v="737" actId="47"/>
        <pc:sldMkLst>
          <pc:docMk/>
          <pc:sldMk cId="0" sldId="950"/>
        </pc:sldMkLst>
      </pc:sldChg>
      <pc:sldChg chg="del">
        <pc:chgData name="欣捷" userId="b965477fa0aef5e6" providerId="LiveId" clId="{F58CB589-EA88-41E9-89B9-70387DC4BAF4}" dt="2021-04-20T09:30:56.176" v="737" actId="47"/>
        <pc:sldMkLst>
          <pc:docMk/>
          <pc:sldMk cId="0" sldId="951"/>
        </pc:sldMkLst>
      </pc:sldChg>
      <pc:sldChg chg="del">
        <pc:chgData name="欣捷" userId="b965477fa0aef5e6" providerId="LiveId" clId="{F58CB589-EA88-41E9-89B9-70387DC4BAF4}" dt="2021-04-20T09:30:56.176" v="737" actId="47"/>
        <pc:sldMkLst>
          <pc:docMk/>
          <pc:sldMk cId="0" sldId="952"/>
        </pc:sldMkLst>
      </pc:sldChg>
      <pc:sldChg chg="del">
        <pc:chgData name="欣捷" userId="b965477fa0aef5e6" providerId="LiveId" clId="{F58CB589-EA88-41E9-89B9-70387DC4BAF4}" dt="2021-04-20T09:30:56.176" v="737" actId="47"/>
        <pc:sldMkLst>
          <pc:docMk/>
          <pc:sldMk cId="0" sldId="953"/>
        </pc:sldMkLst>
      </pc:sldChg>
      <pc:sldChg chg="del">
        <pc:chgData name="欣捷" userId="b965477fa0aef5e6" providerId="LiveId" clId="{F58CB589-EA88-41E9-89B9-70387DC4BAF4}" dt="2021-04-20T09:30:56.176" v="737" actId="47"/>
        <pc:sldMkLst>
          <pc:docMk/>
          <pc:sldMk cId="0" sldId="954"/>
        </pc:sldMkLst>
      </pc:sldChg>
      <pc:sldChg chg="addSp delSp modSp mod modClrScheme chgLayout">
        <pc:chgData name="欣捷" userId="b965477fa0aef5e6" providerId="LiveId" clId="{F58CB589-EA88-41E9-89B9-70387DC4BAF4}" dt="2021-04-20T09:31:46.207" v="757" actId="6549"/>
        <pc:sldMkLst>
          <pc:docMk/>
          <pc:sldMk cId="2749480931" sldId="955"/>
        </pc:sldMkLst>
      </pc:sldChg>
      <pc:sldChg chg="modSp mod chgLayout">
        <pc:chgData name="欣捷" userId="b965477fa0aef5e6" providerId="LiveId" clId="{F58CB589-EA88-41E9-89B9-70387DC4BAF4}" dt="2021-04-20T08:23:39.727" v="28" actId="700"/>
        <pc:sldMkLst>
          <pc:docMk/>
          <pc:sldMk cId="0" sldId="962"/>
        </pc:sldMkLst>
      </pc:sldChg>
      <pc:sldChg chg="modSp mod chgLayout">
        <pc:chgData name="欣捷" userId="b965477fa0aef5e6" providerId="LiveId" clId="{F58CB589-EA88-41E9-89B9-70387DC4BAF4}" dt="2021-04-20T08:23:39.727" v="28" actId="700"/>
        <pc:sldMkLst>
          <pc:docMk/>
          <pc:sldMk cId="0" sldId="963"/>
        </pc:sldMkLst>
      </pc:sldChg>
      <pc:sldChg chg="modSp mod chgLayout">
        <pc:chgData name="欣捷" userId="b965477fa0aef5e6" providerId="LiveId" clId="{F58CB589-EA88-41E9-89B9-70387DC4BAF4}" dt="2021-04-20T08:23:47.487" v="29" actId="700"/>
        <pc:sldMkLst>
          <pc:docMk/>
          <pc:sldMk cId="0" sldId="964"/>
        </pc:sldMkLst>
      </pc:sldChg>
      <pc:sldChg chg="modSp mod chgLayout">
        <pc:chgData name="欣捷" userId="b965477fa0aef5e6" providerId="LiveId" clId="{F58CB589-EA88-41E9-89B9-70387DC4BAF4}" dt="2021-04-20T08:23:47.487" v="29" actId="700"/>
        <pc:sldMkLst>
          <pc:docMk/>
          <pc:sldMk cId="0" sldId="965"/>
        </pc:sldMkLst>
      </pc:sldChg>
      <pc:sldChg chg="modSp mod chgLayout">
        <pc:chgData name="欣捷" userId="b965477fa0aef5e6" providerId="LiveId" clId="{F58CB589-EA88-41E9-89B9-70387DC4BAF4}" dt="2021-04-20T08:23:54.789" v="30" actId="700"/>
        <pc:sldMkLst>
          <pc:docMk/>
          <pc:sldMk cId="0" sldId="966"/>
        </pc:sldMkLst>
      </pc:sldChg>
      <pc:sldChg chg="modSp mod chgLayout">
        <pc:chgData name="欣捷" userId="b965477fa0aef5e6" providerId="LiveId" clId="{F58CB589-EA88-41E9-89B9-70387DC4BAF4}" dt="2021-04-20T08:23:54.789" v="30" actId="700"/>
        <pc:sldMkLst>
          <pc:docMk/>
          <pc:sldMk cId="0" sldId="967"/>
        </pc:sldMkLst>
      </pc:sldChg>
      <pc:sldChg chg="modSp mod chgLayout">
        <pc:chgData name="欣捷" userId="b965477fa0aef5e6" providerId="LiveId" clId="{F58CB589-EA88-41E9-89B9-70387DC4BAF4}" dt="2021-04-20T08:23:54.789" v="30" actId="700"/>
        <pc:sldMkLst>
          <pc:docMk/>
          <pc:sldMk cId="0" sldId="968"/>
        </pc:sldMkLst>
      </pc:sldChg>
      <pc:sldChg chg="modSp mod chgLayout">
        <pc:chgData name="欣捷" userId="b965477fa0aef5e6" providerId="LiveId" clId="{F58CB589-EA88-41E9-89B9-70387DC4BAF4}" dt="2021-04-20T08:23:54.789" v="30" actId="700"/>
        <pc:sldMkLst>
          <pc:docMk/>
          <pc:sldMk cId="0" sldId="969"/>
        </pc:sldMkLst>
      </pc:sldChg>
      <pc:sldChg chg="modSp mod">
        <pc:chgData name="欣捷" userId="b965477fa0aef5e6" providerId="LiveId" clId="{F58CB589-EA88-41E9-89B9-70387DC4BAF4}" dt="2021-04-20T08:19:15.765" v="4" actId="403"/>
        <pc:sldMkLst>
          <pc:docMk/>
          <pc:sldMk cId="0" sldId="1029"/>
        </pc:sldMkLst>
      </pc:sldChg>
      <pc:sldChg chg="modSp mod">
        <pc:chgData name="欣捷" userId="b965477fa0aef5e6" providerId="LiveId" clId="{F58CB589-EA88-41E9-89B9-70387DC4BAF4}" dt="2021-04-20T08:19:27.321" v="5" actId="403"/>
        <pc:sldMkLst>
          <pc:docMk/>
          <pc:sldMk cId="0" sldId="1030"/>
        </pc:sldMkLst>
      </pc:sldChg>
      <pc:sldChg chg="modSp mod">
        <pc:chgData name="欣捷" userId="b965477fa0aef5e6" providerId="LiveId" clId="{F58CB589-EA88-41E9-89B9-70387DC4BAF4}" dt="2021-04-20T08:24:15.236" v="34" actId="207"/>
        <pc:sldMkLst>
          <pc:docMk/>
          <pc:sldMk cId="0" sldId="1037"/>
        </pc:sldMkLst>
      </pc:sldChg>
      <pc:sldChg chg="del">
        <pc:chgData name="欣捷" userId="b965477fa0aef5e6" providerId="LiveId" clId="{F58CB589-EA88-41E9-89B9-70387DC4BAF4}" dt="2021-04-20T09:32:41.428" v="761" actId="47"/>
        <pc:sldMkLst>
          <pc:docMk/>
          <pc:sldMk cId="0" sldId="1058"/>
        </pc:sldMkLst>
      </pc:sldChg>
      <pc:sldChg chg="modSp mod ord chgLayout">
        <pc:chgData name="欣捷" userId="b965477fa0aef5e6" providerId="LiveId" clId="{F58CB589-EA88-41E9-89B9-70387DC4BAF4}" dt="2021-04-20T09:12:15.268" v="475"/>
        <pc:sldMkLst>
          <pc:docMk/>
          <pc:sldMk cId="0" sldId="1080"/>
        </pc:sldMkLst>
      </pc:sldChg>
      <pc:sldChg chg="modSp mod ord chgLayout">
        <pc:chgData name="欣捷" userId="b965477fa0aef5e6" providerId="LiveId" clId="{F58CB589-EA88-41E9-89B9-70387DC4BAF4}" dt="2021-04-20T09:15:43.505" v="571" actId="113"/>
        <pc:sldMkLst>
          <pc:docMk/>
          <pc:sldMk cId="0" sldId="1081"/>
        </pc:sldMkLst>
      </pc:sldChg>
      <pc:sldChg chg="modSp mod chgLayout">
        <pc:chgData name="欣捷" userId="b965477fa0aef5e6" providerId="LiveId" clId="{F58CB589-EA88-41E9-89B9-70387DC4BAF4}" dt="2021-04-20T09:27:46.211" v="695" actId="403"/>
        <pc:sldMkLst>
          <pc:docMk/>
          <pc:sldMk cId="0" sldId="1082"/>
        </pc:sldMkLst>
      </pc:sldChg>
      <pc:sldChg chg="modSp mod chgLayout">
        <pc:chgData name="欣捷" userId="b965477fa0aef5e6" providerId="LiveId" clId="{F58CB589-EA88-41E9-89B9-70387DC4BAF4}" dt="2021-04-20T09:27:57.886" v="697" actId="207"/>
        <pc:sldMkLst>
          <pc:docMk/>
          <pc:sldMk cId="0" sldId="1083"/>
        </pc:sldMkLst>
      </pc:sldChg>
      <pc:sldChg chg="del">
        <pc:chgData name="欣捷" userId="b965477fa0aef5e6" providerId="LiveId" clId="{F58CB589-EA88-41E9-89B9-70387DC4BAF4}" dt="2021-04-20T08:21:42.117" v="22" actId="47"/>
        <pc:sldMkLst>
          <pc:docMk/>
          <pc:sldMk cId="0" sldId="1084"/>
        </pc:sldMkLst>
      </pc:sldChg>
      <pc:sldChg chg="modSp mod chgLayout">
        <pc:chgData name="欣捷" userId="b965477fa0aef5e6" providerId="LiveId" clId="{F58CB589-EA88-41E9-89B9-70387DC4BAF4}" dt="2021-04-20T08:24:31.308" v="36" actId="700"/>
        <pc:sldMkLst>
          <pc:docMk/>
          <pc:sldMk cId="0" sldId="1090"/>
        </pc:sldMkLst>
      </pc:sldChg>
      <pc:sldChg chg="modSp mod chgLayout">
        <pc:chgData name="欣捷" userId="b965477fa0aef5e6" providerId="LiveId" clId="{F58CB589-EA88-41E9-89B9-70387DC4BAF4}" dt="2021-04-20T09:32:19.053" v="758" actId="700"/>
        <pc:sldMkLst>
          <pc:docMk/>
          <pc:sldMk cId="0" sldId="1095"/>
        </pc:sldMkLst>
      </pc:sldChg>
      <pc:sldChg chg="modSp mod chgLayout">
        <pc:chgData name="欣捷" userId="b965477fa0aef5e6" providerId="LiveId" clId="{F58CB589-EA88-41E9-89B9-70387DC4BAF4}" dt="2021-04-20T09:32:36.730" v="760" actId="1076"/>
        <pc:sldMkLst>
          <pc:docMk/>
          <pc:sldMk cId="0" sldId="1106"/>
        </pc:sldMkLst>
      </pc:sldChg>
      <pc:sldChg chg="modSp mod modClrScheme chgLayout">
        <pc:chgData name="欣捷" userId="b965477fa0aef5e6" providerId="LiveId" clId="{F58CB589-EA88-41E9-89B9-70387DC4BAF4}" dt="2021-04-20T08:23:47.487" v="29" actId="700"/>
        <pc:sldMkLst>
          <pc:docMk/>
          <pc:sldMk cId="0" sldId="1110"/>
        </pc:sldMkLst>
      </pc:sldChg>
      <pc:sldChg chg="del">
        <pc:chgData name="欣捷" userId="b965477fa0aef5e6" providerId="LiveId" clId="{F58CB589-EA88-41E9-89B9-70387DC4BAF4}" dt="2021-04-20T08:43:18.183" v="316" actId="47"/>
        <pc:sldMkLst>
          <pc:docMk/>
          <pc:sldMk cId="0" sldId="1111"/>
        </pc:sldMkLst>
      </pc:sldChg>
      <pc:sldChg chg="del">
        <pc:chgData name="欣捷" userId="b965477fa0aef5e6" providerId="LiveId" clId="{F58CB589-EA88-41E9-89B9-70387DC4BAF4}" dt="2021-04-20T08:43:18.183" v="316" actId="47"/>
        <pc:sldMkLst>
          <pc:docMk/>
          <pc:sldMk cId="0" sldId="1112"/>
        </pc:sldMkLst>
      </pc:sldChg>
      <pc:sldChg chg="addSp delSp modSp mod modClrScheme chgLayout">
        <pc:chgData name="欣捷" userId="b965477fa0aef5e6" providerId="LiveId" clId="{F58CB589-EA88-41E9-89B9-70387DC4BAF4}" dt="2021-04-20T09:23:35.738" v="630" actId="1036"/>
        <pc:sldMkLst>
          <pc:docMk/>
          <pc:sldMk cId="0" sldId="1127"/>
        </pc:sldMkLst>
      </pc:sldChg>
      <pc:sldChg chg="del">
        <pc:chgData name="欣捷" userId="b965477fa0aef5e6" providerId="LiveId" clId="{F58CB589-EA88-41E9-89B9-70387DC4BAF4}" dt="2021-04-20T09:22:15.350" v="607" actId="47"/>
        <pc:sldMkLst>
          <pc:docMk/>
          <pc:sldMk cId="0" sldId="1128"/>
        </pc:sldMkLst>
      </pc:sldChg>
      <pc:sldChg chg="del">
        <pc:chgData name="欣捷" userId="b965477fa0aef5e6" providerId="LiveId" clId="{F58CB589-EA88-41E9-89B9-70387DC4BAF4}" dt="2021-04-20T09:25:36.833" v="639" actId="47"/>
        <pc:sldMkLst>
          <pc:docMk/>
          <pc:sldMk cId="0" sldId="1129"/>
        </pc:sldMkLst>
      </pc:sldChg>
      <pc:sldChg chg="del">
        <pc:chgData name="欣捷" userId="b965477fa0aef5e6" providerId="LiveId" clId="{F58CB589-EA88-41E9-89B9-70387DC4BAF4}" dt="2021-04-20T09:22:14.137" v="606" actId="47"/>
        <pc:sldMkLst>
          <pc:docMk/>
          <pc:sldMk cId="0" sldId="1130"/>
        </pc:sldMkLst>
      </pc:sldChg>
      <pc:sldChg chg="addSp delSp modSp mod modClrScheme modAnim chgLayout">
        <pc:chgData name="欣捷" userId="b965477fa0aef5e6" providerId="LiveId" clId="{F58CB589-EA88-41E9-89B9-70387DC4BAF4}" dt="2021-04-20T09:22:44.424" v="618" actId="6549"/>
        <pc:sldMkLst>
          <pc:docMk/>
          <pc:sldMk cId="0" sldId="1131"/>
        </pc:sldMkLst>
      </pc:sldChg>
      <pc:sldChg chg="del">
        <pc:chgData name="欣捷" userId="b965477fa0aef5e6" providerId="LiveId" clId="{F58CB589-EA88-41E9-89B9-70387DC4BAF4}" dt="2021-04-20T09:23:13.894" v="622" actId="47"/>
        <pc:sldMkLst>
          <pc:docMk/>
          <pc:sldMk cId="0" sldId="1132"/>
        </pc:sldMkLst>
      </pc:sldChg>
      <pc:sldChg chg="del">
        <pc:chgData name="欣捷" userId="b965477fa0aef5e6" providerId="LiveId" clId="{F58CB589-EA88-41E9-89B9-70387DC4BAF4}" dt="2021-04-20T09:25:37.789" v="640" actId="47"/>
        <pc:sldMkLst>
          <pc:docMk/>
          <pc:sldMk cId="0" sldId="1133"/>
        </pc:sldMkLst>
      </pc:sldChg>
      <pc:sldChg chg="addSp delSp modSp mod modClrScheme chgLayout">
        <pc:chgData name="欣捷" userId="b965477fa0aef5e6" providerId="LiveId" clId="{F58CB589-EA88-41E9-89B9-70387DC4BAF4}" dt="2021-04-20T09:27:02.367" v="678" actId="6549"/>
        <pc:sldMkLst>
          <pc:docMk/>
          <pc:sldMk cId="0" sldId="1134"/>
        </pc:sldMkLst>
      </pc:sldChg>
      <pc:sldChg chg="del">
        <pc:chgData name="欣捷" userId="b965477fa0aef5e6" providerId="LiveId" clId="{F58CB589-EA88-41E9-89B9-70387DC4BAF4}" dt="2021-04-20T09:25:38.455" v="641" actId="47"/>
        <pc:sldMkLst>
          <pc:docMk/>
          <pc:sldMk cId="0" sldId="1135"/>
        </pc:sldMkLst>
      </pc:sldChg>
      <pc:sldChg chg="del">
        <pc:chgData name="欣捷" userId="b965477fa0aef5e6" providerId="LiveId" clId="{F58CB589-EA88-41E9-89B9-70387DC4BAF4}" dt="2021-04-20T09:25:39.106" v="642" actId="47"/>
        <pc:sldMkLst>
          <pc:docMk/>
          <pc:sldMk cId="0" sldId="1136"/>
        </pc:sldMkLst>
      </pc:sldChg>
      <pc:sldChg chg="del">
        <pc:chgData name="欣捷" userId="b965477fa0aef5e6" providerId="LiveId" clId="{F58CB589-EA88-41E9-89B9-70387DC4BAF4}" dt="2021-04-20T09:25:39.786" v="643" actId="47"/>
        <pc:sldMkLst>
          <pc:docMk/>
          <pc:sldMk cId="0" sldId="1137"/>
        </pc:sldMkLst>
      </pc:sldChg>
      <pc:sldChg chg="delSp modSp mod modClrScheme chgLayout">
        <pc:chgData name="欣捷" userId="b965477fa0aef5e6" providerId="LiveId" clId="{F58CB589-EA88-41E9-89B9-70387DC4BAF4}" dt="2021-04-20T08:24:26.586" v="35" actId="700"/>
        <pc:sldMkLst>
          <pc:docMk/>
          <pc:sldMk cId="0" sldId="1138"/>
        </pc:sldMkLst>
      </pc:sldChg>
      <pc:sldChg chg="modSp add mod">
        <pc:chgData name="欣捷" userId="b965477fa0aef5e6" providerId="LiveId" clId="{F58CB589-EA88-41E9-89B9-70387DC4BAF4}" dt="2021-04-20T09:06:56.490" v="327" actId="20577"/>
        <pc:sldMkLst>
          <pc:docMk/>
          <pc:sldMk cId="516213771" sldId="1139"/>
        </pc:sldMkLst>
      </pc:sldChg>
      <pc:sldChg chg="addSp delSp modSp add del mod modClrScheme chgLayout">
        <pc:chgData name="欣捷" userId="b965477fa0aef5e6" providerId="LiveId" clId="{F58CB589-EA88-41E9-89B9-70387DC4BAF4}" dt="2021-04-20T09:24:36.270" v="634" actId="47"/>
        <pc:sldMkLst>
          <pc:docMk/>
          <pc:sldMk cId="2084196931" sldId="1140"/>
        </pc:sldMkLst>
      </pc:sldChg>
      <pc:sldChg chg="addSp delSp modSp add del mod">
        <pc:chgData name="欣捷" userId="b965477fa0aef5e6" providerId="LiveId" clId="{F58CB589-EA88-41E9-89B9-70387DC4BAF4}" dt="2021-04-20T08:31:51.743" v="129" actId="47"/>
        <pc:sldMkLst>
          <pc:docMk/>
          <pc:sldMk cId="3335640676" sldId="1140"/>
        </pc:sldMkLst>
      </pc:sldChg>
      <pc:sldChg chg="modSp add mod">
        <pc:chgData name="欣捷" userId="b965477fa0aef5e6" providerId="LiveId" clId="{F58CB589-EA88-41E9-89B9-70387DC4BAF4}" dt="2021-04-20T09:06:39.328" v="324" actId="113"/>
        <pc:sldMkLst>
          <pc:docMk/>
          <pc:sldMk cId="406512071" sldId="1141"/>
        </pc:sldMkLst>
      </pc:sldChg>
      <pc:sldChg chg="modSp new mod modAnim">
        <pc:chgData name="欣捷" userId="b965477fa0aef5e6" providerId="LiveId" clId="{F58CB589-EA88-41E9-89B9-70387DC4BAF4}" dt="2021-04-20T09:12:09.602" v="473"/>
        <pc:sldMkLst>
          <pc:docMk/>
          <pc:sldMk cId="1844201406" sldId="1142"/>
        </pc:sldMkLst>
      </pc:sldChg>
      <pc:sldChg chg="modSp add mod">
        <pc:chgData name="欣捷" userId="b965477fa0aef5e6" providerId="LiveId" clId="{F58CB589-EA88-41E9-89B9-70387DC4BAF4}" dt="2021-04-20T09:22:54.495" v="619" actId="6549"/>
        <pc:sldMkLst>
          <pc:docMk/>
          <pc:sldMk cId="3037729556" sldId="1143"/>
        </pc:sldMkLst>
      </pc:sldChg>
      <pc:sldChg chg="add">
        <pc:chgData name="欣捷" userId="b965477fa0aef5e6" providerId="LiveId" clId="{F58CB589-EA88-41E9-89B9-70387DC4BAF4}" dt="2021-04-20T09:22:19.763" v="609"/>
        <pc:sldMkLst>
          <pc:docMk/>
          <pc:sldMk cId="546972322" sldId="1144"/>
        </pc:sldMkLst>
      </pc:sldChg>
      <pc:sldChg chg="modSp add">
        <pc:chgData name="欣捷" userId="b965477fa0aef5e6" providerId="LiveId" clId="{F58CB589-EA88-41E9-89B9-70387DC4BAF4}" dt="2021-04-20T09:23:11.343" v="621"/>
        <pc:sldMkLst>
          <pc:docMk/>
          <pc:sldMk cId="4223351651" sldId="1145"/>
        </pc:sldMkLst>
      </pc:sldChg>
      <pc:sldChg chg="modSp add mod">
        <pc:chgData name="欣捷" userId="b965477fa0aef5e6" providerId="LiveId" clId="{F58CB589-EA88-41E9-89B9-70387DC4BAF4}" dt="2021-04-20T09:27:13.884" v="685" actId="20577"/>
        <pc:sldMkLst>
          <pc:docMk/>
          <pc:sldMk cId="1246412149" sldId="1146"/>
        </pc:sldMkLst>
      </pc:sldChg>
      <pc:sldChg chg="modSp add mod">
        <pc:chgData name="欣捷" userId="b965477fa0aef5e6" providerId="LiveId" clId="{F58CB589-EA88-41E9-89B9-70387DC4BAF4}" dt="2021-04-20T09:27:18.394" v="687" actId="20577"/>
        <pc:sldMkLst>
          <pc:docMk/>
          <pc:sldMk cId="1563518926" sldId="1147"/>
        </pc:sldMkLst>
      </pc:sldChg>
      <pc:sldChg chg="modSp add mod">
        <pc:chgData name="欣捷" userId="b965477fa0aef5e6" providerId="LiveId" clId="{F58CB589-EA88-41E9-89B9-70387DC4BAF4}" dt="2021-04-20T09:27:22.409" v="689" actId="20577"/>
        <pc:sldMkLst>
          <pc:docMk/>
          <pc:sldMk cId="3006853834" sldId="1148"/>
        </pc:sldMkLst>
      </pc:sldChg>
      <pc:sldChg chg="modSp add mod">
        <pc:chgData name="欣捷" userId="b965477fa0aef5e6" providerId="LiveId" clId="{F58CB589-EA88-41E9-89B9-70387DC4BAF4}" dt="2021-04-20T09:27:26.586" v="691" actId="20577"/>
        <pc:sldMkLst>
          <pc:docMk/>
          <pc:sldMk cId="2869246556" sldId="1149"/>
        </pc:sldMkLst>
      </pc:sldChg>
      <pc:sldChg chg="modSp add mod">
        <pc:chgData name="欣捷" userId="b965477fa0aef5e6" providerId="LiveId" clId="{F58CB589-EA88-41E9-89B9-70387DC4BAF4}" dt="2021-04-20T09:27:31.804" v="693" actId="20577"/>
        <pc:sldMkLst>
          <pc:docMk/>
          <pc:sldMk cId="500657596" sldId="1150"/>
        </pc:sldMkLst>
      </pc:sldChg>
      <pc:sldChg chg="modSp add mod">
        <pc:chgData name="欣捷" userId="b965477fa0aef5e6" providerId="LiveId" clId="{F58CB589-EA88-41E9-89B9-70387DC4BAF4}" dt="2021-04-20T09:27:37.737" v="694" actId="20577"/>
        <pc:sldMkLst>
          <pc:docMk/>
          <pc:sldMk cId="3962178428" sldId="1151"/>
        </pc:sldMkLst>
      </pc:sldChg>
      <pc:sldChg chg="modSp add mod">
        <pc:chgData name="欣捷" userId="b965477fa0aef5e6" providerId="LiveId" clId="{F58CB589-EA88-41E9-89B9-70387DC4BAF4}" dt="2021-04-20T09:31:43.160" v="756" actId="6549"/>
        <pc:sldMkLst>
          <pc:docMk/>
          <pc:sldMk cId="389650025" sldId="1152"/>
        </pc:sldMkLst>
      </pc:sldChg>
      <pc:sldChg chg="modSp add mod">
        <pc:chgData name="欣捷" userId="b965477fa0aef5e6" providerId="LiveId" clId="{F58CB589-EA88-41E9-89B9-70387DC4BAF4}" dt="2021-04-20T09:31:40.862" v="755" actId="6549"/>
        <pc:sldMkLst>
          <pc:docMk/>
          <pc:sldMk cId="235929361" sldId="1153"/>
        </pc:sldMkLst>
      </pc:sldChg>
      <pc:sldChg chg="modSp add mod">
        <pc:chgData name="欣捷" userId="b965477fa0aef5e6" providerId="LiveId" clId="{F58CB589-EA88-41E9-89B9-70387DC4BAF4}" dt="2021-04-20T09:31:38.269" v="754" actId="6549"/>
        <pc:sldMkLst>
          <pc:docMk/>
          <pc:sldMk cId="4207039851" sldId="1154"/>
        </pc:sldMkLst>
      </pc:sldChg>
      <pc:sldChg chg="modSp add mod">
        <pc:chgData name="欣捷" userId="b965477fa0aef5e6" providerId="LiveId" clId="{F58CB589-EA88-41E9-89B9-70387DC4BAF4}" dt="2021-04-20T09:31:35.597" v="753" actId="6549"/>
        <pc:sldMkLst>
          <pc:docMk/>
          <pc:sldMk cId="77711967" sldId="1155"/>
        </pc:sldMkLst>
      </pc:sldChg>
      <pc:sldChg chg="modSp add mod">
        <pc:chgData name="欣捷" userId="b965477fa0aef5e6" providerId="LiveId" clId="{F58CB589-EA88-41E9-89B9-70387DC4BAF4}" dt="2021-04-20T09:31:33.341" v="752" actId="6549"/>
        <pc:sldMkLst>
          <pc:docMk/>
          <pc:sldMk cId="1749343738" sldId="1156"/>
        </pc:sldMkLst>
      </pc:sldChg>
      <pc:sldChg chg="modSp add mod">
        <pc:chgData name="欣捷" userId="b965477fa0aef5e6" providerId="LiveId" clId="{F58CB589-EA88-41E9-89B9-70387DC4BAF4}" dt="2021-04-20T09:31:30.622" v="751" actId="6549"/>
        <pc:sldMkLst>
          <pc:docMk/>
          <pc:sldMk cId="3747700626" sldId="1157"/>
        </pc:sldMkLst>
      </pc:sldChg>
      <pc:sldChg chg="modSp add mod">
        <pc:chgData name="欣捷" userId="b965477fa0aef5e6" providerId="LiveId" clId="{F58CB589-EA88-41E9-89B9-70387DC4BAF4}" dt="2021-04-20T09:31:27.771" v="750" actId="6549"/>
        <pc:sldMkLst>
          <pc:docMk/>
          <pc:sldMk cId="2813883607" sldId="1158"/>
        </pc:sldMkLst>
      </pc:sldChg>
    </pc:docChg>
  </pc:docChgLst>
  <pc:docChgLst>
    <pc:chgData name="王 欣捷" userId="b965477fa0aef5e6" providerId="LiveId" clId="{6B25E3A0-8D13-427B-91C6-98F6CF017510}"/>
    <pc:docChg chg="undo redo custSel addSld delSld modSld sldOrd">
      <pc:chgData name="王 欣捷" userId="b965477fa0aef5e6" providerId="LiveId" clId="{6B25E3A0-8D13-427B-91C6-98F6CF017510}" dt="2021-04-20T14:19:47.465" v="1513" actId="20577"/>
      <pc:docMkLst>
        <pc:docMk/>
      </pc:docMkLst>
      <pc:sldChg chg="del">
        <pc:chgData name="王 欣捷" userId="b965477fa0aef5e6" providerId="LiveId" clId="{6B25E3A0-8D13-427B-91C6-98F6CF017510}" dt="2021-04-20T13:08:17.013" v="389" actId="47"/>
        <pc:sldMkLst>
          <pc:docMk/>
          <pc:sldMk cId="0" sldId="935"/>
        </pc:sldMkLst>
      </pc:sldChg>
      <pc:sldChg chg="del">
        <pc:chgData name="王 欣捷" userId="b965477fa0aef5e6" providerId="LiveId" clId="{6B25E3A0-8D13-427B-91C6-98F6CF017510}" dt="2021-04-20T13:08:18.638" v="390" actId="47"/>
        <pc:sldMkLst>
          <pc:docMk/>
          <pc:sldMk cId="0" sldId="936"/>
        </pc:sldMkLst>
      </pc:sldChg>
      <pc:sldChg chg="del">
        <pc:chgData name="王 欣捷" userId="b965477fa0aef5e6" providerId="LiveId" clId="{6B25E3A0-8D13-427B-91C6-98F6CF017510}" dt="2021-04-20T13:55:36.044" v="1045" actId="47"/>
        <pc:sldMkLst>
          <pc:docMk/>
          <pc:sldMk cId="0" sldId="938"/>
        </pc:sldMkLst>
      </pc:sldChg>
      <pc:sldChg chg="del">
        <pc:chgData name="王 欣捷" userId="b965477fa0aef5e6" providerId="LiveId" clId="{6B25E3A0-8D13-427B-91C6-98F6CF017510}" dt="2021-04-20T14:09:57.154" v="1318" actId="47"/>
        <pc:sldMkLst>
          <pc:docMk/>
          <pc:sldMk cId="0" sldId="940"/>
        </pc:sldMkLst>
      </pc:sldChg>
      <pc:sldChg chg="del">
        <pc:chgData name="王 欣捷" userId="b965477fa0aef5e6" providerId="LiveId" clId="{6B25E3A0-8D13-427B-91C6-98F6CF017510}" dt="2021-04-20T14:13:44.761" v="1393" actId="47"/>
        <pc:sldMkLst>
          <pc:docMk/>
          <pc:sldMk cId="0" sldId="942"/>
        </pc:sldMkLst>
      </pc:sldChg>
      <pc:sldChg chg="add del">
        <pc:chgData name="王 欣捷" userId="b965477fa0aef5e6" providerId="LiveId" clId="{6B25E3A0-8D13-427B-91C6-98F6CF017510}" dt="2021-04-20T14:13:45.610" v="1394" actId="47"/>
        <pc:sldMkLst>
          <pc:docMk/>
          <pc:sldMk cId="0" sldId="943"/>
        </pc:sldMkLst>
      </pc:sldChg>
      <pc:sldChg chg="del">
        <pc:chgData name="王 欣捷" userId="b965477fa0aef5e6" providerId="LiveId" clId="{6B25E3A0-8D13-427B-91C6-98F6CF017510}" dt="2021-04-20T14:16:03.024" v="1439" actId="47"/>
        <pc:sldMkLst>
          <pc:docMk/>
          <pc:sldMk cId="672076074" sldId="945"/>
        </pc:sldMkLst>
      </pc:sldChg>
      <pc:sldChg chg="del">
        <pc:chgData name="王 欣捷" userId="b965477fa0aef5e6" providerId="LiveId" clId="{6B25E3A0-8D13-427B-91C6-98F6CF017510}" dt="2021-04-20T14:19:07.930" v="1512" actId="47"/>
        <pc:sldMkLst>
          <pc:docMk/>
          <pc:sldMk cId="4090644917" sldId="946"/>
        </pc:sldMkLst>
      </pc:sldChg>
      <pc:sldChg chg="del">
        <pc:chgData name="王 欣捷" userId="b965477fa0aef5e6" providerId="LiveId" clId="{6B25E3A0-8D13-427B-91C6-98F6CF017510}" dt="2021-04-20T14:19:07.930" v="1512" actId="47"/>
        <pc:sldMkLst>
          <pc:docMk/>
          <pc:sldMk cId="0" sldId="947"/>
        </pc:sldMkLst>
      </pc:sldChg>
      <pc:sldChg chg="del">
        <pc:chgData name="王 欣捷" userId="b965477fa0aef5e6" providerId="LiveId" clId="{6B25E3A0-8D13-427B-91C6-98F6CF017510}" dt="2021-04-20T13:13:57.132" v="426" actId="47"/>
        <pc:sldMkLst>
          <pc:docMk/>
          <pc:sldMk cId="2749480931" sldId="955"/>
        </pc:sldMkLst>
      </pc:sldChg>
      <pc:sldChg chg="del">
        <pc:chgData name="王 欣捷" userId="b965477fa0aef5e6" providerId="LiveId" clId="{6B25E3A0-8D13-427B-91C6-98F6CF017510}" dt="2021-04-20T13:14:23.567" v="427" actId="47"/>
        <pc:sldMkLst>
          <pc:docMk/>
          <pc:sldMk cId="0" sldId="956"/>
        </pc:sldMkLst>
      </pc:sldChg>
      <pc:sldChg chg="del">
        <pc:chgData name="王 欣捷" userId="b965477fa0aef5e6" providerId="LiveId" clId="{6B25E3A0-8D13-427B-91C6-98F6CF017510}" dt="2021-04-20T13:14:23.567" v="427" actId="47"/>
        <pc:sldMkLst>
          <pc:docMk/>
          <pc:sldMk cId="0" sldId="957"/>
        </pc:sldMkLst>
      </pc:sldChg>
      <pc:sldChg chg="del">
        <pc:chgData name="王 欣捷" userId="b965477fa0aef5e6" providerId="LiveId" clId="{6B25E3A0-8D13-427B-91C6-98F6CF017510}" dt="2021-04-20T13:14:23.567" v="427" actId="47"/>
        <pc:sldMkLst>
          <pc:docMk/>
          <pc:sldMk cId="2100743063" sldId="958"/>
        </pc:sldMkLst>
      </pc:sldChg>
      <pc:sldChg chg="del">
        <pc:chgData name="王 欣捷" userId="b965477fa0aef5e6" providerId="LiveId" clId="{6B25E3A0-8D13-427B-91C6-98F6CF017510}" dt="2021-04-20T13:14:23.567" v="427" actId="47"/>
        <pc:sldMkLst>
          <pc:docMk/>
          <pc:sldMk cId="0" sldId="959"/>
        </pc:sldMkLst>
      </pc:sldChg>
      <pc:sldChg chg="addSp delSp modSp mod modClrScheme modAnim chgLayout">
        <pc:chgData name="王 欣捷" userId="b965477fa0aef5e6" providerId="LiveId" clId="{6B25E3A0-8D13-427B-91C6-98F6CF017510}" dt="2021-04-20T13:16:49.922" v="491"/>
        <pc:sldMkLst>
          <pc:docMk/>
          <pc:sldMk cId="0" sldId="960"/>
        </pc:sldMkLst>
      </pc:sldChg>
      <pc:sldChg chg="addSp delSp modSp mod chgLayout">
        <pc:chgData name="王 欣捷" userId="b965477fa0aef5e6" providerId="LiveId" clId="{6B25E3A0-8D13-427B-91C6-98F6CF017510}" dt="2021-04-20T13:47:13.753" v="879" actId="113"/>
        <pc:sldMkLst>
          <pc:docMk/>
          <pc:sldMk cId="0" sldId="962"/>
        </pc:sldMkLst>
      </pc:sldChg>
      <pc:sldChg chg="del ord">
        <pc:chgData name="王 欣捷" userId="b965477fa0aef5e6" providerId="LiveId" clId="{6B25E3A0-8D13-427B-91C6-98F6CF017510}" dt="2021-04-20T13:46:29.446" v="864" actId="47"/>
        <pc:sldMkLst>
          <pc:docMk/>
          <pc:sldMk cId="0" sldId="963"/>
        </pc:sldMkLst>
      </pc:sldChg>
      <pc:sldChg chg="del">
        <pc:chgData name="王 欣捷" userId="b965477fa0aef5e6" providerId="LiveId" clId="{6B25E3A0-8D13-427B-91C6-98F6CF017510}" dt="2021-04-20T13:50:56.886" v="927" actId="47"/>
        <pc:sldMkLst>
          <pc:docMk/>
          <pc:sldMk cId="0" sldId="964"/>
        </pc:sldMkLst>
      </pc:sldChg>
      <pc:sldChg chg="del">
        <pc:chgData name="王 欣捷" userId="b965477fa0aef5e6" providerId="LiveId" clId="{6B25E3A0-8D13-427B-91C6-98F6CF017510}" dt="2021-04-20T13:50:56.886" v="927" actId="47"/>
        <pc:sldMkLst>
          <pc:docMk/>
          <pc:sldMk cId="0" sldId="965"/>
        </pc:sldMkLst>
      </pc:sldChg>
      <pc:sldChg chg="del">
        <pc:chgData name="王 欣捷" userId="b965477fa0aef5e6" providerId="LiveId" clId="{6B25E3A0-8D13-427B-91C6-98F6CF017510}" dt="2021-04-20T13:57:42.299" v="1078" actId="47"/>
        <pc:sldMkLst>
          <pc:docMk/>
          <pc:sldMk cId="0" sldId="966"/>
        </pc:sldMkLst>
      </pc:sldChg>
      <pc:sldChg chg="del">
        <pc:chgData name="王 欣捷" userId="b965477fa0aef5e6" providerId="LiveId" clId="{6B25E3A0-8D13-427B-91C6-98F6CF017510}" dt="2021-04-20T13:57:42.299" v="1078" actId="47"/>
        <pc:sldMkLst>
          <pc:docMk/>
          <pc:sldMk cId="0" sldId="967"/>
        </pc:sldMkLst>
      </pc:sldChg>
      <pc:sldChg chg="del">
        <pc:chgData name="王 欣捷" userId="b965477fa0aef5e6" providerId="LiveId" clId="{6B25E3A0-8D13-427B-91C6-98F6CF017510}" dt="2021-04-20T14:10:55.281" v="1324" actId="47"/>
        <pc:sldMkLst>
          <pc:docMk/>
          <pc:sldMk cId="0" sldId="968"/>
        </pc:sldMkLst>
      </pc:sldChg>
      <pc:sldChg chg="del">
        <pc:chgData name="王 欣捷" userId="b965477fa0aef5e6" providerId="LiveId" clId="{6B25E3A0-8D13-427B-91C6-98F6CF017510}" dt="2021-04-20T14:10:55.281" v="1324" actId="47"/>
        <pc:sldMkLst>
          <pc:docMk/>
          <pc:sldMk cId="0" sldId="969"/>
        </pc:sldMkLst>
      </pc:sldChg>
      <pc:sldChg chg="del">
        <pc:chgData name="王 欣捷" userId="b965477fa0aef5e6" providerId="LiveId" clId="{6B25E3A0-8D13-427B-91C6-98F6CF017510}" dt="2021-04-20T14:14:04.852" v="1396" actId="47"/>
        <pc:sldMkLst>
          <pc:docMk/>
          <pc:sldMk cId="0" sldId="971"/>
        </pc:sldMkLst>
      </pc:sldChg>
      <pc:sldChg chg="modSp mod">
        <pc:chgData name="王 欣捷" userId="b965477fa0aef5e6" providerId="LiveId" clId="{6B25E3A0-8D13-427B-91C6-98F6CF017510}" dt="2021-04-20T13:22:53.797" v="527" actId="113"/>
        <pc:sldMkLst>
          <pc:docMk/>
          <pc:sldMk cId="0" sldId="1080"/>
        </pc:sldMkLst>
      </pc:sldChg>
      <pc:sldChg chg="modSp mod">
        <pc:chgData name="王 欣捷" userId="b965477fa0aef5e6" providerId="LiveId" clId="{6B25E3A0-8D13-427B-91C6-98F6CF017510}" dt="2021-04-20T13:17:08.689" v="492" actId="2710"/>
        <pc:sldMkLst>
          <pc:docMk/>
          <pc:sldMk cId="0" sldId="1090"/>
        </pc:sldMkLst>
      </pc:sldChg>
      <pc:sldChg chg="modSp mod chgLayout">
        <pc:chgData name="王 欣捷" userId="b965477fa0aef5e6" providerId="LiveId" clId="{6B25E3A0-8D13-427B-91C6-98F6CF017510}" dt="2021-04-20T13:17:45.153" v="497" actId="207"/>
        <pc:sldMkLst>
          <pc:docMk/>
          <pc:sldMk cId="0" sldId="1092"/>
        </pc:sldMkLst>
      </pc:sldChg>
      <pc:sldChg chg="modSp mod chgLayout">
        <pc:chgData name="王 欣捷" userId="b965477fa0aef5e6" providerId="LiveId" clId="{6B25E3A0-8D13-427B-91C6-98F6CF017510}" dt="2021-04-20T13:18:26.576" v="507" actId="207"/>
        <pc:sldMkLst>
          <pc:docMk/>
          <pc:sldMk cId="0" sldId="1093"/>
        </pc:sldMkLst>
      </pc:sldChg>
      <pc:sldChg chg="modSp mod">
        <pc:chgData name="王 欣捷" userId="b965477fa0aef5e6" providerId="LiveId" clId="{6B25E3A0-8D13-427B-91C6-98F6CF017510}" dt="2021-04-20T13:21:17.780" v="520" actId="2711"/>
        <pc:sldMkLst>
          <pc:docMk/>
          <pc:sldMk cId="0" sldId="1094"/>
        </pc:sldMkLst>
      </pc:sldChg>
      <pc:sldChg chg="modSp mod">
        <pc:chgData name="王 欣捷" userId="b965477fa0aef5e6" providerId="LiveId" clId="{6B25E3A0-8D13-427B-91C6-98F6CF017510}" dt="2021-04-20T13:20:58.834" v="519" actId="2711"/>
        <pc:sldMkLst>
          <pc:docMk/>
          <pc:sldMk cId="0" sldId="1096"/>
        </pc:sldMkLst>
      </pc:sldChg>
      <pc:sldChg chg="modSp mod">
        <pc:chgData name="王 欣捷" userId="b965477fa0aef5e6" providerId="LiveId" clId="{6B25E3A0-8D13-427B-91C6-98F6CF017510}" dt="2021-04-20T13:21:27" v="521" actId="2711"/>
        <pc:sldMkLst>
          <pc:docMk/>
          <pc:sldMk cId="0" sldId="1097"/>
        </pc:sldMkLst>
      </pc:sldChg>
      <pc:sldChg chg="modSp">
        <pc:chgData name="王 欣捷" userId="b965477fa0aef5e6" providerId="LiveId" clId="{6B25E3A0-8D13-427B-91C6-98F6CF017510}" dt="2021-04-20T14:19:47.465" v="1513" actId="20577"/>
        <pc:sldMkLst>
          <pc:docMk/>
          <pc:sldMk cId="0" sldId="1100"/>
        </pc:sldMkLst>
      </pc:sldChg>
      <pc:sldChg chg="modSp mod">
        <pc:chgData name="王 欣捷" userId="b965477fa0aef5e6" providerId="LiveId" clId="{6B25E3A0-8D13-427B-91C6-98F6CF017510}" dt="2021-04-20T13:22:13.687" v="523" actId="207"/>
        <pc:sldMkLst>
          <pc:docMk/>
          <pc:sldMk cId="0" sldId="1105"/>
        </pc:sldMkLst>
      </pc:sldChg>
      <pc:sldChg chg="modSp mod">
        <pc:chgData name="王 欣捷" userId="b965477fa0aef5e6" providerId="LiveId" clId="{6B25E3A0-8D13-427B-91C6-98F6CF017510}" dt="2021-04-20T13:22:27.178" v="526" actId="113"/>
        <pc:sldMkLst>
          <pc:docMk/>
          <pc:sldMk cId="0" sldId="1106"/>
        </pc:sldMkLst>
      </pc:sldChg>
      <pc:sldChg chg="del">
        <pc:chgData name="王 欣捷" userId="b965477fa0aef5e6" providerId="LiveId" clId="{6B25E3A0-8D13-427B-91C6-98F6CF017510}" dt="2021-04-20T12:53:00.742" v="214" actId="47"/>
        <pc:sldMkLst>
          <pc:docMk/>
          <pc:sldMk cId="0" sldId="1108"/>
        </pc:sldMkLst>
      </pc:sldChg>
      <pc:sldChg chg="del">
        <pc:chgData name="王 欣捷" userId="b965477fa0aef5e6" providerId="LiveId" clId="{6B25E3A0-8D13-427B-91C6-98F6CF017510}" dt="2021-04-20T12:53:02.021" v="215" actId="47"/>
        <pc:sldMkLst>
          <pc:docMk/>
          <pc:sldMk cId="0" sldId="1109"/>
        </pc:sldMkLst>
      </pc:sldChg>
      <pc:sldChg chg="modSp mod">
        <pc:chgData name="王 欣捷" userId="b965477fa0aef5e6" providerId="LiveId" clId="{6B25E3A0-8D13-427B-91C6-98F6CF017510}" dt="2021-04-20T13:48:04.755" v="885" actId="207"/>
        <pc:sldMkLst>
          <pc:docMk/>
          <pc:sldMk cId="0" sldId="1110"/>
        </pc:sldMkLst>
      </pc:sldChg>
      <pc:sldChg chg="addSp delSp modSp mod modAnim">
        <pc:chgData name="王 欣捷" userId="b965477fa0aef5e6" providerId="LiveId" clId="{6B25E3A0-8D13-427B-91C6-98F6CF017510}" dt="2021-04-20T12:51:49.274" v="212" actId="478"/>
        <pc:sldMkLst>
          <pc:docMk/>
          <pc:sldMk cId="0" sldId="1127"/>
        </pc:sldMkLst>
      </pc:sldChg>
      <pc:sldChg chg="del">
        <pc:chgData name="王 欣捷" userId="b965477fa0aef5e6" providerId="LiveId" clId="{6B25E3A0-8D13-427B-91C6-98F6CF017510}" dt="2021-04-20T12:40:48.963" v="60" actId="47"/>
        <pc:sldMkLst>
          <pc:docMk/>
          <pc:sldMk cId="0" sldId="1131"/>
        </pc:sldMkLst>
      </pc:sldChg>
      <pc:sldChg chg="del">
        <pc:chgData name="王 欣捷" userId="b965477fa0aef5e6" providerId="LiveId" clId="{6B25E3A0-8D13-427B-91C6-98F6CF017510}" dt="2021-04-20T12:45:30.807" v="127" actId="47"/>
        <pc:sldMkLst>
          <pc:docMk/>
          <pc:sldMk cId="0" sldId="1134"/>
        </pc:sldMkLst>
      </pc:sldChg>
      <pc:sldChg chg="modSp mod">
        <pc:chgData name="王 欣捷" userId="b965477fa0aef5e6" providerId="LiveId" clId="{6B25E3A0-8D13-427B-91C6-98F6CF017510}" dt="2021-04-20T13:25:06.203" v="565" actId="1076"/>
        <pc:sldMkLst>
          <pc:docMk/>
          <pc:sldMk cId="0" sldId="1138"/>
        </pc:sldMkLst>
      </pc:sldChg>
      <pc:sldChg chg="del">
        <pc:chgData name="王 欣捷" userId="b965477fa0aef5e6" providerId="LiveId" clId="{6B25E3A0-8D13-427B-91C6-98F6CF017510}" dt="2021-04-20T12:40:48.963" v="60" actId="47"/>
        <pc:sldMkLst>
          <pc:docMk/>
          <pc:sldMk cId="3037729556" sldId="1143"/>
        </pc:sldMkLst>
      </pc:sldChg>
      <pc:sldChg chg="del">
        <pc:chgData name="王 欣捷" userId="b965477fa0aef5e6" providerId="LiveId" clId="{6B25E3A0-8D13-427B-91C6-98F6CF017510}" dt="2021-04-20T12:40:48.963" v="60" actId="47"/>
        <pc:sldMkLst>
          <pc:docMk/>
          <pc:sldMk cId="546972322" sldId="1144"/>
        </pc:sldMkLst>
      </pc:sldChg>
      <pc:sldChg chg="addSp delSp modSp mod modAnim">
        <pc:chgData name="王 欣捷" userId="b965477fa0aef5e6" providerId="LiveId" clId="{6B25E3A0-8D13-427B-91C6-98F6CF017510}" dt="2021-04-20T12:48:37.970" v="153"/>
        <pc:sldMkLst>
          <pc:docMk/>
          <pc:sldMk cId="4223351651" sldId="1145"/>
        </pc:sldMkLst>
      </pc:sldChg>
      <pc:sldChg chg="del">
        <pc:chgData name="王 欣捷" userId="b965477fa0aef5e6" providerId="LiveId" clId="{6B25E3A0-8D13-427B-91C6-98F6CF017510}" dt="2021-04-20T12:45:30.807" v="127" actId="47"/>
        <pc:sldMkLst>
          <pc:docMk/>
          <pc:sldMk cId="1246412149" sldId="1146"/>
        </pc:sldMkLst>
      </pc:sldChg>
      <pc:sldChg chg="del">
        <pc:chgData name="王 欣捷" userId="b965477fa0aef5e6" providerId="LiveId" clId="{6B25E3A0-8D13-427B-91C6-98F6CF017510}" dt="2021-04-20T12:45:30.807" v="127" actId="47"/>
        <pc:sldMkLst>
          <pc:docMk/>
          <pc:sldMk cId="1563518926" sldId="1147"/>
        </pc:sldMkLst>
      </pc:sldChg>
      <pc:sldChg chg="del">
        <pc:chgData name="王 欣捷" userId="b965477fa0aef5e6" providerId="LiveId" clId="{6B25E3A0-8D13-427B-91C6-98F6CF017510}" dt="2021-04-20T12:45:30.807" v="127" actId="47"/>
        <pc:sldMkLst>
          <pc:docMk/>
          <pc:sldMk cId="3006853834" sldId="1148"/>
        </pc:sldMkLst>
      </pc:sldChg>
      <pc:sldChg chg="del">
        <pc:chgData name="王 欣捷" userId="b965477fa0aef5e6" providerId="LiveId" clId="{6B25E3A0-8D13-427B-91C6-98F6CF017510}" dt="2021-04-20T12:45:30.807" v="127" actId="47"/>
        <pc:sldMkLst>
          <pc:docMk/>
          <pc:sldMk cId="2869246556" sldId="1149"/>
        </pc:sldMkLst>
      </pc:sldChg>
      <pc:sldChg chg="del">
        <pc:chgData name="王 欣捷" userId="b965477fa0aef5e6" providerId="LiveId" clId="{6B25E3A0-8D13-427B-91C6-98F6CF017510}" dt="2021-04-20T12:45:30.807" v="127" actId="47"/>
        <pc:sldMkLst>
          <pc:docMk/>
          <pc:sldMk cId="500657596" sldId="1150"/>
        </pc:sldMkLst>
      </pc:sldChg>
      <pc:sldChg chg="addSp delSp modSp mod modAnim">
        <pc:chgData name="王 欣捷" userId="b965477fa0aef5e6" providerId="LiveId" clId="{6B25E3A0-8D13-427B-91C6-98F6CF017510}" dt="2021-04-20T12:46:20.433" v="136" actId="165"/>
        <pc:sldMkLst>
          <pc:docMk/>
          <pc:sldMk cId="3962178428" sldId="1151"/>
        </pc:sldMkLst>
      </pc:sldChg>
      <pc:sldChg chg="del">
        <pc:chgData name="王 欣捷" userId="b965477fa0aef5e6" providerId="LiveId" clId="{6B25E3A0-8D13-427B-91C6-98F6CF017510}" dt="2021-04-20T13:13:57.132" v="426" actId="47"/>
        <pc:sldMkLst>
          <pc:docMk/>
          <pc:sldMk cId="389650025" sldId="1152"/>
        </pc:sldMkLst>
      </pc:sldChg>
      <pc:sldChg chg="del">
        <pc:chgData name="王 欣捷" userId="b965477fa0aef5e6" providerId="LiveId" clId="{6B25E3A0-8D13-427B-91C6-98F6CF017510}" dt="2021-04-20T13:13:57.132" v="426" actId="47"/>
        <pc:sldMkLst>
          <pc:docMk/>
          <pc:sldMk cId="235929361" sldId="1153"/>
        </pc:sldMkLst>
      </pc:sldChg>
      <pc:sldChg chg="del">
        <pc:chgData name="王 欣捷" userId="b965477fa0aef5e6" providerId="LiveId" clId="{6B25E3A0-8D13-427B-91C6-98F6CF017510}" dt="2021-04-20T13:13:57.132" v="426" actId="47"/>
        <pc:sldMkLst>
          <pc:docMk/>
          <pc:sldMk cId="4207039851" sldId="1154"/>
        </pc:sldMkLst>
      </pc:sldChg>
      <pc:sldChg chg="del">
        <pc:chgData name="王 欣捷" userId="b965477fa0aef5e6" providerId="LiveId" clId="{6B25E3A0-8D13-427B-91C6-98F6CF017510}" dt="2021-04-20T13:13:57.132" v="426" actId="47"/>
        <pc:sldMkLst>
          <pc:docMk/>
          <pc:sldMk cId="77711967" sldId="1155"/>
        </pc:sldMkLst>
      </pc:sldChg>
      <pc:sldChg chg="del">
        <pc:chgData name="王 欣捷" userId="b965477fa0aef5e6" providerId="LiveId" clId="{6B25E3A0-8D13-427B-91C6-98F6CF017510}" dt="2021-04-20T13:13:57.132" v="426" actId="47"/>
        <pc:sldMkLst>
          <pc:docMk/>
          <pc:sldMk cId="1749343738" sldId="1156"/>
        </pc:sldMkLst>
      </pc:sldChg>
      <pc:sldChg chg="del">
        <pc:chgData name="王 欣捷" userId="b965477fa0aef5e6" providerId="LiveId" clId="{6B25E3A0-8D13-427B-91C6-98F6CF017510}" dt="2021-04-20T13:13:57.132" v="426" actId="47"/>
        <pc:sldMkLst>
          <pc:docMk/>
          <pc:sldMk cId="3747700626" sldId="1157"/>
        </pc:sldMkLst>
      </pc:sldChg>
      <pc:sldChg chg="addSp delSp modSp mod modAnim">
        <pc:chgData name="王 欣捷" userId="b965477fa0aef5e6" providerId="LiveId" clId="{6B25E3A0-8D13-427B-91C6-98F6CF017510}" dt="2021-04-20T13:13:38.770" v="425"/>
        <pc:sldMkLst>
          <pc:docMk/>
          <pc:sldMk cId="2813883607" sldId="1158"/>
        </pc:sldMkLst>
      </pc:sldChg>
      <pc:sldChg chg="add del">
        <pc:chgData name="王 欣捷" userId="b965477fa0aef5e6" providerId="LiveId" clId="{6B25E3A0-8D13-427B-91C6-98F6CF017510}" dt="2021-04-20T12:53:35.214" v="217"/>
        <pc:sldMkLst>
          <pc:docMk/>
          <pc:sldMk cId="3340373905" sldId="1159"/>
        </pc:sldMkLst>
      </pc:sldChg>
      <pc:sldChg chg="addSp delSp modSp add del mod modAnim">
        <pc:chgData name="王 欣捷" userId="b965477fa0aef5e6" providerId="LiveId" clId="{6B25E3A0-8D13-427B-91C6-98F6CF017510}" dt="2021-04-20T12:41:17.754" v="67" actId="47"/>
        <pc:sldMkLst>
          <pc:docMk/>
          <pc:sldMk cId="3468514126" sldId="1159"/>
        </pc:sldMkLst>
      </pc:sldChg>
      <pc:sldChg chg="addSp delSp modSp add del mod">
        <pc:chgData name="王 欣捷" userId="b965477fa0aef5e6" providerId="LiveId" clId="{6B25E3A0-8D13-427B-91C6-98F6CF017510}" dt="2021-04-20T12:45:23.395" v="126" actId="47"/>
        <pc:sldMkLst>
          <pc:docMk/>
          <pc:sldMk cId="3608272575" sldId="1159"/>
        </pc:sldMkLst>
      </pc:sldChg>
      <pc:sldChg chg="addSp delSp modSp add mod">
        <pc:chgData name="王 欣捷" userId="b965477fa0aef5e6" providerId="LiveId" clId="{6B25E3A0-8D13-427B-91C6-98F6CF017510}" dt="2021-04-20T13:52:59.633" v="961" actId="20577"/>
        <pc:sldMkLst>
          <pc:docMk/>
          <pc:sldMk cId="3740059661" sldId="1159"/>
        </pc:sldMkLst>
      </pc:sldChg>
      <pc:sldChg chg="addSp delSp modSp new del mod modClrScheme modAnim chgLayout">
        <pc:chgData name="王 欣捷" userId="b965477fa0aef5e6" providerId="LiveId" clId="{6B25E3A0-8D13-427B-91C6-98F6CF017510}" dt="2021-04-20T12:51:53.712" v="213" actId="47"/>
        <pc:sldMkLst>
          <pc:docMk/>
          <pc:sldMk cId="3959990060" sldId="1159"/>
        </pc:sldMkLst>
      </pc:sldChg>
      <pc:sldChg chg="addSp delSp modSp new del mod modClrScheme chgLayout">
        <pc:chgData name="王 欣捷" userId="b965477fa0aef5e6" providerId="LiveId" clId="{6B25E3A0-8D13-427B-91C6-98F6CF017510}" dt="2021-04-20T13:12:57.235" v="417" actId="47"/>
        <pc:sldMkLst>
          <pc:docMk/>
          <pc:sldMk cId="1241390852" sldId="1160"/>
        </pc:sldMkLst>
      </pc:sldChg>
      <pc:sldChg chg="addSp delSp modSp new del mod modClrScheme chgLayout">
        <pc:chgData name="王 欣捷" userId="b965477fa0aef5e6" providerId="LiveId" clId="{6B25E3A0-8D13-427B-91C6-98F6CF017510}" dt="2021-04-20T13:16:15.430" v="484" actId="47"/>
        <pc:sldMkLst>
          <pc:docMk/>
          <pc:sldMk cId="1640109929" sldId="1160"/>
        </pc:sldMkLst>
      </pc:sldChg>
      <pc:sldChg chg="addSp delSp modSp new mod modClrScheme chgLayout">
        <pc:chgData name="王 欣捷" userId="b965477fa0aef5e6" providerId="LiveId" clId="{6B25E3A0-8D13-427B-91C6-98F6CF017510}" dt="2021-04-20T13:50:15.390" v="923" actId="207"/>
        <pc:sldMkLst>
          <pc:docMk/>
          <pc:sldMk cId="3618475896" sldId="1160"/>
        </pc:sldMkLst>
      </pc:sldChg>
      <pc:sldChg chg="modSp add mod">
        <pc:chgData name="王 欣捷" userId="b965477fa0aef5e6" providerId="LiveId" clId="{6B25E3A0-8D13-427B-91C6-98F6CF017510}" dt="2021-04-20T14:01:41.766" v="1174" actId="207"/>
        <pc:sldMkLst>
          <pc:docMk/>
          <pc:sldMk cId="2042943240" sldId="1161"/>
        </pc:sldMkLst>
      </pc:sldChg>
      <pc:sldChg chg="addSp delSp modSp add mod chgLayout">
        <pc:chgData name="王 欣捷" userId="b965477fa0aef5e6" providerId="LiveId" clId="{6B25E3A0-8D13-427B-91C6-98F6CF017510}" dt="2021-04-20T14:10:21.546" v="1320"/>
        <pc:sldMkLst>
          <pc:docMk/>
          <pc:sldMk cId="3272006686" sldId="1162"/>
        </pc:sldMkLst>
      </pc:sldChg>
      <pc:sldChg chg="modSp add mod">
        <pc:chgData name="王 欣捷" userId="b965477fa0aef5e6" providerId="LiveId" clId="{6B25E3A0-8D13-427B-91C6-98F6CF017510}" dt="2021-04-20T13:57:35.694" v="1077" actId="207"/>
        <pc:sldMkLst>
          <pc:docMk/>
          <pc:sldMk cId="2547034749" sldId="1163"/>
        </pc:sldMkLst>
      </pc:sldChg>
      <pc:sldChg chg="add del">
        <pc:chgData name="王 欣捷" userId="b965477fa0aef5e6" providerId="LiveId" clId="{6B25E3A0-8D13-427B-91C6-98F6CF017510}" dt="2021-04-20T13:55:52.842" v="1047"/>
        <pc:sldMkLst>
          <pc:docMk/>
          <pc:sldMk cId="2822785792" sldId="1163"/>
        </pc:sldMkLst>
      </pc:sldChg>
      <pc:sldChg chg="modSp add del mod">
        <pc:chgData name="王 欣捷" userId="b965477fa0aef5e6" providerId="LiveId" clId="{6B25E3A0-8D13-427B-91C6-98F6CF017510}" dt="2021-04-20T13:59:18.004" v="1149" actId="47"/>
        <pc:sldMkLst>
          <pc:docMk/>
          <pc:sldMk cId="791380091" sldId="1164"/>
        </pc:sldMkLst>
      </pc:sldChg>
      <pc:sldChg chg="addSp delSp modSp add mod">
        <pc:chgData name="王 欣捷" userId="b965477fa0aef5e6" providerId="LiveId" clId="{6B25E3A0-8D13-427B-91C6-98F6CF017510}" dt="2021-04-20T14:10:29.027" v="1322"/>
        <pc:sldMkLst>
          <pc:docMk/>
          <pc:sldMk cId="771280182" sldId="1165"/>
        </pc:sldMkLst>
      </pc:sldChg>
      <pc:sldChg chg="modSp add mod">
        <pc:chgData name="王 欣捷" userId="b965477fa0aef5e6" providerId="LiveId" clId="{6B25E3A0-8D13-427B-91C6-98F6CF017510}" dt="2021-04-20T14:11:02.150" v="1325" actId="207"/>
        <pc:sldMkLst>
          <pc:docMk/>
          <pc:sldMk cId="2692631" sldId="1166"/>
        </pc:sldMkLst>
      </pc:sldChg>
      <pc:sldChg chg="addSp delSp modSp add mod">
        <pc:chgData name="王 欣捷" userId="b965477fa0aef5e6" providerId="LiveId" clId="{6B25E3A0-8D13-427B-91C6-98F6CF017510}" dt="2021-04-20T14:13:34.792" v="1390" actId="1076"/>
        <pc:sldMkLst>
          <pc:docMk/>
          <pc:sldMk cId="3628184232" sldId="1167"/>
        </pc:sldMkLst>
      </pc:sldChg>
      <pc:sldChg chg="modSp add mod">
        <pc:chgData name="王 欣捷" userId="b965477fa0aef5e6" providerId="LiveId" clId="{6B25E3A0-8D13-427B-91C6-98F6CF017510}" dt="2021-04-20T14:14:16.613" v="1399" actId="207"/>
        <pc:sldMkLst>
          <pc:docMk/>
          <pc:sldMk cId="1528587018" sldId="1168"/>
        </pc:sldMkLst>
      </pc:sldChg>
      <pc:sldChg chg="delSp modSp add mod">
        <pc:chgData name="王 欣捷" userId="b965477fa0aef5e6" providerId="LiveId" clId="{6B25E3A0-8D13-427B-91C6-98F6CF017510}" dt="2021-04-20T14:15:57.598" v="1438" actId="1076"/>
        <pc:sldMkLst>
          <pc:docMk/>
          <pc:sldMk cId="3168183637" sldId="1169"/>
        </pc:sldMkLst>
      </pc:sldChg>
      <pc:sldChg chg="addSp delSp modSp add mod">
        <pc:chgData name="王 欣捷" userId="b965477fa0aef5e6" providerId="LiveId" clId="{6B25E3A0-8D13-427B-91C6-98F6CF017510}" dt="2021-04-20T14:18:18.007" v="1511" actId="20577"/>
        <pc:sldMkLst>
          <pc:docMk/>
          <pc:sldMk cId="1630523457" sldId="1170"/>
        </pc:sldMkLst>
      </pc:sldChg>
    </pc:docChg>
  </pc:docChgLst>
  <pc:docChgLst>
    <pc:chgData name="王 欣捷" userId="b965477fa0aef5e6" providerId="LiveId" clId="{F5C7CE7F-4255-4272-BB66-E36156271E14}"/>
    <pc:docChg chg="undo custSel addSld delSld modSld">
      <pc:chgData name="王 欣捷" userId="b965477fa0aef5e6" providerId="LiveId" clId="{F5C7CE7F-4255-4272-BB66-E36156271E14}" dt="2021-04-22T08:09:02.941" v="399" actId="47"/>
      <pc:docMkLst>
        <pc:docMk/>
      </pc:docMkLst>
      <pc:sldChg chg="modSp mod">
        <pc:chgData name="王 欣捷" userId="b965477fa0aef5e6" providerId="LiveId" clId="{F5C7CE7F-4255-4272-BB66-E36156271E14}" dt="2021-04-22T07:45:16.840" v="0" actId="20577"/>
        <pc:sldMkLst>
          <pc:docMk/>
          <pc:sldMk cId="2470898374" sldId="256"/>
        </pc:sldMkLst>
      </pc:sldChg>
      <pc:sldChg chg="del">
        <pc:chgData name="王 欣捷" userId="b965477fa0aef5e6" providerId="LiveId" clId="{F5C7CE7F-4255-4272-BB66-E36156271E14}" dt="2021-04-22T07:45:21.335" v="1" actId="47"/>
        <pc:sldMkLst>
          <pc:docMk/>
          <pc:sldMk cId="0" sldId="806"/>
        </pc:sldMkLst>
      </pc:sldChg>
      <pc:sldChg chg="del">
        <pc:chgData name="王 欣捷" userId="b965477fa0aef5e6" providerId="LiveId" clId="{F5C7CE7F-4255-4272-BB66-E36156271E14}" dt="2021-04-22T07:45:21.335" v="1" actId="47"/>
        <pc:sldMkLst>
          <pc:docMk/>
          <pc:sldMk cId="0" sldId="807"/>
        </pc:sldMkLst>
      </pc:sldChg>
      <pc:sldChg chg="del">
        <pc:chgData name="王 欣捷" userId="b965477fa0aef5e6" providerId="LiveId" clId="{F5C7CE7F-4255-4272-BB66-E36156271E14}" dt="2021-04-22T07:45:21.335" v="1" actId="47"/>
        <pc:sldMkLst>
          <pc:docMk/>
          <pc:sldMk cId="0" sldId="808"/>
        </pc:sldMkLst>
      </pc:sldChg>
      <pc:sldChg chg="del">
        <pc:chgData name="王 欣捷" userId="b965477fa0aef5e6" providerId="LiveId" clId="{F5C7CE7F-4255-4272-BB66-E36156271E14}" dt="2021-04-22T07:45:21.335" v="1" actId="47"/>
        <pc:sldMkLst>
          <pc:docMk/>
          <pc:sldMk cId="0" sldId="809"/>
        </pc:sldMkLst>
      </pc:sldChg>
      <pc:sldChg chg="del">
        <pc:chgData name="王 欣捷" userId="b965477fa0aef5e6" providerId="LiveId" clId="{F5C7CE7F-4255-4272-BB66-E36156271E14}" dt="2021-04-22T07:45:21.335" v="1" actId="47"/>
        <pc:sldMkLst>
          <pc:docMk/>
          <pc:sldMk cId="0" sldId="810"/>
        </pc:sldMkLst>
      </pc:sldChg>
      <pc:sldChg chg="del">
        <pc:chgData name="王 欣捷" userId="b965477fa0aef5e6" providerId="LiveId" clId="{F5C7CE7F-4255-4272-BB66-E36156271E14}" dt="2021-04-22T07:45:21.335" v="1" actId="47"/>
        <pc:sldMkLst>
          <pc:docMk/>
          <pc:sldMk cId="0" sldId="811"/>
        </pc:sldMkLst>
      </pc:sldChg>
      <pc:sldChg chg="del">
        <pc:chgData name="王 欣捷" userId="b965477fa0aef5e6" providerId="LiveId" clId="{F5C7CE7F-4255-4272-BB66-E36156271E14}" dt="2021-04-22T07:45:21.335" v="1" actId="47"/>
        <pc:sldMkLst>
          <pc:docMk/>
          <pc:sldMk cId="0" sldId="813"/>
        </pc:sldMkLst>
      </pc:sldChg>
      <pc:sldChg chg="del">
        <pc:chgData name="王 欣捷" userId="b965477fa0aef5e6" providerId="LiveId" clId="{F5C7CE7F-4255-4272-BB66-E36156271E14}" dt="2021-04-22T07:45:21.335" v="1" actId="47"/>
        <pc:sldMkLst>
          <pc:docMk/>
          <pc:sldMk cId="0" sldId="814"/>
        </pc:sldMkLst>
      </pc:sldChg>
      <pc:sldChg chg="del">
        <pc:chgData name="王 欣捷" userId="b965477fa0aef5e6" providerId="LiveId" clId="{F5C7CE7F-4255-4272-BB66-E36156271E14}" dt="2021-04-22T07:45:21.335" v="1" actId="47"/>
        <pc:sldMkLst>
          <pc:docMk/>
          <pc:sldMk cId="0" sldId="815"/>
        </pc:sldMkLst>
      </pc:sldChg>
      <pc:sldChg chg="del">
        <pc:chgData name="王 欣捷" userId="b965477fa0aef5e6" providerId="LiveId" clId="{F5C7CE7F-4255-4272-BB66-E36156271E14}" dt="2021-04-22T07:45:21.335" v="1" actId="47"/>
        <pc:sldMkLst>
          <pc:docMk/>
          <pc:sldMk cId="0" sldId="816"/>
        </pc:sldMkLst>
      </pc:sldChg>
      <pc:sldChg chg="del">
        <pc:chgData name="王 欣捷" userId="b965477fa0aef5e6" providerId="LiveId" clId="{F5C7CE7F-4255-4272-BB66-E36156271E14}" dt="2021-04-22T07:45:21.335" v="1" actId="47"/>
        <pc:sldMkLst>
          <pc:docMk/>
          <pc:sldMk cId="0" sldId="817"/>
        </pc:sldMkLst>
      </pc:sldChg>
      <pc:sldChg chg="del">
        <pc:chgData name="王 欣捷" userId="b965477fa0aef5e6" providerId="LiveId" clId="{F5C7CE7F-4255-4272-BB66-E36156271E14}" dt="2021-04-22T07:45:21.335" v="1" actId="47"/>
        <pc:sldMkLst>
          <pc:docMk/>
          <pc:sldMk cId="0" sldId="818"/>
        </pc:sldMkLst>
      </pc:sldChg>
      <pc:sldChg chg="del">
        <pc:chgData name="王 欣捷" userId="b965477fa0aef5e6" providerId="LiveId" clId="{F5C7CE7F-4255-4272-BB66-E36156271E14}" dt="2021-04-22T07:45:21.335" v="1" actId="47"/>
        <pc:sldMkLst>
          <pc:docMk/>
          <pc:sldMk cId="0" sldId="819"/>
        </pc:sldMkLst>
      </pc:sldChg>
      <pc:sldChg chg="del">
        <pc:chgData name="王 欣捷" userId="b965477fa0aef5e6" providerId="LiveId" clId="{F5C7CE7F-4255-4272-BB66-E36156271E14}" dt="2021-04-22T07:45:21.335" v="1" actId="47"/>
        <pc:sldMkLst>
          <pc:docMk/>
          <pc:sldMk cId="0" sldId="820"/>
        </pc:sldMkLst>
      </pc:sldChg>
      <pc:sldChg chg="del">
        <pc:chgData name="王 欣捷" userId="b965477fa0aef5e6" providerId="LiveId" clId="{F5C7CE7F-4255-4272-BB66-E36156271E14}" dt="2021-04-22T07:45:21.335" v="1" actId="47"/>
        <pc:sldMkLst>
          <pc:docMk/>
          <pc:sldMk cId="0" sldId="821"/>
        </pc:sldMkLst>
      </pc:sldChg>
      <pc:sldChg chg="del">
        <pc:chgData name="王 欣捷" userId="b965477fa0aef5e6" providerId="LiveId" clId="{F5C7CE7F-4255-4272-BB66-E36156271E14}" dt="2021-04-22T07:45:21.335" v="1" actId="47"/>
        <pc:sldMkLst>
          <pc:docMk/>
          <pc:sldMk cId="0" sldId="822"/>
        </pc:sldMkLst>
      </pc:sldChg>
      <pc:sldChg chg="del">
        <pc:chgData name="王 欣捷" userId="b965477fa0aef5e6" providerId="LiveId" clId="{F5C7CE7F-4255-4272-BB66-E36156271E14}" dt="2021-04-22T07:45:21.335" v="1" actId="47"/>
        <pc:sldMkLst>
          <pc:docMk/>
          <pc:sldMk cId="0" sldId="836"/>
        </pc:sldMkLst>
      </pc:sldChg>
      <pc:sldChg chg="del">
        <pc:chgData name="王 欣捷" userId="b965477fa0aef5e6" providerId="LiveId" clId="{F5C7CE7F-4255-4272-BB66-E36156271E14}" dt="2021-04-22T07:45:21.335" v="1" actId="47"/>
        <pc:sldMkLst>
          <pc:docMk/>
          <pc:sldMk cId="0" sldId="837"/>
        </pc:sldMkLst>
      </pc:sldChg>
      <pc:sldChg chg="modSp add del mod">
        <pc:chgData name="王 欣捷" userId="b965477fa0aef5e6" providerId="LiveId" clId="{F5C7CE7F-4255-4272-BB66-E36156271E14}" dt="2021-04-22T08:09:02.941" v="399" actId="47"/>
        <pc:sldMkLst>
          <pc:docMk/>
          <pc:sldMk cId="0" sldId="850"/>
        </pc:sldMkLst>
      </pc:sldChg>
      <pc:sldChg chg="del">
        <pc:chgData name="王 欣捷" userId="b965477fa0aef5e6" providerId="LiveId" clId="{F5C7CE7F-4255-4272-BB66-E36156271E14}" dt="2021-04-22T07:45:21.335" v="1" actId="47"/>
        <pc:sldMkLst>
          <pc:docMk/>
          <pc:sldMk cId="0" sldId="851"/>
        </pc:sldMkLst>
      </pc:sldChg>
      <pc:sldChg chg="del">
        <pc:chgData name="王 欣捷" userId="b965477fa0aef5e6" providerId="LiveId" clId="{F5C7CE7F-4255-4272-BB66-E36156271E14}" dt="2021-04-22T07:45:21.335" v="1" actId="47"/>
        <pc:sldMkLst>
          <pc:docMk/>
          <pc:sldMk cId="0" sldId="852"/>
        </pc:sldMkLst>
      </pc:sldChg>
      <pc:sldChg chg="del">
        <pc:chgData name="王 欣捷" userId="b965477fa0aef5e6" providerId="LiveId" clId="{F5C7CE7F-4255-4272-BB66-E36156271E14}" dt="2021-04-22T07:45:21.335" v="1" actId="47"/>
        <pc:sldMkLst>
          <pc:docMk/>
          <pc:sldMk cId="0" sldId="853"/>
        </pc:sldMkLst>
      </pc:sldChg>
      <pc:sldChg chg="del">
        <pc:chgData name="王 欣捷" userId="b965477fa0aef5e6" providerId="LiveId" clId="{F5C7CE7F-4255-4272-BB66-E36156271E14}" dt="2021-04-22T07:45:21.335" v="1" actId="47"/>
        <pc:sldMkLst>
          <pc:docMk/>
          <pc:sldMk cId="0" sldId="854"/>
        </pc:sldMkLst>
      </pc:sldChg>
      <pc:sldChg chg="del">
        <pc:chgData name="王 欣捷" userId="b965477fa0aef5e6" providerId="LiveId" clId="{F5C7CE7F-4255-4272-BB66-E36156271E14}" dt="2021-04-22T07:45:21.335" v="1" actId="47"/>
        <pc:sldMkLst>
          <pc:docMk/>
          <pc:sldMk cId="0" sldId="855"/>
        </pc:sldMkLst>
      </pc:sldChg>
      <pc:sldChg chg="del">
        <pc:chgData name="王 欣捷" userId="b965477fa0aef5e6" providerId="LiveId" clId="{F5C7CE7F-4255-4272-BB66-E36156271E14}" dt="2021-04-22T07:45:21.335" v="1" actId="47"/>
        <pc:sldMkLst>
          <pc:docMk/>
          <pc:sldMk cId="0" sldId="856"/>
        </pc:sldMkLst>
      </pc:sldChg>
      <pc:sldChg chg="del">
        <pc:chgData name="王 欣捷" userId="b965477fa0aef5e6" providerId="LiveId" clId="{F5C7CE7F-4255-4272-BB66-E36156271E14}" dt="2021-04-22T07:45:21.335" v="1" actId="47"/>
        <pc:sldMkLst>
          <pc:docMk/>
          <pc:sldMk cId="0" sldId="857"/>
        </pc:sldMkLst>
      </pc:sldChg>
      <pc:sldChg chg="del">
        <pc:chgData name="王 欣捷" userId="b965477fa0aef5e6" providerId="LiveId" clId="{F5C7CE7F-4255-4272-BB66-E36156271E14}" dt="2021-04-22T07:45:21.335" v="1" actId="47"/>
        <pc:sldMkLst>
          <pc:docMk/>
          <pc:sldMk cId="0" sldId="858"/>
        </pc:sldMkLst>
      </pc:sldChg>
      <pc:sldChg chg="del">
        <pc:chgData name="王 欣捷" userId="b965477fa0aef5e6" providerId="LiveId" clId="{F5C7CE7F-4255-4272-BB66-E36156271E14}" dt="2021-04-22T07:45:21.335" v="1" actId="47"/>
        <pc:sldMkLst>
          <pc:docMk/>
          <pc:sldMk cId="0" sldId="859"/>
        </pc:sldMkLst>
      </pc:sldChg>
      <pc:sldChg chg="del">
        <pc:chgData name="王 欣捷" userId="b965477fa0aef5e6" providerId="LiveId" clId="{F5C7CE7F-4255-4272-BB66-E36156271E14}" dt="2021-04-22T07:45:21.335" v="1" actId="47"/>
        <pc:sldMkLst>
          <pc:docMk/>
          <pc:sldMk cId="0" sldId="860"/>
        </pc:sldMkLst>
      </pc:sldChg>
      <pc:sldChg chg="del">
        <pc:chgData name="王 欣捷" userId="b965477fa0aef5e6" providerId="LiveId" clId="{F5C7CE7F-4255-4272-BB66-E36156271E14}" dt="2021-04-22T07:45:21.335" v="1" actId="47"/>
        <pc:sldMkLst>
          <pc:docMk/>
          <pc:sldMk cId="0" sldId="861"/>
        </pc:sldMkLst>
      </pc:sldChg>
      <pc:sldChg chg="del">
        <pc:chgData name="王 欣捷" userId="b965477fa0aef5e6" providerId="LiveId" clId="{F5C7CE7F-4255-4272-BB66-E36156271E14}" dt="2021-04-22T07:45:21.335" v="1" actId="47"/>
        <pc:sldMkLst>
          <pc:docMk/>
          <pc:sldMk cId="0" sldId="862"/>
        </pc:sldMkLst>
      </pc:sldChg>
      <pc:sldChg chg="del">
        <pc:chgData name="王 欣捷" userId="b965477fa0aef5e6" providerId="LiveId" clId="{F5C7CE7F-4255-4272-BB66-E36156271E14}" dt="2021-04-22T07:45:21.335" v="1" actId="47"/>
        <pc:sldMkLst>
          <pc:docMk/>
          <pc:sldMk cId="0" sldId="863"/>
        </pc:sldMkLst>
      </pc:sldChg>
      <pc:sldChg chg="del">
        <pc:chgData name="王 欣捷" userId="b965477fa0aef5e6" providerId="LiveId" clId="{F5C7CE7F-4255-4272-BB66-E36156271E14}" dt="2021-04-22T07:45:21.335" v="1" actId="47"/>
        <pc:sldMkLst>
          <pc:docMk/>
          <pc:sldMk cId="0" sldId="864"/>
        </pc:sldMkLst>
      </pc:sldChg>
      <pc:sldChg chg="del">
        <pc:chgData name="王 欣捷" userId="b965477fa0aef5e6" providerId="LiveId" clId="{F5C7CE7F-4255-4272-BB66-E36156271E14}" dt="2021-04-22T07:45:21.335" v="1" actId="47"/>
        <pc:sldMkLst>
          <pc:docMk/>
          <pc:sldMk cId="0" sldId="865"/>
        </pc:sldMkLst>
      </pc:sldChg>
      <pc:sldChg chg="del">
        <pc:chgData name="王 欣捷" userId="b965477fa0aef5e6" providerId="LiveId" clId="{F5C7CE7F-4255-4272-BB66-E36156271E14}" dt="2021-04-22T07:45:21.335" v="1" actId="47"/>
        <pc:sldMkLst>
          <pc:docMk/>
          <pc:sldMk cId="0" sldId="866"/>
        </pc:sldMkLst>
      </pc:sldChg>
      <pc:sldChg chg="del">
        <pc:chgData name="王 欣捷" userId="b965477fa0aef5e6" providerId="LiveId" clId="{F5C7CE7F-4255-4272-BB66-E36156271E14}" dt="2021-04-22T07:45:21.335" v="1" actId="47"/>
        <pc:sldMkLst>
          <pc:docMk/>
          <pc:sldMk cId="0" sldId="867"/>
        </pc:sldMkLst>
      </pc:sldChg>
      <pc:sldChg chg="del">
        <pc:chgData name="王 欣捷" userId="b965477fa0aef5e6" providerId="LiveId" clId="{F5C7CE7F-4255-4272-BB66-E36156271E14}" dt="2021-04-22T07:45:21.335" v="1" actId="47"/>
        <pc:sldMkLst>
          <pc:docMk/>
          <pc:sldMk cId="0" sldId="868"/>
        </pc:sldMkLst>
      </pc:sldChg>
      <pc:sldChg chg="del">
        <pc:chgData name="王 欣捷" userId="b965477fa0aef5e6" providerId="LiveId" clId="{F5C7CE7F-4255-4272-BB66-E36156271E14}" dt="2021-04-22T07:45:21.335" v="1" actId="47"/>
        <pc:sldMkLst>
          <pc:docMk/>
          <pc:sldMk cId="0" sldId="869"/>
        </pc:sldMkLst>
      </pc:sldChg>
      <pc:sldChg chg="del">
        <pc:chgData name="王 欣捷" userId="b965477fa0aef5e6" providerId="LiveId" clId="{F5C7CE7F-4255-4272-BB66-E36156271E14}" dt="2021-04-22T07:45:21.335" v="1" actId="47"/>
        <pc:sldMkLst>
          <pc:docMk/>
          <pc:sldMk cId="0" sldId="870"/>
        </pc:sldMkLst>
      </pc:sldChg>
      <pc:sldChg chg="del">
        <pc:chgData name="王 欣捷" userId="b965477fa0aef5e6" providerId="LiveId" clId="{F5C7CE7F-4255-4272-BB66-E36156271E14}" dt="2021-04-22T07:45:21.335" v="1" actId="47"/>
        <pc:sldMkLst>
          <pc:docMk/>
          <pc:sldMk cId="0" sldId="871"/>
        </pc:sldMkLst>
      </pc:sldChg>
      <pc:sldChg chg="del">
        <pc:chgData name="王 欣捷" userId="b965477fa0aef5e6" providerId="LiveId" clId="{F5C7CE7F-4255-4272-BB66-E36156271E14}" dt="2021-04-22T07:45:21.335" v="1" actId="47"/>
        <pc:sldMkLst>
          <pc:docMk/>
          <pc:sldMk cId="0" sldId="872"/>
        </pc:sldMkLst>
      </pc:sldChg>
      <pc:sldChg chg="del">
        <pc:chgData name="王 欣捷" userId="b965477fa0aef5e6" providerId="LiveId" clId="{F5C7CE7F-4255-4272-BB66-E36156271E14}" dt="2021-04-22T07:45:21.335" v="1" actId="47"/>
        <pc:sldMkLst>
          <pc:docMk/>
          <pc:sldMk cId="0" sldId="873"/>
        </pc:sldMkLst>
      </pc:sldChg>
      <pc:sldChg chg="del">
        <pc:chgData name="王 欣捷" userId="b965477fa0aef5e6" providerId="LiveId" clId="{F5C7CE7F-4255-4272-BB66-E36156271E14}" dt="2021-04-22T07:45:21.335" v="1" actId="47"/>
        <pc:sldMkLst>
          <pc:docMk/>
          <pc:sldMk cId="0" sldId="874"/>
        </pc:sldMkLst>
      </pc:sldChg>
      <pc:sldChg chg="del">
        <pc:chgData name="王 欣捷" userId="b965477fa0aef5e6" providerId="LiveId" clId="{F5C7CE7F-4255-4272-BB66-E36156271E14}" dt="2021-04-22T07:45:21.335" v="1" actId="47"/>
        <pc:sldMkLst>
          <pc:docMk/>
          <pc:sldMk cId="0" sldId="875"/>
        </pc:sldMkLst>
      </pc:sldChg>
      <pc:sldChg chg="del">
        <pc:chgData name="王 欣捷" userId="b965477fa0aef5e6" providerId="LiveId" clId="{F5C7CE7F-4255-4272-BB66-E36156271E14}" dt="2021-04-22T07:45:21.335" v="1" actId="47"/>
        <pc:sldMkLst>
          <pc:docMk/>
          <pc:sldMk cId="0" sldId="876"/>
        </pc:sldMkLst>
      </pc:sldChg>
      <pc:sldChg chg="del">
        <pc:chgData name="王 欣捷" userId="b965477fa0aef5e6" providerId="LiveId" clId="{F5C7CE7F-4255-4272-BB66-E36156271E14}" dt="2021-04-22T07:45:21.335" v="1" actId="47"/>
        <pc:sldMkLst>
          <pc:docMk/>
          <pc:sldMk cId="0" sldId="877"/>
        </pc:sldMkLst>
      </pc:sldChg>
      <pc:sldChg chg="del">
        <pc:chgData name="王 欣捷" userId="b965477fa0aef5e6" providerId="LiveId" clId="{F5C7CE7F-4255-4272-BB66-E36156271E14}" dt="2021-04-22T07:45:21.335" v="1" actId="47"/>
        <pc:sldMkLst>
          <pc:docMk/>
          <pc:sldMk cId="0" sldId="878"/>
        </pc:sldMkLst>
      </pc:sldChg>
      <pc:sldChg chg="del">
        <pc:chgData name="王 欣捷" userId="b965477fa0aef5e6" providerId="LiveId" clId="{F5C7CE7F-4255-4272-BB66-E36156271E14}" dt="2021-04-22T07:45:21.335" v="1" actId="47"/>
        <pc:sldMkLst>
          <pc:docMk/>
          <pc:sldMk cId="0" sldId="879"/>
        </pc:sldMkLst>
      </pc:sldChg>
      <pc:sldChg chg="del">
        <pc:chgData name="王 欣捷" userId="b965477fa0aef5e6" providerId="LiveId" clId="{F5C7CE7F-4255-4272-BB66-E36156271E14}" dt="2021-04-22T07:45:21.335" v="1" actId="47"/>
        <pc:sldMkLst>
          <pc:docMk/>
          <pc:sldMk cId="0" sldId="880"/>
        </pc:sldMkLst>
      </pc:sldChg>
      <pc:sldChg chg="modSp add mod">
        <pc:chgData name="王 欣捷" userId="b965477fa0aef5e6" providerId="LiveId" clId="{F5C7CE7F-4255-4272-BB66-E36156271E14}" dt="2021-04-22T07:48:21.138" v="58" actId="1076"/>
        <pc:sldMkLst>
          <pc:docMk/>
          <pc:sldMk cId="0" sldId="882"/>
        </pc:sldMkLst>
      </pc:sldChg>
      <pc:sldChg chg="del">
        <pc:chgData name="王 欣捷" userId="b965477fa0aef5e6" providerId="LiveId" clId="{F5C7CE7F-4255-4272-BB66-E36156271E14}" dt="2021-04-22T07:45:21.335" v="1" actId="47"/>
        <pc:sldMkLst>
          <pc:docMk/>
          <pc:sldMk cId="0" sldId="909"/>
        </pc:sldMkLst>
      </pc:sldChg>
      <pc:sldChg chg="del">
        <pc:chgData name="王 欣捷" userId="b965477fa0aef5e6" providerId="LiveId" clId="{F5C7CE7F-4255-4272-BB66-E36156271E14}" dt="2021-04-22T07:45:21.335" v="1" actId="47"/>
        <pc:sldMkLst>
          <pc:docMk/>
          <pc:sldMk cId="0" sldId="910"/>
        </pc:sldMkLst>
      </pc:sldChg>
      <pc:sldChg chg="modSp add del mod">
        <pc:chgData name="王 欣捷" userId="b965477fa0aef5e6" providerId="LiveId" clId="{F5C7CE7F-4255-4272-BB66-E36156271E14}" dt="2021-04-22T08:05:46.768" v="231" actId="207"/>
        <pc:sldMkLst>
          <pc:docMk/>
          <pc:sldMk cId="0" sldId="911"/>
        </pc:sldMkLst>
      </pc:sldChg>
      <pc:sldChg chg="addSp delSp modSp add del mod modClrScheme chgLayout">
        <pc:chgData name="王 欣捷" userId="b965477fa0aef5e6" providerId="LiveId" clId="{F5C7CE7F-4255-4272-BB66-E36156271E14}" dt="2021-04-22T07:46:23.493" v="37" actId="1076"/>
        <pc:sldMkLst>
          <pc:docMk/>
          <pc:sldMk cId="0" sldId="912"/>
        </pc:sldMkLst>
      </pc:sldChg>
      <pc:sldChg chg="modSp add del mod">
        <pc:chgData name="王 欣捷" userId="b965477fa0aef5e6" providerId="LiveId" clId="{F5C7CE7F-4255-4272-BB66-E36156271E14}" dt="2021-04-22T07:46:32.919" v="39" actId="207"/>
        <pc:sldMkLst>
          <pc:docMk/>
          <pc:sldMk cId="0" sldId="913"/>
        </pc:sldMkLst>
      </pc:sldChg>
      <pc:sldChg chg="modSp add del mod">
        <pc:chgData name="王 欣捷" userId="b965477fa0aef5e6" providerId="LiveId" clId="{F5C7CE7F-4255-4272-BB66-E36156271E14}" dt="2021-04-22T07:46:40.576" v="41" actId="207"/>
        <pc:sldMkLst>
          <pc:docMk/>
          <pc:sldMk cId="0" sldId="914"/>
        </pc:sldMkLst>
      </pc:sldChg>
      <pc:sldChg chg="modSp add del">
        <pc:chgData name="王 欣捷" userId="b965477fa0aef5e6" providerId="LiveId" clId="{F5C7CE7F-4255-4272-BB66-E36156271E14}" dt="2021-04-22T08:06:07.938" v="232" actId="113"/>
        <pc:sldMkLst>
          <pc:docMk/>
          <pc:sldMk cId="0" sldId="915"/>
        </pc:sldMkLst>
      </pc:sldChg>
      <pc:sldChg chg="modSp add del mod">
        <pc:chgData name="王 欣捷" userId="b965477fa0aef5e6" providerId="LiveId" clId="{F5C7CE7F-4255-4272-BB66-E36156271E14}" dt="2021-04-22T08:08:51.979" v="396"/>
        <pc:sldMkLst>
          <pc:docMk/>
          <pc:sldMk cId="0" sldId="916"/>
        </pc:sldMkLst>
      </pc:sldChg>
      <pc:sldChg chg="modSp add del">
        <pc:chgData name="王 欣捷" userId="b965477fa0aef5e6" providerId="LiveId" clId="{F5C7CE7F-4255-4272-BB66-E36156271E14}" dt="2021-04-22T07:46:07.334" v="28"/>
        <pc:sldMkLst>
          <pc:docMk/>
          <pc:sldMk cId="0" sldId="917"/>
        </pc:sldMkLst>
      </pc:sldChg>
      <pc:sldChg chg="del">
        <pc:chgData name="王 欣捷" userId="b965477fa0aef5e6" providerId="LiveId" clId="{F5C7CE7F-4255-4272-BB66-E36156271E14}" dt="2021-04-22T07:45:21.335" v="1" actId="47"/>
        <pc:sldMkLst>
          <pc:docMk/>
          <pc:sldMk cId="0" sldId="918"/>
        </pc:sldMkLst>
      </pc:sldChg>
      <pc:sldChg chg="del">
        <pc:chgData name="王 欣捷" userId="b965477fa0aef5e6" providerId="LiveId" clId="{F5C7CE7F-4255-4272-BB66-E36156271E14}" dt="2021-04-22T07:45:21.335" v="1" actId="47"/>
        <pc:sldMkLst>
          <pc:docMk/>
          <pc:sldMk cId="0" sldId="919"/>
        </pc:sldMkLst>
      </pc:sldChg>
      <pc:sldChg chg="modSp add del">
        <pc:chgData name="王 欣捷" userId="b965477fa0aef5e6" providerId="LiveId" clId="{F5C7CE7F-4255-4272-BB66-E36156271E14}" dt="2021-04-22T08:06:16.934" v="233" actId="113"/>
        <pc:sldMkLst>
          <pc:docMk/>
          <pc:sldMk cId="0" sldId="920"/>
        </pc:sldMkLst>
      </pc:sldChg>
      <pc:sldChg chg="delSp modSp add del mod modClrScheme chgLayout">
        <pc:chgData name="王 欣捷" userId="b965477fa0aef5e6" providerId="LiveId" clId="{F5C7CE7F-4255-4272-BB66-E36156271E14}" dt="2021-04-22T07:47:47.494" v="49" actId="1076"/>
        <pc:sldMkLst>
          <pc:docMk/>
          <pc:sldMk cId="0" sldId="921"/>
        </pc:sldMkLst>
      </pc:sldChg>
      <pc:sldChg chg="add">
        <pc:chgData name="王 欣捷" userId="b965477fa0aef5e6" providerId="LiveId" clId="{F5C7CE7F-4255-4272-BB66-E36156271E14}" dt="2021-04-22T07:45:22.033" v="2"/>
        <pc:sldMkLst>
          <pc:docMk/>
          <pc:sldMk cId="0" sldId="922"/>
        </pc:sldMkLst>
      </pc:sldChg>
      <pc:sldChg chg="add">
        <pc:chgData name="王 欣捷" userId="b965477fa0aef5e6" providerId="LiveId" clId="{F5C7CE7F-4255-4272-BB66-E36156271E14}" dt="2021-04-22T07:45:22.033" v="2"/>
        <pc:sldMkLst>
          <pc:docMk/>
          <pc:sldMk cId="0" sldId="923"/>
        </pc:sldMkLst>
      </pc:sldChg>
      <pc:sldChg chg="addSp delSp modSp add mod modClrScheme chgLayout">
        <pc:chgData name="王 欣捷" userId="b965477fa0aef5e6" providerId="LiveId" clId="{F5C7CE7F-4255-4272-BB66-E36156271E14}" dt="2021-04-22T07:53:32.326" v="62" actId="1076"/>
        <pc:sldMkLst>
          <pc:docMk/>
          <pc:sldMk cId="0" sldId="924"/>
        </pc:sldMkLst>
      </pc:sldChg>
      <pc:sldChg chg="modSp add">
        <pc:chgData name="王 欣捷" userId="b965477fa0aef5e6" providerId="LiveId" clId="{F5C7CE7F-4255-4272-BB66-E36156271E14}" dt="2021-04-22T07:46:07.334" v="28"/>
        <pc:sldMkLst>
          <pc:docMk/>
          <pc:sldMk cId="0" sldId="925"/>
        </pc:sldMkLst>
      </pc:sldChg>
      <pc:sldChg chg="add">
        <pc:chgData name="王 欣捷" userId="b965477fa0aef5e6" providerId="LiveId" clId="{F5C7CE7F-4255-4272-BB66-E36156271E14}" dt="2021-04-22T07:45:22.033" v="2"/>
        <pc:sldMkLst>
          <pc:docMk/>
          <pc:sldMk cId="3580294181" sldId="926"/>
        </pc:sldMkLst>
      </pc:sldChg>
      <pc:sldChg chg="modSp add mod">
        <pc:chgData name="王 欣捷" userId="b965477fa0aef5e6" providerId="LiveId" clId="{F5C7CE7F-4255-4272-BB66-E36156271E14}" dt="2021-04-22T07:53:57.456" v="69" actId="14100"/>
        <pc:sldMkLst>
          <pc:docMk/>
          <pc:sldMk cId="3199401599" sldId="927"/>
        </pc:sldMkLst>
      </pc:sldChg>
      <pc:sldChg chg="modSp add mod">
        <pc:chgData name="王 欣捷" userId="b965477fa0aef5e6" providerId="LiveId" clId="{F5C7CE7F-4255-4272-BB66-E36156271E14}" dt="2021-04-22T07:53:46.505" v="66" actId="27636"/>
        <pc:sldMkLst>
          <pc:docMk/>
          <pc:sldMk cId="1460778614" sldId="928"/>
        </pc:sldMkLst>
      </pc:sldChg>
      <pc:sldChg chg="addSp delSp modSp add">
        <pc:chgData name="王 欣捷" userId="b965477fa0aef5e6" providerId="LiveId" clId="{F5C7CE7F-4255-4272-BB66-E36156271E14}" dt="2021-04-22T07:54:34.364" v="81"/>
        <pc:sldMkLst>
          <pc:docMk/>
          <pc:sldMk cId="0" sldId="929"/>
        </pc:sldMkLst>
      </pc:sldChg>
      <pc:sldChg chg="addSp delSp modSp add mod modClrScheme chgLayout">
        <pc:chgData name="王 欣捷" userId="b965477fa0aef5e6" providerId="LiveId" clId="{F5C7CE7F-4255-4272-BB66-E36156271E14}" dt="2021-04-22T07:54:26.499" v="78" actId="1076"/>
        <pc:sldMkLst>
          <pc:docMk/>
          <pc:sldMk cId="0" sldId="930"/>
        </pc:sldMkLst>
      </pc:sldChg>
      <pc:sldChg chg="modSp add">
        <pc:chgData name="王 欣捷" userId="b965477fa0aef5e6" providerId="LiveId" clId="{F5C7CE7F-4255-4272-BB66-E36156271E14}" dt="2021-04-22T07:46:07.334" v="28"/>
        <pc:sldMkLst>
          <pc:docMk/>
          <pc:sldMk cId="0" sldId="931"/>
        </pc:sldMkLst>
      </pc:sldChg>
      <pc:sldChg chg="modSp add mod">
        <pc:chgData name="王 欣捷" userId="b965477fa0aef5e6" providerId="LiveId" clId="{F5C7CE7F-4255-4272-BB66-E36156271E14}" dt="2021-04-22T07:54:45.552" v="82" actId="2710"/>
        <pc:sldMkLst>
          <pc:docMk/>
          <pc:sldMk cId="0" sldId="932"/>
        </pc:sldMkLst>
      </pc:sldChg>
      <pc:sldChg chg="modSp add">
        <pc:chgData name="王 欣捷" userId="b965477fa0aef5e6" providerId="LiveId" clId="{F5C7CE7F-4255-4272-BB66-E36156271E14}" dt="2021-04-22T07:46:07.334" v="28"/>
        <pc:sldMkLst>
          <pc:docMk/>
          <pc:sldMk cId="0" sldId="937"/>
        </pc:sldMkLst>
      </pc:sldChg>
      <pc:sldChg chg="addSp delSp modSp add del mod modClrScheme chgLayout">
        <pc:chgData name="王 欣捷" userId="b965477fa0aef5e6" providerId="LiveId" clId="{F5C7CE7F-4255-4272-BB66-E36156271E14}" dt="2021-04-22T07:55:06.652" v="91" actId="1076"/>
        <pc:sldMkLst>
          <pc:docMk/>
          <pc:sldMk cId="0" sldId="938"/>
        </pc:sldMkLst>
      </pc:sldChg>
      <pc:sldChg chg="del">
        <pc:chgData name="王 欣捷" userId="b965477fa0aef5e6" providerId="LiveId" clId="{F5C7CE7F-4255-4272-BB66-E36156271E14}" dt="2021-04-22T07:45:21.335" v="1" actId="47"/>
        <pc:sldMkLst>
          <pc:docMk/>
          <pc:sldMk cId="0" sldId="939"/>
        </pc:sldMkLst>
      </pc:sldChg>
      <pc:sldChg chg="modSp add del mod">
        <pc:chgData name="王 欣捷" userId="b965477fa0aef5e6" providerId="LiveId" clId="{F5C7CE7F-4255-4272-BB66-E36156271E14}" dt="2021-04-22T07:55:33.283" v="93" actId="2710"/>
        <pc:sldMkLst>
          <pc:docMk/>
          <pc:sldMk cId="0" sldId="940"/>
        </pc:sldMkLst>
      </pc:sldChg>
      <pc:sldChg chg="delSp modSp add del mod modClrScheme chgLayout">
        <pc:chgData name="王 欣捷" userId="b965477fa0aef5e6" providerId="LiveId" clId="{F5C7CE7F-4255-4272-BB66-E36156271E14}" dt="2021-04-22T07:56:32.447" v="111" actId="14100"/>
        <pc:sldMkLst>
          <pc:docMk/>
          <pc:sldMk cId="0" sldId="941"/>
        </pc:sldMkLst>
      </pc:sldChg>
      <pc:sldChg chg="add">
        <pc:chgData name="王 欣捷" userId="b965477fa0aef5e6" providerId="LiveId" clId="{F5C7CE7F-4255-4272-BB66-E36156271E14}" dt="2021-04-22T07:45:22.033" v="2"/>
        <pc:sldMkLst>
          <pc:docMk/>
          <pc:sldMk cId="0" sldId="942"/>
        </pc:sldMkLst>
      </pc:sldChg>
      <pc:sldChg chg="modSp add del mod chgLayout">
        <pc:chgData name="王 欣捷" userId="b965477fa0aef5e6" providerId="LiveId" clId="{F5C7CE7F-4255-4272-BB66-E36156271E14}" dt="2021-04-22T07:56:42.362" v="112" actId="700"/>
        <pc:sldMkLst>
          <pc:docMk/>
          <pc:sldMk cId="0" sldId="943"/>
        </pc:sldMkLst>
      </pc:sldChg>
      <pc:sldChg chg="modSp add del mod chgLayout">
        <pc:chgData name="王 欣捷" userId="b965477fa0aef5e6" providerId="LiveId" clId="{F5C7CE7F-4255-4272-BB66-E36156271E14}" dt="2021-04-22T07:56:45.269" v="113" actId="700"/>
        <pc:sldMkLst>
          <pc:docMk/>
          <pc:sldMk cId="0" sldId="944"/>
        </pc:sldMkLst>
      </pc:sldChg>
      <pc:sldChg chg="modSp add mod chgLayout">
        <pc:chgData name="王 欣捷" userId="b965477fa0aef5e6" providerId="LiveId" clId="{F5C7CE7F-4255-4272-BB66-E36156271E14}" dt="2021-04-22T07:56:48.751" v="114" actId="700"/>
        <pc:sldMkLst>
          <pc:docMk/>
          <pc:sldMk cId="0" sldId="945"/>
        </pc:sldMkLst>
      </pc:sldChg>
      <pc:sldChg chg="del">
        <pc:chgData name="王 欣捷" userId="b965477fa0aef5e6" providerId="LiveId" clId="{F5C7CE7F-4255-4272-BB66-E36156271E14}" dt="2021-04-22T07:45:21.335" v="1" actId="47"/>
        <pc:sldMkLst>
          <pc:docMk/>
          <pc:sldMk cId="672076074" sldId="945"/>
        </pc:sldMkLst>
      </pc:sldChg>
      <pc:sldChg chg="modSp add mod chgLayout">
        <pc:chgData name="王 欣捷" userId="b965477fa0aef5e6" providerId="LiveId" clId="{F5C7CE7F-4255-4272-BB66-E36156271E14}" dt="2021-04-22T07:56:53.090" v="115" actId="700"/>
        <pc:sldMkLst>
          <pc:docMk/>
          <pc:sldMk cId="0" sldId="946"/>
        </pc:sldMkLst>
      </pc:sldChg>
      <pc:sldChg chg="del">
        <pc:chgData name="王 欣捷" userId="b965477fa0aef5e6" providerId="LiveId" clId="{F5C7CE7F-4255-4272-BB66-E36156271E14}" dt="2021-04-22T07:45:21.335" v="1" actId="47"/>
        <pc:sldMkLst>
          <pc:docMk/>
          <pc:sldMk cId="4090644917" sldId="946"/>
        </pc:sldMkLst>
      </pc:sldChg>
      <pc:sldChg chg="modSp add mod delCm chgLayout">
        <pc:chgData name="王 欣捷" userId="b965477fa0aef5e6" providerId="LiveId" clId="{F5C7CE7F-4255-4272-BB66-E36156271E14}" dt="2021-04-22T07:58:43.486" v="137" actId="1076"/>
        <pc:sldMkLst>
          <pc:docMk/>
          <pc:sldMk cId="0" sldId="947"/>
        </pc:sldMkLst>
      </pc:sldChg>
      <pc:sldChg chg="add">
        <pc:chgData name="王 欣捷" userId="b965477fa0aef5e6" providerId="LiveId" clId="{F5C7CE7F-4255-4272-BB66-E36156271E14}" dt="2021-04-22T07:45:22.033" v="2"/>
        <pc:sldMkLst>
          <pc:docMk/>
          <pc:sldMk cId="0" sldId="948"/>
        </pc:sldMkLst>
      </pc:sldChg>
      <pc:sldChg chg="modSp add mod">
        <pc:chgData name="王 欣捷" userId="b965477fa0aef5e6" providerId="LiveId" clId="{F5C7CE7F-4255-4272-BB66-E36156271E14}" dt="2021-04-22T07:46:07.394" v="29" actId="27636"/>
        <pc:sldMkLst>
          <pc:docMk/>
          <pc:sldMk cId="0" sldId="949"/>
        </pc:sldMkLst>
      </pc:sldChg>
      <pc:sldChg chg="modSp add mod">
        <pc:chgData name="王 欣捷" userId="b965477fa0aef5e6" providerId="LiveId" clId="{F5C7CE7F-4255-4272-BB66-E36156271E14}" dt="2021-04-22T07:46:07.404" v="31" actId="27636"/>
        <pc:sldMkLst>
          <pc:docMk/>
          <pc:sldMk cId="0" sldId="950"/>
        </pc:sldMkLst>
      </pc:sldChg>
      <pc:sldChg chg="modSp add mod">
        <pc:chgData name="王 欣捷" userId="b965477fa0aef5e6" providerId="LiveId" clId="{F5C7CE7F-4255-4272-BB66-E36156271E14}" dt="2021-04-22T07:46:07.410" v="32" actId="27636"/>
        <pc:sldMkLst>
          <pc:docMk/>
          <pc:sldMk cId="0" sldId="951"/>
        </pc:sldMkLst>
      </pc:sldChg>
      <pc:sldChg chg="modSp add mod">
        <pc:chgData name="王 欣捷" userId="b965477fa0aef5e6" providerId="LiveId" clId="{F5C7CE7F-4255-4272-BB66-E36156271E14}" dt="2021-04-22T07:46:07.414" v="33" actId="27636"/>
        <pc:sldMkLst>
          <pc:docMk/>
          <pc:sldMk cId="0" sldId="952"/>
        </pc:sldMkLst>
      </pc:sldChg>
      <pc:sldChg chg="modSp add mod">
        <pc:chgData name="王 欣捷" userId="b965477fa0aef5e6" providerId="LiveId" clId="{F5C7CE7F-4255-4272-BB66-E36156271E14}" dt="2021-04-22T07:46:07.394" v="30" actId="27636"/>
        <pc:sldMkLst>
          <pc:docMk/>
          <pc:sldMk cId="0" sldId="953"/>
        </pc:sldMkLst>
      </pc:sldChg>
      <pc:sldChg chg="modSp add">
        <pc:chgData name="王 欣捷" userId="b965477fa0aef5e6" providerId="LiveId" clId="{F5C7CE7F-4255-4272-BB66-E36156271E14}" dt="2021-04-22T07:46:07.334" v="28"/>
        <pc:sldMkLst>
          <pc:docMk/>
          <pc:sldMk cId="0" sldId="954"/>
        </pc:sldMkLst>
      </pc:sldChg>
      <pc:sldChg chg="modSp add">
        <pc:chgData name="王 欣捷" userId="b965477fa0aef5e6" providerId="LiveId" clId="{F5C7CE7F-4255-4272-BB66-E36156271E14}" dt="2021-04-22T07:46:07.334" v="28"/>
        <pc:sldMkLst>
          <pc:docMk/>
          <pc:sldMk cId="2749480931" sldId="955"/>
        </pc:sldMkLst>
      </pc:sldChg>
      <pc:sldChg chg="modSp add">
        <pc:chgData name="王 欣捷" userId="b965477fa0aef5e6" providerId="LiveId" clId="{F5C7CE7F-4255-4272-BB66-E36156271E14}" dt="2021-04-22T07:46:07.334" v="28"/>
        <pc:sldMkLst>
          <pc:docMk/>
          <pc:sldMk cId="0" sldId="956"/>
        </pc:sldMkLst>
      </pc:sldChg>
      <pc:sldChg chg="modSp add mod">
        <pc:chgData name="王 欣捷" userId="b965477fa0aef5e6" providerId="LiveId" clId="{F5C7CE7F-4255-4272-BB66-E36156271E14}" dt="2021-04-22T07:55:30.579" v="92" actId="2710"/>
        <pc:sldMkLst>
          <pc:docMk/>
          <pc:sldMk cId="0" sldId="957"/>
        </pc:sldMkLst>
      </pc:sldChg>
      <pc:sldChg chg="modSp add mod">
        <pc:chgData name="王 欣捷" userId="b965477fa0aef5e6" providerId="LiveId" clId="{F5C7CE7F-4255-4272-BB66-E36156271E14}" dt="2021-04-22T07:45:46.273" v="24" actId="20577"/>
        <pc:sldMkLst>
          <pc:docMk/>
          <pc:sldMk cId="2100743063" sldId="958"/>
        </pc:sldMkLst>
      </pc:sldChg>
      <pc:sldChg chg="modSp add mod chgLayout">
        <pc:chgData name="王 欣捷" userId="b965477fa0aef5e6" providerId="LiveId" clId="{F5C7CE7F-4255-4272-BB66-E36156271E14}" dt="2021-04-22T07:58:57.143" v="138" actId="700"/>
        <pc:sldMkLst>
          <pc:docMk/>
          <pc:sldMk cId="0" sldId="959"/>
        </pc:sldMkLst>
      </pc:sldChg>
      <pc:sldChg chg="modSp add mod chgLayout">
        <pc:chgData name="王 欣捷" userId="b965477fa0aef5e6" providerId="LiveId" clId="{F5C7CE7F-4255-4272-BB66-E36156271E14}" dt="2021-04-22T07:58:59.510" v="139" actId="700"/>
        <pc:sldMkLst>
          <pc:docMk/>
          <pc:sldMk cId="0" sldId="960"/>
        </pc:sldMkLst>
      </pc:sldChg>
      <pc:sldChg chg="modSp add mod chgLayout">
        <pc:chgData name="王 欣捷" userId="b965477fa0aef5e6" providerId="LiveId" clId="{F5C7CE7F-4255-4272-BB66-E36156271E14}" dt="2021-04-22T07:59:03.625" v="140" actId="700"/>
        <pc:sldMkLst>
          <pc:docMk/>
          <pc:sldMk cId="0" sldId="961"/>
        </pc:sldMkLst>
      </pc:sldChg>
      <pc:sldChg chg="modSp add mod">
        <pc:chgData name="王 欣捷" userId="b965477fa0aef5e6" providerId="LiveId" clId="{F5C7CE7F-4255-4272-BB66-E36156271E14}" dt="2021-04-22T07:46:07.334" v="28"/>
        <pc:sldMkLst>
          <pc:docMk/>
          <pc:sldMk cId="0" sldId="962"/>
        </pc:sldMkLst>
      </pc:sldChg>
      <pc:sldChg chg="modSp add mod">
        <pc:chgData name="王 欣捷" userId="b965477fa0aef5e6" providerId="LiveId" clId="{F5C7CE7F-4255-4272-BB66-E36156271E14}" dt="2021-04-22T07:46:07.334" v="28"/>
        <pc:sldMkLst>
          <pc:docMk/>
          <pc:sldMk cId="0" sldId="963"/>
        </pc:sldMkLst>
      </pc:sldChg>
      <pc:sldChg chg="add">
        <pc:chgData name="王 欣捷" userId="b965477fa0aef5e6" providerId="LiveId" clId="{F5C7CE7F-4255-4272-BB66-E36156271E14}" dt="2021-04-22T07:45:22.033" v="2"/>
        <pc:sldMkLst>
          <pc:docMk/>
          <pc:sldMk cId="0" sldId="964"/>
        </pc:sldMkLst>
      </pc:sldChg>
      <pc:sldChg chg="modSp add mod modClrScheme chgLayout">
        <pc:chgData name="王 欣捷" userId="b965477fa0aef5e6" providerId="LiveId" clId="{F5C7CE7F-4255-4272-BB66-E36156271E14}" dt="2021-04-22T07:59:28.872" v="141" actId="700"/>
        <pc:sldMkLst>
          <pc:docMk/>
          <pc:sldMk cId="0" sldId="965"/>
        </pc:sldMkLst>
      </pc:sldChg>
      <pc:sldChg chg="modSp add mod modClrScheme chgLayout">
        <pc:chgData name="王 欣捷" userId="b965477fa0aef5e6" providerId="LiveId" clId="{F5C7CE7F-4255-4272-BB66-E36156271E14}" dt="2021-04-22T07:59:49.914" v="143" actId="1076"/>
        <pc:sldMkLst>
          <pc:docMk/>
          <pc:sldMk cId="0" sldId="966"/>
        </pc:sldMkLst>
      </pc:sldChg>
      <pc:sldChg chg="modSp add mod modClrScheme chgLayout">
        <pc:chgData name="王 欣捷" userId="b965477fa0aef5e6" providerId="LiveId" clId="{F5C7CE7F-4255-4272-BB66-E36156271E14}" dt="2021-04-22T08:00:53.894" v="160" actId="1076"/>
        <pc:sldMkLst>
          <pc:docMk/>
          <pc:sldMk cId="0" sldId="967"/>
        </pc:sldMkLst>
      </pc:sldChg>
      <pc:sldChg chg="modSp add mod modClrScheme chgLayout">
        <pc:chgData name="王 欣捷" userId="b965477fa0aef5e6" providerId="LiveId" clId="{F5C7CE7F-4255-4272-BB66-E36156271E14}" dt="2021-04-22T08:00:12.274" v="147" actId="700"/>
        <pc:sldMkLst>
          <pc:docMk/>
          <pc:sldMk cId="0" sldId="968"/>
        </pc:sldMkLst>
      </pc:sldChg>
      <pc:sldChg chg="modSp add mod modClrScheme chgLayout">
        <pc:chgData name="王 欣捷" userId="b965477fa0aef5e6" providerId="LiveId" clId="{F5C7CE7F-4255-4272-BB66-E36156271E14}" dt="2021-04-22T08:01:02.763" v="163" actId="1037"/>
        <pc:sldMkLst>
          <pc:docMk/>
          <pc:sldMk cId="0" sldId="969"/>
        </pc:sldMkLst>
      </pc:sldChg>
      <pc:sldChg chg="modSp add mod modClrScheme chgLayout">
        <pc:chgData name="王 欣捷" userId="b965477fa0aef5e6" providerId="LiveId" clId="{F5C7CE7F-4255-4272-BB66-E36156271E14}" dt="2021-04-22T08:01:12.249" v="167" actId="1076"/>
        <pc:sldMkLst>
          <pc:docMk/>
          <pc:sldMk cId="0" sldId="970"/>
        </pc:sldMkLst>
      </pc:sldChg>
      <pc:sldChg chg="modSp add mod chgLayout">
        <pc:chgData name="王 欣捷" userId="b965477fa0aef5e6" providerId="LiveId" clId="{F5C7CE7F-4255-4272-BB66-E36156271E14}" dt="2021-04-22T08:01:19.016" v="168" actId="700"/>
        <pc:sldMkLst>
          <pc:docMk/>
          <pc:sldMk cId="0" sldId="971"/>
        </pc:sldMkLst>
      </pc:sldChg>
      <pc:sldChg chg="modSp add">
        <pc:chgData name="王 欣捷" userId="b965477fa0aef5e6" providerId="LiveId" clId="{F5C7CE7F-4255-4272-BB66-E36156271E14}" dt="2021-04-22T07:46:07.334" v="28"/>
        <pc:sldMkLst>
          <pc:docMk/>
          <pc:sldMk cId="0" sldId="972"/>
        </pc:sldMkLst>
      </pc:sldChg>
      <pc:sldChg chg="add">
        <pc:chgData name="王 欣捷" userId="b965477fa0aef5e6" providerId="LiveId" clId="{F5C7CE7F-4255-4272-BB66-E36156271E14}" dt="2021-04-22T07:45:22.033" v="2"/>
        <pc:sldMkLst>
          <pc:docMk/>
          <pc:sldMk cId="0" sldId="973"/>
        </pc:sldMkLst>
      </pc:sldChg>
      <pc:sldChg chg="modSp add">
        <pc:chgData name="王 欣捷" userId="b965477fa0aef5e6" providerId="LiveId" clId="{F5C7CE7F-4255-4272-BB66-E36156271E14}" dt="2021-04-22T07:46:07.334" v="28"/>
        <pc:sldMkLst>
          <pc:docMk/>
          <pc:sldMk cId="0" sldId="974"/>
        </pc:sldMkLst>
      </pc:sldChg>
      <pc:sldChg chg="modSp add">
        <pc:chgData name="王 欣捷" userId="b965477fa0aef5e6" providerId="LiveId" clId="{F5C7CE7F-4255-4272-BB66-E36156271E14}" dt="2021-04-22T07:46:07.334" v="28"/>
        <pc:sldMkLst>
          <pc:docMk/>
          <pc:sldMk cId="0" sldId="975"/>
        </pc:sldMkLst>
      </pc:sldChg>
      <pc:sldChg chg="modSp add mod modClrScheme chgLayout">
        <pc:chgData name="王 欣捷" userId="b965477fa0aef5e6" providerId="LiveId" clId="{F5C7CE7F-4255-4272-BB66-E36156271E14}" dt="2021-04-22T08:01:28.550" v="169" actId="700"/>
        <pc:sldMkLst>
          <pc:docMk/>
          <pc:sldMk cId="0" sldId="976"/>
        </pc:sldMkLst>
      </pc:sldChg>
      <pc:sldChg chg="modSp add">
        <pc:chgData name="王 欣捷" userId="b965477fa0aef5e6" providerId="LiveId" clId="{F5C7CE7F-4255-4272-BB66-E36156271E14}" dt="2021-04-22T08:01:35.388" v="170" actId="1076"/>
        <pc:sldMkLst>
          <pc:docMk/>
          <pc:sldMk cId="0" sldId="977"/>
        </pc:sldMkLst>
      </pc:sldChg>
      <pc:sldChg chg="modSp add mod modClrScheme chgLayout">
        <pc:chgData name="王 欣捷" userId="b965477fa0aef5e6" providerId="LiveId" clId="{F5C7CE7F-4255-4272-BB66-E36156271E14}" dt="2021-04-22T08:01:37.821" v="171" actId="700"/>
        <pc:sldMkLst>
          <pc:docMk/>
          <pc:sldMk cId="0" sldId="978"/>
        </pc:sldMkLst>
      </pc:sldChg>
      <pc:sldChg chg="addSp delSp modSp add mod modClrScheme chgLayout">
        <pc:chgData name="王 欣捷" userId="b965477fa0aef5e6" providerId="LiveId" clId="{F5C7CE7F-4255-4272-BB66-E36156271E14}" dt="2021-04-22T08:03:26.278" v="198" actId="1076"/>
        <pc:sldMkLst>
          <pc:docMk/>
          <pc:sldMk cId="0" sldId="979"/>
        </pc:sldMkLst>
      </pc:sldChg>
      <pc:sldChg chg="modSp add mod modClrScheme chgLayout">
        <pc:chgData name="王 欣捷" userId="b965477fa0aef5e6" providerId="LiveId" clId="{F5C7CE7F-4255-4272-BB66-E36156271E14}" dt="2021-04-22T08:03:08.435" v="195" actId="1076"/>
        <pc:sldMkLst>
          <pc:docMk/>
          <pc:sldMk cId="0" sldId="980"/>
        </pc:sldMkLst>
      </pc:sldChg>
      <pc:sldChg chg="modSp add mod modClrScheme chgLayout">
        <pc:chgData name="王 欣捷" userId="b965477fa0aef5e6" providerId="LiveId" clId="{F5C7CE7F-4255-4272-BB66-E36156271E14}" dt="2021-04-22T08:03:51.731" v="205" actId="1076"/>
        <pc:sldMkLst>
          <pc:docMk/>
          <pc:sldMk cId="0" sldId="981"/>
        </pc:sldMkLst>
      </pc:sldChg>
      <pc:sldChg chg="modSp add mod modClrScheme chgLayout">
        <pc:chgData name="王 欣捷" userId="b965477fa0aef5e6" providerId="LiveId" clId="{F5C7CE7F-4255-4272-BB66-E36156271E14}" dt="2021-04-22T08:04:06.141" v="215" actId="1036"/>
        <pc:sldMkLst>
          <pc:docMk/>
          <pc:sldMk cId="0" sldId="982"/>
        </pc:sldMkLst>
      </pc:sldChg>
      <pc:sldChg chg="modSp add mod modClrScheme chgLayout">
        <pc:chgData name="王 欣捷" userId="b965477fa0aef5e6" providerId="LiveId" clId="{F5C7CE7F-4255-4272-BB66-E36156271E14}" dt="2021-04-22T08:04:56.979" v="222" actId="1076"/>
        <pc:sldMkLst>
          <pc:docMk/>
          <pc:sldMk cId="0" sldId="983"/>
        </pc:sldMkLst>
      </pc:sldChg>
      <pc:sldChg chg="modSp add mod modClrScheme chgLayout">
        <pc:chgData name="王 欣捷" userId="b965477fa0aef5e6" providerId="LiveId" clId="{F5C7CE7F-4255-4272-BB66-E36156271E14}" dt="2021-04-22T08:05:10.290" v="226" actId="1076"/>
        <pc:sldMkLst>
          <pc:docMk/>
          <pc:sldMk cId="0" sldId="984"/>
        </pc:sldMkLst>
      </pc:sldChg>
      <pc:sldChg chg="modSp add mod modClrScheme chgLayout">
        <pc:chgData name="王 欣捷" userId="b965477fa0aef5e6" providerId="LiveId" clId="{F5C7CE7F-4255-4272-BB66-E36156271E14}" dt="2021-04-22T08:05:34.382" v="229" actId="1076"/>
        <pc:sldMkLst>
          <pc:docMk/>
          <pc:sldMk cId="0" sldId="985"/>
        </pc:sldMkLst>
      </pc:sldChg>
      <pc:sldChg chg="modSp add">
        <pc:chgData name="王 欣捷" userId="b965477fa0aef5e6" providerId="LiveId" clId="{F5C7CE7F-4255-4272-BB66-E36156271E14}" dt="2021-04-22T07:46:07.334" v="28"/>
        <pc:sldMkLst>
          <pc:docMk/>
          <pc:sldMk cId="0" sldId="986"/>
        </pc:sldMkLst>
      </pc:sldChg>
      <pc:sldChg chg="add del">
        <pc:chgData name="王 欣捷" userId="b965477fa0aef5e6" providerId="LiveId" clId="{F5C7CE7F-4255-4272-BB66-E36156271E14}" dt="2021-04-22T07:45:30.559" v="19"/>
        <pc:sldMkLst>
          <pc:docMk/>
          <pc:sldMk cId="3597084887" sldId="987"/>
        </pc:sldMkLst>
      </pc:sldChg>
      <pc:sldChg chg="add del">
        <pc:chgData name="王 欣捷" userId="b965477fa0aef5e6" providerId="LiveId" clId="{F5C7CE7F-4255-4272-BB66-E36156271E14}" dt="2021-04-22T07:45:30.559" v="19"/>
        <pc:sldMkLst>
          <pc:docMk/>
          <pc:sldMk cId="2980858333" sldId="988"/>
        </pc:sldMkLst>
      </pc:sldChg>
      <pc:sldChg chg="add del">
        <pc:chgData name="王 欣捷" userId="b965477fa0aef5e6" providerId="LiveId" clId="{F5C7CE7F-4255-4272-BB66-E36156271E14}" dt="2021-04-22T07:45:30.559" v="19"/>
        <pc:sldMkLst>
          <pc:docMk/>
          <pc:sldMk cId="29038470" sldId="989"/>
        </pc:sldMkLst>
      </pc:sldChg>
      <pc:sldChg chg="add del">
        <pc:chgData name="王 欣捷" userId="b965477fa0aef5e6" providerId="LiveId" clId="{F5C7CE7F-4255-4272-BB66-E36156271E14}" dt="2021-04-22T07:45:30.559" v="19"/>
        <pc:sldMkLst>
          <pc:docMk/>
          <pc:sldMk cId="3743719820" sldId="990"/>
        </pc:sldMkLst>
      </pc:sldChg>
      <pc:sldChg chg="add del">
        <pc:chgData name="王 欣捷" userId="b965477fa0aef5e6" providerId="LiveId" clId="{F5C7CE7F-4255-4272-BB66-E36156271E14}" dt="2021-04-22T07:45:30.559" v="19"/>
        <pc:sldMkLst>
          <pc:docMk/>
          <pc:sldMk cId="2287451425" sldId="991"/>
        </pc:sldMkLst>
      </pc:sldChg>
      <pc:sldChg chg="add del">
        <pc:chgData name="王 欣捷" userId="b965477fa0aef5e6" providerId="LiveId" clId="{F5C7CE7F-4255-4272-BB66-E36156271E14}" dt="2021-04-22T07:45:30.559" v="19"/>
        <pc:sldMkLst>
          <pc:docMk/>
          <pc:sldMk cId="3687718703" sldId="992"/>
        </pc:sldMkLst>
      </pc:sldChg>
      <pc:sldChg chg="add del">
        <pc:chgData name="王 欣捷" userId="b965477fa0aef5e6" providerId="LiveId" clId="{F5C7CE7F-4255-4272-BB66-E36156271E14}" dt="2021-04-22T07:45:30.559" v="19"/>
        <pc:sldMkLst>
          <pc:docMk/>
          <pc:sldMk cId="575355836" sldId="993"/>
        </pc:sldMkLst>
      </pc:sldChg>
      <pc:sldChg chg="add del">
        <pc:chgData name="王 欣捷" userId="b965477fa0aef5e6" providerId="LiveId" clId="{F5C7CE7F-4255-4272-BB66-E36156271E14}" dt="2021-04-22T07:45:30.559" v="19"/>
        <pc:sldMkLst>
          <pc:docMk/>
          <pc:sldMk cId="0" sldId="994"/>
        </pc:sldMkLst>
      </pc:sldChg>
      <pc:sldChg chg="add del">
        <pc:chgData name="王 欣捷" userId="b965477fa0aef5e6" providerId="LiveId" clId="{F5C7CE7F-4255-4272-BB66-E36156271E14}" dt="2021-04-22T07:45:30.559" v="19"/>
        <pc:sldMkLst>
          <pc:docMk/>
          <pc:sldMk cId="0" sldId="995"/>
        </pc:sldMkLst>
      </pc:sldChg>
      <pc:sldChg chg="add del">
        <pc:chgData name="王 欣捷" userId="b965477fa0aef5e6" providerId="LiveId" clId="{F5C7CE7F-4255-4272-BB66-E36156271E14}" dt="2021-04-22T07:45:30.559" v="19"/>
        <pc:sldMkLst>
          <pc:docMk/>
          <pc:sldMk cId="0" sldId="996"/>
        </pc:sldMkLst>
      </pc:sldChg>
      <pc:sldChg chg="add del">
        <pc:chgData name="王 欣捷" userId="b965477fa0aef5e6" providerId="LiveId" clId="{F5C7CE7F-4255-4272-BB66-E36156271E14}" dt="2021-04-22T07:45:30.559" v="19"/>
        <pc:sldMkLst>
          <pc:docMk/>
          <pc:sldMk cId="0" sldId="997"/>
        </pc:sldMkLst>
      </pc:sldChg>
      <pc:sldChg chg="add del">
        <pc:chgData name="王 欣捷" userId="b965477fa0aef5e6" providerId="LiveId" clId="{F5C7CE7F-4255-4272-BB66-E36156271E14}" dt="2021-04-22T07:45:30.559" v="19"/>
        <pc:sldMkLst>
          <pc:docMk/>
          <pc:sldMk cId="0" sldId="998"/>
        </pc:sldMkLst>
      </pc:sldChg>
      <pc:sldChg chg="add del">
        <pc:chgData name="王 欣捷" userId="b965477fa0aef5e6" providerId="LiveId" clId="{F5C7CE7F-4255-4272-BB66-E36156271E14}" dt="2021-04-22T07:45:30.559" v="19"/>
        <pc:sldMkLst>
          <pc:docMk/>
          <pc:sldMk cId="0" sldId="999"/>
        </pc:sldMkLst>
      </pc:sldChg>
      <pc:sldChg chg="add del">
        <pc:chgData name="王 欣捷" userId="b965477fa0aef5e6" providerId="LiveId" clId="{F5C7CE7F-4255-4272-BB66-E36156271E14}" dt="2021-04-22T07:45:30.559" v="19"/>
        <pc:sldMkLst>
          <pc:docMk/>
          <pc:sldMk cId="0" sldId="1000"/>
        </pc:sldMkLst>
      </pc:sldChg>
      <pc:sldChg chg="add del">
        <pc:chgData name="王 欣捷" userId="b965477fa0aef5e6" providerId="LiveId" clId="{F5C7CE7F-4255-4272-BB66-E36156271E14}" dt="2021-04-22T07:45:30.559" v="19"/>
        <pc:sldMkLst>
          <pc:docMk/>
          <pc:sldMk cId="0" sldId="1001"/>
        </pc:sldMkLst>
      </pc:sldChg>
      <pc:sldChg chg="add del">
        <pc:chgData name="王 欣捷" userId="b965477fa0aef5e6" providerId="LiveId" clId="{F5C7CE7F-4255-4272-BB66-E36156271E14}" dt="2021-04-22T07:45:30.559" v="19"/>
        <pc:sldMkLst>
          <pc:docMk/>
          <pc:sldMk cId="0" sldId="1002"/>
        </pc:sldMkLst>
      </pc:sldChg>
      <pc:sldChg chg="add del">
        <pc:chgData name="王 欣捷" userId="b965477fa0aef5e6" providerId="LiveId" clId="{F5C7CE7F-4255-4272-BB66-E36156271E14}" dt="2021-04-22T07:45:30.559" v="19"/>
        <pc:sldMkLst>
          <pc:docMk/>
          <pc:sldMk cId="672076074" sldId="1003"/>
        </pc:sldMkLst>
      </pc:sldChg>
      <pc:sldChg chg="add del">
        <pc:chgData name="王 欣捷" userId="b965477fa0aef5e6" providerId="LiveId" clId="{F5C7CE7F-4255-4272-BB66-E36156271E14}" dt="2021-04-22T07:45:30.559" v="19"/>
        <pc:sldMkLst>
          <pc:docMk/>
          <pc:sldMk cId="4090644917" sldId="1004"/>
        </pc:sldMkLst>
      </pc:sldChg>
      <pc:sldChg chg="add del">
        <pc:chgData name="王 欣捷" userId="b965477fa0aef5e6" providerId="LiveId" clId="{F5C7CE7F-4255-4272-BB66-E36156271E14}" dt="2021-04-22T07:45:30.559" v="19"/>
        <pc:sldMkLst>
          <pc:docMk/>
          <pc:sldMk cId="0" sldId="1005"/>
        </pc:sldMkLst>
      </pc:sldChg>
      <pc:sldChg chg="add del">
        <pc:chgData name="王 欣捷" userId="b965477fa0aef5e6" providerId="LiveId" clId="{F5C7CE7F-4255-4272-BB66-E36156271E14}" dt="2021-04-22T07:45:30.559" v="19"/>
        <pc:sldMkLst>
          <pc:docMk/>
          <pc:sldMk cId="2811519429" sldId="1006"/>
        </pc:sldMkLst>
      </pc:sldChg>
      <pc:sldChg chg="add del">
        <pc:chgData name="王 欣捷" userId="b965477fa0aef5e6" providerId="LiveId" clId="{F5C7CE7F-4255-4272-BB66-E36156271E14}" dt="2021-04-22T07:45:30.559" v="19"/>
        <pc:sldMkLst>
          <pc:docMk/>
          <pc:sldMk cId="3076572127" sldId="1007"/>
        </pc:sldMkLst>
      </pc:sldChg>
      <pc:sldChg chg="add del">
        <pc:chgData name="王 欣捷" userId="b965477fa0aef5e6" providerId="LiveId" clId="{F5C7CE7F-4255-4272-BB66-E36156271E14}" dt="2021-04-22T07:45:30.559" v="19"/>
        <pc:sldMkLst>
          <pc:docMk/>
          <pc:sldMk cId="2938354967" sldId="1008"/>
        </pc:sldMkLst>
      </pc:sldChg>
      <pc:sldChg chg="add del">
        <pc:chgData name="王 欣捷" userId="b965477fa0aef5e6" providerId="LiveId" clId="{F5C7CE7F-4255-4272-BB66-E36156271E14}" dt="2021-04-22T07:45:30.559" v="19"/>
        <pc:sldMkLst>
          <pc:docMk/>
          <pc:sldMk cId="3128894696" sldId="1009"/>
        </pc:sldMkLst>
      </pc:sldChg>
      <pc:sldChg chg="add del">
        <pc:chgData name="王 欣捷" userId="b965477fa0aef5e6" providerId="LiveId" clId="{F5C7CE7F-4255-4272-BB66-E36156271E14}" dt="2021-04-22T07:45:30.559" v="19"/>
        <pc:sldMkLst>
          <pc:docMk/>
          <pc:sldMk cId="1106337047" sldId="1010"/>
        </pc:sldMkLst>
      </pc:sldChg>
      <pc:sldChg chg="add del">
        <pc:chgData name="王 欣捷" userId="b965477fa0aef5e6" providerId="LiveId" clId="{F5C7CE7F-4255-4272-BB66-E36156271E14}" dt="2021-04-22T07:45:30.559" v="19"/>
        <pc:sldMkLst>
          <pc:docMk/>
          <pc:sldMk cId="2454822754" sldId="1011"/>
        </pc:sldMkLst>
      </pc:sldChg>
      <pc:sldChg chg="add del">
        <pc:chgData name="王 欣捷" userId="b965477fa0aef5e6" providerId="LiveId" clId="{F5C7CE7F-4255-4272-BB66-E36156271E14}" dt="2021-04-22T07:45:30.559" v="19"/>
        <pc:sldMkLst>
          <pc:docMk/>
          <pc:sldMk cId="1449082461" sldId="1012"/>
        </pc:sldMkLst>
      </pc:sldChg>
      <pc:sldChg chg="add del">
        <pc:chgData name="王 欣捷" userId="b965477fa0aef5e6" providerId="LiveId" clId="{F5C7CE7F-4255-4272-BB66-E36156271E14}" dt="2021-04-22T07:45:30.559" v="19"/>
        <pc:sldMkLst>
          <pc:docMk/>
          <pc:sldMk cId="3229634010" sldId="1013"/>
        </pc:sldMkLst>
      </pc:sldChg>
      <pc:sldChg chg="add del">
        <pc:chgData name="王 欣捷" userId="b965477fa0aef5e6" providerId="LiveId" clId="{F5C7CE7F-4255-4272-BB66-E36156271E14}" dt="2021-04-22T07:45:30.559" v="19"/>
        <pc:sldMkLst>
          <pc:docMk/>
          <pc:sldMk cId="2341739451" sldId="1014"/>
        </pc:sldMkLst>
      </pc:sldChg>
      <pc:sldChg chg="add del">
        <pc:chgData name="王 欣捷" userId="b965477fa0aef5e6" providerId="LiveId" clId="{F5C7CE7F-4255-4272-BB66-E36156271E14}" dt="2021-04-22T07:45:30.559" v="19"/>
        <pc:sldMkLst>
          <pc:docMk/>
          <pc:sldMk cId="3398244540" sldId="1015"/>
        </pc:sldMkLst>
      </pc:sldChg>
      <pc:sldChg chg="add del">
        <pc:chgData name="王 欣捷" userId="b965477fa0aef5e6" providerId="LiveId" clId="{F5C7CE7F-4255-4272-BB66-E36156271E14}" dt="2021-04-22T07:45:30.559" v="19"/>
        <pc:sldMkLst>
          <pc:docMk/>
          <pc:sldMk cId="2574655523" sldId="1016"/>
        </pc:sldMkLst>
      </pc:sldChg>
      <pc:sldChg chg="add del">
        <pc:chgData name="王 欣捷" userId="b965477fa0aef5e6" providerId="LiveId" clId="{F5C7CE7F-4255-4272-BB66-E36156271E14}" dt="2021-04-22T07:45:30.559" v="19"/>
        <pc:sldMkLst>
          <pc:docMk/>
          <pc:sldMk cId="0" sldId="1017"/>
        </pc:sldMkLst>
      </pc:sldChg>
      <pc:sldChg chg="add del">
        <pc:chgData name="王 欣捷" userId="b965477fa0aef5e6" providerId="LiveId" clId="{F5C7CE7F-4255-4272-BB66-E36156271E14}" dt="2021-04-22T07:45:30.559" v="19"/>
        <pc:sldMkLst>
          <pc:docMk/>
          <pc:sldMk cId="0" sldId="1018"/>
        </pc:sldMkLst>
      </pc:sldChg>
      <pc:sldChg chg="add del">
        <pc:chgData name="王 欣捷" userId="b965477fa0aef5e6" providerId="LiveId" clId="{F5C7CE7F-4255-4272-BB66-E36156271E14}" dt="2021-04-22T07:45:30.559" v="19"/>
        <pc:sldMkLst>
          <pc:docMk/>
          <pc:sldMk cId="0" sldId="1019"/>
        </pc:sldMkLst>
      </pc:sldChg>
      <pc:sldChg chg="add del">
        <pc:chgData name="王 欣捷" userId="b965477fa0aef5e6" providerId="LiveId" clId="{F5C7CE7F-4255-4272-BB66-E36156271E14}" dt="2021-04-22T07:45:30.559" v="19"/>
        <pc:sldMkLst>
          <pc:docMk/>
          <pc:sldMk cId="0" sldId="1020"/>
        </pc:sldMkLst>
      </pc:sldChg>
      <pc:sldChg chg="add del">
        <pc:chgData name="王 欣捷" userId="b965477fa0aef5e6" providerId="LiveId" clId="{F5C7CE7F-4255-4272-BB66-E36156271E14}" dt="2021-04-22T07:45:30.559" v="19"/>
        <pc:sldMkLst>
          <pc:docMk/>
          <pc:sldMk cId="0" sldId="1021"/>
        </pc:sldMkLst>
      </pc:sldChg>
      <pc:sldChg chg="add del">
        <pc:chgData name="王 欣捷" userId="b965477fa0aef5e6" providerId="LiveId" clId="{F5C7CE7F-4255-4272-BB66-E36156271E14}" dt="2021-04-22T07:45:30.559" v="19"/>
        <pc:sldMkLst>
          <pc:docMk/>
          <pc:sldMk cId="0" sldId="1022"/>
        </pc:sldMkLst>
      </pc:sldChg>
      <pc:sldChg chg="modSp add del mod">
        <pc:chgData name="王 欣捷" userId="b965477fa0aef5e6" providerId="LiveId" clId="{F5C7CE7F-4255-4272-BB66-E36156271E14}" dt="2021-04-22T07:45:30.559" v="19"/>
        <pc:sldMkLst>
          <pc:docMk/>
          <pc:sldMk cId="0" sldId="1023"/>
        </pc:sldMkLst>
      </pc:sldChg>
      <pc:sldChg chg="modSp add del mod">
        <pc:chgData name="王 欣捷" userId="b965477fa0aef5e6" providerId="LiveId" clId="{F5C7CE7F-4255-4272-BB66-E36156271E14}" dt="2021-04-22T07:45:30.559" v="19"/>
        <pc:sldMkLst>
          <pc:docMk/>
          <pc:sldMk cId="0" sldId="1024"/>
        </pc:sldMkLst>
      </pc:sldChg>
      <pc:sldChg chg="modSp add del mod">
        <pc:chgData name="王 欣捷" userId="b965477fa0aef5e6" providerId="LiveId" clId="{F5C7CE7F-4255-4272-BB66-E36156271E14}" dt="2021-04-22T07:45:30.559" v="19"/>
        <pc:sldMkLst>
          <pc:docMk/>
          <pc:sldMk cId="0" sldId="1025"/>
        </pc:sldMkLst>
      </pc:sldChg>
      <pc:sldChg chg="modSp add del mod">
        <pc:chgData name="王 欣捷" userId="b965477fa0aef5e6" providerId="LiveId" clId="{F5C7CE7F-4255-4272-BB66-E36156271E14}" dt="2021-04-22T07:45:30.559" v="19"/>
        <pc:sldMkLst>
          <pc:docMk/>
          <pc:sldMk cId="0" sldId="1026"/>
        </pc:sldMkLst>
      </pc:sldChg>
      <pc:sldChg chg="modSp add del mod">
        <pc:chgData name="王 欣捷" userId="b965477fa0aef5e6" providerId="LiveId" clId="{F5C7CE7F-4255-4272-BB66-E36156271E14}" dt="2021-04-22T07:45:30.559" v="19"/>
        <pc:sldMkLst>
          <pc:docMk/>
          <pc:sldMk cId="0" sldId="1027"/>
        </pc:sldMkLst>
      </pc:sldChg>
      <pc:sldChg chg="add del">
        <pc:chgData name="王 欣捷" userId="b965477fa0aef5e6" providerId="LiveId" clId="{F5C7CE7F-4255-4272-BB66-E36156271E14}" dt="2021-04-22T07:45:30.559" v="19"/>
        <pc:sldMkLst>
          <pc:docMk/>
          <pc:sldMk cId="0" sldId="1028"/>
        </pc:sldMkLst>
      </pc:sldChg>
      <pc:sldChg chg="add del">
        <pc:chgData name="王 欣捷" userId="b965477fa0aef5e6" providerId="LiveId" clId="{F5C7CE7F-4255-4272-BB66-E36156271E14}" dt="2021-04-22T07:45:30.559" v="19"/>
        <pc:sldMkLst>
          <pc:docMk/>
          <pc:sldMk cId="0" sldId="1029"/>
        </pc:sldMkLst>
      </pc:sldChg>
      <pc:sldChg chg="add del">
        <pc:chgData name="王 欣捷" userId="b965477fa0aef5e6" providerId="LiveId" clId="{F5C7CE7F-4255-4272-BB66-E36156271E14}" dt="2021-04-22T07:45:30.559" v="19"/>
        <pc:sldMkLst>
          <pc:docMk/>
          <pc:sldMk cId="0" sldId="1030"/>
        </pc:sldMkLst>
      </pc:sldChg>
      <pc:sldChg chg="modSp add del mod">
        <pc:chgData name="王 欣捷" userId="b965477fa0aef5e6" providerId="LiveId" clId="{F5C7CE7F-4255-4272-BB66-E36156271E14}" dt="2021-04-22T07:45:30.559" v="19"/>
        <pc:sldMkLst>
          <pc:docMk/>
          <pc:sldMk cId="0" sldId="1031"/>
        </pc:sldMkLst>
      </pc:sldChg>
      <pc:sldChg chg="modSp add del mod">
        <pc:chgData name="王 欣捷" userId="b965477fa0aef5e6" providerId="LiveId" clId="{F5C7CE7F-4255-4272-BB66-E36156271E14}" dt="2021-04-22T07:45:30.559" v="19"/>
        <pc:sldMkLst>
          <pc:docMk/>
          <pc:sldMk cId="0" sldId="1032"/>
        </pc:sldMkLst>
      </pc:sldChg>
      <pc:sldChg chg="add del">
        <pc:chgData name="王 欣捷" userId="b965477fa0aef5e6" providerId="LiveId" clId="{F5C7CE7F-4255-4272-BB66-E36156271E14}" dt="2021-04-22T07:45:30.559" v="19"/>
        <pc:sldMkLst>
          <pc:docMk/>
          <pc:sldMk cId="0" sldId="1033"/>
        </pc:sldMkLst>
      </pc:sldChg>
      <pc:sldChg chg="add del">
        <pc:chgData name="王 欣捷" userId="b965477fa0aef5e6" providerId="LiveId" clId="{F5C7CE7F-4255-4272-BB66-E36156271E14}" dt="2021-04-22T07:45:30.559" v="19"/>
        <pc:sldMkLst>
          <pc:docMk/>
          <pc:sldMk cId="0" sldId="1034"/>
        </pc:sldMkLst>
      </pc:sldChg>
      <pc:sldChg chg="add del">
        <pc:chgData name="王 欣捷" userId="b965477fa0aef5e6" providerId="LiveId" clId="{F5C7CE7F-4255-4272-BB66-E36156271E14}" dt="2021-04-22T07:45:30.559" v="19"/>
        <pc:sldMkLst>
          <pc:docMk/>
          <pc:sldMk cId="0" sldId="1035"/>
        </pc:sldMkLst>
      </pc:sldChg>
      <pc:sldChg chg="add del">
        <pc:chgData name="王 欣捷" userId="b965477fa0aef5e6" providerId="LiveId" clId="{F5C7CE7F-4255-4272-BB66-E36156271E14}" dt="2021-04-22T07:45:30.559" v="19"/>
        <pc:sldMkLst>
          <pc:docMk/>
          <pc:sldMk cId="0" sldId="1036"/>
        </pc:sldMkLst>
      </pc:sldChg>
      <pc:sldChg chg="add del">
        <pc:chgData name="王 欣捷" userId="b965477fa0aef5e6" providerId="LiveId" clId="{F5C7CE7F-4255-4272-BB66-E36156271E14}" dt="2021-04-22T07:45:30.559" v="19"/>
        <pc:sldMkLst>
          <pc:docMk/>
          <pc:sldMk cId="0" sldId="1037"/>
        </pc:sldMkLst>
      </pc:sldChg>
      <pc:sldChg chg="add del">
        <pc:chgData name="王 欣捷" userId="b965477fa0aef5e6" providerId="LiveId" clId="{F5C7CE7F-4255-4272-BB66-E36156271E14}" dt="2021-04-22T07:45:30.559" v="19"/>
        <pc:sldMkLst>
          <pc:docMk/>
          <pc:sldMk cId="0" sldId="1038"/>
        </pc:sldMkLst>
      </pc:sldChg>
      <pc:sldChg chg="add del">
        <pc:chgData name="王 欣捷" userId="b965477fa0aef5e6" providerId="LiveId" clId="{F5C7CE7F-4255-4272-BB66-E36156271E14}" dt="2021-04-22T07:45:30.559" v="19"/>
        <pc:sldMkLst>
          <pc:docMk/>
          <pc:sldMk cId="0" sldId="1039"/>
        </pc:sldMkLst>
      </pc:sldChg>
      <pc:sldChg chg="add del">
        <pc:chgData name="王 欣捷" userId="b965477fa0aef5e6" providerId="LiveId" clId="{F5C7CE7F-4255-4272-BB66-E36156271E14}" dt="2021-04-22T07:45:30.559" v="19"/>
        <pc:sldMkLst>
          <pc:docMk/>
          <pc:sldMk cId="0" sldId="1040"/>
        </pc:sldMkLst>
      </pc:sldChg>
      <pc:sldChg chg="add del">
        <pc:chgData name="王 欣捷" userId="b965477fa0aef5e6" providerId="LiveId" clId="{F5C7CE7F-4255-4272-BB66-E36156271E14}" dt="2021-04-22T07:45:30.559" v="19"/>
        <pc:sldMkLst>
          <pc:docMk/>
          <pc:sldMk cId="0" sldId="1041"/>
        </pc:sldMkLst>
      </pc:sldChg>
      <pc:sldChg chg="add del">
        <pc:chgData name="王 欣捷" userId="b965477fa0aef5e6" providerId="LiveId" clId="{F5C7CE7F-4255-4272-BB66-E36156271E14}" dt="2021-04-22T07:45:30.559" v="19"/>
        <pc:sldMkLst>
          <pc:docMk/>
          <pc:sldMk cId="0" sldId="1042"/>
        </pc:sldMkLst>
      </pc:sldChg>
      <pc:sldChg chg="add del">
        <pc:chgData name="王 欣捷" userId="b965477fa0aef5e6" providerId="LiveId" clId="{F5C7CE7F-4255-4272-BB66-E36156271E14}" dt="2021-04-22T07:45:30.559" v="19"/>
        <pc:sldMkLst>
          <pc:docMk/>
          <pc:sldMk cId="0" sldId="1043"/>
        </pc:sldMkLst>
      </pc:sldChg>
      <pc:sldChg chg="add del">
        <pc:chgData name="王 欣捷" userId="b965477fa0aef5e6" providerId="LiveId" clId="{F5C7CE7F-4255-4272-BB66-E36156271E14}" dt="2021-04-22T07:45:30.559" v="19"/>
        <pc:sldMkLst>
          <pc:docMk/>
          <pc:sldMk cId="0" sldId="1044"/>
        </pc:sldMkLst>
      </pc:sldChg>
      <pc:sldChg chg="add del">
        <pc:chgData name="王 欣捷" userId="b965477fa0aef5e6" providerId="LiveId" clId="{F5C7CE7F-4255-4272-BB66-E36156271E14}" dt="2021-04-22T07:45:30.559" v="19"/>
        <pc:sldMkLst>
          <pc:docMk/>
          <pc:sldMk cId="0" sldId="1045"/>
        </pc:sldMkLst>
      </pc:sldChg>
      <pc:sldChg chg="add del">
        <pc:chgData name="王 欣捷" userId="b965477fa0aef5e6" providerId="LiveId" clId="{F5C7CE7F-4255-4272-BB66-E36156271E14}" dt="2021-04-22T07:45:30.559" v="19"/>
        <pc:sldMkLst>
          <pc:docMk/>
          <pc:sldMk cId="0" sldId="1046"/>
        </pc:sldMkLst>
      </pc:sldChg>
      <pc:sldChg chg="add del">
        <pc:chgData name="王 欣捷" userId="b965477fa0aef5e6" providerId="LiveId" clId="{F5C7CE7F-4255-4272-BB66-E36156271E14}" dt="2021-04-22T07:45:30.559" v="19"/>
        <pc:sldMkLst>
          <pc:docMk/>
          <pc:sldMk cId="0" sldId="1047"/>
        </pc:sldMkLst>
      </pc:sldChg>
      <pc:sldChg chg="add del">
        <pc:chgData name="王 欣捷" userId="b965477fa0aef5e6" providerId="LiveId" clId="{F5C7CE7F-4255-4272-BB66-E36156271E14}" dt="2021-04-22T07:45:30.559" v="19"/>
        <pc:sldMkLst>
          <pc:docMk/>
          <pc:sldMk cId="0" sldId="1048"/>
        </pc:sldMkLst>
      </pc:sldChg>
      <pc:sldChg chg="add del">
        <pc:chgData name="王 欣捷" userId="b965477fa0aef5e6" providerId="LiveId" clId="{F5C7CE7F-4255-4272-BB66-E36156271E14}" dt="2021-04-22T07:45:30.559" v="19"/>
        <pc:sldMkLst>
          <pc:docMk/>
          <pc:sldMk cId="0" sldId="1049"/>
        </pc:sldMkLst>
      </pc:sldChg>
      <pc:sldChg chg="add del">
        <pc:chgData name="王 欣捷" userId="b965477fa0aef5e6" providerId="LiveId" clId="{F5C7CE7F-4255-4272-BB66-E36156271E14}" dt="2021-04-22T07:45:30.559" v="19"/>
        <pc:sldMkLst>
          <pc:docMk/>
          <pc:sldMk cId="0" sldId="1050"/>
        </pc:sldMkLst>
      </pc:sldChg>
      <pc:sldChg chg="add del">
        <pc:chgData name="王 欣捷" userId="b965477fa0aef5e6" providerId="LiveId" clId="{F5C7CE7F-4255-4272-BB66-E36156271E14}" dt="2021-04-22T07:45:30.559" v="19"/>
        <pc:sldMkLst>
          <pc:docMk/>
          <pc:sldMk cId="0" sldId="1051"/>
        </pc:sldMkLst>
      </pc:sldChg>
      <pc:sldChg chg="add del">
        <pc:chgData name="王 欣捷" userId="b965477fa0aef5e6" providerId="LiveId" clId="{F5C7CE7F-4255-4272-BB66-E36156271E14}" dt="2021-04-22T07:45:30.559" v="19"/>
        <pc:sldMkLst>
          <pc:docMk/>
          <pc:sldMk cId="0" sldId="1052"/>
        </pc:sldMkLst>
      </pc:sldChg>
      <pc:sldChg chg="add del">
        <pc:chgData name="王 欣捷" userId="b965477fa0aef5e6" providerId="LiveId" clId="{F5C7CE7F-4255-4272-BB66-E36156271E14}" dt="2021-04-22T07:45:30.559" v="19"/>
        <pc:sldMkLst>
          <pc:docMk/>
          <pc:sldMk cId="0" sldId="1053"/>
        </pc:sldMkLst>
      </pc:sldChg>
      <pc:sldChg chg="add del">
        <pc:chgData name="王 欣捷" userId="b965477fa0aef5e6" providerId="LiveId" clId="{F5C7CE7F-4255-4272-BB66-E36156271E14}" dt="2021-04-22T07:45:30.559" v="19"/>
        <pc:sldMkLst>
          <pc:docMk/>
          <pc:sldMk cId="0" sldId="1054"/>
        </pc:sldMkLst>
      </pc:sldChg>
      <pc:sldChg chg="add del">
        <pc:chgData name="王 欣捷" userId="b965477fa0aef5e6" providerId="LiveId" clId="{F5C7CE7F-4255-4272-BB66-E36156271E14}" dt="2021-04-22T07:45:30.559" v="19"/>
        <pc:sldMkLst>
          <pc:docMk/>
          <pc:sldMk cId="0" sldId="1055"/>
        </pc:sldMkLst>
      </pc:sldChg>
      <pc:sldChg chg="add del">
        <pc:chgData name="王 欣捷" userId="b965477fa0aef5e6" providerId="LiveId" clId="{F5C7CE7F-4255-4272-BB66-E36156271E14}" dt="2021-04-22T07:45:30.559" v="19"/>
        <pc:sldMkLst>
          <pc:docMk/>
          <pc:sldMk cId="0" sldId="1056"/>
        </pc:sldMkLst>
      </pc:sldChg>
      <pc:sldMasterChg chg="delSldLayout">
        <pc:chgData name="王 欣捷" userId="b965477fa0aef5e6" providerId="LiveId" clId="{F5C7CE7F-4255-4272-BB66-E36156271E14}" dt="2021-04-22T07:45:21.335" v="1" actId="47"/>
        <pc:sldMasterMkLst>
          <pc:docMk/>
          <pc:sldMasterMk cId="2602849841" sldId="2147483673"/>
        </pc:sldMasterMkLst>
        <pc:sldLayoutChg chg="del">
          <pc:chgData name="王 欣捷" userId="b965477fa0aef5e6" providerId="LiveId" clId="{F5C7CE7F-4255-4272-BB66-E36156271E14}" dt="2021-04-22T07:45:21.335" v="1" actId="47"/>
          <pc:sldLayoutMkLst>
            <pc:docMk/>
            <pc:sldMasterMk cId="2602849841" sldId="2147483673"/>
            <pc:sldLayoutMk cId="3282724221" sldId="2147483685"/>
          </pc:sldLayoutMkLst>
        </pc:sldLayoutChg>
        <pc:sldLayoutChg chg="del">
          <pc:chgData name="王 欣捷" userId="b965477fa0aef5e6" providerId="LiveId" clId="{F5C7CE7F-4255-4272-BB66-E36156271E14}" dt="2021-04-22T07:45:21.335" v="1" actId="47"/>
          <pc:sldLayoutMkLst>
            <pc:docMk/>
            <pc:sldMasterMk cId="2602849841" sldId="2147483673"/>
            <pc:sldLayoutMk cId="3869728626" sldId="2147483686"/>
          </pc:sldLayoutMkLst>
        </pc:sldLayoutChg>
      </pc:sldMasterChg>
    </pc:docChg>
  </pc:docChgLst>
  <pc:docChgLst>
    <pc:chgData name="欣捷 王" userId="b965477fa0aef5e6" providerId="LiveId" clId="{82F28319-344E-414B-A6A1-CE64D12B459C}"/>
    <pc:docChg chg="undo custSel addSld delSld modSld sldOrd">
      <pc:chgData name="欣捷 王" userId="b965477fa0aef5e6" providerId="LiveId" clId="{82F28319-344E-414B-A6A1-CE64D12B459C}" dt="2024-05-22T03:46:02.584" v="138"/>
      <pc:docMkLst>
        <pc:docMk/>
      </pc:docMkLst>
      <pc:sldChg chg="add del">
        <pc:chgData name="欣捷 王" userId="b965477fa0aef5e6" providerId="LiveId" clId="{82F28319-344E-414B-A6A1-CE64D12B459C}" dt="2024-05-22T03:38:14.816" v="83" actId="47"/>
        <pc:sldMkLst>
          <pc:docMk/>
          <pc:sldMk cId="0" sldId="911"/>
        </pc:sldMkLst>
      </pc:sldChg>
      <pc:sldChg chg="addSp delSp modSp mod delAnim modAnim">
        <pc:chgData name="欣捷 王" userId="b965477fa0aef5e6" providerId="LiveId" clId="{82F28319-344E-414B-A6A1-CE64D12B459C}" dt="2024-05-22T03:46:02.584" v="138"/>
        <pc:sldMkLst>
          <pc:docMk/>
          <pc:sldMk cId="0" sldId="914"/>
        </pc:sldMkLst>
      </pc:sldChg>
      <pc:sldChg chg="modSp mod ord">
        <pc:chgData name="欣捷 王" userId="b965477fa0aef5e6" providerId="LiveId" clId="{82F28319-344E-414B-A6A1-CE64D12B459C}" dt="2024-05-22T03:39:18.218" v="88"/>
        <pc:sldMkLst>
          <pc:docMk/>
          <pc:sldMk cId="0" sldId="916"/>
        </pc:sldMkLst>
      </pc:sldChg>
      <pc:sldChg chg="del">
        <pc:chgData name="欣捷 王" userId="b965477fa0aef5e6" providerId="LiveId" clId="{82F28319-344E-414B-A6A1-CE64D12B459C}" dt="2024-05-22T03:38:32.703" v="84" actId="47"/>
        <pc:sldMkLst>
          <pc:docMk/>
          <pc:sldMk cId="0" sldId="917"/>
        </pc:sldMkLst>
      </pc:sldChg>
      <pc:sldChg chg="add">
        <pc:chgData name="欣捷 王" userId="b965477fa0aef5e6" providerId="LiveId" clId="{82F28319-344E-414B-A6A1-CE64D12B459C}" dt="2024-05-22T03:39:08.555" v="86"/>
        <pc:sldMkLst>
          <pc:docMk/>
          <pc:sldMk cId="3580294181" sldId="926"/>
        </pc:sldMkLst>
      </pc:sldChg>
      <pc:sldChg chg="del">
        <pc:chgData name="欣捷 王" userId="b965477fa0aef5e6" providerId="LiveId" clId="{82F28319-344E-414B-A6A1-CE64D12B459C}" dt="2024-05-22T03:39:03.233" v="85" actId="2696"/>
        <pc:sldMkLst>
          <pc:docMk/>
          <pc:sldMk cId="3199401599" sldId="927"/>
        </pc:sldMkLst>
      </pc:sldChg>
      <pc:sldChg chg="add">
        <pc:chgData name="欣捷 王" userId="b965477fa0aef5e6" providerId="LiveId" clId="{82F28319-344E-414B-A6A1-CE64D12B459C}" dt="2024-05-22T03:39:08.555" v="86"/>
        <pc:sldMkLst>
          <pc:docMk/>
          <pc:sldMk cId="1460778614" sldId="928"/>
        </pc:sldMkLst>
      </pc:sldChg>
      <pc:sldChg chg="mod modShow">
        <pc:chgData name="欣捷 王" userId="b965477fa0aef5e6" providerId="LiveId" clId="{82F28319-344E-414B-A6A1-CE64D12B459C}" dt="2024-05-14T05:05:19.004" v="0" actId="729"/>
        <pc:sldMkLst>
          <pc:docMk/>
          <pc:sldMk cId="0" sldId="929"/>
        </pc:sldMkLst>
      </pc:sldChg>
      <pc:sldChg chg="mod modShow">
        <pc:chgData name="欣捷 王" userId="b965477fa0aef5e6" providerId="LiveId" clId="{82F28319-344E-414B-A6A1-CE64D12B459C}" dt="2024-05-14T05:05:19.004" v="0" actId="729"/>
        <pc:sldMkLst>
          <pc:docMk/>
          <pc:sldMk cId="0" sldId="930"/>
        </pc:sldMkLst>
      </pc:sldChg>
      <pc:sldChg chg="mod modShow">
        <pc:chgData name="欣捷 王" userId="b965477fa0aef5e6" providerId="LiveId" clId="{82F28319-344E-414B-A6A1-CE64D12B459C}" dt="2024-05-14T05:05:19.004" v="0" actId="729"/>
        <pc:sldMkLst>
          <pc:docMk/>
          <pc:sldMk cId="0" sldId="931"/>
        </pc:sldMkLst>
      </pc:sldChg>
      <pc:sldChg chg="mod modShow">
        <pc:chgData name="欣捷 王" userId="b965477fa0aef5e6" providerId="LiveId" clId="{82F28319-344E-414B-A6A1-CE64D12B459C}" dt="2024-05-14T05:05:19.004" v="0" actId="729"/>
        <pc:sldMkLst>
          <pc:docMk/>
          <pc:sldMk cId="0" sldId="932"/>
        </pc:sldMkLst>
      </pc:sldChg>
      <pc:sldChg chg="mod modShow">
        <pc:chgData name="欣捷 王" userId="b965477fa0aef5e6" providerId="LiveId" clId="{82F28319-344E-414B-A6A1-CE64D12B459C}" dt="2024-05-14T05:05:19.004" v="0" actId="729"/>
        <pc:sldMkLst>
          <pc:docMk/>
          <pc:sldMk cId="0" sldId="938"/>
        </pc:sldMkLst>
      </pc:sldChg>
      <pc:sldChg chg="mod modShow">
        <pc:chgData name="欣捷 王" userId="b965477fa0aef5e6" providerId="LiveId" clId="{82F28319-344E-414B-A6A1-CE64D12B459C}" dt="2024-05-14T05:05:19.004" v="0" actId="729"/>
        <pc:sldMkLst>
          <pc:docMk/>
          <pc:sldMk cId="0" sldId="940"/>
        </pc:sldMkLst>
      </pc:sldChg>
      <pc:sldChg chg="mod modShow">
        <pc:chgData name="欣捷 王" userId="b965477fa0aef5e6" providerId="LiveId" clId="{82F28319-344E-414B-A6A1-CE64D12B459C}" dt="2024-05-14T05:05:19.004" v="0" actId="729"/>
        <pc:sldMkLst>
          <pc:docMk/>
          <pc:sldMk cId="0" sldId="941"/>
        </pc:sldMkLst>
      </pc:sldChg>
      <pc:sldChg chg="mod modShow">
        <pc:chgData name="欣捷 王" userId="b965477fa0aef5e6" providerId="LiveId" clId="{82F28319-344E-414B-A6A1-CE64D12B459C}" dt="2024-05-14T05:05:19.004" v="0" actId="729"/>
        <pc:sldMkLst>
          <pc:docMk/>
          <pc:sldMk cId="0" sldId="954"/>
        </pc:sldMkLst>
      </pc:sldChg>
      <pc:sldChg chg="add">
        <pc:chgData name="欣捷 王" userId="b965477fa0aef5e6" providerId="LiveId" clId="{82F28319-344E-414B-A6A1-CE64D12B459C}" dt="2024-05-22T03:39:08.555" v="86"/>
        <pc:sldMkLst>
          <pc:docMk/>
          <pc:sldMk cId="2749480931" sldId="955"/>
        </pc:sldMkLst>
      </pc:sldChg>
      <pc:sldChg chg="mod modShow">
        <pc:chgData name="欣捷 王" userId="b965477fa0aef5e6" providerId="LiveId" clId="{82F28319-344E-414B-A6A1-CE64D12B459C}" dt="2024-05-14T05:05:19.004" v="0" actId="729"/>
        <pc:sldMkLst>
          <pc:docMk/>
          <pc:sldMk cId="0" sldId="956"/>
        </pc:sldMkLst>
      </pc:sldChg>
      <pc:sldChg chg="mod modShow">
        <pc:chgData name="欣捷 王" userId="b965477fa0aef5e6" providerId="LiveId" clId="{82F28319-344E-414B-A6A1-CE64D12B459C}" dt="2024-05-14T05:05:19.004" v="0" actId="729"/>
        <pc:sldMkLst>
          <pc:docMk/>
          <pc:sldMk cId="0" sldId="957"/>
        </pc:sldMkLst>
      </pc:sldChg>
      <pc:sldChg chg="add">
        <pc:chgData name="欣捷 王" userId="b965477fa0aef5e6" providerId="LiveId" clId="{82F28319-344E-414B-A6A1-CE64D12B459C}" dt="2024-05-22T03:39:08.555" v="86"/>
        <pc:sldMkLst>
          <pc:docMk/>
          <pc:sldMk cId="961624833" sldId="988"/>
        </pc:sldMkLst>
      </pc:sldChg>
      <pc:sldChg chg="del">
        <pc:chgData name="欣捷 王" userId="b965477fa0aef5e6" providerId="LiveId" clId="{82F28319-344E-414B-A6A1-CE64D12B459C}" dt="2024-05-22T03:39:03.233" v="85" actId="2696"/>
        <pc:sldMkLst>
          <pc:docMk/>
          <pc:sldMk cId="2980858333" sldId="988"/>
        </pc:sldMkLst>
      </pc:sldChg>
      <pc:sldChg chg="add">
        <pc:chgData name="欣捷 王" userId="b965477fa0aef5e6" providerId="LiveId" clId="{82F28319-344E-414B-A6A1-CE64D12B459C}" dt="2024-05-22T03:39:08.555" v="86"/>
        <pc:sldMkLst>
          <pc:docMk/>
          <pc:sldMk cId="3390634131" sldId="990"/>
        </pc:sldMkLst>
      </pc:sldChg>
      <pc:sldChg chg="modSp del mod">
        <pc:chgData name="欣捷 王" userId="b965477fa0aef5e6" providerId="LiveId" clId="{82F28319-344E-414B-A6A1-CE64D12B459C}" dt="2024-05-22T03:39:03.233" v="85" actId="2696"/>
        <pc:sldMkLst>
          <pc:docMk/>
          <pc:sldMk cId="3743719820" sldId="990"/>
        </pc:sldMkLst>
      </pc:sldChg>
      <pc:sldChg chg="modNotesTx">
        <pc:chgData name="欣捷 王" userId="b965477fa0aef5e6" providerId="LiveId" clId="{82F28319-344E-414B-A6A1-CE64D12B459C}" dt="2024-05-14T05:10:52.159" v="2"/>
        <pc:sldMkLst>
          <pc:docMk/>
          <pc:sldMk cId="4090644917" sldId="1004"/>
        </pc:sldMkLst>
      </pc:sldChg>
      <pc:sldChg chg="modSp del mod">
        <pc:chgData name="欣捷 王" userId="b965477fa0aef5e6" providerId="LiveId" clId="{82F28319-344E-414B-A6A1-CE64D12B459C}" dt="2024-05-14T05:10:55.884" v="3" actId="47"/>
        <pc:sldMkLst>
          <pc:docMk/>
          <pc:sldMk cId="0" sldId="1005"/>
        </pc:sldMkLst>
      </pc:sldChg>
    </pc:docChg>
  </pc:docChgLst>
  <pc:docChgLst>
    <pc:chgData name="云东 郭" userId="3aef734993cdc3f5" providerId="LiveId" clId="{11F8C73B-1685-43F1-8C62-24EB773A1BCD}"/>
    <pc:docChg chg="custSel modSld">
      <pc:chgData name="云东 郭" userId="3aef734993cdc3f5" providerId="LiveId" clId="{11F8C73B-1685-43F1-8C62-24EB773A1BCD}" dt="2024-05-23T13:57:42.087" v="65"/>
      <pc:docMkLst>
        <pc:docMk/>
      </pc:docMkLst>
      <pc:sldChg chg="modSp mod">
        <pc:chgData name="云东 郭" userId="3aef734993cdc3f5" providerId="LiveId" clId="{11F8C73B-1685-43F1-8C62-24EB773A1BCD}" dt="2024-05-23T13:42:43.185" v="29"/>
        <pc:sldMkLst>
          <pc:docMk/>
          <pc:sldMk cId="2341739451" sldId="1014"/>
        </pc:sldMkLst>
      </pc:sldChg>
      <pc:sldChg chg="modSp mod">
        <pc:chgData name="云东 郭" userId="3aef734993cdc3f5" providerId="LiveId" clId="{11F8C73B-1685-43F1-8C62-24EB773A1BCD}" dt="2024-05-23T13:57:42.087" v="65"/>
        <pc:sldMkLst>
          <pc:docMk/>
          <pc:sldMk cId="3398244540" sldId="1015"/>
        </pc:sldMkLst>
      </pc:sldChg>
    </pc:docChg>
  </pc:docChgLst>
  <pc:docChgLst>
    <pc:chgData name="欣捷 王" userId="b965477fa0aef5e6" providerId="LiveId" clId="{CA70F319-C63D-43A2-AAFD-84B7270590BB}"/>
    <pc:docChg chg="modSld modMainMaster">
      <pc:chgData name="欣捷 王" userId="b965477fa0aef5e6" providerId="LiveId" clId="{CA70F319-C63D-43A2-AAFD-84B7270590BB}" dt="2024-03-05T05:45:31.538" v="1"/>
      <pc:docMkLst>
        <pc:docMk/>
      </pc:docMkLst>
      <pc:sldChg chg="modSp">
        <pc:chgData name="欣捷 王" userId="b965477fa0aef5e6" providerId="LiveId" clId="{CA70F319-C63D-43A2-AAFD-84B7270590BB}" dt="2024-03-05T05:40:01.710" v="0"/>
        <pc:sldMkLst>
          <pc:docMk/>
          <pc:sldMk cId="2470898374" sldId="256"/>
        </pc:sldMkLst>
      </pc:sldChg>
      <pc:sldChg chg="modSp">
        <pc:chgData name="欣捷 王" userId="b965477fa0aef5e6" providerId="LiveId" clId="{CA70F319-C63D-43A2-AAFD-84B7270590BB}" dt="2024-03-05T05:40:01.710" v="0"/>
        <pc:sldMkLst>
          <pc:docMk/>
          <pc:sldMk cId="0" sldId="867"/>
        </pc:sldMkLst>
      </pc:sldChg>
      <pc:sldChg chg="modSp">
        <pc:chgData name="欣捷 王" userId="b965477fa0aef5e6" providerId="LiveId" clId="{CA70F319-C63D-43A2-AAFD-84B7270590BB}" dt="2024-03-05T05:40:01.710" v="0"/>
        <pc:sldMkLst>
          <pc:docMk/>
          <pc:sldMk cId="0" sldId="868"/>
        </pc:sldMkLst>
      </pc:sldChg>
      <pc:sldChg chg="modSp">
        <pc:chgData name="欣捷 王" userId="b965477fa0aef5e6" providerId="LiveId" clId="{CA70F319-C63D-43A2-AAFD-84B7270590BB}" dt="2024-03-05T05:40:01.710" v="0"/>
        <pc:sldMkLst>
          <pc:docMk/>
          <pc:sldMk cId="0" sldId="869"/>
        </pc:sldMkLst>
      </pc:sldChg>
      <pc:sldChg chg="modSp">
        <pc:chgData name="欣捷 王" userId="b965477fa0aef5e6" providerId="LiveId" clId="{CA70F319-C63D-43A2-AAFD-84B7270590BB}" dt="2024-03-05T05:40:01.710" v="0"/>
        <pc:sldMkLst>
          <pc:docMk/>
          <pc:sldMk cId="0" sldId="870"/>
        </pc:sldMkLst>
      </pc:sldChg>
      <pc:sldChg chg="modSp">
        <pc:chgData name="欣捷 王" userId="b965477fa0aef5e6" providerId="LiveId" clId="{CA70F319-C63D-43A2-AAFD-84B7270590BB}" dt="2024-03-05T05:40:01.710" v="0"/>
        <pc:sldMkLst>
          <pc:docMk/>
          <pc:sldMk cId="0" sldId="871"/>
        </pc:sldMkLst>
      </pc:sldChg>
      <pc:sldChg chg="modSp">
        <pc:chgData name="欣捷 王" userId="b965477fa0aef5e6" providerId="LiveId" clId="{CA70F319-C63D-43A2-AAFD-84B7270590BB}" dt="2024-03-05T05:40:01.710" v="0"/>
        <pc:sldMkLst>
          <pc:docMk/>
          <pc:sldMk cId="0" sldId="872"/>
        </pc:sldMkLst>
      </pc:sldChg>
      <pc:sldChg chg="modSp">
        <pc:chgData name="欣捷 王" userId="b965477fa0aef5e6" providerId="LiveId" clId="{CA70F319-C63D-43A2-AAFD-84B7270590BB}" dt="2024-03-05T05:40:01.710" v="0"/>
        <pc:sldMkLst>
          <pc:docMk/>
          <pc:sldMk cId="0" sldId="873"/>
        </pc:sldMkLst>
      </pc:sldChg>
      <pc:sldChg chg="modSp">
        <pc:chgData name="欣捷 王" userId="b965477fa0aef5e6" providerId="LiveId" clId="{CA70F319-C63D-43A2-AAFD-84B7270590BB}" dt="2024-03-05T05:40:01.710" v="0"/>
        <pc:sldMkLst>
          <pc:docMk/>
          <pc:sldMk cId="0" sldId="874"/>
        </pc:sldMkLst>
      </pc:sldChg>
      <pc:sldChg chg="modSp">
        <pc:chgData name="欣捷 王" userId="b965477fa0aef5e6" providerId="LiveId" clId="{CA70F319-C63D-43A2-AAFD-84B7270590BB}" dt="2024-03-05T05:40:01.710" v="0"/>
        <pc:sldMkLst>
          <pc:docMk/>
          <pc:sldMk cId="0" sldId="875"/>
        </pc:sldMkLst>
      </pc:sldChg>
      <pc:sldChg chg="modSp">
        <pc:chgData name="欣捷 王" userId="b965477fa0aef5e6" providerId="LiveId" clId="{CA70F319-C63D-43A2-AAFD-84B7270590BB}" dt="2024-03-05T05:40:01.710" v="0"/>
        <pc:sldMkLst>
          <pc:docMk/>
          <pc:sldMk cId="0" sldId="876"/>
        </pc:sldMkLst>
      </pc:sldChg>
      <pc:sldChg chg="modSp">
        <pc:chgData name="欣捷 王" userId="b965477fa0aef5e6" providerId="LiveId" clId="{CA70F319-C63D-43A2-AAFD-84B7270590BB}" dt="2024-03-05T05:40:01.710" v="0"/>
        <pc:sldMkLst>
          <pc:docMk/>
          <pc:sldMk cId="0" sldId="877"/>
        </pc:sldMkLst>
      </pc:sldChg>
      <pc:sldChg chg="modSp">
        <pc:chgData name="欣捷 王" userId="b965477fa0aef5e6" providerId="LiveId" clId="{CA70F319-C63D-43A2-AAFD-84B7270590BB}" dt="2024-03-05T05:40:01.710" v="0"/>
        <pc:sldMkLst>
          <pc:docMk/>
          <pc:sldMk cId="0" sldId="878"/>
        </pc:sldMkLst>
      </pc:sldChg>
      <pc:sldChg chg="modSp">
        <pc:chgData name="欣捷 王" userId="b965477fa0aef5e6" providerId="LiveId" clId="{CA70F319-C63D-43A2-AAFD-84B7270590BB}" dt="2024-03-05T05:40:01.710" v="0"/>
        <pc:sldMkLst>
          <pc:docMk/>
          <pc:sldMk cId="0" sldId="879"/>
        </pc:sldMkLst>
      </pc:sldChg>
      <pc:sldChg chg="modSp">
        <pc:chgData name="欣捷 王" userId="b965477fa0aef5e6" providerId="LiveId" clId="{CA70F319-C63D-43A2-AAFD-84B7270590BB}" dt="2024-03-05T05:40:01.710" v="0"/>
        <pc:sldMkLst>
          <pc:docMk/>
          <pc:sldMk cId="0" sldId="880"/>
        </pc:sldMkLst>
      </pc:sldChg>
      <pc:sldChg chg="modSp">
        <pc:chgData name="欣捷 王" userId="b965477fa0aef5e6" providerId="LiveId" clId="{CA70F319-C63D-43A2-AAFD-84B7270590BB}" dt="2024-03-05T05:40:01.710" v="0"/>
        <pc:sldMkLst>
          <pc:docMk/>
          <pc:sldMk cId="0" sldId="911"/>
        </pc:sldMkLst>
      </pc:sldChg>
      <pc:sldChg chg="modSp">
        <pc:chgData name="欣捷 王" userId="b965477fa0aef5e6" providerId="LiveId" clId="{CA70F319-C63D-43A2-AAFD-84B7270590BB}" dt="2024-03-05T05:40:01.710" v="0"/>
        <pc:sldMkLst>
          <pc:docMk/>
          <pc:sldMk cId="0" sldId="912"/>
        </pc:sldMkLst>
      </pc:sldChg>
      <pc:sldChg chg="modSp">
        <pc:chgData name="欣捷 王" userId="b965477fa0aef5e6" providerId="LiveId" clId="{CA70F319-C63D-43A2-AAFD-84B7270590BB}" dt="2024-03-05T05:40:01.710" v="0"/>
        <pc:sldMkLst>
          <pc:docMk/>
          <pc:sldMk cId="0" sldId="913"/>
        </pc:sldMkLst>
      </pc:sldChg>
      <pc:sldChg chg="modSp">
        <pc:chgData name="欣捷 王" userId="b965477fa0aef5e6" providerId="LiveId" clId="{CA70F319-C63D-43A2-AAFD-84B7270590BB}" dt="2024-03-05T05:40:01.710" v="0"/>
        <pc:sldMkLst>
          <pc:docMk/>
          <pc:sldMk cId="0" sldId="914"/>
        </pc:sldMkLst>
      </pc:sldChg>
      <pc:sldChg chg="modSp">
        <pc:chgData name="欣捷 王" userId="b965477fa0aef5e6" providerId="LiveId" clId="{CA70F319-C63D-43A2-AAFD-84B7270590BB}" dt="2024-03-05T05:40:01.710" v="0"/>
        <pc:sldMkLst>
          <pc:docMk/>
          <pc:sldMk cId="0" sldId="915"/>
        </pc:sldMkLst>
      </pc:sldChg>
      <pc:sldChg chg="modSp">
        <pc:chgData name="欣捷 王" userId="b965477fa0aef5e6" providerId="LiveId" clId="{CA70F319-C63D-43A2-AAFD-84B7270590BB}" dt="2024-03-05T05:40:01.710" v="0"/>
        <pc:sldMkLst>
          <pc:docMk/>
          <pc:sldMk cId="0" sldId="916"/>
        </pc:sldMkLst>
      </pc:sldChg>
      <pc:sldChg chg="modSp">
        <pc:chgData name="欣捷 王" userId="b965477fa0aef5e6" providerId="LiveId" clId="{CA70F319-C63D-43A2-AAFD-84B7270590BB}" dt="2024-03-05T05:40:01.710" v="0"/>
        <pc:sldMkLst>
          <pc:docMk/>
          <pc:sldMk cId="0" sldId="917"/>
        </pc:sldMkLst>
      </pc:sldChg>
      <pc:sldChg chg="modSp">
        <pc:chgData name="欣捷 王" userId="b965477fa0aef5e6" providerId="LiveId" clId="{CA70F319-C63D-43A2-AAFD-84B7270590BB}" dt="2024-03-05T05:40:01.710" v="0"/>
        <pc:sldMkLst>
          <pc:docMk/>
          <pc:sldMk cId="0" sldId="918"/>
        </pc:sldMkLst>
      </pc:sldChg>
      <pc:sldChg chg="modSp">
        <pc:chgData name="欣捷 王" userId="b965477fa0aef5e6" providerId="LiveId" clId="{CA70F319-C63D-43A2-AAFD-84B7270590BB}" dt="2024-03-05T05:40:01.710" v="0"/>
        <pc:sldMkLst>
          <pc:docMk/>
          <pc:sldMk cId="0" sldId="919"/>
        </pc:sldMkLst>
      </pc:sldChg>
      <pc:sldChg chg="modSp">
        <pc:chgData name="欣捷 王" userId="b965477fa0aef5e6" providerId="LiveId" clId="{CA70F319-C63D-43A2-AAFD-84B7270590BB}" dt="2024-03-05T05:40:01.710" v="0"/>
        <pc:sldMkLst>
          <pc:docMk/>
          <pc:sldMk cId="0" sldId="922"/>
        </pc:sldMkLst>
      </pc:sldChg>
      <pc:sldChg chg="modSp">
        <pc:chgData name="欣捷 王" userId="b965477fa0aef5e6" providerId="LiveId" clId="{CA70F319-C63D-43A2-AAFD-84B7270590BB}" dt="2024-03-05T05:40:01.710" v="0"/>
        <pc:sldMkLst>
          <pc:docMk/>
          <pc:sldMk cId="0" sldId="923"/>
        </pc:sldMkLst>
      </pc:sldChg>
      <pc:sldChg chg="modSp">
        <pc:chgData name="欣捷 王" userId="b965477fa0aef5e6" providerId="LiveId" clId="{CA70F319-C63D-43A2-AAFD-84B7270590BB}" dt="2024-03-05T05:40:01.710" v="0"/>
        <pc:sldMkLst>
          <pc:docMk/>
          <pc:sldMk cId="0" sldId="924"/>
        </pc:sldMkLst>
      </pc:sldChg>
      <pc:sldChg chg="modSp">
        <pc:chgData name="欣捷 王" userId="b965477fa0aef5e6" providerId="LiveId" clId="{CA70F319-C63D-43A2-AAFD-84B7270590BB}" dt="2024-03-05T05:40:01.710" v="0"/>
        <pc:sldMkLst>
          <pc:docMk/>
          <pc:sldMk cId="0" sldId="925"/>
        </pc:sldMkLst>
      </pc:sldChg>
      <pc:sldChg chg="modSp">
        <pc:chgData name="欣捷 王" userId="b965477fa0aef5e6" providerId="LiveId" clId="{CA70F319-C63D-43A2-AAFD-84B7270590BB}" dt="2024-03-05T05:40:01.710" v="0"/>
        <pc:sldMkLst>
          <pc:docMk/>
          <pc:sldMk cId="3580294181" sldId="926"/>
        </pc:sldMkLst>
      </pc:sldChg>
      <pc:sldChg chg="modSp">
        <pc:chgData name="欣捷 王" userId="b965477fa0aef5e6" providerId="LiveId" clId="{CA70F319-C63D-43A2-AAFD-84B7270590BB}" dt="2024-03-05T05:40:01.710" v="0"/>
        <pc:sldMkLst>
          <pc:docMk/>
          <pc:sldMk cId="3199401599" sldId="927"/>
        </pc:sldMkLst>
      </pc:sldChg>
      <pc:sldChg chg="modSp">
        <pc:chgData name="欣捷 王" userId="b965477fa0aef5e6" providerId="LiveId" clId="{CA70F319-C63D-43A2-AAFD-84B7270590BB}" dt="2024-03-05T05:40:01.710" v="0"/>
        <pc:sldMkLst>
          <pc:docMk/>
          <pc:sldMk cId="1460778614" sldId="928"/>
        </pc:sldMkLst>
      </pc:sldChg>
      <pc:sldChg chg="modSp">
        <pc:chgData name="欣捷 王" userId="b965477fa0aef5e6" providerId="LiveId" clId="{CA70F319-C63D-43A2-AAFD-84B7270590BB}" dt="2024-03-05T05:40:01.710" v="0"/>
        <pc:sldMkLst>
          <pc:docMk/>
          <pc:sldMk cId="0" sldId="929"/>
        </pc:sldMkLst>
      </pc:sldChg>
      <pc:sldChg chg="modSp">
        <pc:chgData name="欣捷 王" userId="b965477fa0aef5e6" providerId="LiveId" clId="{CA70F319-C63D-43A2-AAFD-84B7270590BB}" dt="2024-03-05T05:40:01.710" v="0"/>
        <pc:sldMkLst>
          <pc:docMk/>
          <pc:sldMk cId="0" sldId="930"/>
        </pc:sldMkLst>
      </pc:sldChg>
      <pc:sldChg chg="modSp">
        <pc:chgData name="欣捷 王" userId="b965477fa0aef5e6" providerId="LiveId" clId="{CA70F319-C63D-43A2-AAFD-84B7270590BB}" dt="2024-03-05T05:40:01.710" v="0"/>
        <pc:sldMkLst>
          <pc:docMk/>
          <pc:sldMk cId="0" sldId="931"/>
        </pc:sldMkLst>
      </pc:sldChg>
      <pc:sldChg chg="modSp">
        <pc:chgData name="欣捷 王" userId="b965477fa0aef5e6" providerId="LiveId" clId="{CA70F319-C63D-43A2-AAFD-84B7270590BB}" dt="2024-03-05T05:40:01.710" v="0"/>
        <pc:sldMkLst>
          <pc:docMk/>
          <pc:sldMk cId="0" sldId="932"/>
        </pc:sldMkLst>
      </pc:sldChg>
      <pc:sldChg chg="modSp">
        <pc:chgData name="欣捷 王" userId="b965477fa0aef5e6" providerId="LiveId" clId="{CA70F319-C63D-43A2-AAFD-84B7270590BB}" dt="2024-03-05T05:40:01.710" v="0"/>
        <pc:sldMkLst>
          <pc:docMk/>
          <pc:sldMk cId="0" sldId="938"/>
        </pc:sldMkLst>
      </pc:sldChg>
      <pc:sldChg chg="modSp">
        <pc:chgData name="欣捷 王" userId="b965477fa0aef5e6" providerId="LiveId" clId="{CA70F319-C63D-43A2-AAFD-84B7270590BB}" dt="2024-03-05T05:40:01.710" v="0"/>
        <pc:sldMkLst>
          <pc:docMk/>
          <pc:sldMk cId="0" sldId="940"/>
        </pc:sldMkLst>
      </pc:sldChg>
      <pc:sldChg chg="modSp">
        <pc:chgData name="欣捷 王" userId="b965477fa0aef5e6" providerId="LiveId" clId="{CA70F319-C63D-43A2-AAFD-84B7270590BB}" dt="2024-03-05T05:40:01.710" v="0"/>
        <pc:sldMkLst>
          <pc:docMk/>
          <pc:sldMk cId="0" sldId="941"/>
        </pc:sldMkLst>
      </pc:sldChg>
      <pc:sldChg chg="modSp">
        <pc:chgData name="欣捷 王" userId="b965477fa0aef5e6" providerId="LiveId" clId="{CA70F319-C63D-43A2-AAFD-84B7270590BB}" dt="2024-03-05T05:40:01.710" v="0"/>
        <pc:sldMkLst>
          <pc:docMk/>
          <pc:sldMk cId="0" sldId="942"/>
        </pc:sldMkLst>
      </pc:sldChg>
      <pc:sldChg chg="modSp">
        <pc:chgData name="欣捷 王" userId="b965477fa0aef5e6" providerId="LiveId" clId="{CA70F319-C63D-43A2-AAFD-84B7270590BB}" dt="2024-03-05T05:40:01.710" v="0"/>
        <pc:sldMkLst>
          <pc:docMk/>
          <pc:sldMk cId="0" sldId="943"/>
        </pc:sldMkLst>
      </pc:sldChg>
      <pc:sldChg chg="modSp">
        <pc:chgData name="欣捷 王" userId="b965477fa0aef5e6" providerId="LiveId" clId="{CA70F319-C63D-43A2-AAFD-84B7270590BB}" dt="2024-03-05T05:40:01.710" v="0"/>
        <pc:sldMkLst>
          <pc:docMk/>
          <pc:sldMk cId="0" sldId="944"/>
        </pc:sldMkLst>
      </pc:sldChg>
      <pc:sldChg chg="modSp">
        <pc:chgData name="欣捷 王" userId="b965477fa0aef5e6" providerId="LiveId" clId="{CA70F319-C63D-43A2-AAFD-84B7270590BB}" dt="2024-03-05T05:40:01.710" v="0"/>
        <pc:sldMkLst>
          <pc:docMk/>
          <pc:sldMk cId="0" sldId="945"/>
        </pc:sldMkLst>
      </pc:sldChg>
      <pc:sldChg chg="modSp">
        <pc:chgData name="欣捷 王" userId="b965477fa0aef5e6" providerId="LiveId" clId="{CA70F319-C63D-43A2-AAFD-84B7270590BB}" dt="2024-03-05T05:40:01.710" v="0"/>
        <pc:sldMkLst>
          <pc:docMk/>
          <pc:sldMk cId="0" sldId="946"/>
        </pc:sldMkLst>
      </pc:sldChg>
      <pc:sldChg chg="modSp">
        <pc:chgData name="欣捷 王" userId="b965477fa0aef5e6" providerId="LiveId" clId="{CA70F319-C63D-43A2-AAFD-84B7270590BB}" dt="2024-03-05T05:40:01.710" v="0"/>
        <pc:sldMkLst>
          <pc:docMk/>
          <pc:sldMk cId="0" sldId="947"/>
        </pc:sldMkLst>
      </pc:sldChg>
      <pc:sldChg chg="modSp">
        <pc:chgData name="欣捷 王" userId="b965477fa0aef5e6" providerId="LiveId" clId="{CA70F319-C63D-43A2-AAFD-84B7270590BB}" dt="2024-03-05T05:40:01.710" v="0"/>
        <pc:sldMkLst>
          <pc:docMk/>
          <pc:sldMk cId="0" sldId="948"/>
        </pc:sldMkLst>
      </pc:sldChg>
      <pc:sldChg chg="modSp">
        <pc:chgData name="欣捷 王" userId="b965477fa0aef5e6" providerId="LiveId" clId="{CA70F319-C63D-43A2-AAFD-84B7270590BB}" dt="2024-03-05T05:40:01.710" v="0"/>
        <pc:sldMkLst>
          <pc:docMk/>
          <pc:sldMk cId="0" sldId="949"/>
        </pc:sldMkLst>
      </pc:sldChg>
      <pc:sldChg chg="modSp">
        <pc:chgData name="欣捷 王" userId="b965477fa0aef5e6" providerId="LiveId" clId="{CA70F319-C63D-43A2-AAFD-84B7270590BB}" dt="2024-03-05T05:40:01.710" v="0"/>
        <pc:sldMkLst>
          <pc:docMk/>
          <pc:sldMk cId="0" sldId="950"/>
        </pc:sldMkLst>
      </pc:sldChg>
      <pc:sldChg chg="modSp">
        <pc:chgData name="欣捷 王" userId="b965477fa0aef5e6" providerId="LiveId" clId="{CA70F319-C63D-43A2-AAFD-84B7270590BB}" dt="2024-03-05T05:40:01.710" v="0"/>
        <pc:sldMkLst>
          <pc:docMk/>
          <pc:sldMk cId="0" sldId="951"/>
        </pc:sldMkLst>
      </pc:sldChg>
      <pc:sldChg chg="modSp">
        <pc:chgData name="欣捷 王" userId="b965477fa0aef5e6" providerId="LiveId" clId="{CA70F319-C63D-43A2-AAFD-84B7270590BB}" dt="2024-03-05T05:40:01.710" v="0"/>
        <pc:sldMkLst>
          <pc:docMk/>
          <pc:sldMk cId="0" sldId="952"/>
        </pc:sldMkLst>
      </pc:sldChg>
      <pc:sldChg chg="modSp">
        <pc:chgData name="欣捷 王" userId="b965477fa0aef5e6" providerId="LiveId" clId="{CA70F319-C63D-43A2-AAFD-84B7270590BB}" dt="2024-03-05T05:40:01.710" v="0"/>
        <pc:sldMkLst>
          <pc:docMk/>
          <pc:sldMk cId="0" sldId="953"/>
        </pc:sldMkLst>
      </pc:sldChg>
      <pc:sldChg chg="modSp">
        <pc:chgData name="欣捷 王" userId="b965477fa0aef5e6" providerId="LiveId" clId="{CA70F319-C63D-43A2-AAFD-84B7270590BB}" dt="2024-03-05T05:40:01.710" v="0"/>
        <pc:sldMkLst>
          <pc:docMk/>
          <pc:sldMk cId="0" sldId="954"/>
        </pc:sldMkLst>
      </pc:sldChg>
      <pc:sldChg chg="modSp">
        <pc:chgData name="欣捷 王" userId="b965477fa0aef5e6" providerId="LiveId" clId="{CA70F319-C63D-43A2-AAFD-84B7270590BB}" dt="2024-03-05T05:40:01.710" v="0"/>
        <pc:sldMkLst>
          <pc:docMk/>
          <pc:sldMk cId="2749480931" sldId="955"/>
        </pc:sldMkLst>
      </pc:sldChg>
      <pc:sldChg chg="modSp">
        <pc:chgData name="欣捷 王" userId="b965477fa0aef5e6" providerId="LiveId" clId="{CA70F319-C63D-43A2-AAFD-84B7270590BB}" dt="2024-03-05T05:40:01.710" v="0"/>
        <pc:sldMkLst>
          <pc:docMk/>
          <pc:sldMk cId="0" sldId="956"/>
        </pc:sldMkLst>
      </pc:sldChg>
      <pc:sldChg chg="modSp">
        <pc:chgData name="欣捷 王" userId="b965477fa0aef5e6" providerId="LiveId" clId="{CA70F319-C63D-43A2-AAFD-84B7270590BB}" dt="2024-03-05T05:40:01.710" v="0"/>
        <pc:sldMkLst>
          <pc:docMk/>
          <pc:sldMk cId="0" sldId="957"/>
        </pc:sldMkLst>
      </pc:sldChg>
      <pc:sldChg chg="modSp">
        <pc:chgData name="欣捷 王" userId="b965477fa0aef5e6" providerId="LiveId" clId="{CA70F319-C63D-43A2-AAFD-84B7270590BB}" dt="2024-03-05T05:40:01.710" v="0"/>
        <pc:sldMkLst>
          <pc:docMk/>
          <pc:sldMk cId="2100743063" sldId="958"/>
        </pc:sldMkLst>
      </pc:sldChg>
      <pc:sldChg chg="modSp">
        <pc:chgData name="欣捷 王" userId="b965477fa0aef5e6" providerId="LiveId" clId="{CA70F319-C63D-43A2-AAFD-84B7270590BB}" dt="2024-03-05T05:40:01.710" v="0"/>
        <pc:sldMkLst>
          <pc:docMk/>
          <pc:sldMk cId="0" sldId="959"/>
        </pc:sldMkLst>
      </pc:sldChg>
      <pc:sldChg chg="modSp">
        <pc:chgData name="欣捷 王" userId="b965477fa0aef5e6" providerId="LiveId" clId="{CA70F319-C63D-43A2-AAFD-84B7270590BB}" dt="2024-03-05T05:40:01.710" v="0"/>
        <pc:sldMkLst>
          <pc:docMk/>
          <pc:sldMk cId="0" sldId="960"/>
        </pc:sldMkLst>
      </pc:sldChg>
      <pc:sldChg chg="modSp">
        <pc:chgData name="欣捷 王" userId="b965477fa0aef5e6" providerId="LiveId" clId="{CA70F319-C63D-43A2-AAFD-84B7270590BB}" dt="2024-03-05T05:40:01.710" v="0"/>
        <pc:sldMkLst>
          <pc:docMk/>
          <pc:sldMk cId="0" sldId="961"/>
        </pc:sldMkLst>
      </pc:sldChg>
      <pc:sldChg chg="modSp">
        <pc:chgData name="欣捷 王" userId="b965477fa0aef5e6" providerId="LiveId" clId="{CA70F319-C63D-43A2-AAFD-84B7270590BB}" dt="2024-03-05T05:40:01.710" v="0"/>
        <pc:sldMkLst>
          <pc:docMk/>
          <pc:sldMk cId="0" sldId="962"/>
        </pc:sldMkLst>
      </pc:sldChg>
      <pc:sldChg chg="modSp">
        <pc:chgData name="欣捷 王" userId="b965477fa0aef5e6" providerId="LiveId" clId="{CA70F319-C63D-43A2-AAFD-84B7270590BB}" dt="2024-03-05T05:40:01.710" v="0"/>
        <pc:sldMkLst>
          <pc:docMk/>
          <pc:sldMk cId="0" sldId="963"/>
        </pc:sldMkLst>
      </pc:sldChg>
      <pc:sldChg chg="modSp">
        <pc:chgData name="欣捷 王" userId="b965477fa0aef5e6" providerId="LiveId" clId="{CA70F319-C63D-43A2-AAFD-84B7270590BB}" dt="2024-03-05T05:40:01.710" v="0"/>
        <pc:sldMkLst>
          <pc:docMk/>
          <pc:sldMk cId="0" sldId="964"/>
        </pc:sldMkLst>
      </pc:sldChg>
      <pc:sldChg chg="modSp">
        <pc:chgData name="欣捷 王" userId="b965477fa0aef5e6" providerId="LiveId" clId="{CA70F319-C63D-43A2-AAFD-84B7270590BB}" dt="2024-03-05T05:40:01.710" v="0"/>
        <pc:sldMkLst>
          <pc:docMk/>
          <pc:sldMk cId="0" sldId="965"/>
        </pc:sldMkLst>
      </pc:sldChg>
      <pc:sldChg chg="modSp">
        <pc:chgData name="欣捷 王" userId="b965477fa0aef5e6" providerId="LiveId" clId="{CA70F319-C63D-43A2-AAFD-84B7270590BB}" dt="2024-03-05T05:40:01.710" v="0"/>
        <pc:sldMkLst>
          <pc:docMk/>
          <pc:sldMk cId="0" sldId="966"/>
        </pc:sldMkLst>
      </pc:sldChg>
      <pc:sldChg chg="modSp">
        <pc:chgData name="欣捷 王" userId="b965477fa0aef5e6" providerId="LiveId" clId="{CA70F319-C63D-43A2-AAFD-84B7270590BB}" dt="2024-03-05T05:40:01.710" v="0"/>
        <pc:sldMkLst>
          <pc:docMk/>
          <pc:sldMk cId="0" sldId="967"/>
        </pc:sldMkLst>
      </pc:sldChg>
      <pc:sldChg chg="modSp">
        <pc:chgData name="欣捷 王" userId="b965477fa0aef5e6" providerId="LiveId" clId="{CA70F319-C63D-43A2-AAFD-84B7270590BB}" dt="2024-03-05T05:40:01.710" v="0"/>
        <pc:sldMkLst>
          <pc:docMk/>
          <pc:sldMk cId="0" sldId="968"/>
        </pc:sldMkLst>
      </pc:sldChg>
      <pc:sldChg chg="modSp">
        <pc:chgData name="欣捷 王" userId="b965477fa0aef5e6" providerId="LiveId" clId="{CA70F319-C63D-43A2-AAFD-84B7270590BB}" dt="2024-03-05T05:40:01.710" v="0"/>
        <pc:sldMkLst>
          <pc:docMk/>
          <pc:sldMk cId="0" sldId="969"/>
        </pc:sldMkLst>
      </pc:sldChg>
      <pc:sldChg chg="modSp">
        <pc:chgData name="欣捷 王" userId="b965477fa0aef5e6" providerId="LiveId" clId="{CA70F319-C63D-43A2-AAFD-84B7270590BB}" dt="2024-03-05T05:40:01.710" v="0"/>
        <pc:sldMkLst>
          <pc:docMk/>
          <pc:sldMk cId="0" sldId="970"/>
        </pc:sldMkLst>
      </pc:sldChg>
      <pc:sldChg chg="modSp">
        <pc:chgData name="欣捷 王" userId="b965477fa0aef5e6" providerId="LiveId" clId="{CA70F319-C63D-43A2-AAFD-84B7270590BB}" dt="2024-03-05T05:40:01.710" v="0"/>
        <pc:sldMkLst>
          <pc:docMk/>
          <pc:sldMk cId="0" sldId="971"/>
        </pc:sldMkLst>
      </pc:sldChg>
      <pc:sldChg chg="modSp">
        <pc:chgData name="欣捷 王" userId="b965477fa0aef5e6" providerId="LiveId" clId="{CA70F319-C63D-43A2-AAFD-84B7270590BB}" dt="2024-03-05T05:40:01.710" v="0"/>
        <pc:sldMkLst>
          <pc:docMk/>
          <pc:sldMk cId="0" sldId="972"/>
        </pc:sldMkLst>
      </pc:sldChg>
      <pc:sldChg chg="modSp">
        <pc:chgData name="欣捷 王" userId="b965477fa0aef5e6" providerId="LiveId" clId="{CA70F319-C63D-43A2-AAFD-84B7270590BB}" dt="2024-03-05T05:40:01.710" v="0"/>
        <pc:sldMkLst>
          <pc:docMk/>
          <pc:sldMk cId="0" sldId="973"/>
        </pc:sldMkLst>
      </pc:sldChg>
      <pc:sldChg chg="modSp">
        <pc:chgData name="欣捷 王" userId="b965477fa0aef5e6" providerId="LiveId" clId="{CA70F319-C63D-43A2-AAFD-84B7270590BB}" dt="2024-03-05T05:40:01.710" v="0"/>
        <pc:sldMkLst>
          <pc:docMk/>
          <pc:sldMk cId="0" sldId="974"/>
        </pc:sldMkLst>
      </pc:sldChg>
      <pc:sldChg chg="modSp">
        <pc:chgData name="欣捷 王" userId="b965477fa0aef5e6" providerId="LiveId" clId="{CA70F319-C63D-43A2-AAFD-84B7270590BB}" dt="2024-03-05T05:40:01.710" v="0"/>
        <pc:sldMkLst>
          <pc:docMk/>
          <pc:sldMk cId="0" sldId="975"/>
        </pc:sldMkLst>
      </pc:sldChg>
      <pc:sldChg chg="modSp">
        <pc:chgData name="欣捷 王" userId="b965477fa0aef5e6" providerId="LiveId" clId="{CA70F319-C63D-43A2-AAFD-84B7270590BB}" dt="2024-03-05T05:40:01.710" v="0"/>
        <pc:sldMkLst>
          <pc:docMk/>
          <pc:sldMk cId="0" sldId="976"/>
        </pc:sldMkLst>
      </pc:sldChg>
      <pc:sldChg chg="modSp">
        <pc:chgData name="欣捷 王" userId="b965477fa0aef5e6" providerId="LiveId" clId="{CA70F319-C63D-43A2-AAFD-84B7270590BB}" dt="2024-03-05T05:40:01.710" v="0"/>
        <pc:sldMkLst>
          <pc:docMk/>
          <pc:sldMk cId="0" sldId="977"/>
        </pc:sldMkLst>
      </pc:sldChg>
      <pc:sldChg chg="modSp">
        <pc:chgData name="欣捷 王" userId="b965477fa0aef5e6" providerId="LiveId" clId="{CA70F319-C63D-43A2-AAFD-84B7270590BB}" dt="2024-03-05T05:40:01.710" v="0"/>
        <pc:sldMkLst>
          <pc:docMk/>
          <pc:sldMk cId="0" sldId="978"/>
        </pc:sldMkLst>
      </pc:sldChg>
      <pc:sldChg chg="modSp">
        <pc:chgData name="欣捷 王" userId="b965477fa0aef5e6" providerId="LiveId" clId="{CA70F319-C63D-43A2-AAFD-84B7270590BB}" dt="2024-03-05T05:40:01.710" v="0"/>
        <pc:sldMkLst>
          <pc:docMk/>
          <pc:sldMk cId="0" sldId="979"/>
        </pc:sldMkLst>
      </pc:sldChg>
      <pc:sldChg chg="modSp">
        <pc:chgData name="欣捷 王" userId="b965477fa0aef5e6" providerId="LiveId" clId="{CA70F319-C63D-43A2-AAFD-84B7270590BB}" dt="2024-03-05T05:40:01.710" v="0"/>
        <pc:sldMkLst>
          <pc:docMk/>
          <pc:sldMk cId="0" sldId="980"/>
        </pc:sldMkLst>
      </pc:sldChg>
      <pc:sldChg chg="modSp">
        <pc:chgData name="欣捷 王" userId="b965477fa0aef5e6" providerId="LiveId" clId="{CA70F319-C63D-43A2-AAFD-84B7270590BB}" dt="2024-03-05T05:40:01.710" v="0"/>
        <pc:sldMkLst>
          <pc:docMk/>
          <pc:sldMk cId="0" sldId="981"/>
        </pc:sldMkLst>
      </pc:sldChg>
      <pc:sldChg chg="modSp">
        <pc:chgData name="欣捷 王" userId="b965477fa0aef5e6" providerId="LiveId" clId="{CA70F319-C63D-43A2-AAFD-84B7270590BB}" dt="2024-03-05T05:40:01.710" v="0"/>
        <pc:sldMkLst>
          <pc:docMk/>
          <pc:sldMk cId="0" sldId="982"/>
        </pc:sldMkLst>
      </pc:sldChg>
      <pc:sldChg chg="modSp">
        <pc:chgData name="欣捷 王" userId="b965477fa0aef5e6" providerId="LiveId" clId="{CA70F319-C63D-43A2-AAFD-84B7270590BB}" dt="2024-03-05T05:40:01.710" v="0"/>
        <pc:sldMkLst>
          <pc:docMk/>
          <pc:sldMk cId="0" sldId="983"/>
        </pc:sldMkLst>
      </pc:sldChg>
      <pc:sldChg chg="modSp">
        <pc:chgData name="欣捷 王" userId="b965477fa0aef5e6" providerId="LiveId" clId="{CA70F319-C63D-43A2-AAFD-84B7270590BB}" dt="2024-03-05T05:40:01.710" v="0"/>
        <pc:sldMkLst>
          <pc:docMk/>
          <pc:sldMk cId="0" sldId="984"/>
        </pc:sldMkLst>
      </pc:sldChg>
      <pc:sldChg chg="modSp">
        <pc:chgData name="欣捷 王" userId="b965477fa0aef5e6" providerId="LiveId" clId="{CA70F319-C63D-43A2-AAFD-84B7270590BB}" dt="2024-03-05T05:40:01.710" v="0"/>
        <pc:sldMkLst>
          <pc:docMk/>
          <pc:sldMk cId="0" sldId="985"/>
        </pc:sldMkLst>
      </pc:sldChg>
      <pc:sldChg chg="modSp">
        <pc:chgData name="欣捷 王" userId="b965477fa0aef5e6" providerId="LiveId" clId="{CA70F319-C63D-43A2-AAFD-84B7270590BB}" dt="2024-03-05T05:40:01.710" v="0"/>
        <pc:sldMkLst>
          <pc:docMk/>
          <pc:sldMk cId="0" sldId="986"/>
        </pc:sldMkLst>
      </pc:sldChg>
      <pc:sldChg chg="modSp">
        <pc:chgData name="欣捷 王" userId="b965477fa0aef5e6" providerId="LiveId" clId="{CA70F319-C63D-43A2-AAFD-84B7270590BB}" dt="2024-03-05T05:40:01.710" v="0"/>
        <pc:sldMkLst>
          <pc:docMk/>
          <pc:sldMk cId="2980858333" sldId="988"/>
        </pc:sldMkLst>
      </pc:sldChg>
      <pc:sldChg chg="modSp">
        <pc:chgData name="欣捷 王" userId="b965477fa0aef5e6" providerId="LiveId" clId="{CA70F319-C63D-43A2-AAFD-84B7270590BB}" dt="2024-03-05T05:40:01.710" v="0"/>
        <pc:sldMkLst>
          <pc:docMk/>
          <pc:sldMk cId="29038470" sldId="989"/>
        </pc:sldMkLst>
      </pc:sldChg>
      <pc:sldChg chg="modSp">
        <pc:chgData name="欣捷 王" userId="b965477fa0aef5e6" providerId="LiveId" clId="{CA70F319-C63D-43A2-AAFD-84B7270590BB}" dt="2024-03-05T05:40:01.710" v="0"/>
        <pc:sldMkLst>
          <pc:docMk/>
          <pc:sldMk cId="3743719820" sldId="990"/>
        </pc:sldMkLst>
      </pc:sldChg>
      <pc:sldChg chg="modSp">
        <pc:chgData name="欣捷 王" userId="b965477fa0aef5e6" providerId="LiveId" clId="{CA70F319-C63D-43A2-AAFD-84B7270590BB}" dt="2024-03-05T05:40:01.710" v="0"/>
        <pc:sldMkLst>
          <pc:docMk/>
          <pc:sldMk cId="2287451425" sldId="991"/>
        </pc:sldMkLst>
      </pc:sldChg>
      <pc:sldChg chg="modSp">
        <pc:chgData name="欣捷 王" userId="b965477fa0aef5e6" providerId="LiveId" clId="{CA70F319-C63D-43A2-AAFD-84B7270590BB}" dt="2024-03-05T05:40:01.710" v="0"/>
        <pc:sldMkLst>
          <pc:docMk/>
          <pc:sldMk cId="3687718703" sldId="992"/>
        </pc:sldMkLst>
      </pc:sldChg>
      <pc:sldChg chg="modSp">
        <pc:chgData name="欣捷 王" userId="b965477fa0aef5e6" providerId="LiveId" clId="{CA70F319-C63D-43A2-AAFD-84B7270590BB}" dt="2024-03-05T05:40:01.710" v="0"/>
        <pc:sldMkLst>
          <pc:docMk/>
          <pc:sldMk cId="575355836" sldId="993"/>
        </pc:sldMkLst>
      </pc:sldChg>
      <pc:sldChg chg="modSp">
        <pc:chgData name="欣捷 王" userId="b965477fa0aef5e6" providerId="LiveId" clId="{CA70F319-C63D-43A2-AAFD-84B7270590BB}" dt="2024-03-05T05:40:01.710" v="0"/>
        <pc:sldMkLst>
          <pc:docMk/>
          <pc:sldMk cId="0" sldId="994"/>
        </pc:sldMkLst>
      </pc:sldChg>
      <pc:sldChg chg="modSp">
        <pc:chgData name="欣捷 王" userId="b965477fa0aef5e6" providerId="LiveId" clId="{CA70F319-C63D-43A2-AAFD-84B7270590BB}" dt="2024-03-05T05:40:01.710" v="0"/>
        <pc:sldMkLst>
          <pc:docMk/>
          <pc:sldMk cId="0" sldId="995"/>
        </pc:sldMkLst>
      </pc:sldChg>
      <pc:sldChg chg="modSp">
        <pc:chgData name="欣捷 王" userId="b965477fa0aef5e6" providerId="LiveId" clId="{CA70F319-C63D-43A2-AAFD-84B7270590BB}" dt="2024-03-05T05:40:01.710" v="0"/>
        <pc:sldMkLst>
          <pc:docMk/>
          <pc:sldMk cId="0" sldId="996"/>
        </pc:sldMkLst>
      </pc:sldChg>
      <pc:sldChg chg="modSp">
        <pc:chgData name="欣捷 王" userId="b965477fa0aef5e6" providerId="LiveId" clId="{CA70F319-C63D-43A2-AAFD-84B7270590BB}" dt="2024-03-05T05:40:01.710" v="0"/>
        <pc:sldMkLst>
          <pc:docMk/>
          <pc:sldMk cId="0" sldId="997"/>
        </pc:sldMkLst>
      </pc:sldChg>
      <pc:sldChg chg="modSp">
        <pc:chgData name="欣捷 王" userId="b965477fa0aef5e6" providerId="LiveId" clId="{CA70F319-C63D-43A2-AAFD-84B7270590BB}" dt="2024-03-05T05:40:01.710" v="0"/>
        <pc:sldMkLst>
          <pc:docMk/>
          <pc:sldMk cId="0" sldId="998"/>
        </pc:sldMkLst>
      </pc:sldChg>
      <pc:sldChg chg="modSp">
        <pc:chgData name="欣捷 王" userId="b965477fa0aef5e6" providerId="LiveId" clId="{CA70F319-C63D-43A2-AAFD-84B7270590BB}" dt="2024-03-05T05:40:01.710" v="0"/>
        <pc:sldMkLst>
          <pc:docMk/>
          <pc:sldMk cId="0" sldId="999"/>
        </pc:sldMkLst>
      </pc:sldChg>
      <pc:sldChg chg="modSp">
        <pc:chgData name="欣捷 王" userId="b965477fa0aef5e6" providerId="LiveId" clId="{CA70F319-C63D-43A2-AAFD-84B7270590BB}" dt="2024-03-05T05:40:01.710" v="0"/>
        <pc:sldMkLst>
          <pc:docMk/>
          <pc:sldMk cId="0" sldId="1000"/>
        </pc:sldMkLst>
      </pc:sldChg>
      <pc:sldChg chg="modSp">
        <pc:chgData name="欣捷 王" userId="b965477fa0aef5e6" providerId="LiveId" clId="{CA70F319-C63D-43A2-AAFD-84B7270590BB}" dt="2024-03-05T05:40:01.710" v="0"/>
        <pc:sldMkLst>
          <pc:docMk/>
          <pc:sldMk cId="0" sldId="1001"/>
        </pc:sldMkLst>
      </pc:sldChg>
      <pc:sldChg chg="modSp">
        <pc:chgData name="欣捷 王" userId="b965477fa0aef5e6" providerId="LiveId" clId="{CA70F319-C63D-43A2-AAFD-84B7270590BB}" dt="2024-03-05T05:40:01.710" v="0"/>
        <pc:sldMkLst>
          <pc:docMk/>
          <pc:sldMk cId="0" sldId="1002"/>
        </pc:sldMkLst>
      </pc:sldChg>
      <pc:sldChg chg="modSp">
        <pc:chgData name="欣捷 王" userId="b965477fa0aef5e6" providerId="LiveId" clId="{CA70F319-C63D-43A2-AAFD-84B7270590BB}" dt="2024-03-05T05:40:01.710" v="0"/>
        <pc:sldMkLst>
          <pc:docMk/>
          <pc:sldMk cId="672076074" sldId="1003"/>
        </pc:sldMkLst>
      </pc:sldChg>
      <pc:sldChg chg="modSp">
        <pc:chgData name="欣捷 王" userId="b965477fa0aef5e6" providerId="LiveId" clId="{CA70F319-C63D-43A2-AAFD-84B7270590BB}" dt="2024-03-05T05:40:01.710" v="0"/>
        <pc:sldMkLst>
          <pc:docMk/>
          <pc:sldMk cId="4090644917" sldId="1004"/>
        </pc:sldMkLst>
      </pc:sldChg>
      <pc:sldChg chg="modSp">
        <pc:chgData name="欣捷 王" userId="b965477fa0aef5e6" providerId="LiveId" clId="{CA70F319-C63D-43A2-AAFD-84B7270590BB}" dt="2024-03-05T05:40:01.710" v="0"/>
        <pc:sldMkLst>
          <pc:docMk/>
          <pc:sldMk cId="0" sldId="1005"/>
        </pc:sldMkLst>
      </pc:sldChg>
      <pc:sldChg chg="modSp">
        <pc:chgData name="欣捷 王" userId="b965477fa0aef5e6" providerId="LiveId" clId="{CA70F319-C63D-43A2-AAFD-84B7270590BB}" dt="2024-03-05T05:40:01.710" v="0"/>
        <pc:sldMkLst>
          <pc:docMk/>
          <pc:sldMk cId="2811519429" sldId="1006"/>
        </pc:sldMkLst>
      </pc:sldChg>
      <pc:sldChg chg="modSp">
        <pc:chgData name="欣捷 王" userId="b965477fa0aef5e6" providerId="LiveId" clId="{CA70F319-C63D-43A2-AAFD-84B7270590BB}" dt="2024-03-05T05:40:01.710" v="0"/>
        <pc:sldMkLst>
          <pc:docMk/>
          <pc:sldMk cId="3076572127" sldId="1007"/>
        </pc:sldMkLst>
      </pc:sldChg>
      <pc:sldChg chg="modSp">
        <pc:chgData name="欣捷 王" userId="b965477fa0aef5e6" providerId="LiveId" clId="{CA70F319-C63D-43A2-AAFD-84B7270590BB}" dt="2024-03-05T05:40:01.710" v="0"/>
        <pc:sldMkLst>
          <pc:docMk/>
          <pc:sldMk cId="2938354967" sldId="1008"/>
        </pc:sldMkLst>
      </pc:sldChg>
      <pc:sldMasterChg chg="addSp modSldLayout">
        <pc:chgData name="欣捷 王" userId="b965477fa0aef5e6" providerId="LiveId" clId="{CA70F319-C63D-43A2-AAFD-84B7270590BB}" dt="2024-03-05T05:45:31.538" v="1"/>
        <pc:sldMasterMkLst>
          <pc:docMk/>
          <pc:sldMasterMk cId="225480575" sldId="2147483687"/>
        </pc:sldMasterMkLst>
        <pc:sldLayoutChg chg="addSp">
          <pc:chgData name="欣捷 王" userId="b965477fa0aef5e6" providerId="LiveId" clId="{CA70F319-C63D-43A2-AAFD-84B7270590BB}" dt="2024-03-05T05:40:01.710" v="0"/>
          <pc:sldLayoutMkLst>
            <pc:docMk/>
            <pc:sldMasterMk cId="225480575" sldId="2147483687"/>
            <pc:sldLayoutMk cId="3557680517" sldId="2147483688"/>
          </pc:sldLayoutMkLst>
        </pc:sldLayoutChg>
        <pc:sldLayoutChg chg="addSp modSp">
          <pc:chgData name="欣捷 王" userId="b965477fa0aef5e6" providerId="LiveId" clId="{CA70F319-C63D-43A2-AAFD-84B7270590BB}" dt="2024-03-05T05:45:31.538" v="1"/>
          <pc:sldLayoutMkLst>
            <pc:docMk/>
            <pc:sldMasterMk cId="225480575" sldId="2147483687"/>
            <pc:sldLayoutMk cId="2001307037" sldId="214748369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96F474-3F77-4C96-AA90-4EF0466282D8}" type="datetimeFigureOut">
              <a:rPr lang="zh-CN" altLang="en-US" smtClean="0"/>
              <a:t>2025/4/30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3E0CB0-7C81-4F13-BB43-6685CB01EB5E}" type="slidenum">
              <a:rPr lang="zh-CN" altLang="en-US" smtClean="0"/>
              <a:t>‹#›</a:t>
            </a:fld>
            <a:endParaRPr lang="zh-CN" altLang="en-US"/>
          </a:p>
        </p:txBody>
      </p:sp>
    </p:spTree>
    <p:extLst>
      <p:ext uri="{BB962C8B-B14F-4D97-AF65-F5344CB8AC3E}">
        <p14:creationId xmlns:p14="http://schemas.microsoft.com/office/powerpoint/2010/main" val="2609146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defRPr/>
            </a:pPr>
            <a:r>
              <a:rPr lang="zh-CN" altLang="en-US" sz="2800"/>
              <a:t>语法制导翻译方案和语法制导定义的不同之处：</a:t>
            </a:r>
            <a:r>
              <a:rPr lang="zh-CN" altLang="en-US" sz="2800">
                <a:solidFill>
                  <a:srgbClr val="FF0000"/>
                </a:solidFill>
              </a:rPr>
              <a:t>语义动作</a:t>
            </a:r>
            <a:r>
              <a:rPr lang="zh-CN" altLang="en-US" sz="2800"/>
              <a:t>（注意，在此不叫语义规则）放在括号</a:t>
            </a:r>
            <a:r>
              <a:rPr lang="en-US" altLang="zh-CN" sz="2800"/>
              <a:t>{}</a:t>
            </a:r>
            <a:r>
              <a:rPr lang="zh-CN" altLang="en-US" sz="2800"/>
              <a:t>内，可以插在产生式右部的任何地方，以表达动作的执行时机。</a:t>
            </a:r>
            <a:endParaRPr lang="en-US" altLang="zh-CN" sz="2800"/>
          </a:p>
          <a:p>
            <a:pPr lvl="1">
              <a:defRPr/>
            </a:pPr>
            <a:r>
              <a:rPr lang="en-US" altLang="zh-CN" sz="2400" b="1" i="1"/>
              <a:t>A</a:t>
            </a:r>
            <a:r>
              <a:rPr lang="en-US" altLang="zh-CN" sz="2400" b="1">
                <a:sym typeface="Symbol" panose="05050102010706020507" pitchFamily="18" charset="2"/>
              </a:rPr>
              <a:t></a:t>
            </a:r>
            <a:r>
              <a:rPr lang="en-US" altLang="zh-CN" sz="2400" b="1" i="1">
                <a:sym typeface="Symbol" panose="05050102010706020507" pitchFamily="18" charset="2"/>
              </a:rPr>
              <a:t> </a:t>
            </a:r>
            <a:r>
              <a:rPr lang="en-US" altLang="zh-CN" sz="2400" b="1">
                <a:solidFill>
                  <a:srgbClr val="FF0000"/>
                </a:solidFill>
                <a:sym typeface="Symbol" panose="05050102010706020507" pitchFamily="18" charset="2"/>
              </a:rPr>
              <a:t>{action} </a:t>
            </a:r>
            <a:r>
              <a:rPr lang="en-US" altLang="zh-CN" sz="2400" b="1" i="1">
                <a:sym typeface="Symbol" panose="05050102010706020507" pitchFamily="18" charset="2"/>
              </a:rPr>
              <a:t></a:t>
            </a:r>
            <a:endParaRPr lang="en-US" altLang="zh-CN" sz="2400" b="1" i="1"/>
          </a:p>
          <a:p>
            <a:pPr>
              <a:defRPr/>
            </a:pPr>
            <a:r>
              <a:rPr lang="zh-CN" altLang="en-US" sz="2800"/>
              <a:t>可以把语义动作想象成一个文法符号，在分析过程中对该符号进行推导（或归约）的时候，就是该语义动作执行的时候。</a:t>
            </a:r>
            <a:endParaRPr lang="en-US" altLang="zh-CN" sz="2800"/>
          </a:p>
          <a:p>
            <a:pPr lvl="1">
              <a:defRPr/>
            </a:pPr>
            <a:r>
              <a:rPr lang="en-US" altLang="zh-CN" sz="2400" b="1" i="1"/>
              <a:t>A</a:t>
            </a:r>
            <a:r>
              <a:rPr lang="en-US" altLang="zh-CN" sz="2400" b="1">
                <a:sym typeface="Symbol" panose="05050102010706020507" pitchFamily="18" charset="2"/>
              </a:rPr>
              <a:t></a:t>
            </a:r>
            <a:r>
              <a:rPr lang="en-US" altLang="zh-CN" sz="2400" b="1" i="1">
                <a:sym typeface="Symbol" panose="05050102010706020507" pitchFamily="18" charset="2"/>
              </a:rPr>
              <a:t>  </a:t>
            </a:r>
            <a:r>
              <a:rPr lang="en-US" altLang="zh-CN" sz="2400" b="1" i="1">
                <a:solidFill>
                  <a:srgbClr val="FF0000"/>
                </a:solidFill>
                <a:sym typeface="Symbol" panose="05050102010706020507" pitchFamily="18" charset="2"/>
              </a:rPr>
              <a:t>M</a:t>
            </a:r>
            <a:r>
              <a:rPr lang="en-US" altLang="zh-CN" sz="2400" b="1">
                <a:sym typeface="Symbol" panose="05050102010706020507" pitchFamily="18" charset="2"/>
              </a:rPr>
              <a:t> </a:t>
            </a:r>
            <a:r>
              <a:rPr lang="en-US" altLang="zh-CN" sz="2400" b="1" i="1">
                <a:sym typeface="Symbol" panose="05050102010706020507" pitchFamily="18" charset="2"/>
              </a:rPr>
              <a:t></a:t>
            </a:r>
            <a:endParaRPr lang="en-US" altLang="zh-CN" sz="2400" b="1" i="1"/>
          </a:p>
          <a:p>
            <a:pPr lvl="1">
              <a:defRPr/>
            </a:pPr>
            <a:endParaRPr lang="en-US" altLang="zh-CN" sz="2400"/>
          </a:p>
          <a:p>
            <a:pPr marL="0" indent="0">
              <a:buFont typeface="Wingdings" panose="05000000000000000000" pitchFamily="2" charset="2"/>
              <a:buNone/>
              <a:defRPr/>
            </a:pPr>
            <a:endParaRPr lang="zh-CN" altLang="en-US" sz="2800"/>
          </a:p>
          <a:p>
            <a:endParaRPr lang="zh-CN" altLang="en-US"/>
          </a:p>
        </p:txBody>
      </p:sp>
      <p:sp>
        <p:nvSpPr>
          <p:cNvPr id="4" name="灯片编号占位符 3"/>
          <p:cNvSpPr>
            <a:spLocks noGrp="1"/>
          </p:cNvSpPr>
          <p:nvPr>
            <p:ph type="sldNum" sz="quarter" idx="5"/>
          </p:nvPr>
        </p:nvSpPr>
        <p:spPr/>
        <p:txBody>
          <a:bodyPr/>
          <a:lstStyle/>
          <a:p>
            <a:fld id="{E13E0CB0-7C81-4F13-BB43-6685CB01EB5E}" type="slidenum">
              <a:rPr lang="zh-CN" altLang="en-US" smtClean="0"/>
              <a:t>10</a:t>
            </a:fld>
            <a:endParaRPr lang="zh-CN" altLang="en-US"/>
          </a:p>
        </p:txBody>
      </p:sp>
    </p:spTree>
    <p:extLst>
      <p:ext uri="{BB962C8B-B14F-4D97-AF65-F5344CB8AC3E}">
        <p14:creationId xmlns:p14="http://schemas.microsoft.com/office/powerpoint/2010/main" val="962703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defRPr/>
            </a:pPr>
            <a:endParaRPr lang="en-US" altLang="zh-CN" sz="2400"/>
          </a:p>
          <a:p>
            <a:pPr marL="0" indent="0">
              <a:buFont typeface="Wingdings" panose="05000000000000000000" pitchFamily="2" charset="2"/>
              <a:buNone/>
              <a:defRPr/>
            </a:pPr>
            <a:endParaRPr lang="zh-CN" altLang="en-US" sz="2800"/>
          </a:p>
          <a:p>
            <a:r>
              <a:rPr lang="zh-CN" altLang="en-US"/>
              <a:t>本节主要关注如何使用</a:t>
            </a:r>
            <a:r>
              <a:rPr lang="en-US" altLang="zh-CN"/>
              <a:t>SDT</a:t>
            </a:r>
            <a:r>
              <a:rPr lang="zh-CN" altLang="en-US"/>
              <a:t>来实现两类重要的</a:t>
            </a:r>
            <a:r>
              <a:rPr lang="en-US" altLang="zh-CN"/>
              <a:t>SDD</a:t>
            </a:r>
            <a:r>
              <a:rPr lang="zh-CN" altLang="en-US"/>
              <a:t>， 因为在这两种情况下，</a:t>
            </a:r>
            <a:r>
              <a:rPr lang="en-US" altLang="zh-CN"/>
              <a:t>SDT</a:t>
            </a:r>
            <a:r>
              <a:rPr lang="zh-CN" altLang="en-US"/>
              <a:t>可在语法分析过程中实现。其他的情况比较复杂，不在我们的学习范围内。</a:t>
            </a:r>
            <a:endParaRPr lang="en-US" altLang="zh-CN"/>
          </a:p>
          <a:p>
            <a:endParaRPr lang="en-US" altLang="zh-CN"/>
          </a:p>
          <a:p>
            <a:r>
              <a:rPr lang="zh-CN" altLang="en-US"/>
              <a:t>要掌握这两类</a:t>
            </a:r>
            <a:r>
              <a:rPr lang="en-US" altLang="zh-CN"/>
              <a:t>SDD</a:t>
            </a:r>
            <a:r>
              <a:rPr lang="zh-CN" altLang="en-US"/>
              <a:t>的</a:t>
            </a:r>
            <a:r>
              <a:rPr lang="en-US" altLang="zh-CN"/>
              <a:t>SDT</a:t>
            </a:r>
            <a:r>
              <a:rPr lang="zh-CN" altLang="en-US"/>
              <a:t>实现基本方法（重点），并能够根据需求设计出合适的</a:t>
            </a:r>
            <a:r>
              <a:rPr lang="en-US" altLang="zh-CN"/>
              <a:t>SDT</a:t>
            </a:r>
            <a:r>
              <a:rPr lang="zh-CN" altLang="en-US"/>
              <a:t>（难点）。</a:t>
            </a:r>
          </a:p>
        </p:txBody>
      </p:sp>
      <p:sp>
        <p:nvSpPr>
          <p:cNvPr id="4" name="灯片编号占位符 3"/>
          <p:cNvSpPr>
            <a:spLocks noGrp="1"/>
          </p:cNvSpPr>
          <p:nvPr>
            <p:ph type="sldNum" sz="quarter" idx="5"/>
          </p:nvPr>
        </p:nvSpPr>
        <p:spPr/>
        <p:txBody>
          <a:bodyPr/>
          <a:lstStyle/>
          <a:p>
            <a:fld id="{E13E0CB0-7C81-4F13-BB43-6685CB01EB5E}" type="slidenum">
              <a:rPr lang="zh-CN" altLang="en-US" smtClean="0"/>
              <a:t>11</a:t>
            </a:fld>
            <a:endParaRPr lang="zh-CN" altLang="en-US"/>
          </a:p>
        </p:txBody>
      </p:sp>
    </p:spTree>
    <p:extLst>
      <p:ext uri="{BB962C8B-B14F-4D97-AF65-F5344CB8AC3E}">
        <p14:creationId xmlns:p14="http://schemas.microsoft.com/office/powerpoint/2010/main" val="1369766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注意，</a:t>
            </a:r>
            <a:r>
              <a:rPr lang="en-US" altLang="zh-CN"/>
              <a:t>4.2</a:t>
            </a:r>
            <a:r>
              <a:rPr lang="zh-CN" altLang="en-US"/>
              <a:t>中省略了</a:t>
            </a:r>
            <a:r>
              <a:rPr lang="en-US" altLang="zh-CN"/>
              <a:t>SDT</a:t>
            </a:r>
            <a:r>
              <a:rPr lang="zh-CN" altLang="en-US"/>
              <a:t>的实现，仅以</a:t>
            </a:r>
            <a:r>
              <a:rPr lang="en-US" altLang="zh-CN"/>
              <a:t>SDD</a:t>
            </a:r>
            <a:r>
              <a:rPr lang="zh-CN" altLang="en-US"/>
              <a:t>来描述。</a:t>
            </a:r>
            <a:endParaRPr lang="en-US" altLang="zh-CN"/>
          </a:p>
          <a:p>
            <a:r>
              <a:rPr lang="zh-CN" altLang="en-US"/>
              <a:t>因为对于</a:t>
            </a:r>
            <a:r>
              <a:rPr lang="en-US" altLang="zh-CN"/>
              <a:t>S-SDD</a:t>
            </a:r>
            <a:r>
              <a:rPr lang="zh-CN" altLang="en-US"/>
              <a:t>来说，其</a:t>
            </a:r>
            <a:r>
              <a:rPr lang="en-US" altLang="zh-CN"/>
              <a:t>SDT</a:t>
            </a:r>
            <a:r>
              <a:rPr lang="zh-CN" altLang="en-US"/>
              <a:t>是将每个语义动作放在产生式的最后，这种写法和</a:t>
            </a:r>
            <a:r>
              <a:rPr lang="en-US" altLang="zh-CN"/>
              <a:t>SDD</a:t>
            </a:r>
            <a:r>
              <a:rPr lang="zh-CN" altLang="en-US"/>
              <a:t>的区别很小，基本上只是多了一些花括号。</a:t>
            </a:r>
            <a:endParaRPr lang="en-US" altLang="zh-CN"/>
          </a:p>
          <a:p>
            <a:endParaRPr lang="en-US" altLang="zh-CN"/>
          </a:p>
        </p:txBody>
      </p:sp>
      <p:sp>
        <p:nvSpPr>
          <p:cNvPr id="4" name="灯片编号占位符 3"/>
          <p:cNvSpPr>
            <a:spLocks noGrp="1"/>
          </p:cNvSpPr>
          <p:nvPr>
            <p:ph type="sldNum" sz="quarter" idx="5"/>
          </p:nvPr>
        </p:nvSpPr>
        <p:spPr/>
        <p:txBody>
          <a:bodyPr/>
          <a:lstStyle/>
          <a:p>
            <a:fld id="{E13E0CB0-7C81-4F13-BB43-6685CB01EB5E}" type="slidenum">
              <a:rPr lang="zh-CN" altLang="en-US" smtClean="0"/>
              <a:t>12</a:t>
            </a:fld>
            <a:endParaRPr lang="zh-CN" altLang="en-US"/>
          </a:p>
        </p:txBody>
      </p:sp>
    </p:spTree>
    <p:extLst>
      <p:ext uri="{BB962C8B-B14F-4D97-AF65-F5344CB8AC3E}">
        <p14:creationId xmlns:p14="http://schemas.microsoft.com/office/powerpoint/2010/main" val="4119287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a:latin typeface="宋体" panose="02010600030101010101" pitchFamily="2" charset="-122"/>
              </a:rPr>
              <a:t>英文简称为</a:t>
            </a:r>
            <a:r>
              <a:rPr lang="en-US" altLang="zh-CN" sz="1200">
                <a:latin typeface="宋体" panose="02010600030101010101" pitchFamily="2" charset="-122"/>
              </a:rPr>
              <a:t>AST</a:t>
            </a:r>
            <a:r>
              <a:rPr lang="zh-CN" altLang="en-US" sz="1200">
                <a:latin typeface="宋体" panose="02010600030101010101" pitchFamily="2" charset="-122"/>
              </a:rPr>
              <a:t>，请注意抽象语法树和语法分析树的区别。因为有时，抽象语法树会简称为语法树，语法分析树会简称为分析树。</a:t>
            </a:r>
            <a:endParaRPr lang="en-US" altLang="zh-CN" sz="1200">
              <a:latin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a:latin typeface="宋体" panose="02010600030101010101" pitchFamily="2" charset="-122"/>
              </a:rPr>
              <a:t>他们的区别在于，抽象语法树中的内部节点一般为产生式右侧的运算符，叶子节点为运算对象；而语法分析树的内部节点为产生式左侧的非终结符，叶子结点是终结符。</a:t>
            </a:r>
            <a:endParaRPr lang="en-US" altLang="zh-CN" sz="1200">
              <a:latin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a:latin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a:latin typeface="宋体" panose="02010600030101010101" pitchFamily="2" charset="-122"/>
              </a:rPr>
              <a:t>通常来说，抽象语法树会作为一种中间表示（请参见章节：中间代码生成）</a:t>
            </a:r>
            <a:endParaRPr lang="en-US" altLang="zh-CN" sz="1200">
              <a:latin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a:latin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a:latin typeface="宋体" panose="02010600030101010101" pitchFamily="2" charset="-122"/>
              </a:rPr>
              <a:t>在抽象语法树中，单非产生式</a:t>
            </a:r>
            <a:r>
              <a:rPr lang="zh-CN" altLang="en-US" sz="1200">
                <a:solidFill>
                  <a:srgbClr val="C00000"/>
                </a:solidFill>
                <a:latin typeface="宋体" panose="02010600030101010101" pitchFamily="2" charset="-122"/>
              </a:rPr>
              <a:t>（右部只有一个非终结符的产生式）</a:t>
            </a:r>
            <a:r>
              <a:rPr lang="zh-CN" altLang="en-US" sz="1200">
                <a:latin typeface="宋体" panose="02010600030101010101" pitchFamily="2" charset="-122"/>
              </a:rPr>
              <a:t>链可能消失，实际上就是简化掉了。</a:t>
            </a:r>
            <a:endParaRPr lang="zh-CN" altLang="en-US" sz="1200"/>
          </a:p>
          <a:p>
            <a:endParaRPr lang="zh-CN" altLang="en-US"/>
          </a:p>
        </p:txBody>
      </p:sp>
      <p:sp>
        <p:nvSpPr>
          <p:cNvPr id="4" name="灯片编号占位符 3"/>
          <p:cNvSpPr>
            <a:spLocks noGrp="1"/>
          </p:cNvSpPr>
          <p:nvPr>
            <p:ph type="sldNum" sz="quarter" idx="5"/>
          </p:nvPr>
        </p:nvSpPr>
        <p:spPr/>
        <p:txBody>
          <a:bodyPr/>
          <a:lstStyle/>
          <a:p>
            <a:fld id="{E13E0CB0-7C81-4F13-BB43-6685CB01EB5E}" type="slidenum">
              <a:rPr lang="zh-CN" altLang="en-US" smtClean="0"/>
              <a:t>13</a:t>
            </a:fld>
            <a:endParaRPr lang="zh-CN" altLang="en-US"/>
          </a:p>
        </p:txBody>
      </p:sp>
    </p:spTree>
    <p:extLst>
      <p:ext uri="{BB962C8B-B14F-4D97-AF65-F5344CB8AC3E}">
        <p14:creationId xmlns:p14="http://schemas.microsoft.com/office/powerpoint/2010/main" val="18087109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13E0CB0-7C81-4F13-BB43-6685CB01EB5E}" type="slidenum">
              <a:rPr lang="zh-CN" altLang="en-US" smtClean="0"/>
              <a:t>14</a:t>
            </a:fld>
            <a:endParaRPr lang="zh-CN" altLang="en-US"/>
          </a:p>
        </p:txBody>
      </p:sp>
    </p:spTree>
    <p:extLst>
      <p:ext uri="{BB962C8B-B14F-4D97-AF65-F5344CB8AC3E}">
        <p14:creationId xmlns:p14="http://schemas.microsoft.com/office/powerpoint/2010/main" val="30645663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eaLnBrk="1" hangingPunct="1"/>
            <a:r>
              <a:rPr lang="en-US" altLang="zh-CN" sz="1200" b="1" i="1" err="1"/>
              <a:t>mkLeaf</a:t>
            </a:r>
            <a:r>
              <a:rPr lang="en-US" altLang="zh-CN" sz="1200" b="1"/>
              <a:t>(id, </a:t>
            </a:r>
            <a:r>
              <a:rPr lang="en-US" altLang="zh-CN" sz="1200" b="1" i="1"/>
              <a:t>entry</a:t>
            </a:r>
            <a:r>
              <a:rPr lang="en-US" altLang="zh-CN" sz="1200" b="1"/>
              <a:t>)</a:t>
            </a:r>
            <a:r>
              <a:rPr lang="zh-CN" altLang="en-US" sz="1200"/>
              <a:t>：建立标记为</a:t>
            </a:r>
            <a:r>
              <a:rPr lang="en-US" altLang="zh-CN" sz="1200" b="1"/>
              <a:t>id</a:t>
            </a:r>
            <a:r>
              <a:rPr lang="zh-CN" altLang="en-US" sz="1200"/>
              <a:t>的标识符结点；结点另有一个域，其值为</a:t>
            </a:r>
            <a:r>
              <a:rPr lang="en-US" altLang="zh-CN" sz="1200" b="1" i="1"/>
              <a:t>entry</a:t>
            </a:r>
            <a:r>
              <a:rPr lang="zh-CN" altLang="en-US" sz="1200"/>
              <a:t>，表示符号表中该标识符条目的指针。</a:t>
            </a:r>
          </a:p>
          <a:p>
            <a:pPr lvl="1" eaLnBrk="1" hangingPunct="1"/>
            <a:r>
              <a:rPr lang="en-US" altLang="zh-CN" sz="1200" b="1" i="1" err="1"/>
              <a:t>mkLeaf</a:t>
            </a:r>
            <a:r>
              <a:rPr lang="en-US" altLang="zh-CN" sz="1200" b="1"/>
              <a:t>(num, </a:t>
            </a:r>
            <a:r>
              <a:rPr lang="en-US" altLang="zh-CN" sz="1200" b="1" i="1" err="1"/>
              <a:t>val</a:t>
            </a:r>
            <a:r>
              <a:rPr lang="en-US" altLang="zh-CN" sz="1200" b="1"/>
              <a:t>)</a:t>
            </a:r>
            <a:r>
              <a:rPr lang="zh-CN" altLang="en-US" sz="1200"/>
              <a:t>：建立标记为</a:t>
            </a:r>
            <a:r>
              <a:rPr lang="en-US" altLang="zh-CN" sz="1200" b="1"/>
              <a:t>num</a:t>
            </a:r>
            <a:r>
              <a:rPr lang="zh-CN" altLang="en-US" sz="1200"/>
              <a:t>的整数结点；结点另有一个域，其值为</a:t>
            </a:r>
            <a:r>
              <a:rPr lang="en-US" altLang="zh-CN" sz="1200" b="1" i="1" err="1"/>
              <a:t>val</a:t>
            </a:r>
            <a:r>
              <a:rPr lang="zh-CN" altLang="en-US" sz="1200"/>
              <a:t>，它是该整数的值。</a:t>
            </a:r>
          </a:p>
          <a:p>
            <a:pPr lvl="1" eaLnBrk="1" hangingPunct="1"/>
            <a:r>
              <a:rPr lang="en-US" altLang="zh-CN" sz="1200" b="1" i="1" err="1"/>
              <a:t>mkNode</a:t>
            </a:r>
            <a:r>
              <a:rPr lang="en-US" altLang="zh-CN" sz="1200" b="1"/>
              <a:t>(</a:t>
            </a:r>
            <a:r>
              <a:rPr lang="en-US" altLang="zh-CN" sz="1200" b="1" i="1"/>
              <a:t>op</a:t>
            </a:r>
            <a:r>
              <a:rPr lang="en-US" altLang="zh-CN" sz="1200" b="1"/>
              <a:t>, </a:t>
            </a:r>
            <a:r>
              <a:rPr lang="en-US" altLang="zh-CN" sz="1200" b="1" i="1"/>
              <a:t>left</a:t>
            </a:r>
            <a:r>
              <a:rPr lang="en-US" altLang="zh-CN" sz="1200" b="1"/>
              <a:t>, </a:t>
            </a:r>
            <a:r>
              <a:rPr lang="en-US" altLang="zh-CN" sz="1200" b="1" i="1"/>
              <a:t>right</a:t>
            </a:r>
            <a:r>
              <a:rPr lang="en-US" altLang="zh-CN" sz="1200" b="1"/>
              <a:t>)</a:t>
            </a:r>
            <a:r>
              <a:rPr lang="zh-CN" altLang="en-US" sz="1200"/>
              <a:t>：建立标记为</a:t>
            </a:r>
            <a:r>
              <a:rPr lang="en-US" altLang="zh-CN" sz="1200" b="1" i="1"/>
              <a:t>op</a:t>
            </a:r>
            <a:r>
              <a:rPr lang="zh-CN" altLang="en-US" sz="1200"/>
              <a:t>的算符结点；结点另有两个域，其值分别等于</a:t>
            </a:r>
            <a:r>
              <a:rPr lang="en-US" altLang="zh-CN" sz="1200" b="1" i="1"/>
              <a:t>left</a:t>
            </a:r>
            <a:r>
              <a:rPr lang="zh-CN" altLang="en-US" sz="1200"/>
              <a:t>和</a:t>
            </a:r>
            <a:r>
              <a:rPr lang="en-US" altLang="zh-CN" sz="1200" b="1" i="1"/>
              <a:t>right</a:t>
            </a:r>
            <a:r>
              <a:rPr lang="zh-CN" altLang="en-US" sz="1200"/>
              <a:t>，它们是该结点的左右子树的指针。</a:t>
            </a:r>
          </a:p>
          <a:p>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i="1"/>
              <a:t>E</a:t>
            </a:r>
            <a:r>
              <a:rPr lang="zh-CN" altLang="en-US" sz="1200"/>
              <a:t>，</a:t>
            </a:r>
            <a:r>
              <a:rPr lang="en-US" altLang="zh-CN" sz="1200" b="1" i="1"/>
              <a:t>T</a:t>
            </a:r>
            <a:r>
              <a:rPr lang="zh-CN" altLang="en-US" sz="1200"/>
              <a:t>，</a:t>
            </a:r>
            <a:r>
              <a:rPr lang="en-US" altLang="zh-CN" sz="1200" b="1" i="1"/>
              <a:t>F</a:t>
            </a:r>
            <a:r>
              <a:rPr lang="zh-CN" altLang="en-US" sz="1200"/>
              <a:t>的综合属性</a:t>
            </a:r>
            <a:r>
              <a:rPr lang="en-US" altLang="zh-CN" sz="1200" b="1" i="1" err="1"/>
              <a:t>nptr</a:t>
            </a:r>
            <a:r>
              <a:rPr lang="zh-CN" altLang="en-US" sz="1200"/>
              <a:t>用来表示结点指针，指向该非终结符推出的表达式对应的抽象语法树的根结点。</a:t>
            </a:r>
          </a:p>
          <a:p>
            <a:endParaRPr lang="zh-CN" altLang="en-US"/>
          </a:p>
        </p:txBody>
      </p:sp>
      <p:sp>
        <p:nvSpPr>
          <p:cNvPr id="4" name="灯片编号占位符 3"/>
          <p:cNvSpPr>
            <a:spLocks noGrp="1"/>
          </p:cNvSpPr>
          <p:nvPr>
            <p:ph type="sldNum" sz="quarter" idx="5"/>
          </p:nvPr>
        </p:nvSpPr>
        <p:spPr/>
        <p:txBody>
          <a:bodyPr/>
          <a:lstStyle/>
          <a:p>
            <a:fld id="{E13E0CB0-7C81-4F13-BB43-6685CB01EB5E}" type="slidenum">
              <a:rPr lang="zh-CN" altLang="en-US" smtClean="0"/>
              <a:t>15</a:t>
            </a:fld>
            <a:endParaRPr lang="zh-CN" altLang="en-US"/>
          </a:p>
        </p:txBody>
      </p:sp>
    </p:spTree>
    <p:extLst>
      <p:ext uri="{BB962C8B-B14F-4D97-AF65-F5344CB8AC3E}">
        <p14:creationId xmlns:p14="http://schemas.microsoft.com/office/powerpoint/2010/main" val="15136186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zh-CN" altLang="en-US"/>
              <a:t>综合属性可以由自下而上的分析器在分析输入的同时完成计算。</a:t>
            </a:r>
          </a:p>
          <a:p>
            <a:pPr eaLnBrk="1" hangingPunct="1">
              <a:lnSpc>
                <a:spcPct val="90000"/>
              </a:lnSpc>
            </a:pPr>
            <a:endParaRPr lang="en-US" altLang="zh-CN"/>
          </a:p>
          <a:p>
            <a:pPr eaLnBrk="1" hangingPunct="1">
              <a:lnSpc>
                <a:spcPct val="90000"/>
              </a:lnSpc>
            </a:pPr>
            <a:r>
              <a:rPr lang="zh-CN" altLang="en-US"/>
              <a:t>分析器可以把文法符号的综合属性放在栈中，每当归约时，根据出现在栈顶的产生式右部符号的属性来计算左部符号的综合属性。</a:t>
            </a:r>
          </a:p>
          <a:p>
            <a:pPr eaLnBrk="1" hangingPunct="1">
              <a:lnSpc>
                <a:spcPct val="90000"/>
              </a:lnSpc>
            </a:pPr>
            <a:r>
              <a:rPr lang="zh-CN" altLang="en-US"/>
              <a:t>可以通过修改</a:t>
            </a:r>
            <a:r>
              <a:rPr lang="en-US" altLang="zh-CN" b="1"/>
              <a:t>LR</a:t>
            </a:r>
            <a:r>
              <a:rPr lang="zh-CN" altLang="en-US"/>
              <a:t>分析器的栈使之在分析的同时计算属性。</a:t>
            </a:r>
          </a:p>
          <a:p>
            <a:endParaRPr lang="zh-CN" altLang="en-US"/>
          </a:p>
        </p:txBody>
      </p:sp>
      <p:sp>
        <p:nvSpPr>
          <p:cNvPr id="4" name="灯片编号占位符 3"/>
          <p:cNvSpPr>
            <a:spLocks noGrp="1"/>
          </p:cNvSpPr>
          <p:nvPr>
            <p:ph type="sldNum" sz="quarter" idx="5"/>
          </p:nvPr>
        </p:nvSpPr>
        <p:spPr/>
        <p:txBody>
          <a:bodyPr/>
          <a:lstStyle/>
          <a:p>
            <a:fld id="{E13E0CB0-7C81-4F13-BB43-6685CB01EB5E}" type="slidenum">
              <a:rPr lang="zh-CN" altLang="en-US" smtClean="0"/>
              <a:t>25</a:t>
            </a:fld>
            <a:endParaRPr lang="zh-CN" altLang="en-US"/>
          </a:p>
        </p:txBody>
      </p:sp>
    </p:spTree>
    <p:extLst>
      <p:ext uri="{BB962C8B-B14F-4D97-AF65-F5344CB8AC3E}">
        <p14:creationId xmlns:p14="http://schemas.microsoft.com/office/powerpoint/2010/main" val="26806618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a:latin typeface="宋体" panose="02010600030101010101" pitchFamily="2" charset="-122"/>
              </a:rPr>
              <a:t>语法制导定义改成栈操作代码的过程，不做过高要求。要求能看懂此代码，能自己把类似的</a:t>
            </a:r>
            <a:r>
              <a:rPr lang="en-US" altLang="zh-CN" sz="1200">
                <a:latin typeface="宋体" panose="02010600030101010101" pitchFamily="2" charset="-122"/>
              </a:rPr>
              <a:t>SDD</a:t>
            </a:r>
            <a:r>
              <a:rPr lang="zh-CN" altLang="en-US" sz="1200">
                <a:latin typeface="宋体" panose="02010600030101010101" pitchFamily="2" charset="-122"/>
              </a:rPr>
              <a:t>改写为栈操作代码。</a:t>
            </a:r>
            <a:endParaRPr lang="zh-CN" altLang="en-US"/>
          </a:p>
        </p:txBody>
      </p:sp>
      <p:sp>
        <p:nvSpPr>
          <p:cNvPr id="4" name="灯片编号占位符 3"/>
          <p:cNvSpPr>
            <a:spLocks noGrp="1"/>
          </p:cNvSpPr>
          <p:nvPr>
            <p:ph type="sldNum" sz="quarter" idx="5"/>
          </p:nvPr>
        </p:nvSpPr>
        <p:spPr/>
        <p:txBody>
          <a:bodyPr/>
          <a:lstStyle/>
          <a:p>
            <a:fld id="{E13E0CB0-7C81-4F13-BB43-6685CB01EB5E}" type="slidenum">
              <a:rPr lang="zh-CN" altLang="en-US" smtClean="0"/>
              <a:t>26</a:t>
            </a:fld>
            <a:endParaRPr lang="zh-CN" altLang="en-US"/>
          </a:p>
        </p:txBody>
      </p:sp>
    </p:spTree>
    <p:extLst>
      <p:ext uri="{BB962C8B-B14F-4D97-AF65-F5344CB8AC3E}">
        <p14:creationId xmlns:p14="http://schemas.microsoft.com/office/powerpoint/2010/main" val="42127963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请参考教材</a:t>
            </a:r>
            <a:r>
              <a:rPr lang="en-US" altLang="zh-CN"/>
              <a:t>118</a:t>
            </a:r>
            <a:r>
              <a:rPr lang="zh-CN" altLang="en-US"/>
              <a:t>页表</a:t>
            </a:r>
            <a:r>
              <a:rPr lang="en-US" altLang="zh-CN"/>
              <a:t>4.5</a:t>
            </a:r>
            <a:r>
              <a:rPr lang="zh-CN" altLang="en-US"/>
              <a:t>。</a:t>
            </a:r>
          </a:p>
        </p:txBody>
      </p:sp>
      <p:sp>
        <p:nvSpPr>
          <p:cNvPr id="4" name="灯片编号占位符 3"/>
          <p:cNvSpPr>
            <a:spLocks noGrp="1"/>
          </p:cNvSpPr>
          <p:nvPr>
            <p:ph type="sldNum" sz="quarter" idx="5"/>
          </p:nvPr>
        </p:nvSpPr>
        <p:spPr/>
        <p:txBody>
          <a:bodyPr/>
          <a:lstStyle/>
          <a:p>
            <a:fld id="{E13E0CB0-7C81-4F13-BB43-6685CB01EB5E}" type="slidenum">
              <a:rPr lang="zh-CN" altLang="en-US" smtClean="0"/>
              <a:t>35</a:t>
            </a:fld>
            <a:endParaRPr lang="zh-CN" altLang="en-US"/>
          </a:p>
        </p:txBody>
      </p:sp>
    </p:spTree>
    <p:extLst>
      <p:ext uri="{BB962C8B-B14F-4D97-AF65-F5344CB8AC3E}">
        <p14:creationId xmlns:p14="http://schemas.microsoft.com/office/powerpoint/2010/main" val="25723382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a:t>注意：本节实际上揭示了</a:t>
            </a:r>
            <a:r>
              <a:rPr lang="en-US" altLang="zh-CN" b="1"/>
              <a:t>3.7</a:t>
            </a:r>
            <a:r>
              <a:rPr lang="zh-CN" altLang="en-US"/>
              <a:t>节介绍的</a:t>
            </a:r>
            <a:r>
              <a:rPr lang="en-US" altLang="zh-CN" b="1" err="1"/>
              <a:t>Yacc</a:t>
            </a:r>
            <a:r>
              <a:rPr lang="zh-CN" altLang="en-US"/>
              <a:t>的语义动作的实现方法，对今后使用</a:t>
            </a:r>
            <a:r>
              <a:rPr lang="en-US" altLang="zh-CN" b="1" err="1"/>
              <a:t>Yacc</a:t>
            </a:r>
            <a:r>
              <a:rPr lang="zh-CN" altLang="en-US"/>
              <a:t>和类似的生成器会有很大帮助。</a:t>
            </a:r>
            <a:endParaRPr lang="en-US" altLang="zh-CN"/>
          </a:p>
          <a:p>
            <a:pPr eaLnBrk="1" hangingPunct="1"/>
            <a:r>
              <a:rPr lang="en-US" altLang="zh-CN"/>
              <a:t>S</a:t>
            </a:r>
            <a:r>
              <a:rPr lang="zh-CN" altLang="en-US"/>
              <a:t>属性的计算结果要看你的目的是什么</a:t>
            </a:r>
            <a:endParaRPr lang="en-US" altLang="zh-CN"/>
          </a:p>
          <a:p>
            <a:pPr lvl="1"/>
            <a:r>
              <a:rPr lang="zh-CN" altLang="en-US"/>
              <a:t>如果是为一个计算器编写语义，那么输出的</a:t>
            </a:r>
            <a:r>
              <a:rPr lang="en-US" altLang="zh-CN"/>
              <a:t>S</a:t>
            </a:r>
            <a:r>
              <a:rPr lang="zh-CN" altLang="en-US"/>
              <a:t>属性定义通常是每一步的计算过程，或干脆只输出最终</a:t>
            </a:r>
            <a:r>
              <a:rPr lang="zh-CN" altLang="en-US">
                <a:solidFill>
                  <a:srgbClr val="FF0000"/>
                </a:solidFill>
              </a:rPr>
              <a:t>表达式计算结果</a:t>
            </a:r>
            <a:endParaRPr lang="en-US" altLang="zh-CN">
              <a:solidFill>
                <a:srgbClr val="FF0000"/>
              </a:solidFill>
            </a:endParaRPr>
          </a:p>
          <a:p>
            <a:pPr lvl="1"/>
            <a:r>
              <a:rPr lang="zh-CN" altLang="en-US"/>
              <a:t>如果是为一个编程语言编写语义，那么输出的</a:t>
            </a:r>
            <a:r>
              <a:rPr lang="en-US" altLang="zh-CN"/>
              <a:t>S</a:t>
            </a:r>
            <a:r>
              <a:rPr lang="zh-CN" altLang="en-US"/>
              <a:t>属性定义通常是一棵</a:t>
            </a:r>
            <a:r>
              <a:rPr lang="zh-CN" altLang="en-US">
                <a:solidFill>
                  <a:srgbClr val="FF0000"/>
                </a:solidFill>
              </a:rPr>
              <a:t>抽象语法树</a:t>
            </a:r>
            <a:r>
              <a:rPr lang="zh-CN" altLang="en-US"/>
              <a:t>或</a:t>
            </a:r>
            <a:r>
              <a:rPr lang="zh-CN" altLang="en-US">
                <a:solidFill>
                  <a:srgbClr val="FF0000"/>
                </a:solidFill>
              </a:rPr>
              <a:t>语法分析树</a:t>
            </a:r>
          </a:p>
          <a:p>
            <a:endParaRPr lang="zh-CN" altLang="en-US"/>
          </a:p>
        </p:txBody>
      </p:sp>
      <p:sp>
        <p:nvSpPr>
          <p:cNvPr id="4" name="灯片编号占位符 3"/>
          <p:cNvSpPr>
            <a:spLocks noGrp="1"/>
          </p:cNvSpPr>
          <p:nvPr>
            <p:ph type="sldNum" sz="quarter" idx="5"/>
          </p:nvPr>
        </p:nvSpPr>
        <p:spPr/>
        <p:txBody>
          <a:bodyPr/>
          <a:lstStyle/>
          <a:p>
            <a:fld id="{E13E0CB0-7C81-4F13-BB43-6685CB01EB5E}" type="slidenum">
              <a:rPr lang="zh-CN" altLang="en-US" smtClean="0"/>
              <a:t>36</a:t>
            </a:fld>
            <a:endParaRPr lang="zh-CN" altLang="en-US"/>
          </a:p>
        </p:txBody>
      </p:sp>
    </p:spTree>
    <p:extLst>
      <p:ext uri="{BB962C8B-B14F-4D97-AF65-F5344CB8AC3E}">
        <p14:creationId xmlns:p14="http://schemas.microsoft.com/office/powerpoint/2010/main" val="1655312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spcBef>
                <a:spcPct val="0"/>
              </a:spcBef>
            </a:pPr>
            <a:r>
              <a:rPr lang="zh-CN" altLang="en-US" sz="2800">
                <a:latin typeface="宋体" panose="02010600030101010101" pitchFamily="2" charset="-122"/>
              </a:rPr>
              <a:t>边分析边翻译的方式能否用于继承属性</a:t>
            </a:r>
            <a:r>
              <a:rPr lang="zh-CN" altLang="en-US" sz="2800"/>
              <a:t>？</a:t>
            </a:r>
            <a:endParaRPr lang="zh-CN" altLang="en-US" sz="2800">
              <a:latin typeface="宋体" panose="02010600030101010101" pitchFamily="2" charset="-122"/>
            </a:endParaRPr>
          </a:p>
          <a:p>
            <a:pPr lvl="1">
              <a:spcBef>
                <a:spcPct val="0"/>
              </a:spcBef>
            </a:pPr>
            <a:r>
              <a:rPr lang="zh-CN" altLang="en-US" sz="2400">
                <a:latin typeface="宋体" panose="02010600030101010101" pitchFamily="2" charset="-122"/>
              </a:rPr>
              <a:t>属性的计算次序一定受分析方法所限定的分析树结点建立次序的限制</a:t>
            </a:r>
          </a:p>
          <a:p>
            <a:pPr lvl="1">
              <a:spcBef>
                <a:spcPct val="0"/>
              </a:spcBef>
            </a:pPr>
            <a:r>
              <a:rPr lang="zh-CN" altLang="en-US" sz="2400">
                <a:latin typeface="宋体" panose="02010600030101010101" pitchFamily="2" charset="-122"/>
              </a:rPr>
              <a:t>无论是自上而下还是自下而上的分析，分析树的结点总是自左向右生成</a:t>
            </a:r>
          </a:p>
          <a:p>
            <a:pPr lvl="1">
              <a:spcBef>
                <a:spcPct val="0"/>
              </a:spcBef>
            </a:pPr>
            <a:r>
              <a:rPr lang="zh-CN" altLang="en-US" sz="2400">
                <a:latin typeface="宋体" panose="02010600030101010101" pitchFamily="2" charset="-122"/>
              </a:rPr>
              <a:t>如果属性信息是自左向右流动，那么就有可能在分析的同时完成属性计算</a:t>
            </a:r>
          </a:p>
          <a:p>
            <a:pPr>
              <a:spcBef>
                <a:spcPct val="0"/>
              </a:spcBef>
            </a:pPr>
            <a:r>
              <a:rPr lang="zh-CN" altLang="en-US" sz="2800">
                <a:latin typeface="宋体" panose="02010600030101010101" pitchFamily="2" charset="-122"/>
              </a:rPr>
              <a:t>本节用这种方法确定</a:t>
            </a:r>
            <a:r>
              <a:rPr lang="en-US" altLang="zh-CN" sz="2800" b="1" i="1"/>
              <a:t>L</a:t>
            </a:r>
            <a:r>
              <a:rPr lang="zh-CN" altLang="en-US" sz="2800">
                <a:latin typeface="宋体" panose="02010600030101010101" pitchFamily="2" charset="-122"/>
              </a:rPr>
              <a:t>属性定义，</a:t>
            </a:r>
            <a:r>
              <a:rPr lang="en-US" altLang="zh-CN" sz="2800" b="1" i="1"/>
              <a:t>L</a:t>
            </a:r>
            <a:r>
              <a:rPr lang="zh-CN" altLang="en-US" sz="2800">
                <a:latin typeface="宋体" panose="02010600030101010101" pitchFamily="2" charset="-122"/>
              </a:rPr>
              <a:t>表示左，因为属性信息自左向右流。</a:t>
            </a:r>
          </a:p>
          <a:p>
            <a:endParaRPr lang="zh-CN" altLang="en-US"/>
          </a:p>
        </p:txBody>
      </p:sp>
      <p:sp>
        <p:nvSpPr>
          <p:cNvPr id="4" name="灯片编号占位符 3"/>
          <p:cNvSpPr>
            <a:spLocks noGrp="1"/>
          </p:cNvSpPr>
          <p:nvPr>
            <p:ph type="sldNum" sz="quarter" idx="5"/>
          </p:nvPr>
        </p:nvSpPr>
        <p:spPr/>
        <p:txBody>
          <a:bodyPr/>
          <a:lstStyle/>
          <a:p>
            <a:fld id="{E13E0CB0-7C81-4F13-BB43-6685CB01EB5E}" type="slidenum">
              <a:rPr lang="zh-CN" altLang="en-US" smtClean="0"/>
              <a:t>39</a:t>
            </a:fld>
            <a:endParaRPr lang="zh-CN" altLang="en-US"/>
          </a:p>
        </p:txBody>
      </p:sp>
    </p:spTree>
    <p:extLst>
      <p:ext uri="{BB962C8B-B14F-4D97-AF65-F5344CB8AC3E}">
        <p14:creationId xmlns:p14="http://schemas.microsoft.com/office/powerpoint/2010/main" val="19923063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例如句型</a:t>
            </a:r>
            <a:r>
              <a:rPr lang="en-US" altLang="zh-CN"/>
              <a:t> T L, id</a:t>
            </a:r>
            <a:r>
              <a:rPr lang="zh-CN" altLang="en-US"/>
              <a:t>，肯定是先用第二个产生式把 </a:t>
            </a:r>
            <a:r>
              <a:rPr lang="en-US" altLang="zh-CN"/>
              <a:t>L, id </a:t>
            </a:r>
            <a:r>
              <a:rPr lang="zh-CN" altLang="en-US"/>
              <a:t>归约成 </a:t>
            </a:r>
            <a:r>
              <a:rPr lang="en-US" altLang="zh-CN"/>
              <a:t>L</a:t>
            </a:r>
            <a:r>
              <a:rPr lang="zh-CN" altLang="en-US"/>
              <a:t>，才能用第一个产生式把</a:t>
            </a:r>
            <a:r>
              <a:rPr lang="en-US" altLang="zh-CN"/>
              <a:t>TL</a:t>
            </a:r>
            <a:r>
              <a:rPr lang="zh-CN" altLang="en-US"/>
              <a:t>归约成</a:t>
            </a:r>
            <a:r>
              <a:rPr lang="en-US" altLang="zh-CN"/>
              <a:t>D</a:t>
            </a:r>
            <a:r>
              <a:rPr lang="zh-CN" altLang="en-US"/>
              <a:t>。</a:t>
            </a:r>
            <a:endParaRPr lang="en-US" altLang="zh-CN"/>
          </a:p>
          <a:p>
            <a:endParaRPr lang="en-US" altLang="zh-CN"/>
          </a:p>
          <a:p>
            <a:r>
              <a:rPr lang="zh-CN" altLang="en-US"/>
              <a:t>而使用第二个产生式的时候，需要知道</a:t>
            </a:r>
            <a:r>
              <a:rPr lang="en-US" altLang="zh-CN"/>
              <a:t>L.in</a:t>
            </a:r>
            <a:r>
              <a:rPr lang="zh-CN" altLang="en-US"/>
              <a:t>的值，意味着</a:t>
            </a:r>
            <a:r>
              <a:rPr lang="en-US" altLang="zh-CN" b="1" i="1"/>
              <a:t>L</a:t>
            </a:r>
            <a:r>
              <a:rPr lang="en-US" altLang="zh-CN" b="1"/>
              <a:t>.</a:t>
            </a:r>
            <a:r>
              <a:rPr lang="en-US" altLang="zh-CN" b="1" i="1"/>
              <a:t>in</a:t>
            </a:r>
            <a:r>
              <a:rPr lang="en-US" altLang="zh-CN" b="1"/>
              <a:t> = </a:t>
            </a:r>
            <a:r>
              <a:rPr lang="en-US" altLang="zh-CN" b="1" i="1" err="1"/>
              <a:t>T</a:t>
            </a:r>
            <a:r>
              <a:rPr lang="en-US" altLang="zh-CN" b="1" err="1"/>
              <a:t>.</a:t>
            </a:r>
            <a:r>
              <a:rPr lang="en-US" altLang="zh-CN" b="1" i="1" err="1"/>
              <a:t>type</a:t>
            </a:r>
            <a:r>
              <a:rPr lang="zh-CN" altLang="en-US" b="0" i="0"/>
              <a:t>这个规则必须在</a:t>
            </a:r>
            <a:r>
              <a:rPr lang="en-US" altLang="zh-CN" b="1" i="1"/>
              <a:t>L</a:t>
            </a:r>
            <a:r>
              <a:rPr lang="en-US" altLang="zh-CN" b="1" baseline="-30000"/>
              <a:t>1</a:t>
            </a:r>
            <a:r>
              <a:rPr lang="en-US" altLang="zh-CN" b="1" i="1"/>
              <a:t>.in</a:t>
            </a:r>
            <a:r>
              <a:rPr lang="en-US" altLang="zh-CN" b="1"/>
              <a:t> = </a:t>
            </a:r>
            <a:r>
              <a:rPr lang="en-US" altLang="zh-CN" b="1" i="1"/>
              <a:t>L</a:t>
            </a:r>
            <a:r>
              <a:rPr lang="en-US" altLang="zh-CN" b="1"/>
              <a:t>.</a:t>
            </a:r>
            <a:r>
              <a:rPr lang="en-US" altLang="zh-CN" b="1" i="1"/>
              <a:t>in</a:t>
            </a:r>
            <a:r>
              <a:rPr lang="zh-CN" altLang="en-US" b="0" i="0"/>
              <a:t>前执行。</a:t>
            </a:r>
            <a:endParaRPr lang="en-US" altLang="zh-CN" b="0" i="0"/>
          </a:p>
          <a:p>
            <a:r>
              <a:rPr lang="zh-CN" altLang="en-US"/>
              <a:t>如果都在归约的时候才进行，那么</a:t>
            </a:r>
            <a:r>
              <a:rPr lang="en-US" altLang="zh-CN" b="1" i="1"/>
              <a:t>L</a:t>
            </a:r>
            <a:r>
              <a:rPr lang="en-US" altLang="zh-CN" b="1"/>
              <a:t>.</a:t>
            </a:r>
            <a:r>
              <a:rPr lang="en-US" altLang="zh-CN" b="1" i="1"/>
              <a:t>in</a:t>
            </a:r>
            <a:r>
              <a:rPr lang="en-US" altLang="zh-CN" b="1"/>
              <a:t> = </a:t>
            </a:r>
            <a:r>
              <a:rPr lang="en-US" altLang="zh-CN" b="1" i="1" err="1"/>
              <a:t>T</a:t>
            </a:r>
            <a:r>
              <a:rPr lang="en-US" altLang="zh-CN" b="1" err="1"/>
              <a:t>.</a:t>
            </a:r>
            <a:r>
              <a:rPr lang="en-US" altLang="zh-CN" b="1" i="1" err="1"/>
              <a:t>type</a:t>
            </a:r>
            <a:r>
              <a:rPr lang="zh-CN" altLang="en-US" b="0" i="0"/>
              <a:t>的执行次序必定晚于</a:t>
            </a:r>
            <a:r>
              <a:rPr lang="en-US" altLang="zh-CN" b="1" i="1"/>
              <a:t>L</a:t>
            </a:r>
            <a:r>
              <a:rPr lang="en-US" altLang="zh-CN" b="1" baseline="-30000"/>
              <a:t>1</a:t>
            </a:r>
            <a:r>
              <a:rPr lang="en-US" altLang="zh-CN" b="1" i="1"/>
              <a:t>.in</a:t>
            </a:r>
            <a:r>
              <a:rPr lang="en-US" altLang="zh-CN" b="1"/>
              <a:t> = </a:t>
            </a:r>
            <a:r>
              <a:rPr lang="en-US" altLang="zh-CN" b="1" i="1"/>
              <a:t>L</a:t>
            </a:r>
            <a:r>
              <a:rPr lang="en-US" altLang="zh-CN" b="1"/>
              <a:t>.</a:t>
            </a:r>
            <a:r>
              <a:rPr lang="en-US" altLang="zh-CN" b="1" i="1"/>
              <a:t>in</a:t>
            </a:r>
            <a:r>
              <a:rPr lang="zh-CN" altLang="en-US" b="0" i="0"/>
              <a:t>，这样就太晚了。</a:t>
            </a:r>
            <a:endParaRPr lang="zh-CN" altLang="en-US"/>
          </a:p>
        </p:txBody>
      </p:sp>
      <p:sp>
        <p:nvSpPr>
          <p:cNvPr id="4" name="灯片编号占位符 3"/>
          <p:cNvSpPr>
            <a:spLocks noGrp="1"/>
          </p:cNvSpPr>
          <p:nvPr>
            <p:ph type="sldNum" sz="quarter" idx="5"/>
          </p:nvPr>
        </p:nvSpPr>
        <p:spPr/>
        <p:txBody>
          <a:bodyPr/>
          <a:lstStyle/>
          <a:p>
            <a:fld id="{E13E0CB0-7C81-4F13-BB43-6685CB01EB5E}" type="slidenum">
              <a:rPr lang="zh-CN" altLang="en-US" smtClean="0"/>
              <a:t>41</a:t>
            </a:fld>
            <a:endParaRPr lang="zh-CN" altLang="en-US"/>
          </a:p>
        </p:txBody>
      </p:sp>
    </p:spTree>
    <p:extLst>
      <p:ext uri="{BB962C8B-B14F-4D97-AF65-F5344CB8AC3E}">
        <p14:creationId xmlns:p14="http://schemas.microsoft.com/office/powerpoint/2010/main" val="5352519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2400"/>
              <a:t>设计翻译方案时，必须保证动作在引用属性时其值已经可用。</a:t>
            </a:r>
          </a:p>
          <a:p>
            <a:r>
              <a:rPr lang="zh-CN" altLang="en-US" sz="2400"/>
              <a:t>只有综合属性时，只要将动作放在对应产生式右部末端即可得到翻译方案。</a:t>
            </a:r>
          </a:p>
          <a:p>
            <a:r>
              <a:rPr lang="zh-CN" altLang="en-US" sz="2400"/>
              <a:t>如果有继承属性，则</a:t>
            </a:r>
            <a:r>
              <a:rPr lang="zh-CN" altLang="en-US" sz="2400">
                <a:solidFill>
                  <a:srgbClr val="FF0000"/>
                </a:solidFill>
              </a:rPr>
              <a:t>对于</a:t>
            </a:r>
            <a:r>
              <a:rPr lang="en-US" altLang="zh-CN" sz="2400" b="1" i="1">
                <a:solidFill>
                  <a:srgbClr val="FF0000"/>
                </a:solidFill>
              </a:rPr>
              <a:t>L</a:t>
            </a:r>
            <a:r>
              <a:rPr lang="zh-CN" altLang="en-US" sz="2400">
                <a:solidFill>
                  <a:srgbClr val="FF0000"/>
                </a:solidFill>
              </a:rPr>
              <a:t>属性定义，总能构造满足下述三条限制的翻译方案</a:t>
            </a:r>
          </a:p>
          <a:p>
            <a:pPr lvl="1"/>
            <a:r>
              <a:rPr lang="zh-CN" altLang="en-US" sz="2400"/>
              <a:t>产生式右部符号的继承属性必须在先于这个符号的动作中计算（因为符号综合属性的计算有可能用到它的继承属性，必须保证此时继承属性可用）</a:t>
            </a:r>
          </a:p>
          <a:p>
            <a:pPr lvl="1"/>
            <a:r>
              <a:rPr lang="zh-CN" altLang="en-US" sz="2400"/>
              <a:t>一个动作不能引用该动作右边符号的综合属性</a:t>
            </a:r>
          </a:p>
          <a:p>
            <a:pPr lvl="1"/>
            <a:r>
              <a:rPr lang="zh-CN" altLang="en-US" sz="2400"/>
              <a:t>左部非终结符的综合属性只能在它所引用的所有属性都计算完后才能计算。计算该属性的动作通常放在产生式右部的末端。</a:t>
            </a:r>
          </a:p>
          <a:p>
            <a:endParaRPr lang="zh-CN" altLang="en-US"/>
          </a:p>
        </p:txBody>
      </p:sp>
      <p:sp>
        <p:nvSpPr>
          <p:cNvPr id="4" name="灯片编号占位符 3"/>
          <p:cNvSpPr>
            <a:spLocks noGrp="1"/>
          </p:cNvSpPr>
          <p:nvPr>
            <p:ph type="sldNum" sz="quarter" idx="5"/>
          </p:nvPr>
        </p:nvSpPr>
        <p:spPr/>
        <p:txBody>
          <a:bodyPr/>
          <a:lstStyle/>
          <a:p>
            <a:fld id="{E13E0CB0-7C81-4F13-BB43-6685CB01EB5E}" type="slidenum">
              <a:rPr lang="zh-CN" altLang="en-US" smtClean="0"/>
              <a:t>42</a:t>
            </a:fld>
            <a:endParaRPr lang="zh-CN" altLang="en-US"/>
          </a:p>
        </p:txBody>
      </p:sp>
    </p:spTree>
    <p:extLst>
      <p:ext uri="{BB962C8B-B14F-4D97-AF65-F5344CB8AC3E}">
        <p14:creationId xmlns:p14="http://schemas.microsoft.com/office/powerpoint/2010/main" val="20036487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F06C8B6A-05DD-4CF5-90A9-B38224954F7F}"/>
              </a:ext>
            </a:extLst>
          </p:cNvPr>
          <p:cNvSpPr>
            <a:spLocks noGrp="1" noRot="1" noChangeAspect="1" noTextEdit="1"/>
          </p:cNvSpPr>
          <p:nvPr>
            <p:ph type="sldImg"/>
          </p:nvPr>
        </p:nvSpPr>
        <p:spPr>
          <a:ln/>
        </p:spPr>
      </p:sp>
      <p:sp>
        <p:nvSpPr>
          <p:cNvPr id="22531" name="备注占位符 2">
            <a:extLst>
              <a:ext uri="{FF2B5EF4-FFF2-40B4-BE49-F238E27FC236}">
                <a16:creationId xmlns:a16="http://schemas.microsoft.com/office/drawing/2014/main" id="{EEA43909-5340-43F6-AB06-51105F1A994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anose="020B0604020202020204" pitchFamily="34" charset="0"/>
              </a:rPr>
              <a:t>用该例子说明什么是翻译方案。</a:t>
            </a:r>
            <a:endParaRPr lang="en-US" altLang="zh-CN">
              <a:latin typeface="Arial" panose="020B0604020202020204" pitchFamily="34" charset="0"/>
            </a:endParaRPr>
          </a:p>
          <a:p>
            <a:r>
              <a:rPr lang="zh-CN" altLang="en-US">
                <a:latin typeface="Arial" panose="020B0604020202020204" pitchFamily="34" charset="0"/>
              </a:rPr>
              <a:t>解释翻译方案的含义，说明为什么语义动作要插入在那个位置。</a:t>
            </a:r>
            <a:endParaRPr lang="en-US" altLang="zh-CN">
              <a:latin typeface="Arial" panose="020B0604020202020204" pitchFamily="34" charset="0"/>
            </a:endParaRPr>
          </a:p>
          <a:p>
            <a:r>
              <a:rPr lang="zh-CN" altLang="en-US">
                <a:latin typeface="Arial" panose="020B0604020202020204" pitchFamily="34" charset="0"/>
              </a:rPr>
              <a:t>说明语义动作可以认为相当于一个文法符号，对文法符号进行推导（或归约）时就是执行语义动作时。</a:t>
            </a:r>
            <a:endParaRPr lang="en-US" altLang="zh-CN">
              <a:latin typeface="Arial" panose="020B0604020202020204" pitchFamily="34" charset="0"/>
            </a:endParaRPr>
          </a:p>
          <a:p>
            <a:endParaRPr lang="en-US" altLang="zh-CN">
              <a:latin typeface="Arial" panose="020B0604020202020204" pitchFamily="34" charset="0"/>
            </a:endParaRPr>
          </a:p>
          <a:p>
            <a:r>
              <a:rPr lang="en-US" altLang="zh-CN">
                <a:latin typeface="Arial" panose="020B0604020202020204" pitchFamily="34" charset="0"/>
              </a:rPr>
              <a:t>print</a:t>
            </a:r>
            <a:r>
              <a:rPr lang="zh-CN" altLang="en-US">
                <a:latin typeface="Arial" panose="020B0604020202020204" pitchFamily="34" charset="0"/>
              </a:rPr>
              <a:t>实际是一个虚拟属性，而且是一个继承属性（但是没有那么明显），但这个例子的关键不在这里，关键在于，大家通过这个例子理解，如果把语义动作插入到非终结符前面，会有什么效果。</a:t>
            </a:r>
          </a:p>
        </p:txBody>
      </p:sp>
      <p:sp>
        <p:nvSpPr>
          <p:cNvPr id="22532" name="灯片编号占位符 3">
            <a:extLst>
              <a:ext uri="{FF2B5EF4-FFF2-40B4-BE49-F238E27FC236}">
                <a16:creationId xmlns:a16="http://schemas.microsoft.com/office/drawing/2014/main" id="{5CBFAF6E-AB82-4863-92EC-97D82B6140E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fld id="{8B10867C-D52B-4DD7-BFAA-E236FE0136AE}" type="slidenum">
              <a:rPr lang="en-US" altLang="zh-CN" sz="1200" b="0">
                <a:latin typeface="Arial" panose="020B0604020202020204" pitchFamily="34" charset="0"/>
              </a:rPr>
              <a:pPr/>
              <a:t>44</a:t>
            </a:fld>
            <a:endParaRPr lang="en-US" altLang="zh-CN" sz="1200" b="0">
              <a:latin typeface="Arial" panose="020B0604020202020204" pitchFamily="34" charset="0"/>
            </a:endParaRPr>
          </a:p>
        </p:txBody>
      </p:sp>
    </p:spTree>
    <p:extLst>
      <p:ext uri="{BB962C8B-B14F-4D97-AF65-F5344CB8AC3E}">
        <p14:creationId xmlns:p14="http://schemas.microsoft.com/office/powerpoint/2010/main" val="1924250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20455A"/>
        </a:solid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6B629830-5336-4949-A8B2-948D6B2F12A5}"/>
              </a:ext>
            </a:extLst>
          </p:cNvPr>
          <p:cNvPicPr>
            <a:picLocks noChangeAspect="1"/>
          </p:cNvPicPr>
          <p:nvPr/>
        </p:nvPicPr>
        <p:blipFill rotWithShape="1">
          <a:blip r:embed="rId2">
            <a:extLst>
              <a:ext uri="{28A0092B-C50C-407E-A947-70E740481C1C}">
                <a14:useLocalDpi xmlns:a14="http://schemas.microsoft.com/office/drawing/2010/main" val="0"/>
              </a:ext>
            </a:extLst>
          </a:blip>
          <a:srcRect l="10656" r="10656"/>
          <a:stretch/>
        </p:blipFill>
        <p:spPr>
          <a:xfrm>
            <a:off x="0" y="0"/>
            <a:ext cx="9144000" cy="2934488"/>
          </a:xfrm>
          <a:prstGeom prst="rect">
            <a:avLst/>
          </a:prstGeom>
        </p:spPr>
      </p:pic>
      <p:sp>
        <p:nvSpPr>
          <p:cNvPr id="2" name="Title 1"/>
          <p:cNvSpPr>
            <a:spLocks noGrp="1"/>
          </p:cNvSpPr>
          <p:nvPr>
            <p:ph type="ctrTitle"/>
          </p:nvPr>
        </p:nvSpPr>
        <p:spPr>
          <a:xfrm>
            <a:off x="685800" y="2541494"/>
            <a:ext cx="7772400" cy="2192151"/>
          </a:xfrm>
        </p:spPr>
        <p:txBody>
          <a:bodyPr anchor="b"/>
          <a:lstStyle>
            <a:lvl1pPr algn="ctr">
              <a:defRPr sz="6000">
                <a:solidFill>
                  <a:schemeClr val="bg1"/>
                </a:solidFill>
              </a:defRPr>
            </a:lvl1pPr>
          </a:lstStyle>
          <a:p>
            <a:r>
              <a:rPr lang="zh-CN" altLang="en-US"/>
              <a:t>单击此处编辑母版标题样式</a:t>
            </a:r>
            <a:endParaRPr lang="en-US"/>
          </a:p>
        </p:txBody>
      </p:sp>
      <p:sp>
        <p:nvSpPr>
          <p:cNvPr id="3" name="Subtitle 2"/>
          <p:cNvSpPr>
            <a:spLocks noGrp="1"/>
          </p:cNvSpPr>
          <p:nvPr>
            <p:ph type="subTitle" idx="1"/>
          </p:nvPr>
        </p:nvSpPr>
        <p:spPr>
          <a:xfrm>
            <a:off x="1143000" y="4966310"/>
            <a:ext cx="6858000" cy="936951"/>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pic>
        <p:nvPicPr>
          <p:cNvPr id="5" name="图片 4">
            <a:extLst>
              <a:ext uri="{FF2B5EF4-FFF2-40B4-BE49-F238E27FC236}">
                <a16:creationId xmlns:a16="http://schemas.microsoft.com/office/drawing/2014/main" id="{37E01A93-E996-4DF8-B9CC-4F6E64C77D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2934488"/>
          </a:xfrm>
          <a:prstGeom prst="rect">
            <a:avLst/>
          </a:prstGeom>
        </p:spPr>
      </p:pic>
      <p:pic>
        <p:nvPicPr>
          <p:cNvPr id="4" name="图片 3">
            <a:extLst>
              <a:ext uri="{FF2B5EF4-FFF2-40B4-BE49-F238E27FC236}">
                <a16:creationId xmlns:a16="http://schemas.microsoft.com/office/drawing/2014/main" id="{42A3B20A-B0E1-6925-C9A5-B199EBE8B7E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2934488"/>
          </a:xfrm>
          <a:prstGeom prst="rect">
            <a:avLst/>
          </a:prstGeom>
        </p:spPr>
      </p:pic>
    </p:spTree>
    <p:extLst>
      <p:ext uri="{BB962C8B-B14F-4D97-AF65-F5344CB8AC3E}">
        <p14:creationId xmlns:p14="http://schemas.microsoft.com/office/powerpoint/2010/main" val="3557680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8FD20E6C-FB89-68E9-164A-0E504C4D3FB8}"/>
              </a:ext>
            </a:extLst>
          </p:cNvPr>
          <p:cNvSpPr>
            <a:spLocks noGrp="1"/>
          </p:cNvSpPr>
          <p:nvPr>
            <p:ph type="dt" sz="half" idx="10"/>
          </p:nvPr>
        </p:nvSpPr>
        <p:spPr/>
        <p:txBody>
          <a:bodyPr/>
          <a:lstStyle/>
          <a:p>
            <a:fld id="{451A847A-F6C7-43FE-80B0-6861C865F795}" type="datetime2">
              <a:rPr lang="zh-CN" altLang="en-US" smtClean="0"/>
              <a:t>2025年4月30日</a:t>
            </a:fld>
            <a:endParaRPr lang="zh-CN" altLang="en-US"/>
          </a:p>
        </p:txBody>
      </p:sp>
      <p:sp>
        <p:nvSpPr>
          <p:cNvPr id="5" name="页脚占位符 4">
            <a:extLst>
              <a:ext uri="{FF2B5EF4-FFF2-40B4-BE49-F238E27FC236}">
                <a16:creationId xmlns:a16="http://schemas.microsoft.com/office/drawing/2014/main" id="{996A6C13-CFA3-3AF6-23F4-C8246972D47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6" name="灯片编号占位符 5">
            <a:extLst>
              <a:ext uri="{FF2B5EF4-FFF2-40B4-BE49-F238E27FC236}">
                <a16:creationId xmlns:a16="http://schemas.microsoft.com/office/drawing/2014/main" id="{71E45253-17F5-89F1-7504-AB07B9F23A86}"/>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4873777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zh-CN" altLang="en-US"/>
              <a:t>单击此处编辑母版标题样式</a:t>
            </a:r>
            <a:endParaRPr lang="en-US"/>
          </a:p>
        </p:txBody>
      </p:sp>
      <p:sp>
        <p:nvSpPr>
          <p:cNvPr id="3" name="Text Placeholder 2"/>
          <p:cNvSpPr>
            <a:spLocks noGrp="1"/>
          </p:cNvSpPr>
          <p:nvPr>
            <p:ph type="body" idx="1"/>
          </p:nvPr>
        </p:nvSpPr>
        <p:spPr>
          <a:xfrm>
            <a:off x="623888" y="4589466"/>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AB14192-683D-1581-6D26-BAED78CAF6E7}"/>
              </a:ext>
            </a:extLst>
          </p:cNvPr>
          <p:cNvSpPr>
            <a:spLocks noGrp="1"/>
          </p:cNvSpPr>
          <p:nvPr>
            <p:ph type="dt" sz="half" idx="10"/>
          </p:nvPr>
        </p:nvSpPr>
        <p:spPr/>
        <p:txBody>
          <a:bodyPr/>
          <a:lstStyle/>
          <a:p>
            <a:fld id="{9FEB988F-FD28-4199-8F9E-545478C25838}" type="datetime2">
              <a:rPr lang="zh-CN" altLang="en-US" smtClean="0"/>
              <a:t>2025年4月30日</a:t>
            </a:fld>
            <a:endParaRPr lang="zh-CN" altLang="en-US"/>
          </a:p>
        </p:txBody>
      </p:sp>
      <p:sp>
        <p:nvSpPr>
          <p:cNvPr id="5" name="页脚占位符 4">
            <a:extLst>
              <a:ext uri="{FF2B5EF4-FFF2-40B4-BE49-F238E27FC236}">
                <a16:creationId xmlns:a16="http://schemas.microsoft.com/office/drawing/2014/main" id="{0907685F-6B1C-E4EB-B539-2D58EFF019E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6" name="灯片编号占位符 5">
            <a:extLst>
              <a:ext uri="{FF2B5EF4-FFF2-40B4-BE49-F238E27FC236}">
                <a16:creationId xmlns:a16="http://schemas.microsoft.com/office/drawing/2014/main" id="{C4AF35F3-E92D-A082-789F-7BFB914AD4DE}"/>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622324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28650" y="1277471"/>
            <a:ext cx="3886200" cy="4899492"/>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4629150" y="1277471"/>
            <a:ext cx="3886200" cy="4899492"/>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日期占位符 4">
            <a:extLst>
              <a:ext uri="{FF2B5EF4-FFF2-40B4-BE49-F238E27FC236}">
                <a16:creationId xmlns:a16="http://schemas.microsoft.com/office/drawing/2014/main" id="{4EA7B2AD-8666-6131-10E4-8632D4919DEC}"/>
              </a:ext>
            </a:extLst>
          </p:cNvPr>
          <p:cNvSpPr>
            <a:spLocks noGrp="1"/>
          </p:cNvSpPr>
          <p:nvPr>
            <p:ph type="dt" sz="half" idx="10"/>
          </p:nvPr>
        </p:nvSpPr>
        <p:spPr/>
        <p:txBody>
          <a:bodyPr/>
          <a:lstStyle/>
          <a:p>
            <a:fld id="{4C363AF4-8AB7-4122-BAD2-1CAA51CB1209}" type="datetime2">
              <a:rPr lang="zh-CN" altLang="en-US" smtClean="0"/>
              <a:t>2025年4月30日</a:t>
            </a:fld>
            <a:endParaRPr lang="zh-CN" altLang="en-US"/>
          </a:p>
        </p:txBody>
      </p:sp>
      <p:sp>
        <p:nvSpPr>
          <p:cNvPr id="6" name="页脚占位符 5">
            <a:extLst>
              <a:ext uri="{FF2B5EF4-FFF2-40B4-BE49-F238E27FC236}">
                <a16:creationId xmlns:a16="http://schemas.microsoft.com/office/drawing/2014/main" id="{2EF20E8C-DFA6-9705-56CB-57C3FB698546}"/>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7" name="灯片编号占位符 6">
            <a:extLst>
              <a:ext uri="{FF2B5EF4-FFF2-40B4-BE49-F238E27FC236}">
                <a16:creationId xmlns:a16="http://schemas.microsoft.com/office/drawing/2014/main" id="{8E54B9FE-C5B1-1DB6-2269-96C6752C33B9}"/>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2001307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1318094"/>
            <a:ext cx="3868340" cy="4703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1924287"/>
            <a:ext cx="3868340" cy="4265376"/>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4629151" y="1318094"/>
            <a:ext cx="3887391" cy="4703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1" y="1924287"/>
            <a:ext cx="3887391" cy="4265376"/>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10" name="Title 1">
            <a:extLst>
              <a:ext uri="{FF2B5EF4-FFF2-40B4-BE49-F238E27FC236}">
                <a16:creationId xmlns:a16="http://schemas.microsoft.com/office/drawing/2014/main" id="{29226026-9100-429E-A7E2-D154A72B41CF}"/>
              </a:ext>
            </a:extLst>
          </p:cNvPr>
          <p:cNvSpPr>
            <a:spLocks noGrp="1"/>
          </p:cNvSpPr>
          <p:nvPr>
            <p:ph type="title"/>
          </p:nvPr>
        </p:nvSpPr>
        <p:spPr>
          <a:xfrm>
            <a:off x="628650" y="229136"/>
            <a:ext cx="7886700" cy="953133"/>
          </a:xfrm>
        </p:spPr>
        <p:txBody>
          <a:bodyPr/>
          <a:lstStyle/>
          <a:p>
            <a:r>
              <a:rPr lang="zh-CN" altLang="en-US"/>
              <a:t>单击此处编辑母版标题样式</a:t>
            </a:r>
            <a:endParaRPr lang="en-US"/>
          </a:p>
        </p:txBody>
      </p:sp>
      <p:sp>
        <p:nvSpPr>
          <p:cNvPr id="2" name="日期占位符 1">
            <a:extLst>
              <a:ext uri="{FF2B5EF4-FFF2-40B4-BE49-F238E27FC236}">
                <a16:creationId xmlns:a16="http://schemas.microsoft.com/office/drawing/2014/main" id="{B189DA9E-6D2C-ECFE-516A-4D7CBF5DE6CD}"/>
              </a:ext>
            </a:extLst>
          </p:cNvPr>
          <p:cNvSpPr>
            <a:spLocks noGrp="1"/>
          </p:cNvSpPr>
          <p:nvPr>
            <p:ph type="dt" sz="half" idx="10"/>
          </p:nvPr>
        </p:nvSpPr>
        <p:spPr/>
        <p:txBody>
          <a:bodyPr/>
          <a:lstStyle/>
          <a:p>
            <a:fld id="{DC472FC1-53F8-4A70-8F9B-4870B6092B9B}" type="datetime2">
              <a:rPr lang="zh-CN" altLang="en-US" smtClean="0"/>
              <a:t>2025年4月30日</a:t>
            </a:fld>
            <a:endParaRPr lang="zh-CN" altLang="en-US"/>
          </a:p>
        </p:txBody>
      </p:sp>
      <p:sp>
        <p:nvSpPr>
          <p:cNvPr id="7" name="页脚占位符 6">
            <a:extLst>
              <a:ext uri="{FF2B5EF4-FFF2-40B4-BE49-F238E27FC236}">
                <a16:creationId xmlns:a16="http://schemas.microsoft.com/office/drawing/2014/main" id="{84D214C7-BE70-775E-3184-699E828CAA6D}"/>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8" name="灯片编号占位符 7">
            <a:extLst>
              <a:ext uri="{FF2B5EF4-FFF2-40B4-BE49-F238E27FC236}">
                <a16:creationId xmlns:a16="http://schemas.microsoft.com/office/drawing/2014/main" id="{4E63B42C-0A8D-3187-C6A2-EC53CC68F059}"/>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2386352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6F910E3A-F2ED-EEF4-F254-EC2E311F2E32}"/>
              </a:ext>
            </a:extLst>
          </p:cNvPr>
          <p:cNvSpPr>
            <a:spLocks noGrp="1"/>
          </p:cNvSpPr>
          <p:nvPr>
            <p:ph type="dt" sz="half" idx="10"/>
          </p:nvPr>
        </p:nvSpPr>
        <p:spPr/>
        <p:txBody>
          <a:bodyPr/>
          <a:lstStyle/>
          <a:p>
            <a:fld id="{B2E0D3B4-0072-4667-942B-084B9A8393F5}" type="datetime2">
              <a:rPr lang="zh-CN" altLang="en-US" smtClean="0"/>
              <a:t>2025年4月30日</a:t>
            </a:fld>
            <a:endParaRPr lang="zh-CN" altLang="en-US"/>
          </a:p>
        </p:txBody>
      </p:sp>
      <p:sp>
        <p:nvSpPr>
          <p:cNvPr id="4" name="页脚占位符 3">
            <a:extLst>
              <a:ext uri="{FF2B5EF4-FFF2-40B4-BE49-F238E27FC236}">
                <a16:creationId xmlns:a16="http://schemas.microsoft.com/office/drawing/2014/main" id="{92EB21E9-A4F5-FC64-1354-7982178B27C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5" name="灯片编号占位符 4">
            <a:extLst>
              <a:ext uri="{FF2B5EF4-FFF2-40B4-BE49-F238E27FC236}">
                <a16:creationId xmlns:a16="http://schemas.microsoft.com/office/drawing/2014/main" id="{4B089F21-B949-2FD1-743C-8877F79815E4}"/>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2883062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F0BF46A-E386-812F-0D08-5F8229156F0F}"/>
              </a:ext>
            </a:extLst>
          </p:cNvPr>
          <p:cNvSpPr>
            <a:spLocks noGrp="1"/>
          </p:cNvSpPr>
          <p:nvPr>
            <p:ph type="dt" sz="half" idx="10"/>
          </p:nvPr>
        </p:nvSpPr>
        <p:spPr/>
        <p:txBody>
          <a:bodyPr/>
          <a:lstStyle/>
          <a:p>
            <a:fld id="{36667DEC-91EA-4E1B-8766-0FF5631544DD}"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AF34F61A-207B-527E-FBEF-08F5D67B5E4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790BB434-81FB-B74A-0CBE-68F34BF44D4C}"/>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4120666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137692"/>
            <a:ext cx="2949178" cy="1143000"/>
          </a:xfrm>
        </p:spPr>
        <p:txBody>
          <a:bodyPr anchor="ctr"/>
          <a:lstStyle>
            <a:lvl1pPr algn="l">
              <a:defRPr sz="3200"/>
            </a:lvl1pPr>
          </a:lstStyle>
          <a:p>
            <a:r>
              <a:rPr lang="zh-CN" altLang="en-US"/>
              <a:t>单击此处编辑母版标题样式</a:t>
            </a:r>
            <a:endParaRPr lang="en-US"/>
          </a:p>
        </p:txBody>
      </p:sp>
      <p:sp>
        <p:nvSpPr>
          <p:cNvPr id="3" name="Content Placeholder 2"/>
          <p:cNvSpPr>
            <a:spLocks noGrp="1"/>
          </p:cNvSpPr>
          <p:nvPr>
            <p:ph idx="1"/>
          </p:nvPr>
        </p:nvSpPr>
        <p:spPr>
          <a:xfrm>
            <a:off x="3887391" y="704851"/>
            <a:ext cx="4629150" cy="5156201"/>
          </a:xfrm>
        </p:spPr>
        <p:txBody>
          <a:bodyPr>
            <a:normAutofit/>
          </a:bodyPr>
          <a:lstStyle>
            <a:lvl1pPr>
              <a:lnSpc>
                <a:spcPct val="100000"/>
              </a:lnSpc>
              <a:defRPr sz="2800"/>
            </a:lvl1pPr>
            <a:lvl2pPr>
              <a:lnSpc>
                <a:spcPct val="100000"/>
              </a:lnSpc>
              <a:defRPr sz="2400"/>
            </a:lvl2pPr>
            <a:lvl3pPr>
              <a:lnSpc>
                <a:spcPct val="100000"/>
              </a:lnSpc>
              <a:defRPr sz="2000"/>
            </a:lvl3pPr>
            <a:lvl4pPr>
              <a:lnSpc>
                <a:spcPct val="100000"/>
              </a:lnSpc>
              <a:defRPr sz="1800"/>
            </a:lvl4pPr>
            <a:lvl5pPr>
              <a:lnSpc>
                <a:spcPct val="100000"/>
              </a:lnSpc>
              <a:defRPr sz="18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629841" y="1371602"/>
            <a:ext cx="2949178" cy="44973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CD298AE-E700-D985-6042-9D007D8F30EB}"/>
              </a:ext>
            </a:extLst>
          </p:cNvPr>
          <p:cNvSpPr>
            <a:spLocks noGrp="1"/>
          </p:cNvSpPr>
          <p:nvPr>
            <p:ph type="dt" sz="half" idx="10"/>
          </p:nvPr>
        </p:nvSpPr>
        <p:spPr/>
        <p:txBody>
          <a:bodyPr/>
          <a:lstStyle/>
          <a:p>
            <a:fld id="{32934942-8A73-4F5E-BEF5-3AE22BFCEA38}" type="datetime2">
              <a:rPr lang="zh-CN" altLang="en-US" smtClean="0"/>
              <a:t>2025年4月30日</a:t>
            </a:fld>
            <a:endParaRPr lang="zh-CN" altLang="en-US"/>
          </a:p>
        </p:txBody>
      </p:sp>
      <p:sp>
        <p:nvSpPr>
          <p:cNvPr id="6" name="页脚占位符 5">
            <a:extLst>
              <a:ext uri="{FF2B5EF4-FFF2-40B4-BE49-F238E27FC236}">
                <a16:creationId xmlns:a16="http://schemas.microsoft.com/office/drawing/2014/main" id="{2B258D42-CF72-34ED-F56F-AE9B813E9CC6}"/>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7" name="灯片编号占位符 6">
            <a:extLst>
              <a:ext uri="{FF2B5EF4-FFF2-40B4-BE49-F238E27FC236}">
                <a16:creationId xmlns:a16="http://schemas.microsoft.com/office/drawing/2014/main" id="{DBDFD631-A3E9-165A-35DB-0DEA1F6E9435}"/>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2884394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图片与标题">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3887391" y="714376"/>
            <a:ext cx="4629150" cy="5146676"/>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629841" y="1381127"/>
            <a:ext cx="2949178" cy="44878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8" name="Title 1">
            <a:extLst>
              <a:ext uri="{FF2B5EF4-FFF2-40B4-BE49-F238E27FC236}">
                <a16:creationId xmlns:a16="http://schemas.microsoft.com/office/drawing/2014/main" id="{572FE7C6-2AD9-404C-A485-6AF34B7534FE}"/>
              </a:ext>
            </a:extLst>
          </p:cNvPr>
          <p:cNvSpPr>
            <a:spLocks noGrp="1"/>
          </p:cNvSpPr>
          <p:nvPr>
            <p:ph type="title"/>
          </p:nvPr>
        </p:nvSpPr>
        <p:spPr>
          <a:xfrm>
            <a:off x="629841" y="137692"/>
            <a:ext cx="2949178" cy="1143000"/>
          </a:xfrm>
        </p:spPr>
        <p:txBody>
          <a:bodyPr anchor="ctr"/>
          <a:lstStyle>
            <a:lvl1pPr algn="l">
              <a:defRPr sz="3200"/>
            </a:lvl1pPr>
          </a:lstStyle>
          <a:p>
            <a:r>
              <a:rPr lang="zh-CN" altLang="en-US"/>
              <a:t>单击此处编辑母版标题样式</a:t>
            </a:r>
            <a:endParaRPr lang="en-US"/>
          </a:p>
        </p:txBody>
      </p:sp>
      <p:sp>
        <p:nvSpPr>
          <p:cNvPr id="2" name="日期占位符 1">
            <a:extLst>
              <a:ext uri="{FF2B5EF4-FFF2-40B4-BE49-F238E27FC236}">
                <a16:creationId xmlns:a16="http://schemas.microsoft.com/office/drawing/2014/main" id="{9781ADDD-B50D-2265-4F73-7D94A8CACBC9}"/>
              </a:ext>
            </a:extLst>
          </p:cNvPr>
          <p:cNvSpPr>
            <a:spLocks noGrp="1"/>
          </p:cNvSpPr>
          <p:nvPr>
            <p:ph type="dt" sz="half" idx="10"/>
          </p:nvPr>
        </p:nvSpPr>
        <p:spPr/>
        <p:txBody>
          <a:bodyPr/>
          <a:lstStyle/>
          <a:p>
            <a:fld id="{A40A01F3-4BC0-4369-8EBF-73B47213BBC0}" type="datetime2">
              <a:rPr lang="zh-CN" altLang="en-US" smtClean="0"/>
              <a:t>2025年4月30日</a:t>
            </a:fld>
            <a:endParaRPr lang="zh-CN" altLang="en-US"/>
          </a:p>
        </p:txBody>
      </p:sp>
      <p:sp>
        <p:nvSpPr>
          <p:cNvPr id="5" name="页脚占位符 4">
            <a:extLst>
              <a:ext uri="{FF2B5EF4-FFF2-40B4-BE49-F238E27FC236}">
                <a16:creationId xmlns:a16="http://schemas.microsoft.com/office/drawing/2014/main" id="{317C0C95-F80D-C1E1-CCD9-FED7EC490C5E}"/>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6" name="灯片编号占位符 5">
            <a:extLst>
              <a:ext uri="{FF2B5EF4-FFF2-40B4-BE49-F238E27FC236}">
                <a16:creationId xmlns:a16="http://schemas.microsoft.com/office/drawing/2014/main" id="{561A04C7-B65F-289E-E03D-12535DA86D13}"/>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2364667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2858B23B-E63C-7924-6739-DE03BC37431D}"/>
              </a:ext>
            </a:extLst>
          </p:cNvPr>
          <p:cNvSpPr>
            <a:spLocks noGrp="1"/>
          </p:cNvSpPr>
          <p:nvPr>
            <p:ph type="dt" sz="half" idx="10"/>
          </p:nvPr>
        </p:nvSpPr>
        <p:spPr/>
        <p:txBody>
          <a:bodyPr/>
          <a:lstStyle/>
          <a:p>
            <a:fld id="{BD2EA45A-8489-41F9-B761-6D0E6ABC3F7B}" type="datetime2">
              <a:rPr lang="zh-CN" altLang="en-US" smtClean="0"/>
              <a:t>2025年4月30日</a:t>
            </a:fld>
            <a:endParaRPr lang="zh-CN" altLang="en-US"/>
          </a:p>
        </p:txBody>
      </p:sp>
      <p:sp>
        <p:nvSpPr>
          <p:cNvPr id="5" name="页脚占位符 4">
            <a:extLst>
              <a:ext uri="{FF2B5EF4-FFF2-40B4-BE49-F238E27FC236}">
                <a16:creationId xmlns:a16="http://schemas.microsoft.com/office/drawing/2014/main" id="{3ADDC46F-A2C9-DCCE-53CA-FD68C17AB64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6" name="灯片编号占位符 5">
            <a:extLst>
              <a:ext uri="{FF2B5EF4-FFF2-40B4-BE49-F238E27FC236}">
                <a16:creationId xmlns:a16="http://schemas.microsoft.com/office/drawing/2014/main" id="{2FE5539E-CDF7-804D-9506-F8F808768310}"/>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2875151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55B09B39-3007-BEB7-B5AD-FF5977A94FB9}"/>
              </a:ext>
            </a:extLst>
          </p:cNvPr>
          <p:cNvSpPr>
            <a:spLocks noGrp="1"/>
          </p:cNvSpPr>
          <p:nvPr>
            <p:ph type="dt" sz="half" idx="10"/>
          </p:nvPr>
        </p:nvSpPr>
        <p:spPr/>
        <p:txBody>
          <a:bodyPr/>
          <a:lstStyle/>
          <a:p>
            <a:fld id="{0F2A7DE2-692B-42F4-AC8D-D311457D5A0B}" type="datetime2">
              <a:rPr lang="zh-CN" altLang="en-US" smtClean="0"/>
              <a:t>2025年4月30日</a:t>
            </a:fld>
            <a:endParaRPr lang="zh-CN" altLang="en-US"/>
          </a:p>
        </p:txBody>
      </p:sp>
      <p:sp>
        <p:nvSpPr>
          <p:cNvPr id="5" name="页脚占位符 4">
            <a:extLst>
              <a:ext uri="{FF2B5EF4-FFF2-40B4-BE49-F238E27FC236}">
                <a16:creationId xmlns:a16="http://schemas.microsoft.com/office/drawing/2014/main" id="{3DC64B84-DDCA-A2A7-6AF5-422C28B8707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6" name="灯片编号占位符 5">
            <a:extLst>
              <a:ext uri="{FF2B5EF4-FFF2-40B4-BE49-F238E27FC236}">
                <a16:creationId xmlns:a16="http://schemas.microsoft.com/office/drawing/2014/main" id="{6F739592-4F64-1117-E412-90F3314629D3}"/>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21813623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9" y="214314"/>
            <a:ext cx="7793037" cy="1462087"/>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8" name="日期占位符 7">
            <a:extLst>
              <a:ext uri="{FF2B5EF4-FFF2-40B4-BE49-F238E27FC236}">
                <a16:creationId xmlns:a16="http://schemas.microsoft.com/office/drawing/2014/main" id="{DFF38CD5-A72C-F759-0789-EEDBD4DE3D74}"/>
              </a:ext>
            </a:extLst>
          </p:cNvPr>
          <p:cNvSpPr>
            <a:spLocks noGrp="1"/>
          </p:cNvSpPr>
          <p:nvPr>
            <p:ph type="dt" sz="half" idx="10"/>
          </p:nvPr>
        </p:nvSpPr>
        <p:spPr/>
        <p:txBody>
          <a:bodyPr/>
          <a:lstStyle/>
          <a:p>
            <a:pPr>
              <a:defRPr/>
            </a:pPr>
            <a:fld id="{35098424-264E-43AA-AAF5-B623BDD31F10}" type="datetime2">
              <a:rPr lang="zh-CN" altLang="en-US" smtClean="0"/>
              <a:t>2025年4月30日</a:t>
            </a:fld>
            <a:endParaRPr lang="en-US" altLang="zh-CN"/>
          </a:p>
        </p:txBody>
      </p:sp>
      <p:sp>
        <p:nvSpPr>
          <p:cNvPr id="9" name="页脚占位符 8">
            <a:extLst>
              <a:ext uri="{FF2B5EF4-FFF2-40B4-BE49-F238E27FC236}">
                <a16:creationId xmlns:a16="http://schemas.microsoft.com/office/drawing/2014/main" id="{538FBA95-D414-F06C-DB52-00D94A9C9E67}"/>
              </a:ext>
            </a:extLst>
          </p:cNvPr>
          <p:cNvSpPr>
            <a:spLocks noGrp="1"/>
          </p:cNvSpPr>
          <p:nvPr>
            <p:ph type="ftr" sz="quarter" idx="11"/>
          </p:nvPr>
        </p:nvSpPr>
        <p:spPr/>
        <p:txBody>
          <a:bodyPr/>
          <a:lstStyle/>
          <a:p>
            <a:pPr>
              <a:defRPr/>
            </a:pPr>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p>
        </p:txBody>
      </p:sp>
      <p:sp>
        <p:nvSpPr>
          <p:cNvPr id="10" name="灯片编号占位符 9">
            <a:extLst>
              <a:ext uri="{FF2B5EF4-FFF2-40B4-BE49-F238E27FC236}">
                <a16:creationId xmlns:a16="http://schemas.microsoft.com/office/drawing/2014/main" id="{8FA977F0-2D4E-D075-7789-0395E8EE4A0F}"/>
              </a:ext>
            </a:extLst>
          </p:cNvPr>
          <p:cNvSpPr>
            <a:spLocks noGrp="1"/>
          </p:cNvSpPr>
          <p:nvPr>
            <p:ph type="sldNum" sz="quarter" idx="12"/>
          </p:nvPr>
        </p:nvSpPr>
        <p:spPr/>
        <p:txBody>
          <a:bodyPr/>
          <a:lstStyle/>
          <a:p>
            <a:fld id="{B8792307-A222-49C4-BB81-065F249ECFC6}" type="slidenum">
              <a:rPr lang="en-US" altLang="zh-CN" smtClean="0"/>
              <a:pPr/>
              <a:t>‹#›</a:t>
            </a:fld>
            <a:endParaRPr lang="en-US" altLang="zh-CN"/>
          </a:p>
        </p:txBody>
      </p:sp>
    </p:spTree>
    <p:extLst>
      <p:ext uri="{BB962C8B-B14F-4D97-AF65-F5344CB8AC3E}">
        <p14:creationId xmlns:p14="http://schemas.microsoft.com/office/powerpoint/2010/main" val="2408159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150939" y="214314"/>
            <a:ext cx="7793037" cy="1462087"/>
          </a:xfrm>
        </p:spPr>
        <p:txBody>
          <a:bodyPr/>
          <a:lstStyle/>
          <a:p>
            <a:r>
              <a:rPr lang="zh-CN" altLang="en-US"/>
              <a:t>单击此处编辑母版标题样式</a:t>
            </a:r>
          </a:p>
        </p:txBody>
      </p:sp>
      <p:sp>
        <p:nvSpPr>
          <p:cNvPr id="3" name="表格占位符 2"/>
          <p:cNvSpPr>
            <a:spLocks noGrp="1"/>
          </p:cNvSpPr>
          <p:nvPr>
            <p:ph type="tbl" idx="1"/>
          </p:nvPr>
        </p:nvSpPr>
        <p:spPr>
          <a:xfrm>
            <a:off x="1182688" y="2017713"/>
            <a:ext cx="7772400" cy="4114800"/>
          </a:xfrm>
        </p:spPr>
        <p:txBody>
          <a:bodyPr/>
          <a:lstStyle/>
          <a:p>
            <a:pPr lvl="0"/>
            <a:r>
              <a:rPr lang="zh-CN" altLang="en-US" noProof="0"/>
              <a:t>单击图标添加表格</a:t>
            </a:r>
          </a:p>
        </p:txBody>
      </p:sp>
      <p:sp>
        <p:nvSpPr>
          <p:cNvPr id="7" name="日期占位符 6">
            <a:extLst>
              <a:ext uri="{FF2B5EF4-FFF2-40B4-BE49-F238E27FC236}">
                <a16:creationId xmlns:a16="http://schemas.microsoft.com/office/drawing/2014/main" id="{C9A8814B-8A88-C255-1CC9-3C519F1E888A}"/>
              </a:ext>
            </a:extLst>
          </p:cNvPr>
          <p:cNvSpPr>
            <a:spLocks noGrp="1"/>
          </p:cNvSpPr>
          <p:nvPr>
            <p:ph type="dt" sz="half" idx="10"/>
          </p:nvPr>
        </p:nvSpPr>
        <p:spPr/>
        <p:txBody>
          <a:bodyPr/>
          <a:lstStyle/>
          <a:p>
            <a:pPr>
              <a:defRPr/>
            </a:pPr>
            <a:fld id="{176984DC-082A-4C7A-99C5-74C99ADD7C50}" type="datetime2">
              <a:rPr lang="zh-CN" altLang="en-US" smtClean="0"/>
              <a:t>2025年4月30日</a:t>
            </a:fld>
            <a:endParaRPr lang="en-US" altLang="zh-CN"/>
          </a:p>
        </p:txBody>
      </p:sp>
      <p:sp>
        <p:nvSpPr>
          <p:cNvPr id="8" name="页脚占位符 7">
            <a:extLst>
              <a:ext uri="{FF2B5EF4-FFF2-40B4-BE49-F238E27FC236}">
                <a16:creationId xmlns:a16="http://schemas.microsoft.com/office/drawing/2014/main" id="{F89516C1-45F7-9ADE-2F07-8A46D2457D3A}"/>
              </a:ext>
            </a:extLst>
          </p:cNvPr>
          <p:cNvSpPr>
            <a:spLocks noGrp="1"/>
          </p:cNvSpPr>
          <p:nvPr>
            <p:ph type="ftr" sz="quarter" idx="11"/>
          </p:nvPr>
        </p:nvSpPr>
        <p:spPr/>
        <p:txBody>
          <a:bodyPr/>
          <a:lstStyle/>
          <a:p>
            <a:pPr>
              <a:defRPr/>
            </a:pPr>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p>
        </p:txBody>
      </p:sp>
      <p:sp>
        <p:nvSpPr>
          <p:cNvPr id="9" name="灯片编号占位符 8">
            <a:extLst>
              <a:ext uri="{FF2B5EF4-FFF2-40B4-BE49-F238E27FC236}">
                <a16:creationId xmlns:a16="http://schemas.microsoft.com/office/drawing/2014/main" id="{1A007FEB-0C75-86B7-2DB2-264DC6B13F21}"/>
              </a:ext>
            </a:extLst>
          </p:cNvPr>
          <p:cNvSpPr>
            <a:spLocks noGrp="1"/>
          </p:cNvSpPr>
          <p:nvPr>
            <p:ph type="sldNum" sz="quarter" idx="12"/>
          </p:nvPr>
        </p:nvSpPr>
        <p:spPr/>
        <p:txBody>
          <a:bodyPr/>
          <a:lstStyle/>
          <a:p>
            <a:fld id="{AB728D9E-AB16-4FB0-AFB8-170F4056A412}" type="slidenum">
              <a:rPr lang="en-US" altLang="zh-CN" smtClean="0"/>
              <a:pPr/>
              <a:t>‹#›</a:t>
            </a:fld>
            <a:endParaRPr lang="en-US" altLang="zh-CN"/>
          </a:p>
        </p:txBody>
      </p:sp>
    </p:spTree>
    <p:extLst>
      <p:ext uri="{BB962C8B-B14F-4D97-AF65-F5344CB8AC3E}">
        <p14:creationId xmlns:p14="http://schemas.microsoft.com/office/powerpoint/2010/main" val="36492688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4706DABE-A598-0218-2835-00A8E7D3676D}"/>
              </a:ext>
            </a:extLst>
          </p:cNvPr>
          <p:cNvSpPr>
            <a:spLocks noGrp="1"/>
          </p:cNvSpPr>
          <p:nvPr>
            <p:ph type="ftr" sz="quarter" idx="10"/>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3" name="灯片编号占位符 2">
            <a:extLst>
              <a:ext uri="{FF2B5EF4-FFF2-40B4-BE49-F238E27FC236}">
                <a16:creationId xmlns:a16="http://schemas.microsoft.com/office/drawing/2014/main" id="{7858EB3F-500B-F8B3-7F52-C9A7DD8A3DF8}"/>
              </a:ext>
            </a:extLst>
          </p:cNvPr>
          <p:cNvSpPr>
            <a:spLocks noGrp="1"/>
          </p:cNvSpPr>
          <p:nvPr>
            <p:ph type="sldNum" sz="quarter" idx="11"/>
          </p:nvPr>
        </p:nvSpPr>
        <p:spPr/>
        <p:txBody>
          <a:bodyPr/>
          <a:lstStyle/>
          <a:p>
            <a:fld id="{094DEB03-EFC6-4C20-8FC8-295189A5386F}" type="slidenum">
              <a:rPr lang="zh-CN" altLang="en-US" smtClean="0"/>
              <a:pPr/>
              <a:t>‹#›</a:t>
            </a:fld>
            <a:endParaRPr lang="zh-CN" altLang="en-US"/>
          </a:p>
        </p:txBody>
      </p:sp>
      <p:sp>
        <p:nvSpPr>
          <p:cNvPr id="4" name="日期占位符 3">
            <a:extLst>
              <a:ext uri="{FF2B5EF4-FFF2-40B4-BE49-F238E27FC236}">
                <a16:creationId xmlns:a16="http://schemas.microsoft.com/office/drawing/2014/main" id="{585D3FFE-F7CF-1CD2-44E5-2C1447679851}"/>
              </a:ext>
            </a:extLst>
          </p:cNvPr>
          <p:cNvSpPr>
            <a:spLocks noGrp="1"/>
          </p:cNvSpPr>
          <p:nvPr>
            <p:ph type="dt" sz="half" idx="12"/>
          </p:nvPr>
        </p:nvSpPr>
        <p:spPr/>
        <p:txBody>
          <a:bodyPr/>
          <a:lstStyle/>
          <a:p>
            <a:fld id="{4C363AF4-8AB7-4122-BAD2-1CAA51CB1209}" type="datetime2">
              <a:rPr lang="zh-CN" altLang="en-US" smtClean="0"/>
              <a:t>2025年4月30日</a:t>
            </a:fld>
            <a:endParaRPr lang="zh-CN" altLang="en-US"/>
          </a:p>
        </p:txBody>
      </p:sp>
    </p:spTree>
    <p:extLst>
      <p:ext uri="{BB962C8B-B14F-4D97-AF65-F5344CB8AC3E}">
        <p14:creationId xmlns:p14="http://schemas.microsoft.com/office/powerpoint/2010/main" val="32741926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20F3958B-01C0-0A96-68C9-F7752383FD9A}"/>
              </a:ext>
            </a:extLst>
          </p:cNvPr>
          <p:cNvSpPr/>
          <p:nvPr/>
        </p:nvSpPr>
        <p:spPr>
          <a:xfrm>
            <a:off x="0" y="0"/>
            <a:ext cx="9144000" cy="229128"/>
          </a:xfrm>
          <a:prstGeom prst="rect">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cxnSp>
        <p:nvCxnSpPr>
          <p:cNvPr id="10" name="直接连接符 9">
            <a:extLst>
              <a:ext uri="{FF2B5EF4-FFF2-40B4-BE49-F238E27FC236}">
                <a16:creationId xmlns:a16="http://schemas.microsoft.com/office/drawing/2014/main" id="{8D5E4ABF-DD54-6BBA-BAC2-E1D45644836D}"/>
              </a:ext>
            </a:extLst>
          </p:cNvPr>
          <p:cNvCxnSpPr/>
          <p:nvPr/>
        </p:nvCxnSpPr>
        <p:spPr>
          <a:xfrm>
            <a:off x="0" y="229136"/>
            <a:ext cx="9144000" cy="0"/>
          </a:xfrm>
          <a:prstGeom prst="lin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628650" y="229136"/>
            <a:ext cx="7886700" cy="95313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628650" y="1257300"/>
            <a:ext cx="7886700" cy="49196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箭头: 五边形 6">
            <a:extLst>
              <a:ext uri="{FF2B5EF4-FFF2-40B4-BE49-F238E27FC236}">
                <a16:creationId xmlns:a16="http://schemas.microsoft.com/office/drawing/2014/main" id="{6CBCA317-D25B-4606-AB40-B04900150411}"/>
              </a:ext>
            </a:extLst>
          </p:cNvPr>
          <p:cNvSpPr/>
          <p:nvPr/>
        </p:nvSpPr>
        <p:spPr>
          <a:xfrm>
            <a:off x="0" y="365136"/>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箭头: 五边形 4">
            <a:extLst>
              <a:ext uri="{FF2B5EF4-FFF2-40B4-BE49-F238E27FC236}">
                <a16:creationId xmlns:a16="http://schemas.microsoft.com/office/drawing/2014/main" id="{97360822-865F-4201-A117-CC1E539ED999}"/>
              </a:ext>
            </a:extLst>
          </p:cNvPr>
          <p:cNvSpPr/>
          <p:nvPr/>
        </p:nvSpPr>
        <p:spPr>
          <a:xfrm>
            <a:off x="0" y="365128"/>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6" name="页脚占位符 5">
            <a:extLst>
              <a:ext uri="{FF2B5EF4-FFF2-40B4-BE49-F238E27FC236}">
                <a16:creationId xmlns:a16="http://schemas.microsoft.com/office/drawing/2014/main" id="{A1345553-EF4A-DBDE-C790-A708CC05CA81}"/>
              </a:ext>
            </a:extLst>
          </p:cNvPr>
          <p:cNvSpPr>
            <a:spLocks noGrp="1"/>
          </p:cNvSpPr>
          <p:nvPr>
            <p:ph type="ftr" sz="quarter" idx="3"/>
          </p:nvPr>
        </p:nvSpPr>
        <p:spPr>
          <a:xfrm>
            <a:off x="3028950" y="10800"/>
            <a:ext cx="3086100" cy="180000"/>
          </a:xfrm>
          <a:prstGeom prst="rect">
            <a:avLst/>
          </a:prstGeom>
        </p:spPr>
        <p:txBody>
          <a:bodyPr vert="horz" lIns="91440" tIns="45720" rIns="91440" bIns="45720" rtlCol="0" anchor="ctr"/>
          <a:lstStyle>
            <a:lvl1pPr algn="ctr">
              <a:defRPr sz="1200">
                <a:solidFill>
                  <a:schemeClr val="bg1"/>
                </a:solidFill>
              </a:defRPr>
            </a:lvl1p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8" name="灯片编号占位符 7">
            <a:extLst>
              <a:ext uri="{FF2B5EF4-FFF2-40B4-BE49-F238E27FC236}">
                <a16:creationId xmlns:a16="http://schemas.microsoft.com/office/drawing/2014/main" id="{1023F4F9-B6BF-0026-295C-0157F77F367D}"/>
              </a:ext>
            </a:extLst>
          </p:cNvPr>
          <p:cNvSpPr>
            <a:spLocks noGrp="1"/>
          </p:cNvSpPr>
          <p:nvPr>
            <p:ph type="sldNum" sz="quarter" idx="4"/>
          </p:nvPr>
        </p:nvSpPr>
        <p:spPr>
          <a:xfrm>
            <a:off x="7056000" y="10800"/>
            <a:ext cx="2057400" cy="180000"/>
          </a:xfrm>
          <a:prstGeom prst="rect">
            <a:avLst/>
          </a:prstGeom>
        </p:spPr>
        <p:txBody>
          <a:bodyPr vert="horz" lIns="91440" tIns="45720" rIns="91440" bIns="45720" rtlCol="0" anchor="ctr"/>
          <a:lstStyle>
            <a:lvl1pPr algn="r">
              <a:defRPr sz="1200">
                <a:solidFill>
                  <a:schemeClr val="bg1"/>
                </a:solidFill>
              </a:defRPr>
            </a:lvl1pPr>
          </a:lstStyle>
          <a:p>
            <a:fld id="{094DEB03-EFC6-4C20-8FC8-295189A5386F}" type="slidenum">
              <a:rPr lang="zh-CN" altLang="en-US" smtClean="0"/>
              <a:pPr/>
              <a:t>‹#›</a:t>
            </a:fld>
            <a:endParaRPr lang="zh-CN" altLang="en-US"/>
          </a:p>
        </p:txBody>
      </p:sp>
      <p:sp>
        <p:nvSpPr>
          <p:cNvPr id="4" name="日期占位符 3">
            <a:extLst>
              <a:ext uri="{FF2B5EF4-FFF2-40B4-BE49-F238E27FC236}">
                <a16:creationId xmlns:a16="http://schemas.microsoft.com/office/drawing/2014/main" id="{A980115C-8837-19E6-64B4-FBB7C7E3D3D2}"/>
              </a:ext>
            </a:extLst>
          </p:cNvPr>
          <p:cNvSpPr>
            <a:spLocks noGrp="1"/>
          </p:cNvSpPr>
          <p:nvPr>
            <p:ph type="dt" sz="half" idx="2"/>
          </p:nvPr>
        </p:nvSpPr>
        <p:spPr>
          <a:xfrm>
            <a:off x="32400" y="10800"/>
            <a:ext cx="2059200" cy="180000"/>
          </a:xfrm>
          <a:prstGeom prst="rect">
            <a:avLst/>
          </a:prstGeom>
        </p:spPr>
        <p:txBody>
          <a:bodyPr vert="horz" lIns="91440" tIns="45720" rIns="91440" bIns="45720" rtlCol="0" anchor="ctr"/>
          <a:lstStyle>
            <a:lvl1pPr algn="l">
              <a:defRPr sz="1200">
                <a:solidFill>
                  <a:schemeClr val="bg1"/>
                </a:solidFill>
              </a:defRPr>
            </a:lvl1pPr>
          </a:lstStyle>
          <a:p>
            <a:fld id="{4C363AF4-8AB7-4122-BAD2-1CAA51CB1209}" type="datetime2">
              <a:rPr lang="zh-CN" altLang="en-US" smtClean="0"/>
              <a:t>2025年4月30日</a:t>
            </a:fld>
            <a:endParaRPr lang="zh-CN" altLang="en-US"/>
          </a:p>
        </p:txBody>
      </p:sp>
      <p:sp>
        <p:nvSpPr>
          <p:cNvPr id="11" name="箭头: 五边形 10">
            <a:extLst>
              <a:ext uri="{FF2B5EF4-FFF2-40B4-BE49-F238E27FC236}">
                <a16:creationId xmlns:a16="http://schemas.microsoft.com/office/drawing/2014/main" id="{2109873D-0F8D-34F4-6713-1463885679E2}"/>
              </a:ext>
            </a:extLst>
          </p:cNvPr>
          <p:cNvSpPr/>
          <p:nvPr userDrawn="1"/>
        </p:nvSpPr>
        <p:spPr>
          <a:xfrm>
            <a:off x="0" y="365128"/>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225480575"/>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14.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3.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image" Target="../media/image3.png"/><Relationship Id="rId10" Type="http://schemas.openxmlformats.org/officeDocument/2006/relationships/tags" Target="../tags/tag27.xml"/><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7.png"/><Relationship Id="rId1" Type="http://schemas.openxmlformats.org/officeDocument/2006/relationships/slideLayout" Target="../slideLayouts/slideLayout6.xml"/><Relationship Id="rId6" Type="http://schemas.openxmlformats.org/officeDocument/2006/relationships/image" Target="../media/image9.emf"/><Relationship Id="rId5" Type="http://schemas.openxmlformats.org/officeDocument/2006/relationships/oleObject" Target="../embeddings/oleObject2.bin"/><Relationship Id="rId4" Type="http://schemas.openxmlformats.org/officeDocument/2006/relationships/image" Target="../media/image8.e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DC3515-54D4-4A44-A409-1AD3C10C63ED}"/>
              </a:ext>
            </a:extLst>
          </p:cNvPr>
          <p:cNvSpPr>
            <a:spLocks noGrp="1"/>
          </p:cNvSpPr>
          <p:nvPr>
            <p:ph type="ctrTitle"/>
          </p:nvPr>
        </p:nvSpPr>
        <p:spPr/>
        <p:txBody>
          <a:bodyPr>
            <a:normAutofit/>
          </a:bodyPr>
          <a:lstStyle/>
          <a:p>
            <a:r>
              <a:rPr lang="zh-CN" altLang="en-US" sz="4800"/>
              <a:t>第四章 语法制导的翻译</a:t>
            </a:r>
            <a:r>
              <a:rPr lang="en-US" altLang="zh-CN" sz="4800"/>
              <a:t>(2)</a:t>
            </a:r>
            <a:endParaRPr lang="zh-CN" altLang="en-US" sz="2800"/>
          </a:p>
        </p:txBody>
      </p:sp>
      <p:sp>
        <p:nvSpPr>
          <p:cNvPr id="3" name="副标题 2">
            <a:extLst>
              <a:ext uri="{FF2B5EF4-FFF2-40B4-BE49-F238E27FC236}">
                <a16:creationId xmlns:a16="http://schemas.microsoft.com/office/drawing/2014/main" id="{B9F7C19A-4716-4FDA-9AAE-2A3CD35E521D}"/>
              </a:ext>
            </a:extLst>
          </p:cNvPr>
          <p:cNvSpPr>
            <a:spLocks noGrp="1"/>
          </p:cNvSpPr>
          <p:nvPr>
            <p:ph type="subTitle" idx="1"/>
          </p:nvPr>
        </p:nvSpPr>
        <p:spPr/>
        <p:txBody>
          <a:bodyPr>
            <a:normAutofit fontScale="85000" lnSpcReduction="20000"/>
          </a:bodyPr>
          <a:lstStyle/>
          <a:p>
            <a:endParaRPr lang="en-US" altLang="zh-CN" sz="1800"/>
          </a:p>
          <a:p>
            <a:r>
              <a:rPr lang="zh-CN" altLang="en-US" sz="1800"/>
              <a:t>中国海洋大学 计算机系 王欣捷</a:t>
            </a:r>
            <a:endParaRPr lang="en-US" altLang="zh-CN" sz="1800"/>
          </a:p>
          <a:p>
            <a:r>
              <a:rPr lang="en-US" altLang="zh-CN" sz="1800"/>
              <a:t>wangxinjie@ouc.edu.cn</a:t>
            </a:r>
            <a:endParaRPr lang="zh-CN" altLang="en-US" sz="1800"/>
          </a:p>
        </p:txBody>
      </p:sp>
      <p:sp>
        <p:nvSpPr>
          <p:cNvPr id="4" name="文本框 3">
            <a:extLst>
              <a:ext uri="{FF2B5EF4-FFF2-40B4-BE49-F238E27FC236}">
                <a16:creationId xmlns:a16="http://schemas.microsoft.com/office/drawing/2014/main" id="{CB9EEABF-8F2E-4A8A-9369-F41B0C31DBC7}"/>
              </a:ext>
            </a:extLst>
          </p:cNvPr>
          <p:cNvSpPr txBox="1"/>
          <p:nvPr/>
        </p:nvSpPr>
        <p:spPr>
          <a:xfrm>
            <a:off x="3363977" y="3105834"/>
            <a:ext cx="2416046" cy="646331"/>
          </a:xfrm>
          <a:prstGeom prst="rect">
            <a:avLst/>
          </a:prstGeom>
          <a:noFill/>
        </p:spPr>
        <p:txBody>
          <a:bodyPr wrap="none" rtlCol="0">
            <a:spAutoFit/>
          </a:bodyPr>
          <a:lstStyle/>
          <a:p>
            <a:r>
              <a:rPr lang="zh-CN" altLang="en-US" sz="3600">
                <a:solidFill>
                  <a:schemeClr val="bg1"/>
                </a:solidFill>
              </a:rPr>
              <a:t>编 译 原 理</a:t>
            </a:r>
          </a:p>
        </p:txBody>
      </p:sp>
    </p:spTree>
    <p:extLst>
      <p:ext uri="{BB962C8B-B14F-4D97-AF65-F5344CB8AC3E}">
        <p14:creationId xmlns:p14="http://schemas.microsoft.com/office/powerpoint/2010/main" val="2470898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67E1E32-7BC1-4DFD-AEAD-CB7986FE5345}"/>
              </a:ext>
            </a:extLst>
          </p:cNvPr>
          <p:cNvSpPr>
            <a:spLocks noGrp="1" noChangeArrowheads="1"/>
          </p:cNvSpPr>
          <p:nvPr>
            <p:ph type="title"/>
          </p:nvPr>
        </p:nvSpPr>
        <p:spPr/>
        <p:txBody>
          <a:bodyPr/>
          <a:lstStyle/>
          <a:p>
            <a:r>
              <a:rPr lang="zh-CN" altLang="en-US"/>
              <a:t>上次课回顾</a:t>
            </a:r>
          </a:p>
        </p:txBody>
      </p:sp>
      <p:sp>
        <p:nvSpPr>
          <p:cNvPr id="6147" name="Rectangle 3">
            <a:extLst>
              <a:ext uri="{FF2B5EF4-FFF2-40B4-BE49-F238E27FC236}">
                <a16:creationId xmlns:a16="http://schemas.microsoft.com/office/drawing/2014/main" id="{0A3DBC12-63A0-45A8-ACB1-148DC33F5F1B}"/>
              </a:ext>
            </a:extLst>
          </p:cNvPr>
          <p:cNvSpPr>
            <a:spLocks noGrp="1" noChangeArrowheads="1"/>
          </p:cNvSpPr>
          <p:nvPr>
            <p:ph idx="1"/>
          </p:nvPr>
        </p:nvSpPr>
        <p:spPr/>
        <p:txBody>
          <a:bodyPr/>
          <a:lstStyle/>
          <a:p>
            <a:pPr>
              <a:buFont typeface="Wingdings" panose="05000000000000000000" pitchFamily="2" charset="2"/>
              <a:buNone/>
            </a:pPr>
            <a:r>
              <a:rPr lang="zh-CN" altLang="en-US" sz="2800"/>
              <a:t>语法制导定义的例子：简单台式计算器</a:t>
            </a:r>
          </a:p>
          <a:p>
            <a:endParaRPr lang="en-US" altLang="zh-CN" sz="2800"/>
          </a:p>
        </p:txBody>
      </p:sp>
      <p:graphicFrame>
        <p:nvGraphicFramePr>
          <p:cNvPr id="7" name="Group 4">
            <a:extLst>
              <a:ext uri="{FF2B5EF4-FFF2-40B4-BE49-F238E27FC236}">
                <a16:creationId xmlns:a16="http://schemas.microsoft.com/office/drawing/2014/main" id="{CB13B682-316B-4F63-91E2-5ECE1FE8D86A}"/>
              </a:ext>
            </a:extLst>
          </p:cNvPr>
          <p:cNvGraphicFramePr>
            <a:graphicFrameLocks/>
          </p:cNvGraphicFramePr>
          <p:nvPr>
            <p:extLst>
              <p:ext uri="{D42A27DB-BD31-4B8C-83A1-F6EECF244321}">
                <p14:modId xmlns:p14="http://schemas.microsoft.com/office/powerpoint/2010/main" val="3131997666"/>
              </p:ext>
            </p:extLst>
          </p:nvPr>
        </p:nvGraphicFramePr>
        <p:xfrm>
          <a:off x="628650" y="2021048"/>
          <a:ext cx="7888288" cy="4059238"/>
        </p:xfrm>
        <a:graphic>
          <a:graphicData uri="http://schemas.openxmlformats.org/drawingml/2006/table">
            <a:tbl>
              <a:tblPr/>
              <a:tblGrid>
                <a:gridCol w="3417888">
                  <a:extLst>
                    <a:ext uri="{9D8B030D-6E8A-4147-A177-3AD203B41FA5}">
                      <a16:colId xmlns:a16="http://schemas.microsoft.com/office/drawing/2014/main" val="20000"/>
                    </a:ext>
                  </a:extLst>
                </a:gridCol>
                <a:gridCol w="4470400">
                  <a:extLst>
                    <a:ext uri="{9D8B030D-6E8A-4147-A177-3AD203B41FA5}">
                      <a16:colId xmlns:a16="http://schemas.microsoft.com/office/drawing/2014/main" val="20001"/>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800" b="0" i="0" u="none" strike="noStrike" cap="none" normalizeH="0" baseline="0">
                          <a:ln>
                            <a:noFill/>
                          </a:ln>
                          <a:solidFill>
                            <a:schemeClr val="tx1"/>
                          </a:solidFill>
                          <a:effectLst/>
                          <a:latin typeface="宋体" charset="-122"/>
                          <a:ea typeface="黑体" pitchFamily="2" charset="-122"/>
                        </a:rPr>
                        <a:t>产</a:t>
                      </a:r>
                      <a:r>
                        <a:rPr kumimoji="0" lang="zh-CN" altLang="en-US" sz="28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800" b="0" i="0" u="none" strike="noStrike" cap="none" normalizeH="0" baseline="0">
                          <a:ln>
                            <a:noFill/>
                          </a:ln>
                          <a:solidFill>
                            <a:schemeClr val="tx1"/>
                          </a:solidFill>
                          <a:effectLst/>
                          <a:latin typeface="宋体" charset="-122"/>
                          <a:ea typeface="黑体" pitchFamily="2" charset="-122"/>
                        </a:rPr>
                        <a:t>生</a:t>
                      </a:r>
                      <a:r>
                        <a:rPr kumimoji="0" lang="zh-CN" altLang="en-US" sz="28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800" b="0" i="0" u="none" strike="noStrike" cap="none" normalizeH="0" baseline="0">
                          <a:ln>
                            <a:noFill/>
                          </a:ln>
                          <a:solidFill>
                            <a:schemeClr val="tx1"/>
                          </a:solidFill>
                          <a:effectLst/>
                          <a:latin typeface="宋体" charset="-122"/>
                          <a:ea typeface="黑体" pitchFamily="2" charset="-122"/>
                        </a:rPr>
                        <a:t>式</a:t>
                      </a:r>
                      <a:r>
                        <a:rPr kumimoji="0" lang="zh-CN" altLang="en-US"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800" b="0" i="0" u="none" strike="noStrike" cap="none" normalizeH="0" baseline="0">
                          <a:ln>
                            <a:noFill/>
                          </a:ln>
                          <a:solidFill>
                            <a:schemeClr val="tx1"/>
                          </a:solidFill>
                          <a:effectLst/>
                          <a:latin typeface="宋体" charset="-122"/>
                          <a:ea typeface="黑体" pitchFamily="2" charset="-122"/>
                        </a:rPr>
                        <a:t>语</a:t>
                      </a:r>
                      <a:r>
                        <a:rPr kumimoji="0" lang="zh-CN" altLang="en-US" sz="28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800" b="0" i="0" u="none" strike="noStrike" cap="none" normalizeH="0" baseline="0">
                          <a:ln>
                            <a:noFill/>
                          </a:ln>
                          <a:solidFill>
                            <a:schemeClr val="tx1"/>
                          </a:solidFill>
                          <a:effectLst/>
                          <a:latin typeface="宋体" charset="-122"/>
                          <a:ea typeface="黑体" pitchFamily="2" charset="-122"/>
                        </a:rPr>
                        <a:t>义</a:t>
                      </a:r>
                      <a:r>
                        <a:rPr kumimoji="0" lang="zh-CN" altLang="en-US" sz="28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800" b="0" i="0" u="none" strike="noStrike" cap="none" normalizeH="0" baseline="0">
                          <a:ln>
                            <a:noFill/>
                          </a:ln>
                          <a:solidFill>
                            <a:schemeClr val="tx1"/>
                          </a:solidFill>
                          <a:effectLst/>
                          <a:latin typeface="宋体" charset="-122"/>
                          <a:ea typeface="黑体" pitchFamily="2" charset="-122"/>
                        </a:rPr>
                        <a:t>规</a:t>
                      </a:r>
                      <a:r>
                        <a:rPr kumimoji="0" lang="zh-CN" altLang="en-US" sz="28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800" b="0" i="0" u="none" strike="noStrike" cap="none" normalizeH="0" baseline="0">
                          <a:ln>
                            <a:noFill/>
                          </a:ln>
                          <a:solidFill>
                            <a:schemeClr val="tx1"/>
                          </a:solidFill>
                          <a:effectLst/>
                          <a:latin typeface="宋体" charset="-122"/>
                          <a:ea typeface="黑体" pitchFamily="2" charset="-122"/>
                        </a:rPr>
                        <a:t>则</a:t>
                      </a:r>
                      <a:r>
                        <a:rPr kumimoji="0" lang="zh-CN" altLang="en-US"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37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1"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L </a:t>
                      </a:r>
                      <a:r>
                        <a:rPr kumimoji="0" lang="en-US" altLang="zh-CN" sz="2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800" b="0" i="1"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n</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1" i="1" u="none" strike="noStrike" cap="none" normalizeH="0" baseline="0">
                          <a:ln>
                            <a:noFill/>
                          </a:ln>
                          <a:solidFill>
                            <a:schemeClr val="tx1"/>
                          </a:solidFill>
                          <a:effectLst/>
                          <a:latin typeface="Times New Roman" pitchFamily="18" charset="0"/>
                          <a:ea typeface="黑体" pitchFamily="2" charset="-122"/>
                        </a:rPr>
                        <a:t>  print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val</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8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val</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8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.val</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val</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8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800" b="1" i="0" u="none" strike="noStrike" cap="none" normalizeH="0" baseline="0">
                          <a:ln>
                            <a:noFill/>
                          </a:ln>
                          <a:solidFill>
                            <a:schemeClr val="tx1"/>
                          </a:solidFill>
                          <a:effectLst/>
                          <a:latin typeface="宋体" charset="-122"/>
                          <a:ea typeface="黑体" pitchFamily="2" charset="-122"/>
                        </a:rPr>
                        <a: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8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val</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0" u="none" strike="noStrike" cap="none" normalizeH="0" baseline="0">
                          <a:ln>
                            <a:noFill/>
                          </a:ln>
                          <a:solidFill>
                            <a:schemeClr val="tx1"/>
                          </a:solidFill>
                          <a:effectLst/>
                          <a:latin typeface="宋体" charset="-122"/>
                          <a:ea typeface="黑体" pitchFamily="2" charset="-122"/>
                        </a:rPr>
                        <a: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F.val</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F.val</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F.val</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E.val</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F </a:t>
                      </a:r>
                      <a:r>
                        <a:rPr kumimoji="0" lang="en-US" altLang="zh-CN" sz="2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digit</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err="1">
                          <a:ln>
                            <a:noFill/>
                          </a:ln>
                          <a:solidFill>
                            <a:schemeClr val="tx1"/>
                          </a:solidFill>
                          <a:effectLst/>
                          <a:latin typeface="Times New Roman" pitchFamily="18" charset="0"/>
                          <a:ea typeface="黑体" pitchFamily="2" charset="-122"/>
                        </a:rPr>
                        <a:t>F.val</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800" b="1" i="0" u="none" strike="noStrike" cap="none" normalizeH="0" baseline="0" err="1">
                          <a:ln>
                            <a:noFill/>
                          </a:ln>
                          <a:solidFill>
                            <a:schemeClr val="tx1"/>
                          </a:solidFill>
                          <a:effectLst/>
                          <a:latin typeface="Times New Roman" pitchFamily="18" charset="0"/>
                          <a:ea typeface="黑体" pitchFamily="2" charset="-122"/>
                        </a:rPr>
                        <a:t>digit</a:t>
                      </a:r>
                      <a:r>
                        <a:rPr kumimoji="0" lang="en-US" altLang="zh-CN" sz="2800" b="1" i="1" u="none" strike="noStrike" cap="none" normalizeH="0" baseline="0" err="1">
                          <a:ln>
                            <a:noFill/>
                          </a:ln>
                          <a:solidFill>
                            <a:schemeClr val="tx1"/>
                          </a:solidFill>
                          <a:effectLst/>
                          <a:latin typeface="Times New Roman" pitchFamily="18" charset="0"/>
                          <a:ea typeface="黑体" pitchFamily="2" charset="-122"/>
                        </a:rPr>
                        <a:t>.lexval</a:t>
                      </a:r>
                      <a:endParaRPr kumimoji="0" lang="en-US" altLang="zh-CN" sz="2800" b="0" i="0" u="none" strike="noStrike" cap="none" normalizeH="0" baseline="0">
                        <a:ln>
                          <a:noFill/>
                        </a:ln>
                        <a:solidFill>
                          <a:schemeClr val="tx1"/>
                        </a:solidFill>
                        <a:effectLst/>
                        <a:latin typeface="Times New Roman" pitchFamily="18" charset="0"/>
                        <a:ea typeface="黑体" pitchFamily="2" charset="-122"/>
                      </a:endParaRP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 name="日期占位符 1">
            <a:extLst>
              <a:ext uri="{FF2B5EF4-FFF2-40B4-BE49-F238E27FC236}">
                <a16:creationId xmlns:a16="http://schemas.microsoft.com/office/drawing/2014/main" id="{C2FCBF79-43E8-6D2B-D826-A50D1663DD32}"/>
              </a:ext>
            </a:extLst>
          </p:cNvPr>
          <p:cNvSpPr>
            <a:spLocks noGrp="1"/>
          </p:cNvSpPr>
          <p:nvPr>
            <p:ph type="dt" sz="half" idx="10"/>
          </p:nvPr>
        </p:nvSpPr>
        <p:spPr/>
        <p:txBody>
          <a:bodyPr/>
          <a:lstStyle/>
          <a:p>
            <a:fld id="{A509E927-D4E0-437B-8E45-717F5865839F}"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2AF155D1-A740-3CE8-DDBF-469483C2618B}"/>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B7B88D01-9E9E-9638-3A9E-A582CAA69FBE}"/>
              </a:ext>
            </a:extLst>
          </p:cNvPr>
          <p:cNvSpPr>
            <a:spLocks noGrp="1"/>
          </p:cNvSpPr>
          <p:nvPr>
            <p:ph type="sldNum" sz="quarter" idx="12"/>
          </p:nvPr>
        </p:nvSpPr>
        <p:spPr/>
        <p:txBody>
          <a:bodyPr/>
          <a:lstStyle/>
          <a:p>
            <a:fld id="{094DEB03-EFC6-4C20-8FC8-295189A5386F}" type="slidenum">
              <a:rPr lang="zh-CN" altLang="en-US" smtClean="0"/>
              <a:pPr/>
              <a:t>2</a:t>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D88CABC-901D-443A-A7EA-C849089D5E26}"/>
              </a:ext>
            </a:extLst>
          </p:cNvPr>
          <p:cNvSpPr>
            <a:spLocks noGrp="1" noChangeArrowheads="1"/>
          </p:cNvSpPr>
          <p:nvPr>
            <p:ph type="title"/>
          </p:nvPr>
        </p:nvSpPr>
        <p:spPr/>
        <p:txBody>
          <a:bodyPr/>
          <a:lstStyle/>
          <a:p>
            <a:r>
              <a:rPr lang="zh-CN" altLang="en-US"/>
              <a:t>上次课回顾</a:t>
            </a:r>
          </a:p>
        </p:txBody>
      </p:sp>
      <p:sp>
        <p:nvSpPr>
          <p:cNvPr id="7171" name="Rectangle 3">
            <a:extLst>
              <a:ext uri="{FF2B5EF4-FFF2-40B4-BE49-F238E27FC236}">
                <a16:creationId xmlns:a16="http://schemas.microsoft.com/office/drawing/2014/main" id="{34FE0FE6-EE90-4135-9D11-1318671494D0}"/>
              </a:ext>
            </a:extLst>
          </p:cNvPr>
          <p:cNvSpPr>
            <a:spLocks noGrp="1" noChangeArrowheads="1"/>
          </p:cNvSpPr>
          <p:nvPr>
            <p:ph idx="1"/>
          </p:nvPr>
        </p:nvSpPr>
        <p:spPr/>
        <p:txBody>
          <a:bodyPr/>
          <a:lstStyle/>
          <a:p>
            <a:r>
              <a:rPr lang="zh-CN" altLang="en-US"/>
              <a:t>综合属性和继承属性</a:t>
            </a:r>
          </a:p>
          <a:p>
            <a:pPr lvl="1"/>
            <a:r>
              <a:rPr lang="zh-CN" altLang="en-US">
                <a:latin typeface="宋体" panose="02010600030101010101" pitchFamily="2" charset="-122"/>
              </a:rPr>
              <a:t>如果</a:t>
            </a:r>
            <a:r>
              <a:rPr lang="en-US" altLang="zh-CN" b="1" i="1"/>
              <a:t>b</a:t>
            </a:r>
            <a:r>
              <a:rPr lang="zh-CN" altLang="en-US">
                <a:latin typeface="宋体" panose="02010600030101010101" pitchFamily="2" charset="-122"/>
              </a:rPr>
              <a:t>是</a:t>
            </a:r>
            <a:r>
              <a:rPr lang="en-US" altLang="zh-CN" b="1" i="1"/>
              <a:t>A</a:t>
            </a:r>
            <a:r>
              <a:rPr lang="zh-CN" altLang="en-US">
                <a:latin typeface="宋体" panose="02010600030101010101" pitchFamily="2" charset="-122"/>
              </a:rPr>
              <a:t>的属性，</a:t>
            </a:r>
            <a:r>
              <a:rPr lang="en-US" altLang="zh-CN" b="1" i="1"/>
              <a:t>c</a:t>
            </a:r>
            <a:r>
              <a:rPr lang="en-US" altLang="zh-CN" b="1" baseline="-30000"/>
              <a:t>1</a:t>
            </a:r>
            <a:r>
              <a:rPr lang="en-US" altLang="zh-CN" b="1"/>
              <a:t> , </a:t>
            </a:r>
            <a:r>
              <a:rPr lang="en-US" altLang="zh-CN" b="1" i="1"/>
              <a:t>c</a:t>
            </a:r>
            <a:r>
              <a:rPr lang="en-US" altLang="zh-CN" b="1" baseline="-30000"/>
              <a:t>2</a:t>
            </a:r>
            <a:r>
              <a:rPr lang="en-US" altLang="zh-CN" b="1"/>
              <a:t> , …, </a:t>
            </a:r>
            <a:r>
              <a:rPr lang="en-US" altLang="zh-CN" b="1" i="1"/>
              <a:t>c</a:t>
            </a:r>
            <a:r>
              <a:rPr lang="en-US" altLang="zh-CN" b="1" i="1" baseline="-30000"/>
              <a:t>k</a:t>
            </a:r>
            <a:r>
              <a:rPr lang="en-US" altLang="zh-CN" b="1"/>
              <a:t> </a:t>
            </a:r>
            <a:r>
              <a:rPr lang="zh-CN" altLang="en-US">
                <a:latin typeface="宋体" panose="02010600030101010101" pitchFamily="2" charset="-122"/>
              </a:rPr>
              <a:t>是产生式右部文法符号的属性或</a:t>
            </a:r>
            <a:r>
              <a:rPr lang="en-US" altLang="zh-CN" b="1" i="1"/>
              <a:t>A</a:t>
            </a:r>
            <a:r>
              <a:rPr lang="zh-CN" altLang="en-US">
                <a:latin typeface="宋体" panose="02010600030101010101" pitchFamily="2" charset="-122"/>
              </a:rPr>
              <a:t>的其它属性，则</a:t>
            </a:r>
            <a:r>
              <a:rPr lang="en-US" altLang="zh-CN" b="1" i="1"/>
              <a:t>b</a:t>
            </a:r>
            <a:r>
              <a:rPr lang="zh-CN" altLang="en-US">
                <a:latin typeface="宋体" panose="02010600030101010101" pitchFamily="2" charset="-122"/>
              </a:rPr>
              <a:t>叫做</a:t>
            </a:r>
            <a:r>
              <a:rPr lang="en-US" altLang="zh-CN" b="1" i="1"/>
              <a:t>A</a:t>
            </a:r>
            <a:r>
              <a:rPr lang="zh-CN" altLang="en-US">
                <a:latin typeface="宋体" panose="02010600030101010101" pitchFamily="2" charset="-122"/>
              </a:rPr>
              <a:t>的</a:t>
            </a:r>
            <a:r>
              <a:rPr lang="zh-CN" altLang="en-US">
                <a:solidFill>
                  <a:srgbClr val="FF0000"/>
                </a:solidFill>
                <a:latin typeface="宋体" panose="02010600030101010101" pitchFamily="2" charset="-122"/>
              </a:rPr>
              <a:t>综合</a:t>
            </a:r>
            <a:r>
              <a:rPr lang="zh-CN" altLang="en-US">
                <a:latin typeface="宋体" panose="02010600030101010101" pitchFamily="2" charset="-122"/>
              </a:rPr>
              <a:t>属性。</a:t>
            </a:r>
          </a:p>
          <a:p>
            <a:pPr lvl="1"/>
            <a:r>
              <a:rPr lang="zh-CN" altLang="en-US">
                <a:latin typeface="宋体" panose="02010600030101010101" pitchFamily="2" charset="-122"/>
              </a:rPr>
              <a:t>如果</a:t>
            </a:r>
            <a:r>
              <a:rPr lang="en-US" altLang="zh-CN" b="1" i="1"/>
              <a:t>b</a:t>
            </a:r>
            <a:r>
              <a:rPr lang="zh-CN" altLang="en-US">
                <a:latin typeface="宋体" panose="02010600030101010101" pitchFamily="2" charset="-122"/>
              </a:rPr>
              <a:t>是产生式右部某个文法符号</a:t>
            </a:r>
            <a:r>
              <a:rPr lang="en-US" altLang="zh-CN" b="1" i="1"/>
              <a:t>X</a:t>
            </a:r>
            <a:r>
              <a:rPr lang="zh-CN" altLang="en-US">
                <a:latin typeface="宋体" panose="02010600030101010101" pitchFamily="2" charset="-122"/>
              </a:rPr>
              <a:t>的属性， </a:t>
            </a:r>
            <a:r>
              <a:rPr lang="en-US" altLang="zh-CN" b="1" i="1"/>
              <a:t>c</a:t>
            </a:r>
            <a:r>
              <a:rPr lang="en-US" altLang="zh-CN" b="1" baseline="-30000"/>
              <a:t>1</a:t>
            </a:r>
            <a:r>
              <a:rPr lang="en-US" altLang="zh-CN" b="1"/>
              <a:t> , </a:t>
            </a:r>
            <a:r>
              <a:rPr lang="en-US" altLang="zh-CN" b="1" i="1"/>
              <a:t>c</a:t>
            </a:r>
            <a:r>
              <a:rPr lang="en-US" altLang="zh-CN" b="1" baseline="-30000"/>
              <a:t>2</a:t>
            </a:r>
            <a:r>
              <a:rPr lang="en-US" altLang="zh-CN" b="1"/>
              <a:t> , …, </a:t>
            </a:r>
            <a:r>
              <a:rPr lang="en-US" altLang="zh-CN" b="1" i="1"/>
              <a:t>c</a:t>
            </a:r>
            <a:r>
              <a:rPr lang="en-US" altLang="zh-CN" b="1" i="1" baseline="-30000"/>
              <a:t>k</a:t>
            </a:r>
            <a:r>
              <a:rPr lang="en-US" altLang="zh-CN" b="1"/>
              <a:t> </a:t>
            </a:r>
            <a:r>
              <a:rPr lang="zh-CN" altLang="en-US">
                <a:latin typeface="宋体" panose="02010600030101010101" pitchFamily="2" charset="-122"/>
              </a:rPr>
              <a:t>是</a:t>
            </a:r>
            <a:r>
              <a:rPr lang="en-US" altLang="zh-CN" b="1" i="1"/>
              <a:t>A</a:t>
            </a:r>
            <a:r>
              <a:rPr lang="zh-CN" altLang="en-US">
                <a:latin typeface="宋体" panose="02010600030101010101" pitchFamily="2" charset="-122"/>
              </a:rPr>
              <a:t>的属性或产生式右部文法符号的属性，则</a:t>
            </a:r>
            <a:r>
              <a:rPr lang="en-US" altLang="zh-CN" b="1" i="1"/>
              <a:t>b</a:t>
            </a:r>
            <a:r>
              <a:rPr lang="zh-CN" altLang="en-US">
                <a:latin typeface="宋体" panose="02010600030101010101" pitchFamily="2" charset="-122"/>
              </a:rPr>
              <a:t>叫做</a:t>
            </a:r>
            <a:r>
              <a:rPr lang="en-US" altLang="zh-CN" b="1" i="1"/>
              <a:t>X</a:t>
            </a:r>
            <a:r>
              <a:rPr lang="zh-CN" altLang="en-US">
                <a:latin typeface="宋体" panose="02010600030101010101" pitchFamily="2" charset="-122"/>
              </a:rPr>
              <a:t>的</a:t>
            </a:r>
            <a:r>
              <a:rPr lang="zh-CN" altLang="en-US">
                <a:solidFill>
                  <a:srgbClr val="FF0000"/>
                </a:solidFill>
                <a:latin typeface="宋体" panose="02010600030101010101" pitchFamily="2" charset="-122"/>
              </a:rPr>
              <a:t>继承</a:t>
            </a:r>
            <a:r>
              <a:rPr lang="zh-CN" altLang="en-US">
                <a:latin typeface="宋体" panose="02010600030101010101" pitchFamily="2" charset="-122"/>
              </a:rPr>
              <a:t>属性。</a:t>
            </a:r>
          </a:p>
          <a:p>
            <a:pPr lvl="1"/>
            <a:endParaRPr lang="zh-CN" altLang="en-US"/>
          </a:p>
          <a:p>
            <a:pPr lvl="1"/>
            <a:endParaRPr lang="en-US" altLang="zh-CN"/>
          </a:p>
        </p:txBody>
      </p:sp>
      <p:sp>
        <p:nvSpPr>
          <p:cNvPr id="2" name="日期占位符 1">
            <a:extLst>
              <a:ext uri="{FF2B5EF4-FFF2-40B4-BE49-F238E27FC236}">
                <a16:creationId xmlns:a16="http://schemas.microsoft.com/office/drawing/2014/main" id="{D11A1A87-3DF8-8916-93EE-44181E840B16}"/>
              </a:ext>
            </a:extLst>
          </p:cNvPr>
          <p:cNvSpPr>
            <a:spLocks noGrp="1"/>
          </p:cNvSpPr>
          <p:nvPr>
            <p:ph type="dt" sz="half" idx="10"/>
          </p:nvPr>
        </p:nvSpPr>
        <p:spPr/>
        <p:txBody>
          <a:bodyPr/>
          <a:lstStyle/>
          <a:p>
            <a:fld id="{15744B3E-C28F-48E3-8817-D3A202F8E834}"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1602479A-6F2C-36A5-F714-7F00612F795C}"/>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5CD85940-D487-63DE-9987-00EAA6E45381}"/>
              </a:ext>
            </a:extLst>
          </p:cNvPr>
          <p:cNvSpPr>
            <a:spLocks noGrp="1"/>
          </p:cNvSpPr>
          <p:nvPr>
            <p:ph type="sldNum" sz="quarter" idx="12"/>
          </p:nvPr>
        </p:nvSpPr>
        <p:spPr/>
        <p:txBody>
          <a:bodyPr/>
          <a:lstStyle/>
          <a:p>
            <a:fld id="{094DEB03-EFC6-4C20-8FC8-295189A5386F}" type="slidenum">
              <a:rPr lang="zh-CN" altLang="en-US" smtClean="0"/>
              <a:pPr/>
              <a:t>3</a:t>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22596C9B-FBBE-4990-8CD0-B3122F557809}"/>
              </a:ext>
            </a:extLst>
          </p:cNvPr>
          <p:cNvSpPr>
            <a:spLocks noGrp="1" noChangeArrowheads="1"/>
          </p:cNvSpPr>
          <p:nvPr>
            <p:ph type="title"/>
          </p:nvPr>
        </p:nvSpPr>
        <p:spPr/>
        <p:txBody>
          <a:bodyPr/>
          <a:lstStyle/>
          <a:p>
            <a:r>
              <a:rPr lang="zh-CN" altLang="en-US"/>
              <a:t>上次课回顾</a:t>
            </a:r>
          </a:p>
        </p:txBody>
      </p:sp>
      <p:sp>
        <p:nvSpPr>
          <p:cNvPr id="8195" name="Rectangle 3">
            <a:extLst>
              <a:ext uri="{FF2B5EF4-FFF2-40B4-BE49-F238E27FC236}">
                <a16:creationId xmlns:a16="http://schemas.microsoft.com/office/drawing/2014/main" id="{EC409D0B-44CA-4D0F-8363-32D415F90BA0}"/>
              </a:ext>
            </a:extLst>
          </p:cNvPr>
          <p:cNvSpPr>
            <a:spLocks noGrp="1" noChangeArrowheads="1"/>
          </p:cNvSpPr>
          <p:nvPr>
            <p:ph idx="1"/>
          </p:nvPr>
        </p:nvSpPr>
        <p:spPr/>
        <p:txBody>
          <a:bodyPr/>
          <a:lstStyle/>
          <a:p>
            <a:pPr>
              <a:lnSpc>
                <a:spcPct val="90000"/>
              </a:lnSpc>
            </a:pPr>
            <a:r>
              <a:rPr lang="en-US" altLang="zh-CN" sz="2800" b="1" i="1"/>
              <a:t>S</a:t>
            </a:r>
            <a:r>
              <a:rPr lang="zh-CN" altLang="en-US" sz="2800"/>
              <a:t>属性定义（</a:t>
            </a:r>
            <a:r>
              <a:rPr lang="en-US" altLang="zh-CN" sz="2800" b="1" i="1"/>
              <a:t>S-SDD</a:t>
            </a:r>
            <a:r>
              <a:rPr lang="zh-CN" altLang="en-US" sz="2800"/>
              <a:t>）</a:t>
            </a:r>
            <a:endParaRPr lang="en-US" altLang="zh-CN" sz="2800"/>
          </a:p>
          <a:p>
            <a:pPr>
              <a:lnSpc>
                <a:spcPct val="90000"/>
              </a:lnSpc>
            </a:pPr>
            <a:r>
              <a:rPr lang="zh-CN" altLang="en-US" sz="2400">
                <a:latin typeface="宋体" panose="02010600030101010101" pitchFamily="2" charset="-122"/>
              </a:rPr>
              <a:t>仅仅使用综合属性的</a:t>
            </a:r>
            <a:endParaRPr lang="en-US" altLang="zh-CN" sz="2400">
              <a:latin typeface="宋体" panose="02010600030101010101" pitchFamily="2" charset="-122"/>
            </a:endParaRPr>
          </a:p>
          <a:p>
            <a:pPr marL="0" indent="0">
              <a:lnSpc>
                <a:spcPct val="90000"/>
              </a:lnSpc>
              <a:buNone/>
            </a:pPr>
            <a:r>
              <a:rPr lang="en-US" altLang="zh-CN" sz="2400">
                <a:latin typeface="宋体" panose="02010600030101010101" pitchFamily="2" charset="-122"/>
              </a:rPr>
              <a:t>  </a:t>
            </a:r>
            <a:r>
              <a:rPr lang="zh-CN" altLang="en-US" sz="2400">
                <a:latin typeface="宋体" panose="02010600030101010101" pitchFamily="2" charset="-122"/>
              </a:rPr>
              <a:t>语法制导定义</a:t>
            </a:r>
            <a:endParaRPr lang="en-US" altLang="zh-CN" sz="2400">
              <a:latin typeface="宋体" panose="02010600030101010101" pitchFamily="2" charset="-122"/>
            </a:endParaRPr>
          </a:p>
          <a:p>
            <a:pPr marL="0" indent="0">
              <a:lnSpc>
                <a:spcPct val="90000"/>
              </a:lnSpc>
              <a:buNone/>
            </a:pPr>
            <a:endParaRPr lang="en-US" altLang="zh-CN" sz="2800"/>
          </a:p>
          <a:p>
            <a:pPr>
              <a:lnSpc>
                <a:spcPct val="90000"/>
              </a:lnSpc>
            </a:pPr>
            <a:r>
              <a:rPr lang="en-US" altLang="zh-CN" sz="2800" b="1" i="1"/>
              <a:t>L</a:t>
            </a:r>
            <a:r>
              <a:rPr lang="zh-CN" altLang="en-US" sz="2800"/>
              <a:t>属性定义（</a:t>
            </a:r>
            <a:r>
              <a:rPr lang="en-US" altLang="zh-CN" sz="2800" b="1" i="1"/>
              <a:t>L-SDD</a:t>
            </a:r>
            <a:r>
              <a:rPr lang="zh-CN" altLang="en-US" sz="2800"/>
              <a:t>）</a:t>
            </a:r>
            <a:endParaRPr lang="en-US" altLang="zh-CN" sz="2800"/>
          </a:p>
          <a:p>
            <a:pPr>
              <a:lnSpc>
                <a:spcPct val="90000"/>
              </a:lnSpc>
            </a:pPr>
            <a:r>
              <a:rPr lang="zh-CN" altLang="en-US" sz="2400"/>
              <a:t>在一个产生式所关联的各属性之间， 依赖图的边</a:t>
            </a:r>
            <a:r>
              <a:rPr lang="zh-CN" altLang="en-US" sz="2400">
                <a:solidFill>
                  <a:schemeClr val="accent1"/>
                </a:solidFill>
              </a:rPr>
              <a:t>可以从左到右</a:t>
            </a:r>
            <a:r>
              <a:rPr lang="zh-CN" altLang="en-US" sz="2400"/>
              <a:t>，但</a:t>
            </a:r>
            <a:r>
              <a:rPr lang="zh-CN" altLang="en-US" sz="2400">
                <a:solidFill>
                  <a:schemeClr val="accent1"/>
                </a:solidFill>
              </a:rPr>
              <a:t>不能从右到左</a:t>
            </a:r>
            <a:endParaRPr lang="zh-CN" altLang="en-US" sz="2400">
              <a:latin typeface="宋体" panose="02010600030101010101" pitchFamily="2" charset="-122"/>
            </a:endParaRPr>
          </a:p>
        </p:txBody>
      </p:sp>
      <p:sp>
        <p:nvSpPr>
          <p:cNvPr id="2" name="日期占位符 1">
            <a:extLst>
              <a:ext uri="{FF2B5EF4-FFF2-40B4-BE49-F238E27FC236}">
                <a16:creationId xmlns:a16="http://schemas.microsoft.com/office/drawing/2014/main" id="{EBB7405C-9D31-C7C9-3803-38A9CDD744D8}"/>
              </a:ext>
            </a:extLst>
          </p:cNvPr>
          <p:cNvSpPr>
            <a:spLocks noGrp="1"/>
          </p:cNvSpPr>
          <p:nvPr>
            <p:ph type="dt" sz="half" idx="10"/>
          </p:nvPr>
        </p:nvSpPr>
        <p:spPr/>
        <p:txBody>
          <a:bodyPr/>
          <a:lstStyle/>
          <a:p>
            <a:fld id="{DBB151D4-F92B-40EA-B00A-1706A37E34F8}"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347FF293-244C-004A-F2FF-3CB064F13C9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AE2C8951-9E94-5BFA-923C-7599E735C9A9}"/>
              </a:ext>
            </a:extLst>
          </p:cNvPr>
          <p:cNvSpPr>
            <a:spLocks noGrp="1"/>
          </p:cNvSpPr>
          <p:nvPr>
            <p:ph type="sldNum" sz="quarter" idx="12"/>
          </p:nvPr>
        </p:nvSpPr>
        <p:spPr/>
        <p:txBody>
          <a:bodyPr/>
          <a:lstStyle/>
          <a:p>
            <a:fld id="{094DEB03-EFC6-4C20-8FC8-295189A5386F}" type="slidenum">
              <a:rPr lang="zh-CN" altLang="en-US" smtClean="0"/>
              <a:pPr/>
              <a:t>4</a:t>
            </a:fld>
            <a:endParaRPr lang="zh-CN" altLang="en-US"/>
          </a:p>
        </p:txBody>
      </p:sp>
      <p:graphicFrame>
        <p:nvGraphicFramePr>
          <p:cNvPr id="5" name="Group 4">
            <a:extLst>
              <a:ext uri="{FF2B5EF4-FFF2-40B4-BE49-F238E27FC236}">
                <a16:creationId xmlns:a16="http://schemas.microsoft.com/office/drawing/2014/main" id="{A92F242C-6763-784E-9931-9017A686CDC9}"/>
              </a:ext>
            </a:extLst>
          </p:cNvPr>
          <p:cNvGraphicFramePr>
            <a:graphicFrameLocks/>
          </p:cNvGraphicFramePr>
          <p:nvPr>
            <p:extLst>
              <p:ext uri="{D42A27DB-BD31-4B8C-83A1-F6EECF244321}">
                <p14:modId xmlns:p14="http://schemas.microsoft.com/office/powerpoint/2010/main" val="4067846332"/>
              </p:ext>
            </p:extLst>
          </p:nvPr>
        </p:nvGraphicFramePr>
        <p:xfrm>
          <a:off x="5277204" y="4559948"/>
          <a:ext cx="3031453" cy="1040752"/>
        </p:xfrm>
        <a:graphic>
          <a:graphicData uri="http://schemas.openxmlformats.org/drawingml/2006/table">
            <a:tbl>
              <a:tblPr/>
              <a:tblGrid>
                <a:gridCol w="986576">
                  <a:extLst>
                    <a:ext uri="{9D8B030D-6E8A-4147-A177-3AD203B41FA5}">
                      <a16:colId xmlns:a16="http://schemas.microsoft.com/office/drawing/2014/main" val="20000"/>
                    </a:ext>
                  </a:extLst>
                </a:gridCol>
                <a:gridCol w="2044877">
                  <a:extLst>
                    <a:ext uri="{9D8B030D-6E8A-4147-A177-3AD203B41FA5}">
                      <a16:colId xmlns:a16="http://schemas.microsoft.com/office/drawing/2014/main" val="20001"/>
                    </a:ext>
                  </a:extLst>
                </a:gridCol>
              </a:tblGrid>
              <a:tr h="30953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产生式</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语</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义</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规</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则</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0"/>
                  </a:ext>
                </a:extLst>
              </a:tr>
              <a:tr h="64173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黑体" pitchFamily="2" charset="-122"/>
                        </a:rPr>
                        <a:t>A</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BC</a:t>
                      </a:r>
                      <a:endParaRPr kumimoji="0" lang="en-US" altLang="zh-CN" sz="2000" b="0" i="1" u="none" strike="noStrike" cap="none" normalizeH="0" baseline="0">
                        <a:ln>
                          <a:noFill/>
                        </a:ln>
                        <a:solidFill>
                          <a:schemeClr val="tx1"/>
                        </a:solidFill>
                        <a:effectLst/>
                        <a:latin typeface="Times New Roman" pitchFamily="18" charset="0"/>
                        <a:ea typeface="黑体" pitchFamily="2" charset="-122"/>
                      </a:endParaRP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黑体" pitchFamily="2" charset="-122"/>
                        </a:rPr>
                        <a:t>A.s</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err="1">
                          <a:ln>
                            <a:noFill/>
                          </a:ln>
                          <a:solidFill>
                            <a:schemeClr val="tx1"/>
                          </a:solidFill>
                          <a:effectLst/>
                          <a:latin typeface="Times New Roman" pitchFamily="18" charset="0"/>
                          <a:ea typeface="黑体" pitchFamily="2" charset="-122"/>
                        </a:rPr>
                        <a:t>B</a:t>
                      </a:r>
                      <a:r>
                        <a:rPr kumimoji="0" lang="en-US" altLang="zh-CN" sz="2000" b="1" i="0" u="none" strike="noStrike" cap="none" normalizeH="0" baseline="0" err="1">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err="1">
                          <a:ln>
                            <a:noFill/>
                          </a:ln>
                          <a:solidFill>
                            <a:schemeClr val="tx1"/>
                          </a:solidFill>
                          <a:effectLst/>
                          <a:latin typeface="Times New Roman" pitchFamily="18" charset="0"/>
                          <a:ea typeface="黑体" pitchFamily="2" charset="-122"/>
                        </a:rPr>
                        <a:t>b</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err="1">
                          <a:ln>
                            <a:noFill/>
                          </a:ln>
                          <a:solidFill>
                            <a:schemeClr val="tx1"/>
                          </a:solidFill>
                          <a:effectLst/>
                          <a:latin typeface="Times New Roman" pitchFamily="18" charset="0"/>
                          <a:ea typeface="黑体" pitchFamily="2" charset="-122"/>
                        </a:rPr>
                        <a:t>B</a:t>
                      </a:r>
                      <a:r>
                        <a:rPr kumimoji="0" lang="en-US" altLang="zh-CN" sz="2000" b="1" i="0" u="none" strike="noStrike" cap="none" normalizeH="0" baseline="0" err="1">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err="1">
                          <a:ln>
                            <a:noFill/>
                          </a:ln>
                          <a:solidFill>
                            <a:schemeClr val="tx1"/>
                          </a:solidFill>
                          <a:effectLst/>
                          <a:latin typeface="Times New Roman" pitchFamily="18" charset="0"/>
                          <a:ea typeface="黑体" pitchFamily="2" charset="-122"/>
                        </a:rPr>
                        <a:t>i</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f </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err="1">
                          <a:ln>
                            <a:noFill/>
                          </a:ln>
                          <a:solidFill>
                            <a:schemeClr val="tx1"/>
                          </a:solidFill>
                          <a:effectLst/>
                          <a:latin typeface="Times New Roman" pitchFamily="18" charset="0"/>
                          <a:ea typeface="黑体" pitchFamily="2" charset="-122"/>
                        </a:rPr>
                        <a:t>C.c</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 A.s</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6" name="Group 4">
            <a:extLst>
              <a:ext uri="{FF2B5EF4-FFF2-40B4-BE49-F238E27FC236}">
                <a16:creationId xmlns:a16="http://schemas.microsoft.com/office/drawing/2014/main" id="{DDBE09B0-346B-8E5C-A666-4F11E819B4B2}"/>
              </a:ext>
            </a:extLst>
          </p:cNvPr>
          <p:cNvGraphicFramePr>
            <a:graphicFrameLocks/>
          </p:cNvGraphicFramePr>
          <p:nvPr>
            <p:extLst>
              <p:ext uri="{D42A27DB-BD31-4B8C-83A1-F6EECF244321}">
                <p14:modId xmlns:p14="http://schemas.microsoft.com/office/powerpoint/2010/main" val="1687365278"/>
              </p:ext>
            </p:extLst>
          </p:nvPr>
        </p:nvGraphicFramePr>
        <p:xfrm>
          <a:off x="981075" y="4559948"/>
          <a:ext cx="3851811" cy="1040752"/>
        </p:xfrm>
        <a:graphic>
          <a:graphicData uri="http://schemas.openxmlformats.org/drawingml/2006/table">
            <a:tbl>
              <a:tblPr/>
              <a:tblGrid>
                <a:gridCol w="1292633">
                  <a:extLst>
                    <a:ext uri="{9D8B030D-6E8A-4147-A177-3AD203B41FA5}">
                      <a16:colId xmlns:a16="http://schemas.microsoft.com/office/drawing/2014/main" val="20000"/>
                    </a:ext>
                  </a:extLst>
                </a:gridCol>
                <a:gridCol w="2559178">
                  <a:extLst>
                    <a:ext uri="{9D8B030D-6E8A-4147-A177-3AD203B41FA5}">
                      <a16:colId xmlns:a16="http://schemas.microsoft.com/office/drawing/2014/main" val="20001"/>
                    </a:ext>
                  </a:extLst>
                </a:gridCol>
              </a:tblGrid>
              <a:tr h="30953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产生式</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语</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义</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规</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则</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0"/>
                  </a:ext>
                </a:extLst>
              </a:tr>
              <a:tr h="64173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err="1">
                          <a:ln>
                            <a:noFill/>
                          </a:ln>
                          <a:solidFill>
                            <a:schemeClr val="tx1"/>
                          </a:solidFill>
                          <a:effectLst/>
                          <a:latin typeface="Times New Roman" pitchFamily="18" charset="0"/>
                          <a:ea typeface="黑体" pitchFamily="2" charset="-122"/>
                        </a:rPr>
                        <a:t>addtype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err="1">
                          <a:ln>
                            <a:noFill/>
                          </a:ln>
                          <a:solidFill>
                            <a:schemeClr val="tx1"/>
                          </a:solidFill>
                          <a:effectLst/>
                          <a:latin typeface="Times New Roman" pitchFamily="18" charset="0"/>
                          <a:ea typeface="黑体" pitchFamily="2" charset="-122"/>
                        </a:rPr>
                        <a:t>id.</a:t>
                      </a:r>
                      <a:r>
                        <a:rPr kumimoji="0" lang="en-US" altLang="zh-CN" sz="2000" b="1" i="1" u="none" strike="noStrike" cap="none" normalizeH="0" baseline="0" err="1">
                          <a:ln>
                            <a:noFill/>
                          </a:ln>
                          <a:solidFill>
                            <a:schemeClr val="tx1"/>
                          </a:solidFill>
                          <a:effectLst/>
                          <a:latin typeface="Times New Roman" pitchFamily="18" charset="0"/>
                          <a:ea typeface="黑体" pitchFamily="2" charset="-122"/>
                        </a:rPr>
                        <a:t>entry</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7" name="表格 6">
            <a:extLst>
              <a:ext uri="{FF2B5EF4-FFF2-40B4-BE49-F238E27FC236}">
                <a16:creationId xmlns:a16="http://schemas.microsoft.com/office/drawing/2014/main" id="{15005418-D8C1-20E4-F0CA-BDD722F91322}"/>
              </a:ext>
            </a:extLst>
          </p:cNvPr>
          <p:cNvGraphicFramePr>
            <a:graphicFrameLocks noGrp="1"/>
          </p:cNvGraphicFramePr>
          <p:nvPr>
            <p:extLst>
              <p:ext uri="{D42A27DB-BD31-4B8C-83A1-F6EECF244321}">
                <p14:modId xmlns:p14="http://schemas.microsoft.com/office/powerpoint/2010/main" val="1163239573"/>
              </p:ext>
            </p:extLst>
          </p:nvPr>
        </p:nvGraphicFramePr>
        <p:xfrm>
          <a:off x="4453843" y="1313398"/>
          <a:ext cx="4061507" cy="1716469"/>
        </p:xfrm>
        <a:graphic>
          <a:graphicData uri="http://schemas.openxmlformats.org/drawingml/2006/table">
            <a:tbl>
              <a:tblPr/>
              <a:tblGrid>
                <a:gridCol w="1481573">
                  <a:extLst>
                    <a:ext uri="{9D8B030D-6E8A-4147-A177-3AD203B41FA5}">
                      <a16:colId xmlns:a16="http://schemas.microsoft.com/office/drawing/2014/main" val="3514876791"/>
                    </a:ext>
                  </a:extLst>
                </a:gridCol>
                <a:gridCol w="2579934">
                  <a:extLst>
                    <a:ext uri="{9D8B030D-6E8A-4147-A177-3AD203B41FA5}">
                      <a16:colId xmlns:a16="http://schemas.microsoft.com/office/drawing/2014/main" val="3828007782"/>
                    </a:ext>
                  </a:extLst>
                </a:gridCol>
              </a:tblGrid>
              <a:tr h="43512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产</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生</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式</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语</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义</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规</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则</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3991397832"/>
                  </a:ext>
                </a:extLst>
              </a:tr>
              <a:tr h="42711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1"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L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0" i="1"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n</a:t>
                      </a: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p>
                  </a:txBody>
                  <a:tcPr marL="42419" marR="42419" marT="22623" marB="226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黑体" pitchFamily="2" charset="-122"/>
                        </a:rPr>
                        <a:t>  print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err="1">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err="1">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err="1">
                          <a:ln>
                            <a:noFill/>
                          </a:ln>
                          <a:solidFill>
                            <a:schemeClr val="tx1"/>
                          </a:solidFill>
                          <a:effectLst/>
                          <a:latin typeface="Times New Roman" pitchFamily="18" charset="0"/>
                          <a:ea typeface="黑体" pitchFamily="2" charset="-122"/>
                        </a:rPr>
                        <a:t>val</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p>
                  </a:txBody>
                  <a:tcPr marL="42419" marR="42419" marT="22623" marB="226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2494960895"/>
                  </a:ext>
                </a:extLst>
              </a:tr>
              <a:tr h="42711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p>
                  </a:txBody>
                  <a:tcPr marL="42419" marR="42419" marT="22623" marB="226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err="1">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err="1">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err="1">
                          <a:ln>
                            <a:noFill/>
                          </a:ln>
                          <a:solidFill>
                            <a:schemeClr val="tx1"/>
                          </a:solidFill>
                          <a:effectLst/>
                          <a:latin typeface="Times New Roman" pitchFamily="18" charset="0"/>
                          <a:ea typeface="黑体" pitchFamily="2" charset="-122"/>
                        </a:rPr>
                        <a:t>val</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err="1">
                          <a:ln>
                            <a:noFill/>
                          </a:ln>
                          <a:solidFill>
                            <a:schemeClr val="tx1"/>
                          </a:solidFill>
                          <a:effectLst/>
                          <a:latin typeface="Times New Roman" pitchFamily="18" charset="0"/>
                          <a:ea typeface="黑体" pitchFamily="2" charset="-122"/>
                        </a:rPr>
                        <a:t>val</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err="1">
                          <a:ln>
                            <a:noFill/>
                          </a:ln>
                          <a:solidFill>
                            <a:schemeClr val="tx1"/>
                          </a:solidFill>
                          <a:effectLst/>
                          <a:latin typeface="Times New Roman" pitchFamily="18" charset="0"/>
                          <a:ea typeface="黑体" pitchFamily="2" charset="-122"/>
                        </a:rPr>
                        <a:t>T.val</a:t>
                      </a: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p>
                  </a:txBody>
                  <a:tcPr marL="42419" marR="42419" marT="22623" marB="226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439541352"/>
                  </a:ext>
                </a:extLst>
              </a:tr>
              <a:tr h="42711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p>
                  </a:txBody>
                  <a:tcPr marL="42419" marR="42419" marT="22623" marB="226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err="1">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err="1">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err="1">
                          <a:ln>
                            <a:noFill/>
                          </a:ln>
                          <a:solidFill>
                            <a:schemeClr val="tx1"/>
                          </a:solidFill>
                          <a:effectLst/>
                          <a:latin typeface="Times New Roman" pitchFamily="18" charset="0"/>
                          <a:ea typeface="黑体" pitchFamily="2" charset="-122"/>
                        </a:rPr>
                        <a:t>val</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err="1">
                          <a:ln>
                            <a:noFill/>
                          </a:ln>
                          <a:solidFill>
                            <a:schemeClr val="tx1"/>
                          </a:solidFill>
                          <a:effectLst/>
                          <a:latin typeface="Times New Roman" pitchFamily="18" charset="0"/>
                          <a:ea typeface="黑体" pitchFamily="2" charset="-122"/>
                        </a:rPr>
                        <a:t>T.val</a:t>
                      </a: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p>
                  </a:txBody>
                  <a:tcPr marL="42419" marR="42419" marT="22623" marB="226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227550497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195">
                                            <p:txEl>
                                              <p:pRg st="4" end="4"/>
                                            </p:txEl>
                                          </p:spTgt>
                                        </p:tgtEl>
                                        <p:attrNameLst>
                                          <p:attrName>style.visibility</p:attrName>
                                        </p:attrNameLst>
                                      </p:cBhvr>
                                      <p:to>
                                        <p:strVal val="visible"/>
                                      </p:to>
                                    </p:set>
                                    <p:anim calcmode="lin" valueType="num">
                                      <p:cBhvr additive="base">
                                        <p:cTn id="7" dur="500" fill="hold"/>
                                        <p:tgtEl>
                                          <p:spTgt spid="8195">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5">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195">
                                            <p:txEl>
                                              <p:pRg st="5" end="5"/>
                                            </p:txEl>
                                          </p:spTgt>
                                        </p:tgtEl>
                                        <p:attrNameLst>
                                          <p:attrName>style.visibility</p:attrName>
                                        </p:attrNameLst>
                                      </p:cBhvr>
                                      <p:to>
                                        <p:strVal val="visible"/>
                                      </p:to>
                                    </p:set>
                                    <p:anim calcmode="lin" valueType="num">
                                      <p:cBhvr additive="base">
                                        <p:cTn id="11" dur="500" fill="hold"/>
                                        <p:tgtEl>
                                          <p:spTgt spid="8195">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195">
                                            <p:txEl>
                                              <p:pRg st="5" end="5"/>
                                            </p:txEl>
                                          </p:spTgt>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2" presetClass="entr" presetSubtype="4"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ppt_x"/>
                                          </p:val>
                                        </p:tav>
                                        <p:tav tm="100000">
                                          <p:val>
                                            <p:strVal val="#ppt_x"/>
                                          </p:val>
                                        </p:tav>
                                      </p:tavLst>
                                    </p:anim>
                                    <p:anim calcmode="lin" valueType="num">
                                      <p:cBhvr additive="base">
                                        <p:cTn id="21"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C4523237-B2C4-4555-B4A2-9CF5723C9267}"/>
              </a:ext>
            </a:extLst>
          </p:cNvPr>
          <p:cNvSpPr>
            <a:spLocks noGrp="1" noChangeArrowheads="1"/>
          </p:cNvSpPr>
          <p:nvPr>
            <p:ph type="title"/>
          </p:nvPr>
        </p:nvSpPr>
        <p:spPr/>
        <p:txBody>
          <a:bodyPr/>
          <a:lstStyle/>
          <a:p>
            <a:r>
              <a:rPr lang="zh-CN" altLang="en-US"/>
              <a:t>上次课回顾</a:t>
            </a:r>
          </a:p>
        </p:txBody>
      </p:sp>
      <p:sp>
        <p:nvSpPr>
          <p:cNvPr id="9219" name="Rectangle 3">
            <a:extLst>
              <a:ext uri="{FF2B5EF4-FFF2-40B4-BE49-F238E27FC236}">
                <a16:creationId xmlns:a16="http://schemas.microsoft.com/office/drawing/2014/main" id="{2301FAAE-29CE-499E-8230-434E3EDDA4A1}"/>
              </a:ext>
            </a:extLst>
          </p:cNvPr>
          <p:cNvSpPr>
            <a:spLocks noGrp="1" noChangeArrowheads="1"/>
          </p:cNvSpPr>
          <p:nvPr>
            <p:ph idx="1"/>
          </p:nvPr>
        </p:nvSpPr>
        <p:spPr/>
        <p:txBody>
          <a:bodyPr/>
          <a:lstStyle/>
          <a:p>
            <a:r>
              <a:rPr lang="zh-CN" altLang="en-US"/>
              <a:t>注释分析树的例子： </a:t>
            </a:r>
            <a:r>
              <a:rPr lang="en-US" altLang="zh-CN" b="1"/>
              <a:t>8+5</a:t>
            </a:r>
            <a:r>
              <a:rPr lang="en-US" altLang="zh-CN" b="1">
                <a:latin typeface="宋体" panose="02010600030101010101" pitchFamily="2" charset="-122"/>
              </a:rPr>
              <a:t>*</a:t>
            </a:r>
            <a:r>
              <a:rPr lang="en-US" altLang="zh-CN" b="1"/>
              <a:t>2 n</a:t>
            </a:r>
          </a:p>
        </p:txBody>
      </p:sp>
      <p:grpSp>
        <p:nvGrpSpPr>
          <p:cNvPr id="9220" name="Group 4">
            <a:extLst>
              <a:ext uri="{FF2B5EF4-FFF2-40B4-BE49-F238E27FC236}">
                <a16:creationId xmlns:a16="http://schemas.microsoft.com/office/drawing/2014/main" id="{EBA1B704-4389-4561-A1A0-AE805326C3D9}"/>
              </a:ext>
            </a:extLst>
          </p:cNvPr>
          <p:cNvGrpSpPr>
            <a:grpSpLocks/>
          </p:cNvGrpSpPr>
          <p:nvPr/>
        </p:nvGrpSpPr>
        <p:grpSpPr bwMode="auto">
          <a:xfrm>
            <a:off x="371912" y="1927619"/>
            <a:ext cx="8610600" cy="3878262"/>
            <a:chOff x="192" y="1440"/>
            <a:chExt cx="5424" cy="2443"/>
          </a:xfrm>
        </p:grpSpPr>
        <p:sp>
          <p:nvSpPr>
            <p:cNvPr id="9221" name="Rectangle 5">
              <a:extLst>
                <a:ext uri="{FF2B5EF4-FFF2-40B4-BE49-F238E27FC236}">
                  <a16:creationId xmlns:a16="http://schemas.microsoft.com/office/drawing/2014/main" id="{058F7B79-0BE8-49AA-BE02-15A261457A84}"/>
                </a:ext>
              </a:extLst>
            </p:cNvPr>
            <p:cNvSpPr>
              <a:spLocks noChangeArrowheads="1"/>
            </p:cNvSpPr>
            <p:nvPr/>
          </p:nvSpPr>
          <p:spPr bwMode="auto">
            <a:xfrm>
              <a:off x="4176" y="3096"/>
              <a:ext cx="144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ClrTx/>
                <a:buSzTx/>
                <a:buFontTx/>
                <a:buNone/>
              </a:pPr>
              <a:r>
                <a:rPr lang="en-US" altLang="zh-CN" sz="2800" b="1">
                  <a:ea typeface="宋体" panose="02010600030101010101" pitchFamily="2" charset="-122"/>
                </a:rPr>
                <a:t>digit.</a:t>
              </a:r>
              <a:r>
                <a:rPr lang="en-US" altLang="zh-CN" sz="2800" b="1" i="1">
                  <a:ea typeface="宋体" panose="02010600030101010101" pitchFamily="2" charset="-122"/>
                </a:rPr>
                <a:t>lexval </a:t>
              </a:r>
              <a:r>
                <a:rPr lang="en-US" altLang="zh-CN" sz="2800" b="1">
                  <a:ea typeface="宋体" panose="02010600030101010101" pitchFamily="2" charset="-122"/>
                </a:rPr>
                <a:t>= 2</a:t>
              </a:r>
            </a:p>
          </p:txBody>
        </p:sp>
        <p:sp>
          <p:nvSpPr>
            <p:cNvPr id="9222" name="Rectangle 6">
              <a:extLst>
                <a:ext uri="{FF2B5EF4-FFF2-40B4-BE49-F238E27FC236}">
                  <a16:creationId xmlns:a16="http://schemas.microsoft.com/office/drawing/2014/main" id="{67C60DF7-E777-412E-908A-F3E0511107A2}"/>
                </a:ext>
              </a:extLst>
            </p:cNvPr>
            <p:cNvSpPr>
              <a:spLocks noChangeArrowheads="1"/>
            </p:cNvSpPr>
            <p:nvPr/>
          </p:nvSpPr>
          <p:spPr bwMode="auto">
            <a:xfrm>
              <a:off x="2205" y="1440"/>
              <a:ext cx="24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ClrTx/>
                <a:buSzTx/>
                <a:buFontTx/>
                <a:buNone/>
              </a:pPr>
              <a:r>
                <a:rPr lang="en-US" altLang="zh-CN" sz="2800" b="1" i="1">
                  <a:ea typeface="宋体" panose="02010600030101010101" pitchFamily="2" charset="-122"/>
                </a:rPr>
                <a:t>L</a:t>
              </a:r>
            </a:p>
          </p:txBody>
        </p:sp>
        <p:sp>
          <p:nvSpPr>
            <p:cNvPr id="9223" name="Rectangle 7">
              <a:extLst>
                <a:ext uri="{FF2B5EF4-FFF2-40B4-BE49-F238E27FC236}">
                  <a16:creationId xmlns:a16="http://schemas.microsoft.com/office/drawing/2014/main" id="{45D0BC3E-A1D9-4BAD-A102-FE9C6B3BE18D}"/>
                </a:ext>
              </a:extLst>
            </p:cNvPr>
            <p:cNvSpPr>
              <a:spLocks noChangeArrowheads="1"/>
            </p:cNvSpPr>
            <p:nvPr/>
          </p:nvSpPr>
          <p:spPr bwMode="auto">
            <a:xfrm>
              <a:off x="1834" y="1838"/>
              <a:ext cx="97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ClrTx/>
                <a:buSzTx/>
                <a:buFontTx/>
                <a:buNone/>
              </a:pPr>
              <a:r>
                <a:rPr lang="en-US" altLang="zh-CN" sz="2800" b="1" i="1">
                  <a:ea typeface="宋体" panose="02010600030101010101" pitchFamily="2" charset="-122"/>
                </a:rPr>
                <a:t>E</a:t>
              </a:r>
              <a:r>
                <a:rPr lang="en-US" altLang="zh-CN" sz="2800" b="1">
                  <a:ea typeface="宋体" panose="02010600030101010101" pitchFamily="2" charset="-122"/>
                </a:rPr>
                <a:t>.</a:t>
              </a:r>
              <a:r>
                <a:rPr lang="en-US" altLang="zh-CN" sz="2800" b="1" i="1">
                  <a:ea typeface="宋体" panose="02010600030101010101" pitchFamily="2" charset="-122"/>
                </a:rPr>
                <a:t>val </a:t>
              </a:r>
              <a:r>
                <a:rPr lang="en-US" altLang="zh-CN" sz="2800" b="1">
                  <a:ea typeface="宋体" panose="02010600030101010101" pitchFamily="2" charset="-122"/>
                </a:rPr>
                <a:t>= 18</a:t>
              </a:r>
            </a:p>
          </p:txBody>
        </p:sp>
        <p:sp>
          <p:nvSpPr>
            <p:cNvPr id="9224" name="Rectangle 8">
              <a:extLst>
                <a:ext uri="{FF2B5EF4-FFF2-40B4-BE49-F238E27FC236}">
                  <a16:creationId xmlns:a16="http://schemas.microsoft.com/office/drawing/2014/main" id="{8DCD2773-03AA-4511-B634-799439373C0A}"/>
                </a:ext>
              </a:extLst>
            </p:cNvPr>
            <p:cNvSpPr>
              <a:spLocks noChangeArrowheads="1"/>
            </p:cNvSpPr>
            <p:nvPr/>
          </p:nvSpPr>
          <p:spPr bwMode="auto">
            <a:xfrm>
              <a:off x="3242" y="1749"/>
              <a:ext cx="24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ClrTx/>
                <a:buSzTx/>
                <a:buFontTx/>
                <a:buNone/>
              </a:pPr>
              <a:r>
                <a:rPr lang="en-US" altLang="zh-CN" sz="2800" b="1" i="1">
                  <a:ea typeface="宋体" panose="02010600030101010101" pitchFamily="2" charset="-122"/>
                </a:rPr>
                <a:t>n</a:t>
              </a:r>
            </a:p>
          </p:txBody>
        </p:sp>
        <p:sp>
          <p:nvSpPr>
            <p:cNvPr id="9225" name="Rectangle 9">
              <a:extLst>
                <a:ext uri="{FF2B5EF4-FFF2-40B4-BE49-F238E27FC236}">
                  <a16:creationId xmlns:a16="http://schemas.microsoft.com/office/drawing/2014/main" id="{6B454C20-4E08-41D4-B7B0-706391F7C8ED}"/>
                </a:ext>
              </a:extLst>
            </p:cNvPr>
            <p:cNvSpPr>
              <a:spLocks noChangeArrowheads="1"/>
            </p:cNvSpPr>
            <p:nvPr/>
          </p:nvSpPr>
          <p:spPr bwMode="auto">
            <a:xfrm>
              <a:off x="3162" y="2201"/>
              <a:ext cx="973"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ClrTx/>
                <a:buSzTx/>
                <a:buFontTx/>
                <a:buNone/>
              </a:pPr>
              <a:r>
                <a:rPr lang="en-US" altLang="zh-CN" sz="2800" b="1" i="1">
                  <a:ea typeface="宋体" panose="02010600030101010101" pitchFamily="2" charset="-122"/>
                </a:rPr>
                <a:t>T</a:t>
              </a:r>
              <a:r>
                <a:rPr lang="en-US" altLang="zh-CN" sz="2800" b="1">
                  <a:ea typeface="宋体" panose="02010600030101010101" pitchFamily="2" charset="-122"/>
                </a:rPr>
                <a:t>.</a:t>
              </a:r>
              <a:r>
                <a:rPr lang="en-US" altLang="zh-CN" sz="2800" b="1" i="1">
                  <a:ea typeface="宋体" panose="02010600030101010101" pitchFamily="2" charset="-122"/>
                </a:rPr>
                <a:t>val </a:t>
              </a:r>
              <a:r>
                <a:rPr lang="en-US" altLang="zh-CN" sz="2800" b="1">
                  <a:ea typeface="宋体" panose="02010600030101010101" pitchFamily="2" charset="-122"/>
                </a:rPr>
                <a:t>= 10</a:t>
              </a:r>
            </a:p>
          </p:txBody>
        </p:sp>
        <p:sp>
          <p:nvSpPr>
            <p:cNvPr id="9226" name="Rectangle 10">
              <a:extLst>
                <a:ext uri="{FF2B5EF4-FFF2-40B4-BE49-F238E27FC236}">
                  <a16:creationId xmlns:a16="http://schemas.microsoft.com/office/drawing/2014/main" id="{FDE23AD7-7711-47A8-A81E-AF48D12D384E}"/>
                </a:ext>
              </a:extLst>
            </p:cNvPr>
            <p:cNvSpPr>
              <a:spLocks noChangeArrowheads="1"/>
            </p:cNvSpPr>
            <p:nvPr/>
          </p:nvSpPr>
          <p:spPr bwMode="auto">
            <a:xfrm>
              <a:off x="563" y="2201"/>
              <a:ext cx="91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ClrTx/>
                <a:buSzTx/>
                <a:buFontTx/>
                <a:buNone/>
              </a:pPr>
              <a:r>
                <a:rPr lang="en-US" altLang="zh-CN" sz="2800" b="1" i="1">
                  <a:ea typeface="宋体" panose="02010600030101010101" pitchFamily="2" charset="-122"/>
                </a:rPr>
                <a:t>E</a:t>
              </a:r>
              <a:r>
                <a:rPr lang="en-US" altLang="zh-CN" sz="2800" b="1">
                  <a:ea typeface="宋体" panose="02010600030101010101" pitchFamily="2" charset="-122"/>
                </a:rPr>
                <a:t>.</a:t>
              </a:r>
              <a:r>
                <a:rPr lang="en-US" altLang="zh-CN" sz="2800" b="1" i="1">
                  <a:ea typeface="宋体" panose="02010600030101010101" pitchFamily="2" charset="-122"/>
                </a:rPr>
                <a:t>val </a:t>
              </a:r>
              <a:r>
                <a:rPr lang="en-US" altLang="zh-CN" sz="2800" b="1">
                  <a:ea typeface="宋体" panose="02010600030101010101" pitchFamily="2" charset="-122"/>
                </a:rPr>
                <a:t>= 8</a:t>
              </a:r>
            </a:p>
          </p:txBody>
        </p:sp>
        <p:sp>
          <p:nvSpPr>
            <p:cNvPr id="9227" name="Rectangle 11">
              <a:extLst>
                <a:ext uri="{FF2B5EF4-FFF2-40B4-BE49-F238E27FC236}">
                  <a16:creationId xmlns:a16="http://schemas.microsoft.com/office/drawing/2014/main" id="{89BF06F4-17A2-422D-803E-C34CF707CFC5}"/>
                </a:ext>
              </a:extLst>
            </p:cNvPr>
            <p:cNvSpPr>
              <a:spLocks noChangeArrowheads="1"/>
            </p:cNvSpPr>
            <p:nvPr/>
          </p:nvSpPr>
          <p:spPr bwMode="auto">
            <a:xfrm>
              <a:off x="549" y="2680"/>
              <a:ext cx="911"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ClrTx/>
                <a:buSzTx/>
                <a:buFontTx/>
                <a:buNone/>
              </a:pPr>
              <a:r>
                <a:rPr lang="en-US" altLang="zh-CN" sz="2800" b="1" i="1">
                  <a:ea typeface="宋体" panose="02010600030101010101" pitchFamily="2" charset="-122"/>
                </a:rPr>
                <a:t>T</a:t>
              </a:r>
              <a:r>
                <a:rPr lang="en-US" altLang="zh-CN" sz="2800" b="1">
                  <a:ea typeface="宋体" panose="02010600030101010101" pitchFamily="2" charset="-122"/>
                </a:rPr>
                <a:t>.</a:t>
              </a:r>
              <a:r>
                <a:rPr lang="en-US" altLang="zh-CN" sz="2800" b="1" i="1">
                  <a:ea typeface="宋体" panose="02010600030101010101" pitchFamily="2" charset="-122"/>
                </a:rPr>
                <a:t>val </a:t>
              </a:r>
              <a:r>
                <a:rPr lang="en-US" altLang="zh-CN" sz="2800" b="1">
                  <a:ea typeface="宋体" panose="02010600030101010101" pitchFamily="2" charset="-122"/>
                </a:rPr>
                <a:t>= 8</a:t>
              </a:r>
            </a:p>
          </p:txBody>
        </p:sp>
        <p:sp>
          <p:nvSpPr>
            <p:cNvPr id="9228" name="Rectangle 12">
              <a:extLst>
                <a:ext uri="{FF2B5EF4-FFF2-40B4-BE49-F238E27FC236}">
                  <a16:creationId xmlns:a16="http://schemas.microsoft.com/office/drawing/2014/main" id="{6B27AF12-E12E-4FBD-9DC7-38090E3FB6EC}"/>
                </a:ext>
              </a:extLst>
            </p:cNvPr>
            <p:cNvSpPr>
              <a:spLocks noChangeArrowheads="1"/>
            </p:cNvSpPr>
            <p:nvPr/>
          </p:nvSpPr>
          <p:spPr bwMode="auto">
            <a:xfrm>
              <a:off x="565" y="3152"/>
              <a:ext cx="91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ClrTx/>
                <a:buSzTx/>
                <a:buFontTx/>
                <a:buNone/>
              </a:pPr>
              <a:r>
                <a:rPr lang="en-US" altLang="zh-CN" sz="2800" b="1" i="1">
                  <a:ea typeface="宋体" panose="02010600030101010101" pitchFamily="2" charset="-122"/>
                </a:rPr>
                <a:t>F</a:t>
              </a:r>
              <a:r>
                <a:rPr lang="en-US" altLang="zh-CN" sz="2800" b="1">
                  <a:ea typeface="宋体" panose="02010600030101010101" pitchFamily="2" charset="-122"/>
                </a:rPr>
                <a:t>.</a:t>
              </a:r>
              <a:r>
                <a:rPr lang="en-US" altLang="zh-CN" sz="2800" b="1" i="1">
                  <a:ea typeface="宋体" panose="02010600030101010101" pitchFamily="2" charset="-122"/>
                </a:rPr>
                <a:t>val </a:t>
              </a:r>
              <a:r>
                <a:rPr lang="en-US" altLang="zh-CN" sz="2800" b="1">
                  <a:ea typeface="宋体" panose="02010600030101010101" pitchFamily="2" charset="-122"/>
                </a:rPr>
                <a:t>= 8</a:t>
              </a:r>
            </a:p>
          </p:txBody>
        </p:sp>
        <p:sp>
          <p:nvSpPr>
            <p:cNvPr id="9229" name="Rectangle 13">
              <a:extLst>
                <a:ext uri="{FF2B5EF4-FFF2-40B4-BE49-F238E27FC236}">
                  <a16:creationId xmlns:a16="http://schemas.microsoft.com/office/drawing/2014/main" id="{DA112A48-B6E7-491C-9E5D-01FAF760ABBC}"/>
                </a:ext>
              </a:extLst>
            </p:cNvPr>
            <p:cNvSpPr>
              <a:spLocks noChangeArrowheads="1"/>
            </p:cNvSpPr>
            <p:nvPr/>
          </p:nvSpPr>
          <p:spPr bwMode="auto">
            <a:xfrm>
              <a:off x="192" y="3601"/>
              <a:ext cx="1499"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ClrTx/>
                <a:buSzTx/>
                <a:buFontTx/>
                <a:buNone/>
              </a:pPr>
              <a:r>
                <a:rPr lang="en-US" altLang="zh-CN" sz="2800" b="1">
                  <a:ea typeface="宋体" panose="02010600030101010101" pitchFamily="2" charset="-122"/>
                </a:rPr>
                <a:t>digit.</a:t>
              </a:r>
              <a:r>
                <a:rPr lang="en-US" altLang="zh-CN" sz="2800" b="1" i="1">
                  <a:ea typeface="宋体" panose="02010600030101010101" pitchFamily="2" charset="-122"/>
                </a:rPr>
                <a:t>lexval </a:t>
              </a:r>
              <a:r>
                <a:rPr lang="en-US" altLang="zh-CN" sz="2800" b="1">
                  <a:ea typeface="宋体" panose="02010600030101010101" pitchFamily="2" charset="-122"/>
                </a:rPr>
                <a:t>= 8</a:t>
              </a:r>
            </a:p>
          </p:txBody>
        </p:sp>
        <p:sp>
          <p:nvSpPr>
            <p:cNvPr id="9230" name="Line 14">
              <a:extLst>
                <a:ext uri="{FF2B5EF4-FFF2-40B4-BE49-F238E27FC236}">
                  <a16:creationId xmlns:a16="http://schemas.microsoft.com/office/drawing/2014/main" id="{2C04E279-E496-4C9B-9904-485571163EB3}"/>
                </a:ext>
              </a:extLst>
            </p:cNvPr>
            <p:cNvSpPr>
              <a:spLocks noChangeShapeType="1"/>
            </p:cNvSpPr>
            <p:nvPr/>
          </p:nvSpPr>
          <p:spPr bwMode="auto">
            <a:xfrm>
              <a:off x="2854" y="2073"/>
              <a:ext cx="664" cy="19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9231" name="Line 15">
              <a:extLst>
                <a:ext uri="{FF2B5EF4-FFF2-40B4-BE49-F238E27FC236}">
                  <a16:creationId xmlns:a16="http://schemas.microsoft.com/office/drawing/2014/main" id="{D95A98EF-F632-4039-88B6-F7CA6629DB3C}"/>
                </a:ext>
              </a:extLst>
            </p:cNvPr>
            <p:cNvSpPr>
              <a:spLocks noChangeShapeType="1"/>
            </p:cNvSpPr>
            <p:nvPr/>
          </p:nvSpPr>
          <p:spPr bwMode="auto">
            <a:xfrm>
              <a:off x="2498" y="1684"/>
              <a:ext cx="664" cy="19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9232" name="Line 16">
              <a:extLst>
                <a:ext uri="{FF2B5EF4-FFF2-40B4-BE49-F238E27FC236}">
                  <a16:creationId xmlns:a16="http://schemas.microsoft.com/office/drawing/2014/main" id="{A565280D-0748-4106-9B7A-EDE812300C99}"/>
                </a:ext>
              </a:extLst>
            </p:cNvPr>
            <p:cNvSpPr>
              <a:spLocks noChangeShapeType="1"/>
            </p:cNvSpPr>
            <p:nvPr/>
          </p:nvSpPr>
          <p:spPr bwMode="auto">
            <a:xfrm flipH="1">
              <a:off x="1106" y="2073"/>
              <a:ext cx="664" cy="19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9233" name="Line 17">
              <a:extLst>
                <a:ext uri="{FF2B5EF4-FFF2-40B4-BE49-F238E27FC236}">
                  <a16:creationId xmlns:a16="http://schemas.microsoft.com/office/drawing/2014/main" id="{D9FFE972-670E-47A3-9DDA-BA209B14A9E6}"/>
                </a:ext>
              </a:extLst>
            </p:cNvPr>
            <p:cNvSpPr>
              <a:spLocks noChangeShapeType="1"/>
            </p:cNvSpPr>
            <p:nvPr/>
          </p:nvSpPr>
          <p:spPr bwMode="auto">
            <a:xfrm>
              <a:off x="2267" y="1748"/>
              <a:ext cx="0" cy="16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9234" name="Rectangle 18">
              <a:extLst>
                <a:ext uri="{FF2B5EF4-FFF2-40B4-BE49-F238E27FC236}">
                  <a16:creationId xmlns:a16="http://schemas.microsoft.com/office/drawing/2014/main" id="{0D0DE820-D12F-4C73-AA2C-AC857ACFBD09}"/>
                </a:ext>
              </a:extLst>
            </p:cNvPr>
            <p:cNvSpPr>
              <a:spLocks noChangeArrowheads="1"/>
            </p:cNvSpPr>
            <p:nvPr/>
          </p:nvSpPr>
          <p:spPr bwMode="auto">
            <a:xfrm>
              <a:off x="2003" y="2669"/>
              <a:ext cx="973"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ClrTx/>
                <a:buSzTx/>
                <a:buFontTx/>
                <a:buNone/>
              </a:pPr>
              <a:r>
                <a:rPr lang="en-US" altLang="zh-CN" sz="2800" b="1" i="1">
                  <a:ea typeface="宋体" panose="02010600030101010101" pitchFamily="2" charset="-122"/>
                </a:rPr>
                <a:t>T</a:t>
              </a:r>
              <a:r>
                <a:rPr lang="en-US" altLang="zh-CN" sz="2800" b="1">
                  <a:ea typeface="宋体" panose="02010600030101010101" pitchFamily="2" charset="-122"/>
                </a:rPr>
                <a:t>.</a:t>
              </a:r>
              <a:r>
                <a:rPr lang="en-US" altLang="zh-CN" sz="2800" b="1" i="1">
                  <a:ea typeface="宋体" panose="02010600030101010101" pitchFamily="2" charset="-122"/>
                </a:rPr>
                <a:t>val </a:t>
              </a:r>
              <a:r>
                <a:rPr lang="en-US" altLang="zh-CN" sz="2800" b="1">
                  <a:ea typeface="宋体" panose="02010600030101010101" pitchFamily="2" charset="-122"/>
                </a:rPr>
                <a:t>= 5</a:t>
              </a:r>
            </a:p>
          </p:txBody>
        </p:sp>
        <p:sp>
          <p:nvSpPr>
            <p:cNvPr id="9235" name="Line 19">
              <a:extLst>
                <a:ext uri="{FF2B5EF4-FFF2-40B4-BE49-F238E27FC236}">
                  <a16:creationId xmlns:a16="http://schemas.microsoft.com/office/drawing/2014/main" id="{1069EB20-7256-4297-9950-3DA2EA07596C}"/>
                </a:ext>
              </a:extLst>
            </p:cNvPr>
            <p:cNvSpPr>
              <a:spLocks noChangeShapeType="1"/>
            </p:cNvSpPr>
            <p:nvPr/>
          </p:nvSpPr>
          <p:spPr bwMode="auto">
            <a:xfrm>
              <a:off x="2267" y="2149"/>
              <a:ext cx="0" cy="16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9236" name="Rectangle 20">
              <a:extLst>
                <a:ext uri="{FF2B5EF4-FFF2-40B4-BE49-F238E27FC236}">
                  <a16:creationId xmlns:a16="http://schemas.microsoft.com/office/drawing/2014/main" id="{121D425D-A961-4F17-9311-C9E88E3370FC}"/>
                </a:ext>
              </a:extLst>
            </p:cNvPr>
            <p:cNvSpPr>
              <a:spLocks noChangeArrowheads="1"/>
            </p:cNvSpPr>
            <p:nvPr/>
          </p:nvSpPr>
          <p:spPr bwMode="auto">
            <a:xfrm>
              <a:off x="2190" y="2230"/>
              <a:ext cx="248"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ClrTx/>
                <a:buSzTx/>
                <a:buFontTx/>
                <a:buNone/>
              </a:pPr>
              <a:r>
                <a:rPr lang="en-US" altLang="zh-CN" sz="2800" b="1">
                  <a:ea typeface="宋体" panose="02010600030101010101" pitchFamily="2" charset="-122"/>
                </a:rPr>
                <a:t>+</a:t>
              </a:r>
            </a:p>
          </p:txBody>
        </p:sp>
        <p:sp>
          <p:nvSpPr>
            <p:cNvPr id="9237" name="Rectangle 21">
              <a:extLst>
                <a:ext uri="{FF2B5EF4-FFF2-40B4-BE49-F238E27FC236}">
                  <a16:creationId xmlns:a16="http://schemas.microsoft.com/office/drawing/2014/main" id="{E4F7BE0B-B6B9-4E39-A4C6-84F07F49A0E6}"/>
                </a:ext>
              </a:extLst>
            </p:cNvPr>
            <p:cNvSpPr>
              <a:spLocks noChangeArrowheads="1"/>
            </p:cNvSpPr>
            <p:nvPr/>
          </p:nvSpPr>
          <p:spPr bwMode="auto">
            <a:xfrm>
              <a:off x="3642" y="2673"/>
              <a:ext cx="24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ClrTx/>
                <a:buSzTx/>
                <a:buFontTx/>
                <a:buNone/>
              </a:pPr>
              <a:r>
                <a:rPr lang="en-US" altLang="zh-CN" sz="2800" b="1">
                  <a:ea typeface="宋体" panose="02010600030101010101" pitchFamily="2" charset="-122"/>
                </a:rPr>
                <a:t>*</a:t>
              </a:r>
            </a:p>
          </p:txBody>
        </p:sp>
        <p:sp>
          <p:nvSpPr>
            <p:cNvPr id="9238" name="Line 22">
              <a:extLst>
                <a:ext uri="{FF2B5EF4-FFF2-40B4-BE49-F238E27FC236}">
                  <a16:creationId xmlns:a16="http://schemas.microsoft.com/office/drawing/2014/main" id="{E808FB52-31F7-4461-B599-43D327FAA7B0}"/>
                </a:ext>
              </a:extLst>
            </p:cNvPr>
            <p:cNvSpPr>
              <a:spLocks noChangeShapeType="1"/>
            </p:cNvSpPr>
            <p:nvPr/>
          </p:nvSpPr>
          <p:spPr bwMode="auto">
            <a:xfrm>
              <a:off x="906" y="2538"/>
              <a:ext cx="0" cy="16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9239" name="Line 23">
              <a:extLst>
                <a:ext uri="{FF2B5EF4-FFF2-40B4-BE49-F238E27FC236}">
                  <a16:creationId xmlns:a16="http://schemas.microsoft.com/office/drawing/2014/main" id="{E0F20D2A-391B-4F8A-A06B-E137A685FE63}"/>
                </a:ext>
              </a:extLst>
            </p:cNvPr>
            <p:cNvSpPr>
              <a:spLocks noChangeShapeType="1"/>
            </p:cNvSpPr>
            <p:nvPr/>
          </p:nvSpPr>
          <p:spPr bwMode="auto">
            <a:xfrm>
              <a:off x="906" y="3005"/>
              <a:ext cx="0" cy="16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9240" name="Line 24">
              <a:extLst>
                <a:ext uri="{FF2B5EF4-FFF2-40B4-BE49-F238E27FC236}">
                  <a16:creationId xmlns:a16="http://schemas.microsoft.com/office/drawing/2014/main" id="{A87B850A-1DBA-4286-A459-20E7C43A65AA}"/>
                </a:ext>
              </a:extLst>
            </p:cNvPr>
            <p:cNvSpPr>
              <a:spLocks noChangeShapeType="1"/>
            </p:cNvSpPr>
            <p:nvPr/>
          </p:nvSpPr>
          <p:spPr bwMode="auto">
            <a:xfrm>
              <a:off x="906" y="3497"/>
              <a:ext cx="0" cy="17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9241" name="Line 25">
              <a:extLst>
                <a:ext uri="{FF2B5EF4-FFF2-40B4-BE49-F238E27FC236}">
                  <a16:creationId xmlns:a16="http://schemas.microsoft.com/office/drawing/2014/main" id="{71A63C1B-12A4-4B14-ADB4-C12A5FAD8F27}"/>
                </a:ext>
              </a:extLst>
            </p:cNvPr>
            <p:cNvSpPr>
              <a:spLocks noChangeShapeType="1"/>
            </p:cNvSpPr>
            <p:nvPr/>
          </p:nvSpPr>
          <p:spPr bwMode="auto">
            <a:xfrm>
              <a:off x="4201" y="2474"/>
              <a:ext cx="664" cy="19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9242" name="Line 26">
              <a:extLst>
                <a:ext uri="{FF2B5EF4-FFF2-40B4-BE49-F238E27FC236}">
                  <a16:creationId xmlns:a16="http://schemas.microsoft.com/office/drawing/2014/main" id="{A154CC21-F1D6-444B-BC68-2F6AABF9F16E}"/>
                </a:ext>
              </a:extLst>
            </p:cNvPr>
            <p:cNvSpPr>
              <a:spLocks noChangeShapeType="1"/>
            </p:cNvSpPr>
            <p:nvPr/>
          </p:nvSpPr>
          <p:spPr bwMode="auto">
            <a:xfrm flipH="1">
              <a:off x="2436" y="2488"/>
              <a:ext cx="664" cy="19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9243" name="Line 27">
              <a:extLst>
                <a:ext uri="{FF2B5EF4-FFF2-40B4-BE49-F238E27FC236}">
                  <a16:creationId xmlns:a16="http://schemas.microsoft.com/office/drawing/2014/main" id="{56F67E5F-0D1D-4687-A14E-53471C5E4545}"/>
                </a:ext>
              </a:extLst>
            </p:cNvPr>
            <p:cNvSpPr>
              <a:spLocks noChangeShapeType="1"/>
            </p:cNvSpPr>
            <p:nvPr/>
          </p:nvSpPr>
          <p:spPr bwMode="auto">
            <a:xfrm>
              <a:off x="3720" y="2524"/>
              <a:ext cx="0" cy="16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9244" name="Line 28">
              <a:extLst>
                <a:ext uri="{FF2B5EF4-FFF2-40B4-BE49-F238E27FC236}">
                  <a16:creationId xmlns:a16="http://schemas.microsoft.com/office/drawing/2014/main" id="{620CE6B5-8850-407D-8224-2465B9901FEE}"/>
                </a:ext>
              </a:extLst>
            </p:cNvPr>
            <p:cNvSpPr>
              <a:spLocks noChangeShapeType="1"/>
            </p:cNvSpPr>
            <p:nvPr/>
          </p:nvSpPr>
          <p:spPr bwMode="auto">
            <a:xfrm>
              <a:off x="2376" y="3017"/>
              <a:ext cx="0" cy="16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9245" name="Line 29">
              <a:extLst>
                <a:ext uri="{FF2B5EF4-FFF2-40B4-BE49-F238E27FC236}">
                  <a16:creationId xmlns:a16="http://schemas.microsoft.com/office/drawing/2014/main" id="{F9219B4A-758D-40BF-89FD-1DCB262FA2A1}"/>
                </a:ext>
              </a:extLst>
            </p:cNvPr>
            <p:cNvSpPr>
              <a:spLocks noChangeShapeType="1"/>
            </p:cNvSpPr>
            <p:nvPr/>
          </p:nvSpPr>
          <p:spPr bwMode="auto">
            <a:xfrm>
              <a:off x="4941" y="2977"/>
              <a:ext cx="0" cy="16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9246" name="Rectangle 30">
              <a:extLst>
                <a:ext uri="{FF2B5EF4-FFF2-40B4-BE49-F238E27FC236}">
                  <a16:creationId xmlns:a16="http://schemas.microsoft.com/office/drawing/2014/main" id="{8DA6619E-168A-4DBC-81E3-D6AC58C2FA89}"/>
                </a:ext>
              </a:extLst>
            </p:cNvPr>
            <p:cNvSpPr>
              <a:spLocks noChangeArrowheads="1"/>
            </p:cNvSpPr>
            <p:nvPr/>
          </p:nvSpPr>
          <p:spPr bwMode="auto">
            <a:xfrm>
              <a:off x="2003" y="3122"/>
              <a:ext cx="973"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ClrTx/>
                <a:buSzTx/>
                <a:buFontTx/>
                <a:buNone/>
              </a:pPr>
              <a:r>
                <a:rPr lang="en-US" altLang="zh-CN" sz="2800" b="1" i="1">
                  <a:ea typeface="宋体" panose="02010600030101010101" pitchFamily="2" charset="-122"/>
                </a:rPr>
                <a:t>F</a:t>
              </a:r>
              <a:r>
                <a:rPr lang="en-US" altLang="zh-CN" sz="2800" b="1">
                  <a:ea typeface="宋体" panose="02010600030101010101" pitchFamily="2" charset="-122"/>
                </a:rPr>
                <a:t>.</a:t>
              </a:r>
              <a:r>
                <a:rPr lang="en-US" altLang="zh-CN" sz="2800" b="1" i="1">
                  <a:ea typeface="宋体" panose="02010600030101010101" pitchFamily="2" charset="-122"/>
                </a:rPr>
                <a:t>val </a:t>
              </a:r>
              <a:r>
                <a:rPr lang="en-US" altLang="zh-CN" sz="2800" b="1">
                  <a:ea typeface="宋体" panose="02010600030101010101" pitchFamily="2" charset="-122"/>
                </a:rPr>
                <a:t>= 5</a:t>
              </a:r>
            </a:p>
          </p:txBody>
        </p:sp>
        <p:sp>
          <p:nvSpPr>
            <p:cNvPr id="9247" name="Rectangle 31">
              <a:extLst>
                <a:ext uri="{FF2B5EF4-FFF2-40B4-BE49-F238E27FC236}">
                  <a16:creationId xmlns:a16="http://schemas.microsoft.com/office/drawing/2014/main" id="{D86C66A6-5A30-4DED-B678-C39B40932714}"/>
                </a:ext>
              </a:extLst>
            </p:cNvPr>
            <p:cNvSpPr>
              <a:spLocks noChangeArrowheads="1"/>
            </p:cNvSpPr>
            <p:nvPr/>
          </p:nvSpPr>
          <p:spPr bwMode="auto">
            <a:xfrm>
              <a:off x="4508" y="2645"/>
              <a:ext cx="974"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ClrTx/>
                <a:buSzTx/>
                <a:buFontTx/>
                <a:buNone/>
              </a:pPr>
              <a:r>
                <a:rPr lang="en-US" altLang="zh-CN" sz="2800" b="1" i="1">
                  <a:ea typeface="宋体" panose="02010600030101010101" pitchFamily="2" charset="-122"/>
                </a:rPr>
                <a:t>F</a:t>
              </a:r>
              <a:r>
                <a:rPr lang="en-US" altLang="zh-CN" sz="2800" b="1">
                  <a:ea typeface="宋体" panose="02010600030101010101" pitchFamily="2" charset="-122"/>
                </a:rPr>
                <a:t>.</a:t>
              </a:r>
              <a:r>
                <a:rPr lang="en-US" altLang="zh-CN" sz="2800" b="1" i="1">
                  <a:ea typeface="宋体" panose="02010600030101010101" pitchFamily="2" charset="-122"/>
                </a:rPr>
                <a:t>val </a:t>
              </a:r>
              <a:r>
                <a:rPr lang="en-US" altLang="zh-CN" sz="2800" b="1">
                  <a:ea typeface="宋体" panose="02010600030101010101" pitchFamily="2" charset="-122"/>
                </a:rPr>
                <a:t>= 2</a:t>
              </a:r>
            </a:p>
          </p:txBody>
        </p:sp>
        <p:sp>
          <p:nvSpPr>
            <p:cNvPr id="9248" name="Rectangle 32">
              <a:extLst>
                <a:ext uri="{FF2B5EF4-FFF2-40B4-BE49-F238E27FC236}">
                  <a16:creationId xmlns:a16="http://schemas.microsoft.com/office/drawing/2014/main" id="{D8773AEA-5274-4249-9300-42DE2E1F9CF5}"/>
                </a:ext>
              </a:extLst>
            </p:cNvPr>
            <p:cNvSpPr>
              <a:spLocks noChangeArrowheads="1"/>
            </p:cNvSpPr>
            <p:nvPr/>
          </p:nvSpPr>
          <p:spPr bwMode="auto">
            <a:xfrm>
              <a:off x="1879" y="3601"/>
              <a:ext cx="1499"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ClrTx/>
                <a:buSzTx/>
                <a:buFontTx/>
                <a:buNone/>
              </a:pPr>
              <a:r>
                <a:rPr lang="en-US" altLang="zh-CN" sz="2800" b="1">
                  <a:ea typeface="宋体" panose="02010600030101010101" pitchFamily="2" charset="-122"/>
                </a:rPr>
                <a:t>digit.</a:t>
              </a:r>
              <a:r>
                <a:rPr lang="en-US" altLang="zh-CN" sz="2800" b="1" i="1">
                  <a:ea typeface="宋体" panose="02010600030101010101" pitchFamily="2" charset="-122"/>
                </a:rPr>
                <a:t>lexval </a:t>
              </a:r>
              <a:r>
                <a:rPr lang="en-US" altLang="zh-CN" sz="2800" b="1">
                  <a:ea typeface="宋体" panose="02010600030101010101" pitchFamily="2" charset="-122"/>
                </a:rPr>
                <a:t>= 5</a:t>
              </a:r>
            </a:p>
          </p:txBody>
        </p:sp>
        <p:sp>
          <p:nvSpPr>
            <p:cNvPr id="9249" name="Line 33">
              <a:extLst>
                <a:ext uri="{FF2B5EF4-FFF2-40B4-BE49-F238E27FC236}">
                  <a16:creationId xmlns:a16="http://schemas.microsoft.com/office/drawing/2014/main" id="{FF474374-BFFB-4E59-B004-46FE0290E223}"/>
                </a:ext>
              </a:extLst>
            </p:cNvPr>
            <p:cNvSpPr>
              <a:spLocks noChangeShapeType="1"/>
            </p:cNvSpPr>
            <p:nvPr/>
          </p:nvSpPr>
          <p:spPr bwMode="auto">
            <a:xfrm>
              <a:off x="2376" y="3497"/>
              <a:ext cx="0" cy="17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04EF2BDD-C5B7-7576-3AE3-64602927BDD2}"/>
              </a:ext>
            </a:extLst>
          </p:cNvPr>
          <p:cNvSpPr>
            <a:spLocks noGrp="1"/>
          </p:cNvSpPr>
          <p:nvPr>
            <p:ph type="dt" sz="half" idx="10"/>
          </p:nvPr>
        </p:nvSpPr>
        <p:spPr/>
        <p:txBody>
          <a:bodyPr/>
          <a:lstStyle/>
          <a:p>
            <a:fld id="{53F77F17-089D-4F1C-8616-E5F02E2002C9}"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4DA76108-6157-E691-B5E4-D115335BDA1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12A11491-57CE-E880-FAB5-E6B82A4D3A5F}"/>
              </a:ext>
            </a:extLst>
          </p:cNvPr>
          <p:cNvSpPr>
            <a:spLocks noGrp="1"/>
          </p:cNvSpPr>
          <p:nvPr>
            <p:ph type="sldNum" sz="quarter" idx="12"/>
          </p:nvPr>
        </p:nvSpPr>
        <p:spPr/>
        <p:txBody>
          <a:bodyPr/>
          <a:lstStyle/>
          <a:p>
            <a:fld id="{094DEB03-EFC6-4C20-8FC8-295189A5386F}" type="slidenum">
              <a:rPr lang="zh-CN" altLang="en-US" smtClean="0"/>
              <a:pPr/>
              <a:t>5</a:t>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8FD689B5-D317-4F2D-8800-87042F91B43E}"/>
              </a:ext>
            </a:extLst>
          </p:cNvPr>
          <p:cNvSpPr>
            <a:spLocks noGrp="1" noChangeArrowheads="1"/>
          </p:cNvSpPr>
          <p:nvPr>
            <p:ph type="title"/>
          </p:nvPr>
        </p:nvSpPr>
        <p:spPr/>
        <p:txBody>
          <a:bodyPr/>
          <a:lstStyle/>
          <a:p>
            <a:pPr eaLnBrk="1" hangingPunct="1"/>
            <a:r>
              <a:rPr lang="zh-CN" altLang="en-US"/>
              <a:t>上次课回顾</a:t>
            </a:r>
          </a:p>
        </p:txBody>
      </p:sp>
      <p:sp>
        <p:nvSpPr>
          <p:cNvPr id="41987" name="Rectangle 3">
            <a:extLst>
              <a:ext uri="{FF2B5EF4-FFF2-40B4-BE49-F238E27FC236}">
                <a16:creationId xmlns:a16="http://schemas.microsoft.com/office/drawing/2014/main" id="{68E016D2-0AF2-4CD1-A2EA-ED8F25359801}"/>
              </a:ext>
            </a:extLst>
          </p:cNvPr>
          <p:cNvSpPr>
            <a:spLocks noGrp="1" noChangeArrowheads="1"/>
          </p:cNvSpPr>
          <p:nvPr>
            <p:ph idx="1"/>
          </p:nvPr>
        </p:nvSpPr>
        <p:spPr/>
        <p:txBody>
          <a:bodyPr/>
          <a:lstStyle/>
          <a:p>
            <a:pPr eaLnBrk="1" hangingPunct="1"/>
            <a:r>
              <a:rPr lang="zh-CN" altLang="en-US" sz="2400"/>
              <a:t>如何确定</a:t>
            </a:r>
            <a:r>
              <a:rPr lang="zh-CN" altLang="en-US" sz="2400">
                <a:solidFill>
                  <a:schemeClr val="accent1"/>
                </a:solidFill>
              </a:rPr>
              <a:t>属性计算次序</a:t>
            </a:r>
            <a:r>
              <a:rPr lang="zh-CN" altLang="en-US" sz="2400"/>
              <a:t>：</a:t>
            </a:r>
            <a:r>
              <a:rPr lang="zh-CN" altLang="en-US" sz="2400">
                <a:latin typeface="宋体" panose="02010600030101010101" pitchFamily="2" charset="-122"/>
              </a:rPr>
              <a:t>构造输入的分析树，构造属性依赖图，对结点进行拓扑排序</a:t>
            </a:r>
            <a:endParaRPr lang="en-US" altLang="zh-CN" sz="2400" b="1"/>
          </a:p>
        </p:txBody>
      </p:sp>
      <p:grpSp>
        <p:nvGrpSpPr>
          <p:cNvPr id="2" name="组合 1">
            <a:extLst>
              <a:ext uri="{FF2B5EF4-FFF2-40B4-BE49-F238E27FC236}">
                <a16:creationId xmlns:a16="http://schemas.microsoft.com/office/drawing/2014/main" id="{4063571B-E86C-4F13-83E1-1250CA5D76A8}"/>
              </a:ext>
            </a:extLst>
          </p:cNvPr>
          <p:cNvGrpSpPr/>
          <p:nvPr/>
        </p:nvGrpSpPr>
        <p:grpSpPr>
          <a:xfrm>
            <a:off x="342900" y="2209758"/>
            <a:ext cx="8458200" cy="4150675"/>
            <a:chOff x="342900" y="2520000"/>
            <a:chExt cx="8458200" cy="4150675"/>
          </a:xfrm>
        </p:grpSpPr>
        <p:sp>
          <p:nvSpPr>
            <p:cNvPr id="41989" name="Rectangle 5">
              <a:extLst>
                <a:ext uri="{FF2B5EF4-FFF2-40B4-BE49-F238E27FC236}">
                  <a16:creationId xmlns:a16="http://schemas.microsoft.com/office/drawing/2014/main" id="{B0816C5E-1BDB-45AD-B00B-62209DFF9A0F}"/>
                </a:ext>
              </a:extLst>
            </p:cNvPr>
            <p:cNvSpPr>
              <a:spLocks noChangeArrowheads="1"/>
            </p:cNvSpPr>
            <p:nvPr/>
          </p:nvSpPr>
          <p:spPr bwMode="auto">
            <a:xfrm>
              <a:off x="3079750" y="2520000"/>
              <a:ext cx="390525"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D</a:t>
              </a:r>
            </a:p>
          </p:txBody>
        </p:sp>
        <p:sp>
          <p:nvSpPr>
            <p:cNvPr id="41990" name="Rectangle 6">
              <a:extLst>
                <a:ext uri="{FF2B5EF4-FFF2-40B4-BE49-F238E27FC236}">
                  <a16:creationId xmlns:a16="http://schemas.microsoft.com/office/drawing/2014/main" id="{1F37EB57-3C78-41F0-BC3B-6B7C97D09245}"/>
                </a:ext>
              </a:extLst>
            </p:cNvPr>
            <p:cNvSpPr>
              <a:spLocks noChangeArrowheads="1"/>
            </p:cNvSpPr>
            <p:nvPr/>
          </p:nvSpPr>
          <p:spPr bwMode="auto">
            <a:xfrm>
              <a:off x="342900" y="4251962"/>
              <a:ext cx="14382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    int</a:t>
              </a:r>
            </a:p>
          </p:txBody>
        </p:sp>
        <p:sp>
          <p:nvSpPr>
            <p:cNvPr id="41991" name="Rectangle 7">
              <a:extLst>
                <a:ext uri="{FF2B5EF4-FFF2-40B4-BE49-F238E27FC236}">
                  <a16:creationId xmlns:a16="http://schemas.microsoft.com/office/drawing/2014/main" id="{32015C05-393A-46C5-8949-56DE4EE27AAB}"/>
                </a:ext>
              </a:extLst>
            </p:cNvPr>
            <p:cNvSpPr>
              <a:spLocks noChangeArrowheads="1"/>
            </p:cNvSpPr>
            <p:nvPr/>
          </p:nvSpPr>
          <p:spPr bwMode="auto">
            <a:xfrm>
              <a:off x="758825" y="3428050"/>
              <a:ext cx="585788"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T</a:t>
              </a:r>
            </a:p>
          </p:txBody>
        </p:sp>
        <p:sp>
          <p:nvSpPr>
            <p:cNvPr id="41992" name="Line 8">
              <a:extLst>
                <a:ext uri="{FF2B5EF4-FFF2-40B4-BE49-F238E27FC236}">
                  <a16:creationId xmlns:a16="http://schemas.microsoft.com/office/drawing/2014/main" id="{930DAF16-F278-468A-B4B6-F3B33144E707}"/>
                </a:ext>
              </a:extLst>
            </p:cNvPr>
            <p:cNvSpPr>
              <a:spLocks noChangeShapeType="1"/>
            </p:cNvSpPr>
            <p:nvPr/>
          </p:nvSpPr>
          <p:spPr bwMode="auto">
            <a:xfrm flipH="1">
              <a:off x="1030288" y="2901000"/>
              <a:ext cx="1854200" cy="527050"/>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1993" name="Rectangle 9">
              <a:extLst>
                <a:ext uri="{FF2B5EF4-FFF2-40B4-BE49-F238E27FC236}">
                  <a16:creationId xmlns:a16="http://schemas.microsoft.com/office/drawing/2014/main" id="{2925552B-1828-482A-A8BE-DF9B4508436C}"/>
                </a:ext>
              </a:extLst>
            </p:cNvPr>
            <p:cNvSpPr>
              <a:spLocks noChangeArrowheads="1"/>
            </p:cNvSpPr>
            <p:nvPr/>
          </p:nvSpPr>
          <p:spPr bwMode="auto">
            <a:xfrm>
              <a:off x="5494337" y="4328955"/>
              <a:ext cx="39052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41994" name="Line 10">
              <a:extLst>
                <a:ext uri="{FF2B5EF4-FFF2-40B4-BE49-F238E27FC236}">
                  <a16:creationId xmlns:a16="http://schemas.microsoft.com/office/drawing/2014/main" id="{52FAE40A-7A45-45C2-B56A-A22D19F22E2A}"/>
                </a:ext>
              </a:extLst>
            </p:cNvPr>
            <p:cNvSpPr>
              <a:spLocks noChangeShapeType="1"/>
            </p:cNvSpPr>
            <p:nvPr/>
          </p:nvSpPr>
          <p:spPr bwMode="auto">
            <a:xfrm>
              <a:off x="909638" y="3932875"/>
              <a:ext cx="0" cy="465137"/>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1995" name="Line 11">
              <a:extLst>
                <a:ext uri="{FF2B5EF4-FFF2-40B4-BE49-F238E27FC236}">
                  <a16:creationId xmlns:a16="http://schemas.microsoft.com/office/drawing/2014/main" id="{D5D34276-C15E-4FD3-898D-9DD33F8B8D73}"/>
                </a:ext>
              </a:extLst>
            </p:cNvPr>
            <p:cNvSpPr>
              <a:spLocks noChangeShapeType="1"/>
            </p:cNvSpPr>
            <p:nvPr/>
          </p:nvSpPr>
          <p:spPr bwMode="auto">
            <a:xfrm>
              <a:off x="5981700" y="3967800"/>
              <a:ext cx="1047750" cy="303212"/>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1996" name="Line 12">
              <a:extLst>
                <a:ext uri="{FF2B5EF4-FFF2-40B4-BE49-F238E27FC236}">
                  <a16:creationId xmlns:a16="http://schemas.microsoft.com/office/drawing/2014/main" id="{FB5FAF91-2A0B-449B-9E5C-1B55A258ABE5}"/>
                </a:ext>
              </a:extLst>
            </p:cNvPr>
            <p:cNvSpPr>
              <a:spLocks noChangeShapeType="1"/>
            </p:cNvSpPr>
            <p:nvPr/>
          </p:nvSpPr>
          <p:spPr bwMode="auto">
            <a:xfrm flipH="1">
              <a:off x="4057650" y="4011455"/>
              <a:ext cx="1047750" cy="301625"/>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1997" name="Rectangle 13">
              <a:extLst>
                <a:ext uri="{FF2B5EF4-FFF2-40B4-BE49-F238E27FC236}">
                  <a16:creationId xmlns:a16="http://schemas.microsoft.com/office/drawing/2014/main" id="{DD09F29E-A3C9-44EE-9D57-65876BF9A9EE}"/>
                </a:ext>
              </a:extLst>
            </p:cNvPr>
            <p:cNvSpPr>
              <a:spLocks noChangeArrowheads="1"/>
            </p:cNvSpPr>
            <p:nvPr/>
          </p:nvSpPr>
          <p:spPr bwMode="auto">
            <a:xfrm>
              <a:off x="7083425" y="4259900"/>
              <a:ext cx="900113"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id</a:t>
              </a:r>
              <a:r>
                <a:rPr lang="en-US" altLang="zh-CN" sz="2800" b="1" baseline="-25000">
                  <a:ea typeface="宋体" panose="02010600030101010101" pitchFamily="2" charset="-122"/>
                </a:rPr>
                <a:t>3</a:t>
              </a:r>
            </a:p>
          </p:txBody>
        </p:sp>
        <p:sp>
          <p:nvSpPr>
            <p:cNvPr id="41998" name="Rectangle 14">
              <a:extLst>
                <a:ext uri="{FF2B5EF4-FFF2-40B4-BE49-F238E27FC236}">
                  <a16:creationId xmlns:a16="http://schemas.microsoft.com/office/drawing/2014/main" id="{9F92FE75-35A1-4BE6-9E26-DAD76DDBF298}"/>
                </a:ext>
              </a:extLst>
            </p:cNvPr>
            <p:cNvSpPr>
              <a:spLocks noChangeArrowheads="1"/>
            </p:cNvSpPr>
            <p:nvPr/>
          </p:nvSpPr>
          <p:spPr bwMode="auto">
            <a:xfrm>
              <a:off x="5441950" y="3440750"/>
              <a:ext cx="5349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L</a:t>
              </a:r>
            </a:p>
          </p:txBody>
        </p:sp>
        <p:sp>
          <p:nvSpPr>
            <p:cNvPr id="41999" name="Line 15">
              <a:extLst>
                <a:ext uri="{FF2B5EF4-FFF2-40B4-BE49-F238E27FC236}">
                  <a16:creationId xmlns:a16="http://schemas.microsoft.com/office/drawing/2014/main" id="{9337FB1C-176C-4487-B0A8-78A56F11C461}"/>
                </a:ext>
              </a:extLst>
            </p:cNvPr>
            <p:cNvSpPr>
              <a:spLocks noChangeShapeType="1"/>
            </p:cNvSpPr>
            <p:nvPr/>
          </p:nvSpPr>
          <p:spPr bwMode="auto">
            <a:xfrm>
              <a:off x="3568700" y="2901000"/>
              <a:ext cx="1854200" cy="527050"/>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2000" name="Line 16">
              <a:extLst>
                <a:ext uri="{FF2B5EF4-FFF2-40B4-BE49-F238E27FC236}">
                  <a16:creationId xmlns:a16="http://schemas.microsoft.com/office/drawing/2014/main" id="{78545668-867B-4DC0-A93C-5FB5C37DE491}"/>
                </a:ext>
              </a:extLst>
            </p:cNvPr>
            <p:cNvSpPr>
              <a:spLocks noChangeShapeType="1"/>
            </p:cNvSpPr>
            <p:nvPr/>
          </p:nvSpPr>
          <p:spPr bwMode="auto">
            <a:xfrm>
              <a:off x="2085975" y="5833713"/>
              <a:ext cx="0" cy="463550"/>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2001" name="Line 17">
              <a:extLst>
                <a:ext uri="{FF2B5EF4-FFF2-40B4-BE49-F238E27FC236}">
                  <a16:creationId xmlns:a16="http://schemas.microsoft.com/office/drawing/2014/main" id="{C724E5F1-631B-4F39-B1FB-C8336835C3E1}"/>
                </a:ext>
              </a:extLst>
            </p:cNvPr>
            <p:cNvSpPr>
              <a:spLocks noChangeShapeType="1"/>
            </p:cNvSpPr>
            <p:nvPr/>
          </p:nvSpPr>
          <p:spPr bwMode="auto">
            <a:xfrm>
              <a:off x="3789130" y="4913950"/>
              <a:ext cx="0" cy="463550"/>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2002" name="Line 18">
              <a:extLst>
                <a:ext uri="{FF2B5EF4-FFF2-40B4-BE49-F238E27FC236}">
                  <a16:creationId xmlns:a16="http://schemas.microsoft.com/office/drawing/2014/main" id="{718BE5EE-559E-4468-84EE-B61C681A226C}"/>
                </a:ext>
              </a:extLst>
            </p:cNvPr>
            <p:cNvSpPr>
              <a:spLocks noChangeShapeType="1"/>
            </p:cNvSpPr>
            <p:nvPr/>
          </p:nvSpPr>
          <p:spPr bwMode="auto">
            <a:xfrm>
              <a:off x="5532438" y="4047968"/>
              <a:ext cx="0" cy="465137"/>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2003" name="Rectangle 19">
              <a:extLst>
                <a:ext uri="{FF2B5EF4-FFF2-40B4-BE49-F238E27FC236}">
                  <a16:creationId xmlns:a16="http://schemas.microsoft.com/office/drawing/2014/main" id="{F30C55C6-9C0A-4DAA-98A9-B42275CA37B3}"/>
                </a:ext>
              </a:extLst>
            </p:cNvPr>
            <p:cNvSpPr>
              <a:spLocks noChangeArrowheads="1"/>
            </p:cNvSpPr>
            <p:nvPr/>
          </p:nvSpPr>
          <p:spPr bwMode="auto">
            <a:xfrm>
              <a:off x="3659188" y="4253550"/>
              <a:ext cx="46196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L</a:t>
              </a:r>
            </a:p>
          </p:txBody>
        </p:sp>
        <p:sp>
          <p:nvSpPr>
            <p:cNvPr id="42004" name="Rectangle 20">
              <a:extLst>
                <a:ext uri="{FF2B5EF4-FFF2-40B4-BE49-F238E27FC236}">
                  <a16:creationId xmlns:a16="http://schemas.microsoft.com/office/drawing/2014/main" id="{3AF6C824-522E-4E53-9B28-66CB88EEB25D}"/>
                </a:ext>
              </a:extLst>
            </p:cNvPr>
            <p:cNvSpPr>
              <a:spLocks noChangeArrowheads="1"/>
            </p:cNvSpPr>
            <p:nvPr/>
          </p:nvSpPr>
          <p:spPr bwMode="auto">
            <a:xfrm>
              <a:off x="2009776" y="5049601"/>
              <a:ext cx="434975"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L</a:t>
              </a:r>
            </a:p>
          </p:txBody>
        </p:sp>
        <p:sp>
          <p:nvSpPr>
            <p:cNvPr id="42005" name="Line 21">
              <a:extLst>
                <a:ext uri="{FF2B5EF4-FFF2-40B4-BE49-F238E27FC236}">
                  <a16:creationId xmlns:a16="http://schemas.microsoft.com/office/drawing/2014/main" id="{2B789BE7-48B7-4E03-BB42-EE897EE98DC5}"/>
                </a:ext>
              </a:extLst>
            </p:cNvPr>
            <p:cNvSpPr>
              <a:spLocks noChangeShapeType="1"/>
            </p:cNvSpPr>
            <p:nvPr/>
          </p:nvSpPr>
          <p:spPr bwMode="auto">
            <a:xfrm flipH="1">
              <a:off x="2216332" y="4781393"/>
              <a:ext cx="1047750" cy="303212"/>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2006" name="Line 22">
              <a:extLst>
                <a:ext uri="{FF2B5EF4-FFF2-40B4-BE49-F238E27FC236}">
                  <a16:creationId xmlns:a16="http://schemas.microsoft.com/office/drawing/2014/main" id="{14FB4D7E-7C91-48CC-B2B6-4B6113FCDF7C}"/>
                </a:ext>
              </a:extLst>
            </p:cNvPr>
            <p:cNvSpPr>
              <a:spLocks noChangeShapeType="1"/>
            </p:cNvSpPr>
            <p:nvPr/>
          </p:nvSpPr>
          <p:spPr bwMode="auto">
            <a:xfrm>
              <a:off x="4154488" y="4786950"/>
              <a:ext cx="1047750" cy="301625"/>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2007" name="Rectangle 23">
              <a:extLst>
                <a:ext uri="{FF2B5EF4-FFF2-40B4-BE49-F238E27FC236}">
                  <a16:creationId xmlns:a16="http://schemas.microsoft.com/office/drawing/2014/main" id="{BC515455-B280-4048-B2E1-6E401500227C}"/>
                </a:ext>
              </a:extLst>
            </p:cNvPr>
            <p:cNvSpPr>
              <a:spLocks noChangeArrowheads="1"/>
            </p:cNvSpPr>
            <p:nvPr/>
          </p:nvSpPr>
          <p:spPr bwMode="auto">
            <a:xfrm>
              <a:off x="5081588" y="5067937"/>
              <a:ext cx="90170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id</a:t>
              </a:r>
              <a:r>
                <a:rPr lang="en-US" altLang="zh-CN" sz="2800" b="1" baseline="-25000">
                  <a:ea typeface="宋体" panose="02010600030101010101" pitchFamily="2" charset="-122"/>
                </a:rPr>
                <a:t>2</a:t>
              </a:r>
            </a:p>
          </p:txBody>
        </p:sp>
        <p:sp>
          <p:nvSpPr>
            <p:cNvPr id="42008" name="Rectangle 24">
              <a:extLst>
                <a:ext uri="{FF2B5EF4-FFF2-40B4-BE49-F238E27FC236}">
                  <a16:creationId xmlns:a16="http://schemas.microsoft.com/office/drawing/2014/main" id="{9A0D71AF-E385-41EA-9D33-C6D1586EF837}"/>
                </a:ext>
              </a:extLst>
            </p:cNvPr>
            <p:cNvSpPr>
              <a:spLocks noChangeArrowheads="1"/>
            </p:cNvSpPr>
            <p:nvPr/>
          </p:nvSpPr>
          <p:spPr bwMode="auto">
            <a:xfrm>
              <a:off x="1889585" y="6227763"/>
              <a:ext cx="90170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id</a:t>
              </a:r>
              <a:r>
                <a:rPr lang="en-US" altLang="zh-CN" sz="2800" b="1" baseline="-25000">
                  <a:ea typeface="宋体" panose="02010600030101010101" pitchFamily="2" charset="-122"/>
                </a:rPr>
                <a:t>1</a:t>
              </a:r>
            </a:p>
          </p:txBody>
        </p:sp>
        <p:sp>
          <p:nvSpPr>
            <p:cNvPr id="42009" name="Rectangle 25">
              <a:extLst>
                <a:ext uri="{FF2B5EF4-FFF2-40B4-BE49-F238E27FC236}">
                  <a16:creationId xmlns:a16="http://schemas.microsoft.com/office/drawing/2014/main" id="{111FC650-951C-4BDE-930A-0F6C12403FBD}"/>
                </a:ext>
              </a:extLst>
            </p:cNvPr>
            <p:cNvSpPr>
              <a:spLocks noChangeArrowheads="1"/>
            </p:cNvSpPr>
            <p:nvPr/>
          </p:nvSpPr>
          <p:spPr bwMode="auto">
            <a:xfrm>
              <a:off x="3722528" y="5203846"/>
              <a:ext cx="39052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42010" name="Rectangle 26">
              <a:extLst>
                <a:ext uri="{FF2B5EF4-FFF2-40B4-BE49-F238E27FC236}">
                  <a16:creationId xmlns:a16="http://schemas.microsoft.com/office/drawing/2014/main" id="{2CF7E3B9-0ADC-46EE-B9D6-A0C64CD4D8EA}"/>
                </a:ext>
              </a:extLst>
            </p:cNvPr>
            <p:cNvSpPr>
              <a:spLocks noChangeArrowheads="1"/>
            </p:cNvSpPr>
            <p:nvPr/>
          </p:nvSpPr>
          <p:spPr bwMode="auto">
            <a:xfrm>
              <a:off x="2630488" y="5917250"/>
              <a:ext cx="1071563"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00"/>
                  </a:solidFill>
                  <a:ea typeface="宋体" panose="02010600030101010101" pitchFamily="2" charset="-122"/>
                </a:rPr>
                <a:t>1</a:t>
              </a:r>
              <a:r>
                <a:rPr lang="en-US" altLang="zh-CN" sz="2800" b="1">
                  <a:solidFill>
                    <a:schemeClr val="accent1"/>
                  </a:solidFill>
                  <a:ea typeface="宋体" panose="02010600030101010101" pitchFamily="2" charset="-122"/>
                </a:rPr>
                <a:t> </a:t>
              </a:r>
              <a:r>
                <a:rPr lang="en-US" altLang="zh-CN" sz="2800" b="1" i="1">
                  <a:solidFill>
                    <a:schemeClr val="accent1"/>
                  </a:solidFill>
                  <a:ea typeface="宋体" panose="02010600030101010101" pitchFamily="2" charset="-122"/>
                </a:rPr>
                <a:t>entry</a:t>
              </a:r>
            </a:p>
          </p:txBody>
        </p:sp>
        <p:sp>
          <p:nvSpPr>
            <p:cNvPr id="42011" name="Rectangle 27">
              <a:extLst>
                <a:ext uri="{FF2B5EF4-FFF2-40B4-BE49-F238E27FC236}">
                  <a16:creationId xmlns:a16="http://schemas.microsoft.com/office/drawing/2014/main" id="{5A42293C-4D28-4BD6-9AA9-6229F3958A3A}"/>
                </a:ext>
              </a:extLst>
            </p:cNvPr>
            <p:cNvSpPr>
              <a:spLocks noChangeArrowheads="1"/>
            </p:cNvSpPr>
            <p:nvPr/>
          </p:nvSpPr>
          <p:spPr bwMode="auto">
            <a:xfrm>
              <a:off x="2536825" y="5048887"/>
              <a:ext cx="434975"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00"/>
                  </a:solidFill>
                  <a:ea typeface="宋体" panose="02010600030101010101" pitchFamily="2" charset="-122"/>
                </a:rPr>
                <a:t>10</a:t>
              </a:r>
            </a:p>
          </p:txBody>
        </p:sp>
        <p:sp>
          <p:nvSpPr>
            <p:cNvPr id="42012" name="Line 28">
              <a:extLst>
                <a:ext uri="{FF2B5EF4-FFF2-40B4-BE49-F238E27FC236}">
                  <a16:creationId xmlns:a16="http://schemas.microsoft.com/office/drawing/2014/main" id="{6B55EE8B-567B-4EA1-901B-ED7762C3D6E9}"/>
                </a:ext>
              </a:extLst>
            </p:cNvPr>
            <p:cNvSpPr>
              <a:spLocks noChangeShapeType="1"/>
            </p:cNvSpPr>
            <p:nvPr/>
          </p:nvSpPr>
          <p:spPr bwMode="auto">
            <a:xfrm flipV="1">
              <a:off x="2760663" y="5455287"/>
              <a:ext cx="0" cy="547687"/>
            </a:xfrm>
            <a:prstGeom prst="line">
              <a:avLst/>
            </a:prstGeom>
            <a:noFill/>
            <a:ln w="25400">
              <a:solidFill>
                <a:schemeClr val="accent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2013" name="Rectangle 29">
              <a:extLst>
                <a:ext uri="{FF2B5EF4-FFF2-40B4-BE49-F238E27FC236}">
                  <a16:creationId xmlns:a16="http://schemas.microsoft.com/office/drawing/2014/main" id="{37570B30-575B-4F67-9635-51BE82CF7677}"/>
                </a:ext>
              </a:extLst>
            </p:cNvPr>
            <p:cNvSpPr>
              <a:spLocks noChangeArrowheads="1"/>
            </p:cNvSpPr>
            <p:nvPr/>
          </p:nvSpPr>
          <p:spPr bwMode="auto">
            <a:xfrm>
              <a:off x="5778500" y="5145725"/>
              <a:ext cx="1069975"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00"/>
                  </a:solidFill>
                  <a:ea typeface="宋体" panose="02010600030101010101" pitchFamily="2" charset="-122"/>
                </a:rPr>
                <a:t>2</a:t>
              </a:r>
              <a:r>
                <a:rPr lang="en-US" altLang="zh-CN" sz="2800" b="1">
                  <a:solidFill>
                    <a:schemeClr val="accent1"/>
                  </a:solidFill>
                  <a:ea typeface="宋体" panose="02010600030101010101" pitchFamily="2" charset="-122"/>
                </a:rPr>
                <a:t> </a:t>
              </a:r>
              <a:r>
                <a:rPr lang="en-US" altLang="zh-CN" sz="2800" b="1" i="1">
                  <a:solidFill>
                    <a:schemeClr val="accent1"/>
                  </a:solidFill>
                  <a:ea typeface="宋体" panose="02010600030101010101" pitchFamily="2" charset="-122"/>
                </a:rPr>
                <a:t>entry</a:t>
              </a:r>
            </a:p>
          </p:txBody>
        </p:sp>
        <p:sp>
          <p:nvSpPr>
            <p:cNvPr id="42014" name="Rectangle 30">
              <a:extLst>
                <a:ext uri="{FF2B5EF4-FFF2-40B4-BE49-F238E27FC236}">
                  <a16:creationId xmlns:a16="http://schemas.microsoft.com/office/drawing/2014/main" id="{05D46DDC-606D-410B-834B-2AAE21D1EA01}"/>
                </a:ext>
              </a:extLst>
            </p:cNvPr>
            <p:cNvSpPr>
              <a:spLocks noChangeArrowheads="1"/>
            </p:cNvSpPr>
            <p:nvPr/>
          </p:nvSpPr>
          <p:spPr bwMode="auto">
            <a:xfrm>
              <a:off x="7731125" y="4321812"/>
              <a:ext cx="1069975"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00"/>
                  </a:solidFill>
                  <a:ea typeface="宋体" panose="02010600030101010101" pitchFamily="2" charset="-122"/>
                </a:rPr>
                <a:t>3</a:t>
              </a:r>
              <a:r>
                <a:rPr lang="en-US" altLang="zh-CN" sz="2800" b="1">
                  <a:solidFill>
                    <a:schemeClr val="accent1"/>
                  </a:solidFill>
                  <a:ea typeface="宋体" panose="02010600030101010101" pitchFamily="2" charset="-122"/>
                </a:rPr>
                <a:t> </a:t>
              </a:r>
              <a:r>
                <a:rPr lang="en-US" altLang="zh-CN" sz="2800" b="1" i="1">
                  <a:solidFill>
                    <a:schemeClr val="accent1"/>
                  </a:solidFill>
                  <a:ea typeface="宋体" panose="02010600030101010101" pitchFamily="2" charset="-122"/>
                </a:rPr>
                <a:t>entry</a:t>
              </a:r>
            </a:p>
          </p:txBody>
        </p:sp>
        <p:sp>
          <p:nvSpPr>
            <p:cNvPr id="42015" name="Rectangle 31">
              <a:extLst>
                <a:ext uri="{FF2B5EF4-FFF2-40B4-BE49-F238E27FC236}">
                  <a16:creationId xmlns:a16="http://schemas.microsoft.com/office/drawing/2014/main" id="{CDFA7ADA-AE15-434B-89D1-EBA845632CAB}"/>
                </a:ext>
              </a:extLst>
            </p:cNvPr>
            <p:cNvSpPr>
              <a:spLocks noChangeArrowheads="1"/>
            </p:cNvSpPr>
            <p:nvPr/>
          </p:nvSpPr>
          <p:spPr bwMode="auto">
            <a:xfrm>
              <a:off x="1046163" y="5045712"/>
              <a:ext cx="6794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solidFill>
                    <a:schemeClr val="accent1"/>
                  </a:solidFill>
                  <a:ea typeface="宋体" panose="02010600030101010101" pitchFamily="2" charset="-122"/>
                </a:rPr>
                <a:t>in </a:t>
              </a:r>
              <a:r>
                <a:rPr lang="en-US" altLang="zh-CN" sz="2800" b="1">
                  <a:solidFill>
                    <a:srgbClr val="FF0000"/>
                  </a:solidFill>
                  <a:ea typeface="宋体" panose="02010600030101010101" pitchFamily="2" charset="-122"/>
                </a:rPr>
                <a:t>9</a:t>
              </a:r>
            </a:p>
          </p:txBody>
        </p:sp>
        <p:sp>
          <p:nvSpPr>
            <p:cNvPr id="42016" name="Rectangle 32">
              <a:extLst>
                <a:ext uri="{FF2B5EF4-FFF2-40B4-BE49-F238E27FC236}">
                  <a16:creationId xmlns:a16="http://schemas.microsoft.com/office/drawing/2014/main" id="{DC964861-3DEE-4414-B04A-4B0D96F0FCD7}"/>
                </a:ext>
              </a:extLst>
            </p:cNvPr>
            <p:cNvSpPr>
              <a:spLocks noChangeArrowheads="1"/>
            </p:cNvSpPr>
            <p:nvPr/>
          </p:nvSpPr>
          <p:spPr bwMode="auto">
            <a:xfrm>
              <a:off x="4219575" y="4280537"/>
              <a:ext cx="43497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00"/>
                  </a:solidFill>
                  <a:ea typeface="宋体" panose="02010600030101010101" pitchFamily="2" charset="-122"/>
                </a:rPr>
                <a:t>8</a:t>
              </a:r>
            </a:p>
          </p:txBody>
        </p:sp>
        <p:sp>
          <p:nvSpPr>
            <p:cNvPr id="42017" name="Rectangle 33">
              <a:extLst>
                <a:ext uri="{FF2B5EF4-FFF2-40B4-BE49-F238E27FC236}">
                  <a16:creationId xmlns:a16="http://schemas.microsoft.com/office/drawing/2014/main" id="{0389F215-A76C-45DF-A66F-5F524479FAA3}"/>
                </a:ext>
              </a:extLst>
            </p:cNvPr>
            <p:cNvSpPr>
              <a:spLocks noChangeArrowheads="1"/>
            </p:cNvSpPr>
            <p:nvPr/>
          </p:nvSpPr>
          <p:spPr bwMode="auto">
            <a:xfrm>
              <a:off x="2686050" y="4275775"/>
              <a:ext cx="679450"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solidFill>
                    <a:schemeClr val="accent1"/>
                  </a:solidFill>
                  <a:ea typeface="宋体" panose="02010600030101010101" pitchFamily="2" charset="-122"/>
                </a:rPr>
                <a:t>in </a:t>
              </a:r>
              <a:r>
                <a:rPr lang="en-US" altLang="zh-CN" sz="2800" b="1">
                  <a:solidFill>
                    <a:srgbClr val="FF0000"/>
                  </a:solidFill>
                  <a:ea typeface="宋体" panose="02010600030101010101" pitchFamily="2" charset="-122"/>
                </a:rPr>
                <a:t>7</a:t>
              </a:r>
            </a:p>
          </p:txBody>
        </p:sp>
        <p:sp>
          <p:nvSpPr>
            <p:cNvPr id="42018" name="Rectangle 34">
              <a:extLst>
                <a:ext uri="{FF2B5EF4-FFF2-40B4-BE49-F238E27FC236}">
                  <a16:creationId xmlns:a16="http://schemas.microsoft.com/office/drawing/2014/main" id="{783E7232-3979-44D4-AEA8-BF31B3FA4871}"/>
                </a:ext>
              </a:extLst>
            </p:cNvPr>
            <p:cNvSpPr>
              <a:spLocks noChangeArrowheads="1"/>
            </p:cNvSpPr>
            <p:nvPr/>
          </p:nvSpPr>
          <p:spPr bwMode="auto">
            <a:xfrm>
              <a:off x="6144418" y="3431382"/>
              <a:ext cx="434975"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00"/>
                  </a:solidFill>
                  <a:ea typeface="宋体" panose="02010600030101010101" pitchFamily="2" charset="-122"/>
                </a:rPr>
                <a:t>6</a:t>
              </a:r>
            </a:p>
          </p:txBody>
        </p:sp>
        <p:sp>
          <p:nvSpPr>
            <p:cNvPr id="42019" name="Rectangle 35">
              <a:extLst>
                <a:ext uri="{FF2B5EF4-FFF2-40B4-BE49-F238E27FC236}">
                  <a16:creationId xmlns:a16="http://schemas.microsoft.com/office/drawing/2014/main" id="{70661A82-2AEB-4210-A282-2EE7CB657FEB}"/>
                </a:ext>
              </a:extLst>
            </p:cNvPr>
            <p:cNvSpPr>
              <a:spLocks noChangeArrowheads="1"/>
            </p:cNvSpPr>
            <p:nvPr/>
          </p:nvSpPr>
          <p:spPr bwMode="auto">
            <a:xfrm>
              <a:off x="4391025" y="3448687"/>
              <a:ext cx="901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solidFill>
                    <a:schemeClr val="accent1"/>
                  </a:solidFill>
                  <a:ea typeface="宋体" panose="02010600030101010101" pitchFamily="2" charset="-122"/>
                </a:rPr>
                <a:t>in </a:t>
              </a:r>
              <a:r>
                <a:rPr lang="en-US" altLang="zh-CN" sz="2800" b="1">
                  <a:solidFill>
                    <a:srgbClr val="FF0000"/>
                  </a:solidFill>
                  <a:ea typeface="宋体" panose="02010600030101010101" pitchFamily="2" charset="-122"/>
                </a:rPr>
                <a:t>5</a:t>
              </a:r>
            </a:p>
          </p:txBody>
        </p:sp>
        <p:sp>
          <p:nvSpPr>
            <p:cNvPr id="42020" name="Rectangle 36">
              <a:extLst>
                <a:ext uri="{FF2B5EF4-FFF2-40B4-BE49-F238E27FC236}">
                  <a16:creationId xmlns:a16="http://schemas.microsoft.com/office/drawing/2014/main" id="{7C120CFC-FB53-4807-AC34-2C1DF2969BFC}"/>
                </a:ext>
              </a:extLst>
            </p:cNvPr>
            <p:cNvSpPr>
              <a:spLocks noChangeArrowheads="1"/>
            </p:cNvSpPr>
            <p:nvPr/>
          </p:nvSpPr>
          <p:spPr bwMode="auto">
            <a:xfrm>
              <a:off x="1293813" y="3489962"/>
              <a:ext cx="973138"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00"/>
                  </a:solidFill>
                  <a:ea typeface="宋体" panose="02010600030101010101" pitchFamily="2" charset="-122"/>
                </a:rPr>
                <a:t>4</a:t>
              </a:r>
              <a:r>
                <a:rPr lang="en-US" altLang="zh-CN" sz="2800" b="1">
                  <a:solidFill>
                    <a:schemeClr val="accent1"/>
                  </a:solidFill>
                  <a:ea typeface="宋体" panose="02010600030101010101" pitchFamily="2" charset="-122"/>
                </a:rPr>
                <a:t> </a:t>
              </a:r>
              <a:r>
                <a:rPr lang="en-US" altLang="zh-CN" sz="2800" b="1" i="1">
                  <a:solidFill>
                    <a:schemeClr val="accent1"/>
                  </a:solidFill>
                  <a:ea typeface="宋体" panose="02010600030101010101" pitchFamily="2" charset="-122"/>
                </a:rPr>
                <a:t>type</a:t>
              </a:r>
            </a:p>
          </p:txBody>
        </p:sp>
        <p:sp>
          <p:nvSpPr>
            <p:cNvPr id="42021" name="Line 37">
              <a:extLst>
                <a:ext uri="{FF2B5EF4-FFF2-40B4-BE49-F238E27FC236}">
                  <a16:creationId xmlns:a16="http://schemas.microsoft.com/office/drawing/2014/main" id="{66CA2DA4-F69E-4403-9307-425DE1AD3442}"/>
                </a:ext>
              </a:extLst>
            </p:cNvPr>
            <p:cNvSpPr>
              <a:spLocks noChangeShapeType="1"/>
            </p:cNvSpPr>
            <p:nvPr/>
          </p:nvSpPr>
          <p:spPr bwMode="auto">
            <a:xfrm flipH="1">
              <a:off x="3194050" y="4010662"/>
              <a:ext cx="1047750" cy="303212"/>
            </a:xfrm>
            <a:prstGeom prst="line">
              <a:avLst/>
            </a:prstGeom>
            <a:noFill/>
            <a:ln w="25400">
              <a:solidFill>
                <a:schemeClr val="accent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2022" name="Line 38">
              <a:extLst>
                <a:ext uri="{FF2B5EF4-FFF2-40B4-BE49-F238E27FC236}">
                  <a16:creationId xmlns:a16="http://schemas.microsoft.com/office/drawing/2014/main" id="{74CC5A24-8A46-46B1-831A-C170EA1BE0FD}"/>
                </a:ext>
              </a:extLst>
            </p:cNvPr>
            <p:cNvSpPr>
              <a:spLocks noChangeShapeType="1"/>
            </p:cNvSpPr>
            <p:nvPr/>
          </p:nvSpPr>
          <p:spPr bwMode="auto">
            <a:xfrm flipH="1">
              <a:off x="1562100" y="4653600"/>
              <a:ext cx="1047750" cy="303212"/>
            </a:xfrm>
            <a:prstGeom prst="line">
              <a:avLst/>
            </a:prstGeom>
            <a:noFill/>
            <a:ln w="25400">
              <a:solidFill>
                <a:schemeClr val="accent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2023" name="Line 39">
              <a:extLst>
                <a:ext uri="{FF2B5EF4-FFF2-40B4-BE49-F238E27FC236}">
                  <a16:creationId xmlns:a16="http://schemas.microsoft.com/office/drawing/2014/main" id="{B70BF4CD-B44E-4362-9154-E7C43CCD3FCC}"/>
                </a:ext>
              </a:extLst>
            </p:cNvPr>
            <p:cNvSpPr>
              <a:spLocks noChangeShapeType="1"/>
            </p:cNvSpPr>
            <p:nvPr/>
          </p:nvSpPr>
          <p:spPr bwMode="auto">
            <a:xfrm flipH="1" flipV="1">
              <a:off x="6442075" y="3872550"/>
              <a:ext cx="1682750" cy="525462"/>
            </a:xfrm>
            <a:prstGeom prst="line">
              <a:avLst/>
            </a:prstGeom>
            <a:noFill/>
            <a:ln w="25400">
              <a:solidFill>
                <a:schemeClr val="accent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2024" name="Line 40">
              <a:extLst>
                <a:ext uri="{FF2B5EF4-FFF2-40B4-BE49-F238E27FC236}">
                  <a16:creationId xmlns:a16="http://schemas.microsoft.com/office/drawing/2014/main" id="{54D4D4DE-3EA2-4ED8-AC3B-D238021E59F5}"/>
                </a:ext>
              </a:extLst>
            </p:cNvPr>
            <p:cNvSpPr>
              <a:spLocks noChangeShapeType="1"/>
            </p:cNvSpPr>
            <p:nvPr/>
          </p:nvSpPr>
          <p:spPr bwMode="auto">
            <a:xfrm flipH="1" flipV="1">
              <a:off x="4560888" y="4661537"/>
              <a:ext cx="1682750" cy="523875"/>
            </a:xfrm>
            <a:prstGeom prst="line">
              <a:avLst/>
            </a:prstGeom>
            <a:noFill/>
            <a:ln w="25400">
              <a:solidFill>
                <a:schemeClr val="accent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2025" name="Freeform 41">
              <a:extLst>
                <a:ext uri="{FF2B5EF4-FFF2-40B4-BE49-F238E27FC236}">
                  <a16:creationId xmlns:a16="http://schemas.microsoft.com/office/drawing/2014/main" id="{C2A6BDE7-9AA1-4E06-8E80-F6059C4C95DC}"/>
                </a:ext>
              </a:extLst>
            </p:cNvPr>
            <p:cNvSpPr>
              <a:spLocks/>
            </p:cNvSpPr>
            <p:nvPr/>
          </p:nvSpPr>
          <p:spPr bwMode="auto">
            <a:xfrm>
              <a:off x="1687513" y="3191512"/>
              <a:ext cx="3025775" cy="425450"/>
            </a:xfrm>
            <a:custGeom>
              <a:avLst/>
              <a:gdLst>
                <a:gd name="T0" fmla="*/ 0 w 1860"/>
                <a:gd name="T1" fmla="*/ 101 h 315"/>
                <a:gd name="T2" fmla="*/ 427 w 1860"/>
                <a:gd name="T3" fmla="*/ 38 h 315"/>
                <a:gd name="T4" fmla="*/ 1140 w 1860"/>
                <a:gd name="T5" fmla="*/ 0 h 315"/>
                <a:gd name="T6" fmla="*/ 1795 w 1860"/>
                <a:gd name="T7" fmla="*/ 39 h 315"/>
                <a:gd name="T8" fmla="*/ 2206 w 1860"/>
                <a:gd name="T9" fmla="*/ 92 h 315"/>
                <a:gd name="T10" fmla="*/ 0 60000 65536"/>
                <a:gd name="T11" fmla="*/ 0 60000 65536"/>
                <a:gd name="T12" fmla="*/ 0 60000 65536"/>
                <a:gd name="T13" fmla="*/ 0 60000 65536"/>
                <a:gd name="T14" fmla="*/ 0 60000 65536"/>
                <a:gd name="T15" fmla="*/ 0 w 1860"/>
                <a:gd name="T16" fmla="*/ 0 h 315"/>
                <a:gd name="T17" fmla="*/ 1860 w 1860"/>
                <a:gd name="T18" fmla="*/ 315 h 315"/>
              </a:gdLst>
              <a:ahLst/>
              <a:cxnLst>
                <a:cxn ang="T10">
                  <a:pos x="T0" y="T1"/>
                </a:cxn>
                <a:cxn ang="T11">
                  <a:pos x="T2" y="T3"/>
                </a:cxn>
                <a:cxn ang="T12">
                  <a:pos x="T4" y="T5"/>
                </a:cxn>
                <a:cxn ang="T13">
                  <a:pos x="T6" y="T7"/>
                </a:cxn>
                <a:cxn ang="T14">
                  <a:pos x="T8" y="T9"/>
                </a:cxn>
              </a:cxnLst>
              <a:rect l="T15" t="T16" r="T17" b="T18"/>
              <a:pathLst>
                <a:path w="1860" h="315">
                  <a:moveTo>
                    <a:pt x="0" y="315"/>
                  </a:moveTo>
                  <a:cubicBezTo>
                    <a:pt x="60" y="282"/>
                    <a:pt x="200" y="171"/>
                    <a:pt x="360" y="119"/>
                  </a:cubicBezTo>
                  <a:cubicBezTo>
                    <a:pt x="520" y="67"/>
                    <a:pt x="768" y="0"/>
                    <a:pt x="960" y="0"/>
                  </a:cubicBezTo>
                  <a:cubicBezTo>
                    <a:pt x="1152" y="0"/>
                    <a:pt x="1365" y="73"/>
                    <a:pt x="1515" y="120"/>
                  </a:cubicBezTo>
                  <a:cubicBezTo>
                    <a:pt x="1665" y="167"/>
                    <a:pt x="1788" y="251"/>
                    <a:pt x="1860" y="285"/>
                  </a:cubicBezTo>
                </a:path>
              </a:pathLst>
            </a:custGeom>
            <a:noFill/>
            <a:ln w="25400">
              <a:solidFill>
                <a:schemeClr val="accent1"/>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solidFill>
                  <a:schemeClr val="accent1"/>
                </a:solidFill>
              </a:endParaRPr>
            </a:p>
          </p:txBody>
        </p:sp>
        <p:sp>
          <p:nvSpPr>
            <p:cNvPr id="42026" name="Freeform 42">
              <a:extLst>
                <a:ext uri="{FF2B5EF4-FFF2-40B4-BE49-F238E27FC236}">
                  <a16:creationId xmlns:a16="http://schemas.microsoft.com/office/drawing/2014/main" id="{0991D540-F040-4183-8BA7-5D49426058A9}"/>
                </a:ext>
              </a:extLst>
            </p:cNvPr>
            <p:cNvSpPr>
              <a:spLocks/>
            </p:cNvSpPr>
            <p:nvPr/>
          </p:nvSpPr>
          <p:spPr bwMode="auto">
            <a:xfrm>
              <a:off x="1417638" y="5520375"/>
              <a:ext cx="1196975" cy="225425"/>
            </a:xfrm>
            <a:custGeom>
              <a:avLst/>
              <a:gdLst>
                <a:gd name="T0" fmla="*/ 0 w 736"/>
                <a:gd name="T1" fmla="*/ 0 h 167"/>
                <a:gd name="T2" fmla="*/ 410 w 736"/>
                <a:gd name="T3" fmla="*/ 53 h 167"/>
                <a:gd name="T4" fmla="*/ 871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25400">
              <a:solidFill>
                <a:schemeClr val="accent1"/>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42027" name="Freeform 43">
              <a:extLst>
                <a:ext uri="{FF2B5EF4-FFF2-40B4-BE49-F238E27FC236}">
                  <a16:creationId xmlns:a16="http://schemas.microsoft.com/office/drawing/2014/main" id="{812CB85F-DC93-4111-8DA8-CD221FD9D1D9}"/>
                </a:ext>
              </a:extLst>
            </p:cNvPr>
            <p:cNvSpPr>
              <a:spLocks/>
            </p:cNvSpPr>
            <p:nvPr/>
          </p:nvSpPr>
          <p:spPr bwMode="auto">
            <a:xfrm>
              <a:off x="3103563" y="4621066"/>
              <a:ext cx="1196975" cy="225425"/>
            </a:xfrm>
            <a:custGeom>
              <a:avLst/>
              <a:gdLst>
                <a:gd name="T0" fmla="*/ 0 w 736"/>
                <a:gd name="T1" fmla="*/ 0 h 167"/>
                <a:gd name="T2" fmla="*/ 410 w 736"/>
                <a:gd name="T3" fmla="*/ 53 h 167"/>
                <a:gd name="T4" fmla="*/ 871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25400">
              <a:solidFill>
                <a:schemeClr val="accent1"/>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42028" name="Freeform 44">
              <a:extLst>
                <a:ext uri="{FF2B5EF4-FFF2-40B4-BE49-F238E27FC236}">
                  <a16:creationId xmlns:a16="http://schemas.microsoft.com/office/drawing/2014/main" id="{B6CC1446-235F-4F87-9B1F-9C01915C294F}"/>
                </a:ext>
              </a:extLst>
            </p:cNvPr>
            <p:cNvSpPr>
              <a:spLocks/>
            </p:cNvSpPr>
            <p:nvPr/>
          </p:nvSpPr>
          <p:spPr bwMode="auto">
            <a:xfrm>
              <a:off x="4920455" y="3802700"/>
              <a:ext cx="1198563" cy="225425"/>
            </a:xfrm>
            <a:custGeom>
              <a:avLst/>
              <a:gdLst>
                <a:gd name="T0" fmla="*/ 0 w 736"/>
                <a:gd name="T1" fmla="*/ 0 h 167"/>
                <a:gd name="T2" fmla="*/ 413 w 736"/>
                <a:gd name="T3" fmla="*/ 53 h 167"/>
                <a:gd name="T4" fmla="*/ 879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25400">
              <a:solidFill>
                <a:schemeClr val="accent1"/>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grpSp>
      <p:sp>
        <p:nvSpPr>
          <p:cNvPr id="3" name="日期占位符 2">
            <a:extLst>
              <a:ext uri="{FF2B5EF4-FFF2-40B4-BE49-F238E27FC236}">
                <a16:creationId xmlns:a16="http://schemas.microsoft.com/office/drawing/2014/main" id="{092EF3A4-7A25-7DAF-BB33-04552FBDD439}"/>
              </a:ext>
            </a:extLst>
          </p:cNvPr>
          <p:cNvSpPr>
            <a:spLocks noGrp="1"/>
          </p:cNvSpPr>
          <p:nvPr>
            <p:ph type="dt" sz="half" idx="10"/>
          </p:nvPr>
        </p:nvSpPr>
        <p:spPr/>
        <p:txBody>
          <a:bodyPr/>
          <a:lstStyle/>
          <a:p>
            <a:fld id="{35E6CDB0-7C91-44D5-9E51-557F11DBB1C6}" type="datetime2">
              <a:rPr lang="zh-CN" altLang="en-US" smtClean="0"/>
              <a:t>2025年4月30日</a:t>
            </a:fld>
            <a:endParaRPr lang="zh-CN" altLang="en-US"/>
          </a:p>
        </p:txBody>
      </p:sp>
      <p:sp>
        <p:nvSpPr>
          <p:cNvPr id="4" name="页脚占位符 3">
            <a:extLst>
              <a:ext uri="{FF2B5EF4-FFF2-40B4-BE49-F238E27FC236}">
                <a16:creationId xmlns:a16="http://schemas.microsoft.com/office/drawing/2014/main" id="{C9AC3896-79B6-E7BA-0B0E-313B28F8CC2F}"/>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a:p>
        </p:txBody>
      </p:sp>
      <p:sp>
        <p:nvSpPr>
          <p:cNvPr id="5" name="灯片编号占位符 4">
            <a:extLst>
              <a:ext uri="{FF2B5EF4-FFF2-40B4-BE49-F238E27FC236}">
                <a16:creationId xmlns:a16="http://schemas.microsoft.com/office/drawing/2014/main" id="{0EC72D97-14A7-7BED-50CE-C5A4F61B252A}"/>
              </a:ext>
            </a:extLst>
          </p:cNvPr>
          <p:cNvSpPr>
            <a:spLocks noGrp="1"/>
          </p:cNvSpPr>
          <p:nvPr>
            <p:ph type="sldNum" sz="quarter" idx="12"/>
          </p:nvPr>
        </p:nvSpPr>
        <p:spPr/>
        <p:txBody>
          <a:bodyPr/>
          <a:lstStyle/>
          <a:p>
            <a:fld id="{094DEB03-EFC6-4C20-8FC8-295189A5386F}" type="slidenum">
              <a:rPr lang="zh-CN" altLang="en-US" smtClean="0"/>
              <a:pPr/>
              <a:t>6</a:t>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C1D707-E2F7-477C-8A14-287D57695CCB}"/>
              </a:ext>
            </a:extLst>
          </p:cNvPr>
          <p:cNvSpPr>
            <a:spLocks noGrp="1"/>
          </p:cNvSpPr>
          <p:nvPr>
            <p:ph type="title"/>
          </p:nvPr>
        </p:nvSpPr>
        <p:spPr/>
        <p:txBody>
          <a:bodyPr/>
          <a:lstStyle/>
          <a:p>
            <a:r>
              <a:rPr lang="zh-CN" altLang="en-US"/>
              <a:t>上次课回顾</a:t>
            </a:r>
          </a:p>
        </p:txBody>
      </p:sp>
      <p:sp>
        <p:nvSpPr>
          <p:cNvPr id="5" name="文本框 4">
            <a:extLst>
              <a:ext uri="{FF2B5EF4-FFF2-40B4-BE49-F238E27FC236}">
                <a16:creationId xmlns:a16="http://schemas.microsoft.com/office/drawing/2014/main" id="{0D53C83F-60D7-40DB-97A7-9A6C4FCDA861}"/>
              </a:ext>
            </a:extLst>
          </p:cNvPr>
          <p:cNvSpPr txBox="1"/>
          <p:nvPr/>
        </p:nvSpPr>
        <p:spPr>
          <a:xfrm>
            <a:off x="3251468" y="1611055"/>
            <a:ext cx="1622560" cy="1384995"/>
          </a:xfrm>
          <a:prstGeom prst="rect">
            <a:avLst/>
          </a:prstGeom>
          <a:noFill/>
        </p:spPr>
        <p:txBody>
          <a:bodyPr wrap="none" rtlCol="0">
            <a:spAutoFit/>
          </a:bodyPr>
          <a:lstStyle/>
          <a:p>
            <a:pPr algn="ctr"/>
            <a:r>
              <a:rPr lang="zh-CN" altLang="en-US" sz="2800"/>
              <a:t>语法制导</a:t>
            </a:r>
            <a:endParaRPr lang="en-US" altLang="zh-CN" sz="2800"/>
          </a:p>
          <a:p>
            <a:pPr algn="ctr"/>
            <a:r>
              <a:rPr lang="zh-CN" altLang="en-US" sz="2800"/>
              <a:t>定义</a:t>
            </a:r>
            <a:endParaRPr lang="en-US" altLang="zh-CN" sz="2800"/>
          </a:p>
          <a:p>
            <a:pPr algn="ctr"/>
            <a:r>
              <a:rPr lang="zh-CN" altLang="en-US" sz="2800"/>
              <a:t>（</a:t>
            </a:r>
            <a:r>
              <a:rPr lang="en-US" altLang="zh-CN" sz="2800"/>
              <a:t>SDD</a:t>
            </a:r>
            <a:r>
              <a:rPr lang="zh-CN" altLang="en-US" sz="2800"/>
              <a:t>）</a:t>
            </a:r>
          </a:p>
        </p:txBody>
      </p:sp>
      <p:sp>
        <p:nvSpPr>
          <p:cNvPr id="6" name="箭头: 右 5">
            <a:extLst>
              <a:ext uri="{FF2B5EF4-FFF2-40B4-BE49-F238E27FC236}">
                <a16:creationId xmlns:a16="http://schemas.microsoft.com/office/drawing/2014/main" id="{AA21932E-9014-4BBF-B188-75AD579C794D}"/>
              </a:ext>
            </a:extLst>
          </p:cNvPr>
          <p:cNvSpPr/>
          <p:nvPr/>
        </p:nvSpPr>
        <p:spPr>
          <a:xfrm rot="5400000">
            <a:off x="3679480" y="3366282"/>
            <a:ext cx="766536" cy="47705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C1E78CBB-4330-4049-BF7D-1D6651C28AF4}"/>
              </a:ext>
            </a:extLst>
          </p:cNvPr>
          <p:cNvSpPr txBox="1"/>
          <p:nvPr/>
        </p:nvSpPr>
        <p:spPr>
          <a:xfrm>
            <a:off x="3309310" y="4241883"/>
            <a:ext cx="1620957" cy="1384995"/>
          </a:xfrm>
          <a:prstGeom prst="rect">
            <a:avLst/>
          </a:prstGeom>
          <a:noFill/>
        </p:spPr>
        <p:txBody>
          <a:bodyPr wrap="none" rtlCol="0">
            <a:spAutoFit/>
          </a:bodyPr>
          <a:lstStyle/>
          <a:p>
            <a:pPr algn="ctr"/>
            <a:r>
              <a:rPr lang="zh-CN" altLang="en-US" sz="2800"/>
              <a:t>语法制导</a:t>
            </a:r>
            <a:endParaRPr lang="en-US" altLang="zh-CN" sz="2800"/>
          </a:p>
          <a:p>
            <a:pPr algn="ctr"/>
            <a:r>
              <a:rPr lang="zh-CN" altLang="en-US" sz="2800"/>
              <a:t>翻译方案</a:t>
            </a:r>
            <a:endParaRPr lang="en-US" altLang="zh-CN" sz="2800"/>
          </a:p>
          <a:p>
            <a:pPr algn="ctr"/>
            <a:r>
              <a:rPr lang="zh-CN" altLang="en-US" sz="2800"/>
              <a:t>（</a:t>
            </a:r>
            <a:r>
              <a:rPr lang="en-US" altLang="zh-CN" sz="2800"/>
              <a:t>SDT</a:t>
            </a:r>
            <a:r>
              <a:rPr lang="zh-CN" altLang="en-US" sz="2800"/>
              <a:t>）</a:t>
            </a:r>
          </a:p>
        </p:txBody>
      </p:sp>
      <p:graphicFrame>
        <p:nvGraphicFramePr>
          <p:cNvPr id="8" name="Group 4">
            <a:extLst>
              <a:ext uri="{FF2B5EF4-FFF2-40B4-BE49-F238E27FC236}">
                <a16:creationId xmlns:a16="http://schemas.microsoft.com/office/drawing/2014/main" id="{8ABCBAAB-C1AF-4B64-9A4B-78F93C1411AD}"/>
              </a:ext>
            </a:extLst>
          </p:cNvPr>
          <p:cNvGraphicFramePr>
            <a:graphicFrameLocks/>
          </p:cNvGraphicFramePr>
          <p:nvPr>
            <p:extLst>
              <p:ext uri="{D42A27DB-BD31-4B8C-83A1-F6EECF244321}">
                <p14:modId xmlns:p14="http://schemas.microsoft.com/office/powerpoint/2010/main" val="974064350"/>
              </p:ext>
            </p:extLst>
          </p:nvPr>
        </p:nvGraphicFramePr>
        <p:xfrm>
          <a:off x="71451" y="1517146"/>
          <a:ext cx="3180017" cy="1581518"/>
        </p:xfrm>
        <a:graphic>
          <a:graphicData uri="http://schemas.openxmlformats.org/drawingml/2006/table">
            <a:tbl>
              <a:tblPr>
                <a:tableStyleId>{775DCB02-9BB8-47FD-8907-85C794F793BA}</a:tableStyleId>
              </a:tblPr>
              <a:tblGrid>
                <a:gridCol w="1059779">
                  <a:extLst>
                    <a:ext uri="{9D8B030D-6E8A-4147-A177-3AD203B41FA5}">
                      <a16:colId xmlns:a16="http://schemas.microsoft.com/office/drawing/2014/main" val="20000"/>
                    </a:ext>
                  </a:extLst>
                </a:gridCol>
                <a:gridCol w="2120238">
                  <a:extLst>
                    <a:ext uri="{9D8B030D-6E8A-4147-A177-3AD203B41FA5}">
                      <a16:colId xmlns:a16="http://schemas.microsoft.com/office/drawing/2014/main" val="20001"/>
                    </a:ext>
                  </a:extLst>
                </a:gridCol>
              </a:tblGrid>
              <a:tr h="22756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000" b="0" u="none" strike="noStrike" cap="none" normalizeH="0" baseline="0">
                          <a:ln>
                            <a:noFill/>
                          </a:ln>
                          <a:solidFill>
                            <a:schemeClr val="tx1"/>
                          </a:solidFill>
                          <a:effectLst/>
                        </a:rPr>
                        <a:t>产  生  式 </a:t>
                      </a:r>
                      <a:endParaRPr kumimoji="0" lang="zh-CN" altLang="en-US" sz="1000" b="0" i="0" u="none" strike="noStrike" cap="none" normalizeH="0" baseline="0">
                        <a:ln>
                          <a:noFill/>
                        </a:ln>
                        <a:solidFill>
                          <a:schemeClr val="tx1"/>
                        </a:solidFill>
                        <a:effectLst/>
                        <a:latin typeface="Times New Roman" pitchFamily="18" charset="0"/>
                        <a:ea typeface="黑体" pitchFamily="2" charset="-122"/>
                      </a:endParaRPr>
                    </a:p>
                  </a:txBody>
                  <a:tcPr marL="23108" marR="23108" marT="12324" marB="12324"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000" b="0" u="none" strike="noStrike" cap="none" normalizeH="0" baseline="0">
                          <a:ln>
                            <a:noFill/>
                          </a:ln>
                          <a:solidFill>
                            <a:schemeClr val="tx1"/>
                          </a:solidFill>
                          <a:effectLst/>
                        </a:rPr>
                        <a:t>语  义  规  则 </a:t>
                      </a:r>
                      <a:endParaRPr kumimoji="0" lang="zh-CN" altLang="en-US" sz="1000" b="0" i="0" u="none" strike="noStrike" cap="none" normalizeH="0" baseline="0">
                        <a:ln>
                          <a:noFill/>
                        </a:ln>
                        <a:solidFill>
                          <a:schemeClr val="tx1"/>
                        </a:solidFill>
                        <a:effectLst/>
                        <a:latin typeface="Times New Roman" pitchFamily="18" charset="0"/>
                        <a:ea typeface="黑体" pitchFamily="2" charset="-122"/>
                      </a:endParaRPr>
                    </a:p>
                  </a:txBody>
                  <a:tcPr marL="23108" marR="23108" marT="12324" marB="12324" horzOverflow="overflow"/>
                </a:tc>
                <a:extLst>
                  <a:ext uri="{0D108BD9-81ED-4DB2-BD59-A6C34878D82A}">
                    <a16:rowId xmlns:a16="http://schemas.microsoft.com/office/drawing/2014/main" val="10000"/>
                  </a:ext>
                </a:extLst>
              </a:tr>
              <a:tr h="22959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000" b="1" u="none" strike="noStrike" cap="none" normalizeH="0" baseline="0">
                          <a:ln>
                            <a:noFill/>
                          </a:ln>
                          <a:solidFill>
                            <a:schemeClr val="tx1"/>
                          </a:solidFill>
                          <a:effectLst/>
                        </a:rPr>
                        <a:t>  D </a:t>
                      </a:r>
                      <a:r>
                        <a:rPr kumimoji="0" lang="en-US" altLang="zh-CN" sz="1000" b="1" u="none" strike="noStrike" cap="none" normalizeH="0" baseline="0">
                          <a:ln>
                            <a:noFill/>
                          </a:ln>
                          <a:solidFill>
                            <a:schemeClr val="tx1"/>
                          </a:solidFill>
                          <a:effectLst/>
                          <a:sym typeface="Symbol" pitchFamily="18" charset="2"/>
                        </a:rPr>
                        <a:t></a:t>
                      </a:r>
                      <a:r>
                        <a:rPr kumimoji="0" lang="en-US" altLang="zh-CN" sz="1000" b="1" u="none" strike="noStrike" cap="none" normalizeH="0" baseline="0">
                          <a:ln>
                            <a:noFill/>
                          </a:ln>
                          <a:solidFill>
                            <a:schemeClr val="tx1"/>
                          </a:solidFill>
                          <a:effectLst/>
                        </a:rPr>
                        <a:t> TL</a:t>
                      </a:r>
                      <a:endParaRPr kumimoji="0" lang="en-US" altLang="zh-CN" sz="1000" b="0" i="0" u="none" strike="noStrike" cap="none" normalizeH="0" baseline="0">
                        <a:ln>
                          <a:noFill/>
                        </a:ln>
                        <a:solidFill>
                          <a:schemeClr val="tx1"/>
                        </a:solidFill>
                        <a:effectLst/>
                        <a:latin typeface="Times New Roman" pitchFamily="18" charset="0"/>
                        <a:ea typeface="黑体" pitchFamily="2" charset="-122"/>
                      </a:endParaRPr>
                    </a:p>
                  </a:txBody>
                  <a:tcPr marL="23108" marR="23108" marT="12324" marB="12324"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000" b="0" u="none" strike="noStrike" cap="none" normalizeH="0" baseline="0">
                          <a:ln>
                            <a:noFill/>
                          </a:ln>
                          <a:solidFill>
                            <a:schemeClr val="tx1"/>
                          </a:solidFill>
                          <a:effectLst/>
                        </a:rPr>
                        <a:t>  </a:t>
                      </a:r>
                      <a:r>
                        <a:rPr kumimoji="0" lang="en-US" altLang="zh-CN" sz="1000" b="1" u="none" strike="noStrike" cap="none" normalizeH="0" baseline="0">
                          <a:ln>
                            <a:noFill/>
                          </a:ln>
                          <a:solidFill>
                            <a:schemeClr val="tx1"/>
                          </a:solidFill>
                          <a:effectLst/>
                        </a:rPr>
                        <a:t>L.in = </a:t>
                      </a:r>
                      <a:r>
                        <a:rPr kumimoji="0" lang="en-US" altLang="zh-CN" sz="1000" b="1" u="none" strike="noStrike" cap="none" normalizeH="0" baseline="0" err="1">
                          <a:ln>
                            <a:noFill/>
                          </a:ln>
                          <a:solidFill>
                            <a:schemeClr val="tx1"/>
                          </a:solidFill>
                          <a:effectLst/>
                        </a:rPr>
                        <a:t>T.type</a:t>
                      </a:r>
                      <a:r>
                        <a:rPr kumimoji="0" lang="en-US" altLang="zh-CN" sz="1000" b="0" u="none" strike="noStrike" cap="none" normalizeH="0" baseline="0">
                          <a:ln>
                            <a:noFill/>
                          </a:ln>
                          <a:solidFill>
                            <a:schemeClr val="tx1"/>
                          </a:solidFill>
                          <a:effectLst/>
                        </a:rPr>
                        <a:t> </a:t>
                      </a:r>
                      <a:endParaRPr kumimoji="0" lang="en-US" altLang="zh-CN" sz="1000" b="0" i="0" u="none" strike="noStrike" cap="none" normalizeH="0" baseline="0">
                        <a:ln>
                          <a:noFill/>
                        </a:ln>
                        <a:solidFill>
                          <a:schemeClr val="tx1"/>
                        </a:solidFill>
                        <a:effectLst/>
                        <a:latin typeface="Times New Roman" pitchFamily="18" charset="0"/>
                        <a:ea typeface="黑体" pitchFamily="2" charset="-122"/>
                      </a:endParaRPr>
                    </a:p>
                  </a:txBody>
                  <a:tcPr marL="23108" marR="23108" marT="12324" marB="12324" horzOverflow="overflow"/>
                </a:tc>
                <a:extLst>
                  <a:ext uri="{0D108BD9-81ED-4DB2-BD59-A6C34878D82A}">
                    <a16:rowId xmlns:a16="http://schemas.microsoft.com/office/drawing/2014/main" val="10001"/>
                  </a:ext>
                </a:extLst>
              </a:tr>
              <a:tr h="251336">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000" b="0" u="none" strike="noStrike" cap="none" normalizeH="0" baseline="0">
                          <a:ln>
                            <a:noFill/>
                          </a:ln>
                          <a:solidFill>
                            <a:schemeClr val="tx1"/>
                          </a:solidFill>
                          <a:effectLst/>
                        </a:rPr>
                        <a:t>  </a:t>
                      </a:r>
                      <a:r>
                        <a:rPr kumimoji="0" lang="en-US" altLang="zh-CN" sz="1000" b="1" u="none" strike="noStrike" cap="none" normalizeH="0" baseline="0">
                          <a:ln>
                            <a:noFill/>
                          </a:ln>
                          <a:solidFill>
                            <a:schemeClr val="tx1"/>
                          </a:solidFill>
                          <a:effectLst/>
                        </a:rPr>
                        <a:t>T</a:t>
                      </a:r>
                      <a:r>
                        <a:rPr kumimoji="0" lang="en-US" altLang="zh-CN" sz="1000" b="1" u="none" strike="noStrike" cap="none" normalizeH="0" baseline="0">
                          <a:ln>
                            <a:noFill/>
                          </a:ln>
                          <a:solidFill>
                            <a:schemeClr val="tx1"/>
                          </a:solidFill>
                          <a:effectLst/>
                          <a:sym typeface="Symbol" pitchFamily="18" charset="2"/>
                        </a:rPr>
                        <a:t></a:t>
                      </a:r>
                      <a:r>
                        <a:rPr kumimoji="0" lang="en-US" altLang="zh-CN" sz="1000" b="0" u="none" strike="noStrike" cap="none" normalizeH="0" baseline="0">
                          <a:ln>
                            <a:noFill/>
                          </a:ln>
                          <a:solidFill>
                            <a:schemeClr val="tx1"/>
                          </a:solidFill>
                          <a:effectLst/>
                        </a:rPr>
                        <a:t> </a:t>
                      </a:r>
                      <a:r>
                        <a:rPr kumimoji="0" lang="en-US" altLang="zh-CN" sz="1000" b="1" u="none" strike="noStrike" cap="none" normalizeH="0" baseline="0">
                          <a:ln>
                            <a:noFill/>
                          </a:ln>
                          <a:solidFill>
                            <a:schemeClr val="tx1"/>
                          </a:solidFill>
                          <a:effectLst/>
                        </a:rPr>
                        <a:t>int</a:t>
                      </a:r>
                      <a:r>
                        <a:rPr kumimoji="0" lang="en-US" altLang="zh-CN" sz="1000" b="0" u="none" strike="noStrike" cap="none" normalizeH="0" baseline="0">
                          <a:ln>
                            <a:noFill/>
                          </a:ln>
                          <a:solidFill>
                            <a:schemeClr val="tx1"/>
                          </a:solidFill>
                          <a:effectLst/>
                        </a:rPr>
                        <a:t> </a:t>
                      </a:r>
                      <a:endParaRPr kumimoji="0" lang="en-US" altLang="zh-CN" sz="1000" b="0" i="0" u="none" strike="noStrike" cap="none" normalizeH="0" baseline="0">
                        <a:ln>
                          <a:noFill/>
                        </a:ln>
                        <a:solidFill>
                          <a:schemeClr val="tx1"/>
                        </a:solidFill>
                        <a:effectLst/>
                        <a:latin typeface="Times New Roman" pitchFamily="18" charset="0"/>
                        <a:ea typeface="黑体" pitchFamily="2" charset="-122"/>
                      </a:endParaRPr>
                    </a:p>
                  </a:txBody>
                  <a:tcPr marL="23108" marR="23108" marT="12324" marB="12324"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000" b="0" u="none" strike="noStrike" cap="none" normalizeH="0" baseline="0">
                          <a:ln>
                            <a:noFill/>
                          </a:ln>
                          <a:solidFill>
                            <a:schemeClr val="tx1"/>
                          </a:solidFill>
                          <a:effectLst/>
                        </a:rPr>
                        <a:t>  </a:t>
                      </a:r>
                      <a:r>
                        <a:rPr kumimoji="0" lang="en-US" altLang="zh-CN" sz="1000" b="1" u="none" strike="noStrike" cap="none" normalizeH="0" baseline="0">
                          <a:ln>
                            <a:noFill/>
                          </a:ln>
                          <a:solidFill>
                            <a:schemeClr val="tx1"/>
                          </a:solidFill>
                          <a:effectLst/>
                        </a:rPr>
                        <a:t>T. type = integer</a:t>
                      </a:r>
                      <a:r>
                        <a:rPr kumimoji="0" lang="en-US" altLang="zh-CN" sz="1000" b="0" u="none" strike="noStrike" cap="none" normalizeH="0" baseline="0">
                          <a:ln>
                            <a:noFill/>
                          </a:ln>
                          <a:solidFill>
                            <a:schemeClr val="tx1"/>
                          </a:solidFill>
                          <a:effectLst/>
                        </a:rPr>
                        <a:t> </a:t>
                      </a:r>
                      <a:endParaRPr kumimoji="0" lang="en-US" altLang="zh-CN" sz="1000" b="0" i="0" u="none" strike="noStrike" cap="none" normalizeH="0" baseline="0">
                        <a:ln>
                          <a:noFill/>
                        </a:ln>
                        <a:solidFill>
                          <a:schemeClr val="tx1"/>
                        </a:solidFill>
                        <a:effectLst/>
                        <a:latin typeface="Times New Roman" pitchFamily="18" charset="0"/>
                        <a:ea typeface="黑体" pitchFamily="2" charset="-122"/>
                      </a:endParaRPr>
                    </a:p>
                  </a:txBody>
                  <a:tcPr marL="23108" marR="23108" marT="12324" marB="12324" horzOverflow="overflow"/>
                </a:tc>
                <a:extLst>
                  <a:ext uri="{0D108BD9-81ED-4DB2-BD59-A6C34878D82A}">
                    <a16:rowId xmlns:a16="http://schemas.microsoft.com/office/drawing/2014/main" val="10002"/>
                  </a:ext>
                </a:extLst>
              </a:tr>
              <a:tr h="25201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000" b="0" u="none" strike="noStrike" cap="none" normalizeH="0" baseline="0">
                          <a:ln>
                            <a:noFill/>
                          </a:ln>
                          <a:solidFill>
                            <a:schemeClr val="tx1"/>
                          </a:solidFill>
                          <a:effectLst/>
                        </a:rPr>
                        <a:t>  </a:t>
                      </a:r>
                      <a:r>
                        <a:rPr kumimoji="0" lang="en-US" altLang="zh-CN" sz="1000" b="1" u="none" strike="noStrike" cap="none" normalizeH="0" baseline="0">
                          <a:ln>
                            <a:noFill/>
                          </a:ln>
                          <a:solidFill>
                            <a:schemeClr val="tx1"/>
                          </a:solidFill>
                          <a:effectLst/>
                        </a:rPr>
                        <a:t>T</a:t>
                      </a:r>
                      <a:r>
                        <a:rPr kumimoji="0" lang="en-US" altLang="zh-CN" sz="1000" b="1" u="none" strike="noStrike" cap="none" normalizeH="0" baseline="0">
                          <a:ln>
                            <a:noFill/>
                          </a:ln>
                          <a:solidFill>
                            <a:schemeClr val="tx1"/>
                          </a:solidFill>
                          <a:effectLst/>
                          <a:sym typeface="Symbol" pitchFamily="18" charset="2"/>
                        </a:rPr>
                        <a:t></a:t>
                      </a:r>
                      <a:r>
                        <a:rPr kumimoji="0" lang="en-US" altLang="zh-CN" sz="1000" b="0" u="none" strike="noStrike" cap="none" normalizeH="0" baseline="0">
                          <a:ln>
                            <a:noFill/>
                          </a:ln>
                          <a:solidFill>
                            <a:schemeClr val="tx1"/>
                          </a:solidFill>
                          <a:effectLst/>
                        </a:rPr>
                        <a:t> </a:t>
                      </a:r>
                      <a:r>
                        <a:rPr kumimoji="0" lang="en-US" altLang="zh-CN" sz="1000" b="1" u="none" strike="noStrike" cap="none" normalizeH="0" baseline="0">
                          <a:ln>
                            <a:noFill/>
                          </a:ln>
                          <a:solidFill>
                            <a:schemeClr val="tx1"/>
                          </a:solidFill>
                          <a:effectLst/>
                        </a:rPr>
                        <a:t>real</a:t>
                      </a:r>
                      <a:r>
                        <a:rPr kumimoji="0" lang="en-US" altLang="zh-CN" sz="1000" b="0" u="none" strike="noStrike" cap="none" normalizeH="0" baseline="0">
                          <a:ln>
                            <a:noFill/>
                          </a:ln>
                          <a:solidFill>
                            <a:schemeClr val="tx1"/>
                          </a:solidFill>
                          <a:effectLst/>
                        </a:rPr>
                        <a:t> </a:t>
                      </a:r>
                      <a:endParaRPr kumimoji="0" lang="en-US" altLang="zh-CN" sz="1000" b="0" i="0" u="none" strike="noStrike" cap="none" normalizeH="0" baseline="0">
                        <a:ln>
                          <a:noFill/>
                        </a:ln>
                        <a:solidFill>
                          <a:schemeClr val="tx1"/>
                        </a:solidFill>
                        <a:effectLst/>
                        <a:latin typeface="Times New Roman" pitchFamily="18" charset="0"/>
                        <a:ea typeface="黑体" pitchFamily="2" charset="-122"/>
                      </a:endParaRPr>
                    </a:p>
                  </a:txBody>
                  <a:tcPr marL="23108" marR="23108" marT="12324" marB="12324"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000" b="0" u="none" strike="noStrike" cap="none" normalizeH="0" baseline="0">
                          <a:ln>
                            <a:noFill/>
                          </a:ln>
                          <a:solidFill>
                            <a:schemeClr val="tx1"/>
                          </a:solidFill>
                          <a:effectLst/>
                        </a:rPr>
                        <a:t>  </a:t>
                      </a:r>
                      <a:r>
                        <a:rPr kumimoji="0" lang="en-US" altLang="zh-CN" sz="1000" b="1" u="none" strike="noStrike" cap="none" normalizeH="0" baseline="0">
                          <a:ln>
                            <a:noFill/>
                          </a:ln>
                          <a:solidFill>
                            <a:schemeClr val="tx1"/>
                          </a:solidFill>
                          <a:effectLst/>
                        </a:rPr>
                        <a:t>T. type = real</a:t>
                      </a:r>
                      <a:r>
                        <a:rPr kumimoji="0" lang="en-US" altLang="zh-CN" sz="1000" b="0" u="none" strike="noStrike" cap="none" normalizeH="0" baseline="0">
                          <a:ln>
                            <a:noFill/>
                          </a:ln>
                          <a:solidFill>
                            <a:schemeClr val="tx1"/>
                          </a:solidFill>
                          <a:effectLst/>
                        </a:rPr>
                        <a:t> </a:t>
                      </a:r>
                      <a:endParaRPr kumimoji="0" lang="en-US" altLang="zh-CN" sz="1000" b="0" i="0" u="none" strike="noStrike" cap="none" normalizeH="0" baseline="0">
                        <a:ln>
                          <a:noFill/>
                        </a:ln>
                        <a:solidFill>
                          <a:schemeClr val="tx1"/>
                        </a:solidFill>
                        <a:effectLst/>
                        <a:latin typeface="Times New Roman" pitchFamily="18" charset="0"/>
                        <a:ea typeface="黑体" pitchFamily="2" charset="-122"/>
                      </a:endParaRPr>
                    </a:p>
                  </a:txBody>
                  <a:tcPr marL="23108" marR="23108" marT="12324" marB="12324" horzOverflow="overflow"/>
                </a:tc>
                <a:extLst>
                  <a:ext uri="{0D108BD9-81ED-4DB2-BD59-A6C34878D82A}">
                    <a16:rowId xmlns:a16="http://schemas.microsoft.com/office/drawing/2014/main" val="10003"/>
                  </a:ext>
                </a:extLst>
              </a:tr>
              <a:tr h="36899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000" b="0" u="none" strike="noStrike" cap="none" normalizeH="0" baseline="0">
                          <a:ln>
                            <a:noFill/>
                          </a:ln>
                          <a:solidFill>
                            <a:schemeClr val="tx1"/>
                          </a:solidFill>
                          <a:effectLst/>
                        </a:rPr>
                        <a:t>  </a:t>
                      </a:r>
                      <a:r>
                        <a:rPr kumimoji="0" lang="en-US" altLang="zh-CN" sz="1000" b="1" u="none" strike="noStrike" cap="none" normalizeH="0" baseline="0">
                          <a:ln>
                            <a:noFill/>
                          </a:ln>
                          <a:solidFill>
                            <a:schemeClr val="tx1"/>
                          </a:solidFill>
                          <a:effectLst/>
                        </a:rPr>
                        <a:t>L</a:t>
                      </a:r>
                      <a:r>
                        <a:rPr kumimoji="0" lang="en-US" altLang="zh-CN" sz="1000" b="1" u="none" strike="noStrike" cap="none" normalizeH="0" baseline="0">
                          <a:ln>
                            <a:noFill/>
                          </a:ln>
                          <a:solidFill>
                            <a:schemeClr val="tx1"/>
                          </a:solidFill>
                          <a:effectLst/>
                          <a:sym typeface="Symbol" pitchFamily="18" charset="2"/>
                        </a:rPr>
                        <a:t></a:t>
                      </a:r>
                      <a:r>
                        <a:rPr kumimoji="0" lang="en-US" altLang="zh-CN" sz="1000" b="1" u="none" strike="noStrike" cap="none" normalizeH="0" baseline="0">
                          <a:ln>
                            <a:noFill/>
                          </a:ln>
                          <a:solidFill>
                            <a:schemeClr val="tx1"/>
                          </a:solidFill>
                          <a:effectLst/>
                        </a:rPr>
                        <a:t> L</a:t>
                      </a:r>
                      <a:r>
                        <a:rPr kumimoji="0" lang="en-US" altLang="zh-CN" sz="1000" b="1" u="none" strike="noStrike" cap="none" normalizeH="0" baseline="-30000">
                          <a:ln>
                            <a:noFill/>
                          </a:ln>
                          <a:solidFill>
                            <a:schemeClr val="tx1"/>
                          </a:solidFill>
                          <a:effectLst/>
                        </a:rPr>
                        <a:t>1</a:t>
                      </a:r>
                      <a:r>
                        <a:rPr kumimoji="0" lang="en-US" altLang="zh-CN" sz="1000" b="1" u="none" strike="noStrike" cap="none" normalizeH="0" baseline="0">
                          <a:ln>
                            <a:noFill/>
                          </a:ln>
                          <a:solidFill>
                            <a:schemeClr val="tx1"/>
                          </a:solidFill>
                          <a:effectLst/>
                        </a:rPr>
                        <a:t>,</a:t>
                      </a:r>
                      <a:r>
                        <a:rPr kumimoji="0" lang="en-US" altLang="zh-CN" sz="1000" b="0" u="none" strike="noStrike" cap="none" normalizeH="0" baseline="0">
                          <a:ln>
                            <a:noFill/>
                          </a:ln>
                          <a:solidFill>
                            <a:schemeClr val="tx1"/>
                          </a:solidFill>
                          <a:effectLst/>
                        </a:rPr>
                        <a:t> </a:t>
                      </a:r>
                      <a:r>
                        <a:rPr kumimoji="0" lang="en-US" altLang="zh-CN" sz="1000" b="1" u="none" strike="noStrike" cap="none" normalizeH="0" baseline="0">
                          <a:ln>
                            <a:noFill/>
                          </a:ln>
                          <a:solidFill>
                            <a:schemeClr val="tx1"/>
                          </a:solidFill>
                          <a:effectLst/>
                        </a:rPr>
                        <a:t>id</a:t>
                      </a:r>
                      <a:r>
                        <a:rPr kumimoji="0" lang="en-US" altLang="zh-CN" sz="1000" b="0" u="none" strike="noStrike" cap="none" normalizeH="0" baseline="0">
                          <a:ln>
                            <a:noFill/>
                          </a:ln>
                          <a:solidFill>
                            <a:schemeClr val="tx1"/>
                          </a:solidFill>
                          <a:effectLst/>
                        </a:rPr>
                        <a:t> </a:t>
                      </a:r>
                      <a:endParaRPr kumimoji="0" lang="en-US" altLang="zh-CN" sz="1000" b="0" i="0" u="none" strike="noStrike" cap="none" normalizeH="0" baseline="0">
                        <a:ln>
                          <a:noFill/>
                        </a:ln>
                        <a:solidFill>
                          <a:schemeClr val="tx1"/>
                        </a:solidFill>
                        <a:effectLst/>
                        <a:latin typeface="Times New Roman" pitchFamily="18" charset="0"/>
                        <a:ea typeface="黑体" pitchFamily="2" charset="-122"/>
                      </a:endParaRPr>
                    </a:p>
                  </a:txBody>
                  <a:tcPr marL="23108" marR="23108" marT="12324" marB="12324"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000" b="0" u="none" strike="noStrike" cap="none" normalizeH="0" baseline="0">
                          <a:ln>
                            <a:noFill/>
                          </a:ln>
                          <a:solidFill>
                            <a:schemeClr val="tx1"/>
                          </a:solidFill>
                          <a:effectLst/>
                        </a:rPr>
                        <a:t>  </a:t>
                      </a:r>
                      <a:r>
                        <a:rPr kumimoji="0" lang="en-US" altLang="zh-CN" sz="1000" b="1" u="none" strike="noStrike" cap="none" normalizeH="0" baseline="0">
                          <a:ln>
                            <a:noFill/>
                          </a:ln>
                          <a:solidFill>
                            <a:schemeClr val="tx1"/>
                          </a:solidFill>
                          <a:effectLst/>
                        </a:rPr>
                        <a:t>L</a:t>
                      </a:r>
                      <a:r>
                        <a:rPr kumimoji="0" lang="en-US" altLang="zh-CN" sz="1000" b="1" u="none" strike="noStrike" cap="none" normalizeH="0" baseline="-30000">
                          <a:ln>
                            <a:noFill/>
                          </a:ln>
                          <a:solidFill>
                            <a:schemeClr val="tx1"/>
                          </a:solidFill>
                          <a:effectLst/>
                        </a:rPr>
                        <a:t>1</a:t>
                      </a:r>
                      <a:r>
                        <a:rPr kumimoji="0" lang="en-US" altLang="zh-CN" sz="1000" b="1" u="none" strike="noStrike" cap="none" normalizeH="0" baseline="0">
                          <a:ln>
                            <a:noFill/>
                          </a:ln>
                          <a:solidFill>
                            <a:schemeClr val="tx1"/>
                          </a:solidFill>
                          <a:effectLst/>
                        </a:rPr>
                        <a:t>.in = L.in;</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000" b="1" u="none" strike="noStrike" cap="none" normalizeH="0" baseline="0">
                          <a:ln>
                            <a:noFill/>
                          </a:ln>
                          <a:solidFill>
                            <a:schemeClr val="tx1"/>
                          </a:solidFill>
                          <a:effectLst/>
                        </a:rPr>
                        <a:t>      </a:t>
                      </a:r>
                      <a:r>
                        <a:rPr kumimoji="0" lang="en-US" altLang="zh-CN" sz="1000" b="1" u="none" strike="noStrike" cap="none" normalizeH="0" baseline="0" err="1">
                          <a:ln>
                            <a:noFill/>
                          </a:ln>
                          <a:solidFill>
                            <a:schemeClr val="tx1"/>
                          </a:solidFill>
                          <a:effectLst/>
                        </a:rPr>
                        <a:t>addtype</a:t>
                      </a:r>
                      <a:r>
                        <a:rPr kumimoji="0" lang="en-US" altLang="zh-CN" sz="1000" b="1" u="none" strike="noStrike" cap="none" normalizeH="0" baseline="0">
                          <a:ln>
                            <a:noFill/>
                          </a:ln>
                          <a:solidFill>
                            <a:schemeClr val="tx1"/>
                          </a:solidFill>
                          <a:effectLst/>
                        </a:rPr>
                        <a:t> (</a:t>
                      </a:r>
                      <a:r>
                        <a:rPr kumimoji="0" lang="en-US" altLang="zh-CN" sz="1000" b="1" u="none" strike="noStrike" cap="none" normalizeH="0" baseline="0" err="1">
                          <a:ln>
                            <a:noFill/>
                          </a:ln>
                          <a:solidFill>
                            <a:schemeClr val="tx1"/>
                          </a:solidFill>
                          <a:effectLst/>
                        </a:rPr>
                        <a:t>id.entry</a:t>
                      </a:r>
                      <a:r>
                        <a:rPr kumimoji="0" lang="en-US" altLang="zh-CN" sz="1000" b="1" u="none" strike="noStrike" cap="none" normalizeH="0" baseline="0">
                          <a:ln>
                            <a:noFill/>
                          </a:ln>
                          <a:solidFill>
                            <a:schemeClr val="tx1"/>
                          </a:solidFill>
                          <a:effectLst/>
                        </a:rPr>
                        <a:t>, L.in )</a:t>
                      </a:r>
                      <a:r>
                        <a:rPr kumimoji="0" lang="en-US" altLang="zh-CN" sz="1000" b="0" u="none" strike="noStrike" cap="none" normalizeH="0" baseline="0">
                          <a:ln>
                            <a:noFill/>
                          </a:ln>
                          <a:solidFill>
                            <a:schemeClr val="tx1"/>
                          </a:solidFill>
                          <a:effectLst/>
                        </a:rPr>
                        <a:t> </a:t>
                      </a:r>
                      <a:endParaRPr kumimoji="0" lang="en-US" altLang="zh-CN" sz="1000" b="0" i="0" u="none" strike="noStrike" cap="none" normalizeH="0" baseline="0">
                        <a:ln>
                          <a:noFill/>
                        </a:ln>
                        <a:solidFill>
                          <a:schemeClr val="tx1"/>
                        </a:solidFill>
                        <a:effectLst/>
                        <a:latin typeface="Times New Roman" pitchFamily="18" charset="0"/>
                        <a:ea typeface="黑体" pitchFamily="2" charset="-122"/>
                      </a:endParaRPr>
                    </a:p>
                  </a:txBody>
                  <a:tcPr marL="23108" marR="23108" marT="12324" marB="12324" horzOverflow="overflow"/>
                </a:tc>
                <a:extLst>
                  <a:ext uri="{0D108BD9-81ED-4DB2-BD59-A6C34878D82A}">
                    <a16:rowId xmlns:a16="http://schemas.microsoft.com/office/drawing/2014/main" val="10004"/>
                  </a:ext>
                </a:extLst>
              </a:tr>
              <a:tr h="25201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000" b="0" u="none" strike="noStrike" cap="none" normalizeH="0" baseline="0">
                          <a:ln>
                            <a:noFill/>
                          </a:ln>
                          <a:solidFill>
                            <a:schemeClr val="tx1"/>
                          </a:solidFill>
                          <a:effectLst/>
                        </a:rPr>
                        <a:t>  </a:t>
                      </a:r>
                      <a:r>
                        <a:rPr kumimoji="0" lang="en-US" altLang="zh-CN" sz="1000" b="1" u="none" strike="noStrike" cap="none" normalizeH="0" baseline="0">
                          <a:ln>
                            <a:noFill/>
                          </a:ln>
                          <a:solidFill>
                            <a:schemeClr val="tx1"/>
                          </a:solidFill>
                          <a:effectLst/>
                        </a:rPr>
                        <a:t>L</a:t>
                      </a:r>
                      <a:r>
                        <a:rPr kumimoji="0" lang="en-US" altLang="zh-CN" sz="1000" b="1" u="none" strike="noStrike" cap="none" normalizeH="0" baseline="0">
                          <a:ln>
                            <a:noFill/>
                          </a:ln>
                          <a:solidFill>
                            <a:schemeClr val="tx1"/>
                          </a:solidFill>
                          <a:effectLst/>
                          <a:sym typeface="Symbol" pitchFamily="18" charset="2"/>
                        </a:rPr>
                        <a:t></a:t>
                      </a:r>
                      <a:r>
                        <a:rPr kumimoji="0" lang="en-US" altLang="zh-CN" sz="1000" b="0" u="none" strike="noStrike" cap="none" normalizeH="0" baseline="0">
                          <a:ln>
                            <a:noFill/>
                          </a:ln>
                          <a:solidFill>
                            <a:schemeClr val="tx1"/>
                          </a:solidFill>
                          <a:effectLst/>
                        </a:rPr>
                        <a:t> </a:t>
                      </a:r>
                      <a:r>
                        <a:rPr kumimoji="0" lang="en-US" altLang="zh-CN" sz="1000" b="1" u="none" strike="noStrike" cap="none" normalizeH="0" baseline="0">
                          <a:ln>
                            <a:noFill/>
                          </a:ln>
                          <a:solidFill>
                            <a:schemeClr val="tx1"/>
                          </a:solidFill>
                          <a:effectLst/>
                        </a:rPr>
                        <a:t>id</a:t>
                      </a:r>
                      <a:r>
                        <a:rPr kumimoji="0" lang="en-US" altLang="zh-CN" sz="1000" b="0" u="none" strike="noStrike" cap="none" normalizeH="0" baseline="0">
                          <a:ln>
                            <a:noFill/>
                          </a:ln>
                          <a:solidFill>
                            <a:schemeClr val="tx1"/>
                          </a:solidFill>
                          <a:effectLst/>
                        </a:rPr>
                        <a:t> </a:t>
                      </a:r>
                      <a:endParaRPr kumimoji="0" lang="en-US" altLang="zh-CN" sz="1000" b="0" i="0" u="none" strike="noStrike" cap="none" normalizeH="0" baseline="0">
                        <a:ln>
                          <a:noFill/>
                        </a:ln>
                        <a:solidFill>
                          <a:schemeClr val="tx1"/>
                        </a:solidFill>
                        <a:effectLst/>
                        <a:latin typeface="Times New Roman" pitchFamily="18" charset="0"/>
                        <a:ea typeface="黑体" pitchFamily="2" charset="-122"/>
                      </a:endParaRPr>
                    </a:p>
                  </a:txBody>
                  <a:tcPr marL="23108" marR="23108" marT="12324" marB="12324"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000" b="0" u="none" strike="noStrike" cap="none" normalizeH="0" baseline="0">
                          <a:ln>
                            <a:noFill/>
                          </a:ln>
                          <a:solidFill>
                            <a:schemeClr val="tx1"/>
                          </a:solidFill>
                          <a:effectLst/>
                        </a:rPr>
                        <a:t>  </a:t>
                      </a:r>
                      <a:r>
                        <a:rPr kumimoji="0" lang="en-US" altLang="zh-CN" sz="1000" b="1" u="none" strike="noStrike" cap="none" normalizeH="0" baseline="0" err="1">
                          <a:ln>
                            <a:noFill/>
                          </a:ln>
                          <a:solidFill>
                            <a:schemeClr val="tx1"/>
                          </a:solidFill>
                          <a:effectLst/>
                        </a:rPr>
                        <a:t>addtype</a:t>
                      </a:r>
                      <a:r>
                        <a:rPr kumimoji="0" lang="en-US" altLang="zh-CN" sz="1000" b="1" u="none" strike="noStrike" cap="none" normalizeH="0" baseline="0">
                          <a:ln>
                            <a:noFill/>
                          </a:ln>
                          <a:solidFill>
                            <a:schemeClr val="tx1"/>
                          </a:solidFill>
                          <a:effectLst/>
                        </a:rPr>
                        <a:t> (</a:t>
                      </a:r>
                      <a:r>
                        <a:rPr kumimoji="0" lang="en-US" altLang="zh-CN" sz="1000" b="1" u="none" strike="noStrike" cap="none" normalizeH="0" baseline="0" err="1">
                          <a:ln>
                            <a:noFill/>
                          </a:ln>
                          <a:solidFill>
                            <a:schemeClr val="tx1"/>
                          </a:solidFill>
                          <a:effectLst/>
                        </a:rPr>
                        <a:t>id.entry</a:t>
                      </a:r>
                      <a:r>
                        <a:rPr kumimoji="0" lang="en-US" altLang="zh-CN" sz="1000" b="1" u="none" strike="noStrike" cap="none" normalizeH="0" baseline="0">
                          <a:ln>
                            <a:noFill/>
                          </a:ln>
                          <a:solidFill>
                            <a:schemeClr val="tx1"/>
                          </a:solidFill>
                          <a:effectLst/>
                        </a:rPr>
                        <a:t>, L.in )</a:t>
                      </a:r>
                      <a:r>
                        <a:rPr kumimoji="0" lang="en-US" altLang="zh-CN" sz="1000" b="0" u="none" strike="noStrike" cap="none" normalizeH="0" baseline="0">
                          <a:ln>
                            <a:noFill/>
                          </a:ln>
                          <a:solidFill>
                            <a:schemeClr val="tx1"/>
                          </a:solidFill>
                          <a:effectLst/>
                        </a:rPr>
                        <a:t> </a:t>
                      </a:r>
                      <a:endParaRPr kumimoji="0" lang="en-US" altLang="zh-CN" sz="1000" b="0" i="0" u="none" strike="noStrike" cap="none" normalizeH="0" baseline="0">
                        <a:ln>
                          <a:noFill/>
                        </a:ln>
                        <a:solidFill>
                          <a:schemeClr val="tx1"/>
                        </a:solidFill>
                        <a:effectLst/>
                        <a:latin typeface="Times New Roman" pitchFamily="18" charset="0"/>
                        <a:ea typeface="黑体" pitchFamily="2" charset="-122"/>
                      </a:endParaRPr>
                    </a:p>
                  </a:txBody>
                  <a:tcPr marL="23108" marR="23108" marT="12324" marB="12324" horzOverflow="overflow"/>
                </a:tc>
                <a:extLst>
                  <a:ext uri="{0D108BD9-81ED-4DB2-BD59-A6C34878D82A}">
                    <a16:rowId xmlns:a16="http://schemas.microsoft.com/office/drawing/2014/main" val="10005"/>
                  </a:ext>
                </a:extLst>
              </a:tr>
            </a:tbl>
          </a:graphicData>
        </a:graphic>
      </p:graphicFrame>
      <p:pic>
        <p:nvPicPr>
          <p:cNvPr id="10" name="图片 9">
            <a:extLst>
              <a:ext uri="{FF2B5EF4-FFF2-40B4-BE49-F238E27FC236}">
                <a16:creationId xmlns:a16="http://schemas.microsoft.com/office/drawing/2014/main" id="{24609E79-AA6B-49DF-B852-7E75F8A5FE67}"/>
              </a:ext>
            </a:extLst>
          </p:cNvPr>
          <p:cNvPicPr>
            <a:picLocks noChangeAspect="1"/>
          </p:cNvPicPr>
          <p:nvPr/>
        </p:nvPicPr>
        <p:blipFill>
          <a:blip r:embed="rId2">
            <a:duotone>
              <a:prstClr val="black"/>
              <a:schemeClr val="accent2">
                <a:tint val="45000"/>
                <a:satMod val="400000"/>
              </a:schemeClr>
            </a:duotone>
          </a:blip>
          <a:stretch>
            <a:fillRect/>
          </a:stretch>
        </p:blipFill>
        <p:spPr>
          <a:xfrm>
            <a:off x="71451" y="4143622"/>
            <a:ext cx="3237859" cy="1581518"/>
          </a:xfrm>
          <a:prstGeom prst="rect">
            <a:avLst/>
          </a:prstGeom>
        </p:spPr>
      </p:pic>
      <p:sp>
        <p:nvSpPr>
          <p:cNvPr id="11" name="文本框 10">
            <a:extLst>
              <a:ext uri="{FF2B5EF4-FFF2-40B4-BE49-F238E27FC236}">
                <a16:creationId xmlns:a16="http://schemas.microsoft.com/office/drawing/2014/main" id="{B590A7C4-8AF2-495B-9A6C-BCF4119F9272}"/>
              </a:ext>
            </a:extLst>
          </p:cNvPr>
          <p:cNvSpPr txBox="1"/>
          <p:nvPr/>
        </p:nvSpPr>
        <p:spPr>
          <a:xfrm>
            <a:off x="765751" y="3110866"/>
            <a:ext cx="1620957" cy="523220"/>
          </a:xfrm>
          <a:prstGeom prst="rect">
            <a:avLst/>
          </a:prstGeom>
          <a:noFill/>
        </p:spPr>
        <p:txBody>
          <a:bodyPr wrap="none" rtlCol="0">
            <a:spAutoFit/>
          </a:bodyPr>
          <a:lstStyle/>
          <a:p>
            <a:pPr algn="ctr"/>
            <a:r>
              <a:rPr lang="zh-CN" altLang="en-US" sz="2800"/>
              <a:t>（抽象）</a:t>
            </a:r>
          </a:p>
        </p:txBody>
      </p:sp>
      <p:sp>
        <p:nvSpPr>
          <p:cNvPr id="13" name="文本框 12">
            <a:extLst>
              <a:ext uri="{FF2B5EF4-FFF2-40B4-BE49-F238E27FC236}">
                <a16:creationId xmlns:a16="http://schemas.microsoft.com/office/drawing/2014/main" id="{2F8F09D8-63A6-4D62-9C81-40F7141C3FB8}"/>
              </a:ext>
            </a:extLst>
          </p:cNvPr>
          <p:cNvSpPr txBox="1"/>
          <p:nvPr/>
        </p:nvSpPr>
        <p:spPr>
          <a:xfrm>
            <a:off x="765751" y="5743574"/>
            <a:ext cx="1620957" cy="523220"/>
          </a:xfrm>
          <a:prstGeom prst="rect">
            <a:avLst/>
          </a:prstGeom>
          <a:noFill/>
        </p:spPr>
        <p:txBody>
          <a:bodyPr wrap="none" rtlCol="0">
            <a:spAutoFit/>
          </a:bodyPr>
          <a:lstStyle/>
          <a:p>
            <a:pPr algn="ctr"/>
            <a:r>
              <a:rPr lang="zh-CN" altLang="en-US" sz="2800"/>
              <a:t>（具体）</a:t>
            </a:r>
          </a:p>
        </p:txBody>
      </p:sp>
      <p:sp>
        <p:nvSpPr>
          <p:cNvPr id="14" name="左大括号 13">
            <a:extLst>
              <a:ext uri="{FF2B5EF4-FFF2-40B4-BE49-F238E27FC236}">
                <a16:creationId xmlns:a16="http://schemas.microsoft.com/office/drawing/2014/main" id="{045E2942-8DA7-40C0-BC98-7AE89D1C3FFF}"/>
              </a:ext>
            </a:extLst>
          </p:cNvPr>
          <p:cNvSpPr/>
          <p:nvPr/>
        </p:nvSpPr>
        <p:spPr>
          <a:xfrm>
            <a:off x="5035144" y="3988077"/>
            <a:ext cx="266051" cy="1581518"/>
          </a:xfrm>
          <a:prstGeom prst="leftBrace">
            <a:avLst>
              <a:gd name="adj1" fmla="val 78375"/>
              <a:gd name="adj2" fmla="val 5053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5775C1A8-0626-467C-8311-A876617C7280}"/>
              </a:ext>
            </a:extLst>
          </p:cNvPr>
          <p:cNvSpPr txBox="1"/>
          <p:nvPr/>
        </p:nvSpPr>
        <p:spPr>
          <a:xfrm>
            <a:off x="5406072" y="3788022"/>
            <a:ext cx="3737928" cy="400110"/>
          </a:xfrm>
          <a:prstGeom prst="rect">
            <a:avLst/>
          </a:prstGeom>
          <a:noFill/>
        </p:spPr>
        <p:txBody>
          <a:bodyPr wrap="square" rtlCol="0">
            <a:spAutoFit/>
          </a:bodyPr>
          <a:lstStyle/>
          <a:p>
            <a:r>
              <a:rPr lang="en-US" altLang="zh-CN" sz="2000"/>
              <a:t>S</a:t>
            </a:r>
            <a:r>
              <a:rPr lang="zh-CN" altLang="en-US" sz="2000"/>
              <a:t>属性的自下而上计算（</a:t>
            </a:r>
            <a:r>
              <a:rPr lang="en-US" altLang="zh-CN" sz="2000"/>
              <a:t>LR</a:t>
            </a:r>
            <a:r>
              <a:rPr lang="zh-CN" altLang="en-US" sz="2000"/>
              <a:t>）</a:t>
            </a:r>
          </a:p>
        </p:txBody>
      </p:sp>
      <p:sp>
        <p:nvSpPr>
          <p:cNvPr id="16" name="文本框 15">
            <a:extLst>
              <a:ext uri="{FF2B5EF4-FFF2-40B4-BE49-F238E27FC236}">
                <a16:creationId xmlns:a16="http://schemas.microsoft.com/office/drawing/2014/main" id="{F61DC410-7FAC-4A30-857A-FBED33FFC798}"/>
              </a:ext>
            </a:extLst>
          </p:cNvPr>
          <p:cNvSpPr txBox="1"/>
          <p:nvPr/>
        </p:nvSpPr>
        <p:spPr>
          <a:xfrm>
            <a:off x="5406072" y="4578781"/>
            <a:ext cx="3737927" cy="400110"/>
          </a:xfrm>
          <a:prstGeom prst="rect">
            <a:avLst/>
          </a:prstGeom>
          <a:noFill/>
        </p:spPr>
        <p:txBody>
          <a:bodyPr wrap="square" rtlCol="0">
            <a:spAutoFit/>
          </a:bodyPr>
          <a:lstStyle/>
          <a:p>
            <a:r>
              <a:rPr lang="en-US" altLang="zh-CN" sz="2000"/>
              <a:t>L</a:t>
            </a:r>
            <a:r>
              <a:rPr lang="zh-CN" altLang="en-US" sz="2000"/>
              <a:t>属性的自上而下计算（</a:t>
            </a:r>
            <a:r>
              <a:rPr lang="en-US" altLang="zh-CN" sz="2000"/>
              <a:t>LL</a:t>
            </a:r>
            <a:r>
              <a:rPr lang="zh-CN" altLang="en-US" sz="2000"/>
              <a:t>）</a:t>
            </a:r>
          </a:p>
        </p:txBody>
      </p:sp>
      <p:sp>
        <p:nvSpPr>
          <p:cNvPr id="17" name="文本框 16">
            <a:extLst>
              <a:ext uri="{FF2B5EF4-FFF2-40B4-BE49-F238E27FC236}">
                <a16:creationId xmlns:a16="http://schemas.microsoft.com/office/drawing/2014/main" id="{298B94A0-B287-4585-BAFF-E61CA4B555AB}"/>
              </a:ext>
            </a:extLst>
          </p:cNvPr>
          <p:cNvSpPr txBox="1"/>
          <p:nvPr/>
        </p:nvSpPr>
        <p:spPr>
          <a:xfrm>
            <a:off x="5361883" y="5369540"/>
            <a:ext cx="2778325" cy="400110"/>
          </a:xfrm>
          <a:prstGeom prst="rect">
            <a:avLst/>
          </a:prstGeom>
          <a:noFill/>
        </p:spPr>
        <p:txBody>
          <a:bodyPr wrap="none" rtlCol="0">
            <a:spAutoFit/>
          </a:bodyPr>
          <a:lstStyle/>
          <a:p>
            <a:r>
              <a:rPr lang="en-US" altLang="zh-CN" sz="2000"/>
              <a:t>L</a:t>
            </a:r>
            <a:r>
              <a:rPr lang="zh-CN" altLang="en-US" sz="2000"/>
              <a:t>属性的自下而上计算</a:t>
            </a:r>
            <a:r>
              <a:rPr lang="en-US" altLang="zh-CN" sz="2000"/>
              <a:t>*</a:t>
            </a:r>
          </a:p>
        </p:txBody>
      </p:sp>
      <p:sp>
        <p:nvSpPr>
          <p:cNvPr id="3" name="日期占位符 2">
            <a:extLst>
              <a:ext uri="{FF2B5EF4-FFF2-40B4-BE49-F238E27FC236}">
                <a16:creationId xmlns:a16="http://schemas.microsoft.com/office/drawing/2014/main" id="{2E56B7E2-ADB1-FCFA-1C72-E3B29F36491F}"/>
              </a:ext>
            </a:extLst>
          </p:cNvPr>
          <p:cNvSpPr>
            <a:spLocks noGrp="1"/>
          </p:cNvSpPr>
          <p:nvPr>
            <p:ph type="dt" sz="half" idx="10"/>
          </p:nvPr>
        </p:nvSpPr>
        <p:spPr/>
        <p:txBody>
          <a:bodyPr/>
          <a:lstStyle/>
          <a:p>
            <a:fld id="{A8D30556-F871-43C9-8C70-9499A8784A12}" type="datetime2">
              <a:rPr lang="zh-CN" altLang="en-US" smtClean="0"/>
              <a:t>2025年4月30日</a:t>
            </a:fld>
            <a:endParaRPr lang="zh-CN" altLang="en-US"/>
          </a:p>
        </p:txBody>
      </p:sp>
      <p:sp>
        <p:nvSpPr>
          <p:cNvPr id="4" name="页脚占位符 3">
            <a:extLst>
              <a:ext uri="{FF2B5EF4-FFF2-40B4-BE49-F238E27FC236}">
                <a16:creationId xmlns:a16="http://schemas.microsoft.com/office/drawing/2014/main" id="{9FD4EF83-6860-D864-69C0-234FA2EF9EC0}"/>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9" name="灯片编号占位符 8">
            <a:extLst>
              <a:ext uri="{FF2B5EF4-FFF2-40B4-BE49-F238E27FC236}">
                <a16:creationId xmlns:a16="http://schemas.microsoft.com/office/drawing/2014/main" id="{1B15A0CB-0FC7-AE0E-20A0-9EFB4E4DFAAB}"/>
              </a:ext>
            </a:extLst>
          </p:cNvPr>
          <p:cNvSpPr>
            <a:spLocks noGrp="1"/>
          </p:cNvSpPr>
          <p:nvPr>
            <p:ph type="sldNum" sz="quarter" idx="12"/>
          </p:nvPr>
        </p:nvSpPr>
        <p:spPr/>
        <p:txBody>
          <a:bodyPr/>
          <a:lstStyle/>
          <a:p>
            <a:fld id="{094DEB03-EFC6-4C20-8FC8-295189A5386F}" type="slidenum">
              <a:rPr lang="zh-CN" altLang="en-US" smtClean="0"/>
              <a:pPr/>
              <a:t>7</a:t>
            </a:fld>
            <a:endParaRPr lang="zh-CN" altLang="en-US"/>
          </a:p>
        </p:txBody>
      </p:sp>
    </p:spTree>
    <p:extLst>
      <p:ext uri="{BB962C8B-B14F-4D97-AF65-F5344CB8AC3E}">
        <p14:creationId xmlns:p14="http://schemas.microsoft.com/office/powerpoint/2010/main" val="29038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68E68055-61B8-409F-AA96-9791F112C891}"/>
              </a:ext>
            </a:extLst>
          </p:cNvPr>
          <p:cNvSpPr>
            <a:spLocks noGrp="1" noChangeArrowheads="1"/>
          </p:cNvSpPr>
          <p:nvPr>
            <p:ph type="title"/>
          </p:nvPr>
        </p:nvSpPr>
        <p:spPr/>
        <p:txBody>
          <a:bodyPr/>
          <a:lstStyle/>
          <a:p>
            <a:r>
              <a:rPr lang="zh-CN" altLang="en-US"/>
              <a:t>本次课内容</a:t>
            </a:r>
          </a:p>
        </p:txBody>
      </p:sp>
      <p:sp>
        <p:nvSpPr>
          <p:cNvPr id="15363" name="Rectangle 3">
            <a:extLst>
              <a:ext uri="{FF2B5EF4-FFF2-40B4-BE49-F238E27FC236}">
                <a16:creationId xmlns:a16="http://schemas.microsoft.com/office/drawing/2014/main" id="{DEFF9564-584C-4AEF-8E61-A05598651E6B}"/>
              </a:ext>
            </a:extLst>
          </p:cNvPr>
          <p:cNvSpPr>
            <a:spLocks noGrp="1" noChangeArrowheads="1"/>
          </p:cNvSpPr>
          <p:nvPr>
            <p:ph idx="1"/>
          </p:nvPr>
        </p:nvSpPr>
        <p:spPr>
          <a:xfrm>
            <a:off x="628650" y="1257300"/>
            <a:ext cx="7886700" cy="5509260"/>
          </a:xfrm>
        </p:spPr>
        <p:txBody>
          <a:bodyPr>
            <a:normAutofit/>
          </a:bodyPr>
          <a:lstStyle/>
          <a:p>
            <a:pPr>
              <a:lnSpc>
                <a:spcPct val="120000"/>
              </a:lnSpc>
            </a:pPr>
            <a:r>
              <a:rPr lang="en-US" altLang="zh-CN" b="1" dirty="0"/>
              <a:t>4.1.8 </a:t>
            </a:r>
            <a:r>
              <a:rPr lang="zh-CN" altLang="en-US" dirty="0"/>
              <a:t>语法制导的翻译方案（教材</a:t>
            </a:r>
            <a:r>
              <a:rPr lang="en-US" altLang="zh-CN" b="1" dirty="0"/>
              <a:t>4.3.2</a:t>
            </a:r>
            <a:r>
              <a:rPr lang="zh-CN" altLang="en-US" dirty="0"/>
              <a:t>）</a:t>
            </a:r>
            <a:endParaRPr lang="en-US" altLang="zh-CN" dirty="0"/>
          </a:p>
          <a:p>
            <a:pPr>
              <a:lnSpc>
                <a:spcPct val="120000"/>
              </a:lnSpc>
            </a:pPr>
            <a:r>
              <a:rPr lang="en-US" altLang="zh-CN" b="1" dirty="0"/>
              <a:t>4.2</a:t>
            </a:r>
            <a:r>
              <a:rPr lang="en-US" altLang="zh-CN" dirty="0"/>
              <a:t> </a:t>
            </a:r>
            <a:r>
              <a:rPr lang="en-US" altLang="zh-CN" b="1" i="1" dirty="0"/>
              <a:t>S</a:t>
            </a:r>
            <a:r>
              <a:rPr lang="zh-CN" altLang="en-US" dirty="0"/>
              <a:t>属性定义的自下而上计算</a:t>
            </a:r>
            <a:endParaRPr lang="en-US" altLang="zh-CN" dirty="0"/>
          </a:p>
          <a:p>
            <a:pPr lvl="1">
              <a:lnSpc>
                <a:spcPct val="120000"/>
              </a:lnSpc>
            </a:pPr>
            <a:r>
              <a:rPr lang="en-US" altLang="zh-CN" b="1" dirty="0"/>
              <a:t>4.2.1</a:t>
            </a:r>
            <a:r>
              <a:rPr lang="en-US" altLang="zh-CN" dirty="0"/>
              <a:t> </a:t>
            </a:r>
            <a:r>
              <a:rPr lang="zh-CN" altLang="en-US" dirty="0"/>
              <a:t>抽象语法树</a:t>
            </a:r>
            <a:endParaRPr lang="en-US" altLang="zh-CN" dirty="0"/>
          </a:p>
          <a:p>
            <a:pPr lvl="1">
              <a:lnSpc>
                <a:spcPct val="120000"/>
              </a:lnSpc>
            </a:pPr>
            <a:r>
              <a:rPr lang="en-US" altLang="zh-CN" b="1" dirty="0"/>
              <a:t>4.2.2</a:t>
            </a:r>
            <a:r>
              <a:rPr lang="en-US" altLang="zh-CN" dirty="0"/>
              <a:t> </a:t>
            </a:r>
            <a:r>
              <a:rPr lang="zh-CN" altLang="en-US" dirty="0"/>
              <a:t>构造抽象语法树的</a:t>
            </a:r>
            <a:r>
              <a:rPr lang="en-US" altLang="zh-CN" b="1" i="1" dirty="0"/>
              <a:t>S</a:t>
            </a:r>
            <a:r>
              <a:rPr lang="zh-CN" altLang="en-US" dirty="0"/>
              <a:t>属性定义</a:t>
            </a:r>
            <a:endParaRPr lang="en-US" altLang="zh-CN" dirty="0"/>
          </a:p>
          <a:p>
            <a:pPr lvl="1">
              <a:lnSpc>
                <a:spcPct val="120000"/>
              </a:lnSpc>
            </a:pPr>
            <a:r>
              <a:rPr lang="en-US" altLang="zh-CN" b="1" dirty="0"/>
              <a:t>4.2.3 </a:t>
            </a:r>
            <a:r>
              <a:rPr lang="en-US" altLang="zh-CN" b="1" i="1" dirty="0"/>
              <a:t>S</a:t>
            </a:r>
            <a:r>
              <a:rPr lang="zh-CN" altLang="en-US" dirty="0"/>
              <a:t>属性定义的自下而上计算</a:t>
            </a:r>
            <a:endParaRPr lang="en-US" altLang="zh-CN" b="1" dirty="0"/>
          </a:p>
          <a:p>
            <a:pPr>
              <a:lnSpc>
                <a:spcPct val="120000"/>
              </a:lnSpc>
            </a:pPr>
            <a:r>
              <a:rPr lang="en-US" altLang="zh-CN" b="1" dirty="0"/>
              <a:t>4.3 </a:t>
            </a:r>
            <a:r>
              <a:rPr lang="en-US" altLang="zh-CN" b="1" i="1" dirty="0"/>
              <a:t>L</a:t>
            </a:r>
            <a:r>
              <a:rPr lang="zh-CN" altLang="en-US" dirty="0"/>
              <a:t>属性定义的自上而下计算</a:t>
            </a:r>
            <a:endParaRPr lang="en-US" altLang="zh-CN" dirty="0"/>
          </a:p>
          <a:p>
            <a:pPr lvl="1">
              <a:lnSpc>
                <a:spcPct val="120000"/>
              </a:lnSpc>
            </a:pPr>
            <a:r>
              <a:rPr lang="en-US" altLang="zh-CN" b="1" dirty="0"/>
              <a:t>4.3.1</a:t>
            </a:r>
            <a:r>
              <a:rPr lang="en-US" altLang="zh-CN" dirty="0"/>
              <a:t> </a:t>
            </a:r>
            <a:r>
              <a:rPr lang="zh-CN" altLang="en-US" dirty="0"/>
              <a:t>变量类型声明的</a:t>
            </a:r>
            <a:r>
              <a:rPr lang="en-US" altLang="zh-CN" b="1" i="1" dirty="0"/>
              <a:t>L</a:t>
            </a:r>
            <a:r>
              <a:rPr lang="zh-CN" altLang="en-US" dirty="0"/>
              <a:t>属性定义</a:t>
            </a:r>
            <a:endParaRPr lang="en-US" altLang="zh-CN" dirty="0"/>
          </a:p>
          <a:p>
            <a:pPr lvl="1">
              <a:lnSpc>
                <a:spcPct val="120000"/>
              </a:lnSpc>
            </a:pPr>
            <a:r>
              <a:rPr lang="en-US" altLang="zh-CN" b="1" dirty="0"/>
              <a:t>4.3.2 </a:t>
            </a:r>
            <a:r>
              <a:rPr lang="zh-CN" altLang="en-US" dirty="0"/>
              <a:t>使用翻译方案计算</a:t>
            </a:r>
            <a:r>
              <a:rPr lang="en-US" altLang="zh-CN" b="1" i="1" dirty="0"/>
              <a:t>L</a:t>
            </a:r>
            <a:r>
              <a:rPr lang="zh-CN" altLang="en-US" dirty="0"/>
              <a:t>属性定义</a:t>
            </a:r>
            <a:endParaRPr lang="en-US" altLang="zh-CN" dirty="0"/>
          </a:p>
        </p:txBody>
      </p:sp>
      <p:sp>
        <p:nvSpPr>
          <p:cNvPr id="2" name="日期占位符 1">
            <a:extLst>
              <a:ext uri="{FF2B5EF4-FFF2-40B4-BE49-F238E27FC236}">
                <a16:creationId xmlns:a16="http://schemas.microsoft.com/office/drawing/2014/main" id="{352BD35D-DCE0-7838-A270-F6D33D63C69F}"/>
              </a:ext>
            </a:extLst>
          </p:cNvPr>
          <p:cNvSpPr>
            <a:spLocks noGrp="1"/>
          </p:cNvSpPr>
          <p:nvPr>
            <p:ph type="dt" sz="half" idx="10"/>
          </p:nvPr>
        </p:nvSpPr>
        <p:spPr/>
        <p:txBody>
          <a:bodyPr/>
          <a:lstStyle/>
          <a:p>
            <a:fld id="{54D1A406-0E57-4AB3-8B13-606B21E8D1D8}"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7C4EEAA2-F270-FE7B-5252-64943FADAD52}"/>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79BAC2BE-0F44-FB0B-3CDE-42544EA5D6FF}"/>
              </a:ext>
            </a:extLst>
          </p:cNvPr>
          <p:cNvSpPr>
            <a:spLocks noGrp="1"/>
          </p:cNvSpPr>
          <p:nvPr>
            <p:ph type="sldNum" sz="quarter" idx="12"/>
          </p:nvPr>
        </p:nvSpPr>
        <p:spPr/>
        <p:txBody>
          <a:bodyPr/>
          <a:lstStyle/>
          <a:p>
            <a:fld id="{094DEB03-EFC6-4C20-8FC8-295189A5386F}" type="slidenum">
              <a:rPr lang="zh-CN" altLang="en-US" smtClean="0"/>
              <a:pPr/>
              <a:t>8</a:t>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C3AFE7D8-ECE2-13DC-ACC8-F1EEA56B7F97}"/>
              </a:ext>
            </a:extLst>
          </p:cNvPr>
          <p:cNvSpPr>
            <a:spLocks noGrp="1"/>
          </p:cNvSpPr>
          <p:nvPr>
            <p:ph type="dt" sz="half" idx="4294967295"/>
          </p:nvPr>
        </p:nvSpPr>
        <p:spPr>
          <a:xfrm>
            <a:off x="0" y="11113"/>
            <a:ext cx="3086100" cy="179387"/>
          </a:xfrm>
        </p:spPr>
        <p:txBody>
          <a:bodyPr/>
          <a:lstStyle/>
          <a:p>
            <a:fld id="{B2E0D3B4-0072-4667-942B-084B9A8393F5}" type="datetime2">
              <a:rPr lang="zh-CN" altLang="en-US" smtClean="0"/>
              <a:t>2025年4月30日</a:t>
            </a:fld>
            <a:endParaRPr lang="zh-CN" altLang="en-US"/>
          </a:p>
        </p:txBody>
      </p:sp>
      <p:sp>
        <p:nvSpPr>
          <p:cNvPr id="4" name="页脚占位符 3">
            <a:extLst>
              <a:ext uri="{FF2B5EF4-FFF2-40B4-BE49-F238E27FC236}">
                <a16:creationId xmlns:a16="http://schemas.microsoft.com/office/drawing/2014/main" id="{B62A3099-3EF2-30F2-4019-4A16761E8D69}"/>
              </a:ext>
            </a:extLst>
          </p:cNvPr>
          <p:cNvSpPr>
            <a:spLocks noGrp="1"/>
          </p:cNvSpPr>
          <p:nvPr>
            <p:ph type="ftr" sz="quarter" idx="4294967295"/>
          </p:nvPr>
        </p:nvSpPr>
        <p:spPr>
          <a:xfrm>
            <a:off x="7086600" y="11113"/>
            <a:ext cx="2057400" cy="179387"/>
          </a:xfrm>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5" name="灯片编号占位符 4">
            <a:extLst>
              <a:ext uri="{FF2B5EF4-FFF2-40B4-BE49-F238E27FC236}">
                <a16:creationId xmlns:a16="http://schemas.microsoft.com/office/drawing/2014/main" id="{802D3626-4811-B577-9278-84E7EEA1E01E}"/>
              </a:ext>
            </a:extLst>
          </p:cNvPr>
          <p:cNvSpPr>
            <a:spLocks noGrp="1"/>
          </p:cNvSpPr>
          <p:nvPr>
            <p:ph type="sldNum" sz="quarter" idx="4294967295"/>
          </p:nvPr>
        </p:nvSpPr>
        <p:spPr>
          <a:xfrm>
            <a:off x="0" y="11113"/>
            <a:ext cx="2060575" cy="179387"/>
          </a:xfrm>
        </p:spPr>
        <p:txBody>
          <a:bodyPr/>
          <a:lstStyle/>
          <a:p>
            <a:fld id="{094DEB03-EFC6-4C20-8FC8-295189A5386F}" type="slidenum">
              <a:rPr lang="zh-CN" altLang="en-US" smtClean="0"/>
              <a:pPr/>
              <a:t>9</a:t>
            </a:fld>
            <a:endParaRPr lang="zh-CN" altLang="en-US"/>
          </a:p>
        </p:txBody>
      </p:sp>
      <p:sp>
        <p:nvSpPr>
          <p:cNvPr id="8" name="文本框 7">
            <a:extLst>
              <a:ext uri="{FF2B5EF4-FFF2-40B4-BE49-F238E27FC236}">
                <a16:creationId xmlns:a16="http://schemas.microsoft.com/office/drawing/2014/main" id="{1F054BCA-9778-D132-058E-5A179BCE8229}"/>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下列哪项不是语法制导定义</a:t>
            </a:r>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(SDD)</a:t>
            </a:r>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的组成部分？</a:t>
            </a:r>
          </a:p>
        </p:txBody>
      </p:sp>
      <p:sp>
        <p:nvSpPr>
          <p:cNvPr id="9" name="文本框 8">
            <a:extLst>
              <a:ext uri="{FF2B5EF4-FFF2-40B4-BE49-F238E27FC236}">
                <a16:creationId xmlns:a16="http://schemas.microsoft.com/office/drawing/2014/main" id="{FCA52125-78DD-DD7C-AB54-4E1EA63E1589}"/>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基础文法（上下文无关文法，</a:t>
            </a:r>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CFG</a:t>
            </a:r>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10" name="文本框 9">
            <a:extLst>
              <a:ext uri="{FF2B5EF4-FFF2-40B4-BE49-F238E27FC236}">
                <a16:creationId xmlns:a16="http://schemas.microsoft.com/office/drawing/2014/main" id="{C8FB2168-69C3-1156-1C70-92F48C693455}"/>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文法符号的属性</a:t>
            </a:r>
          </a:p>
        </p:txBody>
      </p:sp>
      <p:sp>
        <p:nvSpPr>
          <p:cNvPr id="11" name="文本框 10">
            <a:extLst>
              <a:ext uri="{FF2B5EF4-FFF2-40B4-BE49-F238E27FC236}">
                <a16:creationId xmlns:a16="http://schemas.microsoft.com/office/drawing/2014/main" id="{540B83DF-2A93-F2EA-4CD8-AEF44933D6CA}"/>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属性依赖图</a:t>
            </a:r>
          </a:p>
        </p:txBody>
      </p:sp>
      <p:sp>
        <p:nvSpPr>
          <p:cNvPr id="12" name="文本框 11">
            <a:extLst>
              <a:ext uri="{FF2B5EF4-FFF2-40B4-BE49-F238E27FC236}">
                <a16:creationId xmlns:a16="http://schemas.microsoft.com/office/drawing/2014/main" id="{FD3FE5F4-D3A5-53E0-FE12-7D6552D6BB55}"/>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产生式的语义规则</a:t>
            </a:r>
          </a:p>
        </p:txBody>
      </p:sp>
      <p:sp>
        <p:nvSpPr>
          <p:cNvPr id="13" name="椭圆 12">
            <a:extLst>
              <a:ext uri="{FF2B5EF4-FFF2-40B4-BE49-F238E27FC236}">
                <a16:creationId xmlns:a16="http://schemas.microsoft.com/office/drawing/2014/main" id="{CC2DC0D5-AE60-CE7D-F937-DAA3EC62E980}"/>
              </a:ext>
            </a:extLst>
          </p:cNvPr>
          <p:cNvSpPr>
            <a:spLocks noChangeAspect="1"/>
          </p:cNvSpPr>
          <p:nvPr>
            <p:custDataLst>
              <p:tags r:id="rId7"/>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D309C23C-2C1F-D844-883D-71EA98130A20}"/>
              </a:ext>
            </a:extLst>
          </p:cNvPr>
          <p:cNvSpPr>
            <a:spLocks noChangeAspect="1"/>
          </p:cNvSpPr>
          <p:nvPr>
            <p:custDataLst>
              <p:tags r:id="rId8"/>
            </p:custDataLst>
          </p:nvPr>
        </p:nvSpPr>
        <p:spPr>
          <a:xfrm>
            <a:off x="1114425" y="370760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B2562598-662F-A264-147F-470BBA9AB6FD}"/>
              </a:ext>
            </a:extLst>
          </p:cNvPr>
          <p:cNvSpPr>
            <a:spLocks noChangeAspect="1"/>
          </p:cNvSpPr>
          <p:nvPr>
            <p:custDataLst>
              <p:tags r:id="rId9"/>
            </p:custDataLst>
          </p:nvPr>
        </p:nvSpPr>
        <p:spPr>
          <a:xfrm>
            <a:off x="1114425" y="4564856"/>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椭圆 15">
            <a:extLst>
              <a:ext uri="{FF2B5EF4-FFF2-40B4-BE49-F238E27FC236}">
                <a16:creationId xmlns:a16="http://schemas.microsoft.com/office/drawing/2014/main" id="{E9813A90-1501-59EE-22C1-C6859F5EDB33}"/>
              </a:ext>
            </a:extLst>
          </p:cNvPr>
          <p:cNvSpPr>
            <a:spLocks noChangeAspect="1"/>
          </p:cNvSpPr>
          <p:nvPr>
            <p:custDataLst>
              <p:tags r:id="rId10"/>
            </p:custDataLst>
          </p:nvPr>
        </p:nvSpPr>
        <p:spPr>
          <a:xfrm>
            <a:off x="1114425" y="542210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矩形: 圆角 16">
            <a:extLst>
              <a:ext uri="{FF2B5EF4-FFF2-40B4-BE49-F238E27FC236}">
                <a16:creationId xmlns:a16="http://schemas.microsoft.com/office/drawing/2014/main" id="{2C88F683-9043-930B-423E-F6203B4E41EF}"/>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2" name="组合 21">
            <a:extLst>
              <a:ext uri="{FF2B5EF4-FFF2-40B4-BE49-F238E27FC236}">
                <a16:creationId xmlns:a16="http://schemas.microsoft.com/office/drawing/2014/main" id="{C55CE5C8-2EC7-5EFC-7EA0-48DA8B799626}"/>
              </a:ext>
            </a:extLst>
          </p:cNvPr>
          <p:cNvGrpSpPr/>
          <p:nvPr>
            <p:custDataLst>
              <p:tags r:id="rId12"/>
            </p:custDataLst>
          </p:nvPr>
        </p:nvGrpSpPr>
        <p:grpSpPr>
          <a:xfrm>
            <a:off x="0" y="0"/>
            <a:ext cx="9144000" cy="635000"/>
            <a:chOff x="0" y="0"/>
            <a:chExt cx="9144000" cy="635000"/>
          </a:xfrm>
        </p:grpSpPr>
        <p:sp>
          <p:nvSpPr>
            <p:cNvPr id="18" name="TitleBackground">
              <a:extLst>
                <a:ext uri="{FF2B5EF4-FFF2-40B4-BE49-F238E27FC236}">
                  <a16:creationId xmlns:a16="http://schemas.microsoft.com/office/drawing/2014/main" id="{42B01E6C-5157-C61D-44E7-6F598C6FC17D}"/>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ColorBlock">
              <a:extLst>
                <a:ext uri="{FF2B5EF4-FFF2-40B4-BE49-F238E27FC236}">
                  <a16:creationId xmlns:a16="http://schemas.microsoft.com/office/drawing/2014/main" id="{7AF56259-F3DC-75E3-1257-295888CD406D}"/>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ypeText">
              <a:extLst>
                <a:ext uri="{FF2B5EF4-FFF2-40B4-BE49-F238E27FC236}">
                  <a16:creationId xmlns:a16="http://schemas.microsoft.com/office/drawing/2014/main" id="{E9ECFB46-9937-6B41-07BD-1A72DC213F8D}"/>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1" name="TipText">
              <a:extLst>
                <a:ext uri="{FF2B5EF4-FFF2-40B4-BE49-F238E27FC236}">
                  <a16:creationId xmlns:a16="http://schemas.microsoft.com/office/drawing/2014/main" id="{297A42F5-78A2-03DB-D4AC-1441EF11D23D}"/>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7" name="图片 6">
            <a:extLst>
              <a:ext uri="{FF2B5EF4-FFF2-40B4-BE49-F238E27FC236}">
                <a16:creationId xmlns:a16="http://schemas.microsoft.com/office/drawing/2014/main" id="{9B4939BF-0FDC-BB42-79E3-20E5C742DDF9}"/>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341739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99027497-C581-42CD-87B0-319433ABB1F5}"/>
              </a:ext>
            </a:extLst>
          </p:cNvPr>
          <p:cNvSpPr>
            <a:spLocks noGrp="1" noChangeArrowheads="1"/>
          </p:cNvSpPr>
          <p:nvPr>
            <p:ph type="title"/>
          </p:nvPr>
        </p:nvSpPr>
        <p:spPr/>
        <p:txBody>
          <a:bodyPr/>
          <a:lstStyle/>
          <a:p>
            <a:r>
              <a:rPr lang="en-US" altLang="zh-CN"/>
              <a:t>4.1.8 </a:t>
            </a:r>
            <a:r>
              <a:rPr lang="zh-CN" altLang="en-US"/>
              <a:t>语法制导的翻译方案</a:t>
            </a:r>
          </a:p>
        </p:txBody>
      </p:sp>
      <p:sp>
        <p:nvSpPr>
          <p:cNvPr id="20483" name="Rectangle 3">
            <a:extLst>
              <a:ext uri="{FF2B5EF4-FFF2-40B4-BE49-F238E27FC236}">
                <a16:creationId xmlns:a16="http://schemas.microsoft.com/office/drawing/2014/main" id="{57C015C9-904F-44F4-BCB2-A8812F7A72F7}"/>
              </a:ext>
            </a:extLst>
          </p:cNvPr>
          <p:cNvSpPr>
            <a:spLocks noGrp="1" noChangeArrowheads="1"/>
          </p:cNvSpPr>
          <p:nvPr>
            <p:ph idx="1"/>
          </p:nvPr>
        </p:nvSpPr>
        <p:spPr/>
        <p:txBody>
          <a:bodyPr/>
          <a:lstStyle/>
          <a:p>
            <a:pPr marL="0" indent="0">
              <a:buNone/>
            </a:pPr>
            <a:endParaRPr lang="en-US" altLang="zh-CN" sz="2800" b="1" i="1">
              <a:latin typeface="Times New Roman" pitchFamily="18" charset="0"/>
              <a:ea typeface="黑体" pitchFamily="2" charset="-122"/>
            </a:endParaRPr>
          </a:p>
          <a:p>
            <a:pPr marL="0" indent="0">
              <a:buNone/>
            </a:pPr>
            <a:r>
              <a:rPr lang="en-US" altLang="zh-CN" sz="2800" b="1" i="1">
                <a:latin typeface="Times New Roman" pitchFamily="18" charset="0"/>
                <a:ea typeface="黑体" pitchFamily="2" charset="-122"/>
              </a:rPr>
              <a:t>D </a:t>
            </a:r>
            <a:r>
              <a:rPr lang="en-US" altLang="zh-CN" sz="2800" b="1">
                <a:latin typeface="Times New Roman" pitchFamily="18" charset="0"/>
                <a:ea typeface="黑体" pitchFamily="2" charset="-122"/>
                <a:sym typeface="Symbol" pitchFamily="18" charset="2"/>
              </a:rPr>
              <a:t></a:t>
            </a:r>
            <a:r>
              <a:rPr lang="en-US" altLang="zh-CN" sz="2800" b="1">
                <a:latin typeface="Times New Roman" pitchFamily="18" charset="0"/>
                <a:ea typeface="黑体" pitchFamily="2" charset="-122"/>
              </a:rPr>
              <a:t> </a:t>
            </a:r>
            <a:r>
              <a:rPr lang="en-US" altLang="zh-CN" sz="2800" b="1" i="1">
                <a:latin typeface="Times New Roman" pitchFamily="18" charset="0"/>
                <a:ea typeface="黑体" pitchFamily="2" charset="-122"/>
              </a:rPr>
              <a:t>T </a:t>
            </a:r>
            <a:r>
              <a:rPr lang="en-US" altLang="zh-CN" sz="2800" b="1">
                <a:solidFill>
                  <a:schemeClr val="accent1"/>
                </a:solidFill>
                <a:latin typeface="Times New Roman" pitchFamily="18" charset="0"/>
                <a:ea typeface="黑体" pitchFamily="2" charset="-122"/>
              </a:rPr>
              <a:t>{</a:t>
            </a:r>
            <a:r>
              <a:rPr lang="en-US" altLang="zh-CN" sz="2800" b="1" i="1">
                <a:solidFill>
                  <a:schemeClr val="accent1"/>
                </a:solidFill>
                <a:latin typeface="Times New Roman" pitchFamily="18" charset="0"/>
                <a:ea typeface="黑体" pitchFamily="2" charset="-122"/>
              </a:rPr>
              <a:t>L</a:t>
            </a:r>
            <a:r>
              <a:rPr lang="en-US" altLang="zh-CN" sz="2800" b="1">
                <a:solidFill>
                  <a:schemeClr val="accent1"/>
                </a:solidFill>
                <a:latin typeface="Times New Roman" pitchFamily="18" charset="0"/>
                <a:ea typeface="黑体" pitchFamily="2" charset="-122"/>
              </a:rPr>
              <a:t>.</a:t>
            </a:r>
            <a:r>
              <a:rPr lang="en-US" altLang="zh-CN" sz="2800" b="1" i="1">
                <a:solidFill>
                  <a:schemeClr val="accent1"/>
                </a:solidFill>
                <a:latin typeface="Times New Roman" pitchFamily="18" charset="0"/>
                <a:ea typeface="黑体" pitchFamily="2" charset="-122"/>
              </a:rPr>
              <a:t>in</a:t>
            </a:r>
            <a:r>
              <a:rPr lang="en-US" altLang="zh-CN" sz="2800" b="1">
                <a:solidFill>
                  <a:schemeClr val="accent1"/>
                </a:solidFill>
                <a:latin typeface="Times New Roman" pitchFamily="18" charset="0"/>
                <a:ea typeface="黑体" pitchFamily="2" charset="-122"/>
              </a:rPr>
              <a:t> = </a:t>
            </a:r>
            <a:r>
              <a:rPr lang="en-US" altLang="zh-CN" sz="2800" b="1" i="1" err="1">
                <a:solidFill>
                  <a:schemeClr val="accent1"/>
                </a:solidFill>
                <a:latin typeface="Times New Roman" pitchFamily="18" charset="0"/>
                <a:ea typeface="黑体" pitchFamily="2" charset="-122"/>
              </a:rPr>
              <a:t>T</a:t>
            </a:r>
            <a:r>
              <a:rPr lang="en-US" altLang="zh-CN" sz="2800" b="1" err="1">
                <a:solidFill>
                  <a:schemeClr val="accent1"/>
                </a:solidFill>
                <a:latin typeface="Times New Roman" pitchFamily="18" charset="0"/>
                <a:ea typeface="黑体" pitchFamily="2" charset="-122"/>
              </a:rPr>
              <a:t>.</a:t>
            </a:r>
            <a:r>
              <a:rPr lang="en-US" altLang="zh-CN" sz="2800" b="1" i="1" err="1">
                <a:solidFill>
                  <a:schemeClr val="accent1"/>
                </a:solidFill>
                <a:latin typeface="Times New Roman" pitchFamily="18" charset="0"/>
                <a:ea typeface="黑体" pitchFamily="2" charset="-122"/>
              </a:rPr>
              <a:t>type</a:t>
            </a:r>
            <a:r>
              <a:rPr lang="en-US" altLang="zh-CN" sz="2800" b="1">
                <a:solidFill>
                  <a:schemeClr val="accent1"/>
                </a:solidFill>
                <a:latin typeface="Times New Roman" pitchFamily="18" charset="0"/>
                <a:ea typeface="黑体" pitchFamily="2" charset="-122"/>
              </a:rPr>
              <a:t>} </a:t>
            </a:r>
            <a:r>
              <a:rPr lang="en-US" altLang="zh-CN" sz="2800" b="1" i="1">
                <a:latin typeface="Times New Roman" pitchFamily="18" charset="0"/>
                <a:ea typeface="黑体" pitchFamily="2" charset="-122"/>
              </a:rPr>
              <a:t>L</a:t>
            </a:r>
          </a:p>
          <a:p>
            <a:pPr marL="0" indent="0">
              <a:buFont typeface="Arial" panose="020B0604020202020204" pitchFamily="34" charset="0"/>
              <a:buNone/>
            </a:pPr>
            <a:r>
              <a:rPr lang="en-US" altLang="zh-CN" sz="2800" b="1" i="1">
                <a:latin typeface="Times New Roman" pitchFamily="18" charset="0"/>
                <a:ea typeface="黑体" pitchFamily="2" charset="-122"/>
              </a:rPr>
              <a:t>T</a:t>
            </a:r>
            <a:r>
              <a:rPr lang="en-US" altLang="zh-CN" sz="2800" b="1">
                <a:latin typeface="Times New Roman" pitchFamily="18" charset="0"/>
                <a:ea typeface="黑体" pitchFamily="2" charset="-122"/>
                <a:sym typeface="Symbol" pitchFamily="18" charset="2"/>
              </a:rPr>
              <a:t>  </a:t>
            </a:r>
            <a:r>
              <a:rPr lang="en-US" altLang="zh-CN" sz="2800" b="1">
                <a:latin typeface="Times New Roman" pitchFamily="18" charset="0"/>
                <a:ea typeface="黑体" pitchFamily="2" charset="-122"/>
              </a:rPr>
              <a:t>int </a:t>
            </a:r>
            <a:r>
              <a:rPr lang="en-US" altLang="zh-CN" sz="2800" b="1">
                <a:solidFill>
                  <a:schemeClr val="accent1"/>
                </a:solidFill>
                <a:latin typeface="Times New Roman" pitchFamily="18" charset="0"/>
                <a:ea typeface="黑体" pitchFamily="2" charset="-122"/>
              </a:rPr>
              <a:t>{</a:t>
            </a:r>
            <a:r>
              <a:rPr lang="en-US" altLang="zh-CN" sz="2800" b="1" i="1">
                <a:solidFill>
                  <a:schemeClr val="accent1"/>
                </a:solidFill>
                <a:latin typeface="Times New Roman" pitchFamily="18" charset="0"/>
                <a:ea typeface="黑体" pitchFamily="2" charset="-122"/>
              </a:rPr>
              <a:t>T</a:t>
            </a:r>
            <a:r>
              <a:rPr lang="en-US" altLang="zh-CN" sz="2800" b="1">
                <a:solidFill>
                  <a:schemeClr val="accent1"/>
                </a:solidFill>
                <a:latin typeface="Times New Roman" pitchFamily="18" charset="0"/>
                <a:ea typeface="黑体" pitchFamily="2" charset="-122"/>
              </a:rPr>
              <a:t>.</a:t>
            </a:r>
            <a:r>
              <a:rPr lang="en-US" altLang="zh-CN" sz="2800" b="1" i="1">
                <a:solidFill>
                  <a:schemeClr val="accent1"/>
                </a:solidFill>
                <a:latin typeface="Times New Roman" pitchFamily="18" charset="0"/>
                <a:ea typeface="黑体" pitchFamily="2" charset="-122"/>
              </a:rPr>
              <a:t> type</a:t>
            </a:r>
            <a:r>
              <a:rPr lang="en-US" altLang="zh-CN" sz="2800" b="1">
                <a:solidFill>
                  <a:schemeClr val="accent1"/>
                </a:solidFill>
                <a:latin typeface="Times New Roman" pitchFamily="18" charset="0"/>
                <a:ea typeface="黑体" pitchFamily="2" charset="-122"/>
              </a:rPr>
              <a:t> = </a:t>
            </a:r>
            <a:r>
              <a:rPr lang="en-US" altLang="zh-CN" sz="2800" b="1" i="1">
                <a:solidFill>
                  <a:schemeClr val="accent1"/>
                </a:solidFill>
                <a:latin typeface="Times New Roman" pitchFamily="18" charset="0"/>
                <a:ea typeface="黑体" pitchFamily="2" charset="-122"/>
              </a:rPr>
              <a:t>integer</a:t>
            </a:r>
            <a:r>
              <a:rPr lang="en-US" altLang="zh-CN" sz="2800" b="1">
                <a:solidFill>
                  <a:schemeClr val="accent1"/>
                </a:solidFill>
                <a:latin typeface="Times New Roman" pitchFamily="18" charset="0"/>
                <a:ea typeface="黑体" pitchFamily="2" charset="-122"/>
              </a:rPr>
              <a:t>}</a:t>
            </a:r>
          </a:p>
          <a:p>
            <a:pPr marL="0" indent="0">
              <a:buFont typeface="Arial" panose="020B0604020202020204" pitchFamily="34" charset="0"/>
              <a:buNone/>
            </a:pPr>
            <a:r>
              <a:rPr lang="en-US" altLang="zh-CN" sz="2800" b="1" i="1">
                <a:latin typeface="Times New Roman" pitchFamily="18" charset="0"/>
                <a:ea typeface="黑体" pitchFamily="2" charset="-122"/>
              </a:rPr>
              <a:t>T</a:t>
            </a:r>
            <a:r>
              <a:rPr lang="en-US" altLang="zh-CN" sz="2800" b="1">
                <a:latin typeface="Times New Roman" pitchFamily="18" charset="0"/>
                <a:ea typeface="黑体" pitchFamily="2" charset="-122"/>
                <a:sym typeface="Symbol" pitchFamily="18" charset="2"/>
              </a:rPr>
              <a:t></a:t>
            </a:r>
            <a:r>
              <a:rPr lang="en-US" altLang="zh-CN" sz="2800">
                <a:latin typeface="Times New Roman" pitchFamily="18" charset="0"/>
                <a:ea typeface="黑体" pitchFamily="2" charset="-122"/>
              </a:rPr>
              <a:t> </a:t>
            </a:r>
            <a:r>
              <a:rPr lang="en-US" altLang="zh-CN" sz="2800" b="1">
                <a:latin typeface="Times New Roman" pitchFamily="18" charset="0"/>
                <a:ea typeface="黑体" pitchFamily="2" charset="-122"/>
              </a:rPr>
              <a:t>real </a:t>
            </a:r>
            <a:r>
              <a:rPr lang="en-US" altLang="zh-CN" sz="2800" b="1">
                <a:solidFill>
                  <a:schemeClr val="accent1"/>
                </a:solidFill>
                <a:latin typeface="Times New Roman" pitchFamily="18" charset="0"/>
                <a:ea typeface="黑体" pitchFamily="2" charset="-122"/>
              </a:rPr>
              <a:t>{</a:t>
            </a:r>
            <a:r>
              <a:rPr lang="en-US" altLang="zh-CN" sz="2800" b="1" i="1">
                <a:solidFill>
                  <a:schemeClr val="accent1"/>
                </a:solidFill>
                <a:latin typeface="Times New Roman" pitchFamily="18" charset="0"/>
                <a:ea typeface="黑体" pitchFamily="2" charset="-122"/>
              </a:rPr>
              <a:t>T</a:t>
            </a:r>
            <a:r>
              <a:rPr lang="en-US" altLang="zh-CN" sz="2800" b="1">
                <a:solidFill>
                  <a:schemeClr val="accent1"/>
                </a:solidFill>
                <a:latin typeface="Times New Roman" pitchFamily="18" charset="0"/>
                <a:ea typeface="黑体" pitchFamily="2" charset="-122"/>
              </a:rPr>
              <a:t>.</a:t>
            </a:r>
            <a:r>
              <a:rPr lang="en-US" altLang="zh-CN" sz="2800" b="1" i="1">
                <a:solidFill>
                  <a:schemeClr val="accent1"/>
                </a:solidFill>
                <a:latin typeface="Times New Roman" pitchFamily="18" charset="0"/>
                <a:ea typeface="黑体" pitchFamily="2" charset="-122"/>
              </a:rPr>
              <a:t> type</a:t>
            </a:r>
            <a:r>
              <a:rPr lang="en-US" altLang="zh-CN" sz="2800" b="1">
                <a:solidFill>
                  <a:schemeClr val="accent1"/>
                </a:solidFill>
                <a:latin typeface="Times New Roman" pitchFamily="18" charset="0"/>
                <a:ea typeface="黑体" pitchFamily="2" charset="-122"/>
              </a:rPr>
              <a:t> = </a:t>
            </a:r>
            <a:r>
              <a:rPr lang="en-US" altLang="zh-CN" sz="2800" b="1" i="1">
                <a:solidFill>
                  <a:schemeClr val="accent1"/>
                </a:solidFill>
                <a:latin typeface="Times New Roman" pitchFamily="18" charset="0"/>
                <a:ea typeface="黑体" pitchFamily="2" charset="-122"/>
              </a:rPr>
              <a:t>real</a:t>
            </a:r>
            <a:r>
              <a:rPr lang="en-US" altLang="zh-CN" sz="2800" b="1">
                <a:solidFill>
                  <a:schemeClr val="accent1"/>
                </a:solidFill>
                <a:latin typeface="Times New Roman" pitchFamily="18" charset="0"/>
                <a:ea typeface="黑体" pitchFamily="2" charset="-122"/>
              </a:rPr>
              <a:t>}</a:t>
            </a:r>
          </a:p>
          <a:p>
            <a:pPr marL="0" indent="0">
              <a:buFont typeface="Arial" panose="020B0604020202020204" pitchFamily="34" charset="0"/>
              <a:buNone/>
            </a:pPr>
            <a:r>
              <a:rPr lang="en-US" altLang="zh-CN" sz="2800" b="1" i="1">
                <a:latin typeface="Times New Roman" pitchFamily="18" charset="0"/>
                <a:ea typeface="黑体" pitchFamily="2" charset="-122"/>
              </a:rPr>
              <a:t>L</a:t>
            </a:r>
            <a:r>
              <a:rPr lang="en-US" altLang="zh-CN" sz="2800" b="1">
                <a:latin typeface="Times New Roman" pitchFamily="18" charset="0"/>
                <a:ea typeface="黑体" pitchFamily="2" charset="-122"/>
                <a:sym typeface="Symbol" pitchFamily="18" charset="2"/>
              </a:rPr>
              <a:t></a:t>
            </a:r>
            <a:r>
              <a:rPr lang="en-US" altLang="zh-CN" sz="2800" b="1">
                <a:latin typeface="Times New Roman" pitchFamily="18" charset="0"/>
                <a:ea typeface="黑体" pitchFamily="2" charset="-122"/>
              </a:rPr>
              <a:t> </a:t>
            </a:r>
            <a:r>
              <a:rPr lang="en-US" altLang="zh-CN" sz="2800" b="1">
                <a:solidFill>
                  <a:schemeClr val="accent1"/>
                </a:solidFill>
                <a:latin typeface="Times New Roman" pitchFamily="18" charset="0"/>
                <a:ea typeface="黑体" pitchFamily="2" charset="-122"/>
              </a:rPr>
              <a:t>{</a:t>
            </a:r>
            <a:r>
              <a:rPr lang="en-US" altLang="zh-CN" sz="2800" b="1" i="1">
                <a:solidFill>
                  <a:schemeClr val="accent1"/>
                </a:solidFill>
                <a:latin typeface="Times New Roman" pitchFamily="18" charset="0"/>
                <a:ea typeface="黑体" pitchFamily="2" charset="-122"/>
              </a:rPr>
              <a:t>L</a:t>
            </a:r>
            <a:r>
              <a:rPr lang="en-US" altLang="zh-CN" sz="2800" b="1" baseline="-30000">
                <a:solidFill>
                  <a:schemeClr val="accent1"/>
                </a:solidFill>
                <a:latin typeface="Times New Roman" pitchFamily="18" charset="0"/>
                <a:ea typeface="黑体" pitchFamily="2" charset="-122"/>
              </a:rPr>
              <a:t>1</a:t>
            </a:r>
            <a:r>
              <a:rPr lang="en-US" altLang="zh-CN" sz="2800" b="1" i="1">
                <a:solidFill>
                  <a:schemeClr val="accent1"/>
                </a:solidFill>
                <a:latin typeface="Times New Roman" pitchFamily="18" charset="0"/>
                <a:ea typeface="黑体" pitchFamily="2" charset="-122"/>
              </a:rPr>
              <a:t>.in</a:t>
            </a:r>
            <a:r>
              <a:rPr lang="en-US" altLang="zh-CN" sz="2800" b="1">
                <a:solidFill>
                  <a:schemeClr val="accent1"/>
                </a:solidFill>
                <a:latin typeface="Times New Roman" pitchFamily="18" charset="0"/>
                <a:ea typeface="黑体" pitchFamily="2" charset="-122"/>
              </a:rPr>
              <a:t> = </a:t>
            </a:r>
            <a:r>
              <a:rPr lang="en-US" altLang="zh-CN" sz="2800" b="1" i="1">
                <a:solidFill>
                  <a:schemeClr val="accent1"/>
                </a:solidFill>
                <a:latin typeface="Times New Roman" pitchFamily="18" charset="0"/>
                <a:ea typeface="黑体" pitchFamily="2" charset="-122"/>
              </a:rPr>
              <a:t>L</a:t>
            </a:r>
            <a:r>
              <a:rPr lang="en-US" altLang="zh-CN" sz="2800" b="1">
                <a:solidFill>
                  <a:schemeClr val="accent1"/>
                </a:solidFill>
                <a:latin typeface="Times New Roman" pitchFamily="18" charset="0"/>
                <a:ea typeface="黑体" pitchFamily="2" charset="-122"/>
              </a:rPr>
              <a:t>.</a:t>
            </a:r>
            <a:r>
              <a:rPr lang="en-US" altLang="zh-CN" sz="2800" b="1" i="1">
                <a:solidFill>
                  <a:schemeClr val="accent1"/>
                </a:solidFill>
                <a:latin typeface="Times New Roman" pitchFamily="18" charset="0"/>
                <a:ea typeface="黑体" pitchFamily="2" charset="-122"/>
              </a:rPr>
              <a:t>in</a:t>
            </a:r>
            <a:r>
              <a:rPr lang="en-US" altLang="zh-CN" sz="2800" b="1">
                <a:solidFill>
                  <a:schemeClr val="accent1"/>
                </a:solidFill>
                <a:latin typeface="Times New Roman" pitchFamily="18" charset="0"/>
                <a:ea typeface="黑体" pitchFamily="2" charset="-122"/>
              </a:rPr>
              <a:t>} </a:t>
            </a:r>
            <a:r>
              <a:rPr lang="en-US" altLang="zh-CN" sz="2800" b="1" i="1">
                <a:latin typeface="Times New Roman" pitchFamily="18" charset="0"/>
                <a:ea typeface="黑体" pitchFamily="2" charset="-122"/>
              </a:rPr>
              <a:t>L</a:t>
            </a:r>
            <a:r>
              <a:rPr lang="en-US" altLang="zh-CN" sz="2800" b="1" baseline="-30000">
                <a:latin typeface="Times New Roman" pitchFamily="18" charset="0"/>
                <a:ea typeface="黑体" pitchFamily="2" charset="-122"/>
              </a:rPr>
              <a:t>1</a:t>
            </a:r>
            <a:r>
              <a:rPr lang="en-US" altLang="zh-CN" sz="2800" b="1">
                <a:latin typeface="Times New Roman" pitchFamily="18" charset="0"/>
                <a:ea typeface="黑体" pitchFamily="2" charset="-122"/>
              </a:rPr>
              <a:t>,</a:t>
            </a:r>
            <a:r>
              <a:rPr lang="en-US" altLang="zh-CN" sz="2800">
                <a:latin typeface="Times New Roman" pitchFamily="18" charset="0"/>
                <a:ea typeface="黑体" pitchFamily="2" charset="-122"/>
              </a:rPr>
              <a:t> </a:t>
            </a:r>
            <a:r>
              <a:rPr lang="en-US" altLang="zh-CN" sz="2800" b="1">
                <a:latin typeface="Times New Roman" pitchFamily="18" charset="0"/>
                <a:ea typeface="黑体" pitchFamily="2" charset="-122"/>
              </a:rPr>
              <a:t>id </a:t>
            </a:r>
            <a:r>
              <a:rPr lang="en-US" altLang="zh-CN" sz="2800" b="1">
                <a:solidFill>
                  <a:schemeClr val="accent1"/>
                </a:solidFill>
                <a:latin typeface="Times New Roman" pitchFamily="18" charset="0"/>
                <a:ea typeface="黑体" pitchFamily="2" charset="-122"/>
              </a:rPr>
              <a:t>{</a:t>
            </a:r>
            <a:r>
              <a:rPr lang="en-US" altLang="zh-CN" sz="2800" b="1" i="1" err="1">
                <a:solidFill>
                  <a:schemeClr val="accent1"/>
                </a:solidFill>
                <a:latin typeface="Times New Roman" pitchFamily="18" charset="0"/>
                <a:ea typeface="黑体" pitchFamily="2" charset="-122"/>
              </a:rPr>
              <a:t>addtype</a:t>
            </a:r>
            <a:r>
              <a:rPr lang="en-US" altLang="zh-CN" sz="2800" b="1">
                <a:solidFill>
                  <a:schemeClr val="accent1"/>
                </a:solidFill>
                <a:latin typeface="Times New Roman" pitchFamily="18" charset="0"/>
                <a:ea typeface="黑体" pitchFamily="2" charset="-122"/>
              </a:rPr>
              <a:t> (</a:t>
            </a:r>
            <a:r>
              <a:rPr lang="en-US" altLang="zh-CN" sz="2800" b="1" err="1">
                <a:solidFill>
                  <a:schemeClr val="accent1"/>
                </a:solidFill>
                <a:latin typeface="Times New Roman" pitchFamily="18" charset="0"/>
                <a:ea typeface="黑体" pitchFamily="2" charset="-122"/>
              </a:rPr>
              <a:t>id.</a:t>
            </a:r>
            <a:r>
              <a:rPr lang="en-US" altLang="zh-CN" sz="2800" b="1" i="1" err="1">
                <a:solidFill>
                  <a:schemeClr val="accent1"/>
                </a:solidFill>
                <a:latin typeface="Times New Roman" pitchFamily="18" charset="0"/>
                <a:ea typeface="黑体" pitchFamily="2" charset="-122"/>
              </a:rPr>
              <a:t>entry</a:t>
            </a:r>
            <a:r>
              <a:rPr lang="en-US" altLang="zh-CN" sz="2800" b="1">
                <a:solidFill>
                  <a:schemeClr val="accent1"/>
                </a:solidFill>
                <a:latin typeface="Times New Roman" pitchFamily="18" charset="0"/>
                <a:ea typeface="黑体" pitchFamily="2" charset="-122"/>
              </a:rPr>
              <a:t>, </a:t>
            </a:r>
            <a:r>
              <a:rPr lang="en-US" altLang="zh-CN" sz="2800" b="1" i="1">
                <a:solidFill>
                  <a:schemeClr val="accent1"/>
                </a:solidFill>
                <a:latin typeface="Times New Roman" pitchFamily="18" charset="0"/>
                <a:ea typeface="黑体" pitchFamily="2" charset="-122"/>
              </a:rPr>
              <a:t>L</a:t>
            </a:r>
            <a:r>
              <a:rPr lang="en-US" altLang="zh-CN" sz="2800" b="1">
                <a:solidFill>
                  <a:schemeClr val="accent1"/>
                </a:solidFill>
                <a:latin typeface="Times New Roman" pitchFamily="18" charset="0"/>
                <a:ea typeface="黑体" pitchFamily="2" charset="-122"/>
              </a:rPr>
              <a:t>.</a:t>
            </a:r>
            <a:r>
              <a:rPr lang="en-US" altLang="zh-CN" sz="2800" b="1" i="1">
                <a:solidFill>
                  <a:schemeClr val="accent1"/>
                </a:solidFill>
                <a:latin typeface="Times New Roman" pitchFamily="18" charset="0"/>
                <a:ea typeface="黑体" pitchFamily="2" charset="-122"/>
              </a:rPr>
              <a:t>in</a:t>
            </a:r>
            <a:r>
              <a:rPr lang="en-US" altLang="zh-CN" sz="2800" b="1">
                <a:solidFill>
                  <a:schemeClr val="accent1"/>
                </a:solidFill>
                <a:latin typeface="Times New Roman" pitchFamily="18" charset="0"/>
                <a:ea typeface="黑体" pitchFamily="2" charset="-122"/>
              </a:rPr>
              <a:t>)}</a:t>
            </a:r>
          </a:p>
          <a:p>
            <a:pPr marL="0" indent="0">
              <a:buFont typeface="Arial" panose="020B0604020202020204" pitchFamily="34" charset="0"/>
              <a:buNone/>
            </a:pPr>
            <a:r>
              <a:rPr lang="en-US" altLang="zh-CN" sz="2800" b="1" i="1">
                <a:latin typeface="Times New Roman" pitchFamily="18" charset="0"/>
                <a:ea typeface="黑体" pitchFamily="2" charset="-122"/>
              </a:rPr>
              <a:t>L</a:t>
            </a:r>
            <a:r>
              <a:rPr lang="en-US" altLang="zh-CN" sz="2800" b="1">
                <a:latin typeface="Times New Roman" pitchFamily="18" charset="0"/>
                <a:ea typeface="黑体" pitchFamily="2" charset="-122"/>
                <a:sym typeface="Symbol" pitchFamily="18" charset="2"/>
              </a:rPr>
              <a:t></a:t>
            </a:r>
            <a:r>
              <a:rPr lang="en-US" altLang="zh-CN" sz="2800">
                <a:latin typeface="Times New Roman" pitchFamily="18" charset="0"/>
                <a:ea typeface="黑体" pitchFamily="2" charset="-122"/>
              </a:rPr>
              <a:t> </a:t>
            </a:r>
            <a:r>
              <a:rPr lang="en-US" altLang="zh-CN" sz="2800" b="1">
                <a:latin typeface="Times New Roman" pitchFamily="18" charset="0"/>
                <a:ea typeface="黑体" pitchFamily="2" charset="-122"/>
              </a:rPr>
              <a:t>id </a:t>
            </a:r>
            <a:r>
              <a:rPr lang="en-US" altLang="zh-CN" sz="2800" b="1">
                <a:solidFill>
                  <a:schemeClr val="accent1"/>
                </a:solidFill>
                <a:latin typeface="Times New Roman" pitchFamily="18" charset="0"/>
                <a:ea typeface="黑体" pitchFamily="2" charset="-122"/>
              </a:rPr>
              <a:t>{</a:t>
            </a:r>
            <a:r>
              <a:rPr lang="en-US" altLang="zh-CN" sz="2800" b="1" i="1" err="1">
                <a:solidFill>
                  <a:schemeClr val="accent1"/>
                </a:solidFill>
                <a:latin typeface="Times New Roman" pitchFamily="18" charset="0"/>
                <a:ea typeface="黑体" pitchFamily="2" charset="-122"/>
              </a:rPr>
              <a:t>addtype</a:t>
            </a:r>
            <a:r>
              <a:rPr lang="en-US" altLang="zh-CN" sz="2800" b="1">
                <a:solidFill>
                  <a:schemeClr val="accent1"/>
                </a:solidFill>
                <a:latin typeface="Times New Roman" pitchFamily="18" charset="0"/>
                <a:ea typeface="黑体" pitchFamily="2" charset="-122"/>
              </a:rPr>
              <a:t> (</a:t>
            </a:r>
            <a:r>
              <a:rPr lang="en-US" altLang="zh-CN" sz="2800" b="1" err="1">
                <a:solidFill>
                  <a:schemeClr val="accent1"/>
                </a:solidFill>
                <a:latin typeface="Times New Roman" pitchFamily="18" charset="0"/>
                <a:ea typeface="黑体" pitchFamily="2" charset="-122"/>
              </a:rPr>
              <a:t>id.</a:t>
            </a:r>
            <a:r>
              <a:rPr lang="en-US" altLang="zh-CN" sz="2800" b="1" i="1" err="1">
                <a:solidFill>
                  <a:schemeClr val="accent1"/>
                </a:solidFill>
                <a:latin typeface="Times New Roman" pitchFamily="18" charset="0"/>
                <a:ea typeface="黑体" pitchFamily="2" charset="-122"/>
              </a:rPr>
              <a:t>entry</a:t>
            </a:r>
            <a:r>
              <a:rPr lang="en-US" altLang="zh-CN" sz="2800" b="1">
                <a:solidFill>
                  <a:schemeClr val="accent1"/>
                </a:solidFill>
                <a:latin typeface="Times New Roman" pitchFamily="18" charset="0"/>
                <a:ea typeface="黑体" pitchFamily="2" charset="-122"/>
              </a:rPr>
              <a:t>, </a:t>
            </a:r>
            <a:r>
              <a:rPr lang="en-US" altLang="zh-CN" sz="2800" b="1" i="1">
                <a:solidFill>
                  <a:schemeClr val="accent1"/>
                </a:solidFill>
                <a:latin typeface="Times New Roman" pitchFamily="18" charset="0"/>
                <a:ea typeface="黑体" pitchFamily="2" charset="-122"/>
              </a:rPr>
              <a:t>L</a:t>
            </a:r>
            <a:r>
              <a:rPr lang="en-US" altLang="zh-CN" sz="2800" b="1">
                <a:solidFill>
                  <a:schemeClr val="accent1"/>
                </a:solidFill>
                <a:latin typeface="Times New Roman" pitchFamily="18" charset="0"/>
                <a:ea typeface="黑体" pitchFamily="2" charset="-122"/>
              </a:rPr>
              <a:t>.</a:t>
            </a:r>
            <a:r>
              <a:rPr lang="en-US" altLang="zh-CN" sz="2800" b="1" i="1">
                <a:solidFill>
                  <a:schemeClr val="accent1"/>
                </a:solidFill>
                <a:latin typeface="Times New Roman" pitchFamily="18" charset="0"/>
                <a:ea typeface="黑体" pitchFamily="2" charset="-122"/>
              </a:rPr>
              <a:t>in</a:t>
            </a:r>
            <a:r>
              <a:rPr lang="en-US" altLang="zh-CN" sz="2800" b="1">
                <a:solidFill>
                  <a:schemeClr val="accent1"/>
                </a:solidFill>
                <a:latin typeface="Times New Roman" pitchFamily="18" charset="0"/>
                <a:ea typeface="黑体" pitchFamily="2" charset="-122"/>
              </a:rPr>
              <a:t>)}</a:t>
            </a:r>
          </a:p>
          <a:p>
            <a:pPr marL="0" indent="0">
              <a:buFont typeface="Wingdings" panose="05000000000000000000" pitchFamily="2" charset="2"/>
              <a:buNone/>
              <a:defRPr/>
            </a:pPr>
            <a:endParaRPr lang="zh-CN" altLang="en-US" sz="2800"/>
          </a:p>
        </p:txBody>
      </p:sp>
      <p:sp>
        <p:nvSpPr>
          <p:cNvPr id="2" name="日期占位符 1">
            <a:extLst>
              <a:ext uri="{FF2B5EF4-FFF2-40B4-BE49-F238E27FC236}">
                <a16:creationId xmlns:a16="http://schemas.microsoft.com/office/drawing/2014/main" id="{A2AF28E9-01B5-AA75-C54E-158F0A9782DC}"/>
              </a:ext>
            </a:extLst>
          </p:cNvPr>
          <p:cNvSpPr>
            <a:spLocks noGrp="1"/>
          </p:cNvSpPr>
          <p:nvPr>
            <p:ph type="dt" sz="half" idx="10"/>
          </p:nvPr>
        </p:nvSpPr>
        <p:spPr/>
        <p:txBody>
          <a:bodyPr/>
          <a:lstStyle/>
          <a:p>
            <a:fld id="{70250CEB-B4E2-4F76-8DFD-30B82E4B0D4B}"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B0D3FFD7-C273-2559-4718-D42950B6F1E2}"/>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367CFAC5-1040-D43D-DB64-937F509447ED}"/>
              </a:ext>
            </a:extLst>
          </p:cNvPr>
          <p:cNvSpPr>
            <a:spLocks noGrp="1"/>
          </p:cNvSpPr>
          <p:nvPr>
            <p:ph type="sldNum" sz="quarter" idx="12"/>
          </p:nvPr>
        </p:nvSpPr>
        <p:spPr/>
        <p:txBody>
          <a:bodyPr/>
          <a:lstStyle/>
          <a:p>
            <a:fld id="{094DEB03-EFC6-4C20-8FC8-295189A5386F}" type="slidenum">
              <a:rPr lang="zh-CN" altLang="en-US" smtClean="0"/>
              <a:pPr/>
              <a:t>10</a:t>
            </a:fld>
            <a:endParaRPr lang="zh-CN" altLang="en-US"/>
          </a:p>
        </p:txBody>
      </p:sp>
      <p:sp>
        <p:nvSpPr>
          <p:cNvPr id="6" name="AutoShape 36">
            <a:extLst>
              <a:ext uri="{FF2B5EF4-FFF2-40B4-BE49-F238E27FC236}">
                <a16:creationId xmlns:a16="http://schemas.microsoft.com/office/drawing/2014/main" id="{7B8D47F2-D363-DD28-19FE-92FE59AC8853}"/>
              </a:ext>
            </a:extLst>
          </p:cNvPr>
          <p:cNvSpPr>
            <a:spLocks noChangeArrowheads="1"/>
          </p:cNvSpPr>
          <p:nvPr/>
        </p:nvSpPr>
        <p:spPr bwMode="auto">
          <a:xfrm>
            <a:off x="4970297" y="1988957"/>
            <a:ext cx="3893212" cy="1257300"/>
          </a:xfrm>
          <a:prstGeom prst="roundRect">
            <a:avLst/>
          </a:prstGeom>
          <a:solidFill>
            <a:schemeClr val="accent6">
              <a:lumMod val="20000"/>
              <a:lumOff val="80000"/>
            </a:schemeClr>
          </a:solidFill>
          <a:ln w="25400" algn="ctr">
            <a:solidFill>
              <a:srgbClr val="008000"/>
            </a:solidFill>
            <a:miter lim="800000"/>
            <a:headEnd/>
            <a:tailEnd/>
          </a:ln>
        </p:spPr>
        <p:txBody>
          <a:bodyPr lIns="54000" tIns="28800" rIns="54000" bIns="28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zh-CN" altLang="en-US" sz="2400"/>
              <a:t>语义动作 </a:t>
            </a:r>
            <a:r>
              <a:rPr lang="en-US" altLang="zh-CN" sz="2400" b="1">
                <a:solidFill>
                  <a:schemeClr val="accent1"/>
                </a:solidFill>
              </a:rPr>
              <a:t>{…}</a:t>
            </a:r>
          </a:p>
          <a:p>
            <a:pPr>
              <a:spcBef>
                <a:spcPct val="0"/>
              </a:spcBef>
              <a:buClrTx/>
              <a:buSzTx/>
              <a:buFontTx/>
              <a:buNone/>
            </a:pPr>
            <a:r>
              <a:rPr lang="zh-CN" altLang="en-US" sz="2400"/>
              <a:t>（而不是语义规则）</a:t>
            </a:r>
            <a:endParaRPr lang="en-US" altLang="zh-CN" sz="2400"/>
          </a:p>
          <a:p>
            <a:pPr>
              <a:spcBef>
                <a:spcPct val="0"/>
              </a:spcBef>
              <a:buClrTx/>
              <a:buSzTx/>
              <a:buFontTx/>
              <a:buNone/>
            </a:pPr>
            <a:r>
              <a:rPr lang="zh-CN" altLang="en-US" sz="2400"/>
              <a:t>放在产生式右部的任何位置</a:t>
            </a:r>
            <a:endParaRPr lang="zh-CN" altLang="en-US" sz="2400" b="0"/>
          </a:p>
        </p:txBody>
      </p:sp>
      <p:sp>
        <p:nvSpPr>
          <p:cNvPr id="7" name="AutoShape 36">
            <a:extLst>
              <a:ext uri="{FF2B5EF4-FFF2-40B4-BE49-F238E27FC236}">
                <a16:creationId xmlns:a16="http://schemas.microsoft.com/office/drawing/2014/main" id="{BBF66737-5011-1CFD-80A7-B616300FA369}"/>
              </a:ext>
            </a:extLst>
          </p:cNvPr>
          <p:cNvSpPr>
            <a:spLocks noChangeArrowheads="1"/>
          </p:cNvSpPr>
          <p:nvPr/>
        </p:nvSpPr>
        <p:spPr bwMode="auto">
          <a:xfrm>
            <a:off x="1837214" y="4745159"/>
            <a:ext cx="5469572" cy="1711081"/>
          </a:xfrm>
          <a:prstGeom prst="roundRect">
            <a:avLst>
              <a:gd name="adj" fmla="val 8715"/>
            </a:avLst>
          </a:prstGeom>
          <a:solidFill>
            <a:schemeClr val="accent4">
              <a:lumMod val="20000"/>
              <a:lumOff val="80000"/>
            </a:schemeClr>
          </a:solidFill>
          <a:ln w="25400" algn="ctr">
            <a:solidFill>
              <a:schemeClr val="accent2"/>
            </a:solidFill>
            <a:miter lim="800000"/>
            <a:headEnd/>
            <a:tailEnd/>
          </a:ln>
        </p:spPr>
        <p:txBody>
          <a:bodyPr lIns="54000" tIns="28800" rIns="54000" bIns="28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None/>
            </a:pPr>
            <a:r>
              <a:rPr lang="en-US" altLang="zh-CN" sz="2400" b="1" i="1"/>
              <a:t>A</a:t>
            </a:r>
            <a:r>
              <a:rPr lang="en-US" altLang="zh-CN" sz="2400" b="1">
                <a:sym typeface="Symbol" panose="05050102010706020507" pitchFamily="18" charset="2"/>
              </a:rPr>
              <a:t></a:t>
            </a:r>
            <a:r>
              <a:rPr lang="en-US" altLang="zh-CN" sz="2400" b="1" i="1">
                <a:sym typeface="Symbol" panose="05050102010706020507" pitchFamily="18" charset="2"/>
              </a:rPr>
              <a:t>  </a:t>
            </a:r>
            <a:r>
              <a:rPr lang="en-US" altLang="zh-CN" sz="2400" b="1" i="1">
                <a:solidFill>
                  <a:srgbClr val="FF0000"/>
                </a:solidFill>
                <a:sym typeface="Symbol" panose="05050102010706020507" pitchFamily="18" charset="2"/>
              </a:rPr>
              <a:t>M</a:t>
            </a:r>
            <a:r>
              <a:rPr lang="en-US" altLang="zh-CN" sz="2400" b="1">
                <a:sym typeface="Symbol" panose="05050102010706020507" pitchFamily="18" charset="2"/>
              </a:rPr>
              <a:t> </a:t>
            </a:r>
            <a:r>
              <a:rPr lang="en-US" altLang="zh-CN" sz="2400" b="1" i="1">
                <a:sym typeface="Symbol" panose="05050102010706020507" pitchFamily="18" charset="2"/>
              </a:rPr>
              <a:t></a:t>
            </a:r>
            <a:endParaRPr lang="en-US" altLang="zh-CN" sz="2400"/>
          </a:p>
          <a:p>
            <a:pPr algn="ctr">
              <a:spcBef>
                <a:spcPct val="0"/>
              </a:spcBef>
              <a:buClrTx/>
              <a:buSzTx/>
              <a:buNone/>
            </a:pPr>
            <a:r>
              <a:rPr lang="zh-CN" altLang="en-US" sz="2400"/>
              <a:t>把语义动作想象成一个文法符号</a:t>
            </a:r>
            <a:endParaRPr lang="en-US" altLang="zh-CN" sz="2400"/>
          </a:p>
          <a:p>
            <a:pPr algn="ctr">
              <a:spcBef>
                <a:spcPct val="0"/>
              </a:spcBef>
              <a:buClrTx/>
              <a:buSzTx/>
              <a:buNone/>
            </a:pPr>
            <a:r>
              <a:rPr lang="zh-CN" altLang="en-US" sz="2400"/>
              <a:t>进行推导（或归约）的时候，</a:t>
            </a:r>
            <a:endParaRPr lang="en-US" altLang="zh-CN" sz="2400"/>
          </a:p>
          <a:p>
            <a:pPr algn="ctr">
              <a:spcBef>
                <a:spcPct val="0"/>
              </a:spcBef>
              <a:buClrTx/>
              <a:buSzTx/>
              <a:buNone/>
            </a:pPr>
            <a:r>
              <a:rPr lang="zh-CN" altLang="en-US" sz="2400"/>
              <a:t>就是该语义动作执行的时候。</a:t>
            </a:r>
            <a:endParaRPr lang="en-US" altLang="zh-CN" sz="2400"/>
          </a:p>
          <a:p>
            <a:pPr algn="ctr">
              <a:spcBef>
                <a:spcPct val="0"/>
              </a:spcBef>
              <a:buClrTx/>
              <a:buSzTx/>
              <a:buFontTx/>
              <a:buNone/>
            </a:pPr>
            <a:endParaRPr lang="en-US" altLang="zh-CN" sz="2400"/>
          </a:p>
        </p:txBody>
      </p:sp>
      <p:sp>
        <p:nvSpPr>
          <p:cNvPr id="9" name="文本框 8">
            <a:extLst>
              <a:ext uri="{FF2B5EF4-FFF2-40B4-BE49-F238E27FC236}">
                <a16:creationId xmlns:a16="http://schemas.microsoft.com/office/drawing/2014/main" id="{22E7DBC3-77FB-B077-86A7-8794AB358830}"/>
              </a:ext>
            </a:extLst>
          </p:cNvPr>
          <p:cNvSpPr txBox="1"/>
          <p:nvPr/>
        </p:nvSpPr>
        <p:spPr>
          <a:xfrm>
            <a:off x="1576360" y="1133980"/>
            <a:ext cx="6333480" cy="555722"/>
          </a:xfrm>
          <a:prstGeom prst="roundRect">
            <a:avLst/>
          </a:prstGeom>
          <a:solidFill>
            <a:srgbClr val="C00000"/>
          </a:solidFill>
          <a:ln w="12700" cap="rnd">
            <a:noFill/>
            <a:prstDash val="solid"/>
            <a:round/>
            <a:headEnd/>
            <a:tailEnd/>
          </a:ln>
          <a:effectLst>
            <a:outerShdw blurRad="254000" dist="127000" algn="ctr" rotWithShape="0">
              <a:srgbClr val="C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defPPr>
              <a:defRPr lang="en-US"/>
            </a:defPPr>
            <a:lvl1pPr algn="ctr" defTabSz="914354">
              <a:defRPr sz="2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a:t>语法制导的翻译方案</a:t>
            </a:r>
            <a:r>
              <a:rPr lang="en-US" altLang="zh-CN"/>
              <a:t>, Syntax-directed translation, SDT</a:t>
            </a:r>
            <a:endParaRPr lang="zh-CN" altLang="en-US"/>
          </a:p>
        </p:txBody>
      </p:sp>
    </p:spTree>
    <p:extLst>
      <p:ext uri="{BB962C8B-B14F-4D97-AF65-F5344CB8AC3E}">
        <p14:creationId xmlns:p14="http://schemas.microsoft.com/office/powerpoint/2010/main" val="3580294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99027497-C581-42CD-87B0-319433ABB1F5}"/>
              </a:ext>
            </a:extLst>
          </p:cNvPr>
          <p:cNvSpPr>
            <a:spLocks noGrp="1" noChangeArrowheads="1"/>
          </p:cNvSpPr>
          <p:nvPr>
            <p:ph type="title"/>
          </p:nvPr>
        </p:nvSpPr>
        <p:spPr/>
        <p:txBody>
          <a:bodyPr/>
          <a:lstStyle/>
          <a:p>
            <a:r>
              <a:rPr lang="en-US" altLang="zh-CN"/>
              <a:t>4.1.8 </a:t>
            </a:r>
            <a:r>
              <a:rPr lang="zh-CN" altLang="en-US"/>
              <a:t>语法制导的翻译方案</a:t>
            </a:r>
          </a:p>
        </p:txBody>
      </p:sp>
      <p:sp>
        <p:nvSpPr>
          <p:cNvPr id="2" name="日期占位符 1">
            <a:extLst>
              <a:ext uri="{FF2B5EF4-FFF2-40B4-BE49-F238E27FC236}">
                <a16:creationId xmlns:a16="http://schemas.microsoft.com/office/drawing/2014/main" id="{A2AF28E9-01B5-AA75-C54E-158F0A9782DC}"/>
              </a:ext>
            </a:extLst>
          </p:cNvPr>
          <p:cNvSpPr>
            <a:spLocks noGrp="1"/>
          </p:cNvSpPr>
          <p:nvPr>
            <p:ph type="dt" sz="half" idx="10"/>
          </p:nvPr>
        </p:nvSpPr>
        <p:spPr/>
        <p:txBody>
          <a:bodyPr/>
          <a:lstStyle/>
          <a:p>
            <a:fld id="{70250CEB-B4E2-4F76-8DFD-30B82E4B0D4B}"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B0D3FFD7-C273-2559-4718-D42950B6F1E2}"/>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367CFAC5-1040-D43D-DB64-937F509447ED}"/>
              </a:ext>
            </a:extLst>
          </p:cNvPr>
          <p:cNvSpPr>
            <a:spLocks noGrp="1"/>
          </p:cNvSpPr>
          <p:nvPr>
            <p:ph type="sldNum" sz="quarter" idx="12"/>
          </p:nvPr>
        </p:nvSpPr>
        <p:spPr/>
        <p:txBody>
          <a:bodyPr/>
          <a:lstStyle/>
          <a:p>
            <a:fld id="{094DEB03-EFC6-4C20-8FC8-295189A5386F}" type="slidenum">
              <a:rPr lang="zh-CN" altLang="en-US" smtClean="0"/>
              <a:pPr/>
              <a:t>11</a:t>
            </a:fld>
            <a:endParaRPr lang="zh-CN" altLang="en-US"/>
          </a:p>
        </p:txBody>
      </p:sp>
      <p:sp>
        <p:nvSpPr>
          <p:cNvPr id="12" name="矩形: 圆角 11">
            <a:extLst>
              <a:ext uri="{FF2B5EF4-FFF2-40B4-BE49-F238E27FC236}">
                <a16:creationId xmlns:a16="http://schemas.microsoft.com/office/drawing/2014/main" id="{7DD2DA93-B650-9306-FFC2-5994C3F89532}"/>
              </a:ext>
            </a:extLst>
          </p:cNvPr>
          <p:cNvSpPr/>
          <p:nvPr/>
        </p:nvSpPr>
        <p:spPr>
          <a:xfrm>
            <a:off x="2265049" y="1358112"/>
            <a:ext cx="4613902" cy="663855"/>
          </a:xfrm>
          <a:prstGeom prst="roundRect">
            <a:avLst>
              <a:gd name="adj" fmla="val 17545"/>
            </a:avLst>
          </a:prstGeom>
          <a:solidFill>
            <a:srgbClr val="C00000"/>
          </a:solidFill>
          <a:ln w="12700" cap="rnd">
            <a:noFill/>
            <a:prstDash val="solid"/>
            <a:round/>
            <a:headEnd/>
            <a:tailEnd/>
          </a:ln>
          <a:effectLst>
            <a:outerShdw blurRad="254000" dist="127000" algn="ctr" rotWithShape="0">
              <a:srgbClr val="C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defTabSz="914354"/>
            <a:r>
              <a:rPr lang="zh-CN" altLang="en-US" sz="2000" b="1">
                <a:solidFill>
                  <a:schemeClr val="bg1"/>
                </a:solidFill>
              </a:rPr>
              <a:t>用</a:t>
            </a:r>
            <a:r>
              <a:rPr lang="en-US" altLang="zh-CN" sz="2000" b="1">
                <a:solidFill>
                  <a:schemeClr val="bg1"/>
                </a:solidFill>
              </a:rPr>
              <a:t>SDT</a:t>
            </a:r>
            <a:r>
              <a:rPr lang="zh-CN" altLang="en-US" sz="2000" b="1">
                <a:solidFill>
                  <a:schemeClr val="bg1"/>
                </a:solidFill>
              </a:rPr>
              <a:t>实现两类重要的</a:t>
            </a:r>
            <a:r>
              <a:rPr lang="en-US" altLang="zh-CN" sz="2000" b="1">
                <a:solidFill>
                  <a:schemeClr val="bg1"/>
                </a:solidFill>
              </a:rPr>
              <a:t>SDD</a:t>
            </a:r>
            <a:endParaRPr lang="zh-CN" altLang="en-US" sz="2000" b="1">
              <a:solidFill>
                <a:schemeClr val="bg1"/>
              </a:solidFill>
            </a:endParaRPr>
          </a:p>
        </p:txBody>
      </p:sp>
      <p:cxnSp>
        <p:nvCxnSpPr>
          <p:cNvPr id="15" name="直接连接符 14">
            <a:extLst>
              <a:ext uri="{FF2B5EF4-FFF2-40B4-BE49-F238E27FC236}">
                <a16:creationId xmlns:a16="http://schemas.microsoft.com/office/drawing/2014/main" id="{6078F51D-15B8-AF62-EF8F-58512E97C39C}"/>
              </a:ext>
            </a:extLst>
          </p:cNvPr>
          <p:cNvCxnSpPr>
            <a:cxnSpLocks/>
            <a:stCxn id="12" idx="2"/>
            <a:endCxn id="19" idx="0"/>
          </p:cNvCxnSpPr>
          <p:nvPr/>
        </p:nvCxnSpPr>
        <p:spPr>
          <a:xfrm flipH="1">
            <a:off x="2265049" y="2021967"/>
            <a:ext cx="2306951" cy="940016"/>
          </a:xfrm>
          <a:prstGeom prst="line">
            <a:avLst/>
          </a:prstGeom>
          <a:ln w="38100">
            <a:gradFill>
              <a:gsLst>
                <a:gs pos="0">
                  <a:srgbClr val="C00000"/>
                </a:gs>
                <a:gs pos="100000">
                  <a:schemeClr val="accent6"/>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54D2D672-6BA9-2DB0-01F5-BB5C8ADB2535}"/>
              </a:ext>
            </a:extLst>
          </p:cNvPr>
          <p:cNvCxnSpPr>
            <a:cxnSpLocks/>
            <a:stCxn id="12" idx="2"/>
            <a:endCxn id="20" idx="0"/>
          </p:cNvCxnSpPr>
          <p:nvPr/>
        </p:nvCxnSpPr>
        <p:spPr>
          <a:xfrm>
            <a:off x="4572000" y="2021967"/>
            <a:ext cx="2306951" cy="940016"/>
          </a:xfrm>
          <a:prstGeom prst="line">
            <a:avLst/>
          </a:prstGeom>
          <a:ln w="38100">
            <a:gradFill>
              <a:gsLst>
                <a:gs pos="0">
                  <a:srgbClr val="C00000"/>
                </a:gs>
                <a:gs pos="100000">
                  <a:schemeClr val="accent6"/>
                </a:gs>
              </a:gsLst>
              <a:lin ang="5400000" scaled="1"/>
            </a:gra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772AD7A6-5D07-BB47-D741-A6C985BEC01D}"/>
              </a:ext>
            </a:extLst>
          </p:cNvPr>
          <p:cNvSpPr txBox="1"/>
          <p:nvPr/>
        </p:nvSpPr>
        <p:spPr>
          <a:xfrm>
            <a:off x="396264" y="2961983"/>
            <a:ext cx="3737570" cy="2614174"/>
          </a:xfrm>
          <a:prstGeom prst="roundRect">
            <a:avLst>
              <a:gd name="adj" fmla="val 10294"/>
            </a:avLst>
          </a:prstGeom>
          <a:solidFill>
            <a:schemeClr val="accent6"/>
          </a:solidFill>
          <a:ln w="12700" cap="rnd">
            <a:noFill/>
            <a:prstDash val="solid"/>
            <a:round/>
            <a:headEnd/>
            <a:tailEnd/>
          </a:ln>
          <a:effectLst>
            <a:outerShdw blurRad="254000" dist="127000" algn="ctr" rotWithShape="0">
              <a:schemeClr val="accent6">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defPPr>
              <a:defRPr lang="en-US"/>
            </a:defPPr>
            <a:lvl1pPr algn="ctr" defTabSz="914354">
              <a:defRPr sz="2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a:solidFill>
                  <a:schemeClr val="accent4"/>
                </a:solidFill>
              </a:rPr>
              <a:t>S</a:t>
            </a:r>
            <a:r>
              <a:rPr lang="zh-CN" altLang="en-US" sz="2800">
                <a:solidFill>
                  <a:schemeClr val="accent4"/>
                </a:solidFill>
              </a:rPr>
              <a:t>属性定义</a:t>
            </a:r>
            <a:r>
              <a:rPr lang="zh-CN" altLang="en-US" sz="2800"/>
              <a:t>（</a:t>
            </a:r>
            <a:r>
              <a:rPr lang="en-US" altLang="zh-CN" sz="2800"/>
              <a:t>S-SDD</a:t>
            </a:r>
            <a:r>
              <a:rPr lang="zh-CN" altLang="en-US" sz="2800"/>
              <a:t>）的</a:t>
            </a:r>
            <a:r>
              <a:rPr lang="zh-CN" altLang="en-US" sz="2800">
                <a:solidFill>
                  <a:schemeClr val="accent1"/>
                </a:solidFill>
              </a:rPr>
              <a:t>自下而上</a:t>
            </a:r>
            <a:r>
              <a:rPr lang="zh-CN" altLang="en-US" sz="2800"/>
              <a:t>计算</a:t>
            </a:r>
            <a:endParaRPr lang="en-US" altLang="zh-CN" sz="2800"/>
          </a:p>
          <a:p>
            <a:endParaRPr lang="en-US" altLang="zh-CN" sz="2800"/>
          </a:p>
          <a:p>
            <a:r>
              <a:rPr lang="zh-CN" altLang="en-US" sz="2800"/>
              <a:t>即：在</a:t>
            </a:r>
            <a:r>
              <a:rPr lang="en-US" altLang="zh-CN" sz="2800">
                <a:solidFill>
                  <a:schemeClr val="accent4"/>
                </a:solidFill>
              </a:rPr>
              <a:t>LR</a:t>
            </a:r>
            <a:r>
              <a:rPr lang="zh-CN" altLang="en-US" sz="2800">
                <a:solidFill>
                  <a:schemeClr val="accent4"/>
                </a:solidFill>
              </a:rPr>
              <a:t>分析</a:t>
            </a:r>
            <a:r>
              <a:rPr lang="zh-CN" altLang="en-US" sz="2800"/>
              <a:t>中计算</a:t>
            </a:r>
          </a:p>
        </p:txBody>
      </p:sp>
      <p:sp>
        <p:nvSpPr>
          <p:cNvPr id="20" name="文本框 19">
            <a:extLst>
              <a:ext uri="{FF2B5EF4-FFF2-40B4-BE49-F238E27FC236}">
                <a16:creationId xmlns:a16="http://schemas.microsoft.com/office/drawing/2014/main" id="{42C7B100-7670-BCA8-CFCE-7FE7A6FB0637}"/>
              </a:ext>
            </a:extLst>
          </p:cNvPr>
          <p:cNvSpPr txBox="1"/>
          <p:nvPr/>
        </p:nvSpPr>
        <p:spPr>
          <a:xfrm>
            <a:off x="5010166" y="2961983"/>
            <a:ext cx="3737570" cy="2614174"/>
          </a:xfrm>
          <a:prstGeom prst="roundRect">
            <a:avLst>
              <a:gd name="adj" fmla="val 10294"/>
            </a:avLst>
          </a:prstGeom>
          <a:solidFill>
            <a:schemeClr val="accent6"/>
          </a:solidFill>
          <a:ln w="12700" cap="rnd">
            <a:noFill/>
            <a:prstDash val="solid"/>
            <a:round/>
            <a:headEnd/>
            <a:tailEnd/>
          </a:ln>
          <a:effectLst>
            <a:outerShdw blurRad="254000" dist="127000" algn="ctr" rotWithShape="0">
              <a:schemeClr val="accent6">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defPPr>
              <a:defRPr lang="en-US"/>
            </a:defPPr>
            <a:lvl1pPr algn="ctr" defTabSz="914354">
              <a:defRPr sz="2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a:solidFill>
                  <a:schemeClr val="accent4"/>
                </a:solidFill>
              </a:rPr>
              <a:t>L</a:t>
            </a:r>
            <a:r>
              <a:rPr lang="zh-CN" altLang="en-US" sz="2800">
                <a:solidFill>
                  <a:schemeClr val="accent4"/>
                </a:solidFill>
              </a:rPr>
              <a:t>属性定义</a:t>
            </a:r>
            <a:r>
              <a:rPr lang="zh-CN" altLang="en-US" sz="2800"/>
              <a:t>（</a:t>
            </a:r>
            <a:r>
              <a:rPr lang="en-US" altLang="zh-CN" sz="2800"/>
              <a:t>L-SDD</a:t>
            </a:r>
            <a:r>
              <a:rPr lang="zh-CN" altLang="en-US" sz="2800"/>
              <a:t>）的</a:t>
            </a:r>
            <a:r>
              <a:rPr lang="zh-CN" altLang="en-US" sz="2800">
                <a:solidFill>
                  <a:schemeClr val="accent1"/>
                </a:solidFill>
              </a:rPr>
              <a:t>自上而下</a:t>
            </a:r>
            <a:r>
              <a:rPr lang="zh-CN" altLang="en-US" sz="2800"/>
              <a:t>计算</a:t>
            </a:r>
            <a:endParaRPr lang="en-US" altLang="zh-CN" sz="2800"/>
          </a:p>
          <a:p>
            <a:endParaRPr lang="en-US" altLang="zh-CN" sz="2800"/>
          </a:p>
          <a:p>
            <a:r>
              <a:rPr lang="zh-CN" altLang="en-US" sz="2800"/>
              <a:t>即：在</a:t>
            </a:r>
            <a:r>
              <a:rPr lang="en-US" altLang="zh-CN" sz="2800">
                <a:solidFill>
                  <a:schemeClr val="accent4"/>
                </a:solidFill>
              </a:rPr>
              <a:t>LL</a:t>
            </a:r>
            <a:r>
              <a:rPr lang="zh-CN" altLang="en-US" sz="2800">
                <a:solidFill>
                  <a:schemeClr val="accent4"/>
                </a:solidFill>
              </a:rPr>
              <a:t>分析</a:t>
            </a:r>
            <a:r>
              <a:rPr lang="zh-CN" altLang="en-US" sz="2800"/>
              <a:t>中计算</a:t>
            </a:r>
          </a:p>
        </p:txBody>
      </p:sp>
    </p:spTree>
    <p:extLst>
      <p:ext uri="{BB962C8B-B14F-4D97-AF65-F5344CB8AC3E}">
        <p14:creationId xmlns:p14="http://schemas.microsoft.com/office/powerpoint/2010/main" val="3128894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AEABAFAD-85FB-4403-9D09-8552ED72B63E}"/>
              </a:ext>
            </a:extLst>
          </p:cNvPr>
          <p:cNvSpPr>
            <a:spLocks noGrp="1" noChangeArrowheads="1"/>
          </p:cNvSpPr>
          <p:nvPr>
            <p:ph type="title"/>
          </p:nvPr>
        </p:nvSpPr>
        <p:spPr/>
        <p:txBody>
          <a:bodyPr/>
          <a:lstStyle/>
          <a:p>
            <a:pPr eaLnBrk="1" hangingPunct="1"/>
            <a:r>
              <a:rPr lang="en-US" altLang="zh-CN"/>
              <a:t>4.2 S</a:t>
            </a:r>
            <a:r>
              <a:rPr lang="zh-CN" altLang="en-US"/>
              <a:t>属性定义的自下而上计算</a:t>
            </a:r>
          </a:p>
        </p:txBody>
      </p:sp>
      <p:sp>
        <p:nvSpPr>
          <p:cNvPr id="49155" name="Rectangle 3">
            <a:extLst>
              <a:ext uri="{FF2B5EF4-FFF2-40B4-BE49-F238E27FC236}">
                <a16:creationId xmlns:a16="http://schemas.microsoft.com/office/drawing/2014/main" id="{898C1083-7637-482D-9B48-EF376400B721}"/>
              </a:ext>
            </a:extLst>
          </p:cNvPr>
          <p:cNvSpPr>
            <a:spLocks noGrp="1" noChangeArrowheads="1"/>
          </p:cNvSpPr>
          <p:nvPr>
            <p:ph idx="1"/>
          </p:nvPr>
        </p:nvSpPr>
        <p:spPr/>
        <p:txBody>
          <a:bodyPr/>
          <a:lstStyle/>
          <a:p>
            <a:pPr eaLnBrk="1" hangingPunct="1"/>
            <a:r>
              <a:rPr lang="en-US" altLang="zh-CN" b="1" i="1"/>
              <a:t>S</a:t>
            </a:r>
            <a:r>
              <a:rPr lang="zh-CN" altLang="en-US"/>
              <a:t>属性定义（</a:t>
            </a:r>
            <a:r>
              <a:rPr lang="en-US" altLang="zh-CN" b="1" i="1"/>
              <a:t>S-SDD</a:t>
            </a:r>
            <a:r>
              <a:rPr lang="zh-CN" altLang="en-US"/>
              <a:t>）：</a:t>
            </a:r>
            <a:r>
              <a:rPr lang="zh-CN" altLang="en-US">
                <a:latin typeface="宋体" panose="02010600030101010101" pitchFamily="2" charset="-122"/>
              </a:rPr>
              <a:t>仅仅使用综合属性的语法制导定义</a:t>
            </a:r>
            <a:endParaRPr lang="en-US" altLang="zh-CN">
              <a:latin typeface="宋体" panose="02010600030101010101" pitchFamily="2" charset="-122"/>
            </a:endParaRPr>
          </a:p>
          <a:p>
            <a:pPr eaLnBrk="1" hangingPunct="1"/>
            <a:r>
              <a:rPr lang="zh-CN" altLang="en-US"/>
              <a:t>将一个</a:t>
            </a:r>
            <a:r>
              <a:rPr lang="en-US" altLang="zh-CN" b="1" i="1"/>
              <a:t>S-SDD</a:t>
            </a:r>
            <a:r>
              <a:rPr lang="zh-CN" altLang="en-US"/>
              <a:t>转换为</a:t>
            </a:r>
            <a:r>
              <a:rPr lang="en-US" altLang="zh-CN" b="1" i="1"/>
              <a:t>SDT</a:t>
            </a:r>
            <a:r>
              <a:rPr lang="zh-CN" altLang="en-US"/>
              <a:t>的方法：将每个语义动作都放在产生式的最后</a:t>
            </a:r>
            <a:endParaRPr lang="en-US" altLang="zh-CN"/>
          </a:p>
          <a:p>
            <a:pPr eaLnBrk="1" hangingPunct="1"/>
            <a:r>
              <a:rPr lang="zh-CN" altLang="en-US">
                <a:latin typeface="宋体" panose="02010600030101010101" pitchFamily="2" charset="-122"/>
              </a:rPr>
              <a:t>因此，</a:t>
            </a:r>
            <a:r>
              <a:rPr lang="en-US" altLang="zh-CN" b="1" i="1"/>
              <a:t> S-SDD</a:t>
            </a:r>
            <a:r>
              <a:rPr lang="zh-CN" altLang="en-US">
                <a:latin typeface="宋体" panose="02010600030101010101" pitchFamily="2" charset="-122"/>
              </a:rPr>
              <a:t>的</a:t>
            </a:r>
            <a:r>
              <a:rPr lang="en-US" altLang="zh-CN" b="1" i="1"/>
              <a:t>SDT</a:t>
            </a:r>
            <a:r>
              <a:rPr lang="zh-CN" altLang="en-US">
                <a:latin typeface="宋体" panose="02010600030101010101" pitchFamily="2" charset="-122"/>
              </a:rPr>
              <a:t>和其本身的区别很小</a:t>
            </a:r>
          </a:p>
        </p:txBody>
      </p:sp>
      <p:sp>
        <p:nvSpPr>
          <p:cNvPr id="2" name="日期占位符 1">
            <a:extLst>
              <a:ext uri="{FF2B5EF4-FFF2-40B4-BE49-F238E27FC236}">
                <a16:creationId xmlns:a16="http://schemas.microsoft.com/office/drawing/2014/main" id="{EF11E4AA-C100-F82E-31FF-B403DCBA5CB3}"/>
              </a:ext>
            </a:extLst>
          </p:cNvPr>
          <p:cNvSpPr>
            <a:spLocks noGrp="1"/>
          </p:cNvSpPr>
          <p:nvPr>
            <p:ph type="dt" sz="half" idx="10"/>
          </p:nvPr>
        </p:nvSpPr>
        <p:spPr/>
        <p:txBody>
          <a:bodyPr/>
          <a:lstStyle/>
          <a:p>
            <a:fld id="{E79DC591-6162-4D1E-9965-E94DD4488EB8}"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4FF4DF31-9F46-B7A7-16E2-89975C923C44}"/>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DF21FF4C-F4EF-FACC-CF1A-24F2F8F4F172}"/>
              </a:ext>
            </a:extLst>
          </p:cNvPr>
          <p:cNvSpPr>
            <a:spLocks noGrp="1"/>
          </p:cNvSpPr>
          <p:nvPr>
            <p:ph type="sldNum" sz="quarter" idx="12"/>
          </p:nvPr>
        </p:nvSpPr>
        <p:spPr/>
        <p:txBody>
          <a:bodyPr/>
          <a:lstStyle/>
          <a:p>
            <a:fld id="{094DEB03-EFC6-4C20-8FC8-295189A5386F}" type="slidenum">
              <a:rPr lang="zh-CN" altLang="en-US" smtClean="0"/>
              <a:pPr/>
              <a:t>12</a:t>
            </a:fld>
            <a:endParaRPr lang="zh-CN" altLang="en-US"/>
          </a:p>
        </p:txBody>
      </p:sp>
      <p:sp>
        <p:nvSpPr>
          <p:cNvPr id="5" name="AutoShape 36">
            <a:extLst>
              <a:ext uri="{FF2B5EF4-FFF2-40B4-BE49-F238E27FC236}">
                <a16:creationId xmlns:a16="http://schemas.microsoft.com/office/drawing/2014/main" id="{F955A486-E28C-3662-A76D-08AD3626EE1E}"/>
              </a:ext>
            </a:extLst>
          </p:cNvPr>
          <p:cNvSpPr>
            <a:spLocks noChangeArrowheads="1"/>
          </p:cNvSpPr>
          <p:nvPr/>
        </p:nvSpPr>
        <p:spPr bwMode="auto">
          <a:xfrm>
            <a:off x="447383" y="4405064"/>
            <a:ext cx="8249234" cy="1195636"/>
          </a:xfrm>
          <a:prstGeom prst="roundRect">
            <a:avLst/>
          </a:prstGeom>
          <a:solidFill>
            <a:schemeClr val="accent4">
              <a:lumMod val="20000"/>
              <a:lumOff val="80000"/>
            </a:schemeClr>
          </a:solidFill>
          <a:ln w="25400" algn="ctr">
            <a:solidFill>
              <a:schemeClr val="accent2"/>
            </a:solidFill>
            <a:miter lim="800000"/>
            <a:headEnd/>
            <a:tailEnd/>
          </a:ln>
        </p:spPr>
        <p:txBody>
          <a:bodyPr lIns="54000" tIns="28800" rIns="54000" bIns="28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eaLnBrk="1" hangingPunct="1">
              <a:buNone/>
            </a:pPr>
            <a:r>
              <a:rPr lang="zh-CN" altLang="en-US" sz="2800">
                <a:latin typeface="宋体" panose="02010600030101010101" pitchFamily="2" charset="-122"/>
              </a:rPr>
              <a:t>本节以</a:t>
            </a:r>
            <a:r>
              <a:rPr lang="zh-CN" altLang="en-US" sz="2800" b="1">
                <a:solidFill>
                  <a:schemeClr val="accent1"/>
                </a:solidFill>
                <a:latin typeface="宋体" panose="02010600030101010101" pitchFamily="2" charset="-122"/>
              </a:rPr>
              <a:t>构造抽象语法树</a:t>
            </a:r>
            <a:r>
              <a:rPr lang="zh-CN" altLang="en-US" sz="2800">
                <a:latin typeface="宋体" panose="02010600030101010101" pitchFamily="2" charset="-122"/>
              </a:rPr>
              <a:t>为例，来熟悉</a:t>
            </a:r>
            <a:r>
              <a:rPr lang="en-US" altLang="zh-CN" sz="2800" b="1" i="1"/>
              <a:t>S</a:t>
            </a:r>
            <a:r>
              <a:rPr lang="en-US" altLang="zh-CN" sz="2800" b="1" i="1">
                <a:latin typeface="+mn-lt"/>
                <a:ea typeface="+mj-ea"/>
              </a:rPr>
              <a:t>-SDD</a:t>
            </a:r>
            <a:r>
              <a:rPr lang="zh-CN" altLang="en-US" sz="2800">
                <a:latin typeface="宋体" panose="02010600030101010101" pitchFamily="2" charset="-122"/>
              </a:rPr>
              <a:t>，</a:t>
            </a:r>
            <a:endParaRPr lang="en-US" altLang="zh-CN" sz="2800">
              <a:latin typeface="宋体" panose="02010600030101010101" pitchFamily="2" charset="-122"/>
            </a:endParaRPr>
          </a:p>
          <a:p>
            <a:pPr algn="ctr" eaLnBrk="1" hangingPunct="1">
              <a:buNone/>
            </a:pPr>
            <a:r>
              <a:rPr lang="zh-CN" altLang="en-US" sz="2800">
                <a:latin typeface="宋体" panose="02010600030101010101" pitchFamily="2" charset="-122"/>
              </a:rPr>
              <a:t>并研究如何在自下而上的分析过程中完成属性计算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9155">
                                            <p:txEl>
                                              <p:pRg st="1" end="1"/>
                                            </p:txEl>
                                          </p:spTgt>
                                        </p:tgtEl>
                                        <p:attrNameLst>
                                          <p:attrName>style.visibility</p:attrName>
                                        </p:attrNameLst>
                                      </p:cBhvr>
                                      <p:to>
                                        <p:strVal val="visible"/>
                                      </p:to>
                                    </p:set>
                                    <p:anim calcmode="lin" valueType="num">
                                      <p:cBhvr additive="base">
                                        <p:cTn id="7" dur="500" fill="hold"/>
                                        <p:tgtEl>
                                          <p:spTgt spid="4915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91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9155">
                                            <p:txEl>
                                              <p:pRg st="2" end="2"/>
                                            </p:txEl>
                                          </p:spTgt>
                                        </p:tgtEl>
                                        <p:attrNameLst>
                                          <p:attrName>style.visibility</p:attrName>
                                        </p:attrNameLst>
                                      </p:cBhvr>
                                      <p:to>
                                        <p:strVal val="visible"/>
                                      </p:to>
                                    </p:set>
                                    <p:anim calcmode="lin" valueType="num">
                                      <p:cBhvr additive="base">
                                        <p:cTn id="13" dur="500" fill="hold"/>
                                        <p:tgtEl>
                                          <p:spTgt spid="4915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915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F7CBC91F-B7C4-47C0-B9D5-C1BBB7DEF115}"/>
              </a:ext>
            </a:extLst>
          </p:cNvPr>
          <p:cNvSpPr>
            <a:spLocks noGrp="1" noChangeArrowheads="1"/>
          </p:cNvSpPr>
          <p:nvPr>
            <p:ph type="title"/>
          </p:nvPr>
        </p:nvSpPr>
        <p:spPr/>
        <p:txBody>
          <a:bodyPr/>
          <a:lstStyle/>
          <a:p>
            <a:pPr eaLnBrk="1" hangingPunct="1"/>
            <a:r>
              <a:rPr lang="en-US" altLang="zh-CN"/>
              <a:t>4.2.1 </a:t>
            </a:r>
            <a:r>
              <a:rPr lang="zh-CN" altLang="en-US"/>
              <a:t>抽象语法树</a:t>
            </a:r>
          </a:p>
        </p:txBody>
      </p:sp>
      <p:sp>
        <p:nvSpPr>
          <p:cNvPr id="50179" name="Rectangle 3">
            <a:extLst>
              <a:ext uri="{FF2B5EF4-FFF2-40B4-BE49-F238E27FC236}">
                <a16:creationId xmlns:a16="http://schemas.microsoft.com/office/drawing/2014/main" id="{23B029FD-5597-42B9-8ACE-14FFF1BE7AC8}"/>
              </a:ext>
            </a:extLst>
          </p:cNvPr>
          <p:cNvSpPr>
            <a:spLocks noGrp="1" noChangeArrowheads="1"/>
          </p:cNvSpPr>
          <p:nvPr>
            <p:ph idx="1"/>
          </p:nvPr>
        </p:nvSpPr>
        <p:spPr/>
        <p:txBody>
          <a:bodyPr/>
          <a:lstStyle/>
          <a:p>
            <a:pPr eaLnBrk="1" hangingPunct="1">
              <a:spcBef>
                <a:spcPct val="0"/>
              </a:spcBef>
            </a:pPr>
            <a:r>
              <a:rPr lang="zh-CN" altLang="en-US" sz="2800">
                <a:latin typeface="宋体" panose="02010600030101010101" pitchFamily="2" charset="-122"/>
              </a:rPr>
              <a:t>抽象语法树是</a:t>
            </a:r>
            <a:r>
              <a:rPr lang="zh-CN" altLang="en-US" sz="2800">
                <a:solidFill>
                  <a:srgbClr val="C00000"/>
                </a:solidFill>
                <a:latin typeface="宋体" panose="02010600030101010101" pitchFamily="2" charset="-122"/>
              </a:rPr>
              <a:t>分析树的浓缩表示</a:t>
            </a:r>
            <a:r>
              <a:rPr lang="zh-CN" altLang="en-US" sz="2800"/>
              <a:t>：</a:t>
            </a:r>
            <a:r>
              <a:rPr lang="zh-CN" altLang="en-US" sz="2800">
                <a:latin typeface="宋体" panose="02010600030101010101" pitchFamily="2" charset="-122"/>
              </a:rPr>
              <a:t>算符和关键字是作为内部结点</a:t>
            </a:r>
            <a:endParaRPr lang="en-US" altLang="zh-CN" sz="2800">
              <a:latin typeface="宋体" panose="02010600030101010101" pitchFamily="2" charset="-122"/>
            </a:endParaRPr>
          </a:p>
          <a:p>
            <a:pPr eaLnBrk="1" hangingPunct="1">
              <a:spcBef>
                <a:spcPct val="0"/>
              </a:spcBef>
            </a:pPr>
            <a:r>
              <a:rPr lang="zh-CN" altLang="en-US" sz="2800">
                <a:latin typeface="宋体" panose="02010600030101010101" pitchFamily="2" charset="-122"/>
              </a:rPr>
              <a:t>抽象语法树是一种</a:t>
            </a:r>
            <a:r>
              <a:rPr lang="zh-CN" altLang="en-US" sz="2800">
                <a:solidFill>
                  <a:srgbClr val="C00000"/>
                </a:solidFill>
                <a:latin typeface="宋体" panose="02010600030101010101" pitchFamily="2" charset="-122"/>
              </a:rPr>
              <a:t>中间表示</a:t>
            </a:r>
            <a:r>
              <a:rPr lang="zh-CN" altLang="en-US" sz="2800">
                <a:latin typeface="宋体" panose="02010600030101010101" pitchFamily="2" charset="-122"/>
              </a:rPr>
              <a:t>，允许把翻译从分析中分离，形成先分析后翻译的方式。</a:t>
            </a:r>
            <a:endParaRPr lang="zh-CN" altLang="en-US" sz="2800"/>
          </a:p>
          <a:p>
            <a:pPr eaLnBrk="1" hangingPunct="1">
              <a:spcBef>
                <a:spcPct val="0"/>
              </a:spcBef>
            </a:pPr>
            <a:r>
              <a:rPr lang="zh-CN" altLang="en-US" sz="2800"/>
              <a:t>抽象语法树的例子：</a:t>
            </a:r>
          </a:p>
        </p:txBody>
      </p:sp>
      <p:grpSp>
        <p:nvGrpSpPr>
          <p:cNvPr id="50180" name="Group 4">
            <a:extLst>
              <a:ext uri="{FF2B5EF4-FFF2-40B4-BE49-F238E27FC236}">
                <a16:creationId xmlns:a16="http://schemas.microsoft.com/office/drawing/2014/main" id="{2CFAC1E6-21DE-4E22-B374-F10B92504022}"/>
              </a:ext>
            </a:extLst>
          </p:cNvPr>
          <p:cNvGrpSpPr>
            <a:grpSpLocks/>
          </p:cNvGrpSpPr>
          <p:nvPr/>
        </p:nvGrpSpPr>
        <p:grpSpPr bwMode="auto">
          <a:xfrm>
            <a:off x="837501" y="3503382"/>
            <a:ext cx="8001000" cy="1855788"/>
            <a:chOff x="480" y="3024"/>
            <a:chExt cx="5040" cy="1169"/>
          </a:xfrm>
        </p:grpSpPr>
        <p:grpSp>
          <p:nvGrpSpPr>
            <p:cNvPr id="50181" name="Group 5">
              <a:extLst>
                <a:ext uri="{FF2B5EF4-FFF2-40B4-BE49-F238E27FC236}">
                  <a16:creationId xmlns:a16="http://schemas.microsoft.com/office/drawing/2014/main" id="{0CDBACF1-4743-4F6F-858A-11F6DAD9E097}"/>
                </a:ext>
              </a:extLst>
            </p:cNvPr>
            <p:cNvGrpSpPr>
              <a:grpSpLocks/>
            </p:cNvGrpSpPr>
            <p:nvPr/>
          </p:nvGrpSpPr>
          <p:grpSpPr bwMode="auto">
            <a:xfrm>
              <a:off x="480" y="3032"/>
              <a:ext cx="2258" cy="988"/>
              <a:chOff x="480" y="3032"/>
              <a:chExt cx="2258" cy="988"/>
            </a:xfrm>
          </p:grpSpPr>
          <p:sp>
            <p:nvSpPr>
              <p:cNvPr id="50192" name="Rectangle 6">
                <a:extLst>
                  <a:ext uri="{FF2B5EF4-FFF2-40B4-BE49-F238E27FC236}">
                    <a16:creationId xmlns:a16="http://schemas.microsoft.com/office/drawing/2014/main" id="{DD4DAF2D-13B9-42F5-AF41-F0D0B3080055}"/>
                  </a:ext>
                </a:extLst>
              </p:cNvPr>
              <p:cNvSpPr>
                <a:spLocks noChangeArrowheads="1"/>
              </p:cNvSpPr>
              <p:nvPr/>
            </p:nvSpPr>
            <p:spPr bwMode="auto">
              <a:xfrm>
                <a:off x="1191" y="3032"/>
                <a:ext cx="1136"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if-then-else</a:t>
                </a:r>
              </a:p>
            </p:txBody>
          </p:sp>
          <p:sp>
            <p:nvSpPr>
              <p:cNvPr id="50193" name="Line 7">
                <a:extLst>
                  <a:ext uri="{FF2B5EF4-FFF2-40B4-BE49-F238E27FC236}">
                    <a16:creationId xmlns:a16="http://schemas.microsoft.com/office/drawing/2014/main" id="{48C12E2B-8944-4D54-A2AC-45744734F3B1}"/>
                  </a:ext>
                </a:extLst>
              </p:cNvPr>
              <p:cNvSpPr>
                <a:spLocks noChangeShapeType="1"/>
              </p:cNvSpPr>
              <p:nvPr/>
            </p:nvSpPr>
            <p:spPr bwMode="auto">
              <a:xfrm flipH="1">
                <a:off x="569" y="3340"/>
                <a:ext cx="880" cy="4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0194" name="Line 8">
                <a:extLst>
                  <a:ext uri="{FF2B5EF4-FFF2-40B4-BE49-F238E27FC236}">
                    <a16:creationId xmlns:a16="http://schemas.microsoft.com/office/drawing/2014/main" id="{98219C95-AA24-4D6E-ACA1-7C9A24A05FC9}"/>
                  </a:ext>
                </a:extLst>
              </p:cNvPr>
              <p:cNvSpPr>
                <a:spLocks noChangeShapeType="1"/>
              </p:cNvSpPr>
              <p:nvPr/>
            </p:nvSpPr>
            <p:spPr bwMode="auto">
              <a:xfrm>
                <a:off x="1632" y="3340"/>
                <a:ext cx="880" cy="4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0195" name="Line 9">
                <a:extLst>
                  <a:ext uri="{FF2B5EF4-FFF2-40B4-BE49-F238E27FC236}">
                    <a16:creationId xmlns:a16="http://schemas.microsoft.com/office/drawing/2014/main" id="{CBE1B2F1-65D7-4ACD-9EF2-2E4D99C6A705}"/>
                  </a:ext>
                </a:extLst>
              </p:cNvPr>
              <p:cNvSpPr>
                <a:spLocks noChangeShapeType="1"/>
              </p:cNvSpPr>
              <p:nvPr/>
            </p:nvSpPr>
            <p:spPr bwMode="auto">
              <a:xfrm>
                <a:off x="1541" y="3351"/>
                <a:ext cx="1" cy="42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0196" name="Rectangle 10">
                <a:extLst>
                  <a:ext uri="{FF2B5EF4-FFF2-40B4-BE49-F238E27FC236}">
                    <a16:creationId xmlns:a16="http://schemas.microsoft.com/office/drawing/2014/main" id="{CF8600E5-95DA-426B-8492-88CE906E4A57}"/>
                  </a:ext>
                </a:extLst>
              </p:cNvPr>
              <p:cNvSpPr>
                <a:spLocks noChangeArrowheads="1"/>
              </p:cNvSpPr>
              <p:nvPr/>
            </p:nvSpPr>
            <p:spPr bwMode="auto">
              <a:xfrm>
                <a:off x="480" y="3716"/>
                <a:ext cx="285"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B</a:t>
                </a:r>
              </a:p>
            </p:txBody>
          </p:sp>
          <p:sp>
            <p:nvSpPr>
              <p:cNvPr id="50197" name="Rectangle 11">
                <a:extLst>
                  <a:ext uri="{FF2B5EF4-FFF2-40B4-BE49-F238E27FC236}">
                    <a16:creationId xmlns:a16="http://schemas.microsoft.com/office/drawing/2014/main" id="{0E97EE08-7946-413C-9B96-D2BC58287D4C}"/>
                  </a:ext>
                </a:extLst>
              </p:cNvPr>
              <p:cNvSpPr>
                <a:spLocks noChangeArrowheads="1"/>
              </p:cNvSpPr>
              <p:nvPr/>
            </p:nvSpPr>
            <p:spPr bwMode="auto">
              <a:xfrm>
                <a:off x="1471" y="3725"/>
                <a:ext cx="285"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S</a:t>
                </a:r>
                <a:r>
                  <a:rPr lang="en-US" altLang="zh-CN" sz="2800" b="1" baseline="-25000">
                    <a:ea typeface="宋体" panose="02010600030101010101" pitchFamily="2" charset="-122"/>
                  </a:rPr>
                  <a:t>1</a:t>
                </a:r>
              </a:p>
            </p:txBody>
          </p:sp>
          <p:sp>
            <p:nvSpPr>
              <p:cNvPr id="50198" name="Rectangle 12">
                <a:extLst>
                  <a:ext uri="{FF2B5EF4-FFF2-40B4-BE49-F238E27FC236}">
                    <a16:creationId xmlns:a16="http://schemas.microsoft.com/office/drawing/2014/main" id="{99649270-8EA3-4673-814B-53AC7C0ECF07}"/>
                  </a:ext>
                </a:extLst>
              </p:cNvPr>
              <p:cNvSpPr>
                <a:spLocks noChangeArrowheads="1"/>
              </p:cNvSpPr>
              <p:nvPr/>
            </p:nvSpPr>
            <p:spPr bwMode="auto">
              <a:xfrm>
                <a:off x="2453" y="3704"/>
                <a:ext cx="285"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S</a:t>
                </a:r>
                <a:r>
                  <a:rPr lang="en-US" altLang="zh-CN" sz="2800" b="1" baseline="-25000">
                    <a:ea typeface="宋体" panose="02010600030101010101" pitchFamily="2" charset="-122"/>
                  </a:rPr>
                  <a:t>2</a:t>
                </a:r>
              </a:p>
            </p:txBody>
          </p:sp>
        </p:grpSp>
        <p:grpSp>
          <p:nvGrpSpPr>
            <p:cNvPr id="50182" name="Group 13">
              <a:extLst>
                <a:ext uri="{FF2B5EF4-FFF2-40B4-BE49-F238E27FC236}">
                  <a16:creationId xmlns:a16="http://schemas.microsoft.com/office/drawing/2014/main" id="{5631DE59-9A0E-4F88-ADD9-3B2D9B1CD506}"/>
                </a:ext>
              </a:extLst>
            </p:cNvPr>
            <p:cNvGrpSpPr>
              <a:grpSpLocks/>
            </p:cNvGrpSpPr>
            <p:nvPr/>
          </p:nvGrpSpPr>
          <p:grpSpPr bwMode="auto">
            <a:xfrm>
              <a:off x="2959" y="3024"/>
              <a:ext cx="2561" cy="1169"/>
              <a:chOff x="2959" y="3024"/>
              <a:chExt cx="2561" cy="1169"/>
            </a:xfrm>
          </p:grpSpPr>
          <p:sp>
            <p:nvSpPr>
              <p:cNvPr id="50183" name="Rectangle 14">
                <a:extLst>
                  <a:ext uri="{FF2B5EF4-FFF2-40B4-BE49-F238E27FC236}">
                    <a16:creationId xmlns:a16="http://schemas.microsoft.com/office/drawing/2014/main" id="{90B755BA-6468-4C7B-959F-DB86225F3956}"/>
                  </a:ext>
                </a:extLst>
              </p:cNvPr>
              <p:cNvSpPr>
                <a:spLocks noChangeArrowheads="1"/>
              </p:cNvSpPr>
              <p:nvPr/>
            </p:nvSpPr>
            <p:spPr bwMode="auto">
              <a:xfrm>
                <a:off x="3707" y="3024"/>
                <a:ext cx="285"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50184" name="Line 15">
                <a:extLst>
                  <a:ext uri="{FF2B5EF4-FFF2-40B4-BE49-F238E27FC236}">
                    <a16:creationId xmlns:a16="http://schemas.microsoft.com/office/drawing/2014/main" id="{64B10FD0-FD14-4048-AF17-82D31D60346B}"/>
                  </a:ext>
                </a:extLst>
              </p:cNvPr>
              <p:cNvSpPr>
                <a:spLocks noChangeShapeType="1"/>
              </p:cNvSpPr>
              <p:nvPr/>
            </p:nvSpPr>
            <p:spPr bwMode="auto">
              <a:xfrm flipH="1">
                <a:off x="3041" y="3248"/>
                <a:ext cx="663" cy="28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0185" name="Line 16">
                <a:extLst>
                  <a:ext uri="{FF2B5EF4-FFF2-40B4-BE49-F238E27FC236}">
                    <a16:creationId xmlns:a16="http://schemas.microsoft.com/office/drawing/2014/main" id="{992F26A5-FE71-4A83-A0B7-1C387003217C}"/>
                  </a:ext>
                </a:extLst>
              </p:cNvPr>
              <p:cNvSpPr>
                <a:spLocks noChangeShapeType="1"/>
              </p:cNvSpPr>
              <p:nvPr/>
            </p:nvSpPr>
            <p:spPr bwMode="auto">
              <a:xfrm>
                <a:off x="3830" y="3263"/>
                <a:ext cx="662" cy="28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0186" name="Rectangle 17">
                <a:extLst>
                  <a:ext uri="{FF2B5EF4-FFF2-40B4-BE49-F238E27FC236}">
                    <a16:creationId xmlns:a16="http://schemas.microsoft.com/office/drawing/2014/main" id="{53E05134-0AF4-4317-B77C-0C8F2CC6A31D}"/>
                  </a:ext>
                </a:extLst>
              </p:cNvPr>
              <p:cNvSpPr>
                <a:spLocks noChangeArrowheads="1"/>
              </p:cNvSpPr>
              <p:nvPr/>
            </p:nvSpPr>
            <p:spPr bwMode="auto">
              <a:xfrm>
                <a:off x="4485" y="3468"/>
                <a:ext cx="285"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50187" name="Line 18">
                <a:extLst>
                  <a:ext uri="{FF2B5EF4-FFF2-40B4-BE49-F238E27FC236}">
                    <a16:creationId xmlns:a16="http://schemas.microsoft.com/office/drawing/2014/main" id="{87507876-575D-4E44-B3E7-B1B6CAC26ABE}"/>
                  </a:ext>
                </a:extLst>
              </p:cNvPr>
              <p:cNvSpPr>
                <a:spLocks noChangeShapeType="1"/>
              </p:cNvSpPr>
              <p:nvPr/>
            </p:nvSpPr>
            <p:spPr bwMode="auto">
              <a:xfrm>
                <a:off x="4608" y="3637"/>
                <a:ext cx="663" cy="28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0188" name="Line 19">
                <a:extLst>
                  <a:ext uri="{FF2B5EF4-FFF2-40B4-BE49-F238E27FC236}">
                    <a16:creationId xmlns:a16="http://schemas.microsoft.com/office/drawing/2014/main" id="{BF0EB79E-E09B-4442-9EFE-B297A4A47038}"/>
                  </a:ext>
                </a:extLst>
              </p:cNvPr>
              <p:cNvSpPr>
                <a:spLocks noChangeShapeType="1"/>
              </p:cNvSpPr>
              <p:nvPr/>
            </p:nvSpPr>
            <p:spPr bwMode="auto">
              <a:xfrm flipH="1">
                <a:off x="3809" y="3646"/>
                <a:ext cx="663" cy="28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0189" name="Rectangle 20">
                <a:extLst>
                  <a:ext uri="{FF2B5EF4-FFF2-40B4-BE49-F238E27FC236}">
                    <a16:creationId xmlns:a16="http://schemas.microsoft.com/office/drawing/2014/main" id="{92B440B4-1644-4B4C-873F-27EF75B7D5D3}"/>
                  </a:ext>
                </a:extLst>
              </p:cNvPr>
              <p:cNvSpPr>
                <a:spLocks noChangeArrowheads="1"/>
              </p:cNvSpPr>
              <p:nvPr/>
            </p:nvSpPr>
            <p:spPr bwMode="auto">
              <a:xfrm>
                <a:off x="5235" y="3876"/>
                <a:ext cx="285"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2</a:t>
                </a:r>
              </a:p>
            </p:txBody>
          </p:sp>
          <p:sp>
            <p:nvSpPr>
              <p:cNvPr id="50190" name="Rectangle 21">
                <a:extLst>
                  <a:ext uri="{FF2B5EF4-FFF2-40B4-BE49-F238E27FC236}">
                    <a16:creationId xmlns:a16="http://schemas.microsoft.com/office/drawing/2014/main" id="{31A79F1A-11C0-4176-9EDC-6BC260E9D50F}"/>
                  </a:ext>
                </a:extLst>
              </p:cNvPr>
              <p:cNvSpPr>
                <a:spLocks noChangeArrowheads="1"/>
              </p:cNvSpPr>
              <p:nvPr/>
            </p:nvSpPr>
            <p:spPr bwMode="auto">
              <a:xfrm>
                <a:off x="3727" y="3897"/>
                <a:ext cx="285"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5</a:t>
                </a:r>
              </a:p>
            </p:txBody>
          </p:sp>
          <p:sp>
            <p:nvSpPr>
              <p:cNvPr id="50191" name="Rectangle 22">
                <a:extLst>
                  <a:ext uri="{FF2B5EF4-FFF2-40B4-BE49-F238E27FC236}">
                    <a16:creationId xmlns:a16="http://schemas.microsoft.com/office/drawing/2014/main" id="{1F398A0B-8A11-41E0-977B-0CA179C62737}"/>
                  </a:ext>
                </a:extLst>
              </p:cNvPr>
              <p:cNvSpPr>
                <a:spLocks noChangeArrowheads="1"/>
              </p:cNvSpPr>
              <p:nvPr/>
            </p:nvSpPr>
            <p:spPr bwMode="auto">
              <a:xfrm>
                <a:off x="2959" y="3490"/>
                <a:ext cx="285"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8</a:t>
                </a:r>
              </a:p>
            </p:txBody>
          </p:sp>
        </p:grpSp>
      </p:grpSp>
      <p:sp>
        <p:nvSpPr>
          <p:cNvPr id="2" name="日期占位符 1">
            <a:extLst>
              <a:ext uri="{FF2B5EF4-FFF2-40B4-BE49-F238E27FC236}">
                <a16:creationId xmlns:a16="http://schemas.microsoft.com/office/drawing/2014/main" id="{470D95F8-95FB-8112-0504-F6A8F98E1051}"/>
              </a:ext>
            </a:extLst>
          </p:cNvPr>
          <p:cNvSpPr>
            <a:spLocks noGrp="1"/>
          </p:cNvSpPr>
          <p:nvPr>
            <p:ph type="dt" sz="half" idx="10"/>
          </p:nvPr>
        </p:nvSpPr>
        <p:spPr/>
        <p:txBody>
          <a:bodyPr/>
          <a:lstStyle/>
          <a:p>
            <a:fld id="{28C491CD-A367-449A-B34E-6EB2FDC1BECA}"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DD82A451-A862-B1B6-330F-5165EF22369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EFADAB25-7859-DD2E-9F65-8AE49473D0BC}"/>
              </a:ext>
            </a:extLst>
          </p:cNvPr>
          <p:cNvSpPr>
            <a:spLocks noGrp="1"/>
          </p:cNvSpPr>
          <p:nvPr>
            <p:ph type="sldNum" sz="quarter" idx="12"/>
          </p:nvPr>
        </p:nvSpPr>
        <p:spPr/>
        <p:txBody>
          <a:bodyPr/>
          <a:lstStyle/>
          <a:p>
            <a:fld id="{094DEB03-EFC6-4C20-8FC8-295189A5386F}" type="slidenum">
              <a:rPr lang="zh-CN" altLang="en-US" smtClean="0"/>
              <a:pPr/>
              <a:t>13</a:t>
            </a:fld>
            <a:endParaRPr lang="zh-CN" altLang="en-US"/>
          </a:p>
        </p:txBody>
      </p:sp>
      <p:grpSp>
        <p:nvGrpSpPr>
          <p:cNvPr id="13" name="组合 12">
            <a:extLst>
              <a:ext uri="{FF2B5EF4-FFF2-40B4-BE49-F238E27FC236}">
                <a16:creationId xmlns:a16="http://schemas.microsoft.com/office/drawing/2014/main" id="{8A63747D-0443-CA79-8FD2-5A4138C679EB}"/>
              </a:ext>
            </a:extLst>
          </p:cNvPr>
          <p:cNvGrpSpPr/>
          <p:nvPr/>
        </p:nvGrpSpPr>
        <p:grpSpPr>
          <a:xfrm>
            <a:off x="579827" y="5285720"/>
            <a:ext cx="8386174" cy="1371831"/>
            <a:chOff x="1790880" y="4205722"/>
            <a:chExt cx="8386174" cy="1371831"/>
          </a:xfrm>
        </p:grpSpPr>
        <p:sp>
          <p:nvSpPr>
            <p:cNvPr id="14" name="Rectangle 84">
              <a:extLst>
                <a:ext uri="{FF2B5EF4-FFF2-40B4-BE49-F238E27FC236}">
                  <a16:creationId xmlns:a16="http://schemas.microsoft.com/office/drawing/2014/main" id="{130B7EA9-7AD3-F810-7900-A35DD4B17767}"/>
                </a:ext>
              </a:extLst>
            </p:cNvPr>
            <p:cNvSpPr>
              <a:spLocks noChangeArrowheads="1"/>
            </p:cNvSpPr>
            <p:nvPr/>
          </p:nvSpPr>
          <p:spPr bwMode="auto">
            <a:xfrm>
              <a:off x="1790880" y="4205722"/>
              <a:ext cx="7650322" cy="1371831"/>
            </a:xfrm>
            <a:prstGeom prst="rect">
              <a:avLst/>
            </a:prstGeom>
            <a:solidFill>
              <a:schemeClr val="accent4">
                <a:lumMod val="20000"/>
                <a:lumOff val="80000"/>
              </a:schemeClr>
            </a:solidFill>
            <a:ln>
              <a:headEnd/>
              <a:tailEnd/>
            </a:ln>
          </p:spPr>
          <p:style>
            <a:lnRef idx="2">
              <a:schemeClr val="accent2"/>
            </a:lnRef>
            <a:fillRef idx="1">
              <a:schemeClr val="lt1"/>
            </a:fillRef>
            <a:effectRef idx="0">
              <a:schemeClr val="accent2"/>
            </a:effectRef>
            <a:fontRef idx="minor">
              <a:schemeClr val="dk1"/>
            </a:fontRef>
          </p:style>
          <p:txBody>
            <a:bodyPr wrap="none" lIns="54000" tIns="28800" rIns="54000" bIns="28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spcBef>
                  <a:spcPct val="0"/>
                </a:spcBef>
                <a:buClrTx/>
                <a:buSzTx/>
                <a:buFontTx/>
                <a:buNone/>
              </a:pPr>
              <a:r>
                <a:rPr lang="zh-CN" altLang="en-US" sz="2800">
                  <a:latin typeface="Times New Roman" panose="02020603050405020304" pitchFamily="18" charset="0"/>
                </a:rPr>
                <a:t>想一想：</a:t>
              </a:r>
              <a:endParaRPr lang="en-US" altLang="zh-CN" sz="2800">
                <a:latin typeface="Times New Roman" panose="02020603050405020304" pitchFamily="18" charset="0"/>
              </a:endParaRPr>
            </a:p>
            <a:p>
              <a:pPr>
                <a:spcBef>
                  <a:spcPct val="0"/>
                </a:spcBef>
                <a:buClrTx/>
                <a:buSzTx/>
                <a:buFontTx/>
                <a:buNone/>
              </a:pPr>
              <a:r>
                <a:rPr lang="en-US" altLang="zh-CN" sz="2800">
                  <a:latin typeface="Times New Roman" panose="02020603050405020304" pitchFamily="18" charset="0"/>
                </a:rPr>
                <a:t>1</a:t>
              </a:r>
              <a:r>
                <a:rPr lang="zh-CN" altLang="en-US" sz="2800">
                  <a:latin typeface="Times New Roman" panose="02020603050405020304" pitchFamily="18" charset="0"/>
                </a:rPr>
                <a:t>、我们用什么数据结构表示抽象语法树？</a:t>
              </a:r>
              <a:endParaRPr lang="en-US" altLang="zh-CN" sz="2800">
                <a:latin typeface="Times New Roman" panose="02020603050405020304" pitchFamily="18" charset="0"/>
              </a:endParaRPr>
            </a:p>
            <a:p>
              <a:pPr>
                <a:spcBef>
                  <a:spcPct val="0"/>
                </a:spcBef>
                <a:buClrTx/>
                <a:buSzTx/>
                <a:buFontTx/>
                <a:buNone/>
              </a:pPr>
              <a:r>
                <a:rPr lang="en-US" altLang="zh-CN" sz="2800">
                  <a:latin typeface="Times New Roman" panose="02020603050405020304" pitchFamily="18" charset="0"/>
                </a:rPr>
                <a:t>2</a:t>
              </a:r>
              <a:r>
                <a:rPr lang="zh-CN" altLang="en-US" sz="2800">
                  <a:latin typeface="Times New Roman" panose="02020603050405020304" pitchFamily="18" charset="0"/>
                </a:rPr>
                <a:t>、用什么函数来生成抽象语法树？</a:t>
              </a:r>
            </a:p>
          </p:txBody>
        </p:sp>
        <p:grpSp>
          <p:nvGrpSpPr>
            <p:cNvPr id="15" name="组合 14">
              <a:extLst>
                <a:ext uri="{FF2B5EF4-FFF2-40B4-BE49-F238E27FC236}">
                  <a16:creationId xmlns:a16="http://schemas.microsoft.com/office/drawing/2014/main" id="{6C718964-0204-80F0-A744-ED6D8D1B3635}"/>
                </a:ext>
              </a:extLst>
            </p:cNvPr>
            <p:cNvGrpSpPr/>
            <p:nvPr/>
          </p:nvGrpSpPr>
          <p:grpSpPr>
            <a:xfrm>
              <a:off x="8869967" y="4251185"/>
              <a:ext cx="1307087" cy="1307087"/>
              <a:chOff x="9126668" y="4221693"/>
              <a:chExt cx="1307087" cy="1307087"/>
            </a:xfrm>
          </p:grpSpPr>
          <p:sp>
            <p:nvSpPr>
              <p:cNvPr id="16" name="椭圆 15">
                <a:extLst>
                  <a:ext uri="{FF2B5EF4-FFF2-40B4-BE49-F238E27FC236}">
                    <a16:creationId xmlns:a16="http://schemas.microsoft.com/office/drawing/2014/main" id="{B9AE72E7-4F18-8162-D0CD-49083418B930}"/>
                  </a:ext>
                </a:extLst>
              </p:cNvPr>
              <p:cNvSpPr/>
              <p:nvPr/>
            </p:nvSpPr>
            <p:spPr>
              <a:xfrm>
                <a:off x="9126668" y="4221693"/>
                <a:ext cx="1307087" cy="1307087"/>
              </a:xfrm>
              <a:prstGeom prst="ellipse">
                <a:avLst/>
              </a:prstGeom>
              <a:solidFill>
                <a:schemeClr val="accent4">
                  <a:lumMod val="20000"/>
                  <a:lumOff val="80000"/>
                </a:schemeClr>
              </a:solidFill>
              <a:ln>
                <a:solidFill>
                  <a:schemeClr val="accent2"/>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pic>
            <p:nvPicPr>
              <p:cNvPr id="17" name="图形 16" descr="问号 纯色填充">
                <a:extLst>
                  <a:ext uri="{FF2B5EF4-FFF2-40B4-BE49-F238E27FC236}">
                    <a16:creationId xmlns:a16="http://schemas.microsoft.com/office/drawing/2014/main" id="{633E3E98-0FB5-9FC9-8EBA-3C7D25B8A8F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71890" y="4257340"/>
                <a:ext cx="1160619" cy="1160619"/>
              </a:xfrm>
              <a:prstGeom prst="rect">
                <a:avLst/>
              </a:prstGeom>
            </p:spPr>
          </p:pic>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ED543A1A-D504-4678-B30E-7ABDC6A4AE49}"/>
              </a:ext>
            </a:extLst>
          </p:cNvPr>
          <p:cNvSpPr>
            <a:spLocks noGrp="1" noChangeArrowheads="1"/>
          </p:cNvSpPr>
          <p:nvPr>
            <p:ph type="title"/>
          </p:nvPr>
        </p:nvSpPr>
        <p:spPr/>
        <p:txBody>
          <a:bodyPr>
            <a:noAutofit/>
          </a:bodyPr>
          <a:lstStyle/>
          <a:p>
            <a:pPr eaLnBrk="1" hangingPunct="1"/>
            <a:r>
              <a:rPr lang="en-US" altLang="zh-CN" sz="3600"/>
              <a:t>4.2.2 </a:t>
            </a:r>
            <a:r>
              <a:rPr lang="zh-CN" altLang="en-US" sz="3600"/>
              <a:t>构造抽象语法树的</a:t>
            </a:r>
            <a:r>
              <a:rPr lang="en-US" altLang="zh-CN" sz="3600" b="1" i="1"/>
              <a:t>S</a:t>
            </a:r>
            <a:r>
              <a:rPr lang="zh-CN" altLang="en-US" sz="3600"/>
              <a:t>属性定义</a:t>
            </a:r>
          </a:p>
        </p:txBody>
      </p:sp>
      <p:sp>
        <p:nvSpPr>
          <p:cNvPr id="51203" name="Rectangle 3">
            <a:extLst>
              <a:ext uri="{FF2B5EF4-FFF2-40B4-BE49-F238E27FC236}">
                <a16:creationId xmlns:a16="http://schemas.microsoft.com/office/drawing/2014/main" id="{6E72A81C-7817-4ECD-931D-C8A641A01819}"/>
              </a:ext>
            </a:extLst>
          </p:cNvPr>
          <p:cNvSpPr>
            <a:spLocks noGrp="1" noChangeArrowheads="1"/>
          </p:cNvSpPr>
          <p:nvPr>
            <p:ph idx="1"/>
          </p:nvPr>
        </p:nvSpPr>
        <p:spPr/>
        <p:txBody>
          <a:bodyPr/>
          <a:lstStyle/>
          <a:p>
            <a:pPr eaLnBrk="1" hangingPunct="1"/>
            <a:r>
              <a:rPr lang="zh-CN" altLang="en-US">
                <a:solidFill>
                  <a:srgbClr val="C00000"/>
                </a:solidFill>
              </a:rPr>
              <a:t>数据结构：</a:t>
            </a:r>
            <a:r>
              <a:rPr lang="zh-CN" altLang="en-US"/>
              <a:t>抽象语法树的结点可以用有若干域的记录实现。</a:t>
            </a:r>
          </a:p>
          <a:p>
            <a:pPr lvl="1" eaLnBrk="1" hangingPunct="1"/>
            <a:r>
              <a:rPr lang="zh-CN" altLang="en-US"/>
              <a:t>算符结点：算符域（结点标记），</a:t>
            </a:r>
            <a:r>
              <a:rPr lang="en-US" altLang="zh-CN" b="1"/>
              <a:t>2</a:t>
            </a:r>
            <a:r>
              <a:rPr lang="zh-CN" altLang="en-US"/>
              <a:t>个运算对象域（存放指向运算对象的指针）</a:t>
            </a:r>
            <a:endParaRPr lang="en-US" altLang="zh-CN"/>
          </a:p>
          <a:p>
            <a:pPr lvl="1" eaLnBrk="1" hangingPunct="1"/>
            <a:endParaRPr lang="en-US" altLang="zh-CN"/>
          </a:p>
          <a:p>
            <a:pPr lvl="1" eaLnBrk="1" hangingPunct="1"/>
            <a:endParaRPr lang="zh-CN" altLang="en-US"/>
          </a:p>
          <a:p>
            <a:pPr lvl="1" eaLnBrk="1" hangingPunct="1"/>
            <a:r>
              <a:rPr lang="zh-CN" altLang="en-US"/>
              <a:t>基本运算对象结点：运算对象类别域，运算对象的值</a:t>
            </a:r>
          </a:p>
        </p:txBody>
      </p:sp>
      <p:sp>
        <p:nvSpPr>
          <p:cNvPr id="2" name="日期占位符 1">
            <a:extLst>
              <a:ext uri="{FF2B5EF4-FFF2-40B4-BE49-F238E27FC236}">
                <a16:creationId xmlns:a16="http://schemas.microsoft.com/office/drawing/2014/main" id="{F1C9809C-19BB-97BC-7916-312A473CFB4B}"/>
              </a:ext>
            </a:extLst>
          </p:cNvPr>
          <p:cNvSpPr>
            <a:spLocks noGrp="1"/>
          </p:cNvSpPr>
          <p:nvPr>
            <p:ph type="dt" sz="half" idx="10"/>
          </p:nvPr>
        </p:nvSpPr>
        <p:spPr/>
        <p:txBody>
          <a:bodyPr/>
          <a:lstStyle/>
          <a:p>
            <a:fld id="{F28956FB-415D-4949-9B60-461DE80637A7}"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710176A3-5655-5525-55B8-34D7E9205F43}"/>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01FE0CF1-4891-E087-DC68-59E6FE594B44}"/>
              </a:ext>
            </a:extLst>
          </p:cNvPr>
          <p:cNvSpPr>
            <a:spLocks noGrp="1"/>
          </p:cNvSpPr>
          <p:nvPr>
            <p:ph type="sldNum" sz="quarter" idx="12"/>
          </p:nvPr>
        </p:nvSpPr>
        <p:spPr/>
        <p:txBody>
          <a:bodyPr/>
          <a:lstStyle/>
          <a:p>
            <a:fld id="{094DEB03-EFC6-4C20-8FC8-295189A5386F}" type="slidenum">
              <a:rPr lang="zh-CN" altLang="en-US" smtClean="0"/>
              <a:pPr/>
              <a:t>14</a:t>
            </a:fld>
            <a:endParaRPr lang="zh-CN" altLang="en-US"/>
          </a:p>
        </p:txBody>
      </p:sp>
      <p:grpSp>
        <p:nvGrpSpPr>
          <p:cNvPr id="15" name="组合 14">
            <a:extLst>
              <a:ext uri="{FF2B5EF4-FFF2-40B4-BE49-F238E27FC236}">
                <a16:creationId xmlns:a16="http://schemas.microsoft.com/office/drawing/2014/main" id="{14D11EDB-52FA-66A2-BE08-1BC63974BCBA}"/>
              </a:ext>
            </a:extLst>
          </p:cNvPr>
          <p:cNvGrpSpPr/>
          <p:nvPr/>
        </p:nvGrpSpPr>
        <p:grpSpPr>
          <a:xfrm>
            <a:off x="2412546" y="3315265"/>
            <a:ext cx="4318908" cy="766878"/>
            <a:chOff x="2163535" y="3244508"/>
            <a:chExt cx="4318908" cy="766878"/>
          </a:xfrm>
        </p:grpSpPr>
        <p:sp>
          <p:nvSpPr>
            <p:cNvPr id="6" name="Rectangle 47">
              <a:extLst>
                <a:ext uri="{FF2B5EF4-FFF2-40B4-BE49-F238E27FC236}">
                  <a16:creationId xmlns:a16="http://schemas.microsoft.com/office/drawing/2014/main" id="{1649182F-B010-846D-B04A-1130C9C93F5D}"/>
                </a:ext>
              </a:extLst>
            </p:cNvPr>
            <p:cNvSpPr>
              <a:spLocks noChangeArrowheads="1"/>
            </p:cNvSpPr>
            <p:nvPr/>
          </p:nvSpPr>
          <p:spPr bwMode="auto">
            <a:xfrm>
              <a:off x="2163535" y="3244508"/>
              <a:ext cx="4318908" cy="76687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126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4000" b="1">
                  <a:latin typeface="宋体" panose="02010600030101010101" pitchFamily="2" charset="-122"/>
                  <a:ea typeface="宋体" panose="02010600030101010101" pitchFamily="2" charset="-122"/>
                </a:rPr>
                <a:t>+</a:t>
              </a:r>
              <a:r>
                <a:rPr lang="en-US" altLang="zh-CN" sz="2000" b="1">
                  <a:latin typeface="宋体" panose="02010600030101010101" pitchFamily="2" charset="-122"/>
                  <a:ea typeface="宋体" panose="02010600030101010101" pitchFamily="2" charset="-122"/>
                </a:rPr>
                <a:t>       </a:t>
              </a:r>
              <a:r>
                <a:rPr kumimoji="0" lang="en-US" altLang="zh-CN" sz="3600" b="1" i="1" u="none" strike="noStrike" cap="none" normalizeH="0" baseline="0">
                  <a:ln>
                    <a:noFill/>
                  </a:ln>
                  <a:solidFill>
                    <a:schemeClr val="tx1"/>
                  </a:solidFill>
                  <a:effectLst/>
                  <a:latin typeface="Times New Roman" pitchFamily="18" charset="0"/>
                  <a:ea typeface="黑体" pitchFamily="2" charset="-122"/>
                </a:rPr>
                <a:t>left </a:t>
              </a:r>
              <a:r>
                <a:rPr lang="en-US" altLang="zh-CN" sz="2000" b="1">
                  <a:latin typeface="宋体" panose="02010600030101010101" pitchFamily="2" charset="-122"/>
                  <a:ea typeface="宋体" panose="02010600030101010101" pitchFamily="2" charset="-122"/>
                </a:rPr>
                <a:t>     </a:t>
              </a:r>
              <a:r>
                <a:rPr kumimoji="0" lang="en-US" altLang="zh-CN" sz="3600" b="1" i="1" u="none" strike="noStrike" cap="none" normalizeH="0" baseline="0">
                  <a:ln>
                    <a:noFill/>
                  </a:ln>
                  <a:solidFill>
                    <a:schemeClr val="tx1"/>
                  </a:solidFill>
                  <a:effectLst/>
                  <a:latin typeface="Times New Roman" pitchFamily="18" charset="0"/>
                  <a:ea typeface="黑体" pitchFamily="2" charset="-122"/>
                </a:rPr>
                <a:t>right</a:t>
              </a:r>
              <a:endParaRPr lang="en-US" altLang="zh-CN" sz="2000" b="1">
                <a:latin typeface="宋体" panose="02010600030101010101" pitchFamily="2" charset="-122"/>
                <a:ea typeface="宋体" panose="02010600030101010101" pitchFamily="2" charset="-122"/>
              </a:endParaRPr>
            </a:p>
          </p:txBody>
        </p:sp>
        <p:sp>
          <p:nvSpPr>
            <p:cNvPr id="7" name="Line 48">
              <a:extLst>
                <a:ext uri="{FF2B5EF4-FFF2-40B4-BE49-F238E27FC236}">
                  <a16:creationId xmlns:a16="http://schemas.microsoft.com/office/drawing/2014/main" id="{EC5205C4-331D-ED7B-9DED-977AF380CF9B}"/>
                </a:ext>
              </a:extLst>
            </p:cNvPr>
            <p:cNvSpPr>
              <a:spLocks noChangeShapeType="1"/>
            </p:cNvSpPr>
            <p:nvPr/>
          </p:nvSpPr>
          <p:spPr bwMode="auto">
            <a:xfrm>
              <a:off x="3216064" y="3244508"/>
              <a:ext cx="0" cy="741185"/>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8" name="Line 49">
              <a:extLst>
                <a:ext uri="{FF2B5EF4-FFF2-40B4-BE49-F238E27FC236}">
                  <a16:creationId xmlns:a16="http://schemas.microsoft.com/office/drawing/2014/main" id="{FA523980-0244-5EBB-55C6-8C64CB7B0239}"/>
                </a:ext>
              </a:extLst>
            </p:cNvPr>
            <p:cNvSpPr>
              <a:spLocks noChangeShapeType="1"/>
            </p:cNvSpPr>
            <p:nvPr/>
          </p:nvSpPr>
          <p:spPr bwMode="auto">
            <a:xfrm>
              <a:off x="4884534" y="3252647"/>
              <a:ext cx="0" cy="733046"/>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17" name="组合 16">
            <a:extLst>
              <a:ext uri="{FF2B5EF4-FFF2-40B4-BE49-F238E27FC236}">
                <a16:creationId xmlns:a16="http://schemas.microsoft.com/office/drawing/2014/main" id="{F23E7C3C-A9AF-8442-4C71-ACE02DCD102A}"/>
              </a:ext>
            </a:extLst>
          </p:cNvPr>
          <p:cNvGrpSpPr/>
          <p:nvPr/>
        </p:nvGrpSpPr>
        <p:grpSpPr>
          <a:xfrm>
            <a:off x="1591359" y="5452634"/>
            <a:ext cx="2164212" cy="588937"/>
            <a:chOff x="1591359" y="5452634"/>
            <a:chExt cx="2164212" cy="588937"/>
          </a:xfrm>
        </p:grpSpPr>
        <p:sp>
          <p:nvSpPr>
            <p:cNvPr id="11" name="Rectangle 40">
              <a:extLst>
                <a:ext uri="{FF2B5EF4-FFF2-40B4-BE49-F238E27FC236}">
                  <a16:creationId xmlns:a16="http://schemas.microsoft.com/office/drawing/2014/main" id="{E11D695F-0388-3C30-8CC1-BC65C73BDDD7}"/>
                </a:ext>
              </a:extLst>
            </p:cNvPr>
            <p:cNvSpPr>
              <a:spLocks noChangeArrowheads="1"/>
            </p:cNvSpPr>
            <p:nvPr/>
          </p:nvSpPr>
          <p:spPr bwMode="auto">
            <a:xfrm>
              <a:off x="1591359" y="5452634"/>
              <a:ext cx="2164212" cy="58893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54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a:ea typeface="宋体" panose="02010600030101010101" pitchFamily="2" charset="-122"/>
                </a:rPr>
                <a:t>  num       5     </a:t>
              </a:r>
            </a:p>
          </p:txBody>
        </p:sp>
        <p:sp>
          <p:nvSpPr>
            <p:cNvPr id="12" name="Line 41">
              <a:extLst>
                <a:ext uri="{FF2B5EF4-FFF2-40B4-BE49-F238E27FC236}">
                  <a16:creationId xmlns:a16="http://schemas.microsoft.com/office/drawing/2014/main" id="{A5EA22D0-E3A2-B442-611C-AA4A6CAF0F35}"/>
                </a:ext>
              </a:extLst>
            </p:cNvPr>
            <p:cNvSpPr>
              <a:spLocks noChangeShapeType="1"/>
            </p:cNvSpPr>
            <p:nvPr/>
          </p:nvSpPr>
          <p:spPr bwMode="auto">
            <a:xfrm>
              <a:off x="2662575" y="5458751"/>
              <a:ext cx="9868" cy="58282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16" name="组合 15">
            <a:extLst>
              <a:ext uri="{FF2B5EF4-FFF2-40B4-BE49-F238E27FC236}">
                <a16:creationId xmlns:a16="http://schemas.microsoft.com/office/drawing/2014/main" id="{638CC326-9B00-153F-BA3F-F56D68EAB4F1}"/>
              </a:ext>
            </a:extLst>
          </p:cNvPr>
          <p:cNvGrpSpPr/>
          <p:nvPr/>
        </p:nvGrpSpPr>
        <p:grpSpPr>
          <a:xfrm>
            <a:off x="5388429" y="5452634"/>
            <a:ext cx="2164212" cy="588937"/>
            <a:chOff x="5053354" y="5452634"/>
            <a:chExt cx="2164212" cy="588937"/>
          </a:xfrm>
        </p:grpSpPr>
        <p:sp>
          <p:nvSpPr>
            <p:cNvPr id="13" name="Rectangle 40">
              <a:extLst>
                <a:ext uri="{FF2B5EF4-FFF2-40B4-BE49-F238E27FC236}">
                  <a16:creationId xmlns:a16="http://schemas.microsoft.com/office/drawing/2014/main" id="{E8E097F8-3799-4A47-A778-06F686293653}"/>
                </a:ext>
              </a:extLst>
            </p:cNvPr>
            <p:cNvSpPr>
              <a:spLocks noChangeArrowheads="1"/>
            </p:cNvSpPr>
            <p:nvPr/>
          </p:nvSpPr>
          <p:spPr bwMode="auto">
            <a:xfrm>
              <a:off x="5053354" y="5452634"/>
              <a:ext cx="2164212" cy="58893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54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a:ea typeface="宋体" panose="02010600030101010101" pitchFamily="2" charset="-122"/>
                </a:rPr>
                <a:t>   id       </a:t>
              </a:r>
              <a:r>
                <a:rPr lang="en-US" altLang="zh-CN" sz="2800" b="1" i="1">
                  <a:ea typeface="宋体" panose="02010600030101010101" pitchFamily="2" charset="-122"/>
                </a:rPr>
                <a:t>entry </a:t>
              </a:r>
              <a:r>
                <a:rPr lang="en-US" altLang="zh-CN" sz="2800" b="1">
                  <a:ea typeface="宋体" panose="02010600030101010101" pitchFamily="2" charset="-122"/>
                </a:rPr>
                <a:t>    </a:t>
              </a:r>
            </a:p>
          </p:txBody>
        </p:sp>
        <p:sp>
          <p:nvSpPr>
            <p:cNvPr id="14" name="Line 41">
              <a:extLst>
                <a:ext uri="{FF2B5EF4-FFF2-40B4-BE49-F238E27FC236}">
                  <a16:creationId xmlns:a16="http://schemas.microsoft.com/office/drawing/2014/main" id="{C46219EB-8563-CAD9-7985-190E529D3A82}"/>
                </a:ext>
              </a:extLst>
            </p:cNvPr>
            <p:cNvSpPr>
              <a:spLocks noChangeShapeType="1"/>
            </p:cNvSpPr>
            <p:nvPr/>
          </p:nvSpPr>
          <p:spPr bwMode="auto">
            <a:xfrm>
              <a:off x="6124570" y="5458751"/>
              <a:ext cx="9868" cy="58282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25" name="组合 24">
            <a:extLst>
              <a:ext uri="{FF2B5EF4-FFF2-40B4-BE49-F238E27FC236}">
                <a16:creationId xmlns:a16="http://schemas.microsoft.com/office/drawing/2014/main" id="{8E7A2507-C440-92FF-113B-BA41C887DFBF}"/>
              </a:ext>
            </a:extLst>
          </p:cNvPr>
          <p:cNvGrpSpPr/>
          <p:nvPr/>
        </p:nvGrpSpPr>
        <p:grpSpPr>
          <a:xfrm>
            <a:off x="2144486" y="3929743"/>
            <a:ext cx="3820885" cy="1522891"/>
            <a:chOff x="2144486" y="3929743"/>
            <a:chExt cx="3820885" cy="1522891"/>
          </a:xfrm>
        </p:grpSpPr>
        <p:cxnSp>
          <p:nvCxnSpPr>
            <p:cNvPr id="19" name="直接箭头连接符 18">
              <a:extLst>
                <a:ext uri="{FF2B5EF4-FFF2-40B4-BE49-F238E27FC236}">
                  <a16:creationId xmlns:a16="http://schemas.microsoft.com/office/drawing/2014/main" id="{39DA166D-68CD-5059-DE4B-102E46FD809C}"/>
                </a:ext>
              </a:extLst>
            </p:cNvPr>
            <p:cNvCxnSpPr>
              <a:cxnSpLocks/>
            </p:cNvCxnSpPr>
            <p:nvPr/>
          </p:nvCxnSpPr>
          <p:spPr>
            <a:xfrm flipH="1">
              <a:off x="2144486" y="3929743"/>
              <a:ext cx="2160815" cy="152289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018B7F41-F132-312D-4B4B-450EAC685A55}"/>
                </a:ext>
              </a:extLst>
            </p:cNvPr>
            <p:cNvCxnSpPr>
              <a:cxnSpLocks/>
            </p:cNvCxnSpPr>
            <p:nvPr/>
          </p:nvCxnSpPr>
          <p:spPr>
            <a:xfrm flipH="1">
              <a:off x="5889172" y="3929743"/>
              <a:ext cx="76199" cy="152289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03">
                                            <p:txEl>
                                              <p:pRg st="1" end="1"/>
                                            </p:txEl>
                                          </p:spTgt>
                                        </p:tgtEl>
                                        <p:attrNameLst>
                                          <p:attrName>style.visibility</p:attrName>
                                        </p:attrNameLst>
                                      </p:cBhvr>
                                      <p:to>
                                        <p:strVal val="visible"/>
                                      </p:to>
                                    </p:set>
                                    <p:anim calcmode="lin" valueType="num">
                                      <p:cBhvr additive="base">
                                        <p:cTn id="7" dur="500" fill="hold"/>
                                        <p:tgtEl>
                                          <p:spTgt spid="5120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0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1203">
                                            <p:txEl>
                                              <p:pRg st="4" end="4"/>
                                            </p:txEl>
                                          </p:spTgt>
                                        </p:tgtEl>
                                        <p:attrNameLst>
                                          <p:attrName>style.visibility</p:attrName>
                                        </p:attrNameLst>
                                      </p:cBhvr>
                                      <p:to>
                                        <p:strVal val="visible"/>
                                      </p:to>
                                    </p:set>
                                    <p:anim calcmode="lin" valueType="num">
                                      <p:cBhvr additive="base">
                                        <p:cTn id="19" dur="500" fill="hold"/>
                                        <p:tgtEl>
                                          <p:spTgt spid="5120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120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500" fill="hold"/>
                                        <p:tgtEl>
                                          <p:spTgt spid="17"/>
                                        </p:tgtEl>
                                        <p:attrNameLst>
                                          <p:attrName>ppt_x</p:attrName>
                                        </p:attrNameLst>
                                      </p:cBhvr>
                                      <p:tavLst>
                                        <p:tav tm="0">
                                          <p:val>
                                            <p:strVal val="#ppt_x"/>
                                          </p:val>
                                        </p:tav>
                                        <p:tav tm="100000">
                                          <p:val>
                                            <p:strVal val="#ppt_x"/>
                                          </p:val>
                                        </p:tav>
                                      </p:tavLst>
                                    </p:anim>
                                    <p:anim calcmode="lin" valueType="num">
                                      <p:cBhvr additive="base">
                                        <p:cTn id="26" dur="500" fill="hold"/>
                                        <p:tgtEl>
                                          <p:spTgt spid="17"/>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additive="base">
                                        <p:cTn id="29" dur="500" fill="hold"/>
                                        <p:tgtEl>
                                          <p:spTgt spid="16"/>
                                        </p:tgtEl>
                                        <p:attrNameLst>
                                          <p:attrName>ppt_x</p:attrName>
                                        </p:attrNameLst>
                                      </p:cBhvr>
                                      <p:tavLst>
                                        <p:tav tm="0">
                                          <p:val>
                                            <p:strVal val="#ppt_x"/>
                                          </p:val>
                                        </p:tav>
                                        <p:tav tm="100000">
                                          <p:val>
                                            <p:strVal val="#ppt_x"/>
                                          </p:val>
                                        </p:tav>
                                      </p:tavLst>
                                    </p:anim>
                                    <p:anim calcmode="lin" valueType="num">
                                      <p:cBhvr additive="base">
                                        <p:cTn id="3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wipe(up)">
                                      <p:cBhvr>
                                        <p:cTn id="3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66C22A6B-ACBF-4CA2-A493-0E07E65DF713}"/>
              </a:ext>
            </a:extLst>
          </p:cNvPr>
          <p:cNvSpPr>
            <a:spLocks noGrp="1" noChangeArrowheads="1"/>
          </p:cNvSpPr>
          <p:nvPr>
            <p:ph type="title"/>
          </p:nvPr>
        </p:nvSpPr>
        <p:spPr/>
        <p:txBody>
          <a:bodyPr>
            <a:noAutofit/>
          </a:bodyPr>
          <a:lstStyle/>
          <a:p>
            <a:pPr eaLnBrk="1" hangingPunct="1"/>
            <a:r>
              <a:rPr lang="en-US" altLang="zh-CN" sz="3600"/>
              <a:t>4.2.2 </a:t>
            </a:r>
            <a:r>
              <a:rPr lang="zh-CN" altLang="en-US" sz="3600"/>
              <a:t>构造抽象语法树的</a:t>
            </a:r>
            <a:r>
              <a:rPr lang="en-US" altLang="zh-CN" sz="3600" b="1" i="1"/>
              <a:t>S</a:t>
            </a:r>
            <a:r>
              <a:rPr lang="zh-CN" altLang="en-US" sz="3600"/>
              <a:t>属性定义</a:t>
            </a:r>
          </a:p>
        </p:txBody>
      </p:sp>
      <p:sp>
        <p:nvSpPr>
          <p:cNvPr id="52227" name="Rectangle 3">
            <a:extLst>
              <a:ext uri="{FF2B5EF4-FFF2-40B4-BE49-F238E27FC236}">
                <a16:creationId xmlns:a16="http://schemas.microsoft.com/office/drawing/2014/main" id="{5F7D37CF-7004-4E18-8FB8-FB0F740D616B}"/>
              </a:ext>
            </a:extLst>
          </p:cNvPr>
          <p:cNvSpPr>
            <a:spLocks noGrp="1" noChangeArrowheads="1"/>
          </p:cNvSpPr>
          <p:nvPr>
            <p:ph idx="1"/>
          </p:nvPr>
        </p:nvSpPr>
        <p:spPr>
          <a:xfrm>
            <a:off x="628650" y="1257300"/>
            <a:ext cx="7886700" cy="5277724"/>
          </a:xfrm>
        </p:spPr>
        <p:txBody>
          <a:bodyPr>
            <a:normAutofit/>
          </a:bodyPr>
          <a:lstStyle/>
          <a:p>
            <a:pPr eaLnBrk="1" hangingPunct="1"/>
            <a:r>
              <a:rPr lang="zh-CN" altLang="en-US" sz="2800"/>
              <a:t>语义规则中的函数：（它们都返回结点指针）</a:t>
            </a:r>
            <a:endParaRPr lang="en-US" altLang="zh-CN" sz="2800"/>
          </a:p>
          <a:p>
            <a:pPr eaLnBrk="1" hangingPunct="1"/>
            <a:endParaRPr lang="en-US" altLang="zh-CN" sz="2800"/>
          </a:p>
          <a:p>
            <a:pPr eaLnBrk="1" hangingPunct="1"/>
            <a:endParaRPr lang="en-US" altLang="zh-CN" sz="2800"/>
          </a:p>
          <a:p>
            <a:pPr eaLnBrk="1" hangingPunct="1"/>
            <a:endParaRPr lang="en-US" altLang="zh-CN" sz="2800"/>
          </a:p>
          <a:p>
            <a:pPr eaLnBrk="1" hangingPunct="1"/>
            <a:endParaRPr lang="en-US" altLang="zh-CN" sz="2800"/>
          </a:p>
          <a:p>
            <a:pPr eaLnBrk="1" hangingPunct="1"/>
            <a:endParaRPr lang="en-US" altLang="zh-CN" sz="2800"/>
          </a:p>
          <a:p>
            <a:pPr eaLnBrk="1" hangingPunct="1"/>
            <a:endParaRPr lang="en-US" altLang="zh-CN" sz="2800"/>
          </a:p>
          <a:p>
            <a:r>
              <a:rPr lang="zh-CN" altLang="en-US" sz="2800"/>
              <a:t>新增</a:t>
            </a:r>
            <a:r>
              <a:rPr lang="en-US" altLang="zh-CN" sz="2800" b="1" i="1"/>
              <a:t>E</a:t>
            </a:r>
            <a:r>
              <a:rPr lang="zh-CN" altLang="en-US" sz="2800"/>
              <a:t>，</a:t>
            </a:r>
            <a:r>
              <a:rPr lang="en-US" altLang="zh-CN" sz="2800" b="1" i="1"/>
              <a:t>T</a:t>
            </a:r>
            <a:r>
              <a:rPr lang="zh-CN" altLang="en-US" sz="2800"/>
              <a:t>，</a:t>
            </a:r>
            <a:r>
              <a:rPr lang="en-US" altLang="zh-CN" sz="2800" b="1" i="1"/>
              <a:t>F</a:t>
            </a:r>
            <a:r>
              <a:rPr lang="zh-CN" altLang="en-US" sz="2800"/>
              <a:t>的综合属性</a:t>
            </a:r>
            <a:r>
              <a:rPr lang="en-US" altLang="zh-CN" sz="2800" b="1" i="1" err="1">
                <a:solidFill>
                  <a:schemeClr val="accent1"/>
                </a:solidFill>
              </a:rPr>
              <a:t>nptr</a:t>
            </a:r>
            <a:r>
              <a:rPr lang="zh-CN" altLang="en-US" sz="2800" b="1"/>
              <a:t>，</a:t>
            </a:r>
            <a:r>
              <a:rPr lang="zh-CN" altLang="en-US" sz="2800"/>
              <a:t>用来传递结点指针：</a:t>
            </a:r>
            <a:r>
              <a:rPr lang="en-US" altLang="zh-CN" sz="2800" b="1" i="1">
                <a:latin typeface="Times New Roman" pitchFamily="18" charset="0"/>
                <a:ea typeface="黑体" pitchFamily="2" charset="-122"/>
              </a:rPr>
              <a:t> </a:t>
            </a:r>
            <a:r>
              <a:rPr lang="en-US" altLang="zh-CN" sz="2800" b="1" i="1" err="1">
                <a:solidFill>
                  <a:schemeClr val="accent1"/>
                </a:solidFill>
                <a:latin typeface="Times New Roman" pitchFamily="18" charset="0"/>
                <a:ea typeface="黑体" pitchFamily="2" charset="-122"/>
              </a:rPr>
              <a:t>F</a:t>
            </a:r>
            <a:r>
              <a:rPr lang="en-US" altLang="zh-CN" sz="2800" b="1" err="1">
                <a:solidFill>
                  <a:schemeClr val="accent1"/>
                </a:solidFill>
                <a:latin typeface="Times New Roman" pitchFamily="18" charset="0"/>
                <a:ea typeface="黑体" pitchFamily="2" charset="-122"/>
              </a:rPr>
              <a:t>.</a:t>
            </a:r>
            <a:r>
              <a:rPr lang="en-US" altLang="zh-CN" sz="2800" b="1" i="1" err="1">
                <a:solidFill>
                  <a:schemeClr val="accent1"/>
                </a:solidFill>
                <a:latin typeface="Times New Roman" pitchFamily="18" charset="0"/>
                <a:ea typeface="黑体" pitchFamily="2" charset="-122"/>
              </a:rPr>
              <a:t>nptr</a:t>
            </a:r>
            <a:r>
              <a:rPr lang="en-US" altLang="zh-CN" sz="2800" b="1">
                <a:solidFill>
                  <a:schemeClr val="accent1"/>
                </a:solidFill>
                <a:latin typeface="Times New Roman" pitchFamily="18" charset="0"/>
                <a:ea typeface="黑体" pitchFamily="2" charset="-122"/>
              </a:rPr>
              <a:t> =</a:t>
            </a:r>
            <a:r>
              <a:rPr lang="en-US" altLang="zh-CN" sz="2800" b="1">
                <a:solidFill>
                  <a:srgbClr val="C00000"/>
                </a:solidFill>
                <a:latin typeface="Times New Roman" pitchFamily="18" charset="0"/>
                <a:ea typeface="黑体" pitchFamily="2" charset="-122"/>
              </a:rPr>
              <a:t> </a:t>
            </a:r>
            <a:r>
              <a:rPr lang="en-US" altLang="zh-CN" sz="2800" b="1" i="1" err="1">
                <a:solidFill>
                  <a:srgbClr val="C00000"/>
                </a:solidFill>
                <a:latin typeface="Times New Roman" pitchFamily="18" charset="0"/>
                <a:ea typeface="黑体" pitchFamily="2" charset="-122"/>
              </a:rPr>
              <a:t>mkLeaf</a:t>
            </a:r>
            <a:r>
              <a:rPr lang="en-US" altLang="zh-CN" sz="2800" b="1" i="1">
                <a:solidFill>
                  <a:srgbClr val="C00000"/>
                </a:solidFill>
                <a:latin typeface="Times New Roman" pitchFamily="18" charset="0"/>
                <a:ea typeface="黑体" pitchFamily="2" charset="-122"/>
              </a:rPr>
              <a:t> </a:t>
            </a:r>
            <a:r>
              <a:rPr lang="en-US" altLang="zh-CN" sz="2800" b="1">
                <a:solidFill>
                  <a:srgbClr val="C00000"/>
                </a:solidFill>
                <a:latin typeface="Times New Roman" pitchFamily="18" charset="0"/>
                <a:ea typeface="黑体" pitchFamily="2" charset="-122"/>
              </a:rPr>
              <a:t>(id, </a:t>
            </a:r>
            <a:r>
              <a:rPr lang="en-US" altLang="zh-CN" sz="2800" b="1" err="1">
                <a:solidFill>
                  <a:srgbClr val="C00000"/>
                </a:solidFill>
                <a:latin typeface="Times New Roman" pitchFamily="18" charset="0"/>
                <a:ea typeface="黑体" pitchFamily="2" charset="-122"/>
              </a:rPr>
              <a:t>id.</a:t>
            </a:r>
            <a:r>
              <a:rPr lang="en-US" altLang="zh-CN" sz="2800" b="1" i="1" err="1">
                <a:solidFill>
                  <a:srgbClr val="C00000"/>
                </a:solidFill>
                <a:latin typeface="Times New Roman" pitchFamily="18" charset="0"/>
                <a:ea typeface="黑体" pitchFamily="2" charset="-122"/>
              </a:rPr>
              <a:t>entry</a:t>
            </a:r>
            <a:r>
              <a:rPr lang="en-US" altLang="zh-CN" sz="2800" b="1">
                <a:solidFill>
                  <a:srgbClr val="C00000"/>
                </a:solidFill>
                <a:latin typeface="Times New Roman" pitchFamily="18" charset="0"/>
                <a:ea typeface="黑体" pitchFamily="2" charset="-122"/>
              </a:rPr>
              <a:t>)</a:t>
            </a:r>
            <a:r>
              <a:rPr lang="en-US" altLang="zh-CN" sz="2800">
                <a:solidFill>
                  <a:srgbClr val="C00000"/>
                </a:solidFill>
                <a:latin typeface="Times New Roman" pitchFamily="18" charset="0"/>
                <a:ea typeface="黑体" pitchFamily="2" charset="-122"/>
              </a:rPr>
              <a:t> </a:t>
            </a:r>
            <a:endParaRPr lang="zh-CN" altLang="en-US" sz="2800">
              <a:solidFill>
                <a:srgbClr val="C00000"/>
              </a:solidFill>
            </a:endParaRPr>
          </a:p>
        </p:txBody>
      </p:sp>
      <p:sp>
        <p:nvSpPr>
          <p:cNvPr id="2" name="日期占位符 1">
            <a:extLst>
              <a:ext uri="{FF2B5EF4-FFF2-40B4-BE49-F238E27FC236}">
                <a16:creationId xmlns:a16="http://schemas.microsoft.com/office/drawing/2014/main" id="{EC27E89B-309F-A75E-8500-AAC783001094}"/>
              </a:ext>
            </a:extLst>
          </p:cNvPr>
          <p:cNvSpPr>
            <a:spLocks noGrp="1"/>
          </p:cNvSpPr>
          <p:nvPr>
            <p:ph type="dt" sz="half" idx="10"/>
          </p:nvPr>
        </p:nvSpPr>
        <p:spPr/>
        <p:txBody>
          <a:bodyPr/>
          <a:lstStyle/>
          <a:p>
            <a:fld id="{D3471AFC-4990-43F3-8E2D-97C212B21677}"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3CF1F315-1ADA-E8FC-498F-1FA6C01AEE0E}"/>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1F12BD1A-7D14-3FB4-B349-70D0638B7868}"/>
              </a:ext>
            </a:extLst>
          </p:cNvPr>
          <p:cNvSpPr>
            <a:spLocks noGrp="1"/>
          </p:cNvSpPr>
          <p:nvPr>
            <p:ph type="sldNum" sz="quarter" idx="12"/>
          </p:nvPr>
        </p:nvSpPr>
        <p:spPr/>
        <p:txBody>
          <a:bodyPr/>
          <a:lstStyle/>
          <a:p>
            <a:fld id="{094DEB03-EFC6-4C20-8FC8-295189A5386F}" type="slidenum">
              <a:rPr lang="zh-CN" altLang="en-US" smtClean="0"/>
              <a:pPr/>
              <a:t>15</a:t>
            </a:fld>
            <a:endParaRPr lang="zh-CN" altLang="en-US"/>
          </a:p>
        </p:txBody>
      </p:sp>
      <p:grpSp>
        <p:nvGrpSpPr>
          <p:cNvPr id="5" name="组合 4">
            <a:extLst>
              <a:ext uri="{FF2B5EF4-FFF2-40B4-BE49-F238E27FC236}">
                <a16:creationId xmlns:a16="http://schemas.microsoft.com/office/drawing/2014/main" id="{FC1E346A-E296-4989-B571-0348B958664E}"/>
              </a:ext>
            </a:extLst>
          </p:cNvPr>
          <p:cNvGrpSpPr/>
          <p:nvPr/>
        </p:nvGrpSpPr>
        <p:grpSpPr>
          <a:xfrm>
            <a:off x="2412546" y="2150494"/>
            <a:ext cx="4318908" cy="766878"/>
            <a:chOff x="2163535" y="3244508"/>
            <a:chExt cx="4318908" cy="766878"/>
          </a:xfrm>
        </p:grpSpPr>
        <p:sp>
          <p:nvSpPr>
            <p:cNvPr id="6" name="Rectangle 47">
              <a:extLst>
                <a:ext uri="{FF2B5EF4-FFF2-40B4-BE49-F238E27FC236}">
                  <a16:creationId xmlns:a16="http://schemas.microsoft.com/office/drawing/2014/main" id="{7060C0A1-8CC5-4E31-6E9F-CAB1D96853A8}"/>
                </a:ext>
              </a:extLst>
            </p:cNvPr>
            <p:cNvSpPr>
              <a:spLocks noChangeArrowheads="1"/>
            </p:cNvSpPr>
            <p:nvPr/>
          </p:nvSpPr>
          <p:spPr bwMode="auto">
            <a:xfrm>
              <a:off x="2163535" y="3244508"/>
              <a:ext cx="4318908" cy="76687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126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3600" b="1">
                  <a:latin typeface="宋体" panose="02010600030101010101" pitchFamily="2" charset="-122"/>
                  <a:ea typeface="宋体" panose="02010600030101010101" pitchFamily="2" charset="-122"/>
                </a:rPr>
                <a:t>+</a:t>
              </a:r>
              <a:r>
                <a:rPr lang="en-US" altLang="zh-CN" b="1">
                  <a:latin typeface="宋体" panose="02010600030101010101" pitchFamily="2" charset="-122"/>
                  <a:ea typeface="宋体" panose="02010600030101010101" pitchFamily="2" charset="-122"/>
                </a:rPr>
                <a:t>     </a:t>
              </a:r>
              <a:r>
                <a:rPr kumimoji="0" lang="en-US" altLang="zh-CN" sz="3200" b="1" i="1" u="none" strike="noStrike" cap="none" normalizeH="0" baseline="0">
                  <a:ln>
                    <a:noFill/>
                  </a:ln>
                  <a:solidFill>
                    <a:schemeClr val="tx1"/>
                  </a:solidFill>
                  <a:effectLst/>
                  <a:latin typeface="Times New Roman" pitchFamily="18" charset="0"/>
                  <a:ea typeface="黑体" pitchFamily="2" charset="-122"/>
                </a:rPr>
                <a:t>left </a:t>
              </a:r>
              <a:r>
                <a:rPr lang="en-US" altLang="zh-CN" b="1">
                  <a:latin typeface="宋体" panose="02010600030101010101" pitchFamily="2" charset="-122"/>
                  <a:ea typeface="宋体" panose="02010600030101010101" pitchFamily="2" charset="-122"/>
                </a:rPr>
                <a:t>    </a:t>
              </a:r>
              <a:r>
                <a:rPr kumimoji="0" lang="en-US" altLang="zh-CN" sz="3200" b="1" i="1" u="none" strike="noStrike" cap="none" normalizeH="0" baseline="0">
                  <a:ln>
                    <a:noFill/>
                  </a:ln>
                  <a:solidFill>
                    <a:schemeClr val="tx1"/>
                  </a:solidFill>
                  <a:effectLst/>
                  <a:latin typeface="Times New Roman" pitchFamily="18" charset="0"/>
                  <a:ea typeface="黑体" pitchFamily="2" charset="-122"/>
                </a:rPr>
                <a:t>right</a:t>
              </a:r>
              <a:endParaRPr lang="en-US" altLang="zh-CN" b="1">
                <a:latin typeface="宋体" panose="02010600030101010101" pitchFamily="2" charset="-122"/>
                <a:ea typeface="宋体" panose="02010600030101010101" pitchFamily="2" charset="-122"/>
              </a:endParaRPr>
            </a:p>
          </p:txBody>
        </p:sp>
        <p:sp>
          <p:nvSpPr>
            <p:cNvPr id="7" name="Line 48">
              <a:extLst>
                <a:ext uri="{FF2B5EF4-FFF2-40B4-BE49-F238E27FC236}">
                  <a16:creationId xmlns:a16="http://schemas.microsoft.com/office/drawing/2014/main" id="{263D1A7F-0E31-2ACA-F97B-5A538F1F6AE3}"/>
                </a:ext>
              </a:extLst>
            </p:cNvPr>
            <p:cNvSpPr>
              <a:spLocks noChangeShapeType="1"/>
            </p:cNvSpPr>
            <p:nvPr/>
          </p:nvSpPr>
          <p:spPr bwMode="auto">
            <a:xfrm>
              <a:off x="3216064" y="3244508"/>
              <a:ext cx="0" cy="741185"/>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8" name="Line 49">
              <a:extLst>
                <a:ext uri="{FF2B5EF4-FFF2-40B4-BE49-F238E27FC236}">
                  <a16:creationId xmlns:a16="http://schemas.microsoft.com/office/drawing/2014/main" id="{F1C23789-EFDD-974D-339A-203B14A9C9F6}"/>
                </a:ext>
              </a:extLst>
            </p:cNvPr>
            <p:cNvSpPr>
              <a:spLocks noChangeShapeType="1"/>
            </p:cNvSpPr>
            <p:nvPr/>
          </p:nvSpPr>
          <p:spPr bwMode="auto">
            <a:xfrm>
              <a:off x="4884534" y="3252647"/>
              <a:ext cx="0" cy="733046"/>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9" name="组合 8">
            <a:extLst>
              <a:ext uri="{FF2B5EF4-FFF2-40B4-BE49-F238E27FC236}">
                <a16:creationId xmlns:a16="http://schemas.microsoft.com/office/drawing/2014/main" id="{CFCAE25C-AE80-291C-D0BC-B3A3B52049DC}"/>
              </a:ext>
            </a:extLst>
          </p:cNvPr>
          <p:cNvGrpSpPr/>
          <p:nvPr/>
        </p:nvGrpSpPr>
        <p:grpSpPr>
          <a:xfrm>
            <a:off x="1591359" y="3813668"/>
            <a:ext cx="2164212" cy="588937"/>
            <a:chOff x="1591359" y="5452634"/>
            <a:chExt cx="2164212" cy="588937"/>
          </a:xfrm>
        </p:grpSpPr>
        <p:sp>
          <p:nvSpPr>
            <p:cNvPr id="10" name="Rectangle 40">
              <a:extLst>
                <a:ext uri="{FF2B5EF4-FFF2-40B4-BE49-F238E27FC236}">
                  <a16:creationId xmlns:a16="http://schemas.microsoft.com/office/drawing/2014/main" id="{D262ABEE-147E-4887-323B-A4B5EF9C63AC}"/>
                </a:ext>
              </a:extLst>
            </p:cNvPr>
            <p:cNvSpPr>
              <a:spLocks noChangeArrowheads="1"/>
            </p:cNvSpPr>
            <p:nvPr/>
          </p:nvSpPr>
          <p:spPr bwMode="auto">
            <a:xfrm>
              <a:off x="1591359" y="5452634"/>
              <a:ext cx="2164212" cy="58893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54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a:ea typeface="宋体" panose="02010600030101010101" pitchFamily="2" charset="-122"/>
                </a:rPr>
                <a:t>  num       5     </a:t>
              </a:r>
            </a:p>
          </p:txBody>
        </p:sp>
        <p:sp>
          <p:nvSpPr>
            <p:cNvPr id="11" name="Line 41">
              <a:extLst>
                <a:ext uri="{FF2B5EF4-FFF2-40B4-BE49-F238E27FC236}">
                  <a16:creationId xmlns:a16="http://schemas.microsoft.com/office/drawing/2014/main" id="{B36BFB61-61B1-E392-6281-461867174DA2}"/>
                </a:ext>
              </a:extLst>
            </p:cNvPr>
            <p:cNvSpPr>
              <a:spLocks noChangeShapeType="1"/>
            </p:cNvSpPr>
            <p:nvPr/>
          </p:nvSpPr>
          <p:spPr bwMode="auto">
            <a:xfrm>
              <a:off x="2662575" y="5458751"/>
              <a:ext cx="9868" cy="58282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12" name="组合 11">
            <a:extLst>
              <a:ext uri="{FF2B5EF4-FFF2-40B4-BE49-F238E27FC236}">
                <a16:creationId xmlns:a16="http://schemas.microsoft.com/office/drawing/2014/main" id="{41E3B73C-4927-BB7C-5A8E-690F42F02BB0}"/>
              </a:ext>
            </a:extLst>
          </p:cNvPr>
          <p:cNvGrpSpPr/>
          <p:nvPr/>
        </p:nvGrpSpPr>
        <p:grpSpPr>
          <a:xfrm>
            <a:off x="5388429" y="3813668"/>
            <a:ext cx="2164212" cy="588937"/>
            <a:chOff x="5053354" y="5452634"/>
            <a:chExt cx="2164212" cy="588937"/>
          </a:xfrm>
        </p:grpSpPr>
        <p:sp>
          <p:nvSpPr>
            <p:cNvPr id="13" name="Rectangle 40">
              <a:extLst>
                <a:ext uri="{FF2B5EF4-FFF2-40B4-BE49-F238E27FC236}">
                  <a16:creationId xmlns:a16="http://schemas.microsoft.com/office/drawing/2014/main" id="{D2BDAE02-404F-3A86-0EFB-FAA60E974233}"/>
                </a:ext>
              </a:extLst>
            </p:cNvPr>
            <p:cNvSpPr>
              <a:spLocks noChangeArrowheads="1"/>
            </p:cNvSpPr>
            <p:nvPr/>
          </p:nvSpPr>
          <p:spPr bwMode="auto">
            <a:xfrm>
              <a:off x="5053354" y="5452634"/>
              <a:ext cx="2164212" cy="58893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54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a:ea typeface="宋体" panose="02010600030101010101" pitchFamily="2" charset="-122"/>
                </a:rPr>
                <a:t>   id       </a:t>
              </a:r>
              <a:r>
                <a:rPr lang="en-US" altLang="zh-CN" sz="2800" b="1" i="1">
                  <a:ea typeface="宋体" panose="02010600030101010101" pitchFamily="2" charset="-122"/>
                </a:rPr>
                <a:t>entry </a:t>
              </a:r>
              <a:r>
                <a:rPr lang="en-US" altLang="zh-CN" sz="2800" b="1">
                  <a:ea typeface="宋体" panose="02010600030101010101" pitchFamily="2" charset="-122"/>
                </a:rPr>
                <a:t>    </a:t>
              </a:r>
            </a:p>
          </p:txBody>
        </p:sp>
        <p:sp>
          <p:nvSpPr>
            <p:cNvPr id="14" name="Line 41">
              <a:extLst>
                <a:ext uri="{FF2B5EF4-FFF2-40B4-BE49-F238E27FC236}">
                  <a16:creationId xmlns:a16="http://schemas.microsoft.com/office/drawing/2014/main" id="{6FBF75C8-78D7-7026-3452-831DA222F900}"/>
                </a:ext>
              </a:extLst>
            </p:cNvPr>
            <p:cNvSpPr>
              <a:spLocks noChangeShapeType="1"/>
            </p:cNvSpPr>
            <p:nvPr/>
          </p:nvSpPr>
          <p:spPr bwMode="auto">
            <a:xfrm>
              <a:off x="6124570" y="5458751"/>
              <a:ext cx="9868" cy="58282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16" name="文本框 15">
            <a:extLst>
              <a:ext uri="{FF2B5EF4-FFF2-40B4-BE49-F238E27FC236}">
                <a16:creationId xmlns:a16="http://schemas.microsoft.com/office/drawing/2014/main" id="{9D19439E-823B-6D80-30CA-FDD252D0FCCD}"/>
              </a:ext>
            </a:extLst>
          </p:cNvPr>
          <p:cNvSpPr txBox="1"/>
          <p:nvPr/>
        </p:nvSpPr>
        <p:spPr>
          <a:xfrm>
            <a:off x="2284640" y="3013366"/>
            <a:ext cx="4574720" cy="523220"/>
          </a:xfrm>
          <a:prstGeom prst="rect">
            <a:avLst/>
          </a:prstGeom>
          <a:noFill/>
        </p:spPr>
        <p:txBody>
          <a:bodyPr wrap="square">
            <a:spAutoFit/>
          </a:bodyPr>
          <a:lstStyle/>
          <a:p>
            <a:pPr algn="ctr"/>
            <a:r>
              <a:rPr lang="en-US" altLang="zh-CN" sz="2800" b="1" i="1" err="1">
                <a:solidFill>
                  <a:srgbClr val="C00000"/>
                </a:solidFill>
              </a:rPr>
              <a:t>mkNode</a:t>
            </a:r>
            <a:r>
              <a:rPr lang="en-US" altLang="zh-CN" sz="2800" b="1">
                <a:solidFill>
                  <a:srgbClr val="C00000"/>
                </a:solidFill>
              </a:rPr>
              <a:t>(</a:t>
            </a:r>
            <a:r>
              <a:rPr lang="en-US" altLang="zh-CN" sz="2800" b="1" i="1">
                <a:solidFill>
                  <a:srgbClr val="C00000"/>
                </a:solidFill>
              </a:rPr>
              <a:t>op</a:t>
            </a:r>
            <a:r>
              <a:rPr lang="en-US" altLang="zh-CN" sz="2800" b="1">
                <a:solidFill>
                  <a:srgbClr val="C00000"/>
                </a:solidFill>
              </a:rPr>
              <a:t>, </a:t>
            </a:r>
            <a:r>
              <a:rPr lang="en-US" altLang="zh-CN" sz="2800" b="1" i="1">
                <a:solidFill>
                  <a:srgbClr val="C00000"/>
                </a:solidFill>
              </a:rPr>
              <a:t>left</a:t>
            </a:r>
            <a:r>
              <a:rPr lang="en-US" altLang="zh-CN" sz="2800" b="1">
                <a:solidFill>
                  <a:srgbClr val="C00000"/>
                </a:solidFill>
              </a:rPr>
              <a:t>, </a:t>
            </a:r>
            <a:r>
              <a:rPr lang="en-US" altLang="zh-CN" sz="2800" b="1" i="1">
                <a:solidFill>
                  <a:srgbClr val="C00000"/>
                </a:solidFill>
              </a:rPr>
              <a:t>right</a:t>
            </a:r>
            <a:r>
              <a:rPr lang="en-US" altLang="zh-CN" sz="2800" b="1">
                <a:solidFill>
                  <a:srgbClr val="C00000"/>
                </a:solidFill>
              </a:rPr>
              <a:t>) </a:t>
            </a:r>
          </a:p>
        </p:txBody>
      </p:sp>
      <p:sp>
        <p:nvSpPr>
          <p:cNvPr id="17" name="文本框 16">
            <a:extLst>
              <a:ext uri="{FF2B5EF4-FFF2-40B4-BE49-F238E27FC236}">
                <a16:creationId xmlns:a16="http://schemas.microsoft.com/office/drawing/2014/main" id="{376A754E-645B-A4A5-C03D-D3607304C392}"/>
              </a:ext>
            </a:extLst>
          </p:cNvPr>
          <p:cNvSpPr txBox="1"/>
          <p:nvPr/>
        </p:nvSpPr>
        <p:spPr>
          <a:xfrm>
            <a:off x="1130079" y="4556847"/>
            <a:ext cx="3084728" cy="523220"/>
          </a:xfrm>
          <a:prstGeom prst="rect">
            <a:avLst/>
          </a:prstGeom>
          <a:noFill/>
        </p:spPr>
        <p:txBody>
          <a:bodyPr wrap="square">
            <a:spAutoFit/>
          </a:bodyPr>
          <a:lstStyle/>
          <a:p>
            <a:pPr algn="ctr"/>
            <a:r>
              <a:rPr lang="en-US" altLang="zh-CN" sz="2800" b="1" i="1" err="1">
                <a:solidFill>
                  <a:srgbClr val="C00000"/>
                </a:solidFill>
              </a:rPr>
              <a:t>mkLeaf</a:t>
            </a:r>
            <a:r>
              <a:rPr lang="en-US" altLang="zh-CN" sz="2800" b="1">
                <a:solidFill>
                  <a:srgbClr val="C00000"/>
                </a:solidFill>
              </a:rPr>
              <a:t>(num, </a:t>
            </a:r>
            <a:r>
              <a:rPr lang="en-US" altLang="zh-CN" sz="2800" b="1" i="1" err="1">
                <a:solidFill>
                  <a:srgbClr val="C00000"/>
                </a:solidFill>
              </a:rPr>
              <a:t>val</a:t>
            </a:r>
            <a:r>
              <a:rPr lang="en-US" altLang="zh-CN" sz="2800" b="1">
                <a:solidFill>
                  <a:srgbClr val="C00000"/>
                </a:solidFill>
              </a:rPr>
              <a:t>)</a:t>
            </a:r>
          </a:p>
        </p:txBody>
      </p:sp>
      <p:sp>
        <p:nvSpPr>
          <p:cNvPr id="18" name="文本框 17">
            <a:extLst>
              <a:ext uri="{FF2B5EF4-FFF2-40B4-BE49-F238E27FC236}">
                <a16:creationId xmlns:a16="http://schemas.microsoft.com/office/drawing/2014/main" id="{A0668FB8-CBAC-1F4F-45FE-4D36D67C6DD8}"/>
              </a:ext>
            </a:extLst>
          </p:cNvPr>
          <p:cNvSpPr txBox="1"/>
          <p:nvPr/>
        </p:nvSpPr>
        <p:spPr>
          <a:xfrm>
            <a:off x="4701611" y="4556846"/>
            <a:ext cx="3539892" cy="523220"/>
          </a:xfrm>
          <a:prstGeom prst="rect">
            <a:avLst/>
          </a:prstGeom>
          <a:noFill/>
        </p:spPr>
        <p:txBody>
          <a:bodyPr wrap="square">
            <a:spAutoFit/>
          </a:bodyPr>
          <a:lstStyle/>
          <a:p>
            <a:pPr algn="ctr"/>
            <a:r>
              <a:rPr lang="en-US" altLang="zh-CN" sz="2800" b="1" i="1" err="1">
                <a:solidFill>
                  <a:srgbClr val="C00000"/>
                </a:solidFill>
              </a:rPr>
              <a:t>mkLeaf</a:t>
            </a:r>
            <a:r>
              <a:rPr lang="en-US" altLang="zh-CN" sz="2800" b="1">
                <a:solidFill>
                  <a:srgbClr val="C00000"/>
                </a:solidFill>
              </a:rPr>
              <a:t>(id, </a:t>
            </a:r>
            <a:r>
              <a:rPr lang="en-US" altLang="zh-CN" sz="2800" b="1" i="1">
                <a:solidFill>
                  <a:srgbClr val="C00000"/>
                </a:solidFill>
              </a:rPr>
              <a:t>entry</a:t>
            </a:r>
            <a:r>
              <a:rPr lang="en-US" altLang="zh-CN" sz="2800" b="1">
                <a:solidFill>
                  <a:srgbClr val="C00000"/>
                </a:solidFill>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318984C4-7538-495F-8F05-07B5DF38BA18}"/>
              </a:ext>
            </a:extLst>
          </p:cNvPr>
          <p:cNvSpPr>
            <a:spLocks noGrp="1" noChangeArrowheads="1"/>
          </p:cNvSpPr>
          <p:nvPr>
            <p:ph type="title"/>
          </p:nvPr>
        </p:nvSpPr>
        <p:spPr/>
        <p:txBody>
          <a:bodyPr>
            <a:noAutofit/>
          </a:bodyPr>
          <a:lstStyle/>
          <a:p>
            <a:pPr eaLnBrk="1" hangingPunct="1"/>
            <a:r>
              <a:rPr lang="en-US" altLang="zh-CN" sz="3600"/>
              <a:t>4.2.2 </a:t>
            </a:r>
            <a:r>
              <a:rPr lang="zh-CN" altLang="en-US" sz="3600"/>
              <a:t>构造抽象语法树的</a:t>
            </a:r>
            <a:r>
              <a:rPr lang="en-US" altLang="zh-CN" sz="3600" b="1" i="1"/>
              <a:t>S</a:t>
            </a:r>
            <a:r>
              <a:rPr lang="zh-CN" altLang="en-US" sz="3600"/>
              <a:t>属性定义</a:t>
            </a:r>
          </a:p>
        </p:txBody>
      </p:sp>
      <p:graphicFrame>
        <p:nvGraphicFramePr>
          <p:cNvPr id="708611" name="Group 3">
            <a:extLst>
              <a:ext uri="{FF2B5EF4-FFF2-40B4-BE49-F238E27FC236}">
                <a16:creationId xmlns:a16="http://schemas.microsoft.com/office/drawing/2014/main" id="{B416A773-41BD-4665-930E-5FA0A9E49650}"/>
              </a:ext>
            </a:extLst>
          </p:cNvPr>
          <p:cNvGraphicFramePr>
            <a:graphicFrameLocks noGrp="1"/>
          </p:cNvGraphicFramePr>
          <p:nvPr>
            <p:ph idx="1"/>
            <p:extLst>
              <p:ext uri="{D42A27DB-BD31-4B8C-83A1-F6EECF244321}">
                <p14:modId xmlns:p14="http://schemas.microsoft.com/office/powerpoint/2010/main" val="463753574"/>
              </p:ext>
            </p:extLst>
          </p:nvPr>
        </p:nvGraphicFramePr>
        <p:xfrm>
          <a:off x="628650" y="1257300"/>
          <a:ext cx="7886699" cy="4060825"/>
        </p:xfrm>
        <a:graphic>
          <a:graphicData uri="http://schemas.openxmlformats.org/drawingml/2006/table">
            <a:tbl>
              <a:tblPr/>
              <a:tblGrid>
                <a:gridCol w="1920127">
                  <a:extLst>
                    <a:ext uri="{9D8B030D-6E8A-4147-A177-3AD203B41FA5}">
                      <a16:colId xmlns:a16="http://schemas.microsoft.com/office/drawing/2014/main" val="20000"/>
                    </a:ext>
                  </a:extLst>
                </a:gridCol>
                <a:gridCol w="5966572">
                  <a:extLst>
                    <a:ext uri="{9D8B030D-6E8A-4147-A177-3AD203B41FA5}">
                      <a16:colId xmlns:a16="http://schemas.microsoft.com/office/drawing/2014/main" val="20001"/>
                    </a:ext>
                  </a:extLst>
                </a:gridCol>
              </a:tblGrid>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宋体" pitchFamily="2" charset="-122"/>
                          <a:ea typeface="黑体" pitchFamily="2" charset="-122"/>
                        </a:rPr>
                        <a:t>产  生  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宋体" pitchFamily="2" charset="-122"/>
                          <a:ea typeface="黑体" pitchFamily="2" charset="-122"/>
                        </a:rPr>
                        <a:t>语</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义</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规</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则</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1"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400" b="0" i="0" u="none" strike="noStrike" cap="none" normalizeH="0" baseline="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 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400" b="0" i="0" u="none" strike="noStrike" cap="none" normalizeH="0" baseline="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48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400" b="1" i="0" u="none" strike="noStrike" cap="none" normalizeH="0" baseline="0">
                          <a:ln>
                            <a:noFill/>
                          </a:ln>
                          <a:solidFill>
                            <a:schemeClr val="tx1"/>
                          </a:solidFill>
                          <a:effectLst/>
                          <a:latin typeface="宋体" pitchFamily="2" charset="-122"/>
                          <a:ea typeface="黑体" pitchFamily="2" charset="-122"/>
                        </a:rPr>
                        <a:t>*</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400" b="0" i="0" u="none" strike="noStrike" cap="none" normalizeH="0" baseline="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400" b="0" i="0" u="none" strike="noStrike" cap="none" normalizeH="0" baseline="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400" b="0" i="0" u="none" strike="noStrike" cap="none" normalizeH="0" baseline="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 </a:t>
                      </a:r>
                      <a:r>
                        <a:rPr kumimoji="0" lang="en-US" altLang="zh-CN" sz="2400" b="0"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400" b="0" i="0" u="none" strike="noStrike" cap="none" normalizeH="0" baseline="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num</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400" b="0" i="0" u="none" strike="noStrike" cap="none" normalizeH="0" baseline="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4" name="Rectangle 4">
            <a:extLst>
              <a:ext uri="{FF2B5EF4-FFF2-40B4-BE49-F238E27FC236}">
                <a16:creationId xmlns:a16="http://schemas.microsoft.com/office/drawing/2014/main" id="{17C092F6-7235-4FF7-B42B-CF0C3A8B9769}"/>
              </a:ext>
            </a:extLst>
          </p:cNvPr>
          <p:cNvSpPr>
            <a:spLocks noChangeArrowheads="1"/>
          </p:cNvSpPr>
          <p:nvPr/>
        </p:nvSpPr>
        <p:spPr bwMode="auto">
          <a:xfrm>
            <a:off x="628650" y="5470072"/>
            <a:ext cx="7818938" cy="1028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marL="0" indent="0">
              <a:lnSpc>
                <a:spcPct val="90000"/>
              </a:lnSpc>
              <a:spcBef>
                <a:spcPct val="0"/>
              </a:spcBef>
              <a:buNone/>
            </a:pPr>
            <a:r>
              <a:rPr lang="zh-CN" altLang="en-US">
                <a:solidFill>
                  <a:srgbClr val="C00000"/>
                </a:solidFill>
              </a:rPr>
              <a:t>如何验证</a:t>
            </a:r>
            <a:r>
              <a:rPr lang="en-US" altLang="zh-CN" b="1">
                <a:solidFill>
                  <a:srgbClr val="C00000"/>
                </a:solidFill>
              </a:rPr>
              <a:t>SDD</a:t>
            </a:r>
            <a:r>
              <a:rPr lang="zh-CN" altLang="en-US">
                <a:solidFill>
                  <a:srgbClr val="C00000"/>
                </a:solidFill>
              </a:rPr>
              <a:t>是否正确？回忆一下</a:t>
            </a:r>
            <a:r>
              <a:rPr lang="en-US" altLang="zh-CN" b="1" err="1">
                <a:solidFill>
                  <a:schemeClr val="accent1"/>
                </a:solidFill>
              </a:rPr>
              <a:t>id+id</a:t>
            </a:r>
            <a:r>
              <a:rPr lang="en-US" altLang="zh-CN" b="1">
                <a:solidFill>
                  <a:schemeClr val="accent1"/>
                </a:solidFill>
                <a:latin typeface="宋体" panose="02010600030101010101" pitchFamily="2" charset="-122"/>
              </a:rPr>
              <a:t>*</a:t>
            </a:r>
            <a:r>
              <a:rPr lang="en-US" altLang="zh-CN" b="1">
                <a:solidFill>
                  <a:schemeClr val="accent1"/>
                </a:solidFill>
              </a:rPr>
              <a:t>id</a:t>
            </a:r>
            <a:r>
              <a:rPr lang="zh-CN" altLang="en-US">
                <a:solidFill>
                  <a:srgbClr val="C00000"/>
                </a:solidFill>
              </a:rPr>
              <a:t>的</a:t>
            </a:r>
            <a:r>
              <a:rPr lang="en-US" altLang="zh-CN" b="1">
                <a:solidFill>
                  <a:srgbClr val="C00000"/>
                </a:solidFill>
              </a:rPr>
              <a:t>SLR</a:t>
            </a:r>
            <a:r>
              <a:rPr lang="zh-CN" altLang="en-US">
                <a:solidFill>
                  <a:srgbClr val="C00000"/>
                </a:solidFill>
              </a:rPr>
              <a:t>分析过程。</a:t>
            </a:r>
          </a:p>
        </p:txBody>
      </p:sp>
      <p:sp>
        <p:nvSpPr>
          <p:cNvPr id="2" name="日期占位符 1">
            <a:extLst>
              <a:ext uri="{FF2B5EF4-FFF2-40B4-BE49-F238E27FC236}">
                <a16:creationId xmlns:a16="http://schemas.microsoft.com/office/drawing/2014/main" id="{2467C6C6-147D-1533-E486-84FF314F42D5}"/>
              </a:ext>
            </a:extLst>
          </p:cNvPr>
          <p:cNvSpPr>
            <a:spLocks noGrp="1"/>
          </p:cNvSpPr>
          <p:nvPr>
            <p:ph type="dt" sz="half" idx="10"/>
          </p:nvPr>
        </p:nvSpPr>
        <p:spPr/>
        <p:txBody>
          <a:bodyPr/>
          <a:lstStyle/>
          <a:p>
            <a:fld id="{B529446C-747F-4A99-B6B1-F770224752B3}"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6D1B96B6-0B54-4097-1BD8-2E0A857E0D3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5" name="灯片编号占位符 4">
            <a:extLst>
              <a:ext uri="{FF2B5EF4-FFF2-40B4-BE49-F238E27FC236}">
                <a16:creationId xmlns:a16="http://schemas.microsoft.com/office/drawing/2014/main" id="{CA226C8A-72BC-2DBA-E645-326350822818}"/>
              </a:ext>
            </a:extLst>
          </p:cNvPr>
          <p:cNvSpPr>
            <a:spLocks noGrp="1"/>
          </p:cNvSpPr>
          <p:nvPr>
            <p:ph type="sldNum" sz="quarter" idx="12"/>
          </p:nvPr>
        </p:nvSpPr>
        <p:spPr/>
        <p:txBody>
          <a:bodyPr/>
          <a:lstStyle/>
          <a:p>
            <a:fld id="{094DEB03-EFC6-4C20-8FC8-295189A5386F}" type="slidenum">
              <a:rPr lang="zh-CN" altLang="en-US" smtClean="0"/>
              <a:pPr/>
              <a:t>16</a:t>
            </a:fld>
            <a:endParaRPr lang="zh-CN" altLang="en-US"/>
          </a:p>
        </p:txBody>
      </p:sp>
      <p:graphicFrame>
        <p:nvGraphicFramePr>
          <p:cNvPr id="6" name="表格 5">
            <a:extLst>
              <a:ext uri="{FF2B5EF4-FFF2-40B4-BE49-F238E27FC236}">
                <a16:creationId xmlns:a16="http://schemas.microsoft.com/office/drawing/2014/main" id="{C09B3564-D9A1-09D0-F164-008DDC4C0D3C}"/>
              </a:ext>
            </a:extLst>
          </p:cNvPr>
          <p:cNvGraphicFramePr>
            <a:graphicFrameLocks noGrp="1"/>
          </p:cNvGraphicFramePr>
          <p:nvPr>
            <p:extLst>
              <p:ext uri="{D42A27DB-BD31-4B8C-83A1-F6EECF244321}">
                <p14:modId xmlns:p14="http://schemas.microsoft.com/office/powerpoint/2010/main" val="2404015307"/>
              </p:ext>
            </p:extLst>
          </p:nvPr>
        </p:nvGraphicFramePr>
        <p:xfrm>
          <a:off x="2548777" y="1765300"/>
          <a:ext cx="5966572" cy="3552825"/>
        </p:xfrm>
        <a:graphic>
          <a:graphicData uri="http://schemas.openxmlformats.org/drawingml/2006/table">
            <a:tbl>
              <a:tblPr/>
              <a:tblGrid>
                <a:gridCol w="5966572">
                  <a:extLst>
                    <a:ext uri="{9D8B030D-6E8A-4147-A177-3AD203B41FA5}">
                      <a16:colId xmlns:a16="http://schemas.microsoft.com/office/drawing/2014/main" val="691260339"/>
                    </a:ext>
                  </a:extLst>
                </a:gridCol>
              </a:tblGrid>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1"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0" err="1">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nptr</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mkNode</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nptr</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0" err="1">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nptr</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83549228"/>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0" err="1">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nptr</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0" err="1">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nptr</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8787589"/>
                  </a:ext>
                </a:extLst>
              </a:tr>
              <a:tr h="5048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0" err="1">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nptr</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mkNode</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宋体" pitchFamily="2" charset="-122"/>
                          <a:ea typeface="黑体" pitchFamily="2" charset="-12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nptr</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F</a:t>
                      </a:r>
                      <a:r>
                        <a:rPr kumimoji="0" lang="en-US" altLang="zh-CN" sz="2400" b="1" i="0" u="none" strike="noStrike" cap="none" normalizeH="0" baseline="0" err="1">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nptr</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94150144"/>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0" err="1">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nptr</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F</a:t>
                      </a:r>
                      <a:r>
                        <a:rPr kumimoji="0" lang="en-US" altLang="zh-CN" sz="2400" b="1" i="0" u="none" strike="noStrike" cap="none" normalizeH="0" baseline="0" err="1">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nptr</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62829434"/>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nptr</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nptr</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67857544"/>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F</a:t>
                      </a:r>
                      <a:r>
                        <a:rPr kumimoji="0" lang="en-US" altLang="zh-CN" sz="2400" b="1" i="0" u="none" strike="noStrike" cap="none" normalizeH="0" baseline="0" err="1">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nptr</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mkLeaf</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(id, </a:t>
                      </a:r>
                      <a:r>
                        <a:rPr kumimoji="0" lang="en-US" altLang="zh-CN" sz="2400" b="1" i="0" u="none" strike="noStrike" cap="none" normalizeH="0" baseline="0" err="1">
                          <a:ln>
                            <a:noFill/>
                          </a:ln>
                          <a:solidFill>
                            <a:schemeClr val="tx1"/>
                          </a:solidFill>
                          <a:effectLst/>
                          <a:latin typeface="Times New Roman" pitchFamily="18" charset="0"/>
                          <a:ea typeface="黑体" pitchFamily="2" charset="-122"/>
                        </a:rPr>
                        <a:t>id.</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entry</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88274769"/>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F</a:t>
                      </a:r>
                      <a:r>
                        <a:rPr kumimoji="0" lang="en-US" altLang="zh-CN" sz="2400" b="1" i="0" u="none" strike="noStrike" cap="none" normalizeH="0" baseline="0" err="1">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nptr</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mkLeaf</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(num, </a:t>
                      </a:r>
                      <a:r>
                        <a:rPr kumimoji="0" lang="en-US" altLang="zh-CN" sz="2400" b="1" i="0" u="none" strike="noStrike" cap="none" normalizeH="0" baseline="0" err="1">
                          <a:ln>
                            <a:noFill/>
                          </a:ln>
                          <a:solidFill>
                            <a:schemeClr val="tx1"/>
                          </a:solidFill>
                          <a:effectLst/>
                          <a:latin typeface="Times New Roman" pitchFamily="18" charset="0"/>
                          <a:ea typeface="黑体" pitchFamily="2" charset="-122"/>
                        </a:rPr>
                        <a:t>num.</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04335556"/>
                  </a:ext>
                </a:extLst>
              </a:tr>
            </a:tbl>
          </a:graphicData>
        </a:graphic>
      </p:graphicFrame>
      <p:sp>
        <p:nvSpPr>
          <p:cNvPr id="7" name="AutoShape 36">
            <a:extLst>
              <a:ext uri="{FF2B5EF4-FFF2-40B4-BE49-F238E27FC236}">
                <a16:creationId xmlns:a16="http://schemas.microsoft.com/office/drawing/2014/main" id="{EBFCA411-F11B-4F94-5B93-E03EBA7B60F2}"/>
              </a:ext>
            </a:extLst>
          </p:cNvPr>
          <p:cNvSpPr>
            <a:spLocks noChangeArrowheads="1"/>
          </p:cNvSpPr>
          <p:nvPr/>
        </p:nvSpPr>
        <p:spPr bwMode="auto">
          <a:xfrm>
            <a:off x="5573759" y="3282495"/>
            <a:ext cx="2786469" cy="1024269"/>
          </a:xfrm>
          <a:prstGeom prst="roundRect">
            <a:avLst>
              <a:gd name="adj" fmla="val 8715"/>
            </a:avLst>
          </a:prstGeom>
          <a:solidFill>
            <a:srgbClr val="C00000"/>
          </a:solidFill>
          <a:ln w="12700" cap="rnd">
            <a:noFill/>
            <a:prstDash val="solid"/>
            <a:round/>
            <a:headEnd/>
            <a:tailEnd/>
          </a:ln>
          <a:effectLst>
            <a:outerShdw blurRad="254000" dist="127000" algn="ctr" rotWithShape="0">
              <a:srgbClr val="C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lnSpcReduction="10000"/>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defTabSz="914354">
              <a:buNone/>
            </a:pPr>
            <a:r>
              <a:rPr lang="zh-CN" altLang="en-US" sz="2800" b="1">
                <a:solidFill>
                  <a:schemeClr val="bg1"/>
                </a:solidFill>
              </a:rPr>
              <a:t>难点！</a:t>
            </a:r>
            <a:endParaRPr lang="en-US" altLang="zh-CN" sz="2800" b="1">
              <a:solidFill>
                <a:schemeClr val="bg1"/>
              </a:solidFill>
            </a:endParaRPr>
          </a:p>
          <a:p>
            <a:pPr algn="ctr" defTabSz="914354">
              <a:buNone/>
            </a:pPr>
            <a:r>
              <a:rPr lang="zh-CN" altLang="en-US" sz="2800" b="1">
                <a:solidFill>
                  <a:schemeClr val="bg1"/>
                </a:solidFill>
              </a:rPr>
              <a:t>要会构造</a:t>
            </a:r>
            <a:r>
              <a:rPr lang="en-US" altLang="zh-CN" sz="2800" b="1">
                <a:solidFill>
                  <a:schemeClr val="bg1"/>
                </a:solidFill>
              </a:rPr>
              <a:t>SDD!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1000" fill="hold"/>
                                        <p:tgtEl>
                                          <p:spTgt spid="7"/>
                                        </p:tgtEl>
                                        <p:attrNameLst>
                                          <p:attrName>ppt_w</p:attrName>
                                        </p:attrNameLst>
                                      </p:cBhvr>
                                      <p:tavLst>
                                        <p:tav tm="0">
                                          <p:val>
                                            <p:fltVal val="0"/>
                                          </p:val>
                                        </p:tav>
                                        <p:tav tm="100000">
                                          <p:val>
                                            <p:strVal val="#ppt_w"/>
                                          </p:val>
                                        </p:tav>
                                      </p:tavLst>
                                    </p:anim>
                                    <p:anim calcmode="lin" valueType="num">
                                      <p:cBhvr>
                                        <p:cTn id="14" dur="1000" fill="hold"/>
                                        <p:tgtEl>
                                          <p:spTgt spid="7"/>
                                        </p:tgtEl>
                                        <p:attrNameLst>
                                          <p:attrName>ppt_h</p:attrName>
                                        </p:attrNameLst>
                                      </p:cBhvr>
                                      <p:tavLst>
                                        <p:tav tm="0">
                                          <p:val>
                                            <p:fltVal val="0"/>
                                          </p:val>
                                        </p:tav>
                                        <p:tav tm="100000">
                                          <p:val>
                                            <p:strVal val="#ppt_h"/>
                                          </p:val>
                                        </p:tav>
                                      </p:tavLst>
                                    </p:anim>
                                    <p:anim calcmode="lin" valueType="num">
                                      <p:cBhvr>
                                        <p:cTn id="15" dur="1000" fill="hold"/>
                                        <p:tgtEl>
                                          <p:spTgt spid="7"/>
                                        </p:tgtEl>
                                        <p:attrNameLst>
                                          <p:attrName>style.rotation</p:attrName>
                                        </p:attrNameLst>
                                      </p:cBhvr>
                                      <p:tavLst>
                                        <p:tav tm="0">
                                          <p:val>
                                            <p:fltVal val="90"/>
                                          </p:val>
                                        </p:tav>
                                        <p:tav tm="100000">
                                          <p:val>
                                            <p:fltVal val="0"/>
                                          </p:val>
                                        </p:tav>
                                      </p:tavLst>
                                    </p:anim>
                                    <p:animEffect transition="in" filter="fade">
                                      <p:cBhvr>
                                        <p:cTn id="16" dur="10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p:cTn id="21" dur="500" fill="hold"/>
                                        <p:tgtEl>
                                          <p:spTgt spid="4"/>
                                        </p:tgtEl>
                                        <p:attrNameLst>
                                          <p:attrName>ppt_w</p:attrName>
                                        </p:attrNameLst>
                                      </p:cBhvr>
                                      <p:tavLst>
                                        <p:tav tm="0">
                                          <p:val>
                                            <p:fltVal val="0"/>
                                          </p:val>
                                        </p:tav>
                                        <p:tav tm="100000">
                                          <p:val>
                                            <p:strVal val="#ppt_w"/>
                                          </p:val>
                                        </p:tav>
                                      </p:tavLst>
                                    </p:anim>
                                    <p:anim calcmode="lin" valueType="num">
                                      <p:cBhvr>
                                        <p:cTn id="22" dur="500" fill="hold"/>
                                        <p:tgtEl>
                                          <p:spTgt spid="4"/>
                                        </p:tgtEl>
                                        <p:attrNameLst>
                                          <p:attrName>ppt_h</p:attrName>
                                        </p:attrNameLst>
                                      </p:cBhvr>
                                      <p:tavLst>
                                        <p:tav tm="0">
                                          <p:val>
                                            <p:fltVal val="0"/>
                                          </p:val>
                                        </p:tav>
                                        <p:tav tm="100000">
                                          <p:val>
                                            <p:strVal val="#ppt_h"/>
                                          </p:val>
                                        </p:tav>
                                      </p:tavLst>
                                    </p:anim>
                                    <p:animEffect transition="in" filter="fade">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2A7D1FC-AE11-4197-8904-D3AA923C7581}"/>
              </a:ext>
            </a:extLst>
          </p:cNvPr>
          <p:cNvSpPr>
            <a:spLocks noGrp="1"/>
          </p:cNvSpPr>
          <p:nvPr>
            <p:ph type="title"/>
          </p:nvPr>
        </p:nvSpPr>
        <p:spPr/>
        <p:txBody>
          <a:bodyPr>
            <a:normAutofit/>
          </a:bodyPr>
          <a:lstStyle/>
          <a:p>
            <a:r>
              <a:rPr lang="en-US" altLang="zh-CN" sz="3600"/>
              <a:t>4.2.2 </a:t>
            </a:r>
            <a:r>
              <a:rPr lang="zh-CN" altLang="en-US" sz="3600"/>
              <a:t>构造抽象语法树的</a:t>
            </a:r>
            <a:r>
              <a:rPr lang="en-US" altLang="zh-CN" sz="3600" b="1" i="1"/>
              <a:t>S</a:t>
            </a:r>
            <a:r>
              <a:rPr lang="zh-CN" altLang="en-US" sz="3600"/>
              <a:t>属性定义</a:t>
            </a:r>
          </a:p>
        </p:txBody>
      </p:sp>
      <p:graphicFrame>
        <p:nvGraphicFramePr>
          <p:cNvPr id="4" name="Group 3">
            <a:extLst>
              <a:ext uri="{FF2B5EF4-FFF2-40B4-BE49-F238E27FC236}">
                <a16:creationId xmlns:a16="http://schemas.microsoft.com/office/drawing/2014/main" id="{A2635ED6-CC65-43A7-A562-F384AA9E04BD}"/>
              </a:ext>
            </a:extLst>
          </p:cNvPr>
          <p:cNvGraphicFramePr>
            <a:graphicFrameLocks/>
          </p:cNvGraphicFramePr>
          <p:nvPr>
            <p:extLst>
              <p:ext uri="{D42A27DB-BD31-4B8C-83A1-F6EECF244321}">
                <p14:modId xmlns:p14="http://schemas.microsoft.com/office/powerpoint/2010/main" val="82957873"/>
              </p:ext>
            </p:extLst>
          </p:nvPr>
        </p:nvGraphicFramePr>
        <p:xfrm>
          <a:off x="628650" y="1257300"/>
          <a:ext cx="7886700" cy="3200400"/>
        </p:xfrm>
        <a:graphic>
          <a:graphicData uri="http://schemas.openxmlformats.org/drawingml/2006/table">
            <a:tbl>
              <a:tblPr/>
              <a:tblGrid>
                <a:gridCol w="26289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tblGrid>
              <a:tr h="3381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宋体" pitchFamily="2" charset="-122"/>
                          <a:ea typeface="黑体" pitchFamily="2" charset="-122"/>
                        </a:rPr>
                        <a:t>栈</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宋体" pitchFamily="2" charset="-122"/>
                          <a:ea typeface="黑体" pitchFamily="2" charset="-122"/>
                        </a:rPr>
                        <a:t>输</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入</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宋体" pitchFamily="2" charset="-122"/>
                          <a:ea typeface="黑体" pitchFamily="2" charset="-122"/>
                        </a:rPr>
                        <a:t>动</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作</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397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a:ln>
                            <a:noFill/>
                          </a:ln>
                          <a:solidFill>
                            <a:schemeClr val="tx1"/>
                          </a:solidFill>
                          <a:effectLst/>
                          <a:latin typeface="Times New Roman" pitchFamily="18" charset="0"/>
                          <a:ea typeface="黑体" pitchFamily="2" charset="-122"/>
                        </a:rPr>
                        <a:t>0 </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a:ln>
                            <a:noFill/>
                          </a:ln>
                          <a:solidFill>
                            <a:schemeClr val="tx1"/>
                          </a:solidFill>
                          <a:effectLst/>
                          <a:latin typeface="Times New Roman" pitchFamily="18" charset="0"/>
                          <a:ea typeface="黑体" pitchFamily="2" charset="-122"/>
                        </a:rPr>
                        <a:t>      id </a:t>
                      </a:r>
                      <a:r>
                        <a:rPr kumimoji="0" lang="en-US" altLang="zh-CN" sz="24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id </a:t>
                      </a:r>
                      <a:r>
                        <a:rPr kumimoji="0" lang="en-US" altLang="zh-CN" sz="24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宋体" pitchFamily="2" charset="-122"/>
                          <a:ea typeface="黑体" pitchFamily="2" charset="-122"/>
                        </a:rPr>
                        <a:t>移进</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3813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a:ln>
                            <a:noFill/>
                          </a:ln>
                          <a:solidFill>
                            <a:schemeClr val="tx1"/>
                          </a:solidFill>
                          <a:effectLst/>
                          <a:latin typeface="Times New Roman" pitchFamily="18" charset="0"/>
                          <a:ea typeface="黑体" pitchFamily="2" charset="-122"/>
                        </a:rPr>
                        <a:t>0 id 5 </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id </a:t>
                      </a:r>
                      <a:r>
                        <a:rPr kumimoji="0" lang="en-US" altLang="zh-CN" sz="24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宋体" pitchFamily="2" charset="-122"/>
                          <a:ea typeface="黑体" pitchFamily="2" charset="-122"/>
                        </a:rPr>
                        <a:t>按</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400" b="0" i="0" u="none" strike="noStrike" cap="none" normalizeH="0" baseline="0">
                          <a:ln>
                            <a:noFill/>
                          </a:ln>
                          <a:solidFill>
                            <a:schemeClr val="tx1"/>
                          </a:solidFill>
                          <a:effectLst/>
                          <a:latin typeface="宋体" pitchFamily="2" charset="-122"/>
                          <a:ea typeface="黑体" pitchFamily="2" charset="-122"/>
                        </a:rPr>
                        <a:t>归约</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33813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a:ln>
                            <a:noFill/>
                          </a:ln>
                          <a:solidFill>
                            <a:schemeClr val="tx1"/>
                          </a:solidFill>
                          <a:effectLst/>
                          <a:latin typeface="Times New Roman" pitchFamily="18" charset="0"/>
                          <a:ea typeface="黑体" pitchFamily="2" charset="-122"/>
                        </a:rPr>
                        <a:t>0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3 </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a:ln>
                            <a:noFill/>
                          </a:ln>
                          <a:solidFill>
                            <a:schemeClr val="tx1"/>
                          </a:solidFill>
                          <a:effectLst/>
                          <a:latin typeface="宋体" pitchFamily="2" charset="-122"/>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id </a:t>
                      </a:r>
                      <a:r>
                        <a:rPr kumimoji="0" lang="en-US" altLang="zh-CN" sz="24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宋体" pitchFamily="2" charset="-122"/>
                          <a:ea typeface="黑体" pitchFamily="2" charset="-122"/>
                        </a:rPr>
                        <a:t>按</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zh-CN" altLang="en-US" sz="2400" b="0" i="0" u="none" strike="noStrike" cap="none" normalizeH="0" baseline="0">
                          <a:ln>
                            <a:noFill/>
                          </a:ln>
                          <a:solidFill>
                            <a:schemeClr val="tx1"/>
                          </a:solidFill>
                          <a:effectLst/>
                          <a:latin typeface="宋体" pitchFamily="2" charset="-122"/>
                          <a:ea typeface="黑体" pitchFamily="2" charset="-122"/>
                        </a:rPr>
                        <a:t>归约</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3397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a:ln>
                            <a:noFill/>
                          </a:ln>
                          <a:solidFill>
                            <a:schemeClr val="tx1"/>
                          </a:solidFill>
                          <a:effectLst/>
                          <a:latin typeface="Times New Roman" pitchFamily="18" charset="0"/>
                          <a:ea typeface="黑体" pitchFamily="2" charset="-122"/>
                        </a:rPr>
                        <a:t>0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2 </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a:ln>
                            <a:noFill/>
                          </a:ln>
                          <a:solidFill>
                            <a:schemeClr val="tx1"/>
                          </a:solidFill>
                          <a:effectLst/>
                          <a:latin typeface="宋体" pitchFamily="2" charset="-122"/>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id </a:t>
                      </a:r>
                      <a:r>
                        <a:rPr kumimoji="0" lang="en-US" altLang="zh-CN" sz="24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宋体" pitchFamily="2" charset="-122"/>
                          <a:ea typeface="黑体" pitchFamily="2" charset="-122"/>
                        </a:rPr>
                        <a:t>按</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zh-CN" altLang="en-US" sz="2400" b="0" i="0" u="none" strike="noStrike" cap="none" normalizeH="0" baseline="0">
                          <a:ln>
                            <a:noFill/>
                          </a:ln>
                          <a:solidFill>
                            <a:schemeClr val="tx1"/>
                          </a:solidFill>
                          <a:effectLst/>
                          <a:latin typeface="宋体" pitchFamily="2" charset="-122"/>
                          <a:ea typeface="黑体" pitchFamily="2" charset="-122"/>
                        </a:rPr>
                        <a:t>归约</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3397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400" b="1" i="0" u="none" strike="noStrike" cap="none" normalizeH="0" baseline="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400" b="1" i="0" u="none" strike="noStrike" cap="none" normalizeH="0" baseline="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245991230"/>
                  </a:ext>
                </a:extLst>
              </a:tr>
              <a:tr h="3397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400" b="1" i="0" u="none" strike="noStrike" cap="none" normalizeH="0" baseline="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400" b="1" i="0" u="none" strike="noStrike" cap="none" normalizeH="0" baseline="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4209823164"/>
                  </a:ext>
                </a:extLst>
              </a:tr>
            </a:tbl>
          </a:graphicData>
        </a:graphic>
      </p:graphicFrame>
      <p:sp>
        <p:nvSpPr>
          <p:cNvPr id="2" name="日期占位符 1">
            <a:extLst>
              <a:ext uri="{FF2B5EF4-FFF2-40B4-BE49-F238E27FC236}">
                <a16:creationId xmlns:a16="http://schemas.microsoft.com/office/drawing/2014/main" id="{DCF4AA9F-3628-9AE7-C277-BCC6359DED8A}"/>
              </a:ext>
            </a:extLst>
          </p:cNvPr>
          <p:cNvSpPr>
            <a:spLocks noGrp="1"/>
          </p:cNvSpPr>
          <p:nvPr>
            <p:ph type="dt" sz="half" idx="10"/>
          </p:nvPr>
        </p:nvSpPr>
        <p:spPr/>
        <p:txBody>
          <a:bodyPr/>
          <a:lstStyle/>
          <a:p>
            <a:fld id="{47047ED4-30D9-4EC4-982F-338FC12FF916}"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CB7463AA-12FA-A4FD-9465-2612B1CA143F}"/>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6" name="灯片编号占位符 5">
            <a:extLst>
              <a:ext uri="{FF2B5EF4-FFF2-40B4-BE49-F238E27FC236}">
                <a16:creationId xmlns:a16="http://schemas.microsoft.com/office/drawing/2014/main" id="{5BD3050C-AFBE-EA53-DC14-B4A3064BDD1F}"/>
              </a:ext>
            </a:extLst>
          </p:cNvPr>
          <p:cNvSpPr>
            <a:spLocks noGrp="1"/>
          </p:cNvSpPr>
          <p:nvPr>
            <p:ph type="sldNum" sz="quarter" idx="12"/>
          </p:nvPr>
        </p:nvSpPr>
        <p:spPr/>
        <p:txBody>
          <a:bodyPr/>
          <a:lstStyle/>
          <a:p>
            <a:fld id="{094DEB03-EFC6-4C20-8FC8-295189A5386F}" type="slidenum">
              <a:rPr lang="zh-CN" altLang="en-US" smtClean="0"/>
              <a:pPr/>
              <a:t>17</a:t>
            </a:fld>
            <a:endParaRPr lang="zh-CN" altLang="en-US"/>
          </a:p>
        </p:txBody>
      </p:sp>
      <p:sp>
        <p:nvSpPr>
          <p:cNvPr id="7" name="文本框 6">
            <a:extLst>
              <a:ext uri="{FF2B5EF4-FFF2-40B4-BE49-F238E27FC236}">
                <a16:creationId xmlns:a16="http://schemas.microsoft.com/office/drawing/2014/main" id="{C8FBA165-807E-A162-0C85-662BAC6AB065}"/>
              </a:ext>
            </a:extLst>
          </p:cNvPr>
          <p:cNvSpPr txBox="1"/>
          <p:nvPr/>
        </p:nvSpPr>
        <p:spPr>
          <a:xfrm>
            <a:off x="693341" y="3510642"/>
            <a:ext cx="1107996" cy="861774"/>
          </a:xfrm>
          <a:prstGeom prst="rect">
            <a:avLst/>
          </a:prstGeom>
          <a:noFill/>
        </p:spPr>
        <p:txBody>
          <a:bodyPr vert="eaVert" wrap="none" rtlCol="0" anchor="ctr">
            <a:spAutoFit/>
          </a:bodyPr>
          <a:lstStyle/>
          <a:p>
            <a:r>
              <a:rPr lang="en-US" altLang="zh-CN" sz="6000"/>
              <a:t>…</a:t>
            </a:r>
            <a:endParaRPr lang="zh-CN" altLang="en-US" sz="6000"/>
          </a:p>
        </p:txBody>
      </p:sp>
      <p:graphicFrame>
        <p:nvGraphicFramePr>
          <p:cNvPr id="8" name="表格 7">
            <a:extLst>
              <a:ext uri="{FF2B5EF4-FFF2-40B4-BE49-F238E27FC236}">
                <a16:creationId xmlns:a16="http://schemas.microsoft.com/office/drawing/2014/main" id="{68CF35EC-1B18-E505-F107-545949ACAC3A}"/>
              </a:ext>
            </a:extLst>
          </p:cNvPr>
          <p:cNvGraphicFramePr>
            <a:graphicFrameLocks noGrp="1"/>
          </p:cNvGraphicFramePr>
          <p:nvPr>
            <p:extLst>
              <p:ext uri="{D42A27DB-BD31-4B8C-83A1-F6EECF244321}">
                <p14:modId xmlns:p14="http://schemas.microsoft.com/office/powerpoint/2010/main" val="1220626495"/>
              </p:ext>
            </p:extLst>
          </p:nvPr>
        </p:nvGraphicFramePr>
        <p:xfrm>
          <a:off x="628650" y="5092700"/>
          <a:ext cx="5853793" cy="1016000"/>
        </p:xfrm>
        <a:graphic>
          <a:graphicData uri="http://schemas.openxmlformats.org/drawingml/2006/table">
            <a:tbl>
              <a:tblPr/>
              <a:tblGrid>
                <a:gridCol w="1425188">
                  <a:extLst>
                    <a:ext uri="{9D8B030D-6E8A-4147-A177-3AD203B41FA5}">
                      <a16:colId xmlns:a16="http://schemas.microsoft.com/office/drawing/2014/main" val="2815254534"/>
                    </a:ext>
                  </a:extLst>
                </a:gridCol>
                <a:gridCol w="4428605">
                  <a:extLst>
                    <a:ext uri="{9D8B030D-6E8A-4147-A177-3AD203B41FA5}">
                      <a16:colId xmlns:a16="http://schemas.microsoft.com/office/drawing/2014/main" val="1059865553"/>
                    </a:ext>
                  </a:extLst>
                </a:gridCol>
              </a:tblGrid>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0" err="1">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nptr</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F</a:t>
                      </a:r>
                      <a:r>
                        <a:rPr kumimoji="0" lang="en-US" altLang="zh-CN" sz="2400" b="1" i="0" u="none" strike="noStrike" cap="none" normalizeH="0" baseline="0" err="1">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nptr</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380270774"/>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 </a:t>
                      </a:r>
                      <a:r>
                        <a:rPr kumimoji="0" lang="en-US" altLang="zh-CN" sz="2400" b="0"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F</a:t>
                      </a:r>
                      <a:r>
                        <a:rPr kumimoji="0" lang="en-US" altLang="zh-CN" sz="2400" b="1" i="0" u="none" strike="noStrike" cap="none" normalizeH="0" baseline="0" err="1">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nptr</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mkLeaf</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(id, </a:t>
                      </a:r>
                      <a:r>
                        <a:rPr kumimoji="0" lang="en-US" altLang="zh-CN" sz="2400" b="1" i="0" u="none" strike="noStrike" cap="none" normalizeH="0" baseline="0" err="1">
                          <a:ln>
                            <a:noFill/>
                          </a:ln>
                          <a:solidFill>
                            <a:schemeClr val="tx1"/>
                          </a:solidFill>
                          <a:effectLst/>
                          <a:latin typeface="Times New Roman" pitchFamily="18" charset="0"/>
                          <a:ea typeface="黑体" pitchFamily="2" charset="-122"/>
                        </a:rPr>
                        <a:t>id.</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entry</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3988255943"/>
                  </a:ext>
                </a:extLst>
              </a:tr>
            </a:tbl>
          </a:graphicData>
        </a:graphic>
      </p:graphicFrame>
      <p:grpSp>
        <p:nvGrpSpPr>
          <p:cNvPr id="22" name="组合 21">
            <a:extLst>
              <a:ext uri="{FF2B5EF4-FFF2-40B4-BE49-F238E27FC236}">
                <a16:creationId xmlns:a16="http://schemas.microsoft.com/office/drawing/2014/main" id="{6E6BFDB1-5E17-DB94-3C10-99F2B14FA99C}"/>
              </a:ext>
            </a:extLst>
          </p:cNvPr>
          <p:cNvGrpSpPr/>
          <p:nvPr/>
        </p:nvGrpSpPr>
        <p:grpSpPr>
          <a:xfrm>
            <a:off x="3907971" y="2536371"/>
            <a:ext cx="2792186" cy="3156858"/>
            <a:chOff x="3907971" y="2536371"/>
            <a:chExt cx="2792186" cy="3156858"/>
          </a:xfrm>
        </p:grpSpPr>
        <p:cxnSp>
          <p:nvCxnSpPr>
            <p:cNvPr id="10" name="直接箭头连接符 9">
              <a:extLst>
                <a:ext uri="{FF2B5EF4-FFF2-40B4-BE49-F238E27FC236}">
                  <a16:creationId xmlns:a16="http://schemas.microsoft.com/office/drawing/2014/main" id="{25EC53D6-6BF9-8ACA-1520-D4FCBCA0FCA0}"/>
                </a:ext>
              </a:extLst>
            </p:cNvPr>
            <p:cNvCxnSpPr>
              <a:cxnSpLocks/>
            </p:cNvCxnSpPr>
            <p:nvPr/>
          </p:nvCxnSpPr>
          <p:spPr>
            <a:xfrm flipH="1">
              <a:off x="5334000" y="2536371"/>
              <a:ext cx="1219200" cy="315685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C252DE8D-5CC5-0D5A-A594-3AF07E24CF66}"/>
                </a:ext>
              </a:extLst>
            </p:cNvPr>
            <p:cNvCxnSpPr>
              <a:cxnSpLocks/>
            </p:cNvCxnSpPr>
            <p:nvPr/>
          </p:nvCxnSpPr>
          <p:spPr>
            <a:xfrm flipH="1">
              <a:off x="3907971" y="2939143"/>
              <a:ext cx="2792186" cy="2275114"/>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87718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wipe(up)">
                                      <p:cBhvr>
                                        <p:cTn id="1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图标&#10;&#10;描述已自动生成">
            <a:extLst>
              <a:ext uri="{FF2B5EF4-FFF2-40B4-BE49-F238E27FC236}">
                <a16:creationId xmlns:a16="http://schemas.microsoft.com/office/drawing/2014/main" id="{D0FE38EB-BDA0-EFE5-7C93-51A604A912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8246733" y="321851"/>
            <a:ext cx="804397" cy="804397"/>
          </a:xfrm>
          <a:prstGeom prst="rect">
            <a:avLst/>
          </a:prstGeom>
        </p:spPr>
      </p:pic>
      <p:sp>
        <p:nvSpPr>
          <p:cNvPr id="54274" name="Rectangle 2">
            <a:extLst>
              <a:ext uri="{FF2B5EF4-FFF2-40B4-BE49-F238E27FC236}">
                <a16:creationId xmlns:a16="http://schemas.microsoft.com/office/drawing/2014/main" id="{BEFD8531-2EC9-4FB2-A8FC-1529AA10BD5F}"/>
              </a:ext>
            </a:extLst>
          </p:cNvPr>
          <p:cNvSpPr>
            <a:spLocks noGrp="1" noChangeArrowheads="1"/>
          </p:cNvSpPr>
          <p:nvPr>
            <p:ph type="title"/>
          </p:nvPr>
        </p:nvSpPr>
        <p:spPr/>
        <p:txBody>
          <a:bodyPr>
            <a:noAutofit/>
          </a:bodyPr>
          <a:lstStyle/>
          <a:p>
            <a:pPr eaLnBrk="1" hangingPunct="1"/>
            <a:r>
              <a:rPr lang="en-US" altLang="zh-CN" sz="3600"/>
              <a:t>4.2.2 </a:t>
            </a:r>
            <a:r>
              <a:rPr lang="zh-CN" altLang="en-US" sz="3600"/>
              <a:t>构造抽象语法树的</a:t>
            </a:r>
            <a:r>
              <a:rPr lang="en-US" altLang="zh-CN" sz="3600" b="1" i="1"/>
              <a:t>S</a:t>
            </a:r>
            <a:r>
              <a:rPr lang="zh-CN" altLang="en-US" sz="3600"/>
              <a:t>属性定义</a:t>
            </a:r>
          </a:p>
        </p:txBody>
      </p:sp>
      <p:sp>
        <p:nvSpPr>
          <p:cNvPr id="54278" name="Rectangle 6">
            <a:extLst>
              <a:ext uri="{FF2B5EF4-FFF2-40B4-BE49-F238E27FC236}">
                <a16:creationId xmlns:a16="http://schemas.microsoft.com/office/drawing/2014/main" id="{072CFB02-3236-4282-A59E-84F70C5844B8}"/>
              </a:ext>
            </a:extLst>
          </p:cNvPr>
          <p:cNvSpPr>
            <a:spLocks noChangeArrowheads="1"/>
          </p:cNvSpPr>
          <p:nvPr/>
        </p:nvSpPr>
        <p:spPr bwMode="auto">
          <a:xfrm>
            <a:off x="2517775" y="1440000"/>
            <a:ext cx="91122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err="1">
                <a:ea typeface="宋体" panose="02010600030101010101" pitchFamily="2" charset="-122"/>
              </a:rPr>
              <a:t>E</a:t>
            </a:r>
            <a:r>
              <a:rPr lang="en-US" altLang="zh-CN" sz="2400" b="1" err="1">
                <a:ea typeface="宋体" panose="02010600030101010101" pitchFamily="2" charset="-122"/>
              </a:rPr>
              <a:t>.</a:t>
            </a:r>
            <a:r>
              <a:rPr lang="en-US" altLang="zh-CN" sz="2400" b="1" i="1" err="1">
                <a:ea typeface="宋体" panose="02010600030101010101" pitchFamily="2" charset="-122"/>
              </a:rPr>
              <a:t>nptr</a:t>
            </a:r>
            <a:endParaRPr lang="en-US" altLang="zh-CN" sz="2400" b="1">
              <a:ea typeface="宋体" panose="02010600030101010101" pitchFamily="2" charset="-122"/>
            </a:endParaRPr>
          </a:p>
        </p:txBody>
      </p:sp>
      <p:sp>
        <p:nvSpPr>
          <p:cNvPr id="54279" name="Rectangle 7">
            <a:extLst>
              <a:ext uri="{FF2B5EF4-FFF2-40B4-BE49-F238E27FC236}">
                <a16:creationId xmlns:a16="http://schemas.microsoft.com/office/drawing/2014/main" id="{B51D232C-EA70-4CC2-B111-41646FAE4469}"/>
              </a:ext>
            </a:extLst>
          </p:cNvPr>
          <p:cNvSpPr>
            <a:spLocks noChangeArrowheads="1"/>
          </p:cNvSpPr>
          <p:nvPr/>
        </p:nvSpPr>
        <p:spPr bwMode="auto">
          <a:xfrm>
            <a:off x="6286500" y="2013088"/>
            <a:ext cx="876300"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a:ea typeface="宋体" panose="02010600030101010101" pitchFamily="2" charset="-122"/>
              </a:rPr>
              <a:t>T</a:t>
            </a:r>
            <a:r>
              <a:rPr lang="en-US" altLang="zh-CN" sz="2400" b="1">
                <a:ea typeface="宋体" panose="02010600030101010101" pitchFamily="2" charset="-122"/>
              </a:rPr>
              <a:t>.</a:t>
            </a:r>
            <a:r>
              <a:rPr lang="en-US" altLang="zh-CN" sz="2400" b="1" i="1">
                <a:ea typeface="宋体" panose="02010600030101010101" pitchFamily="2" charset="-122"/>
              </a:rPr>
              <a:t>nptr</a:t>
            </a:r>
            <a:endParaRPr lang="en-US" altLang="zh-CN" sz="2400" b="1">
              <a:ea typeface="宋体" panose="02010600030101010101" pitchFamily="2" charset="-122"/>
            </a:endParaRPr>
          </a:p>
        </p:txBody>
      </p:sp>
      <p:sp>
        <p:nvSpPr>
          <p:cNvPr id="54280" name="Rectangle 8">
            <a:extLst>
              <a:ext uri="{FF2B5EF4-FFF2-40B4-BE49-F238E27FC236}">
                <a16:creationId xmlns:a16="http://schemas.microsoft.com/office/drawing/2014/main" id="{60FC1B10-2FED-4076-9847-37E335F9FC6E}"/>
              </a:ext>
            </a:extLst>
          </p:cNvPr>
          <p:cNvSpPr>
            <a:spLocks noChangeArrowheads="1"/>
          </p:cNvSpPr>
          <p:nvPr/>
        </p:nvSpPr>
        <p:spPr bwMode="auto">
          <a:xfrm>
            <a:off x="152400" y="2125800"/>
            <a:ext cx="879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a:ea typeface="宋体" panose="02010600030101010101" pitchFamily="2" charset="-122"/>
              </a:rPr>
              <a:t>E</a:t>
            </a:r>
            <a:r>
              <a:rPr lang="en-US" altLang="zh-CN" sz="2400" b="1">
                <a:ea typeface="宋体" panose="02010600030101010101" pitchFamily="2" charset="-122"/>
              </a:rPr>
              <a:t>.</a:t>
            </a:r>
            <a:r>
              <a:rPr lang="en-US" altLang="zh-CN" sz="2400" b="1" i="1">
                <a:ea typeface="宋体" panose="02010600030101010101" pitchFamily="2" charset="-122"/>
              </a:rPr>
              <a:t>nptr</a:t>
            </a:r>
            <a:endParaRPr lang="en-US" altLang="zh-CN" sz="2400" b="1">
              <a:ea typeface="宋体" panose="02010600030101010101" pitchFamily="2" charset="-122"/>
            </a:endParaRPr>
          </a:p>
        </p:txBody>
      </p:sp>
      <p:sp>
        <p:nvSpPr>
          <p:cNvPr id="54281" name="Rectangle 9">
            <a:extLst>
              <a:ext uri="{FF2B5EF4-FFF2-40B4-BE49-F238E27FC236}">
                <a16:creationId xmlns:a16="http://schemas.microsoft.com/office/drawing/2014/main" id="{81D5EB3B-1109-43AF-BCCB-19904B884C4E}"/>
              </a:ext>
            </a:extLst>
          </p:cNvPr>
          <p:cNvSpPr>
            <a:spLocks noChangeArrowheads="1"/>
          </p:cNvSpPr>
          <p:nvPr/>
        </p:nvSpPr>
        <p:spPr bwMode="auto">
          <a:xfrm>
            <a:off x="95250" y="2659200"/>
            <a:ext cx="971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a:ea typeface="宋体" panose="02010600030101010101" pitchFamily="2" charset="-122"/>
              </a:rPr>
              <a:t>T</a:t>
            </a:r>
            <a:r>
              <a:rPr lang="en-US" altLang="zh-CN" sz="2400" b="1">
                <a:ea typeface="宋体" panose="02010600030101010101" pitchFamily="2" charset="-122"/>
              </a:rPr>
              <a:t>.</a:t>
            </a:r>
            <a:r>
              <a:rPr lang="en-US" altLang="zh-CN" sz="2400" b="1" i="1">
                <a:ea typeface="宋体" panose="02010600030101010101" pitchFamily="2" charset="-122"/>
              </a:rPr>
              <a:t>nptr</a:t>
            </a:r>
            <a:endParaRPr lang="en-US" altLang="zh-CN" sz="2400" b="1">
              <a:ea typeface="宋体" panose="02010600030101010101" pitchFamily="2" charset="-122"/>
            </a:endParaRPr>
          </a:p>
        </p:txBody>
      </p:sp>
      <p:sp>
        <p:nvSpPr>
          <p:cNvPr id="54282" name="Rectangle 10">
            <a:extLst>
              <a:ext uri="{FF2B5EF4-FFF2-40B4-BE49-F238E27FC236}">
                <a16:creationId xmlns:a16="http://schemas.microsoft.com/office/drawing/2014/main" id="{AC6637F6-373F-47D7-BD2E-72FDDD64E078}"/>
              </a:ext>
            </a:extLst>
          </p:cNvPr>
          <p:cNvSpPr>
            <a:spLocks noChangeArrowheads="1"/>
          </p:cNvSpPr>
          <p:nvPr/>
        </p:nvSpPr>
        <p:spPr bwMode="auto">
          <a:xfrm>
            <a:off x="152400" y="3192600"/>
            <a:ext cx="91281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err="1">
                <a:ea typeface="宋体" panose="02010600030101010101" pitchFamily="2" charset="-122"/>
              </a:rPr>
              <a:t>F</a:t>
            </a:r>
            <a:r>
              <a:rPr lang="en-US" altLang="zh-CN" sz="2400" b="1" err="1">
                <a:ea typeface="宋体" panose="02010600030101010101" pitchFamily="2" charset="-122"/>
              </a:rPr>
              <a:t>.</a:t>
            </a:r>
            <a:r>
              <a:rPr lang="en-US" altLang="zh-CN" sz="2400" b="1" i="1" err="1">
                <a:ea typeface="宋体" panose="02010600030101010101" pitchFamily="2" charset="-122"/>
              </a:rPr>
              <a:t>nptr</a:t>
            </a:r>
            <a:endParaRPr lang="en-US" altLang="zh-CN" sz="2400" b="1" i="1">
              <a:ea typeface="宋体" panose="02010600030101010101" pitchFamily="2" charset="-122"/>
            </a:endParaRPr>
          </a:p>
        </p:txBody>
      </p:sp>
      <p:sp>
        <p:nvSpPr>
          <p:cNvPr id="54283" name="Rectangle 11">
            <a:extLst>
              <a:ext uri="{FF2B5EF4-FFF2-40B4-BE49-F238E27FC236}">
                <a16:creationId xmlns:a16="http://schemas.microsoft.com/office/drawing/2014/main" id="{CE13A71A-667A-41E8-AD14-B24AA4236AA2}"/>
              </a:ext>
            </a:extLst>
          </p:cNvPr>
          <p:cNvSpPr>
            <a:spLocks noChangeArrowheads="1"/>
          </p:cNvSpPr>
          <p:nvPr/>
        </p:nvSpPr>
        <p:spPr bwMode="auto">
          <a:xfrm>
            <a:off x="228600" y="3830775"/>
            <a:ext cx="358775"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ea typeface="宋体" panose="02010600030101010101" pitchFamily="2" charset="-122"/>
              </a:rPr>
              <a:t>id</a:t>
            </a:r>
          </a:p>
        </p:txBody>
      </p:sp>
      <p:sp>
        <p:nvSpPr>
          <p:cNvPr id="54284" name="Rectangle 12">
            <a:extLst>
              <a:ext uri="{FF2B5EF4-FFF2-40B4-BE49-F238E27FC236}">
                <a16:creationId xmlns:a16="http://schemas.microsoft.com/office/drawing/2014/main" id="{D3D994B9-AAA5-4E70-BFFA-81DEAC3B90C7}"/>
              </a:ext>
            </a:extLst>
          </p:cNvPr>
          <p:cNvSpPr>
            <a:spLocks noChangeArrowheads="1"/>
          </p:cNvSpPr>
          <p:nvPr/>
        </p:nvSpPr>
        <p:spPr bwMode="auto">
          <a:xfrm>
            <a:off x="4495800" y="2583000"/>
            <a:ext cx="10668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a:ea typeface="宋体" panose="02010600030101010101" pitchFamily="2" charset="-122"/>
              </a:rPr>
              <a:t>T</a:t>
            </a:r>
            <a:r>
              <a:rPr lang="en-US" altLang="zh-CN" sz="2400" b="1">
                <a:ea typeface="宋体" panose="02010600030101010101" pitchFamily="2" charset="-122"/>
              </a:rPr>
              <a:t>.</a:t>
            </a:r>
            <a:r>
              <a:rPr lang="en-US" altLang="zh-CN" sz="2400" b="1" i="1">
                <a:ea typeface="宋体" panose="02010600030101010101" pitchFamily="2" charset="-122"/>
              </a:rPr>
              <a:t>nptr</a:t>
            </a:r>
            <a:endParaRPr lang="en-US" altLang="zh-CN" sz="2400" b="1">
              <a:ea typeface="宋体" panose="02010600030101010101" pitchFamily="2" charset="-122"/>
            </a:endParaRPr>
          </a:p>
        </p:txBody>
      </p:sp>
      <p:sp>
        <p:nvSpPr>
          <p:cNvPr id="54285" name="Rectangle 13">
            <a:extLst>
              <a:ext uri="{FF2B5EF4-FFF2-40B4-BE49-F238E27FC236}">
                <a16:creationId xmlns:a16="http://schemas.microsoft.com/office/drawing/2014/main" id="{D6B025B1-3EE7-4A0B-82BA-9B6726170504}"/>
              </a:ext>
            </a:extLst>
          </p:cNvPr>
          <p:cNvSpPr>
            <a:spLocks noChangeArrowheads="1"/>
          </p:cNvSpPr>
          <p:nvPr/>
        </p:nvSpPr>
        <p:spPr bwMode="auto">
          <a:xfrm>
            <a:off x="2503488" y="2043250"/>
            <a:ext cx="260350" cy="30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ea typeface="宋体" panose="02010600030101010101" pitchFamily="2" charset="-122"/>
              </a:rPr>
              <a:t>+</a:t>
            </a:r>
          </a:p>
        </p:txBody>
      </p:sp>
      <p:sp>
        <p:nvSpPr>
          <p:cNvPr id="54286" name="Rectangle 14">
            <a:extLst>
              <a:ext uri="{FF2B5EF4-FFF2-40B4-BE49-F238E27FC236}">
                <a16:creationId xmlns:a16="http://schemas.microsoft.com/office/drawing/2014/main" id="{5F20938E-3862-4F8C-8460-AA428D4D2EC9}"/>
              </a:ext>
            </a:extLst>
          </p:cNvPr>
          <p:cNvSpPr>
            <a:spLocks noChangeArrowheads="1"/>
          </p:cNvSpPr>
          <p:nvPr/>
        </p:nvSpPr>
        <p:spPr bwMode="auto">
          <a:xfrm>
            <a:off x="6497638" y="2657613"/>
            <a:ext cx="260350" cy="30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ea typeface="宋体" panose="02010600030101010101" pitchFamily="2" charset="-122"/>
              </a:rPr>
              <a:t>*</a:t>
            </a:r>
          </a:p>
        </p:txBody>
      </p:sp>
      <p:sp>
        <p:nvSpPr>
          <p:cNvPr id="54287" name="Rectangle 15">
            <a:extLst>
              <a:ext uri="{FF2B5EF4-FFF2-40B4-BE49-F238E27FC236}">
                <a16:creationId xmlns:a16="http://schemas.microsoft.com/office/drawing/2014/main" id="{B7922A58-8463-439C-A19D-B326CBB5C020}"/>
              </a:ext>
            </a:extLst>
          </p:cNvPr>
          <p:cNvSpPr>
            <a:spLocks noChangeArrowheads="1"/>
          </p:cNvSpPr>
          <p:nvPr/>
        </p:nvSpPr>
        <p:spPr bwMode="auto">
          <a:xfrm>
            <a:off x="4572000" y="3192600"/>
            <a:ext cx="9144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a:ea typeface="宋体" panose="02010600030101010101" pitchFamily="2" charset="-122"/>
              </a:rPr>
              <a:t>F</a:t>
            </a:r>
            <a:r>
              <a:rPr lang="en-US" altLang="zh-CN" sz="2400" b="1">
                <a:ea typeface="宋体" panose="02010600030101010101" pitchFamily="2" charset="-122"/>
              </a:rPr>
              <a:t>.</a:t>
            </a:r>
            <a:r>
              <a:rPr lang="en-US" altLang="zh-CN" sz="2400" b="1" i="1">
                <a:ea typeface="宋体" panose="02010600030101010101" pitchFamily="2" charset="-122"/>
              </a:rPr>
              <a:t>nptr</a:t>
            </a:r>
            <a:endParaRPr lang="en-US" altLang="zh-CN" sz="2400" b="1">
              <a:ea typeface="宋体" panose="02010600030101010101" pitchFamily="2" charset="-122"/>
            </a:endParaRPr>
          </a:p>
        </p:txBody>
      </p:sp>
      <p:sp>
        <p:nvSpPr>
          <p:cNvPr id="54288" name="Rectangle 16">
            <a:extLst>
              <a:ext uri="{FF2B5EF4-FFF2-40B4-BE49-F238E27FC236}">
                <a16:creationId xmlns:a16="http://schemas.microsoft.com/office/drawing/2014/main" id="{62435D08-3F54-421C-974D-629C4B7B67CA}"/>
              </a:ext>
            </a:extLst>
          </p:cNvPr>
          <p:cNvSpPr>
            <a:spLocks noChangeArrowheads="1"/>
          </p:cNvSpPr>
          <p:nvPr/>
        </p:nvSpPr>
        <p:spPr bwMode="auto">
          <a:xfrm>
            <a:off x="8001000" y="2567125"/>
            <a:ext cx="914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err="1">
                <a:ea typeface="宋体" panose="02010600030101010101" pitchFamily="2" charset="-122"/>
              </a:rPr>
              <a:t>F</a:t>
            </a:r>
            <a:r>
              <a:rPr lang="en-US" altLang="zh-CN" sz="2400" b="1" err="1">
                <a:ea typeface="宋体" panose="02010600030101010101" pitchFamily="2" charset="-122"/>
              </a:rPr>
              <a:t>.</a:t>
            </a:r>
            <a:r>
              <a:rPr lang="en-US" altLang="zh-CN" sz="2400" b="1" i="1" err="1">
                <a:ea typeface="宋体" panose="02010600030101010101" pitchFamily="2" charset="-122"/>
              </a:rPr>
              <a:t>nptr</a:t>
            </a:r>
            <a:endParaRPr lang="en-US" altLang="zh-CN" sz="2400" b="1">
              <a:ea typeface="宋体" panose="02010600030101010101" pitchFamily="2" charset="-122"/>
            </a:endParaRPr>
          </a:p>
        </p:txBody>
      </p:sp>
      <p:sp>
        <p:nvSpPr>
          <p:cNvPr id="54289" name="Rectangle 17">
            <a:extLst>
              <a:ext uri="{FF2B5EF4-FFF2-40B4-BE49-F238E27FC236}">
                <a16:creationId xmlns:a16="http://schemas.microsoft.com/office/drawing/2014/main" id="{19D919CE-607C-4BA5-80B1-2BCD7562E61D}"/>
              </a:ext>
            </a:extLst>
          </p:cNvPr>
          <p:cNvSpPr>
            <a:spLocks noChangeArrowheads="1"/>
          </p:cNvSpPr>
          <p:nvPr/>
        </p:nvSpPr>
        <p:spPr bwMode="auto">
          <a:xfrm>
            <a:off x="8181975" y="3219588"/>
            <a:ext cx="373063"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ea typeface="宋体" panose="02010600030101010101" pitchFamily="2" charset="-122"/>
              </a:rPr>
              <a:t>id</a:t>
            </a:r>
          </a:p>
        </p:txBody>
      </p:sp>
      <p:sp>
        <p:nvSpPr>
          <p:cNvPr id="54290" name="Rectangle 18">
            <a:extLst>
              <a:ext uri="{FF2B5EF4-FFF2-40B4-BE49-F238E27FC236}">
                <a16:creationId xmlns:a16="http://schemas.microsoft.com/office/drawing/2014/main" id="{5A8B8F9F-21B9-41BC-A9CD-6D2333496734}"/>
              </a:ext>
            </a:extLst>
          </p:cNvPr>
          <p:cNvSpPr>
            <a:spLocks noChangeArrowheads="1"/>
          </p:cNvSpPr>
          <p:nvPr/>
        </p:nvSpPr>
        <p:spPr bwMode="auto">
          <a:xfrm>
            <a:off x="4673600" y="3730763"/>
            <a:ext cx="668338"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ea typeface="宋体" panose="02010600030101010101" pitchFamily="2" charset="-122"/>
              </a:rPr>
              <a:t>num</a:t>
            </a:r>
          </a:p>
        </p:txBody>
      </p:sp>
      <p:sp>
        <p:nvSpPr>
          <p:cNvPr id="54291" name="Line 19">
            <a:extLst>
              <a:ext uri="{FF2B5EF4-FFF2-40B4-BE49-F238E27FC236}">
                <a16:creationId xmlns:a16="http://schemas.microsoft.com/office/drawing/2014/main" id="{3EB609D5-57C8-4C10-B0F1-2189AA43DF7D}"/>
              </a:ext>
            </a:extLst>
          </p:cNvPr>
          <p:cNvSpPr>
            <a:spLocks noChangeShapeType="1"/>
          </p:cNvSpPr>
          <p:nvPr/>
        </p:nvSpPr>
        <p:spPr bwMode="auto">
          <a:xfrm flipH="1">
            <a:off x="423863" y="1692413"/>
            <a:ext cx="2009775" cy="43815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4292" name="Line 20">
            <a:extLst>
              <a:ext uri="{FF2B5EF4-FFF2-40B4-BE49-F238E27FC236}">
                <a16:creationId xmlns:a16="http://schemas.microsoft.com/office/drawing/2014/main" id="{09CFD2E2-9587-4EB7-9222-2078168FC024}"/>
              </a:ext>
            </a:extLst>
          </p:cNvPr>
          <p:cNvSpPr>
            <a:spLocks noChangeShapeType="1"/>
          </p:cNvSpPr>
          <p:nvPr/>
        </p:nvSpPr>
        <p:spPr bwMode="auto">
          <a:xfrm flipH="1">
            <a:off x="322263" y="2479813"/>
            <a:ext cx="1588"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4293" name="Line 21">
            <a:extLst>
              <a:ext uri="{FF2B5EF4-FFF2-40B4-BE49-F238E27FC236}">
                <a16:creationId xmlns:a16="http://schemas.microsoft.com/office/drawing/2014/main" id="{EF767DB8-D039-4D13-B0A8-345B9DA61CFF}"/>
              </a:ext>
            </a:extLst>
          </p:cNvPr>
          <p:cNvSpPr>
            <a:spLocks noChangeShapeType="1"/>
          </p:cNvSpPr>
          <p:nvPr/>
        </p:nvSpPr>
        <p:spPr bwMode="auto">
          <a:xfrm flipH="1">
            <a:off x="338138" y="3033850"/>
            <a:ext cx="0"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4294" name="Line 22">
            <a:extLst>
              <a:ext uri="{FF2B5EF4-FFF2-40B4-BE49-F238E27FC236}">
                <a16:creationId xmlns:a16="http://schemas.microsoft.com/office/drawing/2014/main" id="{4216375A-94A7-4B19-8EB9-02BC23458968}"/>
              </a:ext>
            </a:extLst>
          </p:cNvPr>
          <p:cNvSpPr>
            <a:spLocks noChangeShapeType="1"/>
          </p:cNvSpPr>
          <p:nvPr/>
        </p:nvSpPr>
        <p:spPr bwMode="auto">
          <a:xfrm flipH="1">
            <a:off x="338138" y="3618050"/>
            <a:ext cx="0"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4295" name="Line 23">
            <a:extLst>
              <a:ext uri="{FF2B5EF4-FFF2-40B4-BE49-F238E27FC236}">
                <a16:creationId xmlns:a16="http://schemas.microsoft.com/office/drawing/2014/main" id="{6B8352DD-8848-41DB-A1F0-B0D03F10B942}"/>
              </a:ext>
            </a:extLst>
          </p:cNvPr>
          <p:cNvSpPr>
            <a:spLocks noChangeShapeType="1"/>
          </p:cNvSpPr>
          <p:nvPr/>
        </p:nvSpPr>
        <p:spPr bwMode="auto">
          <a:xfrm>
            <a:off x="3133725" y="1708288"/>
            <a:ext cx="3187700" cy="43815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4296" name="Line 24">
            <a:extLst>
              <a:ext uri="{FF2B5EF4-FFF2-40B4-BE49-F238E27FC236}">
                <a16:creationId xmlns:a16="http://schemas.microsoft.com/office/drawing/2014/main" id="{6BBDFF09-E028-4BA9-B64C-934D31D82368}"/>
              </a:ext>
            </a:extLst>
          </p:cNvPr>
          <p:cNvSpPr>
            <a:spLocks noChangeShapeType="1"/>
          </p:cNvSpPr>
          <p:nvPr/>
        </p:nvSpPr>
        <p:spPr bwMode="auto">
          <a:xfrm flipH="1">
            <a:off x="2590800" y="1794013"/>
            <a:ext cx="0"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4297" name="Line 25">
            <a:extLst>
              <a:ext uri="{FF2B5EF4-FFF2-40B4-BE49-F238E27FC236}">
                <a16:creationId xmlns:a16="http://schemas.microsoft.com/office/drawing/2014/main" id="{7085FDE2-80C6-492D-B0A7-00E3EFB58A97}"/>
              </a:ext>
            </a:extLst>
          </p:cNvPr>
          <p:cNvSpPr>
            <a:spLocks noChangeShapeType="1"/>
          </p:cNvSpPr>
          <p:nvPr/>
        </p:nvSpPr>
        <p:spPr bwMode="auto">
          <a:xfrm>
            <a:off x="6572250" y="2416313"/>
            <a:ext cx="14288"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4298" name="Line 26">
            <a:extLst>
              <a:ext uri="{FF2B5EF4-FFF2-40B4-BE49-F238E27FC236}">
                <a16:creationId xmlns:a16="http://schemas.microsoft.com/office/drawing/2014/main" id="{60C955D4-A8F2-428C-A56B-02260908AAFC}"/>
              </a:ext>
            </a:extLst>
          </p:cNvPr>
          <p:cNvSpPr>
            <a:spLocks noChangeShapeType="1"/>
          </p:cNvSpPr>
          <p:nvPr/>
        </p:nvSpPr>
        <p:spPr bwMode="auto">
          <a:xfrm flipH="1">
            <a:off x="4879975" y="2363925"/>
            <a:ext cx="1519238"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4299" name="Line 27">
            <a:extLst>
              <a:ext uri="{FF2B5EF4-FFF2-40B4-BE49-F238E27FC236}">
                <a16:creationId xmlns:a16="http://schemas.microsoft.com/office/drawing/2014/main" id="{0A9B14D8-8BF3-4356-86C5-162D7DE3A1CC}"/>
              </a:ext>
            </a:extLst>
          </p:cNvPr>
          <p:cNvSpPr>
            <a:spLocks noChangeShapeType="1"/>
          </p:cNvSpPr>
          <p:nvPr/>
        </p:nvSpPr>
        <p:spPr bwMode="auto">
          <a:xfrm>
            <a:off x="6786563" y="2349638"/>
            <a:ext cx="1519238"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4300" name="Line 28">
            <a:extLst>
              <a:ext uri="{FF2B5EF4-FFF2-40B4-BE49-F238E27FC236}">
                <a16:creationId xmlns:a16="http://schemas.microsoft.com/office/drawing/2014/main" id="{432395B2-A7AA-47BB-A901-57EE1E712099}"/>
              </a:ext>
            </a:extLst>
          </p:cNvPr>
          <p:cNvSpPr>
            <a:spLocks noChangeShapeType="1"/>
          </p:cNvSpPr>
          <p:nvPr/>
        </p:nvSpPr>
        <p:spPr bwMode="auto">
          <a:xfrm flipH="1">
            <a:off x="4895850" y="2960825"/>
            <a:ext cx="0"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4301" name="Line 29">
            <a:extLst>
              <a:ext uri="{FF2B5EF4-FFF2-40B4-BE49-F238E27FC236}">
                <a16:creationId xmlns:a16="http://schemas.microsoft.com/office/drawing/2014/main" id="{8D5E44E4-4E9F-461B-9026-EB6E86910B2B}"/>
              </a:ext>
            </a:extLst>
          </p:cNvPr>
          <p:cNvSpPr>
            <a:spLocks noChangeShapeType="1"/>
          </p:cNvSpPr>
          <p:nvPr/>
        </p:nvSpPr>
        <p:spPr bwMode="auto">
          <a:xfrm flipH="1">
            <a:off x="4895850" y="3543438"/>
            <a:ext cx="0"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4302" name="Line 30">
            <a:extLst>
              <a:ext uri="{FF2B5EF4-FFF2-40B4-BE49-F238E27FC236}">
                <a16:creationId xmlns:a16="http://schemas.microsoft.com/office/drawing/2014/main" id="{F36F96E9-DEBE-4697-8BC2-1CCC6DD9A041}"/>
              </a:ext>
            </a:extLst>
          </p:cNvPr>
          <p:cNvSpPr>
            <a:spLocks noChangeShapeType="1"/>
          </p:cNvSpPr>
          <p:nvPr/>
        </p:nvSpPr>
        <p:spPr bwMode="auto">
          <a:xfrm flipH="1">
            <a:off x="8288338" y="2975113"/>
            <a:ext cx="1588"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 name="日期占位符 1">
            <a:extLst>
              <a:ext uri="{FF2B5EF4-FFF2-40B4-BE49-F238E27FC236}">
                <a16:creationId xmlns:a16="http://schemas.microsoft.com/office/drawing/2014/main" id="{1595A15C-5D70-9A57-745E-924EC8D76779}"/>
              </a:ext>
            </a:extLst>
          </p:cNvPr>
          <p:cNvSpPr>
            <a:spLocks noGrp="1"/>
          </p:cNvSpPr>
          <p:nvPr>
            <p:ph type="dt" sz="half" idx="10"/>
          </p:nvPr>
        </p:nvSpPr>
        <p:spPr/>
        <p:txBody>
          <a:bodyPr/>
          <a:lstStyle/>
          <a:p>
            <a:fld id="{E87B361A-E2BE-4C4C-8B65-153C70E4E595}"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D2876D5B-604A-DC1E-4970-8E845692FC02}"/>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0320C626-2761-7F75-6D37-B1970528D682}"/>
              </a:ext>
            </a:extLst>
          </p:cNvPr>
          <p:cNvSpPr>
            <a:spLocks noGrp="1"/>
          </p:cNvSpPr>
          <p:nvPr>
            <p:ph type="sldNum" sz="quarter" idx="12"/>
          </p:nvPr>
        </p:nvSpPr>
        <p:spPr/>
        <p:txBody>
          <a:bodyPr/>
          <a:lstStyle/>
          <a:p>
            <a:fld id="{094DEB03-EFC6-4C20-8FC8-295189A5386F}" type="slidenum">
              <a:rPr lang="zh-CN" altLang="en-US" smtClean="0"/>
              <a:pPr/>
              <a:t>18</a:t>
            </a:fld>
            <a:endParaRPr lang="zh-CN" altLang="en-US"/>
          </a:p>
        </p:txBody>
      </p:sp>
      <p:sp>
        <p:nvSpPr>
          <p:cNvPr id="6" name="Rectangle 4">
            <a:extLst>
              <a:ext uri="{FF2B5EF4-FFF2-40B4-BE49-F238E27FC236}">
                <a16:creationId xmlns:a16="http://schemas.microsoft.com/office/drawing/2014/main" id="{6A19D86C-F858-1F02-6F15-F9D5E2BD69A0}"/>
              </a:ext>
            </a:extLst>
          </p:cNvPr>
          <p:cNvSpPr>
            <a:spLocks noChangeArrowheads="1"/>
          </p:cNvSpPr>
          <p:nvPr/>
        </p:nvSpPr>
        <p:spPr bwMode="auto">
          <a:xfrm>
            <a:off x="4180114" y="952931"/>
            <a:ext cx="461554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nSpc>
                <a:spcPct val="90000"/>
              </a:lnSpc>
              <a:spcBef>
                <a:spcPct val="0"/>
              </a:spcBef>
              <a:buNone/>
            </a:pPr>
            <a:r>
              <a:rPr lang="zh-CN" altLang="en-US">
                <a:solidFill>
                  <a:srgbClr val="FF0000"/>
                </a:solidFill>
              </a:rPr>
              <a:t>构造</a:t>
            </a:r>
            <a:r>
              <a:rPr lang="en-US" altLang="zh-CN" b="1" i="1">
                <a:solidFill>
                  <a:srgbClr val="FF0000"/>
                </a:solidFill>
              </a:rPr>
              <a:t>a</a:t>
            </a:r>
            <a:r>
              <a:rPr lang="en-US" altLang="zh-CN" b="1">
                <a:solidFill>
                  <a:srgbClr val="FF0000"/>
                </a:solidFill>
              </a:rPr>
              <a:t>+5</a:t>
            </a:r>
            <a:r>
              <a:rPr lang="en-US" altLang="zh-CN" b="1">
                <a:solidFill>
                  <a:srgbClr val="FF0000"/>
                </a:solidFill>
                <a:latin typeface="宋体" panose="02010600030101010101" pitchFamily="2" charset="-122"/>
              </a:rPr>
              <a:t>*</a:t>
            </a:r>
            <a:r>
              <a:rPr lang="en-US" altLang="zh-CN" b="1" i="1">
                <a:solidFill>
                  <a:srgbClr val="FF0000"/>
                </a:solidFill>
              </a:rPr>
              <a:t>b</a:t>
            </a:r>
            <a:r>
              <a:rPr lang="zh-CN" altLang="en-US">
                <a:solidFill>
                  <a:srgbClr val="FF0000"/>
                </a:solidFill>
              </a:rPr>
              <a:t>的抽象语法树</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9525158B-9D9F-414B-8790-435DC434CE64}"/>
              </a:ext>
            </a:extLst>
          </p:cNvPr>
          <p:cNvSpPr>
            <a:spLocks noGrp="1" noChangeArrowheads="1"/>
          </p:cNvSpPr>
          <p:nvPr>
            <p:ph type="title"/>
          </p:nvPr>
        </p:nvSpPr>
        <p:spPr/>
        <p:txBody>
          <a:bodyPr>
            <a:noAutofit/>
          </a:bodyPr>
          <a:lstStyle/>
          <a:p>
            <a:pPr eaLnBrk="1" hangingPunct="1"/>
            <a:r>
              <a:rPr lang="en-US" altLang="zh-CN" sz="3600"/>
              <a:t>4.2.2 </a:t>
            </a:r>
            <a:r>
              <a:rPr lang="zh-CN" altLang="en-US" sz="3600"/>
              <a:t>构造抽象语法树的</a:t>
            </a:r>
            <a:r>
              <a:rPr lang="en-US" altLang="zh-CN" sz="3600" b="1" i="1"/>
              <a:t>S</a:t>
            </a:r>
            <a:r>
              <a:rPr lang="zh-CN" altLang="en-US" sz="3600"/>
              <a:t>属性定义</a:t>
            </a:r>
          </a:p>
        </p:txBody>
      </p:sp>
      <p:grpSp>
        <p:nvGrpSpPr>
          <p:cNvPr id="10" name="组合 9">
            <a:extLst>
              <a:ext uri="{FF2B5EF4-FFF2-40B4-BE49-F238E27FC236}">
                <a16:creationId xmlns:a16="http://schemas.microsoft.com/office/drawing/2014/main" id="{188FFB20-E9A1-0F02-5C58-2C076AB2D6E6}"/>
              </a:ext>
            </a:extLst>
          </p:cNvPr>
          <p:cNvGrpSpPr/>
          <p:nvPr/>
        </p:nvGrpSpPr>
        <p:grpSpPr>
          <a:xfrm>
            <a:off x="304800" y="3497400"/>
            <a:ext cx="3505200" cy="2438400"/>
            <a:chOff x="304800" y="3497400"/>
            <a:chExt cx="3505200" cy="2438400"/>
          </a:xfrm>
        </p:grpSpPr>
        <p:grpSp>
          <p:nvGrpSpPr>
            <p:cNvPr id="55327" name="Group 31">
              <a:extLst>
                <a:ext uri="{FF2B5EF4-FFF2-40B4-BE49-F238E27FC236}">
                  <a16:creationId xmlns:a16="http://schemas.microsoft.com/office/drawing/2014/main" id="{EC421024-DB2A-4C61-825D-83A9A9C2DA7E}"/>
                </a:ext>
              </a:extLst>
            </p:cNvPr>
            <p:cNvGrpSpPr>
              <a:grpSpLocks/>
            </p:cNvGrpSpPr>
            <p:nvPr/>
          </p:nvGrpSpPr>
          <p:grpSpPr bwMode="auto">
            <a:xfrm>
              <a:off x="1309688" y="4754700"/>
              <a:ext cx="1258888" cy="654050"/>
              <a:chOff x="2582" y="5834"/>
              <a:chExt cx="1156" cy="673"/>
            </a:xfrm>
          </p:grpSpPr>
          <p:sp>
            <p:nvSpPr>
              <p:cNvPr id="55362" name="Rectangle 32">
                <a:extLst>
                  <a:ext uri="{FF2B5EF4-FFF2-40B4-BE49-F238E27FC236}">
                    <a16:creationId xmlns:a16="http://schemas.microsoft.com/office/drawing/2014/main" id="{E2F61244-C26F-4B29-A094-B9805303789C}"/>
                  </a:ext>
                </a:extLst>
              </p:cNvPr>
              <p:cNvSpPr>
                <a:spLocks noChangeArrowheads="1"/>
              </p:cNvSpPr>
              <p:nvPr/>
            </p:nvSpPr>
            <p:spPr bwMode="auto">
              <a:xfrm>
                <a:off x="2582" y="5834"/>
                <a:ext cx="1156" cy="40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lIns="90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solidFill>
                      <a:schemeClr val="hlink"/>
                    </a:solidFill>
                    <a:ea typeface="宋体" panose="02010600030101010101" pitchFamily="2" charset="-122"/>
                  </a:rPr>
                  <a:t>id</a:t>
                </a:r>
              </a:p>
            </p:txBody>
          </p:sp>
          <p:sp>
            <p:nvSpPr>
              <p:cNvPr id="55363" name="Line 33">
                <a:extLst>
                  <a:ext uri="{FF2B5EF4-FFF2-40B4-BE49-F238E27FC236}">
                    <a16:creationId xmlns:a16="http://schemas.microsoft.com/office/drawing/2014/main" id="{F8D8629F-4B4D-4F47-9DC6-AEA1CF06F7DD}"/>
                  </a:ext>
                </a:extLst>
              </p:cNvPr>
              <p:cNvSpPr>
                <a:spLocks noChangeShapeType="1"/>
              </p:cNvSpPr>
              <p:nvPr/>
            </p:nvSpPr>
            <p:spPr bwMode="auto">
              <a:xfrm>
                <a:off x="3150" y="5847"/>
                <a:ext cx="0" cy="420"/>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5364" name="Line 34">
                <a:extLst>
                  <a:ext uri="{FF2B5EF4-FFF2-40B4-BE49-F238E27FC236}">
                    <a16:creationId xmlns:a16="http://schemas.microsoft.com/office/drawing/2014/main" id="{F09E992F-9468-4046-A3FA-6FA293BB8C31}"/>
                  </a:ext>
                </a:extLst>
              </p:cNvPr>
              <p:cNvSpPr>
                <a:spLocks noChangeShapeType="1"/>
              </p:cNvSpPr>
              <p:nvPr/>
            </p:nvSpPr>
            <p:spPr bwMode="auto">
              <a:xfrm>
                <a:off x="3420" y="6057"/>
                <a:ext cx="0" cy="450"/>
              </a:xfrm>
              <a:prstGeom prst="line">
                <a:avLst/>
              </a:prstGeom>
              <a:noFill/>
              <a:ln w="25400">
                <a:solidFill>
                  <a:srgbClr val="FF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grpSp>
        <p:sp>
          <p:nvSpPr>
            <p:cNvPr id="55332" name="Rectangle 50">
              <a:extLst>
                <a:ext uri="{FF2B5EF4-FFF2-40B4-BE49-F238E27FC236}">
                  <a16:creationId xmlns:a16="http://schemas.microsoft.com/office/drawing/2014/main" id="{E044DE98-055D-4E3A-AD1F-4AD43B2DF991}"/>
                </a:ext>
              </a:extLst>
            </p:cNvPr>
            <p:cNvSpPr>
              <a:spLocks noChangeArrowheads="1"/>
            </p:cNvSpPr>
            <p:nvPr/>
          </p:nvSpPr>
          <p:spPr bwMode="auto">
            <a:xfrm>
              <a:off x="304800" y="5402400"/>
              <a:ext cx="3505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a:t>指向符号表中</a:t>
              </a:r>
              <a:r>
                <a:rPr lang="en-US" altLang="zh-CN" sz="2800" b="1" i="1">
                  <a:ea typeface="宋体" panose="02010600030101010101" pitchFamily="2" charset="-122"/>
                </a:rPr>
                <a:t>a</a:t>
              </a:r>
              <a:r>
                <a:rPr lang="zh-CN" altLang="en-US" sz="2800"/>
                <a:t>的入口</a:t>
              </a:r>
            </a:p>
          </p:txBody>
        </p:sp>
        <p:sp>
          <p:nvSpPr>
            <p:cNvPr id="55338" name="Line 56">
              <a:extLst>
                <a:ext uri="{FF2B5EF4-FFF2-40B4-BE49-F238E27FC236}">
                  <a16:creationId xmlns:a16="http://schemas.microsoft.com/office/drawing/2014/main" id="{DAA2EF58-B147-4B96-A930-3DE745CC318D}"/>
                </a:ext>
              </a:extLst>
            </p:cNvPr>
            <p:cNvSpPr>
              <a:spLocks noChangeShapeType="1"/>
            </p:cNvSpPr>
            <p:nvPr/>
          </p:nvSpPr>
          <p:spPr bwMode="auto">
            <a:xfrm>
              <a:off x="963613" y="3500575"/>
              <a:ext cx="439738" cy="0"/>
            </a:xfrm>
            <a:prstGeom prst="line">
              <a:avLst/>
            </a:prstGeom>
            <a:noFill/>
            <a:ln w="25400">
              <a:solidFill>
                <a:srgbClr val="008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5348" name="Line 66">
              <a:extLst>
                <a:ext uri="{FF2B5EF4-FFF2-40B4-BE49-F238E27FC236}">
                  <a16:creationId xmlns:a16="http://schemas.microsoft.com/office/drawing/2014/main" id="{A4F33086-B113-42A1-926D-92D1DB41E6BC}"/>
                </a:ext>
              </a:extLst>
            </p:cNvPr>
            <p:cNvSpPr>
              <a:spLocks noChangeShapeType="1"/>
            </p:cNvSpPr>
            <p:nvPr/>
          </p:nvSpPr>
          <p:spPr bwMode="auto">
            <a:xfrm flipH="1">
              <a:off x="1371600" y="3497400"/>
              <a:ext cx="0" cy="1271588"/>
            </a:xfrm>
            <a:prstGeom prst="line">
              <a:avLst/>
            </a:prstGeom>
            <a:noFill/>
            <a:ln w="25400">
              <a:solidFill>
                <a:srgbClr val="008000"/>
              </a:solidFill>
              <a:prstDash val="lgDash"/>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F61387E0-C727-ADFA-8786-448D28A7E52C}"/>
              </a:ext>
            </a:extLst>
          </p:cNvPr>
          <p:cNvSpPr>
            <a:spLocks noGrp="1"/>
          </p:cNvSpPr>
          <p:nvPr>
            <p:ph type="dt" sz="half" idx="10"/>
          </p:nvPr>
        </p:nvSpPr>
        <p:spPr/>
        <p:txBody>
          <a:bodyPr/>
          <a:lstStyle/>
          <a:p>
            <a:fld id="{35D1EB31-04A0-443F-8E12-C01CF2002574}"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D6F8AC38-4A0F-C5BB-D882-354B2185BD8F}"/>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7B7B2CA9-3006-34FE-7264-F9BF13E0CF05}"/>
              </a:ext>
            </a:extLst>
          </p:cNvPr>
          <p:cNvSpPr>
            <a:spLocks noGrp="1"/>
          </p:cNvSpPr>
          <p:nvPr>
            <p:ph type="sldNum" sz="quarter" idx="12"/>
          </p:nvPr>
        </p:nvSpPr>
        <p:spPr/>
        <p:txBody>
          <a:bodyPr/>
          <a:lstStyle/>
          <a:p>
            <a:fld id="{094DEB03-EFC6-4C20-8FC8-295189A5386F}" type="slidenum">
              <a:rPr lang="zh-CN" altLang="en-US" smtClean="0"/>
              <a:pPr/>
              <a:t>19</a:t>
            </a:fld>
            <a:endParaRPr lang="zh-CN" altLang="en-US"/>
          </a:p>
        </p:txBody>
      </p:sp>
      <p:sp>
        <p:nvSpPr>
          <p:cNvPr id="6" name="文本框 5">
            <a:extLst>
              <a:ext uri="{FF2B5EF4-FFF2-40B4-BE49-F238E27FC236}">
                <a16:creationId xmlns:a16="http://schemas.microsoft.com/office/drawing/2014/main" id="{19E78459-8074-6F8D-1410-CAAC2961B4F3}"/>
              </a:ext>
            </a:extLst>
          </p:cNvPr>
          <p:cNvSpPr txBox="1"/>
          <p:nvPr/>
        </p:nvSpPr>
        <p:spPr>
          <a:xfrm>
            <a:off x="1935163" y="3543456"/>
            <a:ext cx="4686300" cy="954107"/>
          </a:xfrm>
          <a:prstGeom prst="rect">
            <a:avLst/>
          </a:prstGeom>
          <a:solidFill>
            <a:schemeClr val="accent4">
              <a:lumMod val="20000"/>
              <a:lumOff val="80000"/>
            </a:schemeClr>
          </a:solidFill>
          <a:ln>
            <a:solidFill>
              <a:schemeClr val="accent2"/>
            </a:solidFill>
          </a:ln>
        </p:spPr>
        <p:txBody>
          <a:bodyPr wrap="square">
            <a:spAutoFit/>
          </a:bodyPr>
          <a:lstStyle/>
          <a:p>
            <a:r>
              <a:rPr kumimoji="0" lang="zh-CN" altLang="en-US" sz="2800" b="0" i="0" u="none" strike="noStrike" cap="none" normalizeH="0" baseline="0">
                <a:ln>
                  <a:noFill/>
                </a:ln>
                <a:solidFill>
                  <a:schemeClr val="tx1"/>
                </a:solidFill>
                <a:effectLst/>
                <a:latin typeface="宋体" pitchFamily="2" charset="-122"/>
                <a:ea typeface="黑体" pitchFamily="2" charset="-122"/>
              </a:rPr>
              <a:t>按</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800" b="0" i="0" u="none" strike="noStrike" cap="none" normalizeH="0" baseline="0">
                <a:ln>
                  <a:noFill/>
                </a:ln>
                <a:solidFill>
                  <a:schemeClr val="tx1"/>
                </a:solidFill>
                <a:effectLst/>
                <a:latin typeface="宋体" pitchFamily="2" charset="-122"/>
                <a:ea typeface="黑体" pitchFamily="2" charset="-122"/>
              </a:rPr>
              <a:t>归约</a:t>
            </a:r>
            <a:r>
              <a:rPr kumimoji="0" lang="zh-CN" altLang="en-US" sz="2800" b="0" i="0" u="none" strike="noStrike" cap="none" normalizeH="0" baseline="0">
                <a:ln>
                  <a:noFill/>
                </a:ln>
                <a:solidFill>
                  <a:schemeClr val="tx1"/>
                </a:solidFill>
                <a:effectLst/>
                <a:latin typeface="Times New Roman" pitchFamily="18" charset="0"/>
                <a:ea typeface="黑体" pitchFamily="2" charset="-122"/>
              </a:rPr>
              <a:t> </a:t>
            </a:r>
            <a:endParaRPr lang="en-US" altLang="zh-CN" sz="2800" b="1" i="1">
              <a:solidFill>
                <a:schemeClr val="accent1"/>
              </a:solidFill>
              <a:latin typeface="Times New Roman" pitchFamily="18" charset="0"/>
              <a:ea typeface="黑体" pitchFamily="2" charset="-122"/>
            </a:endParaRPr>
          </a:p>
          <a:p>
            <a:r>
              <a:rPr lang="en-US" altLang="zh-CN" sz="2800" b="1" i="1" err="1">
                <a:solidFill>
                  <a:schemeClr val="accent1"/>
                </a:solidFill>
                <a:latin typeface="Times New Roman" pitchFamily="18" charset="0"/>
                <a:ea typeface="黑体" pitchFamily="2" charset="-122"/>
              </a:rPr>
              <a:t>F</a:t>
            </a:r>
            <a:r>
              <a:rPr lang="en-US" altLang="zh-CN" sz="2800" b="1" err="1">
                <a:solidFill>
                  <a:schemeClr val="accent1"/>
                </a:solidFill>
                <a:latin typeface="Times New Roman" pitchFamily="18" charset="0"/>
                <a:ea typeface="黑体" pitchFamily="2" charset="-122"/>
              </a:rPr>
              <a:t>.</a:t>
            </a:r>
            <a:r>
              <a:rPr lang="en-US" altLang="zh-CN" sz="2800" b="1" i="1" err="1">
                <a:solidFill>
                  <a:schemeClr val="accent1"/>
                </a:solidFill>
                <a:latin typeface="Times New Roman" pitchFamily="18" charset="0"/>
                <a:ea typeface="黑体" pitchFamily="2" charset="-122"/>
              </a:rPr>
              <a:t>nptr</a:t>
            </a:r>
            <a:r>
              <a:rPr lang="en-US" altLang="zh-CN" sz="2800" b="1">
                <a:solidFill>
                  <a:schemeClr val="accent1"/>
                </a:solidFill>
                <a:latin typeface="Times New Roman" pitchFamily="18" charset="0"/>
                <a:ea typeface="黑体" pitchFamily="2" charset="-122"/>
              </a:rPr>
              <a:t> =</a:t>
            </a:r>
            <a:r>
              <a:rPr lang="en-US" altLang="zh-CN" sz="2800" b="1">
                <a:solidFill>
                  <a:srgbClr val="C00000"/>
                </a:solidFill>
                <a:latin typeface="Times New Roman" pitchFamily="18" charset="0"/>
                <a:ea typeface="黑体" pitchFamily="2" charset="-122"/>
              </a:rPr>
              <a:t> </a:t>
            </a:r>
            <a:r>
              <a:rPr lang="en-US" altLang="zh-CN" sz="2800" b="1" i="1" err="1">
                <a:solidFill>
                  <a:srgbClr val="C00000"/>
                </a:solidFill>
                <a:latin typeface="Times New Roman" pitchFamily="18" charset="0"/>
                <a:ea typeface="黑体" pitchFamily="2" charset="-122"/>
              </a:rPr>
              <a:t>mkLeaf</a:t>
            </a:r>
            <a:r>
              <a:rPr lang="en-US" altLang="zh-CN" sz="2800" b="1" i="1">
                <a:solidFill>
                  <a:srgbClr val="C00000"/>
                </a:solidFill>
                <a:latin typeface="Times New Roman" pitchFamily="18" charset="0"/>
                <a:ea typeface="黑体" pitchFamily="2" charset="-122"/>
              </a:rPr>
              <a:t> </a:t>
            </a:r>
            <a:r>
              <a:rPr lang="en-US" altLang="zh-CN" sz="2800" b="1">
                <a:solidFill>
                  <a:srgbClr val="C00000"/>
                </a:solidFill>
                <a:latin typeface="Times New Roman" pitchFamily="18" charset="0"/>
                <a:ea typeface="黑体" pitchFamily="2" charset="-122"/>
              </a:rPr>
              <a:t>(id, </a:t>
            </a:r>
            <a:r>
              <a:rPr lang="en-US" altLang="zh-CN" sz="2800" b="1" err="1">
                <a:solidFill>
                  <a:srgbClr val="C00000"/>
                </a:solidFill>
                <a:latin typeface="Times New Roman" pitchFamily="18" charset="0"/>
                <a:ea typeface="黑体" pitchFamily="2" charset="-122"/>
              </a:rPr>
              <a:t>id.</a:t>
            </a:r>
            <a:r>
              <a:rPr lang="en-US" altLang="zh-CN" sz="2800" b="1" i="1" err="1">
                <a:solidFill>
                  <a:srgbClr val="C00000"/>
                </a:solidFill>
                <a:latin typeface="Times New Roman" pitchFamily="18" charset="0"/>
                <a:ea typeface="黑体" pitchFamily="2" charset="-122"/>
              </a:rPr>
              <a:t>entry</a:t>
            </a:r>
            <a:r>
              <a:rPr lang="en-US" altLang="zh-CN" sz="2800" b="1">
                <a:solidFill>
                  <a:srgbClr val="C00000"/>
                </a:solidFill>
                <a:latin typeface="Times New Roman" pitchFamily="18" charset="0"/>
                <a:ea typeface="黑体" pitchFamily="2" charset="-122"/>
              </a:rPr>
              <a:t>)</a:t>
            </a:r>
            <a:r>
              <a:rPr lang="en-US" altLang="zh-CN" sz="2800">
                <a:solidFill>
                  <a:srgbClr val="C00000"/>
                </a:solidFill>
                <a:latin typeface="Times New Roman" pitchFamily="18" charset="0"/>
                <a:ea typeface="黑体" pitchFamily="2" charset="-122"/>
              </a:rPr>
              <a:t> </a:t>
            </a:r>
            <a:endParaRPr lang="zh-CN" altLang="en-US" sz="2800"/>
          </a:p>
        </p:txBody>
      </p:sp>
      <p:grpSp>
        <p:nvGrpSpPr>
          <p:cNvPr id="28" name="组合 27">
            <a:extLst>
              <a:ext uri="{FF2B5EF4-FFF2-40B4-BE49-F238E27FC236}">
                <a16:creationId xmlns:a16="http://schemas.microsoft.com/office/drawing/2014/main" id="{62877F6E-1759-F4A6-F94D-CB65665922E7}"/>
              </a:ext>
            </a:extLst>
          </p:cNvPr>
          <p:cNvGrpSpPr/>
          <p:nvPr/>
        </p:nvGrpSpPr>
        <p:grpSpPr>
          <a:xfrm>
            <a:off x="152400" y="3192600"/>
            <a:ext cx="912813" cy="955675"/>
            <a:chOff x="152400" y="3192600"/>
            <a:chExt cx="912813" cy="955675"/>
          </a:xfrm>
        </p:grpSpPr>
        <p:sp>
          <p:nvSpPr>
            <p:cNvPr id="7" name="Rectangle 10">
              <a:extLst>
                <a:ext uri="{FF2B5EF4-FFF2-40B4-BE49-F238E27FC236}">
                  <a16:creationId xmlns:a16="http://schemas.microsoft.com/office/drawing/2014/main" id="{CFAA5AD4-2C49-FC2A-359F-C950CBAD1CF6}"/>
                </a:ext>
              </a:extLst>
            </p:cNvPr>
            <p:cNvSpPr>
              <a:spLocks noChangeArrowheads="1"/>
            </p:cNvSpPr>
            <p:nvPr/>
          </p:nvSpPr>
          <p:spPr bwMode="auto">
            <a:xfrm>
              <a:off x="152400" y="3192600"/>
              <a:ext cx="91281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err="1">
                  <a:ea typeface="宋体" panose="02010600030101010101" pitchFamily="2" charset="-122"/>
                </a:rPr>
                <a:t>F</a:t>
              </a:r>
              <a:r>
                <a:rPr lang="en-US" altLang="zh-CN" sz="2400" b="1" err="1">
                  <a:ea typeface="宋体" panose="02010600030101010101" pitchFamily="2" charset="-122"/>
                </a:rPr>
                <a:t>.</a:t>
              </a:r>
              <a:r>
                <a:rPr lang="en-US" altLang="zh-CN" sz="2400" b="1" i="1" err="1">
                  <a:ea typeface="宋体" panose="02010600030101010101" pitchFamily="2" charset="-122"/>
                </a:rPr>
                <a:t>nptr</a:t>
              </a:r>
              <a:endParaRPr lang="en-US" altLang="zh-CN" sz="2400" b="1" i="1">
                <a:ea typeface="宋体" panose="02010600030101010101" pitchFamily="2" charset="-122"/>
              </a:endParaRPr>
            </a:p>
          </p:txBody>
        </p:sp>
        <p:sp>
          <p:nvSpPr>
            <p:cNvPr id="8" name="Rectangle 11">
              <a:extLst>
                <a:ext uri="{FF2B5EF4-FFF2-40B4-BE49-F238E27FC236}">
                  <a16:creationId xmlns:a16="http://schemas.microsoft.com/office/drawing/2014/main" id="{649963B2-0069-0150-D6DA-75CE385EAABD}"/>
                </a:ext>
              </a:extLst>
            </p:cNvPr>
            <p:cNvSpPr>
              <a:spLocks noChangeArrowheads="1"/>
            </p:cNvSpPr>
            <p:nvPr/>
          </p:nvSpPr>
          <p:spPr bwMode="auto">
            <a:xfrm>
              <a:off x="228600" y="3830775"/>
              <a:ext cx="358775"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ea typeface="宋体" panose="02010600030101010101" pitchFamily="2" charset="-122"/>
                </a:rPr>
                <a:t>id</a:t>
              </a:r>
            </a:p>
          </p:txBody>
        </p:sp>
        <p:sp>
          <p:nvSpPr>
            <p:cNvPr id="9" name="Line 22">
              <a:extLst>
                <a:ext uri="{FF2B5EF4-FFF2-40B4-BE49-F238E27FC236}">
                  <a16:creationId xmlns:a16="http://schemas.microsoft.com/office/drawing/2014/main" id="{8D8F0AEA-0637-C1E3-98A5-547E094F3390}"/>
                </a:ext>
              </a:extLst>
            </p:cNvPr>
            <p:cNvSpPr>
              <a:spLocks noChangeShapeType="1"/>
            </p:cNvSpPr>
            <p:nvPr/>
          </p:nvSpPr>
          <p:spPr bwMode="auto">
            <a:xfrm flipH="1">
              <a:off x="338138" y="3618050"/>
              <a:ext cx="0"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14" name="组合 13">
            <a:extLst>
              <a:ext uri="{FF2B5EF4-FFF2-40B4-BE49-F238E27FC236}">
                <a16:creationId xmlns:a16="http://schemas.microsoft.com/office/drawing/2014/main" id="{2ABD2D87-8B73-AB9B-9974-9B3F7FA628E2}"/>
              </a:ext>
            </a:extLst>
          </p:cNvPr>
          <p:cNvGrpSpPr/>
          <p:nvPr/>
        </p:nvGrpSpPr>
        <p:grpSpPr>
          <a:xfrm>
            <a:off x="95250" y="2659200"/>
            <a:ext cx="971550" cy="695325"/>
            <a:chOff x="95250" y="2659200"/>
            <a:chExt cx="971550" cy="695325"/>
          </a:xfrm>
        </p:grpSpPr>
        <p:sp>
          <p:nvSpPr>
            <p:cNvPr id="15" name="Rectangle 9">
              <a:extLst>
                <a:ext uri="{FF2B5EF4-FFF2-40B4-BE49-F238E27FC236}">
                  <a16:creationId xmlns:a16="http://schemas.microsoft.com/office/drawing/2014/main" id="{988E93EE-2B1D-EA41-D2FD-A7C0646002A5}"/>
                </a:ext>
              </a:extLst>
            </p:cNvPr>
            <p:cNvSpPr>
              <a:spLocks noChangeArrowheads="1"/>
            </p:cNvSpPr>
            <p:nvPr/>
          </p:nvSpPr>
          <p:spPr bwMode="auto">
            <a:xfrm>
              <a:off x="95250" y="2659200"/>
              <a:ext cx="971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err="1">
                  <a:ea typeface="宋体" panose="02010600030101010101" pitchFamily="2" charset="-122"/>
                </a:rPr>
                <a:t>T</a:t>
              </a:r>
              <a:r>
                <a:rPr lang="en-US" altLang="zh-CN" sz="2400" b="1" err="1">
                  <a:ea typeface="宋体" panose="02010600030101010101" pitchFamily="2" charset="-122"/>
                </a:rPr>
                <a:t>.</a:t>
              </a:r>
              <a:r>
                <a:rPr lang="en-US" altLang="zh-CN" sz="2400" b="1" i="1" err="1">
                  <a:ea typeface="宋体" panose="02010600030101010101" pitchFamily="2" charset="-122"/>
                </a:rPr>
                <a:t>nptr</a:t>
              </a:r>
              <a:endParaRPr lang="en-US" altLang="zh-CN" sz="2400" b="1">
                <a:ea typeface="宋体" panose="02010600030101010101" pitchFamily="2" charset="-122"/>
              </a:endParaRPr>
            </a:p>
          </p:txBody>
        </p:sp>
        <p:sp>
          <p:nvSpPr>
            <p:cNvPr id="16" name="Line 21">
              <a:extLst>
                <a:ext uri="{FF2B5EF4-FFF2-40B4-BE49-F238E27FC236}">
                  <a16:creationId xmlns:a16="http://schemas.microsoft.com/office/drawing/2014/main" id="{6F24E6F9-DE88-96A4-3C74-F70BDAAB9917}"/>
                </a:ext>
              </a:extLst>
            </p:cNvPr>
            <p:cNvSpPr>
              <a:spLocks noChangeShapeType="1"/>
            </p:cNvSpPr>
            <p:nvPr/>
          </p:nvSpPr>
          <p:spPr bwMode="auto">
            <a:xfrm flipH="1">
              <a:off x="338138" y="3033850"/>
              <a:ext cx="0"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17" name="文本框 16">
            <a:extLst>
              <a:ext uri="{FF2B5EF4-FFF2-40B4-BE49-F238E27FC236}">
                <a16:creationId xmlns:a16="http://schemas.microsoft.com/office/drawing/2014/main" id="{93BABAAE-9BBB-9EAA-E456-86544EA54B9B}"/>
              </a:ext>
            </a:extLst>
          </p:cNvPr>
          <p:cNvSpPr txBox="1"/>
          <p:nvPr/>
        </p:nvSpPr>
        <p:spPr>
          <a:xfrm>
            <a:off x="1935163" y="2539352"/>
            <a:ext cx="2646587" cy="954107"/>
          </a:xfrm>
          <a:prstGeom prst="rect">
            <a:avLst/>
          </a:prstGeom>
          <a:solidFill>
            <a:schemeClr val="accent4">
              <a:lumMod val="20000"/>
              <a:lumOff val="80000"/>
            </a:schemeClr>
          </a:solidFill>
          <a:ln>
            <a:solidFill>
              <a:schemeClr val="accent2"/>
            </a:solidFill>
          </a:ln>
        </p:spPr>
        <p:txBody>
          <a:bodyPr wrap="square">
            <a:spAutoFit/>
          </a:bodyPr>
          <a:lstStyle/>
          <a:p>
            <a:pPr lvl="0" defTabSz="914400" fontAlgn="base">
              <a:spcBef>
                <a:spcPct val="20000"/>
              </a:spcBef>
              <a:spcAft>
                <a:spcPct val="0"/>
              </a:spcAft>
              <a:buClr>
                <a:schemeClr val="folHlink"/>
              </a:buClr>
              <a:buSzPct val="60000"/>
            </a:pPr>
            <a:r>
              <a:rPr lang="zh-CN" altLang="en-US" sz="2800">
                <a:latin typeface="宋体" pitchFamily="2" charset="-122"/>
                <a:ea typeface="黑体" pitchFamily="2" charset="-122"/>
              </a:rPr>
              <a:t>按</a:t>
            </a:r>
            <a:r>
              <a:rPr lang="en-US" altLang="zh-CN" sz="2800" b="1" i="1">
                <a:latin typeface="Times New Roman" pitchFamily="18" charset="0"/>
                <a:ea typeface="黑体" pitchFamily="2" charset="-122"/>
              </a:rPr>
              <a:t>T</a:t>
            </a:r>
            <a:r>
              <a:rPr lang="en-US" altLang="zh-CN" sz="2800" b="1">
                <a:latin typeface="Times New Roman" pitchFamily="18" charset="0"/>
                <a:ea typeface="黑体" pitchFamily="2" charset="-122"/>
              </a:rPr>
              <a:t> </a:t>
            </a:r>
            <a:r>
              <a:rPr lang="en-US" altLang="zh-CN" sz="2800" b="1">
                <a:latin typeface="Times New Roman" pitchFamily="18" charset="0"/>
                <a:ea typeface="黑体" pitchFamily="2" charset="-122"/>
                <a:sym typeface="Symbol" pitchFamily="18" charset="2"/>
              </a:rPr>
              <a:t></a:t>
            </a:r>
            <a:r>
              <a:rPr lang="en-US" altLang="zh-CN" sz="2800" b="1">
                <a:latin typeface="Times New Roman" pitchFamily="18" charset="0"/>
                <a:ea typeface="黑体" pitchFamily="2" charset="-122"/>
              </a:rPr>
              <a:t> </a:t>
            </a:r>
            <a:r>
              <a:rPr lang="en-US" altLang="zh-CN" sz="2800" b="1" i="1">
                <a:latin typeface="Times New Roman" pitchFamily="18" charset="0"/>
                <a:ea typeface="黑体" pitchFamily="2" charset="-122"/>
              </a:rPr>
              <a:t>F</a:t>
            </a:r>
            <a:r>
              <a:rPr lang="zh-CN" altLang="en-US" sz="2800">
                <a:latin typeface="宋体" pitchFamily="2" charset="-122"/>
                <a:ea typeface="黑体" pitchFamily="2" charset="-122"/>
              </a:rPr>
              <a:t>归约</a:t>
            </a:r>
            <a:r>
              <a:rPr lang="zh-CN" altLang="en-US" sz="2800">
                <a:latin typeface="Times New Roman" pitchFamily="18" charset="0"/>
                <a:ea typeface="黑体" pitchFamily="2" charset="-122"/>
              </a:rPr>
              <a:t> </a:t>
            </a:r>
          </a:p>
          <a:p>
            <a:r>
              <a:rPr lang="en-US" altLang="zh-CN" sz="2800" b="1" i="1" err="1">
                <a:solidFill>
                  <a:schemeClr val="accent1"/>
                </a:solidFill>
                <a:latin typeface="Times New Roman" pitchFamily="18" charset="0"/>
                <a:ea typeface="黑体" pitchFamily="2" charset="-122"/>
              </a:rPr>
              <a:t>T</a:t>
            </a:r>
            <a:r>
              <a:rPr lang="en-US" altLang="zh-CN" sz="2800" b="1" err="1">
                <a:solidFill>
                  <a:schemeClr val="accent1"/>
                </a:solidFill>
                <a:latin typeface="Times New Roman" pitchFamily="18" charset="0"/>
                <a:ea typeface="黑体" pitchFamily="2" charset="-122"/>
              </a:rPr>
              <a:t>.</a:t>
            </a:r>
            <a:r>
              <a:rPr lang="en-US" altLang="zh-CN" sz="2800" b="1" i="1" err="1">
                <a:solidFill>
                  <a:schemeClr val="accent1"/>
                </a:solidFill>
                <a:latin typeface="Times New Roman" pitchFamily="18" charset="0"/>
                <a:ea typeface="黑体" pitchFamily="2" charset="-122"/>
              </a:rPr>
              <a:t>nptr</a:t>
            </a:r>
            <a:r>
              <a:rPr lang="en-US" altLang="zh-CN" sz="2800" b="1">
                <a:solidFill>
                  <a:schemeClr val="accent1"/>
                </a:solidFill>
                <a:latin typeface="Times New Roman" pitchFamily="18" charset="0"/>
                <a:ea typeface="黑体" pitchFamily="2" charset="-122"/>
              </a:rPr>
              <a:t> = </a:t>
            </a:r>
            <a:r>
              <a:rPr lang="en-US" altLang="zh-CN" sz="2800" b="1" i="1" err="1">
                <a:solidFill>
                  <a:schemeClr val="accent1"/>
                </a:solidFill>
                <a:latin typeface="Times New Roman" pitchFamily="18" charset="0"/>
                <a:ea typeface="黑体" pitchFamily="2" charset="-122"/>
              </a:rPr>
              <a:t>F</a:t>
            </a:r>
            <a:r>
              <a:rPr lang="en-US" altLang="zh-CN" sz="2800" b="1" err="1">
                <a:solidFill>
                  <a:schemeClr val="accent1"/>
                </a:solidFill>
                <a:latin typeface="Times New Roman" pitchFamily="18" charset="0"/>
                <a:ea typeface="黑体" pitchFamily="2" charset="-122"/>
              </a:rPr>
              <a:t>.</a:t>
            </a:r>
            <a:r>
              <a:rPr lang="en-US" altLang="zh-CN" sz="2800" b="1" i="1" err="1">
                <a:solidFill>
                  <a:schemeClr val="accent1"/>
                </a:solidFill>
                <a:latin typeface="Times New Roman" pitchFamily="18" charset="0"/>
                <a:ea typeface="黑体" pitchFamily="2" charset="-122"/>
              </a:rPr>
              <a:t>nptr</a:t>
            </a:r>
            <a:r>
              <a:rPr lang="en-US" altLang="zh-CN" sz="2800">
                <a:solidFill>
                  <a:schemeClr val="accent1"/>
                </a:solidFill>
                <a:latin typeface="Times New Roman" pitchFamily="18" charset="0"/>
                <a:ea typeface="黑体" pitchFamily="2" charset="-122"/>
              </a:rPr>
              <a:t> </a:t>
            </a:r>
            <a:endParaRPr lang="zh-CN" altLang="en-US" sz="2800">
              <a:solidFill>
                <a:schemeClr val="accent1"/>
              </a:solidFill>
            </a:endParaRPr>
          </a:p>
        </p:txBody>
      </p:sp>
      <p:grpSp>
        <p:nvGrpSpPr>
          <p:cNvPr id="18" name="组合 17">
            <a:extLst>
              <a:ext uri="{FF2B5EF4-FFF2-40B4-BE49-F238E27FC236}">
                <a16:creationId xmlns:a16="http://schemas.microsoft.com/office/drawing/2014/main" id="{47D0F60F-73CC-D5CA-4212-2E056393C28A}"/>
              </a:ext>
            </a:extLst>
          </p:cNvPr>
          <p:cNvGrpSpPr/>
          <p:nvPr/>
        </p:nvGrpSpPr>
        <p:grpSpPr>
          <a:xfrm>
            <a:off x="963613" y="2930663"/>
            <a:ext cx="560388" cy="1838325"/>
            <a:chOff x="963613" y="2930663"/>
            <a:chExt cx="560388" cy="1838325"/>
          </a:xfrm>
        </p:grpSpPr>
        <p:sp>
          <p:nvSpPr>
            <p:cNvPr id="19" name="Line 55">
              <a:extLst>
                <a:ext uri="{FF2B5EF4-FFF2-40B4-BE49-F238E27FC236}">
                  <a16:creationId xmlns:a16="http://schemas.microsoft.com/office/drawing/2014/main" id="{12760447-FAAD-ECE6-8F70-093DEFBFE8F4}"/>
                </a:ext>
              </a:extLst>
            </p:cNvPr>
            <p:cNvSpPr>
              <a:spLocks noChangeShapeType="1"/>
            </p:cNvSpPr>
            <p:nvPr/>
          </p:nvSpPr>
          <p:spPr bwMode="auto">
            <a:xfrm>
              <a:off x="963613" y="2930663"/>
              <a:ext cx="560388" cy="33338"/>
            </a:xfrm>
            <a:prstGeom prst="line">
              <a:avLst/>
            </a:prstGeom>
            <a:noFill/>
            <a:ln w="25400">
              <a:solidFill>
                <a:srgbClr val="008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0" name="Line 67">
              <a:extLst>
                <a:ext uri="{FF2B5EF4-FFF2-40B4-BE49-F238E27FC236}">
                  <a16:creationId xmlns:a16="http://schemas.microsoft.com/office/drawing/2014/main" id="{00933867-828B-0CE7-1BBF-8507918CF1D2}"/>
                </a:ext>
              </a:extLst>
            </p:cNvPr>
            <p:cNvSpPr>
              <a:spLocks noChangeShapeType="1"/>
            </p:cNvSpPr>
            <p:nvPr/>
          </p:nvSpPr>
          <p:spPr bwMode="auto">
            <a:xfrm flipH="1">
              <a:off x="1524000" y="2964000"/>
              <a:ext cx="0" cy="1804988"/>
            </a:xfrm>
            <a:prstGeom prst="line">
              <a:avLst/>
            </a:prstGeom>
            <a:noFill/>
            <a:ln w="25400">
              <a:solidFill>
                <a:srgbClr val="008000"/>
              </a:solidFill>
              <a:prstDash val="lgDash"/>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grpSp>
      <p:grpSp>
        <p:nvGrpSpPr>
          <p:cNvPr id="21" name="组合 20">
            <a:extLst>
              <a:ext uri="{FF2B5EF4-FFF2-40B4-BE49-F238E27FC236}">
                <a16:creationId xmlns:a16="http://schemas.microsoft.com/office/drawing/2014/main" id="{CE8C1ACB-F84F-228F-E2ED-01C84061E8F4}"/>
              </a:ext>
            </a:extLst>
          </p:cNvPr>
          <p:cNvGrpSpPr/>
          <p:nvPr/>
        </p:nvGrpSpPr>
        <p:grpSpPr>
          <a:xfrm>
            <a:off x="152400" y="2125800"/>
            <a:ext cx="879475" cy="674688"/>
            <a:chOff x="152400" y="2125800"/>
            <a:chExt cx="879475" cy="674688"/>
          </a:xfrm>
        </p:grpSpPr>
        <p:sp>
          <p:nvSpPr>
            <p:cNvPr id="22" name="Rectangle 8">
              <a:extLst>
                <a:ext uri="{FF2B5EF4-FFF2-40B4-BE49-F238E27FC236}">
                  <a16:creationId xmlns:a16="http://schemas.microsoft.com/office/drawing/2014/main" id="{360324F1-BBE3-1965-8FE7-6D70C3B802FE}"/>
                </a:ext>
              </a:extLst>
            </p:cNvPr>
            <p:cNvSpPr>
              <a:spLocks noChangeArrowheads="1"/>
            </p:cNvSpPr>
            <p:nvPr/>
          </p:nvSpPr>
          <p:spPr bwMode="auto">
            <a:xfrm>
              <a:off x="152400" y="2125800"/>
              <a:ext cx="879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err="1">
                  <a:ea typeface="宋体" panose="02010600030101010101" pitchFamily="2" charset="-122"/>
                </a:rPr>
                <a:t>E</a:t>
              </a:r>
              <a:r>
                <a:rPr lang="en-US" altLang="zh-CN" sz="2400" b="1" err="1">
                  <a:ea typeface="宋体" panose="02010600030101010101" pitchFamily="2" charset="-122"/>
                </a:rPr>
                <a:t>.</a:t>
              </a:r>
              <a:r>
                <a:rPr lang="en-US" altLang="zh-CN" sz="2400" b="1" i="1" err="1">
                  <a:ea typeface="宋体" panose="02010600030101010101" pitchFamily="2" charset="-122"/>
                </a:rPr>
                <a:t>nptr</a:t>
              </a:r>
              <a:endParaRPr lang="en-US" altLang="zh-CN" sz="2400" b="1">
                <a:ea typeface="宋体" panose="02010600030101010101" pitchFamily="2" charset="-122"/>
              </a:endParaRPr>
            </a:p>
          </p:txBody>
        </p:sp>
        <p:sp>
          <p:nvSpPr>
            <p:cNvPr id="23" name="Line 20">
              <a:extLst>
                <a:ext uri="{FF2B5EF4-FFF2-40B4-BE49-F238E27FC236}">
                  <a16:creationId xmlns:a16="http://schemas.microsoft.com/office/drawing/2014/main" id="{4DA836AC-BB51-B608-9EDF-9AB1A78BBA27}"/>
                </a:ext>
              </a:extLst>
            </p:cNvPr>
            <p:cNvSpPr>
              <a:spLocks noChangeShapeType="1"/>
            </p:cNvSpPr>
            <p:nvPr/>
          </p:nvSpPr>
          <p:spPr bwMode="auto">
            <a:xfrm flipH="1">
              <a:off x="322263" y="2479813"/>
              <a:ext cx="1588"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24" name="文本框 23">
            <a:extLst>
              <a:ext uri="{FF2B5EF4-FFF2-40B4-BE49-F238E27FC236}">
                <a16:creationId xmlns:a16="http://schemas.microsoft.com/office/drawing/2014/main" id="{5B61AC7B-BDB1-C88A-016A-86726154CD59}"/>
              </a:ext>
            </a:extLst>
          </p:cNvPr>
          <p:cNvSpPr txBox="1"/>
          <p:nvPr/>
        </p:nvSpPr>
        <p:spPr>
          <a:xfrm>
            <a:off x="1935163" y="1547883"/>
            <a:ext cx="2646587" cy="954107"/>
          </a:xfrm>
          <a:prstGeom prst="rect">
            <a:avLst/>
          </a:prstGeom>
          <a:solidFill>
            <a:schemeClr val="accent4">
              <a:lumMod val="20000"/>
              <a:lumOff val="80000"/>
            </a:schemeClr>
          </a:solidFill>
          <a:ln>
            <a:solidFill>
              <a:schemeClr val="accent2"/>
            </a:solidFill>
          </a:ln>
        </p:spPr>
        <p:txBody>
          <a:bodyPr wrap="square">
            <a:spAutoFit/>
          </a:bodyPr>
          <a:lstStyle/>
          <a:p>
            <a:pPr lvl="0" defTabSz="914400" fontAlgn="base">
              <a:spcBef>
                <a:spcPct val="20000"/>
              </a:spcBef>
              <a:spcAft>
                <a:spcPct val="0"/>
              </a:spcAft>
              <a:buClr>
                <a:schemeClr val="folHlink"/>
              </a:buClr>
              <a:buSzPct val="60000"/>
            </a:pPr>
            <a:r>
              <a:rPr lang="zh-CN" altLang="en-US" sz="2800">
                <a:latin typeface="宋体" pitchFamily="2" charset="-122"/>
                <a:ea typeface="黑体" pitchFamily="2" charset="-122"/>
              </a:rPr>
              <a:t>按</a:t>
            </a:r>
            <a:r>
              <a:rPr lang="en-US" altLang="zh-CN" sz="2800" b="1" i="1">
                <a:latin typeface="Times New Roman" pitchFamily="18" charset="0"/>
                <a:ea typeface="黑体" pitchFamily="2" charset="-122"/>
              </a:rPr>
              <a:t>E </a:t>
            </a:r>
            <a:r>
              <a:rPr lang="en-US" altLang="zh-CN" sz="2800" b="1">
                <a:latin typeface="Times New Roman" pitchFamily="18" charset="0"/>
                <a:ea typeface="黑体" pitchFamily="2" charset="-122"/>
                <a:sym typeface="Symbol" pitchFamily="18" charset="2"/>
              </a:rPr>
              <a:t></a:t>
            </a:r>
            <a:r>
              <a:rPr lang="en-US" altLang="zh-CN" sz="2800" b="1" i="1">
                <a:latin typeface="Times New Roman" pitchFamily="18" charset="0"/>
                <a:ea typeface="黑体" pitchFamily="2" charset="-122"/>
              </a:rPr>
              <a:t> T</a:t>
            </a:r>
            <a:r>
              <a:rPr lang="zh-CN" altLang="en-US" sz="2800">
                <a:latin typeface="宋体" pitchFamily="2" charset="-122"/>
                <a:ea typeface="黑体" pitchFamily="2" charset="-122"/>
              </a:rPr>
              <a:t>归约</a:t>
            </a:r>
            <a:r>
              <a:rPr lang="zh-CN" altLang="en-US" sz="2800">
                <a:latin typeface="Times New Roman" pitchFamily="18" charset="0"/>
                <a:ea typeface="黑体" pitchFamily="2" charset="-122"/>
              </a:rPr>
              <a:t> </a:t>
            </a:r>
          </a:p>
          <a:p>
            <a:r>
              <a:rPr lang="en-US" altLang="zh-CN" sz="2800" b="1" i="1" err="1">
                <a:solidFill>
                  <a:schemeClr val="accent1"/>
                </a:solidFill>
                <a:latin typeface="Times New Roman" pitchFamily="18" charset="0"/>
                <a:ea typeface="黑体" pitchFamily="2" charset="-122"/>
              </a:rPr>
              <a:t>E.nptr</a:t>
            </a:r>
            <a:r>
              <a:rPr lang="en-US" altLang="zh-CN" sz="2800" b="1" i="1">
                <a:solidFill>
                  <a:schemeClr val="accent1"/>
                </a:solidFill>
                <a:latin typeface="Times New Roman" pitchFamily="18" charset="0"/>
                <a:ea typeface="黑体" pitchFamily="2" charset="-122"/>
              </a:rPr>
              <a:t> = </a:t>
            </a:r>
            <a:r>
              <a:rPr lang="en-US" altLang="zh-CN" sz="2800" b="1" i="1" err="1">
                <a:solidFill>
                  <a:schemeClr val="accent1"/>
                </a:solidFill>
                <a:latin typeface="Times New Roman" pitchFamily="18" charset="0"/>
                <a:ea typeface="黑体" pitchFamily="2" charset="-122"/>
              </a:rPr>
              <a:t>T.nptr</a:t>
            </a:r>
            <a:r>
              <a:rPr lang="en-US" altLang="zh-CN" sz="2800" b="1" i="1">
                <a:solidFill>
                  <a:schemeClr val="accent1"/>
                </a:solidFill>
                <a:latin typeface="Times New Roman" pitchFamily="18" charset="0"/>
                <a:ea typeface="黑体" pitchFamily="2" charset="-122"/>
              </a:rPr>
              <a:t> </a:t>
            </a:r>
            <a:endParaRPr lang="zh-CN" altLang="en-US" sz="2800">
              <a:solidFill>
                <a:schemeClr val="accent1"/>
              </a:solidFill>
            </a:endParaRPr>
          </a:p>
        </p:txBody>
      </p:sp>
      <p:grpSp>
        <p:nvGrpSpPr>
          <p:cNvPr id="25" name="组合 24">
            <a:extLst>
              <a:ext uri="{FF2B5EF4-FFF2-40B4-BE49-F238E27FC236}">
                <a16:creationId xmlns:a16="http://schemas.microsoft.com/office/drawing/2014/main" id="{6BEA4ABF-19DB-248A-F238-6E42B3A20FCA}"/>
              </a:ext>
            </a:extLst>
          </p:cNvPr>
          <p:cNvGrpSpPr/>
          <p:nvPr/>
        </p:nvGrpSpPr>
        <p:grpSpPr>
          <a:xfrm>
            <a:off x="990600" y="2354400"/>
            <a:ext cx="685800" cy="2438400"/>
            <a:chOff x="990600" y="2354400"/>
            <a:chExt cx="685800" cy="2438400"/>
          </a:xfrm>
        </p:grpSpPr>
        <p:sp>
          <p:nvSpPr>
            <p:cNvPr id="26" name="Line 53">
              <a:extLst>
                <a:ext uri="{FF2B5EF4-FFF2-40B4-BE49-F238E27FC236}">
                  <a16:creationId xmlns:a16="http://schemas.microsoft.com/office/drawing/2014/main" id="{3BD26216-1789-88B5-2A33-14B82EC6A605}"/>
                </a:ext>
              </a:extLst>
            </p:cNvPr>
            <p:cNvSpPr>
              <a:spLocks noChangeShapeType="1"/>
            </p:cNvSpPr>
            <p:nvPr/>
          </p:nvSpPr>
          <p:spPr bwMode="auto">
            <a:xfrm>
              <a:off x="1676400" y="2357575"/>
              <a:ext cx="0" cy="2435225"/>
            </a:xfrm>
            <a:prstGeom prst="line">
              <a:avLst/>
            </a:prstGeom>
            <a:noFill/>
            <a:ln w="25400">
              <a:solidFill>
                <a:srgbClr val="008000"/>
              </a:solidFill>
              <a:prstDash val="lgDash"/>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27" name="Line 54">
              <a:extLst>
                <a:ext uri="{FF2B5EF4-FFF2-40B4-BE49-F238E27FC236}">
                  <a16:creationId xmlns:a16="http://schemas.microsoft.com/office/drawing/2014/main" id="{615ED81E-9738-D985-A300-D174AE54984B}"/>
                </a:ext>
              </a:extLst>
            </p:cNvPr>
            <p:cNvSpPr>
              <a:spLocks noChangeShapeType="1"/>
            </p:cNvSpPr>
            <p:nvPr/>
          </p:nvSpPr>
          <p:spPr bwMode="auto">
            <a:xfrm>
              <a:off x="990600" y="2354400"/>
              <a:ext cx="609600" cy="0"/>
            </a:xfrm>
            <a:prstGeom prst="line">
              <a:avLst/>
            </a:prstGeom>
            <a:noFill/>
            <a:ln w="25400">
              <a:solidFill>
                <a:srgbClr val="008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29" name="Rectangle 4">
            <a:extLst>
              <a:ext uri="{FF2B5EF4-FFF2-40B4-BE49-F238E27FC236}">
                <a16:creationId xmlns:a16="http://schemas.microsoft.com/office/drawing/2014/main" id="{66CA1991-F3F7-D1C6-64B7-1FF090EB29B1}"/>
              </a:ext>
            </a:extLst>
          </p:cNvPr>
          <p:cNvSpPr>
            <a:spLocks noChangeArrowheads="1"/>
          </p:cNvSpPr>
          <p:nvPr/>
        </p:nvSpPr>
        <p:spPr bwMode="auto">
          <a:xfrm>
            <a:off x="4180114" y="952931"/>
            <a:ext cx="461554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nSpc>
                <a:spcPct val="90000"/>
              </a:lnSpc>
              <a:spcBef>
                <a:spcPct val="0"/>
              </a:spcBef>
              <a:buNone/>
            </a:pPr>
            <a:r>
              <a:rPr lang="zh-CN" altLang="en-US">
                <a:solidFill>
                  <a:srgbClr val="FF0000"/>
                </a:solidFill>
              </a:rPr>
              <a:t>构造</a:t>
            </a:r>
            <a:r>
              <a:rPr lang="en-US" altLang="zh-CN" b="1" i="1">
                <a:solidFill>
                  <a:srgbClr val="FF0000"/>
                </a:solidFill>
              </a:rPr>
              <a:t>a</a:t>
            </a:r>
            <a:r>
              <a:rPr lang="en-US" altLang="zh-CN" b="1">
                <a:solidFill>
                  <a:srgbClr val="FF0000"/>
                </a:solidFill>
              </a:rPr>
              <a:t>+5</a:t>
            </a:r>
            <a:r>
              <a:rPr lang="en-US" altLang="zh-CN" b="1">
                <a:solidFill>
                  <a:srgbClr val="FF0000"/>
                </a:solidFill>
                <a:latin typeface="宋体" panose="02010600030101010101" pitchFamily="2" charset="-122"/>
              </a:rPr>
              <a:t>*</a:t>
            </a:r>
            <a:r>
              <a:rPr lang="en-US" altLang="zh-CN" b="1" i="1">
                <a:solidFill>
                  <a:srgbClr val="FF0000"/>
                </a:solidFill>
              </a:rPr>
              <a:t>b</a:t>
            </a:r>
            <a:r>
              <a:rPr lang="zh-CN" altLang="en-US">
                <a:solidFill>
                  <a:srgbClr val="FF0000"/>
                </a:solidFill>
              </a:rPr>
              <a:t>的抽象语法树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ppt_x"/>
                                          </p:val>
                                        </p:tav>
                                        <p:tav tm="100000">
                                          <p:val>
                                            <p:strVal val="#ppt_x"/>
                                          </p:val>
                                        </p:tav>
                                      </p:tavLst>
                                    </p:anim>
                                    <p:anim calcmode="lin" valueType="num">
                                      <p:cBhvr additive="base">
                                        <p:cTn id="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xit" presetSubtype="1" fill="hold" grpId="1" nodeType="clickEffect">
                                  <p:stCondLst>
                                    <p:cond delay="0"/>
                                  </p:stCondLst>
                                  <p:childTnLst>
                                    <p:anim calcmode="lin" valueType="num">
                                      <p:cBhvr additive="base">
                                        <p:cTn id="24" dur="500"/>
                                        <p:tgtEl>
                                          <p:spTgt spid="6"/>
                                        </p:tgtEl>
                                        <p:attrNameLst>
                                          <p:attrName>ppt_x</p:attrName>
                                        </p:attrNameLst>
                                      </p:cBhvr>
                                      <p:tavLst>
                                        <p:tav tm="0">
                                          <p:val>
                                            <p:strVal val="ppt_x"/>
                                          </p:val>
                                        </p:tav>
                                        <p:tav tm="100000">
                                          <p:val>
                                            <p:strVal val="ppt_x"/>
                                          </p:val>
                                        </p:tav>
                                      </p:tavLst>
                                    </p:anim>
                                    <p:anim calcmode="lin" valueType="num">
                                      <p:cBhvr additive="base">
                                        <p:cTn id="25" dur="500"/>
                                        <p:tgtEl>
                                          <p:spTgt spid="6"/>
                                        </p:tgtEl>
                                        <p:attrNameLst>
                                          <p:attrName>ppt_y</p:attrName>
                                        </p:attrNameLst>
                                      </p:cBhvr>
                                      <p:tavLst>
                                        <p:tav tm="0">
                                          <p:val>
                                            <p:strVal val="ppt_y"/>
                                          </p:val>
                                        </p:tav>
                                        <p:tav tm="100000">
                                          <p:val>
                                            <p:strVal val="0-ppt_h/2"/>
                                          </p:val>
                                        </p:tav>
                                      </p:tavLst>
                                    </p:anim>
                                    <p:set>
                                      <p:cBhvr>
                                        <p:cTn id="26" dur="1" fill="hold">
                                          <p:stCondLst>
                                            <p:cond delay="499"/>
                                          </p:stCondLst>
                                        </p:cTn>
                                        <p:tgtEl>
                                          <p:spTgt spid="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additive="base">
                                        <p:cTn id="37" dur="500" fill="hold"/>
                                        <p:tgtEl>
                                          <p:spTgt spid="17"/>
                                        </p:tgtEl>
                                        <p:attrNameLst>
                                          <p:attrName>ppt_x</p:attrName>
                                        </p:attrNameLst>
                                      </p:cBhvr>
                                      <p:tavLst>
                                        <p:tav tm="0">
                                          <p:val>
                                            <p:strVal val="#ppt_x"/>
                                          </p:val>
                                        </p:tav>
                                        <p:tav tm="100000">
                                          <p:val>
                                            <p:strVal val="#ppt_x"/>
                                          </p:val>
                                        </p:tav>
                                      </p:tavLst>
                                    </p:anim>
                                    <p:anim calcmode="lin" valueType="num">
                                      <p:cBhvr additive="base">
                                        <p:cTn id="3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xit" presetSubtype="1" fill="hold" grpId="1" nodeType="clickEffect">
                                  <p:stCondLst>
                                    <p:cond delay="0"/>
                                  </p:stCondLst>
                                  <p:childTnLst>
                                    <p:anim calcmode="lin" valueType="num">
                                      <p:cBhvr additive="base">
                                        <p:cTn id="48" dur="500"/>
                                        <p:tgtEl>
                                          <p:spTgt spid="17"/>
                                        </p:tgtEl>
                                        <p:attrNameLst>
                                          <p:attrName>ppt_x</p:attrName>
                                        </p:attrNameLst>
                                      </p:cBhvr>
                                      <p:tavLst>
                                        <p:tav tm="0">
                                          <p:val>
                                            <p:strVal val="ppt_x"/>
                                          </p:val>
                                        </p:tav>
                                        <p:tav tm="100000">
                                          <p:val>
                                            <p:strVal val="ppt_x"/>
                                          </p:val>
                                        </p:tav>
                                      </p:tavLst>
                                    </p:anim>
                                    <p:anim calcmode="lin" valueType="num">
                                      <p:cBhvr additive="base">
                                        <p:cTn id="49" dur="500"/>
                                        <p:tgtEl>
                                          <p:spTgt spid="17"/>
                                        </p:tgtEl>
                                        <p:attrNameLst>
                                          <p:attrName>ppt_y</p:attrName>
                                        </p:attrNameLst>
                                      </p:cBhvr>
                                      <p:tavLst>
                                        <p:tav tm="0">
                                          <p:val>
                                            <p:strVal val="ppt_y"/>
                                          </p:val>
                                        </p:tav>
                                        <p:tav tm="100000">
                                          <p:val>
                                            <p:strVal val="0-ppt_h/2"/>
                                          </p:val>
                                        </p:tav>
                                      </p:tavLst>
                                    </p:anim>
                                    <p:set>
                                      <p:cBhvr>
                                        <p:cTn id="50" dur="1" fill="hold">
                                          <p:stCondLst>
                                            <p:cond delay="499"/>
                                          </p:stCondLst>
                                        </p:cTn>
                                        <p:tgtEl>
                                          <p:spTgt spid="17"/>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21"/>
                                        </p:tgtEl>
                                        <p:attrNameLst>
                                          <p:attrName>style.visibility</p:attrName>
                                        </p:attrNameLst>
                                      </p:cBhvr>
                                      <p:to>
                                        <p:strVal val="visible"/>
                                      </p:to>
                                    </p:set>
                                    <p:anim calcmode="lin" valueType="num">
                                      <p:cBhvr additive="base">
                                        <p:cTn id="55" dur="500" fill="hold"/>
                                        <p:tgtEl>
                                          <p:spTgt spid="21"/>
                                        </p:tgtEl>
                                        <p:attrNameLst>
                                          <p:attrName>ppt_x</p:attrName>
                                        </p:attrNameLst>
                                      </p:cBhvr>
                                      <p:tavLst>
                                        <p:tav tm="0">
                                          <p:val>
                                            <p:strVal val="#ppt_x"/>
                                          </p:val>
                                        </p:tav>
                                        <p:tav tm="100000">
                                          <p:val>
                                            <p:strVal val="#ppt_x"/>
                                          </p:val>
                                        </p:tav>
                                      </p:tavLst>
                                    </p:anim>
                                    <p:anim calcmode="lin" valueType="num">
                                      <p:cBhvr additive="base">
                                        <p:cTn id="5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24"/>
                                        </p:tgtEl>
                                        <p:attrNameLst>
                                          <p:attrName>style.visibility</p:attrName>
                                        </p:attrNameLst>
                                      </p:cBhvr>
                                      <p:to>
                                        <p:strVal val="visible"/>
                                      </p:to>
                                    </p:set>
                                    <p:anim calcmode="lin" valueType="num">
                                      <p:cBhvr additive="base">
                                        <p:cTn id="61" dur="500" fill="hold"/>
                                        <p:tgtEl>
                                          <p:spTgt spid="24"/>
                                        </p:tgtEl>
                                        <p:attrNameLst>
                                          <p:attrName>ppt_x</p:attrName>
                                        </p:attrNameLst>
                                      </p:cBhvr>
                                      <p:tavLst>
                                        <p:tav tm="0">
                                          <p:val>
                                            <p:strVal val="#ppt_x"/>
                                          </p:val>
                                        </p:tav>
                                        <p:tav tm="100000">
                                          <p:val>
                                            <p:strVal val="#ppt_x"/>
                                          </p:val>
                                        </p:tav>
                                      </p:tavLst>
                                    </p:anim>
                                    <p:anim calcmode="lin" valueType="num">
                                      <p:cBhvr additive="base">
                                        <p:cTn id="6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25"/>
                                        </p:tgtEl>
                                        <p:attrNameLst>
                                          <p:attrName>style.visibility</p:attrName>
                                        </p:attrNameLst>
                                      </p:cBhvr>
                                      <p:to>
                                        <p:strVal val="visible"/>
                                      </p:to>
                                    </p:set>
                                    <p:anim calcmode="lin" valueType="num">
                                      <p:cBhvr additive="base">
                                        <p:cTn id="67" dur="500" fill="hold"/>
                                        <p:tgtEl>
                                          <p:spTgt spid="25"/>
                                        </p:tgtEl>
                                        <p:attrNameLst>
                                          <p:attrName>ppt_x</p:attrName>
                                        </p:attrNameLst>
                                      </p:cBhvr>
                                      <p:tavLst>
                                        <p:tav tm="0">
                                          <p:val>
                                            <p:strVal val="#ppt_x"/>
                                          </p:val>
                                        </p:tav>
                                        <p:tav tm="100000">
                                          <p:val>
                                            <p:strVal val="#ppt_x"/>
                                          </p:val>
                                        </p:tav>
                                      </p:tavLst>
                                    </p:anim>
                                    <p:anim calcmode="lin" valueType="num">
                                      <p:cBhvr additive="base">
                                        <p:cTn id="6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xit" presetSubtype="1" fill="hold" grpId="1" nodeType="clickEffect">
                                  <p:stCondLst>
                                    <p:cond delay="0"/>
                                  </p:stCondLst>
                                  <p:childTnLst>
                                    <p:anim calcmode="lin" valueType="num">
                                      <p:cBhvr additive="base">
                                        <p:cTn id="72" dur="500"/>
                                        <p:tgtEl>
                                          <p:spTgt spid="24"/>
                                        </p:tgtEl>
                                        <p:attrNameLst>
                                          <p:attrName>ppt_x</p:attrName>
                                        </p:attrNameLst>
                                      </p:cBhvr>
                                      <p:tavLst>
                                        <p:tav tm="0">
                                          <p:val>
                                            <p:strVal val="ppt_x"/>
                                          </p:val>
                                        </p:tav>
                                        <p:tav tm="100000">
                                          <p:val>
                                            <p:strVal val="ppt_x"/>
                                          </p:val>
                                        </p:tav>
                                      </p:tavLst>
                                    </p:anim>
                                    <p:anim calcmode="lin" valueType="num">
                                      <p:cBhvr additive="base">
                                        <p:cTn id="73" dur="500"/>
                                        <p:tgtEl>
                                          <p:spTgt spid="24"/>
                                        </p:tgtEl>
                                        <p:attrNameLst>
                                          <p:attrName>ppt_y</p:attrName>
                                        </p:attrNameLst>
                                      </p:cBhvr>
                                      <p:tavLst>
                                        <p:tav tm="0">
                                          <p:val>
                                            <p:strVal val="ppt_y"/>
                                          </p:val>
                                        </p:tav>
                                        <p:tav tm="100000">
                                          <p:val>
                                            <p:strVal val="0-ppt_h/2"/>
                                          </p:val>
                                        </p:tav>
                                      </p:tavLst>
                                    </p:anim>
                                    <p:set>
                                      <p:cBhvr>
                                        <p:cTn id="74" dur="1" fill="hold">
                                          <p:stCondLst>
                                            <p:cond delay="49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17" grpId="0" animBg="1"/>
      <p:bldP spid="17" grpId="1" animBg="1"/>
      <p:bldP spid="24" grpId="0" animBg="1"/>
      <p:bldP spid="24"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EC887FAE-198A-43A6-83EE-904603320431}"/>
              </a:ext>
            </a:extLst>
          </p:cNvPr>
          <p:cNvSpPr>
            <a:spLocks noGrp="1" noChangeArrowheads="1"/>
          </p:cNvSpPr>
          <p:nvPr>
            <p:ph type="title"/>
          </p:nvPr>
        </p:nvSpPr>
        <p:spPr/>
        <p:txBody>
          <a:bodyPr>
            <a:noAutofit/>
          </a:bodyPr>
          <a:lstStyle/>
          <a:p>
            <a:pPr eaLnBrk="1" hangingPunct="1"/>
            <a:r>
              <a:rPr lang="en-US" altLang="zh-CN" sz="3600"/>
              <a:t>4.2.2 </a:t>
            </a:r>
            <a:r>
              <a:rPr lang="zh-CN" altLang="en-US" sz="3600"/>
              <a:t>构造抽象语法树的</a:t>
            </a:r>
            <a:r>
              <a:rPr lang="en-US" altLang="zh-CN" sz="3600" b="1" i="1"/>
              <a:t>S</a:t>
            </a:r>
            <a:r>
              <a:rPr lang="zh-CN" altLang="en-US" sz="3600"/>
              <a:t>属性定义</a:t>
            </a:r>
          </a:p>
        </p:txBody>
      </p:sp>
      <p:sp>
        <p:nvSpPr>
          <p:cNvPr id="58376" name="Rectangle 8">
            <a:extLst>
              <a:ext uri="{FF2B5EF4-FFF2-40B4-BE49-F238E27FC236}">
                <a16:creationId xmlns:a16="http://schemas.microsoft.com/office/drawing/2014/main" id="{75FD2402-8A28-4F2E-948B-B2574772F88E}"/>
              </a:ext>
            </a:extLst>
          </p:cNvPr>
          <p:cNvSpPr>
            <a:spLocks noChangeArrowheads="1"/>
          </p:cNvSpPr>
          <p:nvPr/>
        </p:nvSpPr>
        <p:spPr bwMode="auto">
          <a:xfrm>
            <a:off x="152400" y="2125800"/>
            <a:ext cx="879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a:ea typeface="宋体" panose="02010600030101010101" pitchFamily="2" charset="-122"/>
              </a:rPr>
              <a:t>E</a:t>
            </a:r>
            <a:r>
              <a:rPr lang="en-US" altLang="zh-CN" sz="2400" b="1">
                <a:ea typeface="宋体" panose="02010600030101010101" pitchFamily="2" charset="-122"/>
              </a:rPr>
              <a:t>.</a:t>
            </a:r>
            <a:r>
              <a:rPr lang="en-US" altLang="zh-CN" sz="2400" b="1" i="1">
                <a:ea typeface="宋体" panose="02010600030101010101" pitchFamily="2" charset="-122"/>
              </a:rPr>
              <a:t>nptr</a:t>
            </a:r>
            <a:endParaRPr lang="en-US" altLang="zh-CN" sz="2400" b="1">
              <a:ea typeface="宋体" panose="02010600030101010101" pitchFamily="2" charset="-122"/>
            </a:endParaRPr>
          </a:p>
        </p:txBody>
      </p:sp>
      <p:sp>
        <p:nvSpPr>
          <p:cNvPr id="58377" name="Rectangle 9">
            <a:extLst>
              <a:ext uri="{FF2B5EF4-FFF2-40B4-BE49-F238E27FC236}">
                <a16:creationId xmlns:a16="http://schemas.microsoft.com/office/drawing/2014/main" id="{C22A4688-0786-4F99-A61C-5D004FEE66BB}"/>
              </a:ext>
            </a:extLst>
          </p:cNvPr>
          <p:cNvSpPr>
            <a:spLocks noChangeArrowheads="1"/>
          </p:cNvSpPr>
          <p:nvPr/>
        </p:nvSpPr>
        <p:spPr bwMode="auto">
          <a:xfrm>
            <a:off x="95250" y="2659200"/>
            <a:ext cx="971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a:ea typeface="宋体" panose="02010600030101010101" pitchFamily="2" charset="-122"/>
              </a:rPr>
              <a:t>T</a:t>
            </a:r>
            <a:r>
              <a:rPr lang="en-US" altLang="zh-CN" sz="2400" b="1">
                <a:ea typeface="宋体" panose="02010600030101010101" pitchFamily="2" charset="-122"/>
              </a:rPr>
              <a:t>.</a:t>
            </a:r>
            <a:r>
              <a:rPr lang="en-US" altLang="zh-CN" sz="2400" b="1" i="1">
                <a:ea typeface="宋体" panose="02010600030101010101" pitchFamily="2" charset="-122"/>
              </a:rPr>
              <a:t>nptr</a:t>
            </a:r>
            <a:endParaRPr lang="en-US" altLang="zh-CN" sz="2400" b="1">
              <a:ea typeface="宋体" panose="02010600030101010101" pitchFamily="2" charset="-122"/>
            </a:endParaRPr>
          </a:p>
        </p:txBody>
      </p:sp>
      <p:sp>
        <p:nvSpPr>
          <p:cNvPr id="58378" name="Rectangle 10">
            <a:extLst>
              <a:ext uri="{FF2B5EF4-FFF2-40B4-BE49-F238E27FC236}">
                <a16:creationId xmlns:a16="http://schemas.microsoft.com/office/drawing/2014/main" id="{68C2F3F9-55FB-4BA0-A0CB-7D3BED10F6B0}"/>
              </a:ext>
            </a:extLst>
          </p:cNvPr>
          <p:cNvSpPr>
            <a:spLocks noChangeArrowheads="1"/>
          </p:cNvSpPr>
          <p:nvPr/>
        </p:nvSpPr>
        <p:spPr bwMode="auto">
          <a:xfrm>
            <a:off x="152400" y="3192600"/>
            <a:ext cx="91281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a:ea typeface="宋体" panose="02010600030101010101" pitchFamily="2" charset="-122"/>
              </a:rPr>
              <a:t>F</a:t>
            </a:r>
            <a:r>
              <a:rPr lang="en-US" altLang="zh-CN" sz="2400" b="1">
                <a:ea typeface="宋体" panose="02010600030101010101" pitchFamily="2" charset="-122"/>
              </a:rPr>
              <a:t>.</a:t>
            </a:r>
            <a:r>
              <a:rPr lang="en-US" altLang="zh-CN" sz="2400" b="1" i="1">
                <a:ea typeface="宋体" panose="02010600030101010101" pitchFamily="2" charset="-122"/>
              </a:rPr>
              <a:t>nptr</a:t>
            </a:r>
          </a:p>
        </p:txBody>
      </p:sp>
      <p:sp>
        <p:nvSpPr>
          <p:cNvPr id="58379" name="Rectangle 11">
            <a:extLst>
              <a:ext uri="{FF2B5EF4-FFF2-40B4-BE49-F238E27FC236}">
                <a16:creationId xmlns:a16="http://schemas.microsoft.com/office/drawing/2014/main" id="{772A62B1-3369-4394-A110-472829D365FB}"/>
              </a:ext>
            </a:extLst>
          </p:cNvPr>
          <p:cNvSpPr>
            <a:spLocks noChangeArrowheads="1"/>
          </p:cNvSpPr>
          <p:nvPr/>
        </p:nvSpPr>
        <p:spPr bwMode="auto">
          <a:xfrm>
            <a:off x="228600" y="3830775"/>
            <a:ext cx="358775"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ea typeface="宋体" panose="02010600030101010101" pitchFamily="2" charset="-122"/>
              </a:rPr>
              <a:t>id</a:t>
            </a:r>
          </a:p>
        </p:txBody>
      </p:sp>
      <p:sp>
        <p:nvSpPr>
          <p:cNvPr id="58388" name="Line 20">
            <a:extLst>
              <a:ext uri="{FF2B5EF4-FFF2-40B4-BE49-F238E27FC236}">
                <a16:creationId xmlns:a16="http://schemas.microsoft.com/office/drawing/2014/main" id="{7A10FC2B-9179-4D25-BC62-5057EFE65F20}"/>
              </a:ext>
            </a:extLst>
          </p:cNvPr>
          <p:cNvSpPr>
            <a:spLocks noChangeShapeType="1"/>
          </p:cNvSpPr>
          <p:nvPr/>
        </p:nvSpPr>
        <p:spPr bwMode="auto">
          <a:xfrm flipH="1">
            <a:off x="322263" y="2479813"/>
            <a:ext cx="1588"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8389" name="Line 21">
            <a:extLst>
              <a:ext uri="{FF2B5EF4-FFF2-40B4-BE49-F238E27FC236}">
                <a16:creationId xmlns:a16="http://schemas.microsoft.com/office/drawing/2014/main" id="{255C987C-D24F-4B1C-BCC9-24984196B817}"/>
              </a:ext>
            </a:extLst>
          </p:cNvPr>
          <p:cNvSpPr>
            <a:spLocks noChangeShapeType="1"/>
          </p:cNvSpPr>
          <p:nvPr/>
        </p:nvSpPr>
        <p:spPr bwMode="auto">
          <a:xfrm flipH="1">
            <a:off x="338138" y="3033850"/>
            <a:ext cx="0"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8390" name="Line 22">
            <a:extLst>
              <a:ext uri="{FF2B5EF4-FFF2-40B4-BE49-F238E27FC236}">
                <a16:creationId xmlns:a16="http://schemas.microsoft.com/office/drawing/2014/main" id="{1A6A5590-F899-40C2-974A-FC60114D5F11}"/>
              </a:ext>
            </a:extLst>
          </p:cNvPr>
          <p:cNvSpPr>
            <a:spLocks noChangeShapeType="1"/>
          </p:cNvSpPr>
          <p:nvPr/>
        </p:nvSpPr>
        <p:spPr bwMode="auto">
          <a:xfrm flipH="1">
            <a:off x="338138" y="3618050"/>
            <a:ext cx="0"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6" name="组合 5">
            <a:extLst>
              <a:ext uri="{FF2B5EF4-FFF2-40B4-BE49-F238E27FC236}">
                <a16:creationId xmlns:a16="http://schemas.microsoft.com/office/drawing/2014/main" id="{01C9D69C-523D-8CCC-369F-58C39A8DCA05}"/>
              </a:ext>
            </a:extLst>
          </p:cNvPr>
          <p:cNvGrpSpPr/>
          <p:nvPr/>
        </p:nvGrpSpPr>
        <p:grpSpPr>
          <a:xfrm>
            <a:off x="4572000" y="3192600"/>
            <a:ext cx="914400" cy="854076"/>
            <a:chOff x="4572000" y="3192600"/>
            <a:chExt cx="914400" cy="854076"/>
          </a:xfrm>
        </p:grpSpPr>
        <p:sp>
          <p:nvSpPr>
            <p:cNvPr id="58383" name="Rectangle 15">
              <a:extLst>
                <a:ext uri="{FF2B5EF4-FFF2-40B4-BE49-F238E27FC236}">
                  <a16:creationId xmlns:a16="http://schemas.microsoft.com/office/drawing/2014/main" id="{E49DFED0-9E54-4650-BF5D-1788CFF66380}"/>
                </a:ext>
              </a:extLst>
            </p:cNvPr>
            <p:cNvSpPr>
              <a:spLocks noChangeArrowheads="1"/>
            </p:cNvSpPr>
            <p:nvPr/>
          </p:nvSpPr>
          <p:spPr bwMode="auto">
            <a:xfrm>
              <a:off x="4572000" y="3192600"/>
              <a:ext cx="9144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err="1">
                  <a:ea typeface="宋体" panose="02010600030101010101" pitchFamily="2" charset="-122"/>
                </a:rPr>
                <a:t>F</a:t>
              </a:r>
              <a:r>
                <a:rPr lang="en-US" altLang="zh-CN" sz="2400" b="1" err="1">
                  <a:ea typeface="宋体" panose="02010600030101010101" pitchFamily="2" charset="-122"/>
                </a:rPr>
                <a:t>.</a:t>
              </a:r>
              <a:r>
                <a:rPr lang="en-US" altLang="zh-CN" sz="2400" b="1" i="1" err="1">
                  <a:ea typeface="宋体" panose="02010600030101010101" pitchFamily="2" charset="-122"/>
                </a:rPr>
                <a:t>nptr</a:t>
              </a:r>
              <a:endParaRPr lang="en-US" altLang="zh-CN" sz="2400" b="1">
                <a:ea typeface="宋体" panose="02010600030101010101" pitchFamily="2" charset="-122"/>
              </a:endParaRPr>
            </a:p>
          </p:txBody>
        </p:sp>
        <p:sp>
          <p:nvSpPr>
            <p:cNvPr id="58386" name="Rectangle 18">
              <a:extLst>
                <a:ext uri="{FF2B5EF4-FFF2-40B4-BE49-F238E27FC236}">
                  <a16:creationId xmlns:a16="http://schemas.microsoft.com/office/drawing/2014/main" id="{C48C98F1-1C91-489F-B754-450648D13948}"/>
                </a:ext>
              </a:extLst>
            </p:cNvPr>
            <p:cNvSpPr>
              <a:spLocks noChangeArrowheads="1"/>
            </p:cNvSpPr>
            <p:nvPr/>
          </p:nvSpPr>
          <p:spPr bwMode="auto">
            <a:xfrm>
              <a:off x="4673600" y="3730763"/>
              <a:ext cx="668338"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ea typeface="宋体" panose="02010600030101010101" pitchFamily="2" charset="-122"/>
                </a:rPr>
                <a:t>num</a:t>
              </a:r>
            </a:p>
          </p:txBody>
        </p:sp>
        <p:sp>
          <p:nvSpPr>
            <p:cNvPr id="58397" name="Line 29">
              <a:extLst>
                <a:ext uri="{FF2B5EF4-FFF2-40B4-BE49-F238E27FC236}">
                  <a16:creationId xmlns:a16="http://schemas.microsoft.com/office/drawing/2014/main" id="{DA713E6A-E91B-4F7E-9172-91CB018B74CE}"/>
                </a:ext>
              </a:extLst>
            </p:cNvPr>
            <p:cNvSpPr>
              <a:spLocks noChangeShapeType="1"/>
            </p:cNvSpPr>
            <p:nvPr/>
          </p:nvSpPr>
          <p:spPr bwMode="auto">
            <a:xfrm flipH="1">
              <a:off x="4895850" y="3543438"/>
              <a:ext cx="0"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58399" name="Group 31">
            <a:extLst>
              <a:ext uri="{FF2B5EF4-FFF2-40B4-BE49-F238E27FC236}">
                <a16:creationId xmlns:a16="http://schemas.microsoft.com/office/drawing/2014/main" id="{3001AD04-5156-4684-B4E3-C0E3F6442348}"/>
              </a:ext>
            </a:extLst>
          </p:cNvPr>
          <p:cNvGrpSpPr>
            <a:grpSpLocks/>
          </p:cNvGrpSpPr>
          <p:nvPr/>
        </p:nvGrpSpPr>
        <p:grpSpPr bwMode="auto">
          <a:xfrm>
            <a:off x="1309688" y="4754700"/>
            <a:ext cx="1258888" cy="654050"/>
            <a:chOff x="2582" y="5834"/>
            <a:chExt cx="1156" cy="673"/>
          </a:xfrm>
        </p:grpSpPr>
        <p:sp>
          <p:nvSpPr>
            <p:cNvPr id="58434" name="Rectangle 32">
              <a:extLst>
                <a:ext uri="{FF2B5EF4-FFF2-40B4-BE49-F238E27FC236}">
                  <a16:creationId xmlns:a16="http://schemas.microsoft.com/office/drawing/2014/main" id="{0556F90F-0F63-4135-B234-5C1366B1C06F}"/>
                </a:ext>
              </a:extLst>
            </p:cNvPr>
            <p:cNvSpPr>
              <a:spLocks noChangeArrowheads="1"/>
            </p:cNvSpPr>
            <p:nvPr/>
          </p:nvSpPr>
          <p:spPr bwMode="auto">
            <a:xfrm>
              <a:off x="2582" y="5834"/>
              <a:ext cx="1156" cy="40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lIns="90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solidFill>
                    <a:schemeClr val="hlink"/>
                  </a:solidFill>
                  <a:ea typeface="宋体" panose="02010600030101010101" pitchFamily="2" charset="-122"/>
                </a:rPr>
                <a:t>id</a:t>
              </a:r>
            </a:p>
          </p:txBody>
        </p:sp>
        <p:sp>
          <p:nvSpPr>
            <p:cNvPr id="58435" name="Line 33">
              <a:extLst>
                <a:ext uri="{FF2B5EF4-FFF2-40B4-BE49-F238E27FC236}">
                  <a16:creationId xmlns:a16="http://schemas.microsoft.com/office/drawing/2014/main" id="{0BF6571C-9BDE-4018-AC9B-85CDBB0CC377}"/>
                </a:ext>
              </a:extLst>
            </p:cNvPr>
            <p:cNvSpPr>
              <a:spLocks noChangeShapeType="1"/>
            </p:cNvSpPr>
            <p:nvPr/>
          </p:nvSpPr>
          <p:spPr bwMode="auto">
            <a:xfrm>
              <a:off x="3150" y="5847"/>
              <a:ext cx="0" cy="420"/>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8436" name="Line 34">
              <a:extLst>
                <a:ext uri="{FF2B5EF4-FFF2-40B4-BE49-F238E27FC236}">
                  <a16:creationId xmlns:a16="http://schemas.microsoft.com/office/drawing/2014/main" id="{62DADF21-A6EB-46CC-BE38-7C80A8CFC7D9}"/>
                </a:ext>
              </a:extLst>
            </p:cNvPr>
            <p:cNvSpPr>
              <a:spLocks noChangeShapeType="1"/>
            </p:cNvSpPr>
            <p:nvPr/>
          </p:nvSpPr>
          <p:spPr bwMode="auto">
            <a:xfrm>
              <a:off x="3420" y="6057"/>
              <a:ext cx="0" cy="450"/>
            </a:xfrm>
            <a:prstGeom prst="line">
              <a:avLst/>
            </a:prstGeom>
            <a:noFill/>
            <a:ln w="25400">
              <a:solidFill>
                <a:srgbClr val="FF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grpSp>
      <p:sp>
        <p:nvSpPr>
          <p:cNvPr id="58404" name="Rectangle 50">
            <a:extLst>
              <a:ext uri="{FF2B5EF4-FFF2-40B4-BE49-F238E27FC236}">
                <a16:creationId xmlns:a16="http://schemas.microsoft.com/office/drawing/2014/main" id="{A6B00F19-19B3-47B5-A3EE-F79C856D6388}"/>
              </a:ext>
            </a:extLst>
          </p:cNvPr>
          <p:cNvSpPr>
            <a:spLocks noChangeArrowheads="1"/>
          </p:cNvSpPr>
          <p:nvPr/>
        </p:nvSpPr>
        <p:spPr bwMode="auto">
          <a:xfrm>
            <a:off x="304800" y="5402400"/>
            <a:ext cx="3505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a:t>指向符号表中</a:t>
            </a:r>
            <a:r>
              <a:rPr lang="en-US" altLang="zh-CN" sz="2800" b="1" i="1">
                <a:ea typeface="宋体" panose="02010600030101010101" pitchFamily="2" charset="-122"/>
              </a:rPr>
              <a:t>a</a:t>
            </a:r>
            <a:r>
              <a:rPr lang="zh-CN" altLang="en-US" sz="2800"/>
              <a:t>的入口</a:t>
            </a:r>
          </a:p>
        </p:txBody>
      </p:sp>
      <p:sp>
        <p:nvSpPr>
          <p:cNvPr id="58407" name="Line 53">
            <a:extLst>
              <a:ext uri="{FF2B5EF4-FFF2-40B4-BE49-F238E27FC236}">
                <a16:creationId xmlns:a16="http://schemas.microsoft.com/office/drawing/2014/main" id="{BE7894BE-114A-49E4-A6CC-852C20951576}"/>
              </a:ext>
            </a:extLst>
          </p:cNvPr>
          <p:cNvSpPr>
            <a:spLocks noChangeShapeType="1"/>
          </p:cNvSpPr>
          <p:nvPr/>
        </p:nvSpPr>
        <p:spPr bwMode="auto">
          <a:xfrm>
            <a:off x="1676400" y="2357575"/>
            <a:ext cx="0" cy="2435225"/>
          </a:xfrm>
          <a:prstGeom prst="line">
            <a:avLst/>
          </a:prstGeom>
          <a:noFill/>
          <a:ln w="25400">
            <a:solidFill>
              <a:srgbClr val="008000"/>
            </a:solidFill>
            <a:prstDash val="lgDash"/>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58408" name="Line 54">
            <a:extLst>
              <a:ext uri="{FF2B5EF4-FFF2-40B4-BE49-F238E27FC236}">
                <a16:creationId xmlns:a16="http://schemas.microsoft.com/office/drawing/2014/main" id="{B10E0AF6-F376-40D1-B556-E0318E1BABF2}"/>
              </a:ext>
            </a:extLst>
          </p:cNvPr>
          <p:cNvSpPr>
            <a:spLocks noChangeShapeType="1"/>
          </p:cNvSpPr>
          <p:nvPr/>
        </p:nvSpPr>
        <p:spPr bwMode="auto">
          <a:xfrm>
            <a:off x="990600" y="2354400"/>
            <a:ext cx="609600" cy="0"/>
          </a:xfrm>
          <a:prstGeom prst="line">
            <a:avLst/>
          </a:prstGeom>
          <a:noFill/>
          <a:ln w="25400">
            <a:solidFill>
              <a:srgbClr val="008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8409" name="Line 55">
            <a:extLst>
              <a:ext uri="{FF2B5EF4-FFF2-40B4-BE49-F238E27FC236}">
                <a16:creationId xmlns:a16="http://schemas.microsoft.com/office/drawing/2014/main" id="{7429CCC0-8BAB-46AC-BD89-AB4603FD4D29}"/>
              </a:ext>
            </a:extLst>
          </p:cNvPr>
          <p:cNvSpPr>
            <a:spLocks noChangeShapeType="1"/>
          </p:cNvSpPr>
          <p:nvPr/>
        </p:nvSpPr>
        <p:spPr bwMode="auto">
          <a:xfrm>
            <a:off x="963613" y="2930663"/>
            <a:ext cx="560388" cy="33338"/>
          </a:xfrm>
          <a:prstGeom prst="line">
            <a:avLst/>
          </a:prstGeom>
          <a:noFill/>
          <a:ln w="25400">
            <a:solidFill>
              <a:srgbClr val="008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8410" name="Line 56">
            <a:extLst>
              <a:ext uri="{FF2B5EF4-FFF2-40B4-BE49-F238E27FC236}">
                <a16:creationId xmlns:a16="http://schemas.microsoft.com/office/drawing/2014/main" id="{CB66B30E-156C-4266-89B4-BF8903B9096B}"/>
              </a:ext>
            </a:extLst>
          </p:cNvPr>
          <p:cNvSpPr>
            <a:spLocks noChangeShapeType="1"/>
          </p:cNvSpPr>
          <p:nvPr/>
        </p:nvSpPr>
        <p:spPr bwMode="auto">
          <a:xfrm>
            <a:off x="963613" y="3500575"/>
            <a:ext cx="439738" cy="0"/>
          </a:xfrm>
          <a:prstGeom prst="line">
            <a:avLst/>
          </a:prstGeom>
          <a:noFill/>
          <a:ln w="25400">
            <a:solidFill>
              <a:srgbClr val="008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8420" name="Line 66">
            <a:extLst>
              <a:ext uri="{FF2B5EF4-FFF2-40B4-BE49-F238E27FC236}">
                <a16:creationId xmlns:a16="http://schemas.microsoft.com/office/drawing/2014/main" id="{A9DBD4F2-359E-4FF5-94DD-0C3EBA97F112}"/>
              </a:ext>
            </a:extLst>
          </p:cNvPr>
          <p:cNvSpPr>
            <a:spLocks noChangeShapeType="1"/>
          </p:cNvSpPr>
          <p:nvPr/>
        </p:nvSpPr>
        <p:spPr bwMode="auto">
          <a:xfrm flipH="1">
            <a:off x="1371600" y="3497400"/>
            <a:ext cx="0" cy="1271588"/>
          </a:xfrm>
          <a:prstGeom prst="line">
            <a:avLst/>
          </a:prstGeom>
          <a:noFill/>
          <a:ln w="25400">
            <a:solidFill>
              <a:srgbClr val="008000"/>
            </a:solidFill>
            <a:prstDash val="lgDash"/>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58421" name="Line 67">
            <a:extLst>
              <a:ext uri="{FF2B5EF4-FFF2-40B4-BE49-F238E27FC236}">
                <a16:creationId xmlns:a16="http://schemas.microsoft.com/office/drawing/2014/main" id="{62DDB457-ECB1-4C7F-955F-AA73CF30FC55}"/>
              </a:ext>
            </a:extLst>
          </p:cNvPr>
          <p:cNvSpPr>
            <a:spLocks noChangeShapeType="1"/>
          </p:cNvSpPr>
          <p:nvPr/>
        </p:nvSpPr>
        <p:spPr bwMode="auto">
          <a:xfrm flipH="1">
            <a:off x="1524000" y="2964000"/>
            <a:ext cx="0" cy="1804988"/>
          </a:xfrm>
          <a:prstGeom prst="line">
            <a:avLst/>
          </a:prstGeom>
          <a:noFill/>
          <a:ln w="25400">
            <a:solidFill>
              <a:srgbClr val="008000"/>
            </a:solidFill>
            <a:prstDash val="lgDash"/>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grpSp>
        <p:nvGrpSpPr>
          <p:cNvPr id="7" name="组合 6">
            <a:extLst>
              <a:ext uri="{FF2B5EF4-FFF2-40B4-BE49-F238E27FC236}">
                <a16:creationId xmlns:a16="http://schemas.microsoft.com/office/drawing/2014/main" id="{A464A8C5-5157-C3BB-3854-B8363B3A5580}"/>
              </a:ext>
            </a:extLst>
          </p:cNvPr>
          <p:cNvGrpSpPr/>
          <p:nvPr/>
        </p:nvGrpSpPr>
        <p:grpSpPr>
          <a:xfrm>
            <a:off x="5410200" y="3421200"/>
            <a:ext cx="1327151" cy="1770063"/>
            <a:chOff x="5410200" y="3421200"/>
            <a:chExt cx="1327151" cy="1770063"/>
          </a:xfrm>
        </p:grpSpPr>
        <p:grpSp>
          <p:nvGrpSpPr>
            <p:cNvPr id="58401" name="Group 39">
              <a:extLst>
                <a:ext uri="{FF2B5EF4-FFF2-40B4-BE49-F238E27FC236}">
                  <a16:creationId xmlns:a16="http://schemas.microsoft.com/office/drawing/2014/main" id="{5B76C217-850A-4104-BD7C-5AD7224965AB}"/>
                </a:ext>
              </a:extLst>
            </p:cNvPr>
            <p:cNvGrpSpPr>
              <a:grpSpLocks/>
            </p:cNvGrpSpPr>
            <p:nvPr/>
          </p:nvGrpSpPr>
          <p:grpSpPr bwMode="auto">
            <a:xfrm>
              <a:off x="5478463" y="4770575"/>
              <a:ext cx="1258888" cy="420688"/>
              <a:chOff x="6306" y="5910"/>
              <a:chExt cx="1156" cy="433"/>
            </a:xfrm>
          </p:grpSpPr>
          <p:sp>
            <p:nvSpPr>
              <p:cNvPr id="58429" name="Rectangle 40">
                <a:extLst>
                  <a:ext uri="{FF2B5EF4-FFF2-40B4-BE49-F238E27FC236}">
                    <a16:creationId xmlns:a16="http://schemas.microsoft.com/office/drawing/2014/main" id="{219829E1-6593-4ACF-8535-9CF8315FB5C7}"/>
                  </a:ext>
                </a:extLst>
              </p:cNvPr>
              <p:cNvSpPr>
                <a:spLocks noChangeArrowheads="1"/>
              </p:cNvSpPr>
              <p:nvPr/>
            </p:nvSpPr>
            <p:spPr bwMode="auto">
              <a:xfrm>
                <a:off x="6306" y="5910"/>
                <a:ext cx="1156" cy="40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lIns="54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solidFill>
                      <a:schemeClr val="hlink"/>
                    </a:solidFill>
                    <a:ea typeface="宋体" panose="02010600030101010101" pitchFamily="2" charset="-122"/>
                  </a:rPr>
                  <a:t>num  5</a:t>
                </a:r>
              </a:p>
            </p:txBody>
          </p:sp>
          <p:sp>
            <p:nvSpPr>
              <p:cNvPr id="58430" name="Line 41">
                <a:extLst>
                  <a:ext uri="{FF2B5EF4-FFF2-40B4-BE49-F238E27FC236}">
                    <a16:creationId xmlns:a16="http://schemas.microsoft.com/office/drawing/2014/main" id="{E65B89EF-EA8D-4F81-B12F-5417B57A23C8}"/>
                  </a:ext>
                </a:extLst>
              </p:cNvPr>
              <p:cNvSpPr>
                <a:spLocks noChangeShapeType="1"/>
              </p:cNvSpPr>
              <p:nvPr/>
            </p:nvSpPr>
            <p:spPr bwMode="auto">
              <a:xfrm>
                <a:off x="6874" y="5923"/>
                <a:ext cx="0" cy="420"/>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58413" name="Line 59">
              <a:extLst>
                <a:ext uri="{FF2B5EF4-FFF2-40B4-BE49-F238E27FC236}">
                  <a16:creationId xmlns:a16="http://schemas.microsoft.com/office/drawing/2014/main" id="{03579EEA-5B62-41E6-A086-F9BA8265D462}"/>
                </a:ext>
              </a:extLst>
            </p:cNvPr>
            <p:cNvSpPr>
              <a:spLocks noChangeShapeType="1"/>
            </p:cNvSpPr>
            <p:nvPr/>
          </p:nvSpPr>
          <p:spPr bwMode="auto">
            <a:xfrm>
              <a:off x="5410200" y="3421200"/>
              <a:ext cx="261938" cy="0"/>
            </a:xfrm>
            <a:prstGeom prst="line">
              <a:avLst/>
            </a:prstGeom>
            <a:noFill/>
            <a:ln w="25400">
              <a:solidFill>
                <a:srgbClr val="008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8422" name="Line 68">
              <a:extLst>
                <a:ext uri="{FF2B5EF4-FFF2-40B4-BE49-F238E27FC236}">
                  <a16:creationId xmlns:a16="http://schemas.microsoft.com/office/drawing/2014/main" id="{3EB07E1A-3140-48D6-A293-E9F960939D90}"/>
                </a:ext>
              </a:extLst>
            </p:cNvPr>
            <p:cNvSpPr>
              <a:spLocks noChangeShapeType="1"/>
            </p:cNvSpPr>
            <p:nvPr/>
          </p:nvSpPr>
          <p:spPr bwMode="auto">
            <a:xfrm>
              <a:off x="5638800" y="3421200"/>
              <a:ext cx="0" cy="1371600"/>
            </a:xfrm>
            <a:prstGeom prst="line">
              <a:avLst/>
            </a:prstGeom>
            <a:noFill/>
            <a:ln w="25400">
              <a:solidFill>
                <a:srgbClr val="008000"/>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9F62D071-7E71-DE66-6D26-5F93235D014B}"/>
              </a:ext>
            </a:extLst>
          </p:cNvPr>
          <p:cNvSpPr>
            <a:spLocks noGrp="1"/>
          </p:cNvSpPr>
          <p:nvPr>
            <p:ph type="dt" sz="half" idx="10"/>
          </p:nvPr>
        </p:nvSpPr>
        <p:spPr/>
        <p:txBody>
          <a:bodyPr/>
          <a:lstStyle/>
          <a:p>
            <a:fld id="{7CD5E2B8-AA14-41EA-BF1A-9FE616349EFB}"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03D44CE4-EF0A-1F1D-DA32-BBFFE638A61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0F00E781-E16B-391D-DC48-D4A60BB3C35F}"/>
              </a:ext>
            </a:extLst>
          </p:cNvPr>
          <p:cNvSpPr>
            <a:spLocks noGrp="1"/>
          </p:cNvSpPr>
          <p:nvPr>
            <p:ph type="sldNum" sz="quarter" idx="12"/>
          </p:nvPr>
        </p:nvSpPr>
        <p:spPr/>
        <p:txBody>
          <a:bodyPr/>
          <a:lstStyle/>
          <a:p>
            <a:fld id="{094DEB03-EFC6-4C20-8FC8-295189A5386F}" type="slidenum">
              <a:rPr lang="zh-CN" altLang="en-US" smtClean="0"/>
              <a:pPr/>
              <a:t>20</a:t>
            </a:fld>
            <a:endParaRPr lang="zh-CN" altLang="en-US"/>
          </a:p>
        </p:txBody>
      </p:sp>
      <p:sp>
        <p:nvSpPr>
          <p:cNvPr id="5" name="文本框 4">
            <a:extLst>
              <a:ext uri="{FF2B5EF4-FFF2-40B4-BE49-F238E27FC236}">
                <a16:creationId xmlns:a16="http://schemas.microsoft.com/office/drawing/2014/main" id="{494402BA-62AE-FBB1-1AFD-02F13A03700D}"/>
              </a:ext>
            </a:extLst>
          </p:cNvPr>
          <p:cNvSpPr txBox="1"/>
          <p:nvPr/>
        </p:nvSpPr>
        <p:spPr>
          <a:xfrm>
            <a:off x="1847851" y="1783184"/>
            <a:ext cx="4476967" cy="830997"/>
          </a:xfrm>
          <a:prstGeom prst="rect">
            <a:avLst/>
          </a:prstGeom>
          <a:solidFill>
            <a:schemeClr val="accent4">
              <a:lumMod val="20000"/>
              <a:lumOff val="80000"/>
            </a:schemeClr>
          </a:solidFill>
          <a:ln>
            <a:solidFill>
              <a:schemeClr val="accent2"/>
            </a:solidFill>
          </a:ln>
        </p:spPr>
        <p:txBody>
          <a:bodyPr wrap="square">
            <a:spAutoFit/>
          </a:bodyPr>
          <a:lstStyle/>
          <a:p>
            <a:r>
              <a:rPr kumimoji="0" lang="zh-CN" altLang="en-US" sz="2400" b="0" i="0" u="none" strike="noStrike" cap="none" normalizeH="0" baseline="0">
                <a:ln>
                  <a:noFill/>
                </a:ln>
                <a:solidFill>
                  <a:schemeClr val="tx1"/>
                </a:solidFill>
                <a:effectLst/>
                <a:latin typeface="宋体" pitchFamily="2" charset="-122"/>
                <a:ea typeface="黑体" pitchFamily="2" charset="-122"/>
              </a:rPr>
              <a:t>按</a:t>
            </a:r>
            <a:r>
              <a:rPr lang="en-US" altLang="zh-CN" sz="2400" b="1" i="1">
                <a:latin typeface="Times New Roman" pitchFamily="18" charset="0"/>
                <a:ea typeface="黑体" pitchFamily="2" charset="-122"/>
              </a:rPr>
              <a:t>F </a:t>
            </a:r>
            <a:r>
              <a:rPr lang="en-US" altLang="zh-CN" sz="2400" b="1">
                <a:latin typeface="Times New Roman" pitchFamily="18" charset="0"/>
                <a:ea typeface="黑体" pitchFamily="2" charset="-122"/>
                <a:sym typeface="Symbol" pitchFamily="18" charset="2"/>
              </a:rPr>
              <a:t></a:t>
            </a:r>
            <a:r>
              <a:rPr lang="en-US" altLang="zh-CN" sz="2400" b="1">
                <a:latin typeface="Times New Roman" pitchFamily="18" charset="0"/>
                <a:ea typeface="黑体" pitchFamily="2" charset="-122"/>
              </a:rPr>
              <a:t> num</a:t>
            </a:r>
            <a:r>
              <a:rPr kumimoji="0" lang="zh-CN" altLang="en-US" sz="2400" b="0" i="0" u="none" strike="noStrike" cap="none" normalizeH="0" baseline="0">
                <a:ln>
                  <a:noFill/>
                </a:ln>
                <a:solidFill>
                  <a:schemeClr val="tx1"/>
                </a:solidFill>
                <a:effectLst/>
                <a:latin typeface="宋体" pitchFamily="2" charset="-122"/>
                <a:ea typeface="黑体" pitchFamily="2" charset="-122"/>
              </a:rPr>
              <a:t>归约</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endParaRPr lang="en-US" altLang="zh-CN" sz="2400" b="1" i="1">
              <a:solidFill>
                <a:schemeClr val="accent1"/>
              </a:solidFill>
              <a:latin typeface="Times New Roman" pitchFamily="18" charset="0"/>
              <a:ea typeface="黑体" pitchFamily="2" charset="-122"/>
            </a:endParaRPr>
          </a:p>
          <a:p>
            <a:r>
              <a:rPr lang="en-US" altLang="zh-CN" sz="2400" b="1" i="1" err="1">
                <a:solidFill>
                  <a:schemeClr val="accent1"/>
                </a:solidFill>
                <a:latin typeface="Times New Roman" pitchFamily="18" charset="0"/>
                <a:ea typeface="黑体" pitchFamily="2" charset="-122"/>
              </a:rPr>
              <a:t>F</a:t>
            </a:r>
            <a:r>
              <a:rPr lang="en-US" altLang="zh-CN" sz="2400" b="1" err="1">
                <a:solidFill>
                  <a:schemeClr val="accent1"/>
                </a:solidFill>
                <a:latin typeface="Times New Roman" pitchFamily="18" charset="0"/>
                <a:ea typeface="黑体" pitchFamily="2" charset="-122"/>
              </a:rPr>
              <a:t>.</a:t>
            </a:r>
            <a:r>
              <a:rPr lang="en-US" altLang="zh-CN" sz="2400" b="1" i="1" err="1">
                <a:solidFill>
                  <a:schemeClr val="accent1"/>
                </a:solidFill>
                <a:latin typeface="Times New Roman" pitchFamily="18" charset="0"/>
                <a:ea typeface="黑体" pitchFamily="2" charset="-122"/>
              </a:rPr>
              <a:t>nptr</a:t>
            </a:r>
            <a:r>
              <a:rPr lang="en-US" altLang="zh-CN" sz="2400" b="1">
                <a:solidFill>
                  <a:schemeClr val="accent1"/>
                </a:solidFill>
                <a:latin typeface="Times New Roman" pitchFamily="18" charset="0"/>
                <a:ea typeface="黑体" pitchFamily="2" charset="-122"/>
              </a:rPr>
              <a:t> = </a:t>
            </a:r>
            <a:r>
              <a:rPr lang="en-US" altLang="zh-CN" sz="2400" b="1" i="1" err="1">
                <a:solidFill>
                  <a:srgbClr val="C00000"/>
                </a:solidFill>
                <a:latin typeface="Times New Roman" pitchFamily="18" charset="0"/>
                <a:ea typeface="黑体" pitchFamily="2" charset="-122"/>
              </a:rPr>
              <a:t>mkLeaf</a:t>
            </a:r>
            <a:r>
              <a:rPr lang="en-US" altLang="zh-CN" sz="2400" b="1" i="1">
                <a:solidFill>
                  <a:srgbClr val="C00000"/>
                </a:solidFill>
                <a:latin typeface="Times New Roman" pitchFamily="18" charset="0"/>
                <a:ea typeface="黑体" pitchFamily="2" charset="-122"/>
              </a:rPr>
              <a:t> </a:t>
            </a:r>
            <a:r>
              <a:rPr lang="en-US" altLang="zh-CN" sz="2400" b="1">
                <a:solidFill>
                  <a:srgbClr val="C00000"/>
                </a:solidFill>
                <a:latin typeface="Times New Roman" pitchFamily="18" charset="0"/>
                <a:ea typeface="黑体" pitchFamily="2" charset="-122"/>
              </a:rPr>
              <a:t>(num, </a:t>
            </a:r>
            <a:r>
              <a:rPr lang="en-US" altLang="zh-CN" sz="2400" b="1" err="1">
                <a:solidFill>
                  <a:srgbClr val="C00000"/>
                </a:solidFill>
                <a:latin typeface="Times New Roman" pitchFamily="18" charset="0"/>
                <a:ea typeface="黑体" pitchFamily="2" charset="-122"/>
              </a:rPr>
              <a:t>num.</a:t>
            </a:r>
            <a:r>
              <a:rPr lang="en-US" altLang="zh-CN" sz="2400" b="1" i="1" err="1">
                <a:solidFill>
                  <a:srgbClr val="C00000"/>
                </a:solidFill>
                <a:latin typeface="Times New Roman" pitchFamily="18" charset="0"/>
                <a:ea typeface="黑体" pitchFamily="2" charset="-122"/>
              </a:rPr>
              <a:t>val</a:t>
            </a:r>
            <a:r>
              <a:rPr lang="en-US" altLang="zh-CN" sz="2400" b="1">
                <a:solidFill>
                  <a:srgbClr val="C00000"/>
                </a:solidFill>
                <a:latin typeface="Times New Roman" pitchFamily="18" charset="0"/>
                <a:ea typeface="黑体" pitchFamily="2" charset="-122"/>
              </a:rPr>
              <a:t>)</a:t>
            </a:r>
            <a:r>
              <a:rPr lang="en-US" altLang="zh-CN" sz="2400">
                <a:solidFill>
                  <a:srgbClr val="C00000"/>
                </a:solidFill>
                <a:latin typeface="Times New Roman" pitchFamily="18" charset="0"/>
                <a:ea typeface="黑体" pitchFamily="2" charset="-122"/>
              </a:rPr>
              <a:t> </a:t>
            </a:r>
            <a:endParaRPr lang="zh-CN" altLang="en-US" sz="2400">
              <a:solidFill>
                <a:srgbClr val="C00000"/>
              </a:solidFill>
            </a:endParaRPr>
          </a:p>
        </p:txBody>
      </p:sp>
      <p:grpSp>
        <p:nvGrpSpPr>
          <p:cNvPr id="10" name="组合 9">
            <a:extLst>
              <a:ext uri="{FF2B5EF4-FFF2-40B4-BE49-F238E27FC236}">
                <a16:creationId xmlns:a16="http://schemas.microsoft.com/office/drawing/2014/main" id="{CF419EE9-EFC3-31EB-0A8E-27AFD6832966}"/>
              </a:ext>
            </a:extLst>
          </p:cNvPr>
          <p:cNvGrpSpPr/>
          <p:nvPr/>
        </p:nvGrpSpPr>
        <p:grpSpPr>
          <a:xfrm>
            <a:off x="4495800" y="2583000"/>
            <a:ext cx="1066800" cy="698500"/>
            <a:chOff x="4495800" y="2583000"/>
            <a:chExt cx="1066800" cy="698500"/>
          </a:xfrm>
        </p:grpSpPr>
        <p:sp>
          <p:nvSpPr>
            <p:cNvPr id="8" name="Rectangle 12">
              <a:extLst>
                <a:ext uri="{FF2B5EF4-FFF2-40B4-BE49-F238E27FC236}">
                  <a16:creationId xmlns:a16="http://schemas.microsoft.com/office/drawing/2014/main" id="{19EF1D32-4D2D-9632-2614-F839D6AB9520}"/>
                </a:ext>
              </a:extLst>
            </p:cNvPr>
            <p:cNvSpPr>
              <a:spLocks noChangeArrowheads="1"/>
            </p:cNvSpPr>
            <p:nvPr/>
          </p:nvSpPr>
          <p:spPr bwMode="auto">
            <a:xfrm>
              <a:off x="4495800" y="2583000"/>
              <a:ext cx="10668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err="1">
                  <a:ea typeface="宋体" panose="02010600030101010101" pitchFamily="2" charset="-122"/>
                </a:rPr>
                <a:t>T</a:t>
              </a:r>
              <a:r>
                <a:rPr lang="en-US" altLang="zh-CN" sz="2400" b="1" err="1">
                  <a:ea typeface="宋体" panose="02010600030101010101" pitchFamily="2" charset="-122"/>
                </a:rPr>
                <a:t>.</a:t>
              </a:r>
              <a:r>
                <a:rPr lang="en-US" altLang="zh-CN" sz="2400" b="1" i="1" err="1">
                  <a:ea typeface="宋体" panose="02010600030101010101" pitchFamily="2" charset="-122"/>
                </a:rPr>
                <a:t>nptr</a:t>
              </a:r>
              <a:endParaRPr lang="en-US" altLang="zh-CN" sz="2400" b="1">
                <a:ea typeface="宋体" panose="02010600030101010101" pitchFamily="2" charset="-122"/>
              </a:endParaRPr>
            </a:p>
          </p:txBody>
        </p:sp>
        <p:sp>
          <p:nvSpPr>
            <p:cNvPr id="9" name="Line 28">
              <a:extLst>
                <a:ext uri="{FF2B5EF4-FFF2-40B4-BE49-F238E27FC236}">
                  <a16:creationId xmlns:a16="http://schemas.microsoft.com/office/drawing/2014/main" id="{11C41F08-AE3C-CD48-C91A-76497EFE1FAD}"/>
                </a:ext>
              </a:extLst>
            </p:cNvPr>
            <p:cNvSpPr>
              <a:spLocks noChangeShapeType="1"/>
            </p:cNvSpPr>
            <p:nvPr/>
          </p:nvSpPr>
          <p:spPr bwMode="auto">
            <a:xfrm flipH="1">
              <a:off x="4895850" y="2960825"/>
              <a:ext cx="0"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13" name="组合 12">
            <a:extLst>
              <a:ext uri="{FF2B5EF4-FFF2-40B4-BE49-F238E27FC236}">
                <a16:creationId xmlns:a16="http://schemas.microsoft.com/office/drawing/2014/main" id="{F1D39E39-FBA0-4CF5-3C9A-596DFE01DF81}"/>
              </a:ext>
            </a:extLst>
          </p:cNvPr>
          <p:cNvGrpSpPr/>
          <p:nvPr/>
        </p:nvGrpSpPr>
        <p:grpSpPr>
          <a:xfrm>
            <a:off x="5334000" y="2811600"/>
            <a:ext cx="533400" cy="1954213"/>
            <a:chOff x="5334000" y="2811600"/>
            <a:chExt cx="533400" cy="1954213"/>
          </a:xfrm>
        </p:grpSpPr>
        <p:sp>
          <p:nvSpPr>
            <p:cNvPr id="11" name="Line 57">
              <a:extLst>
                <a:ext uri="{FF2B5EF4-FFF2-40B4-BE49-F238E27FC236}">
                  <a16:creationId xmlns:a16="http://schemas.microsoft.com/office/drawing/2014/main" id="{389B5E65-9426-461A-75F9-3794354AF34F}"/>
                </a:ext>
              </a:extLst>
            </p:cNvPr>
            <p:cNvSpPr>
              <a:spLocks noChangeShapeType="1"/>
            </p:cNvSpPr>
            <p:nvPr/>
          </p:nvSpPr>
          <p:spPr bwMode="auto">
            <a:xfrm>
              <a:off x="5867400" y="2811600"/>
              <a:ext cx="0" cy="1954213"/>
            </a:xfrm>
            <a:prstGeom prst="line">
              <a:avLst/>
            </a:prstGeom>
            <a:noFill/>
            <a:ln w="25400">
              <a:solidFill>
                <a:srgbClr val="008000"/>
              </a:solidFill>
              <a:prstDash val="lgDash"/>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12" name="Line 58">
              <a:extLst>
                <a:ext uri="{FF2B5EF4-FFF2-40B4-BE49-F238E27FC236}">
                  <a16:creationId xmlns:a16="http://schemas.microsoft.com/office/drawing/2014/main" id="{B9F13D7D-E531-748E-6157-A3CE0478FC43}"/>
                </a:ext>
              </a:extLst>
            </p:cNvPr>
            <p:cNvSpPr>
              <a:spLocks noChangeShapeType="1"/>
            </p:cNvSpPr>
            <p:nvPr/>
          </p:nvSpPr>
          <p:spPr bwMode="auto">
            <a:xfrm flipV="1">
              <a:off x="5334000" y="2811600"/>
              <a:ext cx="533400" cy="0"/>
            </a:xfrm>
            <a:prstGeom prst="line">
              <a:avLst/>
            </a:prstGeom>
            <a:noFill/>
            <a:ln w="25400">
              <a:solidFill>
                <a:srgbClr val="008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14" name="文本框 13">
            <a:extLst>
              <a:ext uri="{FF2B5EF4-FFF2-40B4-BE49-F238E27FC236}">
                <a16:creationId xmlns:a16="http://schemas.microsoft.com/office/drawing/2014/main" id="{ED5AD33A-D1D4-D142-8315-2ED09D4FA07B}"/>
              </a:ext>
            </a:extLst>
          </p:cNvPr>
          <p:cNvSpPr txBox="1"/>
          <p:nvPr/>
        </p:nvSpPr>
        <p:spPr>
          <a:xfrm>
            <a:off x="1853975" y="2698656"/>
            <a:ext cx="2646587" cy="954107"/>
          </a:xfrm>
          <a:prstGeom prst="rect">
            <a:avLst/>
          </a:prstGeom>
          <a:solidFill>
            <a:schemeClr val="accent4">
              <a:lumMod val="20000"/>
              <a:lumOff val="80000"/>
            </a:schemeClr>
          </a:solidFill>
          <a:ln>
            <a:solidFill>
              <a:schemeClr val="accent2"/>
            </a:solidFill>
          </a:ln>
        </p:spPr>
        <p:txBody>
          <a:bodyPr wrap="square">
            <a:spAutoFit/>
          </a:bodyPr>
          <a:lstStyle/>
          <a:p>
            <a:pPr lvl="0" defTabSz="914400" fontAlgn="base">
              <a:spcBef>
                <a:spcPct val="20000"/>
              </a:spcBef>
              <a:spcAft>
                <a:spcPct val="0"/>
              </a:spcAft>
              <a:buClr>
                <a:schemeClr val="folHlink"/>
              </a:buClr>
              <a:buSzPct val="60000"/>
            </a:pPr>
            <a:r>
              <a:rPr lang="zh-CN" altLang="en-US" sz="2800">
                <a:latin typeface="宋体" pitchFamily="2" charset="-122"/>
                <a:ea typeface="黑体" pitchFamily="2" charset="-122"/>
              </a:rPr>
              <a:t>按</a:t>
            </a:r>
            <a:r>
              <a:rPr lang="en-US" altLang="zh-CN" sz="2800" b="1" i="1">
                <a:latin typeface="Times New Roman" pitchFamily="18" charset="0"/>
                <a:ea typeface="黑体" pitchFamily="2" charset="-122"/>
              </a:rPr>
              <a:t>T</a:t>
            </a:r>
            <a:r>
              <a:rPr lang="en-US" altLang="zh-CN" sz="2800" b="1">
                <a:latin typeface="Times New Roman" pitchFamily="18" charset="0"/>
                <a:ea typeface="黑体" pitchFamily="2" charset="-122"/>
              </a:rPr>
              <a:t> </a:t>
            </a:r>
            <a:r>
              <a:rPr lang="en-US" altLang="zh-CN" sz="2800" b="1">
                <a:latin typeface="Times New Roman" pitchFamily="18" charset="0"/>
                <a:ea typeface="黑体" pitchFamily="2" charset="-122"/>
                <a:sym typeface="Symbol" pitchFamily="18" charset="2"/>
              </a:rPr>
              <a:t></a:t>
            </a:r>
            <a:r>
              <a:rPr lang="en-US" altLang="zh-CN" sz="2800" b="1">
                <a:latin typeface="Times New Roman" pitchFamily="18" charset="0"/>
                <a:ea typeface="黑体" pitchFamily="2" charset="-122"/>
              </a:rPr>
              <a:t> </a:t>
            </a:r>
            <a:r>
              <a:rPr lang="en-US" altLang="zh-CN" sz="2800" b="1" i="1">
                <a:latin typeface="Times New Roman" pitchFamily="18" charset="0"/>
                <a:ea typeface="黑体" pitchFamily="2" charset="-122"/>
              </a:rPr>
              <a:t>F</a:t>
            </a:r>
            <a:r>
              <a:rPr lang="zh-CN" altLang="en-US" sz="2800">
                <a:latin typeface="宋体" pitchFamily="2" charset="-122"/>
                <a:ea typeface="黑体" pitchFamily="2" charset="-122"/>
              </a:rPr>
              <a:t>归约</a:t>
            </a:r>
            <a:r>
              <a:rPr lang="zh-CN" altLang="en-US" sz="2800">
                <a:latin typeface="Times New Roman" pitchFamily="18" charset="0"/>
                <a:ea typeface="黑体" pitchFamily="2" charset="-122"/>
              </a:rPr>
              <a:t> </a:t>
            </a:r>
          </a:p>
          <a:p>
            <a:r>
              <a:rPr lang="en-US" altLang="zh-CN" sz="2800" b="1" i="1" err="1">
                <a:solidFill>
                  <a:schemeClr val="accent1"/>
                </a:solidFill>
                <a:latin typeface="Times New Roman" pitchFamily="18" charset="0"/>
                <a:ea typeface="黑体" pitchFamily="2" charset="-122"/>
              </a:rPr>
              <a:t>T</a:t>
            </a:r>
            <a:r>
              <a:rPr lang="en-US" altLang="zh-CN" sz="2800" b="1" err="1">
                <a:solidFill>
                  <a:schemeClr val="accent1"/>
                </a:solidFill>
                <a:latin typeface="Times New Roman" pitchFamily="18" charset="0"/>
                <a:ea typeface="黑体" pitchFamily="2" charset="-122"/>
              </a:rPr>
              <a:t>.</a:t>
            </a:r>
            <a:r>
              <a:rPr lang="en-US" altLang="zh-CN" sz="2800" b="1" i="1" err="1">
                <a:solidFill>
                  <a:schemeClr val="accent1"/>
                </a:solidFill>
                <a:latin typeface="Times New Roman" pitchFamily="18" charset="0"/>
                <a:ea typeface="黑体" pitchFamily="2" charset="-122"/>
              </a:rPr>
              <a:t>nptr</a:t>
            </a:r>
            <a:r>
              <a:rPr lang="en-US" altLang="zh-CN" sz="2800" b="1">
                <a:solidFill>
                  <a:schemeClr val="accent1"/>
                </a:solidFill>
                <a:latin typeface="Times New Roman" pitchFamily="18" charset="0"/>
                <a:ea typeface="黑体" pitchFamily="2" charset="-122"/>
              </a:rPr>
              <a:t> = </a:t>
            </a:r>
            <a:r>
              <a:rPr lang="en-US" altLang="zh-CN" sz="2800" b="1" i="1" err="1">
                <a:solidFill>
                  <a:schemeClr val="accent1"/>
                </a:solidFill>
                <a:latin typeface="Times New Roman" pitchFamily="18" charset="0"/>
                <a:ea typeface="黑体" pitchFamily="2" charset="-122"/>
              </a:rPr>
              <a:t>F</a:t>
            </a:r>
            <a:r>
              <a:rPr lang="en-US" altLang="zh-CN" sz="2800" b="1" err="1">
                <a:solidFill>
                  <a:schemeClr val="accent1"/>
                </a:solidFill>
                <a:latin typeface="Times New Roman" pitchFamily="18" charset="0"/>
                <a:ea typeface="黑体" pitchFamily="2" charset="-122"/>
              </a:rPr>
              <a:t>.</a:t>
            </a:r>
            <a:r>
              <a:rPr lang="en-US" altLang="zh-CN" sz="2800" b="1" i="1" err="1">
                <a:solidFill>
                  <a:schemeClr val="accent1"/>
                </a:solidFill>
                <a:latin typeface="Times New Roman" pitchFamily="18" charset="0"/>
                <a:ea typeface="黑体" pitchFamily="2" charset="-122"/>
              </a:rPr>
              <a:t>nptr</a:t>
            </a:r>
            <a:r>
              <a:rPr lang="en-US" altLang="zh-CN" sz="2800">
                <a:solidFill>
                  <a:schemeClr val="accent1"/>
                </a:solidFill>
                <a:latin typeface="Times New Roman" pitchFamily="18" charset="0"/>
                <a:ea typeface="黑体" pitchFamily="2" charset="-122"/>
              </a:rPr>
              <a:t> </a:t>
            </a:r>
            <a:endParaRPr lang="zh-CN" altLang="en-US" sz="2800">
              <a:solidFill>
                <a:schemeClr val="accent1"/>
              </a:solidFill>
            </a:endParaRPr>
          </a:p>
        </p:txBody>
      </p:sp>
      <p:sp>
        <p:nvSpPr>
          <p:cNvPr id="27" name="Rectangle 4">
            <a:extLst>
              <a:ext uri="{FF2B5EF4-FFF2-40B4-BE49-F238E27FC236}">
                <a16:creationId xmlns:a16="http://schemas.microsoft.com/office/drawing/2014/main" id="{F0F4314F-C832-E3A7-E5D2-3F3759D87914}"/>
              </a:ext>
            </a:extLst>
          </p:cNvPr>
          <p:cNvSpPr>
            <a:spLocks noChangeArrowheads="1"/>
          </p:cNvSpPr>
          <p:nvPr/>
        </p:nvSpPr>
        <p:spPr bwMode="auto">
          <a:xfrm>
            <a:off x="4180114" y="952931"/>
            <a:ext cx="461554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nSpc>
                <a:spcPct val="90000"/>
              </a:lnSpc>
              <a:spcBef>
                <a:spcPct val="0"/>
              </a:spcBef>
              <a:buNone/>
            </a:pPr>
            <a:r>
              <a:rPr lang="zh-CN" altLang="en-US">
                <a:solidFill>
                  <a:srgbClr val="FF0000"/>
                </a:solidFill>
              </a:rPr>
              <a:t>构造</a:t>
            </a:r>
            <a:r>
              <a:rPr lang="en-US" altLang="zh-CN" b="1" i="1">
                <a:solidFill>
                  <a:srgbClr val="FF0000"/>
                </a:solidFill>
              </a:rPr>
              <a:t>a</a:t>
            </a:r>
            <a:r>
              <a:rPr lang="en-US" altLang="zh-CN" b="1">
                <a:solidFill>
                  <a:srgbClr val="FF0000"/>
                </a:solidFill>
              </a:rPr>
              <a:t>+5</a:t>
            </a:r>
            <a:r>
              <a:rPr lang="en-US" altLang="zh-CN" b="1">
                <a:solidFill>
                  <a:srgbClr val="FF0000"/>
                </a:solidFill>
                <a:latin typeface="宋体" panose="02010600030101010101" pitchFamily="2" charset="-122"/>
              </a:rPr>
              <a:t>*</a:t>
            </a:r>
            <a:r>
              <a:rPr lang="en-US" altLang="zh-CN" b="1" i="1">
                <a:solidFill>
                  <a:srgbClr val="FF0000"/>
                </a:solidFill>
              </a:rPr>
              <a:t>b</a:t>
            </a:r>
            <a:r>
              <a:rPr lang="zh-CN" altLang="en-US">
                <a:solidFill>
                  <a:srgbClr val="FF0000"/>
                </a:solidFill>
              </a:rPr>
              <a:t>的抽象语法树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xit" presetSubtype="1" fill="hold" grpId="1" nodeType="clickEffect">
                                  <p:stCondLst>
                                    <p:cond delay="0"/>
                                  </p:stCondLst>
                                  <p:childTnLst>
                                    <p:anim calcmode="lin" valueType="num">
                                      <p:cBhvr additive="base">
                                        <p:cTn id="24" dur="500"/>
                                        <p:tgtEl>
                                          <p:spTgt spid="5"/>
                                        </p:tgtEl>
                                        <p:attrNameLst>
                                          <p:attrName>ppt_x</p:attrName>
                                        </p:attrNameLst>
                                      </p:cBhvr>
                                      <p:tavLst>
                                        <p:tav tm="0">
                                          <p:val>
                                            <p:strVal val="ppt_x"/>
                                          </p:val>
                                        </p:tav>
                                        <p:tav tm="100000">
                                          <p:val>
                                            <p:strVal val="ppt_x"/>
                                          </p:val>
                                        </p:tav>
                                      </p:tavLst>
                                    </p:anim>
                                    <p:anim calcmode="lin" valueType="num">
                                      <p:cBhvr additive="base">
                                        <p:cTn id="25" dur="500"/>
                                        <p:tgtEl>
                                          <p:spTgt spid="5"/>
                                        </p:tgtEl>
                                        <p:attrNameLst>
                                          <p:attrName>ppt_y</p:attrName>
                                        </p:attrNameLst>
                                      </p:cBhvr>
                                      <p:tavLst>
                                        <p:tav tm="0">
                                          <p:val>
                                            <p:strVal val="ppt_y"/>
                                          </p:val>
                                        </p:tav>
                                        <p:tav tm="100000">
                                          <p:val>
                                            <p:strVal val="0-ppt_h/2"/>
                                          </p:val>
                                        </p:tav>
                                      </p:tavLst>
                                    </p:anim>
                                    <p:set>
                                      <p:cBhvr>
                                        <p:cTn id="26" dur="1" fill="hold">
                                          <p:stCondLst>
                                            <p:cond delay="499"/>
                                          </p:stCondLst>
                                        </p:cTn>
                                        <p:tgtEl>
                                          <p:spTgt spid="5"/>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ppt_x"/>
                                          </p:val>
                                        </p:tav>
                                        <p:tav tm="100000">
                                          <p:val>
                                            <p:strVal val="#ppt_x"/>
                                          </p:val>
                                        </p:tav>
                                      </p:tavLst>
                                    </p:anim>
                                    <p:anim calcmode="lin" valueType="num">
                                      <p:cBhvr additive="base">
                                        <p:cTn id="4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xit" presetSubtype="1" fill="hold" grpId="1" nodeType="clickEffect">
                                  <p:stCondLst>
                                    <p:cond delay="0"/>
                                  </p:stCondLst>
                                  <p:childTnLst>
                                    <p:anim calcmode="lin" valueType="num">
                                      <p:cBhvr additive="base">
                                        <p:cTn id="48" dur="500"/>
                                        <p:tgtEl>
                                          <p:spTgt spid="14"/>
                                        </p:tgtEl>
                                        <p:attrNameLst>
                                          <p:attrName>ppt_x</p:attrName>
                                        </p:attrNameLst>
                                      </p:cBhvr>
                                      <p:tavLst>
                                        <p:tav tm="0">
                                          <p:val>
                                            <p:strVal val="ppt_x"/>
                                          </p:val>
                                        </p:tav>
                                        <p:tav tm="100000">
                                          <p:val>
                                            <p:strVal val="ppt_x"/>
                                          </p:val>
                                        </p:tav>
                                      </p:tavLst>
                                    </p:anim>
                                    <p:anim calcmode="lin" valueType="num">
                                      <p:cBhvr additive="base">
                                        <p:cTn id="49" dur="500"/>
                                        <p:tgtEl>
                                          <p:spTgt spid="14"/>
                                        </p:tgtEl>
                                        <p:attrNameLst>
                                          <p:attrName>ppt_y</p:attrName>
                                        </p:attrNameLst>
                                      </p:cBhvr>
                                      <p:tavLst>
                                        <p:tav tm="0">
                                          <p:val>
                                            <p:strVal val="ppt_y"/>
                                          </p:val>
                                        </p:tav>
                                        <p:tav tm="100000">
                                          <p:val>
                                            <p:strVal val="0-ppt_h/2"/>
                                          </p:val>
                                        </p:tav>
                                      </p:tavLst>
                                    </p:anim>
                                    <p:set>
                                      <p:cBhvr>
                                        <p:cTn id="50"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14" grpId="0" animBg="1"/>
      <p:bldP spid="14"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EC887FAE-198A-43A6-83EE-904603320431}"/>
              </a:ext>
            </a:extLst>
          </p:cNvPr>
          <p:cNvSpPr>
            <a:spLocks noGrp="1" noChangeArrowheads="1"/>
          </p:cNvSpPr>
          <p:nvPr>
            <p:ph type="title"/>
          </p:nvPr>
        </p:nvSpPr>
        <p:spPr/>
        <p:txBody>
          <a:bodyPr>
            <a:noAutofit/>
          </a:bodyPr>
          <a:lstStyle/>
          <a:p>
            <a:pPr eaLnBrk="1" hangingPunct="1"/>
            <a:r>
              <a:rPr lang="en-US" altLang="zh-CN" sz="3600"/>
              <a:t>4.2.2 </a:t>
            </a:r>
            <a:r>
              <a:rPr lang="zh-CN" altLang="en-US" sz="3600"/>
              <a:t>构造抽象语法树的</a:t>
            </a:r>
            <a:r>
              <a:rPr lang="en-US" altLang="zh-CN" sz="3600" b="1" i="1"/>
              <a:t>S</a:t>
            </a:r>
            <a:r>
              <a:rPr lang="zh-CN" altLang="en-US" sz="3600"/>
              <a:t>属性定义</a:t>
            </a:r>
          </a:p>
        </p:txBody>
      </p:sp>
      <p:sp>
        <p:nvSpPr>
          <p:cNvPr id="58376" name="Rectangle 8">
            <a:extLst>
              <a:ext uri="{FF2B5EF4-FFF2-40B4-BE49-F238E27FC236}">
                <a16:creationId xmlns:a16="http://schemas.microsoft.com/office/drawing/2014/main" id="{75FD2402-8A28-4F2E-948B-B2574772F88E}"/>
              </a:ext>
            </a:extLst>
          </p:cNvPr>
          <p:cNvSpPr>
            <a:spLocks noChangeArrowheads="1"/>
          </p:cNvSpPr>
          <p:nvPr/>
        </p:nvSpPr>
        <p:spPr bwMode="auto">
          <a:xfrm>
            <a:off x="152400" y="2125800"/>
            <a:ext cx="879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a:ea typeface="宋体" panose="02010600030101010101" pitchFamily="2" charset="-122"/>
              </a:rPr>
              <a:t>E</a:t>
            </a:r>
            <a:r>
              <a:rPr lang="en-US" altLang="zh-CN" sz="2400" b="1">
                <a:ea typeface="宋体" panose="02010600030101010101" pitchFamily="2" charset="-122"/>
              </a:rPr>
              <a:t>.</a:t>
            </a:r>
            <a:r>
              <a:rPr lang="en-US" altLang="zh-CN" sz="2400" b="1" i="1">
                <a:ea typeface="宋体" panose="02010600030101010101" pitchFamily="2" charset="-122"/>
              </a:rPr>
              <a:t>nptr</a:t>
            </a:r>
            <a:endParaRPr lang="en-US" altLang="zh-CN" sz="2400" b="1">
              <a:ea typeface="宋体" panose="02010600030101010101" pitchFamily="2" charset="-122"/>
            </a:endParaRPr>
          </a:p>
        </p:txBody>
      </p:sp>
      <p:sp>
        <p:nvSpPr>
          <p:cNvPr id="58377" name="Rectangle 9">
            <a:extLst>
              <a:ext uri="{FF2B5EF4-FFF2-40B4-BE49-F238E27FC236}">
                <a16:creationId xmlns:a16="http://schemas.microsoft.com/office/drawing/2014/main" id="{C22A4688-0786-4F99-A61C-5D004FEE66BB}"/>
              </a:ext>
            </a:extLst>
          </p:cNvPr>
          <p:cNvSpPr>
            <a:spLocks noChangeArrowheads="1"/>
          </p:cNvSpPr>
          <p:nvPr/>
        </p:nvSpPr>
        <p:spPr bwMode="auto">
          <a:xfrm>
            <a:off x="95250" y="2659200"/>
            <a:ext cx="971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a:ea typeface="宋体" panose="02010600030101010101" pitchFamily="2" charset="-122"/>
              </a:rPr>
              <a:t>T</a:t>
            </a:r>
            <a:r>
              <a:rPr lang="en-US" altLang="zh-CN" sz="2400" b="1">
                <a:ea typeface="宋体" panose="02010600030101010101" pitchFamily="2" charset="-122"/>
              </a:rPr>
              <a:t>.</a:t>
            </a:r>
            <a:r>
              <a:rPr lang="en-US" altLang="zh-CN" sz="2400" b="1" i="1">
                <a:ea typeface="宋体" panose="02010600030101010101" pitchFamily="2" charset="-122"/>
              </a:rPr>
              <a:t>nptr</a:t>
            </a:r>
            <a:endParaRPr lang="en-US" altLang="zh-CN" sz="2400" b="1">
              <a:ea typeface="宋体" panose="02010600030101010101" pitchFamily="2" charset="-122"/>
            </a:endParaRPr>
          </a:p>
        </p:txBody>
      </p:sp>
      <p:sp>
        <p:nvSpPr>
          <p:cNvPr id="58378" name="Rectangle 10">
            <a:extLst>
              <a:ext uri="{FF2B5EF4-FFF2-40B4-BE49-F238E27FC236}">
                <a16:creationId xmlns:a16="http://schemas.microsoft.com/office/drawing/2014/main" id="{68C2F3F9-55FB-4BA0-A0CB-7D3BED10F6B0}"/>
              </a:ext>
            </a:extLst>
          </p:cNvPr>
          <p:cNvSpPr>
            <a:spLocks noChangeArrowheads="1"/>
          </p:cNvSpPr>
          <p:nvPr/>
        </p:nvSpPr>
        <p:spPr bwMode="auto">
          <a:xfrm>
            <a:off x="152400" y="3192600"/>
            <a:ext cx="91281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a:ea typeface="宋体" panose="02010600030101010101" pitchFamily="2" charset="-122"/>
              </a:rPr>
              <a:t>F</a:t>
            </a:r>
            <a:r>
              <a:rPr lang="en-US" altLang="zh-CN" sz="2400" b="1">
                <a:ea typeface="宋体" panose="02010600030101010101" pitchFamily="2" charset="-122"/>
              </a:rPr>
              <a:t>.</a:t>
            </a:r>
            <a:r>
              <a:rPr lang="en-US" altLang="zh-CN" sz="2400" b="1" i="1">
                <a:ea typeface="宋体" panose="02010600030101010101" pitchFamily="2" charset="-122"/>
              </a:rPr>
              <a:t>nptr</a:t>
            </a:r>
          </a:p>
        </p:txBody>
      </p:sp>
      <p:sp>
        <p:nvSpPr>
          <p:cNvPr id="58379" name="Rectangle 11">
            <a:extLst>
              <a:ext uri="{FF2B5EF4-FFF2-40B4-BE49-F238E27FC236}">
                <a16:creationId xmlns:a16="http://schemas.microsoft.com/office/drawing/2014/main" id="{772A62B1-3369-4394-A110-472829D365FB}"/>
              </a:ext>
            </a:extLst>
          </p:cNvPr>
          <p:cNvSpPr>
            <a:spLocks noChangeArrowheads="1"/>
          </p:cNvSpPr>
          <p:nvPr/>
        </p:nvSpPr>
        <p:spPr bwMode="auto">
          <a:xfrm>
            <a:off x="228600" y="3830775"/>
            <a:ext cx="358775"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ea typeface="宋体" panose="02010600030101010101" pitchFamily="2" charset="-122"/>
              </a:rPr>
              <a:t>id</a:t>
            </a:r>
          </a:p>
        </p:txBody>
      </p:sp>
      <p:sp>
        <p:nvSpPr>
          <p:cNvPr id="58388" name="Line 20">
            <a:extLst>
              <a:ext uri="{FF2B5EF4-FFF2-40B4-BE49-F238E27FC236}">
                <a16:creationId xmlns:a16="http://schemas.microsoft.com/office/drawing/2014/main" id="{7A10FC2B-9179-4D25-BC62-5057EFE65F20}"/>
              </a:ext>
            </a:extLst>
          </p:cNvPr>
          <p:cNvSpPr>
            <a:spLocks noChangeShapeType="1"/>
          </p:cNvSpPr>
          <p:nvPr/>
        </p:nvSpPr>
        <p:spPr bwMode="auto">
          <a:xfrm flipH="1">
            <a:off x="322263" y="2479813"/>
            <a:ext cx="1588"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8389" name="Line 21">
            <a:extLst>
              <a:ext uri="{FF2B5EF4-FFF2-40B4-BE49-F238E27FC236}">
                <a16:creationId xmlns:a16="http://schemas.microsoft.com/office/drawing/2014/main" id="{255C987C-D24F-4B1C-BCC9-24984196B817}"/>
              </a:ext>
            </a:extLst>
          </p:cNvPr>
          <p:cNvSpPr>
            <a:spLocks noChangeShapeType="1"/>
          </p:cNvSpPr>
          <p:nvPr/>
        </p:nvSpPr>
        <p:spPr bwMode="auto">
          <a:xfrm flipH="1">
            <a:off x="338138" y="3033850"/>
            <a:ext cx="0"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8390" name="Line 22">
            <a:extLst>
              <a:ext uri="{FF2B5EF4-FFF2-40B4-BE49-F238E27FC236}">
                <a16:creationId xmlns:a16="http://schemas.microsoft.com/office/drawing/2014/main" id="{1A6A5590-F899-40C2-974A-FC60114D5F11}"/>
              </a:ext>
            </a:extLst>
          </p:cNvPr>
          <p:cNvSpPr>
            <a:spLocks noChangeShapeType="1"/>
          </p:cNvSpPr>
          <p:nvPr/>
        </p:nvSpPr>
        <p:spPr bwMode="auto">
          <a:xfrm flipH="1">
            <a:off x="338138" y="3618050"/>
            <a:ext cx="0"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6" name="组合 5">
            <a:extLst>
              <a:ext uri="{FF2B5EF4-FFF2-40B4-BE49-F238E27FC236}">
                <a16:creationId xmlns:a16="http://schemas.microsoft.com/office/drawing/2014/main" id="{01C9D69C-523D-8CCC-369F-58C39A8DCA05}"/>
              </a:ext>
            </a:extLst>
          </p:cNvPr>
          <p:cNvGrpSpPr/>
          <p:nvPr/>
        </p:nvGrpSpPr>
        <p:grpSpPr>
          <a:xfrm>
            <a:off x="4572000" y="3192600"/>
            <a:ext cx="914400" cy="854076"/>
            <a:chOff x="4572000" y="3192600"/>
            <a:chExt cx="914400" cy="854076"/>
          </a:xfrm>
        </p:grpSpPr>
        <p:sp>
          <p:nvSpPr>
            <p:cNvPr id="58383" name="Rectangle 15">
              <a:extLst>
                <a:ext uri="{FF2B5EF4-FFF2-40B4-BE49-F238E27FC236}">
                  <a16:creationId xmlns:a16="http://schemas.microsoft.com/office/drawing/2014/main" id="{E49DFED0-9E54-4650-BF5D-1788CFF66380}"/>
                </a:ext>
              </a:extLst>
            </p:cNvPr>
            <p:cNvSpPr>
              <a:spLocks noChangeArrowheads="1"/>
            </p:cNvSpPr>
            <p:nvPr/>
          </p:nvSpPr>
          <p:spPr bwMode="auto">
            <a:xfrm>
              <a:off x="4572000" y="3192600"/>
              <a:ext cx="9144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err="1">
                  <a:ea typeface="宋体" panose="02010600030101010101" pitchFamily="2" charset="-122"/>
                </a:rPr>
                <a:t>F</a:t>
              </a:r>
              <a:r>
                <a:rPr lang="en-US" altLang="zh-CN" sz="2400" b="1" err="1">
                  <a:ea typeface="宋体" panose="02010600030101010101" pitchFamily="2" charset="-122"/>
                </a:rPr>
                <a:t>.</a:t>
              </a:r>
              <a:r>
                <a:rPr lang="en-US" altLang="zh-CN" sz="2400" b="1" i="1" err="1">
                  <a:ea typeface="宋体" panose="02010600030101010101" pitchFamily="2" charset="-122"/>
                </a:rPr>
                <a:t>nptr</a:t>
              </a:r>
              <a:endParaRPr lang="en-US" altLang="zh-CN" sz="2400" b="1">
                <a:ea typeface="宋体" panose="02010600030101010101" pitchFamily="2" charset="-122"/>
              </a:endParaRPr>
            </a:p>
          </p:txBody>
        </p:sp>
        <p:sp>
          <p:nvSpPr>
            <p:cNvPr id="58386" name="Rectangle 18">
              <a:extLst>
                <a:ext uri="{FF2B5EF4-FFF2-40B4-BE49-F238E27FC236}">
                  <a16:creationId xmlns:a16="http://schemas.microsoft.com/office/drawing/2014/main" id="{C48C98F1-1C91-489F-B754-450648D13948}"/>
                </a:ext>
              </a:extLst>
            </p:cNvPr>
            <p:cNvSpPr>
              <a:spLocks noChangeArrowheads="1"/>
            </p:cNvSpPr>
            <p:nvPr/>
          </p:nvSpPr>
          <p:spPr bwMode="auto">
            <a:xfrm>
              <a:off x="4673600" y="3730763"/>
              <a:ext cx="668338"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ea typeface="宋体" panose="02010600030101010101" pitchFamily="2" charset="-122"/>
                </a:rPr>
                <a:t>num</a:t>
              </a:r>
            </a:p>
          </p:txBody>
        </p:sp>
        <p:sp>
          <p:nvSpPr>
            <p:cNvPr id="58397" name="Line 29">
              <a:extLst>
                <a:ext uri="{FF2B5EF4-FFF2-40B4-BE49-F238E27FC236}">
                  <a16:creationId xmlns:a16="http://schemas.microsoft.com/office/drawing/2014/main" id="{DA713E6A-E91B-4F7E-9172-91CB018B74CE}"/>
                </a:ext>
              </a:extLst>
            </p:cNvPr>
            <p:cNvSpPr>
              <a:spLocks noChangeShapeType="1"/>
            </p:cNvSpPr>
            <p:nvPr/>
          </p:nvSpPr>
          <p:spPr bwMode="auto">
            <a:xfrm flipH="1">
              <a:off x="4895850" y="3543438"/>
              <a:ext cx="0"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58399" name="Group 31">
            <a:extLst>
              <a:ext uri="{FF2B5EF4-FFF2-40B4-BE49-F238E27FC236}">
                <a16:creationId xmlns:a16="http://schemas.microsoft.com/office/drawing/2014/main" id="{3001AD04-5156-4684-B4E3-C0E3F6442348}"/>
              </a:ext>
            </a:extLst>
          </p:cNvPr>
          <p:cNvGrpSpPr>
            <a:grpSpLocks/>
          </p:cNvGrpSpPr>
          <p:nvPr/>
        </p:nvGrpSpPr>
        <p:grpSpPr bwMode="auto">
          <a:xfrm>
            <a:off x="1309688" y="4754700"/>
            <a:ext cx="1258888" cy="654050"/>
            <a:chOff x="2582" y="5834"/>
            <a:chExt cx="1156" cy="673"/>
          </a:xfrm>
        </p:grpSpPr>
        <p:sp>
          <p:nvSpPr>
            <p:cNvPr id="58434" name="Rectangle 32">
              <a:extLst>
                <a:ext uri="{FF2B5EF4-FFF2-40B4-BE49-F238E27FC236}">
                  <a16:creationId xmlns:a16="http://schemas.microsoft.com/office/drawing/2014/main" id="{0556F90F-0F63-4135-B234-5C1366B1C06F}"/>
                </a:ext>
              </a:extLst>
            </p:cNvPr>
            <p:cNvSpPr>
              <a:spLocks noChangeArrowheads="1"/>
            </p:cNvSpPr>
            <p:nvPr/>
          </p:nvSpPr>
          <p:spPr bwMode="auto">
            <a:xfrm>
              <a:off x="2582" y="5834"/>
              <a:ext cx="1156" cy="40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lIns="90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solidFill>
                    <a:schemeClr val="hlink"/>
                  </a:solidFill>
                  <a:ea typeface="宋体" panose="02010600030101010101" pitchFamily="2" charset="-122"/>
                </a:rPr>
                <a:t>id</a:t>
              </a:r>
            </a:p>
          </p:txBody>
        </p:sp>
        <p:sp>
          <p:nvSpPr>
            <p:cNvPr id="58435" name="Line 33">
              <a:extLst>
                <a:ext uri="{FF2B5EF4-FFF2-40B4-BE49-F238E27FC236}">
                  <a16:creationId xmlns:a16="http://schemas.microsoft.com/office/drawing/2014/main" id="{0BF6571C-9BDE-4018-AC9B-85CDBB0CC377}"/>
                </a:ext>
              </a:extLst>
            </p:cNvPr>
            <p:cNvSpPr>
              <a:spLocks noChangeShapeType="1"/>
            </p:cNvSpPr>
            <p:nvPr/>
          </p:nvSpPr>
          <p:spPr bwMode="auto">
            <a:xfrm>
              <a:off x="3150" y="5847"/>
              <a:ext cx="0" cy="420"/>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8436" name="Line 34">
              <a:extLst>
                <a:ext uri="{FF2B5EF4-FFF2-40B4-BE49-F238E27FC236}">
                  <a16:creationId xmlns:a16="http://schemas.microsoft.com/office/drawing/2014/main" id="{62DADF21-A6EB-46CC-BE38-7C80A8CFC7D9}"/>
                </a:ext>
              </a:extLst>
            </p:cNvPr>
            <p:cNvSpPr>
              <a:spLocks noChangeShapeType="1"/>
            </p:cNvSpPr>
            <p:nvPr/>
          </p:nvSpPr>
          <p:spPr bwMode="auto">
            <a:xfrm>
              <a:off x="3420" y="6057"/>
              <a:ext cx="0" cy="450"/>
            </a:xfrm>
            <a:prstGeom prst="line">
              <a:avLst/>
            </a:prstGeom>
            <a:noFill/>
            <a:ln w="25400">
              <a:solidFill>
                <a:srgbClr val="FF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grpSp>
      <p:sp>
        <p:nvSpPr>
          <p:cNvPr id="58404" name="Rectangle 50">
            <a:extLst>
              <a:ext uri="{FF2B5EF4-FFF2-40B4-BE49-F238E27FC236}">
                <a16:creationId xmlns:a16="http://schemas.microsoft.com/office/drawing/2014/main" id="{A6B00F19-19B3-47B5-A3EE-F79C856D6388}"/>
              </a:ext>
            </a:extLst>
          </p:cNvPr>
          <p:cNvSpPr>
            <a:spLocks noChangeArrowheads="1"/>
          </p:cNvSpPr>
          <p:nvPr/>
        </p:nvSpPr>
        <p:spPr bwMode="auto">
          <a:xfrm>
            <a:off x="304800" y="5402400"/>
            <a:ext cx="3505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a:t>指向符号表中</a:t>
            </a:r>
            <a:r>
              <a:rPr lang="en-US" altLang="zh-CN" sz="2800" b="1" i="1">
                <a:ea typeface="宋体" panose="02010600030101010101" pitchFamily="2" charset="-122"/>
              </a:rPr>
              <a:t>a</a:t>
            </a:r>
            <a:r>
              <a:rPr lang="zh-CN" altLang="en-US" sz="2800"/>
              <a:t>的入口</a:t>
            </a:r>
          </a:p>
        </p:txBody>
      </p:sp>
      <p:sp>
        <p:nvSpPr>
          <p:cNvPr id="58407" name="Line 53">
            <a:extLst>
              <a:ext uri="{FF2B5EF4-FFF2-40B4-BE49-F238E27FC236}">
                <a16:creationId xmlns:a16="http://schemas.microsoft.com/office/drawing/2014/main" id="{BE7894BE-114A-49E4-A6CC-852C20951576}"/>
              </a:ext>
            </a:extLst>
          </p:cNvPr>
          <p:cNvSpPr>
            <a:spLocks noChangeShapeType="1"/>
          </p:cNvSpPr>
          <p:nvPr/>
        </p:nvSpPr>
        <p:spPr bwMode="auto">
          <a:xfrm>
            <a:off x="1676400" y="2357575"/>
            <a:ext cx="0" cy="2435225"/>
          </a:xfrm>
          <a:prstGeom prst="line">
            <a:avLst/>
          </a:prstGeom>
          <a:noFill/>
          <a:ln w="25400">
            <a:solidFill>
              <a:srgbClr val="008000"/>
            </a:solidFill>
            <a:prstDash val="lgDash"/>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58408" name="Line 54">
            <a:extLst>
              <a:ext uri="{FF2B5EF4-FFF2-40B4-BE49-F238E27FC236}">
                <a16:creationId xmlns:a16="http://schemas.microsoft.com/office/drawing/2014/main" id="{B10E0AF6-F376-40D1-B556-E0318E1BABF2}"/>
              </a:ext>
            </a:extLst>
          </p:cNvPr>
          <p:cNvSpPr>
            <a:spLocks noChangeShapeType="1"/>
          </p:cNvSpPr>
          <p:nvPr/>
        </p:nvSpPr>
        <p:spPr bwMode="auto">
          <a:xfrm>
            <a:off x="990600" y="2354400"/>
            <a:ext cx="609600" cy="0"/>
          </a:xfrm>
          <a:prstGeom prst="line">
            <a:avLst/>
          </a:prstGeom>
          <a:noFill/>
          <a:ln w="25400">
            <a:solidFill>
              <a:srgbClr val="008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8409" name="Line 55">
            <a:extLst>
              <a:ext uri="{FF2B5EF4-FFF2-40B4-BE49-F238E27FC236}">
                <a16:creationId xmlns:a16="http://schemas.microsoft.com/office/drawing/2014/main" id="{7429CCC0-8BAB-46AC-BD89-AB4603FD4D29}"/>
              </a:ext>
            </a:extLst>
          </p:cNvPr>
          <p:cNvSpPr>
            <a:spLocks noChangeShapeType="1"/>
          </p:cNvSpPr>
          <p:nvPr/>
        </p:nvSpPr>
        <p:spPr bwMode="auto">
          <a:xfrm>
            <a:off x="963613" y="2930663"/>
            <a:ext cx="560388" cy="33338"/>
          </a:xfrm>
          <a:prstGeom prst="line">
            <a:avLst/>
          </a:prstGeom>
          <a:noFill/>
          <a:ln w="25400">
            <a:solidFill>
              <a:srgbClr val="008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8410" name="Line 56">
            <a:extLst>
              <a:ext uri="{FF2B5EF4-FFF2-40B4-BE49-F238E27FC236}">
                <a16:creationId xmlns:a16="http://schemas.microsoft.com/office/drawing/2014/main" id="{CB66B30E-156C-4266-89B4-BF8903B9096B}"/>
              </a:ext>
            </a:extLst>
          </p:cNvPr>
          <p:cNvSpPr>
            <a:spLocks noChangeShapeType="1"/>
          </p:cNvSpPr>
          <p:nvPr/>
        </p:nvSpPr>
        <p:spPr bwMode="auto">
          <a:xfrm>
            <a:off x="963613" y="3500575"/>
            <a:ext cx="439738" cy="0"/>
          </a:xfrm>
          <a:prstGeom prst="line">
            <a:avLst/>
          </a:prstGeom>
          <a:noFill/>
          <a:ln w="25400">
            <a:solidFill>
              <a:srgbClr val="008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8420" name="Line 66">
            <a:extLst>
              <a:ext uri="{FF2B5EF4-FFF2-40B4-BE49-F238E27FC236}">
                <a16:creationId xmlns:a16="http://schemas.microsoft.com/office/drawing/2014/main" id="{A9DBD4F2-359E-4FF5-94DD-0C3EBA97F112}"/>
              </a:ext>
            </a:extLst>
          </p:cNvPr>
          <p:cNvSpPr>
            <a:spLocks noChangeShapeType="1"/>
          </p:cNvSpPr>
          <p:nvPr/>
        </p:nvSpPr>
        <p:spPr bwMode="auto">
          <a:xfrm flipH="1">
            <a:off x="1371600" y="3497400"/>
            <a:ext cx="0" cy="1271588"/>
          </a:xfrm>
          <a:prstGeom prst="line">
            <a:avLst/>
          </a:prstGeom>
          <a:noFill/>
          <a:ln w="25400">
            <a:solidFill>
              <a:srgbClr val="008000"/>
            </a:solidFill>
            <a:prstDash val="lgDash"/>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58421" name="Line 67">
            <a:extLst>
              <a:ext uri="{FF2B5EF4-FFF2-40B4-BE49-F238E27FC236}">
                <a16:creationId xmlns:a16="http://schemas.microsoft.com/office/drawing/2014/main" id="{62DDB457-ECB1-4C7F-955F-AA73CF30FC55}"/>
              </a:ext>
            </a:extLst>
          </p:cNvPr>
          <p:cNvSpPr>
            <a:spLocks noChangeShapeType="1"/>
          </p:cNvSpPr>
          <p:nvPr/>
        </p:nvSpPr>
        <p:spPr bwMode="auto">
          <a:xfrm flipH="1">
            <a:off x="1524000" y="2964000"/>
            <a:ext cx="0" cy="1804988"/>
          </a:xfrm>
          <a:prstGeom prst="line">
            <a:avLst/>
          </a:prstGeom>
          <a:noFill/>
          <a:ln w="25400">
            <a:solidFill>
              <a:srgbClr val="008000"/>
            </a:solidFill>
            <a:prstDash val="lgDash"/>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grpSp>
        <p:nvGrpSpPr>
          <p:cNvPr id="7" name="组合 6">
            <a:extLst>
              <a:ext uri="{FF2B5EF4-FFF2-40B4-BE49-F238E27FC236}">
                <a16:creationId xmlns:a16="http://schemas.microsoft.com/office/drawing/2014/main" id="{A464A8C5-5157-C3BB-3854-B8363B3A5580}"/>
              </a:ext>
            </a:extLst>
          </p:cNvPr>
          <p:cNvGrpSpPr/>
          <p:nvPr/>
        </p:nvGrpSpPr>
        <p:grpSpPr>
          <a:xfrm>
            <a:off x="5410200" y="3421200"/>
            <a:ext cx="1327151" cy="1770063"/>
            <a:chOff x="5410200" y="3421200"/>
            <a:chExt cx="1327151" cy="1770063"/>
          </a:xfrm>
        </p:grpSpPr>
        <p:grpSp>
          <p:nvGrpSpPr>
            <p:cNvPr id="58401" name="Group 39">
              <a:extLst>
                <a:ext uri="{FF2B5EF4-FFF2-40B4-BE49-F238E27FC236}">
                  <a16:creationId xmlns:a16="http://schemas.microsoft.com/office/drawing/2014/main" id="{5B76C217-850A-4104-BD7C-5AD7224965AB}"/>
                </a:ext>
              </a:extLst>
            </p:cNvPr>
            <p:cNvGrpSpPr>
              <a:grpSpLocks/>
            </p:cNvGrpSpPr>
            <p:nvPr/>
          </p:nvGrpSpPr>
          <p:grpSpPr bwMode="auto">
            <a:xfrm>
              <a:off x="5478463" y="4770575"/>
              <a:ext cx="1258888" cy="420688"/>
              <a:chOff x="6306" y="5910"/>
              <a:chExt cx="1156" cy="433"/>
            </a:xfrm>
          </p:grpSpPr>
          <p:sp>
            <p:nvSpPr>
              <p:cNvPr id="58429" name="Rectangle 40">
                <a:extLst>
                  <a:ext uri="{FF2B5EF4-FFF2-40B4-BE49-F238E27FC236}">
                    <a16:creationId xmlns:a16="http://schemas.microsoft.com/office/drawing/2014/main" id="{219829E1-6593-4ACF-8535-9CF8315FB5C7}"/>
                  </a:ext>
                </a:extLst>
              </p:cNvPr>
              <p:cNvSpPr>
                <a:spLocks noChangeArrowheads="1"/>
              </p:cNvSpPr>
              <p:nvPr/>
            </p:nvSpPr>
            <p:spPr bwMode="auto">
              <a:xfrm>
                <a:off x="6306" y="5910"/>
                <a:ext cx="1156" cy="40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lIns="54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solidFill>
                      <a:schemeClr val="hlink"/>
                    </a:solidFill>
                    <a:ea typeface="宋体" panose="02010600030101010101" pitchFamily="2" charset="-122"/>
                  </a:rPr>
                  <a:t>num  5</a:t>
                </a:r>
              </a:p>
            </p:txBody>
          </p:sp>
          <p:sp>
            <p:nvSpPr>
              <p:cNvPr id="58430" name="Line 41">
                <a:extLst>
                  <a:ext uri="{FF2B5EF4-FFF2-40B4-BE49-F238E27FC236}">
                    <a16:creationId xmlns:a16="http://schemas.microsoft.com/office/drawing/2014/main" id="{E65B89EF-EA8D-4F81-B12F-5417B57A23C8}"/>
                  </a:ext>
                </a:extLst>
              </p:cNvPr>
              <p:cNvSpPr>
                <a:spLocks noChangeShapeType="1"/>
              </p:cNvSpPr>
              <p:nvPr/>
            </p:nvSpPr>
            <p:spPr bwMode="auto">
              <a:xfrm>
                <a:off x="6874" y="5923"/>
                <a:ext cx="0" cy="420"/>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58413" name="Line 59">
              <a:extLst>
                <a:ext uri="{FF2B5EF4-FFF2-40B4-BE49-F238E27FC236}">
                  <a16:creationId xmlns:a16="http://schemas.microsoft.com/office/drawing/2014/main" id="{03579EEA-5B62-41E6-A086-F9BA8265D462}"/>
                </a:ext>
              </a:extLst>
            </p:cNvPr>
            <p:cNvSpPr>
              <a:spLocks noChangeShapeType="1"/>
            </p:cNvSpPr>
            <p:nvPr/>
          </p:nvSpPr>
          <p:spPr bwMode="auto">
            <a:xfrm>
              <a:off x="5410200" y="3421200"/>
              <a:ext cx="261938" cy="0"/>
            </a:xfrm>
            <a:prstGeom prst="line">
              <a:avLst/>
            </a:prstGeom>
            <a:noFill/>
            <a:ln w="25400">
              <a:solidFill>
                <a:srgbClr val="008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8422" name="Line 68">
              <a:extLst>
                <a:ext uri="{FF2B5EF4-FFF2-40B4-BE49-F238E27FC236}">
                  <a16:creationId xmlns:a16="http://schemas.microsoft.com/office/drawing/2014/main" id="{3EB07E1A-3140-48D6-A293-E9F960939D90}"/>
                </a:ext>
              </a:extLst>
            </p:cNvPr>
            <p:cNvSpPr>
              <a:spLocks noChangeShapeType="1"/>
            </p:cNvSpPr>
            <p:nvPr/>
          </p:nvSpPr>
          <p:spPr bwMode="auto">
            <a:xfrm>
              <a:off x="5638800" y="3421200"/>
              <a:ext cx="0" cy="1371600"/>
            </a:xfrm>
            <a:prstGeom prst="line">
              <a:avLst/>
            </a:prstGeom>
            <a:noFill/>
            <a:ln w="25400">
              <a:solidFill>
                <a:srgbClr val="008000"/>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9F62D071-7E71-DE66-6D26-5F93235D014B}"/>
              </a:ext>
            </a:extLst>
          </p:cNvPr>
          <p:cNvSpPr>
            <a:spLocks noGrp="1"/>
          </p:cNvSpPr>
          <p:nvPr>
            <p:ph type="dt" sz="half" idx="10"/>
          </p:nvPr>
        </p:nvSpPr>
        <p:spPr/>
        <p:txBody>
          <a:bodyPr/>
          <a:lstStyle/>
          <a:p>
            <a:fld id="{7CD5E2B8-AA14-41EA-BF1A-9FE616349EFB}"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03D44CE4-EF0A-1F1D-DA32-BBFFE638A61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0F00E781-E16B-391D-DC48-D4A60BB3C35F}"/>
              </a:ext>
            </a:extLst>
          </p:cNvPr>
          <p:cNvSpPr>
            <a:spLocks noGrp="1"/>
          </p:cNvSpPr>
          <p:nvPr>
            <p:ph type="sldNum" sz="quarter" idx="12"/>
          </p:nvPr>
        </p:nvSpPr>
        <p:spPr/>
        <p:txBody>
          <a:bodyPr/>
          <a:lstStyle/>
          <a:p>
            <a:fld id="{094DEB03-EFC6-4C20-8FC8-295189A5386F}" type="slidenum">
              <a:rPr lang="zh-CN" altLang="en-US" smtClean="0"/>
              <a:pPr/>
              <a:t>21</a:t>
            </a:fld>
            <a:endParaRPr lang="zh-CN" altLang="en-US"/>
          </a:p>
        </p:txBody>
      </p:sp>
      <p:grpSp>
        <p:nvGrpSpPr>
          <p:cNvPr id="10" name="组合 9">
            <a:extLst>
              <a:ext uri="{FF2B5EF4-FFF2-40B4-BE49-F238E27FC236}">
                <a16:creationId xmlns:a16="http://schemas.microsoft.com/office/drawing/2014/main" id="{CF419EE9-EFC3-31EB-0A8E-27AFD6832966}"/>
              </a:ext>
            </a:extLst>
          </p:cNvPr>
          <p:cNvGrpSpPr/>
          <p:nvPr/>
        </p:nvGrpSpPr>
        <p:grpSpPr>
          <a:xfrm>
            <a:off x="4495800" y="2583000"/>
            <a:ext cx="1066800" cy="698500"/>
            <a:chOff x="4495800" y="2583000"/>
            <a:chExt cx="1066800" cy="698500"/>
          </a:xfrm>
        </p:grpSpPr>
        <p:sp>
          <p:nvSpPr>
            <p:cNvPr id="8" name="Rectangle 12">
              <a:extLst>
                <a:ext uri="{FF2B5EF4-FFF2-40B4-BE49-F238E27FC236}">
                  <a16:creationId xmlns:a16="http://schemas.microsoft.com/office/drawing/2014/main" id="{19EF1D32-4D2D-9632-2614-F839D6AB9520}"/>
                </a:ext>
              </a:extLst>
            </p:cNvPr>
            <p:cNvSpPr>
              <a:spLocks noChangeArrowheads="1"/>
            </p:cNvSpPr>
            <p:nvPr/>
          </p:nvSpPr>
          <p:spPr bwMode="auto">
            <a:xfrm>
              <a:off x="4495800" y="2583000"/>
              <a:ext cx="10668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err="1">
                  <a:ea typeface="宋体" panose="02010600030101010101" pitchFamily="2" charset="-122"/>
                </a:rPr>
                <a:t>T</a:t>
              </a:r>
              <a:r>
                <a:rPr lang="en-US" altLang="zh-CN" sz="2400" b="1" err="1">
                  <a:ea typeface="宋体" panose="02010600030101010101" pitchFamily="2" charset="-122"/>
                </a:rPr>
                <a:t>.</a:t>
              </a:r>
              <a:r>
                <a:rPr lang="en-US" altLang="zh-CN" sz="2400" b="1" i="1" err="1">
                  <a:ea typeface="宋体" panose="02010600030101010101" pitchFamily="2" charset="-122"/>
                </a:rPr>
                <a:t>nptr</a:t>
              </a:r>
              <a:endParaRPr lang="en-US" altLang="zh-CN" sz="2400" b="1">
                <a:ea typeface="宋体" panose="02010600030101010101" pitchFamily="2" charset="-122"/>
              </a:endParaRPr>
            </a:p>
          </p:txBody>
        </p:sp>
        <p:sp>
          <p:nvSpPr>
            <p:cNvPr id="9" name="Line 28">
              <a:extLst>
                <a:ext uri="{FF2B5EF4-FFF2-40B4-BE49-F238E27FC236}">
                  <a16:creationId xmlns:a16="http://schemas.microsoft.com/office/drawing/2014/main" id="{11C41F08-AE3C-CD48-C91A-76497EFE1FAD}"/>
                </a:ext>
              </a:extLst>
            </p:cNvPr>
            <p:cNvSpPr>
              <a:spLocks noChangeShapeType="1"/>
            </p:cNvSpPr>
            <p:nvPr/>
          </p:nvSpPr>
          <p:spPr bwMode="auto">
            <a:xfrm flipH="1">
              <a:off x="4895850" y="2960825"/>
              <a:ext cx="0"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13" name="组合 12">
            <a:extLst>
              <a:ext uri="{FF2B5EF4-FFF2-40B4-BE49-F238E27FC236}">
                <a16:creationId xmlns:a16="http://schemas.microsoft.com/office/drawing/2014/main" id="{F1D39E39-FBA0-4CF5-3C9A-596DFE01DF81}"/>
              </a:ext>
            </a:extLst>
          </p:cNvPr>
          <p:cNvGrpSpPr/>
          <p:nvPr/>
        </p:nvGrpSpPr>
        <p:grpSpPr>
          <a:xfrm>
            <a:off x="5334000" y="2811600"/>
            <a:ext cx="533400" cy="1954213"/>
            <a:chOff x="5334000" y="2811600"/>
            <a:chExt cx="533400" cy="1954213"/>
          </a:xfrm>
        </p:grpSpPr>
        <p:sp>
          <p:nvSpPr>
            <p:cNvPr id="11" name="Line 57">
              <a:extLst>
                <a:ext uri="{FF2B5EF4-FFF2-40B4-BE49-F238E27FC236}">
                  <a16:creationId xmlns:a16="http://schemas.microsoft.com/office/drawing/2014/main" id="{389B5E65-9426-461A-75F9-3794354AF34F}"/>
                </a:ext>
              </a:extLst>
            </p:cNvPr>
            <p:cNvSpPr>
              <a:spLocks noChangeShapeType="1"/>
            </p:cNvSpPr>
            <p:nvPr/>
          </p:nvSpPr>
          <p:spPr bwMode="auto">
            <a:xfrm>
              <a:off x="5867400" y="2811600"/>
              <a:ext cx="0" cy="1954213"/>
            </a:xfrm>
            <a:prstGeom prst="line">
              <a:avLst/>
            </a:prstGeom>
            <a:noFill/>
            <a:ln w="25400">
              <a:solidFill>
                <a:srgbClr val="008000"/>
              </a:solidFill>
              <a:prstDash val="lgDash"/>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12" name="Line 58">
              <a:extLst>
                <a:ext uri="{FF2B5EF4-FFF2-40B4-BE49-F238E27FC236}">
                  <a16:creationId xmlns:a16="http://schemas.microsoft.com/office/drawing/2014/main" id="{B9F13D7D-E531-748E-6157-A3CE0478FC43}"/>
                </a:ext>
              </a:extLst>
            </p:cNvPr>
            <p:cNvSpPr>
              <a:spLocks noChangeShapeType="1"/>
            </p:cNvSpPr>
            <p:nvPr/>
          </p:nvSpPr>
          <p:spPr bwMode="auto">
            <a:xfrm flipV="1">
              <a:off x="5334000" y="2811600"/>
              <a:ext cx="533400" cy="0"/>
            </a:xfrm>
            <a:prstGeom prst="line">
              <a:avLst/>
            </a:prstGeom>
            <a:noFill/>
            <a:ln w="25400">
              <a:solidFill>
                <a:srgbClr val="008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24" name="组合 23">
            <a:extLst>
              <a:ext uri="{FF2B5EF4-FFF2-40B4-BE49-F238E27FC236}">
                <a16:creationId xmlns:a16="http://schemas.microsoft.com/office/drawing/2014/main" id="{E5C4138F-0D7F-6184-538F-83027841EBDD}"/>
              </a:ext>
            </a:extLst>
          </p:cNvPr>
          <p:cNvGrpSpPr/>
          <p:nvPr/>
        </p:nvGrpSpPr>
        <p:grpSpPr>
          <a:xfrm>
            <a:off x="8001000" y="2567125"/>
            <a:ext cx="914400" cy="996951"/>
            <a:chOff x="8001000" y="2567125"/>
            <a:chExt cx="914400" cy="996951"/>
          </a:xfrm>
        </p:grpSpPr>
        <p:sp>
          <p:nvSpPr>
            <p:cNvPr id="15" name="Rectangle 16">
              <a:extLst>
                <a:ext uri="{FF2B5EF4-FFF2-40B4-BE49-F238E27FC236}">
                  <a16:creationId xmlns:a16="http://schemas.microsoft.com/office/drawing/2014/main" id="{C476E5EE-9F66-1B2C-7945-1FF209C8D70C}"/>
                </a:ext>
              </a:extLst>
            </p:cNvPr>
            <p:cNvSpPr>
              <a:spLocks noChangeArrowheads="1"/>
            </p:cNvSpPr>
            <p:nvPr/>
          </p:nvSpPr>
          <p:spPr bwMode="auto">
            <a:xfrm>
              <a:off x="8001000" y="2567125"/>
              <a:ext cx="914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err="1">
                  <a:ea typeface="宋体" panose="02010600030101010101" pitchFamily="2" charset="-122"/>
                </a:rPr>
                <a:t>F</a:t>
              </a:r>
              <a:r>
                <a:rPr lang="en-US" altLang="zh-CN" sz="2400" b="1" err="1">
                  <a:ea typeface="宋体" panose="02010600030101010101" pitchFamily="2" charset="-122"/>
                </a:rPr>
                <a:t>.</a:t>
              </a:r>
              <a:r>
                <a:rPr lang="en-US" altLang="zh-CN" sz="2400" b="1" i="1" err="1">
                  <a:ea typeface="宋体" panose="02010600030101010101" pitchFamily="2" charset="-122"/>
                </a:rPr>
                <a:t>nptr</a:t>
              </a:r>
              <a:endParaRPr lang="en-US" altLang="zh-CN" sz="2400" b="1">
                <a:ea typeface="宋体" panose="02010600030101010101" pitchFamily="2" charset="-122"/>
              </a:endParaRPr>
            </a:p>
          </p:txBody>
        </p:sp>
        <p:sp>
          <p:nvSpPr>
            <p:cNvPr id="16" name="Rectangle 17">
              <a:extLst>
                <a:ext uri="{FF2B5EF4-FFF2-40B4-BE49-F238E27FC236}">
                  <a16:creationId xmlns:a16="http://schemas.microsoft.com/office/drawing/2014/main" id="{BADB5F49-75BC-373A-C1A5-4BF4C3AA7DD1}"/>
                </a:ext>
              </a:extLst>
            </p:cNvPr>
            <p:cNvSpPr>
              <a:spLocks noChangeArrowheads="1"/>
            </p:cNvSpPr>
            <p:nvPr/>
          </p:nvSpPr>
          <p:spPr bwMode="auto">
            <a:xfrm>
              <a:off x="8181975" y="3219588"/>
              <a:ext cx="373063"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ea typeface="宋体" panose="02010600030101010101" pitchFamily="2" charset="-122"/>
                </a:rPr>
                <a:t>id</a:t>
              </a:r>
            </a:p>
          </p:txBody>
        </p:sp>
        <p:sp>
          <p:nvSpPr>
            <p:cNvPr id="17" name="Line 30">
              <a:extLst>
                <a:ext uri="{FF2B5EF4-FFF2-40B4-BE49-F238E27FC236}">
                  <a16:creationId xmlns:a16="http://schemas.microsoft.com/office/drawing/2014/main" id="{DEB03E7F-096B-15A4-035D-B07185F23B21}"/>
                </a:ext>
              </a:extLst>
            </p:cNvPr>
            <p:cNvSpPr>
              <a:spLocks noChangeShapeType="1"/>
            </p:cNvSpPr>
            <p:nvPr/>
          </p:nvSpPr>
          <p:spPr bwMode="auto">
            <a:xfrm flipH="1">
              <a:off x="8288338" y="2975113"/>
              <a:ext cx="1588"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27" name="组合 26">
            <a:extLst>
              <a:ext uri="{FF2B5EF4-FFF2-40B4-BE49-F238E27FC236}">
                <a16:creationId xmlns:a16="http://schemas.microsoft.com/office/drawing/2014/main" id="{E0B31163-4473-2F65-710A-323C29C2FA23}"/>
              </a:ext>
            </a:extLst>
          </p:cNvPr>
          <p:cNvGrpSpPr/>
          <p:nvPr/>
        </p:nvGrpSpPr>
        <p:grpSpPr>
          <a:xfrm>
            <a:off x="5646738" y="2917963"/>
            <a:ext cx="3497263" cy="3016250"/>
            <a:chOff x="5646738" y="2917963"/>
            <a:chExt cx="3497263" cy="3016250"/>
          </a:xfrm>
        </p:grpSpPr>
        <p:grpSp>
          <p:nvGrpSpPr>
            <p:cNvPr id="25" name="组合 24">
              <a:extLst>
                <a:ext uri="{FF2B5EF4-FFF2-40B4-BE49-F238E27FC236}">
                  <a16:creationId xmlns:a16="http://schemas.microsoft.com/office/drawing/2014/main" id="{7168B913-5C44-27DA-4688-FC85B2A5E139}"/>
                </a:ext>
              </a:extLst>
            </p:cNvPr>
            <p:cNvGrpSpPr/>
            <p:nvPr/>
          </p:nvGrpSpPr>
          <p:grpSpPr>
            <a:xfrm>
              <a:off x="5646738" y="4770575"/>
              <a:ext cx="3497263" cy="1163638"/>
              <a:chOff x="5646738" y="4770575"/>
              <a:chExt cx="3497263" cy="1163638"/>
            </a:xfrm>
          </p:grpSpPr>
          <p:grpSp>
            <p:nvGrpSpPr>
              <p:cNvPr id="18" name="Group 35">
                <a:extLst>
                  <a:ext uri="{FF2B5EF4-FFF2-40B4-BE49-F238E27FC236}">
                    <a16:creationId xmlns:a16="http://schemas.microsoft.com/office/drawing/2014/main" id="{43ACD53D-36F8-8750-4905-E95E887B67EC}"/>
                  </a:ext>
                </a:extLst>
              </p:cNvPr>
              <p:cNvGrpSpPr>
                <a:grpSpLocks/>
              </p:cNvGrpSpPr>
              <p:nvPr/>
            </p:nvGrpSpPr>
            <p:grpSpPr bwMode="auto">
              <a:xfrm>
                <a:off x="7615238" y="4770575"/>
                <a:ext cx="1258888" cy="654050"/>
                <a:chOff x="2582" y="5834"/>
                <a:chExt cx="1156" cy="673"/>
              </a:xfrm>
            </p:grpSpPr>
            <p:sp>
              <p:nvSpPr>
                <p:cNvPr id="19" name="Rectangle 36">
                  <a:extLst>
                    <a:ext uri="{FF2B5EF4-FFF2-40B4-BE49-F238E27FC236}">
                      <a16:creationId xmlns:a16="http://schemas.microsoft.com/office/drawing/2014/main" id="{ADC12D71-0E11-2C86-09D2-98D1FE98148C}"/>
                    </a:ext>
                  </a:extLst>
                </p:cNvPr>
                <p:cNvSpPr>
                  <a:spLocks noChangeArrowheads="1"/>
                </p:cNvSpPr>
                <p:nvPr/>
              </p:nvSpPr>
              <p:spPr bwMode="auto">
                <a:xfrm>
                  <a:off x="2582" y="5834"/>
                  <a:ext cx="1156" cy="40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lIns="90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solidFill>
                        <a:schemeClr val="hlink"/>
                      </a:solidFill>
                      <a:ea typeface="宋体" panose="02010600030101010101" pitchFamily="2" charset="-122"/>
                    </a:rPr>
                    <a:t>id</a:t>
                  </a:r>
                </a:p>
              </p:txBody>
            </p:sp>
            <p:sp>
              <p:nvSpPr>
                <p:cNvPr id="20" name="Line 37">
                  <a:extLst>
                    <a:ext uri="{FF2B5EF4-FFF2-40B4-BE49-F238E27FC236}">
                      <a16:creationId xmlns:a16="http://schemas.microsoft.com/office/drawing/2014/main" id="{045D9408-4DF1-88CD-87C7-F01B17E7A1B7}"/>
                    </a:ext>
                  </a:extLst>
                </p:cNvPr>
                <p:cNvSpPr>
                  <a:spLocks noChangeShapeType="1"/>
                </p:cNvSpPr>
                <p:nvPr/>
              </p:nvSpPr>
              <p:spPr bwMode="auto">
                <a:xfrm>
                  <a:off x="3150" y="5847"/>
                  <a:ext cx="0" cy="420"/>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 name="Line 38">
                  <a:extLst>
                    <a:ext uri="{FF2B5EF4-FFF2-40B4-BE49-F238E27FC236}">
                      <a16:creationId xmlns:a16="http://schemas.microsoft.com/office/drawing/2014/main" id="{AA1E4C62-F66B-6A1D-5758-44D1769DDC73}"/>
                    </a:ext>
                  </a:extLst>
                </p:cNvPr>
                <p:cNvSpPr>
                  <a:spLocks noChangeShapeType="1"/>
                </p:cNvSpPr>
                <p:nvPr/>
              </p:nvSpPr>
              <p:spPr bwMode="auto">
                <a:xfrm>
                  <a:off x="3420" y="6057"/>
                  <a:ext cx="0" cy="450"/>
                </a:xfrm>
                <a:prstGeom prst="line">
                  <a:avLst/>
                </a:prstGeom>
                <a:noFill/>
                <a:ln w="25400">
                  <a:solidFill>
                    <a:srgbClr val="FF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grpSp>
          <p:sp>
            <p:nvSpPr>
              <p:cNvPr id="22" name="Rectangle 51">
                <a:extLst>
                  <a:ext uri="{FF2B5EF4-FFF2-40B4-BE49-F238E27FC236}">
                    <a16:creationId xmlns:a16="http://schemas.microsoft.com/office/drawing/2014/main" id="{6D58BDF5-0499-D539-B79A-BFA0D9876233}"/>
                  </a:ext>
                </a:extLst>
              </p:cNvPr>
              <p:cNvSpPr>
                <a:spLocks noChangeArrowheads="1"/>
              </p:cNvSpPr>
              <p:nvPr/>
            </p:nvSpPr>
            <p:spPr bwMode="auto">
              <a:xfrm>
                <a:off x="5646738" y="5402400"/>
                <a:ext cx="3497263"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a:t>指向符号表中</a:t>
                </a:r>
                <a:r>
                  <a:rPr lang="en-US" altLang="zh-CN" sz="2800" b="1" i="1">
                    <a:ea typeface="宋体" panose="02010600030101010101" pitchFamily="2" charset="-122"/>
                  </a:rPr>
                  <a:t>b</a:t>
                </a:r>
                <a:r>
                  <a:rPr lang="zh-CN" altLang="en-US" sz="2800"/>
                  <a:t>的入口</a:t>
                </a:r>
              </a:p>
            </p:txBody>
          </p:sp>
        </p:grpSp>
        <p:sp>
          <p:nvSpPr>
            <p:cNvPr id="23" name="Freeform 65">
              <a:extLst>
                <a:ext uri="{FF2B5EF4-FFF2-40B4-BE49-F238E27FC236}">
                  <a16:creationId xmlns:a16="http://schemas.microsoft.com/office/drawing/2014/main" id="{2241C6EE-BF71-1F04-4031-2E9ED4511A41}"/>
                </a:ext>
              </a:extLst>
            </p:cNvPr>
            <p:cNvSpPr>
              <a:spLocks/>
            </p:cNvSpPr>
            <p:nvPr/>
          </p:nvSpPr>
          <p:spPr bwMode="auto">
            <a:xfrm>
              <a:off x="8031163" y="2917963"/>
              <a:ext cx="595313" cy="1836738"/>
            </a:xfrm>
            <a:custGeom>
              <a:avLst/>
              <a:gdLst>
                <a:gd name="T0" fmla="*/ 38 w 546"/>
                <a:gd name="T1" fmla="*/ 0 h 1890"/>
                <a:gd name="T2" fmla="*/ 38 w 546"/>
                <a:gd name="T3" fmla="*/ 42 h 1890"/>
                <a:gd name="T4" fmla="*/ 30 w 546"/>
                <a:gd name="T5" fmla="*/ 53 h 1890"/>
                <a:gd name="T6" fmla="*/ 15 w 546"/>
                <a:gd name="T7" fmla="*/ 58 h 1890"/>
                <a:gd name="T8" fmla="*/ 0 w 546"/>
                <a:gd name="T9" fmla="*/ 61 h 1890"/>
                <a:gd name="T10" fmla="*/ 0 60000 65536"/>
                <a:gd name="T11" fmla="*/ 0 60000 65536"/>
                <a:gd name="T12" fmla="*/ 0 60000 65536"/>
                <a:gd name="T13" fmla="*/ 0 60000 65536"/>
                <a:gd name="T14" fmla="*/ 0 60000 65536"/>
                <a:gd name="T15" fmla="*/ 0 w 546"/>
                <a:gd name="T16" fmla="*/ 0 h 1890"/>
                <a:gd name="T17" fmla="*/ 546 w 546"/>
                <a:gd name="T18" fmla="*/ 1890 h 1890"/>
              </a:gdLst>
              <a:ahLst/>
              <a:cxnLst>
                <a:cxn ang="T10">
                  <a:pos x="T0" y="T1"/>
                </a:cxn>
                <a:cxn ang="T11">
                  <a:pos x="T2" y="T3"/>
                </a:cxn>
                <a:cxn ang="T12">
                  <a:pos x="T4" y="T5"/>
                </a:cxn>
                <a:cxn ang="T13">
                  <a:pos x="T6" y="T7"/>
                </a:cxn>
                <a:cxn ang="T14">
                  <a:pos x="T8" y="T9"/>
                </a:cxn>
              </a:cxnLst>
              <a:rect l="T15" t="T16" r="T17" b="T18"/>
              <a:pathLst>
                <a:path w="546" h="1890">
                  <a:moveTo>
                    <a:pt x="526" y="0"/>
                  </a:moveTo>
                  <a:cubicBezTo>
                    <a:pt x="536" y="509"/>
                    <a:pt x="546" y="1018"/>
                    <a:pt x="526" y="1290"/>
                  </a:cubicBezTo>
                  <a:cubicBezTo>
                    <a:pt x="506" y="1562"/>
                    <a:pt x="458" y="1552"/>
                    <a:pt x="406" y="1634"/>
                  </a:cubicBezTo>
                  <a:cubicBezTo>
                    <a:pt x="354" y="1716"/>
                    <a:pt x="279" y="1742"/>
                    <a:pt x="211" y="1785"/>
                  </a:cubicBezTo>
                  <a:cubicBezTo>
                    <a:pt x="143" y="1828"/>
                    <a:pt x="44" y="1868"/>
                    <a:pt x="0" y="1890"/>
                  </a:cubicBezTo>
                </a:path>
              </a:pathLst>
            </a:custGeom>
            <a:noFill/>
            <a:ln w="25400" cap="flat">
              <a:solidFill>
                <a:srgbClr val="008000"/>
              </a:solidFill>
              <a:prstDash val="lgDash"/>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grpSp>
      <p:sp>
        <p:nvSpPr>
          <p:cNvPr id="26" name="文本框 25">
            <a:extLst>
              <a:ext uri="{FF2B5EF4-FFF2-40B4-BE49-F238E27FC236}">
                <a16:creationId xmlns:a16="http://schemas.microsoft.com/office/drawing/2014/main" id="{5A86E70B-F35A-A9FF-18EA-EB7ACE9D1456}"/>
              </a:ext>
            </a:extLst>
          </p:cNvPr>
          <p:cNvSpPr txBox="1"/>
          <p:nvPr/>
        </p:nvSpPr>
        <p:spPr>
          <a:xfrm>
            <a:off x="4876802" y="1728191"/>
            <a:ext cx="4114798" cy="830997"/>
          </a:xfrm>
          <a:prstGeom prst="rect">
            <a:avLst/>
          </a:prstGeom>
          <a:solidFill>
            <a:schemeClr val="accent4">
              <a:lumMod val="20000"/>
              <a:lumOff val="80000"/>
            </a:schemeClr>
          </a:solidFill>
          <a:ln>
            <a:solidFill>
              <a:schemeClr val="accent2"/>
            </a:solidFill>
          </a:ln>
        </p:spPr>
        <p:txBody>
          <a:bodyPr wrap="square">
            <a:spAutoFit/>
          </a:bodyPr>
          <a:lstStyle/>
          <a:p>
            <a:r>
              <a:rPr kumimoji="0" lang="zh-CN" altLang="en-US" sz="2400" b="0" i="0" u="none" strike="noStrike" cap="none" normalizeH="0" baseline="0">
                <a:ln>
                  <a:noFill/>
                </a:ln>
                <a:solidFill>
                  <a:schemeClr val="tx1"/>
                </a:solidFill>
                <a:effectLst/>
                <a:latin typeface="宋体" pitchFamily="2" charset="-122"/>
                <a:ea typeface="黑体" pitchFamily="2" charset="-122"/>
              </a:rPr>
              <a:t>按</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400" b="0" i="0" u="none" strike="noStrike" cap="none" normalizeH="0" baseline="0">
                <a:ln>
                  <a:noFill/>
                </a:ln>
                <a:solidFill>
                  <a:schemeClr val="tx1"/>
                </a:solidFill>
                <a:effectLst/>
                <a:latin typeface="宋体" pitchFamily="2" charset="-122"/>
                <a:ea typeface="黑体" pitchFamily="2" charset="-122"/>
              </a:rPr>
              <a:t>归约</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endParaRPr lang="en-US" altLang="zh-CN" sz="2400" b="1" i="1">
              <a:solidFill>
                <a:schemeClr val="accent1"/>
              </a:solidFill>
              <a:latin typeface="Times New Roman" pitchFamily="18" charset="0"/>
              <a:ea typeface="黑体" pitchFamily="2" charset="-122"/>
            </a:endParaRPr>
          </a:p>
          <a:p>
            <a:r>
              <a:rPr lang="en-US" altLang="zh-CN" sz="2400" b="1" i="1" err="1">
                <a:solidFill>
                  <a:schemeClr val="accent1"/>
                </a:solidFill>
                <a:latin typeface="Times New Roman" pitchFamily="18" charset="0"/>
                <a:ea typeface="黑体" pitchFamily="2" charset="-122"/>
              </a:rPr>
              <a:t>F</a:t>
            </a:r>
            <a:r>
              <a:rPr lang="en-US" altLang="zh-CN" sz="2400" b="1" err="1">
                <a:solidFill>
                  <a:schemeClr val="accent1"/>
                </a:solidFill>
                <a:latin typeface="Times New Roman" pitchFamily="18" charset="0"/>
                <a:ea typeface="黑体" pitchFamily="2" charset="-122"/>
              </a:rPr>
              <a:t>.</a:t>
            </a:r>
            <a:r>
              <a:rPr lang="en-US" altLang="zh-CN" sz="2400" b="1" i="1" err="1">
                <a:solidFill>
                  <a:schemeClr val="accent1"/>
                </a:solidFill>
                <a:latin typeface="Times New Roman" pitchFamily="18" charset="0"/>
                <a:ea typeface="黑体" pitchFamily="2" charset="-122"/>
              </a:rPr>
              <a:t>nptr</a:t>
            </a:r>
            <a:r>
              <a:rPr lang="en-US" altLang="zh-CN" sz="2400" b="1">
                <a:solidFill>
                  <a:schemeClr val="accent1"/>
                </a:solidFill>
                <a:latin typeface="Times New Roman" pitchFamily="18" charset="0"/>
                <a:ea typeface="黑体" pitchFamily="2" charset="-122"/>
              </a:rPr>
              <a:t> =</a:t>
            </a:r>
            <a:r>
              <a:rPr lang="en-US" altLang="zh-CN" sz="2400" b="1">
                <a:solidFill>
                  <a:srgbClr val="C00000"/>
                </a:solidFill>
                <a:latin typeface="Times New Roman" pitchFamily="18" charset="0"/>
                <a:ea typeface="黑体" pitchFamily="2" charset="-122"/>
              </a:rPr>
              <a:t> </a:t>
            </a:r>
            <a:r>
              <a:rPr lang="en-US" altLang="zh-CN" sz="2400" b="1" i="1" err="1">
                <a:solidFill>
                  <a:srgbClr val="C00000"/>
                </a:solidFill>
                <a:latin typeface="Times New Roman" pitchFamily="18" charset="0"/>
                <a:ea typeface="黑体" pitchFamily="2" charset="-122"/>
              </a:rPr>
              <a:t>mkLeaf</a:t>
            </a:r>
            <a:r>
              <a:rPr lang="en-US" altLang="zh-CN" sz="2400" b="1" i="1">
                <a:solidFill>
                  <a:srgbClr val="C00000"/>
                </a:solidFill>
                <a:latin typeface="Times New Roman" pitchFamily="18" charset="0"/>
                <a:ea typeface="黑体" pitchFamily="2" charset="-122"/>
              </a:rPr>
              <a:t> </a:t>
            </a:r>
            <a:r>
              <a:rPr lang="en-US" altLang="zh-CN" sz="2400" b="1">
                <a:solidFill>
                  <a:srgbClr val="C00000"/>
                </a:solidFill>
                <a:latin typeface="Times New Roman" pitchFamily="18" charset="0"/>
                <a:ea typeface="黑体" pitchFamily="2" charset="-122"/>
              </a:rPr>
              <a:t>(id, </a:t>
            </a:r>
            <a:r>
              <a:rPr lang="en-US" altLang="zh-CN" sz="2400" b="1" err="1">
                <a:solidFill>
                  <a:srgbClr val="C00000"/>
                </a:solidFill>
                <a:latin typeface="Times New Roman" pitchFamily="18" charset="0"/>
                <a:ea typeface="黑体" pitchFamily="2" charset="-122"/>
              </a:rPr>
              <a:t>id.</a:t>
            </a:r>
            <a:r>
              <a:rPr lang="en-US" altLang="zh-CN" sz="2400" b="1" i="1" err="1">
                <a:solidFill>
                  <a:srgbClr val="C00000"/>
                </a:solidFill>
                <a:latin typeface="Times New Roman" pitchFamily="18" charset="0"/>
                <a:ea typeface="黑体" pitchFamily="2" charset="-122"/>
              </a:rPr>
              <a:t>entry</a:t>
            </a:r>
            <a:r>
              <a:rPr lang="en-US" altLang="zh-CN" sz="2400" b="1">
                <a:solidFill>
                  <a:srgbClr val="C00000"/>
                </a:solidFill>
                <a:latin typeface="Times New Roman" pitchFamily="18" charset="0"/>
                <a:ea typeface="黑体" pitchFamily="2" charset="-122"/>
              </a:rPr>
              <a:t>)</a:t>
            </a:r>
            <a:r>
              <a:rPr lang="en-US" altLang="zh-CN" sz="2400">
                <a:solidFill>
                  <a:srgbClr val="C00000"/>
                </a:solidFill>
                <a:latin typeface="Times New Roman" pitchFamily="18" charset="0"/>
                <a:ea typeface="黑体" pitchFamily="2" charset="-122"/>
              </a:rPr>
              <a:t> </a:t>
            </a:r>
            <a:endParaRPr lang="zh-CN" altLang="en-US" sz="2400"/>
          </a:p>
        </p:txBody>
      </p:sp>
      <p:sp>
        <p:nvSpPr>
          <p:cNvPr id="28" name="Rectangle 4">
            <a:extLst>
              <a:ext uri="{FF2B5EF4-FFF2-40B4-BE49-F238E27FC236}">
                <a16:creationId xmlns:a16="http://schemas.microsoft.com/office/drawing/2014/main" id="{D7DAEDD7-63B2-9565-84BE-9485725E973F}"/>
              </a:ext>
            </a:extLst>
          </p:cNvPr>
          <p:cNvSpPr>
            <a:spLocks noChangeArrowheads="1"/>
          </p:cNvSpPr>
          <p:nvPr/>
        </p:nvSpPr>
        <p:spPr bwMode="auto">
          <a:xfrm>
            <a:off x="4180114" y="952931"/>
            <a:ext cx="461554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nSpc>
                <a:spcPct val="90000"/>
              </a:lnSpc>
              <a:spcBef>
                <a:spcPct val="0"/>
              </a:spcBef>
              <a:buNone/>
            </a:pPr>
            <a:r>
              <a:rPr lang="zh-CN" altLang="en-US">
                <a:solidFill>
                  <a:srgbClr val="FF0000"/>
                </a:solidFill>
              </a:rPr>
              <a:t>构造</a:t>
            </a:r>
            <a:r>
              <a:rPr lang="en-US" altLang="zh-CN" b="1" i="1">
                <a:solidFill>
                  <a:srgbClr val="FF0000"/>
                </a:solidFill>
              </a:rPr>
              <a:t>a</a:t>
            </a:r>
            <a:r>
              <a:rPr lang="en-US" altLang="zh-CN" b="1">
                <a:solidFill>
                  <a:srgbClr val="FF0000"/>
                </a:solidFill>
              </a:rPr>
              <a:t>+5</a:t>
            </a:r>
            <a:r>
              <a:rPr lang="en-US" altLang="zh-CN" b="1">
                <a:solidFill>
                  <a:srgbClr val="FF0000"/>
                </a:solidFill>
                <a:latin typeface="宋体" panose="02010600030101010101" pitchFamily="2" charset="-122"/>
              </a:rPr>
              <a:t>*</a:t>
            </a:r>
            <a:r>
              <a:rPr lang="en-US" altLang="zh-CN" b="1" i="1">
                <a:solidFill>
                  <a:srgbClr val="FF0000"/>
                </a:solidFill>
              </a:rPr>
              <a:t>b</a:t>
            </a:r>
            <a:r>
              <a:rPr lang="zh-CN" altLang="en-US">
                <a:solidFill>
                  <a:srgbClr val="FF0000"/>
                </a:solidFill>
              </a:rPr>
              <a:t>的抽象语法树</a:t>
            </a:r>
          </a:p>
        </p:txBody>
      </p:sp>
    </p:spTree>
    <p:extLst>
      <p:ext uri="{BB962C8B-B14F-4D97-AF65-F5344CB8AC3E}">
        <p14:creationId xmlns:p14="http://schemas.microsoft.com/office/powerpoint/2010/main" val="1449082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anim calcmode="lin" valueType="num">
                                      <p:cBhvr additive="base">
                                        <p:cTn id="13" dur="500" fill="hold"/>
                                        <p:tgtEl>
                                          <p:spTgt spid="26"/>
                                        </p:tgtEl>
                                        <p:attrNameLst>
                                          <p:attrName>ppt_x</p:attrName>
                                        </p:attrNameLst>
                                      </p:cBhvr>
                                      <p:tavLst>
                                        <p:tav tm="0">
                                          <p:val>
                                            <p:strVal val="#ppt_x"/>
                                          </p:val>
                                        </p:tav>
                                        <p:tav tm="100000">
                                          <p:val>
                                            <p:strVal val="#ppt_x"/>
                                          </p:val>
                                        </p:tav>
                                      </p:tavLst>
                                    </p:anim>
                                    <p:anim calcmode="lin" valueType="num">
                                      <p:cBhvr additive="base">
                                        <p:cTn id="14"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500" fill="hold"/>
                                        <p:tgtEl>
                                          <p:spTgt spid="27"/>
                                        </p:tgtEl>
                                        <p:attrNameLst>
                                          <p:attrName>ppt_x</p:attrName>
                                        </p:attrNameLst>
                                      </p:cBhvr>
                                      <p:tavLst>
                                        <p:tav tm="0">
                                          <p:val>
                                            <p:strVal val="#ppt_x"/>
                                          </p:val>
                                        </p:tav>
                                        <p:tav tm="100000">
                                          <p:val>
                                            <p:strVal val="#ppt_x"/>
                                          </p:val>
                                        </p:tav>
                                      </p:tavLst>
                                    </p:anim>
                                    <p:anim calcmode="lin" valueType="num">
                                      <p:cBhvr additive="base">
                                        <p:cTn id="20"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xit" presetSubtype="1" fill="hold" grpId="1" nodeType="clickEffect">
                                  <p:stCondLst>
                                    <p:cond delay="0"/>
                                  </p:stCondLst>
                                  <p:childTnLst>
                                    <p:anim calcmode="lin" valueType="num">
                                      <p:cBhvr additive="base">
                                        <p:cTn id="24" dur="500"/>
                                        <p:tgtEl>
                                          <p:spTgt spid="26"/>
                                        </p:tgtEl>
                                        <p:attrNameLst>
                                          <p:attrName>ppt_x</p:attrName>
                                        </p:attrNameLst>
                                      </p:cBhvr>
                                      <p:tavLst>
                                        <p:tav tm="0">
                                          <p:val>
                                            <p:strVal val="ppt_x"/>
                                          </p:val>
                                        </p:tav>
                                        <p:tav tm="100000">
                                          <p:val>
                                            <p:strVal val="ppt_x"/>
                                          </p:val>
                                        </p:tav>
                                      </p:tavLst>
                                    </p:anim>
                                    <p:anim calcmode="lin" valueType="num">
                                      <p:cBhvr additive="base">
                                        <p:cTn id="25" dur="500"/>
                                        <p:tgtEl>
                                          <p:spTgt spid="26"/>
                                        </p:tgtEl>
                                        <p:attrNameLst>
                                          <p:attrName>ppt_y</p:attrName>
                                        </p:attrNameLst>
                                      </p:cBhvr>
                                      <p:tavLst>
                                        <p:tav tm="0">
                                          <p:val>
                                            <p:strVal val="ppt_y"/>
                                          </p:val>
                                        </p:tav>
                                        <p:tav tm="100000">
                                          <p:val>
                                            <p:strVal val="0-ppt_h/2"/>
                                          </p:val>
                                        </p:tav>
                                      </p:tavLst>
                                    </p:anim>
                                    <p:set>
                                      <p:cBhvr>
                                        <p:cTn id="26" dur="1" fill="hold">
                                          <p:stCondLst>
                                            <p:cond delay="499"/>
                                          </p:stCondLst>
                                        </p:cTn>
                                        <p:tgtEl>
                                          <p:spTgt spid="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6"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EC887FAE-198A-43A6-83EE-904603320431}"/>
              </a:ext>
            </a:extLst>
          </p:cNvPr>
          <p:cNvSpPr>
            <a:spLocks noGrp="1" noChangeArrowheads="1"/>
          </p:cNvSpPr>
          <p:nvPr>
            <p:ph type="title"/>
          </p:nvPr>
        </p:nvSpPr>
        <p:spPr/>
        <p:txBody>
          <a:bodyPr>
            <a:noAutofit/>
          </a:bodyPr>
          <a:lstStyle/>
          <a:p>
            <a:pPr eaLnBrk="1" hangingPunct="1"/>
            <a:r>
              <a:rPr lang="en-US" altLang="zh-CN" sz="3600"/>
              <a:t>4.2.2 </a:t>
            </a:r>
            <a:r>
              <a:rPr lang="zh-CN" altLang="en-US" sz="3600"/>
              <a:t>构造抽象语法树的</a:t>
            </a:r>
            <a:r>
              <a:rPr lang="en-US" altLang="zh-CN" sz="3600" b="1" i="1"/>
              <a:t>S</a:t>
            </a:r>
            <a:r>
              <a:rPr lang="zh-CN" altLang="en-US" sz="3600"/>
              <a:t>属性定义</a:t>
            </a:r>
          </a:p>
        </p:txBody>
      </p:sp>
      <p:sp>
        <p:nvSpPr>
          <p:cNvPr id="58376" name="Rectangle 8">
            <a:extLst>
              <a:ext uri="{FF2B5EF4-FFF2-40B4-BE49-F238E27FC236}">
                <a16:creationId xmlns:a16="http://schemas.microsoft.com/office/drawing/2014/main" id="{75FD2402-8A28-4F2E-948B-B2574772F88E}"/>
              </a:ext>
            </a:extLst>
          </p:cNvPr>
          <p:cNvSpPr>
            <a:spLocks noChangeArrowheads="1"/>
          </p:cNvSpPr>
          <p:nvPr/>
        </p:nvSpPr>
        <p:spPr bwMode="auto">
          <a:xfrm>
            <a:off x="152400" y="2125800"/>
            <a:ext cx="879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err="1">
                <a:ea typeface="宋体" panose="02010600030101010101" pitchFamily="2" charset="-122"/>
              </a:rPr>
              <a:t>E</a:t>
            </a:r>
            <a:r>
              <a:rPr lang="en-US" altLang="zh-CN" sz="2400" b="1" err="1">
                <a:ea typeface="宋体" panose="02010600030101010101" pitchFamily="2" charset="-122"/>
              </a:rPr>
              <a:t>.</a:t>
            </a:r>
            <a:r>
              <a:rPr lang="en-US" altLang="zh-CN" sz="2400" b="1" i="1" err="1">
                <a:ea typeface="宋体" panose="02010600030101010101" pitchFamily="2" charset="-122"/>
              </a:rPr>
              <a:t>nptr</a:t>
            </a:r>
            <a:endParaRPr lang="en-US" altLang="zh-CN" sz="2400" b="1">
              <a:ea typeface="宋体" panose="02010600030101010101" pitchFamily="2" charset="-122"/>
            </a:endParaRPr>
          </a:p>
        </p:txBody>
      </p:sp>
      <p:sp>
        <p:nvSpPr>
          <p:cNvPr id="58377" name="Rectangle 9">
            <a:extLst>
              <a:ext uri="{FF2B5EF4-FFF2-40B4-BE49-F238E27FC236}">
                <a16:creationId xmlns:a16="http://schemas.microsoft.com/office/drawing/2014/main" id="{C22A4688-0786-4F99-A61C-5D004FEE66BB}"/>
              </a:ext>
            </a:extLst>
          </p:cNvPr>
          <p:cNvSpPr>
            <a:spLocks noChangeArrowheads="1"/>
          </p:cNvSpPr>
          <p:nvPr/>
        </p:nvSpPr>
        <p:spPr bwMode="auto">
          <a:xfrm>
            <a:off x="95250" y="2659200"/>
            <a:ext cx="971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a:ea typeface="宋体" panose="02010600030101010101" pitchFamily="2" charset="-122"/>
              </a:rPr>
              <a:t>T</a:t>
            </a:r>
            <a:r>
              <a:rPr lang="en-US" altLang="zh-CN" sz="2400" b="1">
                <a:ea typeface="宋体" panose="02010600030101010101" pitchFamily="2" charset="-122"/>
              </a:rPr>
              <a:t>.</a:t>
            </a:r>
            <a:r>
              <a:rPr lang="en-US" altLang="zh-CN" sz="2400" b="1" i="1">
                <a:ea typeface="宋体" panose="02010600030101010101" pitchFamily="2" charset="-122"/>
              </a:rPr>
              <a:t>nptr</a:t>
            </a:r>
            <a:endParaRPr lang="en-US" altLang="zh-CN" sz="2400" b="1">
              <a:ea typeface="宋体" panose="02010600030101010101" pitchFamily="2" charset="-122"/>
            </a:endParaRPr>
          </a:p>
        </p:txBody>
      </p:sp>
      <p:sp>
        <p:nvSpPr>
          <p:cNvPr id="58378" name="Rectangle 10">
            <a:extLst>
              <a:ext uri="{FF2B5EF4-FFF2-40B4-BE49-F238E27FC236}">
                <a16:creationId xmlns:a16="http://schemas.microsoft.com/office/drawing/2014/main" id="{68C2F3F9-55FB-4BA0-A0CB-7D3BED10F6B0}"/>
              </a:ext>
            </a:extLst>
          </p:cNvPr>
          <p:cNvSpPr>
            <a:spLocks noChangeArrowheads="1"/>
          </p:cNvSpPr>
          <p:nvPr/>
        </p:nvSpPr>
        <p:spPr bwMode="auto">
          <a:xfrm>
            <a:off x="152400" y="3192600"/>
            <a:ext cx="91281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a:ea typeface="宋体" panose="02010600030101010101" pitchFamily="2" charset="-122"/>
              </a:rPr>
              <a:t>F</a:t>
            </a:r>
            <a:r>
              <a:rPr lang="en-US" altLang="zh-CN" sz="2400" b="1">
                <a:ea typeface="宋体" panose="02010600030101010101" pitchFamily="2" charset="-122"/>
              </a:rPr>
              <a:t>.</a:t>
            </a:r>
            <a:r>
              <a:rPr lang="en-US" altLang="zh-CN" sz="2400" b="1" i="1">
                <a:ea typeface="宋体" panose="02010600030101010101" pitchFamily="2" charset="-122"/>
              </a:rPr>
              <a:t>nptr</a:t>
            </a:r>
          </a:p>
        </p:txBody>
      </p:sp>
      <p:sp>
        <p:nvSpPr>
          <p:cNvPr id="58379" name="Rectangle 11">
            <a:extLst>
              <a:ext uri="{FF2B5EF4-FFF2-40B4-BE49-F238E27FC236}">
                <a16:creationId xmlns:a16="http://schemas.microsoft.com/office/drawing/2014/main" id="{772A62B1-3369-4394-A110-472829D365FB}"/>
              </a:ext>
            </a:extLst>
          </p:cNvPr>
          <p:cNvSpPr>
            <a:spLocks noChangeArrowheads="1"/>
          </p:cNvSpPr>
          <p:nvPr/>
        </p:nvSpPr>
        <p:spPr bwMode="auto">
          <a:xfrm>
            <a:off x="228600" y="3830775"/>
            <a:ext cx="358775"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ea typeface="宋体" panose="02010600030101010101" pitchFamily="2" charset="-122"/>
              </a:rPr>
              <a:t>id</a:t>
            </a:r>
          </a:p>
        </p:txBody>
      </p:sp>
      <p:sp>
        <p:nvSpPr>
          <p:cNvPr id="58388" name="Line 20">
            <a:extLst>
              <a:ext uri="{FF2B5EF4-FFF2-40B4-BE49-F238E27FC236}">
                <a16:creationId xmlns:a16="http://schemas.microsoft.com/office/drawing/2014/main" id="{7A10FC2B-9179-4D25-BC62-5057EFE65F20}"/>
              </a:ext>
            </a:extLst>
          </p:cNvPr>
          <p:cNvSpPr>
            <a:spLocks noChangeShapeType="1"/>
          </p:cNvSpPr>
          <p:nvPr/>
        </p:nvSpPr>
        <p:spPr bwMode="auto">
          <a:xfrm flipH="1">
            <a:off x="322263" y="2479813"/>
            <a:ext cx="1588"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8389" name="Line 21">
            <a:extLst>
              <a:ext uri="{FF2B5EF4-FFF2-40B4-BE49-F238E27FC236}">
                <a16:creationId xmlns:a16="http://schemas.microsoft.com/office/drawing/2014/main" id="{255C987C-D24F-4B1C-BCC9-24984196B817}"/>
              </a:ext>
            </a:extLst>
          </p:cNvPr>
          <p:cNvSpPr>
            <a:spLocks noChangeShapeType="1"/>
          </p:cNvSpPr>
          <p:nvPr/>
        </p:nvSpPr>
        <p:spPr bwMode="auto">
          <a:xfrm flipH="1">
            <a:off x="338138" y="3033850"/>
            <a:ext cx="0"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8390" name="Line 22">
            <a:extLst>
              <a:ext uri="{FF2B5EF4-FFF2-40B4-BE49-F238E27FC236}">
                <a16:creationId xmlns:a16="http://schemas.microsoft.com/office/drawing/2014/main" id="{1A6A5590-F899-40C2-974A-FC60114D5F11}"/>
              </a:ext>
            </a:extLst>
          </p:cNvPr>
          <p:cNvSpPr>
            <a:spLocks noChangeShapeType="1"/>
          </p:cNvSpPr>
          <p:nvPr/>
        </p:nvSpPr>
        <p:spPr bwMode="auto">
          <a:xfrm flipH="1">
            <a:off x="338138" y="3618050"/>
            <a:ext cx="0"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6" name="组合 5">
            <a:extLst>
              <a:ext uri="{FF2B5EF4-FFF2-40B4-BE49-F238E27FC236}">
                <a16:creationId xmlns:a16="http://schemas.microsoft.com/office/drawing/2014/main" id="{01C9D69C-523D-8CCC-369F-58C39A8DCA05}"/>
              </a:ext>
            </a:extLst>
          </p:cNvPr>
          <p:cNvGrpSpPr/>
          <p:nvPr/>
        </p:nvGrpSpPr>
        <p:grpSpPr>
          <a:xfrm>
            <a:off x="4572000" y="3192600"/>
            <a:ext cx="914400" cy="854076"/>
            <a:chOff x="4572000" y="3192600"/>
            <a:chExt cx="914400" cy="854076"/>
          </a:xfrm>
        </p:grpSpPr>
        <p:sp>
          <p:nvSpPr>
            <p:cNvPr id="58383" name="Rectangle 15">
              <a:extLst>
                <a:ext uri="{FF2B5EF4-FFF2-40B4-BE49-F238E27FC236}">
                  <a16:creationId xmlns:a16="http://schemas.microsoft.com/office/drawing/2014/main" id="{E49DFED0-9E54-4650-BF5D-1788CFF66380}"/>
                </a:ext>
              </a:extLst>
            </p:cNvPr>
            <p:cNvSpPr>
              <a:spLocks noChangeArrowheads="1"/>
            </p:cNvSpPr>
            <p:nvPr/>
          </p:nvSpPr>
          <p:spPr bwMode="auto">
            <a:xfrm>
              <a:off x="4572000" y="3192600"/>
              <a:ext cx="9144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err="1">
                  <a:ea typeface="宋体" panose="02010600030101010101" pitchFamily="2" charset="-122"/>
                </a:rPr>
                <a:t>F</a:t>
              </a:r>
              <a:r>
                <a:rPr lang="en-US" altLang="zh-CN" sz="2400" b="1" err="1">
                  <a:ea typeface="宋体" panose="02010600030101010101" pitchFamily="2" charset="-122"/>
                </a:rPr>
                <a:t>.</a:t>
              </a:r>
              <a:r>
                <a:rPr lang="en-US" altLang="zh-CN" sz="2400" b="1" i="1" err="1">
                  <a:ea typeface="宋体" panose="02010600030101010101" pitchFamily="2" charset="-122"/>
                </a:rPr>
                <a:t>nptr</a:t>
              </a:r>
              <a:endParaRPr lang="en-US" altLang="zh-CN" sz="2400" b="1">
                <a:ea typeface="宋体" panose="02010600030101010101" pitchFamily="2" charset="-122"/>
              </a:endParaRPr>
            </a:p>
          </p:txBody>
        </p:sp>
        <p:sp>
          <p:nvSpPr>
            <p:cNvPr id="58386" name="Rectangle 18">
              <a:extLst>
                <a:ext uri="{FF2B5EF4-FFF2-40B4-BE49-F238E27FC236}">
                  <a16:creationId xmlns:a16="http://schemas.microsoft.com/office/drawing/2014/main" id="{C48C98F1-1C91-489F-B754-450648D13948}"/>
                </a:ext>
              </a:extLst>
            </p:cNvPr>
            <p:cNvSpPr>
              <a:spLocks noChangeArrowheads="1"/>
            </p:cNvSpPr>
            <p:nvPr/>
          </p:nvSpPr>
          <p:spPr bwMode="auto">
            <a:xfrm>
              <a:off x="4673600" y="3730763"/>
              <a:ext cx="668338"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ea typeface="宋体" panose="02010600030101010101" pitchFamily="2" charset="-122"/>
                </a:rPr>
                <a:t>num</a:t>
              </a:r>
            </a:p>
          </p:txBody>
        </p:sp>
        <p:sp>
          <p:nvSpPr>
            <p:cNvPr id="58397" name="Line 29">
              <a:extLst>
                <a:ext uri="{FF2B5EF4-FFF2-40B4-BE49-F238E27FC236}">
                  <a16:creationId xmlns:a16="http://schemas.microsoft.com/office/drawing/2014/main" id="{DA713E6A-E91B-4F7E-9172-91CB018B74CE}"/>
                </a:ext>
              </a:extLst>
            </p:cNvPr>
            <p:cNvSpPr>
              <a:spLocks noChangeShapeType="1"/>
            </p:cNvSpPr>
            <p:nvPr/>
          </p:nvSpPr>
          <p:spPr bwMode="auto">
            <a:xfrm flipH="1">
              <a:off x="4895850" y="3543438"/>
              <a:ext cx="0"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58399" name="Group 31">
            <a:extLst>
              <a:ext uri="{FF2B5EF4-FFF2-40B4-BE49-F238E27FC236}">
                <a16:creationId xmlns:a16="http://schemas.microsoft.com/office/drawing/2014/main" id="{3001AD04-5156-4684-B4E3-C0E3F6442348}"/>
              </a:ext>
            </a:extLst>
          </p:cNvPr>
          <p:cNvGrpSpPr>
            <a:grpSpLocks/>
          </p:cNvGrpSpPr>
          <p:nvPr/>
        </p:nvGrpSpPr>
        <p:grpSpPr bwMode="auto">
          <a:xfrm>
            <a:off x="1309688" y="4754700"/>
            <a:ext cx="1258888" cy="654050"/>
            <a:chOff x="2582" y="5834"/>
            <a:chExt cx="1156" cy="673"/>
          </a:xfrm>
        </p:grpSpPr>
        <p:sp>
          <p:nvSpPr>
            <p:cNvPr id="58434" name="Rectangle 32">
              <a:extLst>
                <a:ext uri="{FF2B5EF4-FFF2-40B4-BE49-F238E27FC236}">
                  <a16:creationId xmlns:a16="http://schemas.microsoft.com/office/drawing/2014/main" id="{0556F90F-0F63-4135-B234-5C1366B1C06F}"/>
                </a:ext>
              </a:extLst>
            </p:cNvPr>
            <p:cNvSpPr>
              <a:spLocks noChangeArrowheads="1"/>
            </p:cNvSpPr>
            <p:nvPr/>
          </p:nvSpPr>
          <p:spPr bwMode="auto">
            <a:xfrm>
              <a:off x="2582" y="5834"/>
              <a:ext cx="1156" cy="40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lIns="90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solidFill>
                    <a:schemeClr val="hlink"/>
                  </a:solidFill>
                  <a:ea typeface="宋体" panose="02010600030101010101" pitchFamily="2" charset="-122"/>
                </a:rPr>
                <a:t>id</a:t>
              </a:r>
            </a:p>
          </p:txBody>
        </p:sp>
        <p:sp>
          <p:nvSpPr>
            <p:cNvPr id="58435" name="Line 33">
              <a:extLst>
                <a:ext uri="{FF2B5EF4-FFF2-40B4-BE49-F238E27FC236}">
                  <a16:creationId xmlns:a16="http://schemas.microsoft.com/office/drawing/2014/main" id="{0BF6571C-9BDE-4018-AC9B-85CDBB0CC377}"/>
                </a:ext>
              </a:extLst>
            </p:cNvPr>
            <p:cNvSpPr>
              <a:spLocks noChangeShapeType="1"/>
            </p:cNvSpPr>
            <p:nvPr/>
          </p:nvSpPr>
          <p:spPr bwMode="auto">
            <a:xfrm>
              <a:off x="3150" y="5847"/>
              <a:ext cx="0" cy="420"/>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8436" name="Line 34">
              <a:extLst>
                <a:ext uri="{FF2B5EF4-FFF2-40B4-BE49-F238E27FC236}">
                  <a16:creationId xmlns:a16="http://schemas.microsoft.com/office/drawing/2014/main" id="{62DADF21-A6EB-46CC-BE38-7C80A8CFC7D9}"/>
                </a:ext>
              </a:extLst>
            </p:cNvPr>
            <p:cNvSpPr>
              <a:spLocks noChangeShapeType="1"/>
            </p:cNvSpPr>
            <p:nvPr/>
          </p:nvSpPr>
          <p:spPr bwMode="auto">
            <a:xfrm>
              <a:off x="3420" y="6057"/>
              <a:ext cx="0" cy="450"/>
            </a:xfrm>
            <a:prstGeom prst="line">
              <a:avLst/>
            </a:prstGeom>
            <a:noFill/>
            <a:ln w="25400">
              <a:solidFill>
                <a:srgbClr val="FF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grpSp>
      <p:sp>
        <p:nvSpPr>
          <p:cNvPr id="58404" name="Rectangle 50">
            <a:extLst>
              <a:ext uri="{FF2B5EF4-FFF2-40B4-BE49-F238E27FC236}">
                <a16:creationId xmlns:a16="http://schemas.microsoft.com/office/drawing/2014/main" id="{A6B00F19-19B3-47B5-A3EE-F79C856D6388}"/>
              </a:ext>
            </a:extLst>
          </p:cNvPr>
          <p:cNvSpPr>
            <a:spLocks noChangeArrowheads="1"/>
          </p:cNvSpPr>
          <p:nvPr/>
        </p:nvSpPr>
        <p:spPr bwMode="auto">
          <a:xfrm>
            <a:off x="304800" y="5402400"/>
            <a:ext cx="3505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a:t>指向符号表中</a:t>
            </a:r>
            <a:r>
              <a:rPr lang="en-US" altLang="zh-CN" sz="2800" b="1" i="1">
                <a:ea typeface="宋体" panose="02010600030101010101" pitchFamily="2" charset="-122"/>
              </a:rPr>
              <a:t>a</a:t>
            </a:r>
            <a:r>
              <a:rPr lang="zh-CN" altLang="en-US" sz="2800"/>
              <a:t>的入口</a:t>
            </a:r>
          </a:p>
        </p:txBody>
      </p:sp>
      <p:sp>
        <p:nvSpPr>
          <p:cNvPr id="58407" name="Line 53">
            <a:extLst>
              <a:ext uri="{FF2B5EF4-FFF2-40B4-BE49-F238E27FC236}">
                <a16:creationId xmlns:a16="http://schemas.microsoft.com/office/drawing/2014/main" id="{BE7894BE-114A-49E4-A6CC-852C20951576}"/>
              </a:ext>
            </a:extLst>
          </p:cNvPr>
          <p:cNvSpPr>
            <a:spLocks noChangeShapeType="1"/>
          </p:cNvSpPr>
          <p:nvPr/>
        </p:nvSpPr>
        <p:spPr bwMode="auto">
          <a:xfrm>
            <a:off x="1676400" y="2357575"/>
            <a:ext cx="0" cy="2435225"/>
          </a:xfrm>
          <a:prstGeom prst="line">
            <a:avLst/>
          </a:prstGeom>
          <a:noFill/>
          <a:ln w="25400">
            <a:solidFill>
              <a:srgbClr val="008000"/>
            </a:solidFill>
            <a:prstDash val="lgDash"/>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58408" name="Line 54">
            <a:extLst>
              <a:ext uri="{FF2B5EF4-FFF2-40B4-BE49-F238E27FC236}">
                <a16:creationId xmlns:a16="http://schemas.microsoft.com/office/drawing/2014/main" id="{B10E0AF6-F376-40D1-B556-E0318E1BABF2}"/>
              </a:ext>
            </a:extLst>
          </p:cNvPr>
          <p:cNvSpPr>
            <a:spLocks noChangeShapeType="1"/>
          </p:cNvSpPr>
          <p:nvPr/>
        </p:nvSpPr>
        <p:spPr bwMode="auto">
          <a:xfrm>
            <a:off x="990600" y="2354400"/>
            <a:ext cx="609600" cy="0"/>
          </a:xfrm>
          <a:prstGeom prst="line">
            <a:avLst/>
          </a:prstGeom>
          <a:noFill/>
          <a:ln w="25400">
            <a:solidFill>
              <a:srgbClr val="008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8409" name="Line 55">
            <a:extLst>
              <a:ext uri="{FF2B5EF4-FFF2-40B4-BE49-F238E27FC236}">
                <a16:creationId xmlns:a16="http://schemas.microsoft.com/office/drawing/2014/main" id="{7429CCC0-8BAB-46AC-BD89-AB4603FD4D29}"/>
              </a:ext>
            </a:extLst>
          </p:cNvPr>
          <p:cNvSpPr>
            <a:spLocks noChangeShapeType="1"/>
          </p:cNvSpPr>
          <p:nvPr/>
        </p:nvSpPr>
        <p:spPr bwMode="auto">
          <a:xfrm>
            <a:off x="963613" y="2930663"/>
            <a:ext cx="560388" cy="33338"/>
          </a:xfrm>
          <a:prstGeom prst="line">
            <a:avLst/>
          </a:prstGeom>
          <a:noFill/>
          <a:ln w="25400">
            <a:solidFill>
              <a:srgbClr val="008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8410" name="Line 56">
            <a:extLst>
              <a:ext uri="{FF2B5EF4-FFF2-40B4-BE49-F238E27FC236}">
                <a16:creationId xmlns:a16="http://schemas.microsoft.com/office/drawing/2014/main" id="{CB66B30E-156C-4266-89B4-BF8903B9096B}"/>
              </a:ext>
            </a:extLst>
          </p:cNvPr>
          <p:cNvSpPr>
            <a:spLocks noChangeShapeType="1"/>
          </p:cNvSpPr>
          <p:nvPr/>
        </p:nvSpPr>
        <p:spPr bwMode="auto">
          <a:xfrm>
            <a:off x="963613" y="3500575"/>
            <a:ext cx="439738" cy="0"/>
          </a:xfrm>
          <a:prstGeom prst="line">
            <a:avLst/>
          </a:prstGeom>
          <a:noFill/>
          <a:ln w="25400">
            <a:solidFill>
              <a:srgbClr val="008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8420" name="Line 66">
            <a:extLst>
              <a:ext uri="{FF2B5EF4-FFF2-40B4-BE49-F238E27FC236}">
                <a16:creationId xmlns:a16="http://schemas.microsoft.com/office/drawing/2014/main" id="{A9DBD4F2-359E-4FF5-94DD-0C3EBA97F112}"/>
              </a:ext>
            </a:extLst>
          </p:cNvPr>
          <p:cNvSpPr>
            <a:spLocks noChangeShapeType="1"/>
          </p:cNvSpPr>
          <p:nvPr/>
        </p:nvSpPr>
        <p:spPr bwMode="auto">
          <a:xfrm flipH="1">
            <a:off x="1371600" y="3497400"/>
            <a:ext cx="0" cy="1271588"/>
          </a:xfrm>
          <a:prstGeom prst="line">
            <a:avLst/>
          </a:prstGeom>
          <a:noFill/>
          <a:ln w="25400">
            <a:solidFill>
              <a:srgbClr val="008000"/>
            </a:solidFill>
            <a:prstDash val="lgDash"/>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58421" name="Line 67">
            <a:extLst>
              <a:ext uri="{FF2B5EF4-FFF2-40B4-BE49-F238E27FC236}">
                <a16:creationId xmlns:a16="http://schemas.microsoft.com/office/drawing/2014/main" id="{62DDB457-ECB1-4C7F-955F-AA73CF30FC55}"/>
              </a:ext>
            </a:extLst>
          </p:cNvPr>
          <p:cNvSpPr>
            <a:spLocks noChangeShapeType="1"/>
          </p:cNvSpPr>
          <p:nvPr/>
        </p:nvSpPr>
        <p:spPr bwMode="auto">
          <a:xfrm flipH="1">
            <a:off x="1524000" y="2964000"/>
            <a:ext cx="0" cy="1804988"/>
          </a:xfrm>
          <a:prstGeom prst="line">
            <a:avLst/>
          </a:prstGeom>
          <a:noFill/>
          <a:ln w="25400">
            <a:solidFill>
              <a:srgbClr val="008000"/>
            </a:solidFill>
            <a:prstDash val="lgDash"/>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grpSp>
        <p:nvGrpSpPr>
          <p:cNvPr id="7" name="组合 6">
            <a:extLst>
              <a:ext uri="{FF2B5EF4-FFF2-40B4-BE49-F238E27FC236}">
                <a16:creationId xmlns:a16="http://schemas.microsoft.com/office/drawing/2014/main" id="{A464A8C5-5157-C3BB-3854-B8363B3A5580}"/>
              </a:ext>
            </a:extLst>
          </p:cNvPr>
          <p:cNvGrpSpPr/>
          <p:nvPr/>
        </p:nvGrpSpPr>
        <p:grpSpPr>
          <a:xfrm>
            <a:off x="5410200" y="3421200"/>
            <a:ext cx="1327151" cy="1770063"/>
            <a:chOff x="5410200" y="3421200"/>
            <a:chExt cx="1327151" cy="1770063"/>
          </a:xfrm>
        </p:grpSpPr>
        <p:grpSp>
          <p:nvGrpSpPr>
            <p:cNvPr id="58401" name="Group 39">
              <a:extLst>
                <a:ext uri="{FF2B5EF4-FFF2-40B4-BE49-F238E27FC236}">
                  <a16:creationId xmlns:a16="http://schemas.microsoft.com/office/drawing/2014/main" id="{5B76C217-850A-4104-BD7C-5AD7224965AB}"/>
                </a:ext>
              </a:extLst>
            </p:cNvPr>
            <p:cNvGrpSpPr>
              <a:grpSpLocks/>
            </p:cNvGrpSpPr>
            <p:nvPr/>
          </p:nvGrpSpPr>
          <p:grpSpPr bwMode="auto">
            <a:xfrm>
              <a:off x="5478463" y="4770575"/>
              <a:ext cx="1258888" cy="420688"/>
              <a:chOff x="6306" y="5910"/>
              <a:chExt cx="1156" cy="433"/>
            </a:xfrm>
          </p:grpSpPr>
          <p:sp>
            <p:nvSpPr>
              <p:cNvPr id="58429" name="Rectangle 40">
                <a:extLst>
                  <a:ext uri="{FF2B5EF4-FFF2-40B4-BE49-F238E27FC236}">
                    <a16:creationId xmlns:a16="http://schemas.microsoft.com/office/drawing/2014/main" id="{219829E1-6593-4ACF-8535-9CF8315FB5C7}"/>
                  </a:ext>
                </a:extLst>
              </p:cNvPr>
              <p:cNvSpPr>
                <a:spLocks noChangeArrowheads="1"/>
              </p:cNvSpPr>
              <p:nvPr/>
            </p:nvSpPr>
            <p:spPr bwMode="auto">
              <a:xfrm>
                <a:off x="6306" y="5910"/>
                <a:ext cx="1156" cy="40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lIns="54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solidFill>
                      <a:schemeClr val="hlink"/>
                    </a:solidFill>
                    <a:ea typeface="宋体" panose="02010600030101010101" pitchFamily="2" charset="-122"/>
                  </a:rPr>
                  <a:t>num  5</a:t>
                </a:r>
              </a:p>
            </p:txBody>
          </p:sp>
          <p:sp>
            <p:nvSpPr>
              <p:cNvPr id="58430" name="Line 41">
                <a:extLst>
                  <a:ext uri="{FF2B5EF4-FFF2-40B4-BE49-F238E27FC236}">
                    <a16:creationId xmlns:a16="http://schemas.microsoft.com/office/drawing/2014/main" id="{E65B89EF-EA8D-4F81-B12F-5417B57A23C8}"/>
                  </a:ext>
                </a:extLst>
              </p:cNvPr>
              <p:cNvSpPr>
                <a:spLocks noChangeShapeType="1"/>
              </p:cNvSpPr>
              <p:nvPr/>
            </p:nvSpPr>
            <p:spPr bwMode="auto">
              <a:xfrm>
                <a:off x="6874" y="5923"/>
                <a:ext cx="0" cy="420"/>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58413" name="Line 59">
              <a:extLst>
                <a:ext uri="{FF2B5EF4-FFF2-40B4-BE49-F238E27FC236}">
                  <a16:creationId xmlns:a16="http://schemas.microsoft.com/office/drawing/2014/main" id="{03579EEA-5B62-41E6-A086-F9BA8265D462}"/>
                </a:ext>
              </a:extLst>
            </p:cNvPr>
            <p:cNvSpPr>
              <a:spLocks noChangeShapeType="1"/>
            </p:cNvSpPr>
            <p:nvPr/>
          </p:nvSpPr>
          <p:spPr bwMode="auto">
            <a:xfrm>
              <a:off x="5410200" y="3421200"/>
              <a:ext cx="261938" cy="0"/>
            </a:xfrm>
            <a:prstGeom prst="line">
              <a:avLst/>
            </a:prstGeom>
            <a:noFill/>
            <a:ln w="25400">
              <a:solidFill>
                <a:srgbClr val="008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8422" name="Line 68">
              <a:extLst>
                <a:ext uri="{FF2B5EF4-FFF2-40B4-BE49-F238E27FC236}">
                  <a16:creationId xmlns:a16="http://schemas.microsoft.com/office/drawing/2014/main" id="{3EB07E1A-3140-48D6-A293-E9F960939D90}"/>
                </a:ext>
              </a:extLst>
            </p:cNvPr>
            <p:cNvSpPr>
              <a:spLocks noChangeShapeType="1"/>
            </p:cNvSpPr>
            <p:nvPr/>
          </p:nvSpPr>
          <p:spPr bwMode="auto">
            <a:xfrm>
              <a:off x="5638800" y="3421200"/>
              <a:ext cx="0" cy="1371600"/>
            </a:xfrm>
            <a:prstGeom prst="line">
              <a:avLst/>
            </a:prstGeom>
            <a:noFill/>
            <a:ln w="25400">
              <a:solidFill>
                <a:srgbClr val="008000"/>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9F62D071-7E71-DE66-6D26-5F93235D014B}"/>
              </a:ext>
            </a:extLst>
          </p:cNvPr>
          <p:cNvSpPr>
            <a:spLocks noGrp="1"/>
          </p:cNvSpPr>
          <p:nvPr>
            <p:ph type="dt" sz="half" idx="10"/>
          </p:nvPr>
        </p:nvSpPr>
        <p:spPr/>
        <p:txBody>
          <a:bodyPr/>
          <a:lstStyle/>
          <a:p>
            <a:fld id="{7CD5E2B8-AA14-41EA-BF1A-9FE616349EFB}"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03D44CE4-EF0A-1F1D-DA32-BBFFE638A61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0F00E781-E16B-391D-DC48-D4A60BB3C35F}"/>
              </a:ext>
            </a:extLst>
          </p:cNvPr>
          <p:cNvSpPr>
            <a:spLocks noGrp="1"/>
          </p:cNvSpPr>
          <p:nvPr>
            <p:ph type="sldNum" sz="quarter" idx="12"/>
          </p:nvPr>
        </p:nvSpPr>
        <p:spPr/>
        <p:txBody>
          <a:bodyPr/>
          <a:lstStyle/>
          <a:p>
            <a:fld id="{094DEB03-EFC6-4C20-8FC8-295189A5386F}" type="slidenum">
              <a:rPr lang="zh-CN" altLang="en-US" smtClean="0"/>
              <a:pPr/>
              <a:t>22</a:t>
            </a:fld>
            <a:endParaRPr lang="zh-CN" altLang="en-US"/>
          </a:p>
        </p:txBody>
      </p:sp>
      <p:grpSp>
        <p:nvGrpSpPr>
          <p:cNvPr id="10" name="组合 9">
            <a:extLst>
              <a:ext uri="{FF2B5EF4-FFF2-40B4-BE49-F238E27FC236}">
                <a16:creationId xmlns:a16="http://schemas.microsoft.com/office/drawing/2014/main" id="{CF419EE9-EFC3-31EB-0A8E-27AFD6832966}"/>
              </a:ext>
            </a:extLst>
          </p:cNvPr>
          <p:cNvGrpSpPr/>
          <p:nvPr/>
        </p:nvGrpSpPr>
        <p:grpSpPr>
          <a:xfrm>
            <a:off x="4495800" y="2583000"/>
            <a:ext cx="1066800" cy="698500"/>
            <a:chOff x="4495800" y="2583000"/>
            <a:chExt cx="1066800" cy="698500"/>
          </a:xfrm>
        </p:grpSpPr>
        <p:sp>
          <p:nvSpPr>
            <p:cNvPr id="8" name="Rectangle 12">
              <a:extLst>
                <a:ext uri="{FF2B5EF4-FFF2-40B4-BE49-F238E27FC236}">
                  <a16:creationId xmlns:a16="http://schemas.microsoft.com/office/drawing/2014/main" id="{19EF1D32-4D2D-9632-2614-F839D6AB9520}"/>
                </a:ext>
              </a:extLst>
            </p:cNvPr>
            <p:cNvSpPr>
              <a:spLocks noChangeArrowheads="1"/>
            </p:cNvSpPr>
            <p:nvPr/>
          </p:nvSpPr>
          <p:spPr bwMode="auto">
            <a:xfrm>
              <a:off x="4495800" y="2583000"/>
              <a:ext cx="10668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err="1">
                  <a:ea typeface="宋体" panose="02010600030101010101" pitchFamily="2" charset="-122"/>
                </a:rPr>
                <a:t>T</a:t>
              </a:r>
              <a:r>
                <a:rPr lang="en-US" altLang="zh-CN" sz="2400" b="1" err="1">
                  <a:ea typeface="宋体" panose="02010600030101010101" pitchFamily="2" charset="-122"/>
                </a:rPr>
                <a:t>.</a:t>
              </a:r>
              <a:r>
                <a:rPr lang="en-US" altLang="zh-CN" sz="2400" b="1" i="1" err="1">
                  <a:ea typeface="宋体" panose="02010600030101010101" pitchFamily="2" charset="-122"/>
                </a:rPr>
                <a:t>nptr</a:t>
              </a:r>
              <a:endParaRPr lang="en-US" altLang="zh-CN" sz="2400" b="1">
                <a:ea typeface="宋体" panose="02010600030101010101" pitchFamily="2" charset="-122"/>
              </a:endParaRPr>
            </a:p>
          </p:txBody>
        </p:sp>
        <p:sp>
          <p:nvSpPr>
            <p:cNvPr id="9" name="Line 28">
              <a:extLst>
                <a:ext uri="{FF2B5EF4-FFF2-40B4-BE49-F238E27FC236}">
                  <a16:creationId xmlns:a16="http://schemas.microsoft.com/office/drawing/2014/main" id="{11C41F08-AE3C-CD48-C91A-76497EFE1FAD}"/>
                </a:ext>
              </a:extLst>
            </p:cNvPr>
            <p:cNvSpPr>
              <a:spLocks noChangeShapeType="1"/>
            </p:cNvSpPr>
            <p:nvPr/>
          </p:nvSpPr>
          <p:spPr bwMode="auto">
            <a:xfrm flipH="1">
              <a:off x="4895850" y="2960825"/>
              <a:ext cx="0"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13" name="组合 12">
            <a:extLst>
              <a:ext uri="{FF2B5EF4-FFF2-40B4-BE49-F238E27FC236}">
                <a16:creationId xmlns:a16="http://schemas.microsoft.com/office/drawing/2014/main" id="{F1D39E39-FBA0-4CF5-3C9A-596DFE01DF81}"/>
              </a:ext>
            </a:extLst>
          </p:cNvPr>
          <p:cNvGrpSpPr/>
          <p:nvPr/>
        </p:nvGrpSpPr>
        <p:grpSpPr>
          <a:xfrm>
            <a:off x="5334000" y="2811600"/>
            <a:ext cx="533400" cy="1954213"/>
            <a:chOff x="5334000" y="2811600"/>
            <a:chExt cx="533400" cy="1954213"/>
          </a:xfrm>
        </p:grpSpPr>
        <p:sp>
          <p:nvSpPr>
            <p:cNvPr id="11" name="Line 57">
              <a:extLst>
                <a:ext uri="{FF2B5EF4-FFF2-40B4-BE49-F238E27FC236}">
                  <a16:creationId xmlns:a16="http://schemas.microsoft.com/office/drawing/2014/main" id="{389B5E65-9426-461A-75F9-3794354AF34F}"/>
                </a:ext>
              </a:extLst>
            </p:cNvPr>
            <p:cNvSpPr>
              <a:spLocks noChangeShapeType="1"/>
            </p:cNvSpPr>
            <p:nvPr/>
          </p:nvSpPr>
          <p:spPr bwMode="auto">
            <a:xfrm>
              <a:off x="5867400" y="2811600"/>
              <a:ext cx="0" cy="1954213"/>
            </a:xfrm>
            <a:prstGeom prst="line">
              <a:avLst/>
            </a:prstGeom>
            <a:noFill/>
            <a:ln w="25400">
              <a:solidFill>
                <a:srgbClr val="008000"/>
              </a:solidFill>
              <a:prstDash val="lgDash"/>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12" name="Line 58">
              <a:extLst>
                <a:ext uri="{FF2B5EF4-FFF2-40B4-BE49-F238E27FC236}">
                  <a16:creationId xmlns:a16="http://schemas.microsoft.com/office/drawing/2014/main" id="{B9F13D7D-E531-748E-6157-A3CE0478FC43}"/>
                </a:ext>
              </a:extLst>
            </p:cNvPr>
            <p:cNvSpPr>
              <a:spLocks noChangeShapeType="1"/>
            </p:cNvSpPr>
            <p:nvPr/>
          </p:nvSpPr>
          <p:spPr bwMode="auto">
            <a:xfrm flipV="1">
              <a:off x="5334000" y="2811600"/>
              <a:ext cx="533400" cy="0"/>
            </a:xfrm>
            <a:prstGeom prst="line">
              <a:avLst/>
            </a:prstGeom>
            <a:noFill/>
            <a:ln w="25400">
              <a:solidFill>
                <a:srgbClr val="008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24" name="组合 23">
            <a:extLst>
              <a:ext uri="{FF2B5EF4-FFF2-40B4-BE49-F238E27FC236}">
                <a16:creationId xmlns:a16="http://schemas.microsoft.com/office/drawing/2014/main" id="{E5C4138F-0D7F-6184-538F-83027841EBDD}"/>
              </a:ext>
            </a:extLst>
          </p:cNvPr>
          <p:cNvGrpSpPr/>
          <p:nvPr/>
        </p:nvGrpSpPr>
        <p:grpSpPr>
          <a:xfrm>
            <a:off x="8001000" y="2567125"/>
            <a:ext cx="914400" cy="996951"/>
            <a:chOff x="8001000" y="2567125"/>
            <a:chExt cx="914400" cy="996951"/>
          </a:xfrm>
        </p:grpSpPr>
        <p:sp>
          <p:nvSpPr>
            <p:cNvPr id="15" name="Rectangle 16">
              <a:extLst>
                <a:ext uri="{FF2B5EF4-FFF2-40B4-BE49-F238E27FC236}">
                  <a16:creationId xmlns:a16="http://schemas.microsoft.com/office/drawing/2014/main" id="{C476E5EE-9F66-1B2C-7945-1FF209C8D70C}"/>
                </a:ext>
              </a:extLst>
            </p:cNvPr>
            <p:cNvSpPr>
              <a:spLocks noChangeArrowheads="1"/>
            </p:cNvSpPr>
            <p:nvPr/>
          </p:nvSpPr>
          <p:spPr bwMode="auto">
            <a:xfrm>
              <a:off x="8001000" y="2567125"/>
              <a:ext cx="914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err="1">
                  <a:ea typeface="宋体" panose="02010600030101010101" pitchFamily="2" charset="-122"/>
                </a:rPr>
                <a:t>F</a:t>
              </a:r>
              <a:r>
                <a:rPr lang="en-US" altLang="zh-CN" sz="2400" b="1" err="1">
                  <a:ea typeface="宋体" panose="02010600030101010101" pitchFamily="2" charset="-122"/>
                </a:rPr>
                <a:t>.</a:t>
              </a:r>
              <a:r>
                <a:rPr lang="en-US" altLang="zh-CN" sz="2400" b="1" i="1" err="1">
                  <a:ea typeface="宋体" panose="02010600030101010101" pitchFamily="2" charset="-122"/>
                </a:rPr>
                <a:t>nptr</a:t>
              </a:r>
              <a:endParaRPr lang="en-US" altLang="zh-CN" sz="2400" b="1">
                <a:ea typeface="宋体" panose="02010600030101010101" pitchFamily="2" charset="-122"/>
              </a:endParaRPr>
            </a:p>
          </p:txBody>
        </p:sp>
        <p:sp>
          <p:nvSpPr>
            <p:cNvPr id="16" name="Rectangle 17">
              <a:extLst>
                <a:ext uri="{FF2B5EF4-FFF2-40B4-BE49-F238E27FC236}">
                  <a16:creationId xmlns:a16="http://schemas.microsoft.com/office/drawing/2014/main" id="{BADB5F49-75BC-373A-C1A5-4BF4C3AA7DD1}"/>
                </a:ext>
              </a:extLst>
            </p:cNvPr>
            <p:cNvSpPr>
              <a:spLocks noChangeArrowheads="1"/>
            </p:cNvSpPr>
            <p:nvPr/>
          </p:nvSpPr>
          <p:spPr bwMode="auto">
            <a:xfrm>
              <a:off x="8181975" y="3219588"/>
              <a:ext cx="373063"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ea typeface="宋体" panose="02010600030101010101" pitchFamily="2" charset="-122"/>
                </a:rPr>
                <a:t>id</a:t>
              </a:r>
            </a:p>
          </p:txBody>
        </p:sp>
        <p:sp>
          <p:nvSpPr>
            <p:cNvPr id="17" name="Line 30">
              <a:extLst>
                <a:ext uri="{FF2B5EF4-FFF2-40B4-BE49-F238E27FC236}">
                  <a16:creationId xmlns:a16="http://schemas.microsoft.com/office/drawing/2014/main" id="{DEB03E7F-096B-15A4-035D-B07185F23B21}"/>
                </a:ext>
              </a:extLst>
            </p:cNvPr>
            <p:cNvSpPr>
              <a:spLocks noChangeShapeType="1"/>
            </p:cNvSpPr>
            <p:nvPr/>
          </p:nvSpPr>
          <p:spPr bwMode="auto">
            <a:xfrm flipH="1">
              <a:off x="8288338" y="2975113"/>
              <a:ext cx="1588"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27" name="组合 26">
            <a:extLst>
              <a:ext uri="{FF2B5EF4-FFF2-40B4-BE49-F238E27FC236}">
                <a16:creationId xmlns:a16="http://schemas.microsoft.com/office/drawing/2014/main" id="{E0B31163-4473-2F65-710A-323C29C2FA23}"/>
              </a:ext>
            </a:extLst>
          </p:cNvPr>
          <p:cNvGrpSpPr/>
          <p:nvPr/>
        </p:nvGrpSpPr>
        <p:grpSpPr>
          <a:xfrm>
            <a:off x="5646738" y="2917963"/>
            <a:ext cx="3497263" cy="3016250"/>
            <a:chOff x="5646738" y="2917963"/>
            <a:chExt cx="3497263" cy="3016250"/>
          </a:xfrm>
        </p:grpSpPr>
        <p:grpSp>
          <p:nvGrpSpPr>
            <p:cNvPr id="25" name="组合 24">
              <a:extLst>
                <a:ext uri="{FF2B5EF4-FFF2-40B4-BE49-F238E27FC236}">
                  <a16:creationId xmlns:a16="http://schemas.microsoft.com/office/drawing/2014/main" id="{7168B913-5C44-27DA-4688-FC85B2A5E139}"/>
                </a:ext>
              </a:extLst>
            </p:cNvPr>
            <p:cNvGrpSpPr/>
            <p:nvPr/>
          </p:nvGrpSpPr>
          <p:grpSpPr>
            <a:xfrm>
              <a:off x="5646738" y="4770575"/>
              <a:ext cx="3497263" cy="1163638"/>
              <a:chOff x="5646738" y="4770575"/>
              <a:chExt cx="3497263" cy="1163638"/>
            </a:xfrm>
          </p:grpSpPr>
          <p:grpSp>
            <p:nvGrpSpPr>
              <p:cNvPr id="18" name="Group 35">
                <a:extLst>
                  <a:ext uri="{FF2B5EF4-FFF2-40B4-BE49-F238E27FC236}">
                    <a16:creationId xmlns:a16="http://schemas.microsoft.com/office/drawing/2014/main" id="{43ACD53D-36F8-8750-4905-E95E887B67EC}"/>
                  </a:ext>
                </a:extLst>
              </p:cNvPr>
              <p:cNvGrpSpPr>
                <a:grpSpLocks/>
              </p:cNvGrpSpPr>
              <p:nvPr/>
            </p:nvGrpSpPr>
            <p:grpSpPr bwMode="auto">
              <a:xfrm>
                <a:off x="7615238" y="4770575"/>
                <a:ext cx="1258888" cy="654050"/>
                <a:chOff x="2582" y="5834"/>
                <a:chExt cx="1156" cy="673"/>
              </a:xfrm>
            </p:grpSpPr>
            <p:sp>
              <p:nvSpPr>
                <p:cNvPr id="19" name="Rectangle 36">
                  <a:extLst>
                    <a:ext uri="{FF2B5EF4-FFF2-40B4-BE49-F238E27FC236}">
                      <a16:creationId xmlns:a16="http://schemas.microsoft.com/office/drawing/2014/main" id="{ADC12D71-0E11-2C86-09D2-98D1FE98148C}"/>
                    </a:ext>
                  </a:extLst>
                </p:cNvPr>
                <p:cNvSpPr>
                  <a:spLocks noChangeArrowheads="1"/>
                </p:cNvSpPr>
                <p:nvPr/>
              </p:nvSpPr>
              <p:spPr bwMode="auto">
                <a:xfrm>
                  <a:off x="2582" y="5834"/>
                  <a:ext cx="1156" cy="40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lIns="90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solidFill>
                        <a:schemeClr val="hlink"/>
                      </a:solidFill>
                      <a:ea typeface="宋体" panose="02010600030101010101" pitchFamily="2" charset="-122"/>
                    </a:rPr>
                    <a:t>id</a:t>
                  </a:r>
                </a:p>
              </p:txBody>
            </p:sp>
            <p:sp>
              <p:nvSpPr>
                <p:cNvPr id="20" name="Line 37">
                  <a:extLst>
                    <a:ext uri="{FF2B5EF4-FFF2-40B4-BE49-F238E27FC236}">
                      <a16:creationId xmlns:a16="http://schemas.microsoft.com/office/drawing/2014/main" id="{045D9408-4DF1-88CD-87C7-F01B17E7A1B7}"/>
                    </a:ext>
                  </a:extLst>
                </p:cNvPr>
                <p:cNvSpPr>
                  <a:spLocks noChangeShapeType="1"/>
                </p:cNvSpPr>
                <p:nvPr/>
              </p:nvSpPr>
              <p:spPr bwMode="auto">
                <a:xfrm>
                  <a:off x="3150" y="5847"/>
                  <a:ext cx="0" cy="420"/>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 name="Line 38">
                  <a:extLst>
                    <a:ext uri="{FF2B5EF4-FFF2-40B4-BE49-F238E27FC236}">
                      <a16:creationId xmlns:a16="http://schemas.microsoft.com/office/drawing/2014/main" id="{AA1E4C62-F66B-6A1D-5758-44D1769DDC73}"/>
                    </a:ext>
                  </a:extLst>
                </p:cNvPr>
                <p:cNvSpPr>
                  <a:spLocks noChangeShapeType="1"/>
                </p:cNvSpPr>
                <p:nvPr/>
              </p:nvSpPr>
              <p:spPr bwMode="auto">
                <a:xfrm>
                  <a:off x="3420" y="6057"/>
                  <a:ext cx="0" cy="450"/>
                </a:xfrm>
                <a:prstGeom prst="line">
                  <a:avLst/>
                </a:prstGeom>
                <a:noFill/>
                <a:ln w="25400">
                  <a:solidFill>
                    <a:srgbClr val="FF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grpSp>
          <p:sp>
            <p:nvSpPr>
              <p:cNvPr id="22" name="Rectangle 51">
                <a:extLst>
                  <a:ext uri="{FF2B5EF4-FFF2-40B4-BE49-F238E27FC236}">
                    <a16:creationId xmlns:a16="http://schemas.microsoft.com/office/drawing/2014/main" id="{6D58BDF5-0499-D539-B79A-BFA0D9876233}"/>
                  </a:ext>
                </a:extLst>
              </p:cNvPr>
              <p:cNvSpPr>
                <a:spLocks noChangeArrowheads="1"/>
              </p:cNvSpPr>
              <p:nvPr/>
            </p:nvSpPr>
            <p:spPr bwMode="auto">
              <a:xfrm>
                <a:off x="5646738" y="5402400"/>
                <a:ext cx="3497263"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a:t>指向符号表中</a:t>
                </a:r>
                <a:r>
                  <a:rPr lang="en-US" altLang="zh-CN" sz="2800" b="1" i="1">
                    <a:ea typeface="宋体" panose="02010600030101010101" pitchFamily="2" charset="-122"/>
                  </a:rPr>
                  <a:t>b</a:t>
                </a:r>
                <a:r>
                  <a:rPr lang="zh-CN" altLang="en-US" sz="2800"/>
                  <a:t>的入口</a:t>
                </a:r>
              </a:p>
            </p:txBody>
          </p:sp>
        </p:grpSp>
        <p:sp>
          <p:nvSpPr>
            <p:cNvPr id="23" name="Freeform 65">
              <a:extLst>
                <a:ext uri="{FF2B5EF4-FFF2-40B4-BE49-F238E27FC236}">
                  <a16:creationId xmlns:a16="http://schemas.microsoft.com/office/drawing/2014/main" id="{2241C6EE-BF71-1F04-4031-2E9ED4511A41}"/>
                </a:ext>
              </a:extLst>
            </p:cNvPr>
            <p:cNvSpPr>
              <a:spLocks/>
            </p:cNvSpPr>
            <p:nvPr/>
          </p:nvSpPr>
          <p:spPr bwMode="auto">
            <a:xfrm>
              <a:off x="8031163" y="2917963"/>
              <a:ext cx="595313" cy="1836738"/>
            </a:xfrm>
            <a:custGeom>
              <a:avLst/>
              <a:gdLst>
                <a:gd name="T0" fmla="*/ 38 w 546"/>
                <a:gd name="T1" fmla="*/ 0 h 1890"/>
                <a:gd name="T2" fmla="*/ 38 w 546"/>
                <a:gd name="T3" fmla="*/ 42 h 1890"/>
                <a:gd name="T4" fmla="*/ 30 w 546"/>
                <a:gd name="T5" fmla="*/ 53 h 1890"/>
                <a:gd name="T6" fmla="*/ 15 w 546"/>
                <a:gd name="T7" fmla="*/ 58 h 1890"/>
                <a:gd name="T8" fmla="*/ 0 w 546"/>
                <a:gd name="T9" fmla="*/ 61 h 1890"/>
                <a:gd name="T10" fmla="*/ 0 60000 65536"/>
                <a:gd name="T11" fmla="*/ 0 60000 65536"/>
                <a:gd name="T12" fmla="*/ 0 60000 65536"/>
                <a:gd name="T13" fmla="*/ 0 60000 65536"/>
                <a:gd name="T14" fmla="*/ 0 60000 65536"/>
                <a:gd name="T15" fmla="*/ 0 w 546"/>
                <a:gd name="T16" fmla="*/ 0 h 1890"/>
                <a:gd name="T17" fmla="*/ 546 w 546"/>
                <a:gd name="T18" fmla="*/ 1890 h 1890"/>
              </a:gdLst>
              <a:ahLst/>
              <a:cxnLst>
                <a:cxn ang="T10">
                  <a:pos x="T0" y="T1"/>
                </a:cxn>
                <a:cxn ang="T11">
                  <a:pos x="T2" y="T3"/>
                </a:cxn>
                <a:cxn ang="T12">
                  <a:pos x="T4" y="T5"/>
                </a:cxn>
                <a:cxn ang="T13">
                  <a:pos x="T6" y="T7"/>
                </a:cxn>
                <a:cxn ang="T14">
                  <a:pos x="T8" y="T9"/>
                </a:cxn>
              </a:cxnLst>
              <a:rect l="T15" t="T16" r="T17" b="T18"/>
              <a:pathLst>
                <a:path w="546" h="1890">
                  <a:moveTo>
                    <a:pt x="526" y="0"/>
                  </a:moveTo>
                  <a:cubicBezTo>
                    <a:pt x="536" y="509"/>
                    <a:pt x="546" y="1018"/>
                    <a:pt x="526" y="1290"/>
                  </a:cubicBezTo>
                  <a:cubicBezTo>
                    <a:pt x="506" y="1562"/>
                    <a:pt x="458" y="1552"/>
                    <a:pt x="406" y="1634"/>
                  </a:cubicBezTo>
                  <a:cubicBezTo>
                    <a:pt x="354" y="1716"/>
                    <a:pt x="279" y="1742"/>
                    <a:pt x="211" y="1785"/>
                  </a:cubicBezTo>
                  <a:cubicBezTo>
                    <a:pt x="143" y="1828"/>
                    <a:pt x="44" y="1868"/>
                    <a:pt x="0" y="1890"/>
                  </a:cubicBezTo>
                </a:path>
              </a:pathLst>
            </a:custGeom>
            <a:noFill/>
            <a:ln w="25400" cap="flat">
              <a:solidFill>
                <a:srgbClr val="008000"/>
              </a:solidFill>
              <a:prstDash val="lgDash"/>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grpSp>
      <p:grpSp>
        <p:nvGrpSpPr>
          <p:cNvPr id="39" name="组合 38">
            <a:extLst>
              <a:ext uri="{FF2B5EF4-FFF2-40B4-BE49-F238E27FC236}">
                <a16:creationId xmlns:a16="http://schemas.microsoft.com/office/drawing/2014/main" id="{573BECBC-A9B1-CEF8-77E2-5BD5A2E0BBF5}"/>
              </a:ext>
            </a:extLst>
          </p:cNvPr>
          <p:cNvGrpSpPr/>
          <p:nvPr/>
        </p:nvGrpSpPr>
        <p:grpSpPr>
          <a:xfrm>
            <a:off x="4879975" y="2013088"/>
            <a:ext cx="3425826" cy="947738"/>
            <a:chOff x="4879975" y="2013088"/>
            <a:chExt cx="3425826" cy="947738"/>
          </a:xfrm>
        </p:grpSpPr>
        <p:sp>
          <p:nvSpPr>
            <p:cNvPr id="5" name="Rectangle 7">
              <a:extLst>
                <a:ext uri="{FF2B5EF4-FFF2-40B4-BE49-F238E27FC236}">
                  <a16:creationId xmlns:a16="http://schemas.microsoft.com/office/drawing/2014/main" id="{0AC6B33A-B2C6-D942-53C9-0C161CD429A9}"/>
                </a:ext>
              </a:extLst>
            </p:cNvPr>
            <p:cNvSpPr>
              <a:spLocks noChangeArrowheads="1"/>
            </p:cNvSpPr>
            <p:nvPr/>
          </p:nvSpPr>
          <p:spPr bwMode="auto">
            <a:xfrm>
              <a:off x="6286500" y="2013088"/>
              <a:ext cx="876300"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err="1">
                  <a:ea typeface="宋体" panose="02010600030101010101" pitchFamily="2" charset="-122"/>
                </a:rPr>
                <a:t>T</a:t>
              </a:r>
              <a:r>
                <a:rPr lang="en-US" altLang="zh-CN" sz="2400" b="1" err="1">
                  <a:ea typeface="宋体" panose="02010600030101010101" pitchFamily="2" charset="-122"/>
                </a:rPr>
                <a:t>.</a:t>
              </a:r>
              <a:r>
                <a:rPr lang="en-US" altLang="zh-CN" sz="2400" b="1" i="1" err="1">
                  <a:ea typeface="宋体" panose="02010600030101010101" pitchFamily="2" charset="-122"/>
                </a:rPr>
                <a:t>nptr</a:t>
              </a:r>
              <a:endParaRPr lang="en-US" altLang="zh-CN" sz="2400" b="1">
                <a:ea typeface="宋体" panose="02010600030101010101" pitchFamily="2" charset="-122"/>
              </a:endParaRPr>
            </a:p>
          </p:txBody>
        </p:sp>
        <p:sp>
          <p:nvSpPr>
            <p:cNvPr id="14" name="Rectangle 14">
              <a:extLst>
                <a:ext uri="{FF2B5EF4-FFF2-40B4-BE49-F238E27FC236}">
                  <a16:creationId xmlns:a16="http://schemas.microsoft.com/office/drawing/2014/main" id="{7CF110A0-1C1C-48F3-B31F-EE88043AF1F9}"/>
                </a:ext>
              </a:extLst>
            </p:cNvPr>
            <p:cNvSpPr>
              <a:spLocks noChangeArrowheads="1"/>
            </p:cNvSpPr>
            <p:nvPr/>
          </p:nvSpPr>
          <p:spPr bwMode="auto">
            <a:xfrm>
              <a:off x="6497638" y="2657613"/>
              <a:ext cx="260350" cy="30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ea typeface="宋体" panose="02010600030101010101" pitchFamily="2" charset="-122"/>
                </a:rPr>
                <a:t>*</a:t>
              </a:r>
            </a:p>
          </p:txBody>
        </p:sp>
        <p:sp>
          <p:nvSpPr>
            <p:cNvPr id="28" name="Line 25">
              <a:extLst>
                <a:ext uri="{FF2B5EF4-FFF2-40B4-BE49-F238E27FC236}">
                  <a16:creationId xmlns:a16="http://schemas.microsoft.com/office/drawing/2014/main" id="{9F87DD40-9781-6690-C825-824122782792}"/>
                </a:ext>
              </a:extLst>
            </p:cNvPr>
            <p:cNvSpPr>
              <a:spLocks noChangeShapeType="1"/>
            </p:cNvSpPr>
            <p:nvPr/>
          </p:nvSpPr>
          <p:spPr bwMode="auto">
            <a:xfrm>
              <a:off x="6572250" y="2416313"/>
              <a:ext cx="14288"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9" name="Line 26">
              <a:extLst>
                <a:ext uri="{FF2B5EF4-FFF2-40B4-BE49-F238E27FC236}">
                  <a16:creationId xmlns:a16="http://schemas.microsoft.com/office/drawing/2014/main" id="{1D291CD2-0982-5E18-5D4D-E142A3F42609}"/>
                </a:ext>
              </a:extLst>
            </p:cNvPr>
            <p:cNvSpPr>
              <a:spLocks noChangeShapeType="1"/>
            </p:cNvSpPr>
            <p:nvPr/>
          </p:nvSpPr>
          <p:spPr bwMode="auto">
            <a:xfrm flipH="1">
              <a:off x="4879975" y="2363925"/>
              <a:ext cx="1519238"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0" name="Line 27">
              <a:extLst>
                <a:ext uri="{FF2B5EF4-FFF2-40B4-BE49-F238E27FC236}">
                  <a16:creationId xmlns:a16="http://schemas.microsoft.com/office/drawing/2014/main" id="{7AF26118-4569-22F4-99FA-476E9C41DD8F}"/>
                </a:ext>
              </a:extLst>
            </p:cNvPr>
            <p:cNvSpPr>
              <a:spLocks noChangeShapeType="1"/>
            </p:cNvSpPr>
            <p:nvPr/>
          </p:nvSpPr>
          <p:spPr bwMode="auto">
            <a:xfrm>
              <a:off x="6786563" y="2349638"/>
              <a:ext cx="1519238"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8" name="组合 37">
            <a:extLst>
              <a:ext uri="{FF2B5EF4-FFF2-40B4-BE49-F238E27FC236}">
                <a16:creationId xmlns:a16="http://schemas.microsoft.com/office/drawing/2014/main" id="{96BB1FA2-0F94-418D-D4CB-6D24F495E881}"/>
              </a:ext>
            </a:extLst>
          </p:cNvPr>
          <p:cNvGrpSpPr/>
          <p:nvPr/>
        </p:nvGrpSpPr>
        <p:grpSpPr>
          <a:xfrm>
            <a:off x="5942013" y="2392500"/>
            <a:ext cx="2179638" cy="2376488"/>
            <a:chOff x="5942013" y="2392500"/>
            <a:chExt cx="2179638" cy="2376488"/>
          </a:xfrm>
        </p:grpSpPr>
        <p:grpSp>
          <p:nvGrpSpPr>
            <p:cNvPr id="31" name="Group 42">
              <a:extLst>
                <a:ext uri="{FF2B5EF4-FFF2-40B4-BE49-F238E27FC236}">
                  <a16:creationId xmlns:a16="http://schemas.microsoft.com/office/drawing/2014/main" id="{05E6F8A3-05D3-D835-769E-2124E225044E}"/>
                </a:ext>
              </a:extLst>
            </p:cNvPr>
            <p:cNvGrpSpPr>
              <a:grpSpLocks/>
            </p:cNvGrpSpPr>
            <p:nvPr/>
          </p:nvGrpSpPr>
          <p:grpSpPr bwMode="auto">
            <a:xfrm>
              <a:off x="6259513" y="3908563"/>
              <a:ext cx="1862138" cy="420688"/>
              <a:chOff x="7626" y="5010"/>
              <a:chExt cx="1710" cy="433"/>
            </a:xfrm>
          </p:grpSpPr>
          <p:sp>
            <p:nvSpPr>
              <p:cNvPr id="32" name="Rectangle 43">
                <a:extLst>
                  <a:ext uri="{FF2B5EF4-FFF2-40B4-BE49-F238E27FC236}">
                    <a16:creationId xmlns:a16="http://schemas.microsoft.com/office/drawing/2014/main" id="{ADBC98E3-387F-F301-90E4-407C352404FF}"/>
                  </a:ext>
                </a:extLst>
              </p:cNvPr>
              <p:cNvSpPr>
                <a:spLocks noChangeArrowheads="1"/>
              </p:cNvSpPr>
              <p:nvPr/>
            </p:nvSpPr>
            <p:spPr bwMode="auto">
              <a:xfrm>
                <a:off x="7626" y="5010"/>
                <a:ext cx="1710" cy="40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lIns="126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solidFill>
                      <a:schemeClr val="hlink"/>
                    </a:solidFill>
                    <a:latin typeface="宋体" panose="02010600030101010101" pitchFamily="2" charset="-122"/>
                    <a:ea typeface="宋体" panose="02010600030101010101" pitchFamily="2" charset="-122"/>
                  </a:rPr>
                  <a:t>*</a:t>
                </a:r>
              </a:p>
            </p:txBody>
          </p:sp>
          <p:sp>
            <p:nvSpPr>
              <p:cNvPr id="33" name="Line 44">
                <a:extLst>
                  <a:ext uri="{FF2B5EF4-FFF2-40B4-BE49-F238E27FC236}">
                    <a16:creationId xmlns:a16="http://schemas.microsoft.com/office/drawing/2014/main" id="{BD93E893-6743-D7FF-8311-FF210B4A4745}"/>
                  </a:ext>
                </a:extLst>
              </p:cNvPr>
              <p:cNvSpPr>
                <a:spLocks noChangeShapeType="1"/>
              </p:cNvSpPr>
              <p:nvPr/>
            </p:nvSpPr>
            <p:spPr bwMode="auto">
              <a:xfrm>
                <a:off x="8194" y="5023"/>
                <a:ext cx="0" cy="420"/>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4" name="Line 45">
                <a:extLst>
                  <a:ext uri="{FF2B5EF4-FFF2-40B4-BE49-F238E27FC236}">
                    <a16:creationId xmlns:a16="http://schemas.microsoft.com/office/drawing/2014/main" id="{063AC694-B1A4-39AE-BFDC-74E82204029C}"/>
                  </a:ext>
                </a:extLst>
              </p:cNvPr>
              <p:cNvSpPr>
                <a:spLocks noChangeShapeType="1"/>
              </p:cNvSpPr>
              <p:nvPr/>
            </p:nvSpPr>
            <p:spPr bwMode="auto">
              <a:xfrm>
                <a:off x="8777" y="5010"/>
                <a:ext cx="0" cy="390"/>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35" name="Line 60">
              <a:extLst>
                <a:ext uri="{FF2B5EF4-FFF2-40B4-BE49-F238E27FC236}">
                  <a16:creationId xmlns:a16="http://schemas.microsoft.com/office/drawing/2014/main" id="{4841C619-563F-17F4-3D29-900482030EC5}"/>
                </a:ext>
              </a:extLst>
            </p:cNvPr>
            <p:cNvSpPr>
              <a:spLocks noChangeShapeType="1"/>
            </p:cNvSpPr>
            <p:nvPr/>
          </p:nvSpPr>
          <p:spPr bwMode="auto">
            <a:xfrm>
              <a:off x="6840538" y="2392500"/>
              <a:ext cx="0" cy="1500188"/>
            </a:xfrm>
            <a:prstGeom prst="line">
              <a:avLst/>
            </a:prstGeom>
            <a:noFill/>
            <a:ln w="25400">
              <a:solidFill>
                <a:srgbClr val="008000"/>
              </a:solidFill>
              <a:prstDash val="lgDash"/>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36" name="Line 61">
              <a:extLst>
                <a:ext uri="{FF2B5EF4-FFF2-40B4-BE49-F238E27FC236}">
                  <a16:creationId xmlns:a16="http://schemas.microsoft.com/office/drawing/2014/main" id="{6A5E629C-5CB9-EC61-2394-49533A5DF6BE}"/>
                </a:ext>
              </a:extLst>
            </p:cNvPr>
            <p:cNvSpPr>
              <a:spLocks noChangeShapeType="1"/>
            </p:cNvSpPr>
            <p:nvPr/>
          </p:nvSpPr>
          <p:spPr bwMode="auto">
            <a:xfrm>
              <a:off x="7835900" y="4184788"/>
              <a:ext cx="0" cy="584200"/>
            </a:xfrm>
            <a:prstGeom prst="line">
              <a:avLst/>
            </a:prstGeom>
            <a:noFill/>
            <a:ln w="25400">
              <a:solidFill>
                <a:srgbClr val="FF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37" name="Freeform 64">
              <a:extLst>
                <a:ext uri="{FF2B5EF4-FFF2-40B4-BE49-F238E27FC236}">
                  <a16:creationId xmlns:a16="http://schemas.microsoft.com/office/drawing/2014/main" id="{067F02CF-F0AF-E571-74F3-01C290511BFC}"/>
                </a:ext>
              </a:extLst>
            </p:cNvPr>
            <p:cNvSpPr>
              <a:spLocks/>
            </p:cNvSpPr>
            <p:nvPr/>
          </p:nvSpPr>
          <p:spPr bwMode="auto">
            <a:xfrm>
              <a:off x="5942013" y="4184788"/>
              <a:ext cx="1225550" cy="584200"/>
            </a:xfrm>
            <a:custGeom>
              <a:avLst/>
              <a:gdLst>
                <a:gd name="T0" fmla="*/ 80 w 1126"/>
                <a:gd name="T1" fmla="*/ 0 h 600"/>
                <a:gd name="T2" fmla="*/ 65 w 1126"/>
                <a:gd name="T3" fmla="*/ 10 h 600"/>
                <a:gd name="T4" fmla="*/ 13 w 1126"/>
                <a:gd name="T5" fmla="*/ 11 h 600"/>
                <a:gd name="T6" fmla="*/ 0 w 1126"/>
                <a:gd name="T7" fmla="*/ 20 h 600"/>
                <a:gd name="T8" fmla="*/ 0 60000 65536"/>
                <a:gd name="T9" fmla="*/ 0 60000 65536"/>
                <a:gd name="T10" fmla="*/ 0 60000 65536"/>
                <a:gd name="T11" fmla="*/ 0 60000 65536"/>
                <a:gd name="T12" fmla="*/ 0 w 1126"/>
                <a:gd name="T13" fmla="*/ 0 h 600"/>
                <a:gd name="T14" fmla="*/ 1126 w 1126"/>
                <a:gd name="T15" fmla="*/ 600 h 600"/>
              </a:gdLst>
              <a:ahLst/>
              <a:cxnLst>
                <a:cxn ang="T8">
                  <a:pos x="T0" y="T1"/>
                </a:cxn>
                <a:cxn ang="T9">
                  <a:pos x="T2" y="T3"/>
                </a:cxn>
                <a:cxn ang="T10">
                  <a:pos x="T4" y="T5"/>
                </a:cxn>
                <a:cxn ang="T11">
                  <a:pos x="T6" y="T7"/>
                </a:cxn>
              </a:cxnLst>
              <a:rect l="T12" t="T13" r="T14" b="T15"/>
              <a:pathLst>
                <a:path w="1126" h="600">
                  <a:moveTo>
                    <a:pt x="1126" y="0"/>
                  </a:moveTo>
                  <a:cubicBezTo>
                    <a:pt x="1091" y="50"/>
                    <a:pt x="1073" y="243"/>
                    <a:pt x="916" y="301"/>
                  </a:cubicBezTo>
                  <a:cubicBezTo>
                    <a:pt x="759" y="359"/>
                    <a:pt x="334" y="296"/>
                    <a:pt x="181" y="346"/>
                  </a:cubicBezTo>
                  <a:cubicBezTo>
                    <a:pt x="28" y="396"/>
                    <a:pt x="38" y="547"/>
                    <a:pt x="0" y="600"/>
                  </a:cubicBezTo>
                </a:path>
              </a:pathLst>
            </a:custGeom>
            <a:noFill/>
            <a:ln w="25400">
              <a:solidFill>
                <a:srgbClr val="FF0000"/>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grpSp>
      <p:sp>
        <p:nvSpPr>
          <p:cNvPr id="40" name="文本框 39">
            <a:extLst>
              <a:ext uri="{FF2B5EF4-FFF2-40B4-BE49-F238E27FC236}">
                <a16:creationId xmlns:a16="http://schemas.microsoft.com/office/drawing/2014/main" id="{488971F6-66E9-10EA-0FCE-CA73056A4882}"/>
              </a:ext>
            </a:extLst>
          </p:cNvPr>
          <p:cNvSpPr txBox="1"/>
          <p:nvPr/>
        </p:nvSpPr>
        <p:spPr>
          <a:xfrm>
            <a:off x="4033838" y="5904476"/>
            <a:ext cx="5006972" cy="830997"/>
          </a:xfrm>
          <a:prstGeom prst="rect">
            <a:avLst/>
          </a:prstGeom>
          <a:solidFill>
            <a:schemeClr val="accent4">
              <a:lumMod val="20000"/>
              <a:lumOff val="80000"/>
            </a:schemeClr>
          </a:solidFill>
          <a:ln>
            <a:solidFill>
              <a:schemeClr val="accent2"/>
            </a:solidFill>
          </a:ln>
        </p:spPr>
        <p:txBody>
          <a:bodyPr wrap="square">
            <a:spAutoFit/>
          </a:bodyPr>
          <a:lstStyle/>
          <a:p>
            <a:r>
              <a:rPr kumimoji="0" lang="zh-CN" altLang="en-US" sz="2400" b="0" i="0" u="none" strike="noStrike" cap="none" normalizeH="0" baseline="0">
                <a:ln>
                  <a:noFill/>
                </a:ln>
                <a:solidFill>
                  <a:schemeClr val="tx1"/>
                </a:solidFill>
                <a:effectLst/>
                <a:latin typeface="宋体" pitchFamily="2" charset="-122"/>
                <a:ea typeface="黑体" pitchFamily="2" charset="-122"/>
              </a:rPr>
              <a:t>按</a:t>
            </a:r>
            <a:r>
              <a:rPr lang="en-US" altLang="zh-CN" sz="2400" b="1" i="1">
                <a:latin typeface="Times New Roman" pitchFamily="18" charset="0"/>
                <a:ea typeface="黑体" pitchFamily="2" charset="-122"/>
              </a:rPr>
              <a:t>T </a:t>
            </a:r>
            <a:r>
              <a:rPr lang="en-US" altLang="zh-CN" sz="2400" b="1">
                <a:latin typeface="Times New Roman" pitchFamily="18" charset="0"/>
                <a:ea typeface="黑体" pitchFamily="2" charset="-122"/>
                <a:sym typeface="Symbol" pitchFamily="18" charset="2"/>
              </a:rPr>
              <a:t></a:t>
            </a:r>
            <a:r>
              <a:rPr lang="en-US" altLang="zh-CN" sz="2400" b="1">
                <a:latin typeface="Times New Roman" pitchFamily="18" charset="0"/>
                <a:ea typeface="黑体" pitchFamily="2" charset="-122"/>
              </a:rPr>
              <a:t> </a:t>
            </a:r>
            <a:r>
              <a:rPr lang="en-US" altLang="zh-CN" sz="2400" b="1" i="1">
                <a:latin typeface="Times New Roman" pitchFamily="18" charset="0"/>
                <a:ea typeface="黑体" pitchFamily="2" charset="-122"/>
              </a:rPr>
              <a:t>T</a:t>
            </a:r>
            <a:r>
              <a:rPr lang="en-US" altLang="zh-CN" sz="2400" b="1" baseline="-30000">
                <a:latin typeface="Times New Roman" pitchFamily="18" charset="0"/>
                <a:ea typeface="黑体" pitchFamily="2" charset="-122"/>
              </a:rPr>
              <a:t>1</a:t>
            </a:r>
            <a:r>
              <a:rPr lang="en-US" altLang="zh-CN" sz="2400" b="1">
                <a:latin typeface="宋体" pitchFamily="2" charset="-122"/>
                <a:ea typeface="黑体" pitchFamily="2" charset="-122"/>
              </a:rPr>
              <a:t>*</a:t>
            </a:r>
            <a:r>
              <a:rPr lang="en-US" altLang="zh-CN" sz="2400" b="1" i="1">
                <a:latin typeface="Times New Roman" pitchFamily="18" charset="0"/>
                <a:ea typeface="黑体" pitchFamily="2" charset="-122"/>
              </a:rPr>
              <a:t>F</a:t>
            </a:r>
            <a:r>
              <a:rPr lang="en-US" altLang="zh-CN" sz="2400">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归约</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endParaRPr lang="en-US" altLang="zh-CN" sz="2400" b="1" i="1">
              <a:solidFill>
                <a:schemeClr val="accent1"/>
              </a:solidFill>
              <a:latin typeface="Times New Roman" pitchFamily="18" charset="0"/>
              <a:ea typeface="黑体" pitchFamily="2" charset="-122"/>
            </a:endParaRPr>
          </a:p>
          <a:p>
            <a:r>
              <a:rPr lang="en-US" altLang="zh-CN" sz="2400" b="1" i="1" err="1">
                <a:solidFill>
                  <a:schemeClr val="accent1"/>
                </a:solidFill>
                <a:latin typeface="Times New Roman" pitchFamily="18" charset="0"/>
                <a:ea typeface="黑体" pitchFamily="2" charset="-122"/>
              </a:rPr>
              <a:t>T</a:t>
            </a:r>
            <a:r>
              <a:rPr lang="en-US" altLang="zh-CN" sz="2400" b="1" err="1">
                <a:solidFill>
                  <a:schemeClr val="accent1"/>
                </a:solidFill>
                <a:latin typeface="Times New Roman" pitchFamily="18" charset="0"/>
                <a:ea typeface="黑体" pitchFamily="2" charset="-122"/>
              </a:rPr>
              <a:t>.</a:t>
            </a:r>
            <a:r>
              <a:rPr lang="en-US" altLang="zh-CN" sz="2400" b="1" i="1" err="1">
                <a:solidFill>
                  <a:schemeClr val="accent1"/>
                </a:solidFill>
                <a:latin typeface="Times New Roman" pitchFamily="18" charset="0"/>
                <a:ea typeface="黑体" pitchFamily="2" charset="-122"/>
              </a:rPr>
              <a:t>nptr</a:t>
            </a:r>
            <a:r>
              <a:rPr lang="en-US" altLang="zh-CN" sz="2400" b="1">
                <a:solidFill>
                  <a:schemeClr val="accent1"/>
                </a:solidFill>
                <a:latin typeface="Times New Roman" pitchFamily="18" charset="0"/>
                <a:ea typeface="黑体" pitchFamily="2" charset="-122"/>
              </a:rPr>
              <a:t> = </a:t>
            </a:r>
            <a:r>
              <a:rPr lang="en-US" altLang="zh-CN" sz="2400" b="1" i="1" err="1">
                <a:solidFill>
                  <a:srgbClr val="C00000"/>
                </a:solidFill>
                <a:latin typeface="Times New Roman" pitchFamily="18" charset="0"/>
                <a:ea typeface="黑体" pitchFamily="2" charset="-122"/>
              </a:rPr>
              <a:t>mkNode</a:t>
            </a:r>
            <a:r>
              <a:rPr lang="en-US" altLang="zh-CN" sz="2400" b="1">
                <a:solidFill>
                  <a:srgbClr val="C00000"/>
                </a:solidFill>
                <a:latin typeface="Times New Roman" pitchFamily="18" charset="0"/>
                <a:ea typeface="黑体" pitchFamily="2" charset="-122"/>
              </a:rPr>
              <a:t>( ‘</a:t>
            </a:r>
            <a:r>
              <a:rPr lang="en-US" altLang="zh-CN" sz="2400" b="1">
                <a:solidFill>
                  <a:srgbClr val="C00000"/>
                </a:solidFill>
                <a:latin typeface="宋体" pitchFamily="2" charset="-122"/>
                <a:ea typeface="黑体" pitchFamily="2" charset="-122"/>
              </a:rPr>
              <a:t>*</a:t>
            </a:r>
            <a:r>
              <a:rPr lang="en-US" altLang="zh-CN" sz="2400" b="1">
                <a:solidFill>
                  <a:srgbClr val="C00000"/>
                </a:solidFill>
                <a:latin typeface="Times New Roman" pitchFamily="18" charset="0"/>
                <a:ea typeface="黑体" pitchFamily="2" charset="-122"/>
              </a:rPr>
              <a:t>’, </a:t>
            </a:r>
            <a:r>
              <a:rPr lang="en-US" altLang="zh-CN" sz="2400" b="1" i="1">
                <a:solidFill>
                  <a:srgbClr val="C00000"/>
                </a:solidFill>
                <a:latin typeface="Times New Roman" pitchFamily="18" charset="0"/>
                <a:ea typeface="黑体" pitchFamily="2" charset="-122"/>
              </a:rPr>
              <a:t>T</a:t>
            </a:r>
            <a:r>
              <a:rPr lang="en-US" altLang="zh-CN" sz="2400" b="1" baseline="-30000">
                <a:solidFill>
                  <a:srgbClr val="C00000"/>
                </a:solidFill>
                <a:latin typeface="Times New Roman" pitchFamily="18" charset="0"/>
                <a:ea typeface="黑体" pitchFamily="2" charset="-122"/>
              </a:rPr>
              <a:t>1</a:t>
            </a:r>
            <a:r>
              <a:rPr lang="en-US" altLang="zh-CN" sz="2400" b="1">
                <a:solidFill>
                  <a:srgbClr val="C00000"/>
                </a:solidFill>
                <a:latin typeface="Times New Roman" pitchFamily="18" charset="0"/>
                <a:ea typeface="黑体" pitchFamily="2" charset="-122"/>
              </a:rPr>
              <a:t>.</a:t>
            </a:r>
            <a:r>
              <a:rPr lang="en-US" altLang="zh-CN" sz="2400" b="1" i="1">
                <a:solidFill>
                  <a:srgbClr val="C00000"/>
                </a:solidFill>
                <a:latin typeface="Times New Roman" pitchFamily="18" charset="0"/>
                <a:ea typeface="黑体" pitchFamily="2" charset="-122"/>
              </a:rPr>
              <a:t>nptr</a:t>
            </a:r>
            <a:r>
              <a:rPr lang="en-US" altLang="zh-CN" sz="2400" b="1">
                <a:solidFill>
                  <a:srgbClr val="C00000"/>
                </a:solidFill>
                <a:latin typeface="Times New Roman" pitchFamily="18" charset="0"/>
                <a:ea typeface="黑体" pitchFamily="2" charset="-122"/>
              </a:rPr>
              <a:t>,</a:t>
            </a:r>
            <a:r>
              <a:rPr lang="en-US" altLang="zh-CN" sz="2400" b="1" i="1">
                <a:solidFill>
                  <a:srgbClr val="C00000"/>
                </a:solidFill>
                <a:latin typeface="Times New Roman" pitchFamily="18" charset="0"/>
                <a:ea typeface="黑体" pitchFamily="2" charset="-122"/>
              </a:rPr>
              <a:t> </a:t>
            </a:r>
            <a:r>
              <a:rPr lang="en-US" altLang="zh-CN" sz="2400" b="1" i="1" err="1">
                <a:solidFill>
                  <a:srgbClr val="C00000"/>
                </a:solidFill>
                <a:latin typeface="Times New Roman" pitchFamily="18" charset="0"/>
                <a:ea typeface="黑体" pitchFamily="2" charset="-122"/>
              </a:rPr>
              <a:t>F</a:t>
            </a:r>
            <a:r>
              <a:rPr lang="en-US" altLang="zh-CN" sz="2400" b="1" err="1">
                <a:solidFill>
                  <a:srgbClr val="C00000"/>
                </a:solidFill>
                <a:latin typeface="Times New Roman" pitchFamily="18" charset="0"/>
                <a:ea typeface="黑体" pitchFamily="2" charset="-122"/>
              </a:rPr>
              <a:t>.</a:t>
            </a:r>
            <a:r>
              <a:rPr lang="en-US" altLang="zh-CN" sz="2400" b="1" i="1" err="1">
                <a:solidFill>
                  <a:srgbClr val="C00000"/>
                </a:solidFill>
                <a:latin typeface="Times New Roman" pitchFamily="18" charset="0"/>
                <a:ea typeface="黑体" pitchFamily="2" charset="-122"/>
              </a:rPr>
              <a:t>nptr</a:t>
            </a:r>
            <a:r>
              <a:rPr lang="en-US" altLang="zh-CN" sz="2400" b="1">
                <a:solidFill>
                  <a:srgbClr val="C00000"/>
                </a:solidFill>
                <a:latin typeface="Times New Roman" pitchFamily="18" charset="0"/>
                <a:ea typeface="黑体" pitchFamily="2" charset="-122"/>
              </a:rPr>
              <a:t>)</a:t>
            </a:r>
            <a:r>
              <a:rPr lang="en-US" altLang="zh-CN" sz="2400">
                <a:solidFill>
                  <a:srgbClr val="C00000"/>
                </a:solidFill>
                <a:latin typeface="Times New Roman" pitchFamily="18" charset="0"/>
                <a:ea typeface="黑体" pitchFamily="2" charset="-122"/>
              </a:rPr>
              <a:t> </a:t>
            </a:r>
            <a:endParaRPr lang="zh-CN" altLang="en-US" sz="2400">
              <a:solidFill>
                <a:srgbClr val="C00000"/>
              </a:solidFill>
            </a:endParaRPr>
          </a:p>
        </p:txBody>
      </p:sp>
      <p:sp>
        <p:nvSpPr>
          <p:cNvPr id="41" name="Rectangle 4">
            <a:extLst>
              <a:ext uri="{FF2B5EF4-FFF2-40B4-BE49-F238E27FC236}">
                <a16:creationId xmlns:a16="http://schemas.microsoft.com/office/drawing/2014/main" id="{105EF4D9-4599-35A5-12CF-FD3673506848}"/>
              </a:ext>
            </a:extLst>
          </p:cNvPr>
          <p:cNvSpPr>
            <a:spLocks noChangeArrowheads="1"/>
          </p:cNvSpPr>
          <p:nvPr/>
        </p:nvSpPr>
        <p:spPr bwMode="auto">
          <a:xfrm>
            <a:off x="4180114" y="952931"/>
            <a:ext cx="461554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nSpc>
                <a:spcPct val="90000"/>
              </a:lnSpc>
              <a:spcBef>
                <a:spcPct val="0"/>
              </a:spcBef>
              <a:buNone/>
            </a:pPr>
            <a:r>
              <a:rPr lang="zh-CN" altLang="en-US">
                <a:solidFill>
                  <a:srgbClr val="FF0000"/>
                </a:solidFill>
              </a:rPr>
              <a:t>构造</a:t>
            </a:r>
            <a:r>
              <a:rPr lang="en-US" altLang="zh-CN" b="1" i="1">
                <a:solidFill>
                  <a:srgbClr val="FF0000"/>
                </a:solidFill>
              </a:rPr>
              <a:t>a</a:t>
            </a:r>
            <a:r>
              <a:rPr lang="en-US" altLang="zh-CN" b="1">
                <a:solidFill>
                  <a:srgbClr val="FF0000"/>
                </a:solidFill>
              </a:rPr>
              <a:t>+5</a:t>
            </a:r>
            <a:r>
              <a:rPr lang="en-US" altLang="zh-CN" b="1">
                <a:solidFill>
                  <a:srgbClr val="FF0000"/>
                </a:solidFill>
                <a:latin typeface="宋体" panose="02010600030101010101" pitchFamily="2" charset="-122"/>
              </a:rPr>
              <a:t>*</a:t>
            </a:r>
            <a:r>
              <a:rPr lang="en-US" altLang="zh-CN" b="1" i="1">
                <a:solidFill>
                  <a:srgbClr val="FF0000"/>
                </a:solidFill>
              </a:rPr>
              <a:t>b</a:t>
            </a:r>
            <a:r>
              <a:rPr lang="zh-CN" altLang="en-US">
                <a:solidFill>
                  <a:srgbClr val="FF0000"/>
                </a:solidFill>
              </a:rPr>
              <a:t>的抽象语法树</a:t>
            </a:r>
          </a:p>
        </p:txBody>
      </p:sp>
      <p:grpSp>
        <p:nvGrpSpPr>
          <p:cNvPr id="56" name="组合 55">
            <a:extLst>
              <a:ext uri="{FF2B5EF4-FFF2-40B4-BE49-F238E27FC236}">
                <a16:creationId xmlns:a16="http://schemas.microsoft.com/office/drawing/2014/main" id="{FD2BC9BF-A1B3-98C0-3161-CE52A536BDAA}"/>
              </a:ext>
            </a:extLst>
          </p:cNvPr>
          <p:cNvGrpSpPr/>
          <p:nvPr/>
        </p:nvGrpSpPr>
        <p:grpSpPr>
          <a:xfrm>
            <a:off x="423863" y="1440000"/>
            <a:ext cx="5897562" cy="906463"/>
            <a:chOff x="423863" y="1440000"/>
            <a:chExt cx="5897562" cy="906463"/>
          </a:xfrm>
        </p:grpSpPr>
        <p:sp>
          <p:nvSpPr>
            <p:cNvPr id="42" name="Rectangle 6">
              <a:extLst>
                <a:ext uri="{FF2B5EF4-FFF2-40B4-BE49-F238E27FC236}">
                  <a16:creationId xmlns:a16="http://schemas.microsoft.com/office/drawing/2014/main" id="{93FA10CC-C73C-3710-84FC-C9C4CBEB4C99}"/>
                </a:ext>
              </a:extLst>
            </p:cNvPr>
            <p:cNvSpPr>
              <a:spLocks noChangeArrowheads="1"/>
            </p:cNvSpPr>
            <p:nvPr/>
          </p:nvSpPr>
          <p:spPr bwMode="auto">
            <a:xfrm>
              <a:off x="2517775" y="1440000"/>
              <a:ext cx="91122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err="1">
                  <a:ea typeface="宋体" panose="02010600030101010101" pitchFamily="2" charset="-122"/>
                </a:rPr>
                <a:t>E</a:t>
              </a:r>
              <a:r>
                <a:rPr lang="en-US" altLang="zh-CN" sz="2400" b="1" err="1">
                  <a:ea typeface="宋体" panose="02010600030101010101" pitchFamily="2" charset="-122"/>
                </a:rPr>
                <a:t>.</a:t>
              </a:r>
              <a:r>
                <a:rPr lang="en-US" altLang="zh-CN" sz="2400" b="1" i="1" err="1">
                  <a:ea typeface="宋体" panose="02010600030101010101" pitchFamily="2" charset="-122"/>
                </a:rPr>
                <a:t>nptr</a:t>
              </a:r>
              <a:endParaRPr lang="en-US" altLang="zh-CN" sz="2400" b="1">
                <a:ea typeface="宋体" panose="02010600030101010101" pitchFamily="2" charset="-122"/>
              </a:endParaRPr>
            </a:p>
          </p:txBody>
        </p:sp>
        <p:sp>
          <p:nvSpPr>
            <p:cNvPr id="44" name="Rectangle 13">
              <a:extLst>
                <a:ext uri="{FF2B5EF4-FFF2-40B4-BE49-F238E27FC236}">
                  <a16:creationId xmlns:a16="http://schemas.microsoft.com/office/drawing/2014/main" id="{1B72514A-8CCA-39FD-2505-6581B8D45243}"/>
                </a:ext>
              </a:extLst>
            </p:cNvPr>
            <p:cNvSpPr>
              <a:spLocks noChangeArrowheads="1"/>
            </p:cNvSpPr>
            <p:nvPr/>
          </p:nvSpPr>
          <p:spPr bwMode="auto">
            <a:xfrm>
              <a:off x="2503488" y="2043250"/>
              <a:ext cx="260350" cy="30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ea typeface="宋体" panose="02010600030101010101" pitchFamily="2" charset="-122"/>
                </a:rPr>
                <a:t>+</a:t>
              </a:r>
            </a:p>
          </p:txBody>
        </p:sp>
        <p:sp>
          <p:nvSpPr>
            <p:cNvPr id="45" name="Line 19">
              <a:extLst>
                <a:ext uri="{FF2B5EF4-FFF2-40B4-BE49-F238E27FC236}">
                  <a16:creationId xmlns:a16="http://schemas.microsoft.com/office/drawing/2014/main" id="{E4B0F5A7-5F12-8D72-2070-77D8156AF98E}"/>
                </a:ext>
              </a:extLst>
            </p:cNvPr>
            <p:cNvSpPr>
              <a:spLocks noChangeShapeType="1"/>
            </p:cNvSpPr>
            <p:nvPr/>
          </p:nvSpPr>
          <p:spPr bwMode="auto">
            <a:xfrm flipH="1">
              <a:off x="423863" y="1692413"/>
              <a:ext cx="2009775" cy="43815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6" name="Line 23">
              <a:extLst>
                <a:ext uri="{FF2B5EF4-FFF2-40B4-BE49-F238E27FC236}">
                  <a16:creationId xmlns:a16="http://schemas.microsoft.com/office/drawing/2014/main" id="{CB5C6795-CB35-3CF4-0993-906B417C0FE6}"/>
                </a:ext>
              </a:extLst>
            </p:cNvPr>
            <p:cNvSpPr>
              <a:spLocks noChangeShapeType="1"/>
            </p:cNvSpPr>
            <p:nvPr/>
          </p:nvSpPr>
          <p:spPr bwMode="auto">
            <a:xfrm>
              <a:off x="3133725" y="1708288"/>
              <a:ext cx="3187700" cy="43815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7" name="Line 24">
              <a:extLst>
                <a:ext uri="{FF2B5EF4-FFF2-40B4-BE49-F238E27FC236}">
                  <a16:creationId xmlns:a16="http://schemas.microsoft.com/office/drawing/2014/main" id="{4C895148-DE15-59CA-1C74-746A1A08C475}"/>
                </a:ext>
              </a:extLst>
            </p:cNvPr>
            <p:cNvSpPr>
              <a:spLocks noChangeShapeType="1"/>
            </p:cNvSpPr>
            <p:nvPr/>
          </p:nvSpPr>
          <p:spPr bwMode="auto">
            <a:xfrm flipH="1">
              <a:off x="2590800" y="1794013"/>
              <a:ext cx="0"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55" name="组合 54">
            <a:extLst>
              <a:ext uri="{FF2B5EF4-FFF2-40B4-BE49-F238E27FC236}">
                <a16:creationId xmlns:a16="http://schemas.microsoft.com/office/drawing/2014/main" id="{72C9868C-F5D1-0E3B-2846-5712ABB433B6}"/>
              </a:ext>
            </a:extLst>
          </p:cNvPr>
          <p:cNvGrpSpPr/>
          <p:nvPr/>
        </p:nvGrpSpPr>
        <p:grpSpPr>
          <a:xfrm>
            <a:off x="1728788" y="1852750"/>
            <a:ext cx="4818063" cy="2901951"/>
            <a:chOff x="1728788" y="1852750"/>
            <a:chExt cx="4818063" cy="2901951"/>
          </a:xfrm>
        </p:grpSpPr>
        <p:grpSp>
          <p:nvGrpSpPr>
            <p:cNvPr id="48" name="Group 46">
              <a:extLst>
                <a:ext uri="{FF2B5EF4-FFF2-40B4-BE49-F238E27FC236}">
                  <a16:creationId xmlns:a16="http://schemas.microsoft.com/office/drawing/2014/main" id="{72A447FB-1FAB-8DDE-AB25-0AEE2537EC26}"/>
                </a:ext>
              </a:extLst>
            </p:cNvPr>
            <p:cNvGrpSpPr>
              <a:grpSpLocks/>
            </p:cNvGrpSpPr>
            <p:nvPr/>
          </p:nvGrpSpPr>
          <p:grpSpPr bwMode="auto">
            <a:xfrm>
              <a:off x="2374900" y="2975113"/>
              <a:ext cx="1860550" cy="422275"/>
              <a:chOff x="7626" y="5010"/>
              <a:chExt cx="1710" cy="433"/>
            </a:xfrm>
          </p:grpSpPr>
          <p:sp>
            <p:nvSpPr>
              <p:cNvPr id="49" name="Rectangle 47">
                <a:extLst>
                  <a:ext uri="{FF2B5EF4-FFF2-40B4-BE49-F238E27FC236}">
                    <a16:creationId xmlns:a16="http://schemas.microsoft.com/office/drawing/2014/main" id="{300C2FEF-DD6A-0B24-3484-2B946C575D88}"/>
                  </a:ext>
                </a:extLst>
              </p:cNvPr>
              <p:cNvSpPr>
                <a:spLocks noChangeArrowheads="1"/>
              </p:cNvSpPr>
              <p:nvPr/>
            </p:nvSpPr>
            <p:spPr bwMode="auto">
              <a:xfrm>
                <a:off x="7626" y="5010"/>
                <a:ext cx="1710" cy="40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lIns="126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solidFill>
                      <a:schemeClr val="hlink"/>
                    </a:solidFill>
                    <a:latin typeface="宋体" panose="02010600030101010101" pitchFamily="2" charset="-122"/>
                    <a:ea typeface="宋体" panose="02010600030101010101" pitchFamily="2" charset="-122"/>
                  </a:rPr>
                  <a:t>+</a:t>
                </a:r>
              </a:p>
            </p:txBody>
          </p:sp>
          <p:sp>
            <p:nvSpPr>
              <p:cNvPr id="50" name="Line 48">
                <a:extLst>
                  <a:ext uri="{FF2B5EF4-FFF2-40B4-BE49-F238E27FC236}">
                    <a16:creationId xmlns:a16="http://schemas.microsoft.com/office/drawing/2014/main" id="{C1DEA3AB-F9B9-3675-17F0-EFB9504B9CE0}"/>
                  </a:ext>
                </a:extLst>
              </p:cNvPr>
              <p:cNvSpPr>
                <a:spLocks noChangeShapeType="1"/>
              </p:cNvSpPr>
              <p:nvPr/>
            </p:nvSpPr>
            <p:spPr bwMode="auto">
              <a:xfrm>
                <a:off x="8194" y="5023"/>
                <a:ext cx="0" cy="420"/>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1" name="Line 49">
                <a:extLst>
                  <a:ext uri="{FF2B5EF4-FFF2-40B4-BE49-F238E27FC236}">
                    <a16:creationId xmlns:a16="http://schemas.microsoft.com/office/drawing/2014/main" id="{FAB2B8B2-1CF3-CC32-6EB4-7C2A0387AA38}"/>
                  </a:ext>
                </a:extLst>
              </p:cNvPr>
              <p:cNvSpPr>
                <a:spLocks noChangeShapeType="1"/>
              </p:cNvSpPr>
              <p:nvPr/>
            </p:nvSpPr>
            <p:spPr bwMode="auto">
              <a:xfrm>
                <a:off x="8777" y="5010"/>
                <a:ext cx="0" cy="390"/>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52" name="Line 52">
              <a:extLst>
                <a:ext uri="{FF2B5EF4-FFF2-40B4-BE49-F238E27FC236}">
                  <a16:creationId xmlns:a16="http://schemas.microsoft.com/office/drawing/2014/main" id="{15B56AD5-44FA-F3D8-99CF-05E9D2A14D8B}"/>
                </a:ext>
              </a:extLst>
            </p:cNvPr>
            <p:cNvSpPr>
              <a:spLocks noChangeShapeType="1"/>
            </p:cNvSpPr>
            <p:nvPr/>
          </p:nvSpPr>
          <p:spPr bwMode="auto">
            <a:xfrm>
              <a:off x="2857500" y="1852750"/>
              <a:ext cx="0" cy="1122363"/>
            </a:xfrm>
            <a:prstGeom prst="line">
              <a:avLst/>
            </a:prstGeom>
            <a:noFill/>
            <a:ln w="25400">
              <a:solidFill>
                <a:srgbClr val="008000"/>
              </a:solidFill>
              <a:prstDash val="lgDash"/>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53" name="Freeform 62">
              <a:extLst>
                <a:ext uri="{FF2B5EF4-FFF2-40B4-BE49-F238E27FC236}">
                  <a16:creationId xmlns:a16="http://schemas.microsoft.com/office/drawing/2014/main" id="{8A5725A0-9E5E-918F-8D2C-D11683CB037D}"/>
                </a:ext>
              </a:extLst>
            </p:cNvPr>
            <p:cNvSpPr>
              <a:spLocks/>
            </p:cNvSpPr>
            <p:nvPr/>
          </p:nvSpPr>
          <p:spPr bwMode="auto">
            <a:xfrm>
              <a:off x="1728788" y="3222763"/>
              <a:ext cx="1536700" cy="1531938"/>
            </a:xfrm>
            <a:custGeom>
              <a:avLst/>
              <a:gdLst>
                <a:gd name="T0" fmla="*/ 101 w 1412"/>
                <a:gd name="T1" fmla="*/ 0 h 1576"/>
                <a:gd name="T2" fmla="*/ 80 w 1412"/>
                <a:gd name="T3" fmla="*/ 26 h 1576"/>
                <a:gd name="T4" fmla="*/ 13 w 1412"/>
                <a:gd name="T5" fmla="*/ 31 h 1576"/>
                <a:gd name="T6" fmla="*/ 1 w 1412"/>
                <a:gd name="T7" fmla="*/ 51 h 1576"/>
                <a:gd name="T8" fmla="*/ 0 60000 65536"/>
                <a:gd name="T9" fmla="*/ 0 60000 65536"/>
                <a:gd name="T10" fmla="*/ 0 60000 65536"/>
                <a:gd name="T11" fmla="*/ 0 60000 65536"/>
                <a:gd name="T12" fmla="*/ 0 w 1412"/>
                <a:gd name="T13" fmla="*/ 0 h 1576"/>
                <a:gd name="T14" fmla="*/ 1412 w 1412"/>
                <a:gd name="T15" fmla="*/ 1576 h 1576"/>
              </a:gdLst>
              <a:ahLst/>
              <a:cxnLst>
                <a:cxn ang="T8">
                  <a:pos x="T0" y="T1"/>
                </a:cxn>
                <a:cxn ang="T9">
                  <a:pos x="T2" y="T3"/>
                </a:cxn>
                <a:cxn ang="T10">
                  <a:pos x="T4" y="T5"/>
                </a:cxn>
                <a:cxn ang="T11">
                  <a:pos x="T6" y="T7"/>
                </a:cxn>
              </a:cxnLst>
              <a:rect l="T12" t="T13" r="T14" b="T15"/>
              <a:pathLst>
                <a:path w="1412" h="1576">
                  <a:moveTo>
                    <a:pt x="1412" y="0"/>
                  </a:moveTo>
                  <a:cubicBezTo>
                    <a:pt x="1362" y="135"/>
                    <a:pt x="1318" y="651"/>
                    <a:pt x="1113" y="811"/>
                  </a:cubicBezTo>
                  <a:cubicBezTo>
                    <a:pt x="908" y="971"/>
                    <a:pt x="364" y="833"/>
                    <a:pt x="182" y="960"/>
                  </a:cubicBezTo>
                  <a:cubicBezTo>
                    <a:pt x="0" y="1087"/>
                    <a:pt x="45" y="1473"/>
                    <a:pt x="18" y="1576"/>
                  </a:cubicBezTo>
                </a:path>
              </a:pathLst>
            </a:custGeom>
            <a:noFill/>
            <a:ln w="25400">
              <a:solidFill>
                <a:srgbClr val="FF0000"/>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54" name="Freeform 63">
              <a:extLst>
                <a:ext uri="{FF2B5EF4-FFF2-40B4-BE49-F238E27FC236}">
                  <a16:creationId xmlns:a16="http://schemas.microsoft.com/office/drawing/2014/main" id="{124F2EC3-20C2-FBBD-0601-E9D954C97695}"/>
                </a:ext>
              </a:extLst>
            </p:cNvPr>
            <p:cNvSpPr>
              <a:spLocks/>
            </p:cNvSpPr>
            <p:nvPr/>
          </p:nvSpPr>
          <p:spPr bwMode="auto">
            <a:xfrm>
              <a:off x="4033838" y="3167200"/>
              <a:ext cx="2513013" cy="725488"/>
            </a:xfrm>
            <a:custGeom>
              <a:avLst/>
              <a:gdLst>
                <a:gd name="T0" fmla="*/ 0 w 2310"/>
                <a:gd name="T1" fmla="*/ 1 h 747"/>
                <a:gd name="T2" fmla="*/ 98 w 2310"/>
                <a:gd name="T3" fmla="*/ 1 h 747"/>
                <a:gd name="T4" fmla="*/ 113 w 2310"/>
                <a:gd name="T5" fmla="*/ 1 h 747"/>
                <a:gd name="T6" fmla="*/ 140 w 2310"/>
                <a:gd name="T7" fmla="*/ 6 h 747"/>
                <a:gd name="T8" fmla="*/ 164 w 2310"/>
                <a:gd name="T9" fmla="*/ 24 h 747"/>
                <a:gd name="T10" fmla="*/ 0 60000 65536"/>
                <a:gd name="T11" fmla="*/ 0 60000 65536"/>
                <a:gd name="T12" fmla="*/ 0 60000 65536"/>
                <a:gd name="T13" fmla="*/ 0 60000 65536"/>
                <a:gd name="T14" fmla="*/ 0 60000 65536"/>
                <a:gd name="T15" fmla="*/ 0 w 2310"/>
                <a:gd name="T16" fmla="*/ 0 h 747"/>
                <a:gd name="T17" fmla="*/ 2310 w 2310"/>
                <a:gd name="T18" fmla="*/ 747 h 747"/>
              </a:gdLst>
              <a:ahLst/>
              <a:cxnLst>
                <a:cxn ang="T10">
                  <a:pos x="T0" y="T1"/>
                </a:cxn>
                <a:cxn ang="T11">
                  <a:pos x="T2" y="T3"/>
                </a:cxn>
                <a:cxn ang="T12">
                  <a:pos x="T4" y="T5"/>
                </a:cxn>
                <a:cxn ang="T13">
                  <a:pos x="T6" y="T7"/>
                </a:cxn>
                <a:cxn ang="T14">
                  <a:pos x="T8" y="T9"/>
                </a:cxn>
              </a:cxnLst>
              <a:rect l="T15" t="T16" r="T17" b="T18"/>
              <a:pathLst>
                <a:path w="2310" h="747">
                  <a:moveTo>
                    <a:pt x="0" y="13"/>
                  </a:moveTo>
                  <a:cubicBezTo>
                    <a:pt x="230" y="13"/>
                    <a:pt x="1115" y="11"/>
                    <a:pt x="1380" y="13"/>
                  </a:cubicBezTo>
                  <a:cubicBezTo>
                    <a:pt x="1645" y="15"/>
                    <a:pt x="1490" y="0"/>
                    <a:pt x="1590" y="28"/>
                  </a:cubicBezTo>
                  <a:cubicBezTo>
                    <a:pt x="1690" y="56"/>
                    <a:pt x="1860" y="58"/>
                    <a:pt x="1980" y="178"/>
                  </a:cubicBezTo>
                  <a:cubicBezTo>
                    <a:pt x="2100" y="298"/>
                    <a:pt x="2241" y="629"/>
                    <a:pt x="2310" y="747"/>
                  </a:cubicBezTo>
                </a:path>
              </a:pathLst>
            </a:custGeom>
            <a:noFill/>
            <a:ln w="25400">
              <a:solidFill>
                <a:srgbClr val="FF0000"/>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grpSp>
      <p:sp>
        <p:nvSpPr>
          <p:cNvPr id="57" name="文本框 56">
            <a:extLst>
              <a:ext uri="{FF2B5EF4-FFF2-40B4-BE49-F238E27FC236}">
                <a16:creationId xmlns:a16="http://schemas.microsoft.com/office/drawing/2014/main" id="{3F95B3A7-CB26-0F19-DD9D-06BF4235D75C}"/>
              </a:ext>
            </a:extLst>
          </p:cNvPr>
          <p:cNvSpPr txBox="1"/>
          <p:nvPr/>
        </p:nvSpPr>
        <p:spPr>
          <a:xfrm>
            <a:off x="43548" y="5904476"/>
            <a:ext cx="5083620" cy="830997"/>
          </a:xfrm>
          <a:prstGeom prst="rect">
            <a:avLst/>
          </a:prstGeom>
          <a:solidFill>
            <a:schemeClr val="accent4">
              <a:lumMod val="20000"/>
              <a:lumOff val="80000"/>
            </a:schemeClr>
          </a:solidFill>
          <a:ln>
            <a:solidFill>
              <a:schemeClr val="accent2"/>
            </a:solidFill>
          </a:ln>
        </p:spPr>
        <p:txBody>
          <a:bodyPr wrap="square">
            <a:spAutoFit/>
          </a:bodyPr>
          <a:lstStyle/>
          <a:p>
            <a:r>
              <a:rPr kumimoji="0" lang="zh-CN" altLang="en-US" sz="2400" b="0" i="0" u="none" strike="noStrike" cap="none" normalizeH="0" baseline="0">
                <a:ln>
                  <a:noFill/>
                </a:ln>
                <a:solidFill>
                  <a:schemeClr val="tx1"/>
                </a:solidFill>
                <a:effectLst/>
                <a:latin typeface="宋体" pitchFamily="2" charset="-122"/>
                <a:ea typeface="黑体" pitchFamily="2" charset="-122"/>
              </a:rPr>
              <a:t>按</a:t>
            </a:r>
            <a:r>
              <a:rPr lang="en-US" altLang="zh-CN" sz="2400" b="1" i="1">
                <a:latin typeface="Times New Roman" pitchFamily="18" charset="0"/>
                <a:ea typeface="黑体" pitchFamily="2" charset="-122"/>
              </a:rPr>
              <a:t>E </a:t>
            </a:r>
            <a:r>
              <a:rPr lang="en-US" altLang="zh-CN" sz="2400" b="1">
                <a:latin typeface="Times New Roman" pitchFamily="18" charset="0"/>
                <a:ea typeface="黑体" pitchFamily="2" charset="-122"/>
                <a:sym typeface="Symbol" pitchFamily="18" charset="2"/>
              </a:rPr>
              <a:t></a:t>
            </a:r>
            <a:r>
              <a:rPr lang="en-US" altLang="zh-CN" sz="2400" b="1">
                <a:latin typeface="Times New Roman" pitchFamily="18" charset="0"/>
                <a:ea typeface="黑体" pitchFamily="2" charset="-122"/>
              </a:rPr>
              <a:t> </a:t>
            </a:r>
            <a:r>
              <a:rPr lang="en-US" altLang="zh-CN" sz="2400" b="1" i="1">
                <a:latin typeface="Times New Roman" pitchFamily="18" charset="0"/>
                <a:ea typeface="黑体" pitchFamily="2" charset="-122"/>
              </a:rPr>
              <a:t>E</a:t>
            </a:r>
            <a:r>
              <a:rPr lang="en-US" altLang="zh-CN" sz="2400" b="1" baseline="-30000">
                <a:latin typeface="Times New Roman" pitchFamily="18" charset="0"/>
                <a:ea typeface="黑体" pitchFamily="2" charset="-122"/>
              </a:rPr>
              <a:t>1 </a:t>
            </a:r>
            <a:r>
              <a:rPr lang="en-US" altLang="zh-CN" sz="2400" b="1">
                <a:latin typeface="Times New Roman" pitchFamily="18" charset="0"/>
                <a:ea typeface="黑体" pitchFamily="2" charset="-122"/>
              </a:rPr>
              <a:t>+ </a:t>
            </a:r>
            <a:r>
              <a:rPr lang="en-US" altLang="zh-CN" sz="2400" b="1" i="1">
                <a:latin typeface="Times New Roman" pitchFamily="18" charset="0"/>
                <a:ea typeface="黑体" pitchFamily="2" charset="-122"/>
              </a:rPr>
              <a:t>T</a:t>
            </a:r>
            <a:r>
              <a:rPr kumimoji="0" lang="zh-CN" altLang="en-US" sz="2400" b="0" i="0" u="none" strike="noStrike" cap="none" normalizeH="0" baseline="0">
                <a:ln>
                  <a:noFill/>
                </a:ln>
                <a:solidFill>
                  <a:schemeClr val="tx1"/>
                </a:solidFill>
                <a:effectLst/>
                <a:latin typeface="宋体" pitchFamily="2" charset="-122"/>
                <a:ea typeface="黑体" pitchFamily="2" charset="-122"/>
              </a:rPr>
              <a:t>归约</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endParaRPr lang="en-US" altLang="zh-CN" sz="2400" b="1" i="1">
              <a:solidFill>
                <a:schemeClr val="accent1"/>
              </a:solidFill>
              <a:latin typeface="Times New Roman" pitchFamily="18" charset="0"/>
              <a:ea typeface="黑体" pitchFamily="2" charset="-122"/>
            </a:endParaRPr>
          </a:p>
          <a:p>
            <a:r>
              <a:rPr lang="en-US" altLang="zh-CN" sz="2400" b="1" i="1" err="1">
                <a:solidFill>
                  <a:schemeClr val="accent1"/>
                </a:solidFill>
                <a:latin typeface="Times New Roman" pitchFamily="18" charset="0"/>
                <a:ea typeface="黑体" pitchFamily="2" charset="-122"/>
              </a:rPr>
              <a:t>E</a:t>
            </a:r>
            <a:r>
              <a:rPr lang="en-US" altLang="zh-CN" sz="2400" b="1" err="1">
                <a:solidFill>
                  <a:schemeClr val="accent1"/>
                </a:solidFill>
                <a:latin typeface="Times New Roman" pitchFamily="18" charset="0"/>
                <a:ea typeface="黑体" pitchFamily="2" charset="-122"/>
              </a:rPr>
              <a:t>.</a:t>
            </a:r>
            <a:r>
              <a:rPr lang="en-US" altLang="zh-CN" sz="2400" b="1" i="1" err="1">
                <a:solidFill>
                  <a:schemeClr val="accent1"/>
                </a:solidFill>
                <a:latin typeface="Times New Roman" pitchFamily="18" charset="0"/>
                <a:ea typeface="黑体" pitchFamily="2" charset="-122"/>
              </a:rPr>
              <a:t>nptr</a:t>
            </a:r>
            <a:r>
              <a:rPr lang="en-US" altLang="zh-CN" sz="2400" b="1">
                <a:solidFill>
                  <a:schemeClr val="accent1"/>
                </a:solidFill>
                <a:latin typeface="Times New Roman" pitchFamily="18" charset="0"/>
                <a:ea typeface="黑体" pitchFamily="2" charset="-122"/>
              </a:rPr>
              <a:t> = </a:t>
            </a:r>
            <a:r>
              <a:rPr lang="en-US" altLang="zh-CN" sz="2400" b="1" i="1" err="1">
                <a:solidFill>
                  <a:srgbClr val="C00000"/>
                </a:solidFill>
                <a:latin typeface="Times New Roman" pitchFamily="18" charset="0"/>
                <a:ea typeface="黑体" pitchFamily="2" charset="-122"/>
              </a:rPr>
              <a:t>mkNode</a:t>
            </a:r>
            <a:r>
              <a:rPr lang="en-US" altLang="zh-CN" sz="2400" b="1">
                <a:solidFill>
                  <a:srgbClr val="C00000"/>
                </a:solidFill>
                <a:latin typeface="Times New Roman" pitchFamily="18" charset="0"/>
                <a:ea typeface="黑体" pitchFamily="2" charset="-122"/>
              </a:rPr>
              <a:t>( ‘+’, </a:t>
            </a:r>
            <a:r>
              <a:rPr lang="en-US" altLang="zh-CN" sz="2400" b="1" i="1">
                <a:solidFill>
                  <a:srgbClr val="C00000"/>
                </a:solidFill>
                <a:latin typeface="Times New Roman" pitchFamily="18" charset="0"/>
                <a:ea typeface="黑体" pitchFamily="2" charset="-122"/>
              </a:rPr>
              <a:t>E</a:t>
            </a:r>
            <a:r>
              <a:rPr lang="en-US" altLang="zh-CN" sz="2400" b="1" baseline="-30000">
                <a:solidFill>
                  <a:srgbClr val="C00000"/>
                </a:solidFill>
                <a:latin typeface="Times New Roman" pitchFamily="18" charset="0"/>
                <a:ea typeface="黑体" pitchFamily="2" charset="-122"/>
              </a:rPr>
              <a:t>1</a:t>
            </a:r>
            <a:r>
              <a:rPr lang="en-US" altLang="zh-CN" sz="2400" b="1">
                <a:solidFill>
                  <a:srgbClr val="C00000"/>
                </a:solidFill>
                <a:latin typeface="Times New Roman" pitchFamily="18" charset="0"/>
                <a:ea typeface="黑体" pitchFamily="2" charset="-122"/>
              </a:rPr>
              <a:t>.</a:t>
            </a:r>
            <a:r>
              <a:rPr lang="en-US" altLang="zh-CN" sz="2400" b="1" i="1">
                <a:solidFill>
                  <a:srgbClr val="C00000"/>
                </a:solidFill>
                <a:latin typeface="Times New Roman" pitchFamily="18" charset="0"/>
                <a:ea typeface="黑体" pitchFamily="2" charset="-122"/>
              </a:rPr>
              <a:t>nptr</a:t>
            </a:r>
            <a:r>
              <a:rPr lang="en-US" altLang="zh-CN" sz="2400" b="1">
                <a:solidFill>
                  <a:srgbClr val="C00000"/>
                </a:solidFill>
                <a:latin typeface="Times New Roman" pitchFamily="18" charset="0"/>
                <a:ea typeface="黑体" pitchFamily="2" charset="-122"/>
              </a:rPr>
              <a:t>,</a:t>
            </a:r>
            <a:r>
              <a:rPr lang="en-US" altLang="zh-CN" sz="2400" b="1" i="1">
                <a:solidFill>
                  <a:srgbClr val="C00000"/>
                </a:solidFill>
                <a:latin typeface="Times New Roman" pitchFamily="18" charset="0"/>
                <a:ea typeface="黑体" pitchFamily="2" charset="-122"/>
              </a:rPr>
              <a:t> </a:t>
            </a:r>
            <a:r>
              <a:rPr lang="en-US" altLang="zh-CN" sz="2400" b="1" i="1" err="1">
                <a:solidFill>
                  <a:srgbClr val="C00000"/>
                </a:solidFill>
                <a:latin typeface="Times New Roman" pitchFamily="18" charset="0"/>
                <a:ea typeface="黑体" pitchFamily="2" charset="-122"/>
              </a:rPr>
              <a:t>T</a:t>
            </a:r>
            <a:r>
              <a:rPr lang="en-US" altLang="zh-CN" sz="2400" b="1" err="1">
                <a:solidFill>
                  <a:srgbClr val="C00000"/>
                </a:solidFill>
                <a:latin typeface="Times New Roman" pitchFamily="18" charset="0"/>
                <a:ea typeface="黑体" pitchFamily="2" charset="-122"/>
              </a:rPr>
              <a:t>.</a:t>
            </a:r>
            <a:r>
              <a:rPr lang="en-US" altLang="zh-CN" sz="2400" b="1" i="1" err="1">
                <a:solidFill>
                  <a:srgbClr val="C00000"/>
                </a:solidFill>
                <a:latin typeface="Times New Roman" pitchFamily="18" charset="0"/>
                <a:ea typeface="黑体" pitchFamily="2" charset="-122"/>
              </a:rPr>
              <a:t>nptr</a:t>
            </a:r>
            <a:r>
              <a:rPr lang="en-US" altLang="zh-CN" sz="2400" b="1">
                <a:solidFill>
                  <a:srgbClr val="C00000"/>
                </a:solidFill>
                <a:latin typeface="Times New Roman" pitchFamily="18" charset="0"/>
                <a:ea typeface="黑体" pitchFamily="2" charset="-122"/>
              </a:rPr>
              <a:t>)</a:t>
            </a:r>
            <a:r>
              <a:rPr lang="en-US" altLang="zh-CN" sz="2400">
                <a:solidFill>
                  <a:srgbClr val="C00000"/>
                </a:solidFill>
                <a:latin typeface="Times New Roman" pitchFamily="18" charset="0"/>
                <a:ea typeface="黑体" pitchFamily="2" charset="-122"/>
              </a:rPr>
              <a:t> </a:t>
            </a:r>
            <a:endParaRPr lang="zh-CN" altLang="en-US" sz="2400">
              <a:solidFill>
                <a:srgbClr val="C00000"/>
              </a:solidFill>
            </a:endParaRPr>
          </a:p>
        </p:txBody>
      </p:sp>
    </p:spTree>
    <p:extLst>
      <p:ext uri="{BB962C8B-B14F-4D97-AF65-F5344CB8AC3E}">
        <p14:creationId xmlns:p14="http://schemas.microsoft.com/office/powerpoint/2010/main" val="3229634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500" fill="hold"/>
                                        <p:tgtEl>
                                          <p:spTgt spid="39"/>
                                        </p:tgtEl>
                                        <p:attrNameLst>
                                          <p:attrName>ppt_x</p:attrName>
                                        </p:attrNameLst>
                                      </p:cBhvr>
                                      <p:tavLst>
                                        <p:tav tm="0">
                                          <p:val>
                                            <p:strVal val="#ppt_x"/>
                                          </p:val>
                                        </p:tav>
                                        <p:tav tm="100000">
                                          <p:val>
                                            <p:strVal val="#ppt_x"/>
                                          </p:val>
                                        </p:tav>
                                      </p:tavLst>
                                    </p:anim>
                                    <p:anim calcmode="lin" valueType="num">
                                      <p:cBhvr additive="base">
                                        <p:cTn id="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0"/>
                                        </p:tgtEl>
                                        <p:attrNameLst>
                                          <p:attrName>style.visibility</p:attrName>
                                        </p:attrNameLst>
                                      </p:cBhvr>
                                      <p:to>
                                        <p:strVal val="visible"/>
                                      </p:to>
                                    </p:set>
                                    <p:anim calcmode="lin" valueType="num">
                                      <p:cBhvr additive="base">
                                        <p:cTn id="13" dur="500" fill="hold"/>
                                        <p:tgtEl>
                                          <p:spTgt spid="40"/>
                                        </p:tgtEl>
                                        <p:attrNameLst>
                                          <p:attrName>ppt_x</p:attrName>
                                        </p:attrNameLst>
                                      </p:cBhvr>
                                      <p:tavLst>
                                        <p:tav tm="0">
                                          <p:val>
                                            <p:strVal val="#ppt_x"/>
                                          </p:val>
                                        </p:tav>
                                        <p:tav tm="100000">
                                          <p:val>
                                            <p:strVal val="#ppt_x"/>
                                          </p:val>
                                        </p:tav>
                                      </p:tavLst>
                                    </p:anim>
                                    <p:anim calcmode="lin" valueType="num">
                                      <p:cBhvr additive="base">
                                        <p:cTn id="14"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anim calcmode="lin" valueType="num">
                                      <p:cBhvr additive="base">
                                        <p:cTn id="19" dur="500" fill="hold"/>
                                        <p:tgtEl>
                                          <p:spTgt spid="38"/>
                                        </p:tgtEl>
                                        <p:attrNameLst>
                                          <p:attrName>ppt_x</p:attrName>
                                        </p:attrNameLst>
                                      </p:cBhvr>
                                      <p:tavLst>
                                        <p:tav tm="0">
                                          <p:val>
                                            <p:strVal val="#ppt_x"/>
                                          </p:val>
                                        </p:tav>
                                        <p:tav tm="100000">
                                          <p:val>
                                            <p:strVal val="#ppt_x"/>
                                          </p:val>
                                        </p:tav>
                                      </p:tavLst>
                                    </p:anim>
                                    <p:anim calcmode="lin" valueType="num">
                                      <p:cBhvr additive="base">
                                        <p:cTn id="20"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xit" presetSubtype="1" fill="hold" grpId="1" nodeType="clickEffect">
                                  <p:stCondLst>
                                    <p:cond delay="0"/>
                                  </p:stCondLst>
                                  <p:childTnLst>
                                    <p:anim calcmode="lin" valueType="num">
                                      <p:cBhvr additive="base">
                                        <p:cTn id="24" dur="500"/>
                                        <p:tgtEl>
                                          <p:spTgt spid="40"/>
                                        </p:tgtEl>
                                        <p:attrNameLst>
                                          <p:attrName>ppt_x</p:attrName>
                                        </p:attrNameLst>
                                      </p:cBhvr>
                                      <p:tavLst>
                                        <p:tav tm="0">
                                          <p:val>
                                            <p:strVal val="ppt_x"/>
                                          </p:val>
                                        </p:tav>
                                        <p:tav tm="100000">
                                          <p:val>
                                            <p:strVal val="ppt_x"/>
                                          </p:val>
                                        </p:tav>
                                      </p:tavLst>
                                    </p:anim>
                                    <p:anim calcmode="lin" valueType="num">
                                      <p:cBhvr additive="base">
                                        <p:cTn id="25" dur="500"/>
                                        <p:tgtEl>
                                          <p:spTgt spid="40"/>
                                        </p:tgtEl>
                                        <p:attrNameLst>
                                          <p:attrName>ppt_y</p:attrName>
                                        </p:attrNameLst>
                                      </p:cBhvr>
                                      <p:tavLst>
                                        <p:tav tm="0">
                                          <p:val>
                                            <p:strVal val="ppt_y"/>
                                          </p:val>
                                        </p:tav>
                                        <p:tav tm="100000">
                                          <p:val>
                                            <p:strVal val="0-ppt_h/2"/>
                                          </p:val>
                                        </p:tav>
                                      </p:tavLst>
                                    </p:anim>
                                    <p:set>
                                      <p:cBhvr>
                                        <p:cTn id="26" dur="1" fill="hold">
                                          <p:stCondLst>
                                            <p:cond delay="499"/>
                                          </p:stCondLst>
                                        </p:cTn>
                                        <p:tgtEl>
                                          <p:spTgt spid="40"/>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6"/>
                                        </p:tgtEl>
                                        <p:attrNameLst>
                                          <p:attrName>style.visibility</p:attrName>
                                        </p:attrNameLst>
                                      </p:cBhvr>
                                      <p:to>
                                        <p:strVal val="visible"/>
                                      </p:to>
                                    </p:set>
                                    <p:anim calcmode="lin" valueType="num">
                                      <p:cBhvr additive="base">
                                        <p:cTn id="31" dur="500" fill="hold"/>
                                        <p:tgtEl>
                                          <p:spTgt spid="56"/>
                                        </p:tgtEl>
                                        <p:attrNameLst>
                                          <p:attrName>ppt_x</p:attrName>
                                        </p:attrNameLst>
                                      </p:cBhvr>
                                      <p:tavLst>
                                        <p:tav tm="0">
                                          <p:val>
                                            <p:strVal val="#ppt_x"/>
                                          </p:val>
                                        </p:tav>
                                        <p:tav tm="100000">
                                          <p:val>
                                            <p:strVal val="#ppt_x"/>
                                          </p:val>
                                        </p:tav>
                                      </p:tavLst>
                                    </p:anim>
                                    <p:anim calcmode="lin" valueType="num">
                                      <p:cBhvr additive="base">
                                        <p:cTn id="32"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7"/>
                                        </p:tgtEl>
                                        <p:attrNameLst>
                                          <p:attrName>style.visibility</p:attrName>
                                        </p:attrNameLst>
                                      </p:cBhvr>
                                      <p:to>
                                        <p:strVal val="visible"/>
                                      </p:to>
                                    </p:set>
                                    <p:anim calcmode="lin" valueType="num">
                                      <p:cBhvr additive="base">
                                        <p:cTn id="37" dur="500" fill="hold"/>
                                        <p:tgtEl>
                                          <p:spTgt spid="57"/>
                                        </p:tgtEl>
                                        <p:attrNameLst>
                                          <p:attrName>ppt_x</p:attrName>
                                        </p:attrNameLst>
                                      </p:cBhvr>
                                      <p:tavLst>
                                        <p:tav tm="0">
                                          <p:val>
                                            <p:strVal val="#ppt_x"/>
                                          </p:val>
                                        </p:tav>
                                        <p:tav tm="100000">
                                          <p:val>
                                            <p:strVal val="#ppt_x"/>
                                          </p:val>
                                        </p:tav>
                                      </p:tavLst>
                                    </p:anim>
                                    <p:anim calcmode="lin" valueType="num">
                                      <p:cBhvr additive="base">
                                        <p:cTn id="38"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5"/>
                                        </p:tgtEl>
                                        <p:attrNameLst>
                                          <p:attrName>style.visibility</p:attrName>
                                        </p:attrNameLst>
                                      </p:cBhvr>
                                      <p:to>
                                        <p:strVal val="visible"/>
                                      </p:to>
                                    </p:set>
                                    <p:anim calcmode="lin" valueType="num">
                                      <p:cBhvr additive="base">
                                        <p:cTn id="43" dur="500" fill="hold"/>
                                        <p:tgtEl>
                                          <p:spTgt spid="55"/>
                                        </p:tgtEl>
                                        <p:attrNameLst>
                                          <p:attrName>ppt_x</p:attrName>
                                        </p:attrNameLst>
                                      </p:cBhvr>
                                      <p:tavLst>
                                        <p:tav tm="0">
                                          <p:val>
                                            <p:strVal val="#ppt_x"/>
                                          </p:val>
                                        </p:tav>
                                        <p:tav tm="100000">
                                          <p:val>
                                            <p:strVal val="#ppt_x"/>
                                          </p:val>
                                        </p:tav>
                                      </p:tavLst>
                                    </p:anim>
                                    <p:anim calcmode="lin" valueType="num">
                                      <p:cBhvr additive="base">
                                        <p:cTn id="44"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xit" presetSubtype="1" fill="hold" grpId="1" nodeType="clickEffect">
                                  <p:stCondLst>
                                    <p:cond delay="0"/>
                                  </p:stCondLst>
                                  <p:childTnLst>
                                    <p:anim calcmode="lin" valueType="num">
                                      <p:cBhvr additive="base">
                                        <p:cTn id="48" dur="500"/>
                                        <p:tgtEl>
                                          <p:spTgt spid="57"/>
                                        </p:tgtEl>
                                        <p:attrNameLst>
                                          <p:attrName>ppt_x</p:attrName>
                                        </p:attrNameLst>
                                      </p:cBhvr>
                                      <p:tavLst>
                                        <p:tav tm="0">
                                          <p:val>
                                            <p:strVal val="ppt_x"/>
                                          </p:val>
                                        </p:tav>
                                        <p:tav tm="100000">
                                          <p:val>
                                            <p:strVal val="ppt_x"/>
                                          </p:val>
                                        </p:tav>
                                      </p:tavLst>
                                    </p:anim>
                                    <p:anim calcmode="lin" valueType="num">
                                      <p:cBhvr additive="base">
                                        <p:cTn id="49" dur="500"/>
                                        <p:tgtEl>
                                          <p:spTgt spid="57"/>
                                        </p:tgtEl>
                                        <p:attrNameLst>
                                          <p:attrName>ppt_y</p:attrName>
                                        </p:attrNameLst>
                                      </p:cBhvr>
                                      <p:tavLst>
                                        <p:tav tm="0">
                                          <p:val>
                                            <p:strVal val="ppt_y"/>
                                          </p:val>
                                        </p:tav>
                                        <p:tav tm="100000">
                                          <p:val>
                                            <p:strVal val="0-ppt_h/2"/>
                                          </p:val>
                                        </p:tav>
                                      </p:tavLst>
                                    </p:anim>
                                    <p:set>
                                      <p:cBhvr>
                                        <p:cTn id="50" dur="1" fill="hold">
                                          <p:stCondLst>
                                            <p:cond delay="499"/>
                                          </p:stCondLst>
                                        </p:cTn>
                                        <p:tgtEl>
                                          <p:spTgt spid="5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0" grpId="1" animBg="1"/>
      <p:bldP spid="57" grpId="0" animBg="1"/>
      <p:bldP spid="57"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1CD934BB-CB5E-4D63-92BB-52F797988840}"/>
              </a:ext>
            </a:extLst>
          </p:cNvPr>
          <p:cNvSpPr>
            <a:spLocks noGrp="1" noChangeArrowheads="1"/>
          </p:cNvSpPr>
          <p:nvPr>
            <p:ph type="title"/>
          </p:nvPr>
        </p:nvSpPr>
        <p:spPr/>
        <p:txBody>
          <a:bodyPr>
            <a:noAutofit/>
          </a:bodyPr>
          <a:lstStyle/>
          <a:p>
            <a:pPr eaLnBrk="1" hangingPunct="1"/>
            <a:r>
              <a:rPr lang="en-US" altLang="zh-CN" sz="3600"/>
              <a:t>4.2.2 </a:t>
            </a:r>
            <a:r>
              <a:rPr lang="zh-CN" altLang="en-US" sz="3600"/>
              <a:t>构造抽象语法树的</a:t>
            </a:r>
            <a:r>
              <a:rPr lang="en-US" altLang="zh-CN" sz="3600" b="1" i="1"/>
              <a:t>S</a:t>
            </a:r>
            <a:r>
              <a:rPr lang="zh-CN" altLang="en-US" sz="3600"/>
              <a:t>属性定义</a:t>
            </a:r>
          </a:p>
        </p:txBody>
      </p:sp>
      <p:grpSp>
        <p:nvGrpSpPr>
          <p:cNvPr id="6" name="组合 5">
            <a:extLst>
              <a:ext uri="{FF2B5EF4-FFF2-40B4-BE49-F238E27FC236}">
                <a16:creationId xmlns:a16="http://schemas.microsoft.com/office/drawing/2014/main" id="{A662289D-5C18-2E6B-E279-C37A8779D52C}"/>
              </a:ext>
            </a:extLst>
          </p:cNvPr>
          <p:cNvGrpSpPr/>
          <p:nvPr/>
        </p:nvGrpSpPr>
        <p:grpSpPr>
          <a:xfrm>
            <a:off x="304800" y="2975113"/>
            <a:ext cx="8839201" cy="2960687"/>
            <a:chOff x="304800" y="2975113"/>
            <a:chExt cx="8839201" cy="2960687"/>
          </a:xfrm>
        </p:grpSpPr>
        <p:grpSp>
          <p:nvGrpSpPr>
            <p:cNvPr id="62495" name="Group 31">
              <a:extLst>
                <a:ext uri="{FF2B5EF4-FFF2-40B4-BE49-F238E27FC236}">
                  <a16:creationId xmlns:a16="http://schemas.microsoft.com/office/drawing/2014/main" id="{4626B888-B985-4415-A86F-DB7D11CC5BF0}"/>
                </a:ext>
              </a:extLst>
            </p:cNvPr>
            <p:cNvGrpSpPr>
              <a:grpSpLocks/>
            </p:cNvGrpSpPr>
            <p:nvPr/>
          </p:nvGrpSpPr>
          <p:grpSpPr bwMode="auto">
            <a:xfrm>
              <a:off x="1309688" y="4754700"/>
              <a:ext cx="1258888" cy="654050"/>
              <a:chOff x="2582" y="5834"/>
              <a:chExt cx="1156" cy="673"/>
            </a:xfrm>
          </p:grpSpPr>
          <p:sp>
            <p:nvSpPr>
              <p:cNvPr id="62530" name="Rectangle 32">
                <a:extLst>
                  <a:ext uri="{FF2B5EF4-FFF2-40B4-BE49-F238E27FC236}">
                    <a16:creationId xmlns:a16="http://schemas.microsoft.com/office/drawing/2014/main" id="{B89F9D9E-6F5B-477D-B7FE-28416FBC8066}"/>
                  </a:ext>
                </a:extLst>
              </p:cNvPr>
              <p:cNvSpPr>
                <a:spLocks noChangeArrowheads="1"/>
              </p:cNvSpPr>
              <p:nvPr/>
            </p:nvSpPr>
            <p:spPr bwMode="auto">
              <a:xfrm>
                <a:off x="2582" y="5834"/>
                <a:ext cx="1156" cy="40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lIns="90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solidFill>
                      <a:schemeClr val="hlink"/>
                    </a:solidFill>
                    <a:ea typeface="宋体" panose="02010600030101010101" pitchFamily="2" charset="-122"/>
                  </a:rPr>
                  <a:t>id</a:t>
                </a:r>
              </a:p>
            </p:txBody>
          </p:sp>
          <p:sp>
            <p:nvSpPr>
              <p:cNvPr id="62531" name="Line 33">
                <a:extLst>
                  <a:ext uri="{FF2B5EF4-FFF2-40B4-BE49-F238E27FC236}">
                    <a16:creationId xmlns:a16="http://schemas.microsoft.com/office/drawing/2014/main" id="{2572304C-FA56-41DA-82BE-FA3BEBA605D1}"/>
                  </a:ext>
                </a:extLst>
              </p:cNvPr>
              <p:cNvSpPr>
                <a:spLocks noChangeShapeType="1"/>
              </p:cNvSpPr>
              <p:nvPr/>
            </p:nvSpPr>
            <p:spPr bwMode="auto">
              <a:xfrm>
                <a:off x="3150" y="5847"/>
                <a:ext cx="0" cy="420"/>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62532" name="Line 34">
                <a:extLst>
                  <a:ext uri="{FF2B5EF4-FFF2-40B4-BE49-F238E27FC236}">
                    <a16:creationId xmlns:a16="http://schemas.microsoft.com/office/drawing/2014/main" id="{9A19A086-0126-4135-AAC8-65E79D9C00D9}"/>
                  </a:ext>
                </a:extLst>
              </p:cNvPr>
              <p:cNvSpPr>
                <a:spLocks noChangeShapeType="1"/>
              </p:cNvSpPr>
              <p:nvPr/>
            </p:nvSpPr>
            <p:spPr bwMode="auto">
              <a:xfrm>
                <a:off x="3420" y="6057"/>
                <a:ext cx="0" cy="450"/>
              </a:xfrm>
              <a:prstGeom prst="line">
                <a:avLst/>
              </a:prstGeom>
              <a:noFill/>
              <a:ln w="25400">
                <a:solidFill>
                  <a:srgbClr val="FF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grpSp>
        <p:grpSp>
          <p:nvGrpSpPr>
            <p:cNvPr id="62496" name="Group 35">
              <a:extLst>
                <a:ext uri="{FF2B5EF4-FFF2-40B4-BE49-F238E27FC236}">
                  <a16:creationId xmlns:a16="http://schemas.microsoft.com/office/drawing/2014/main" id="{0C1DF54D-BF2A-4835-AD96-242255D63DD7}"/>
                </a:ext>
              </a:extLst>
            </p:cNvPr>
            <p:cNvGrpSpPr>
              <a:grpSpLocks/>
            </p:cNvGrpSpPr>
            <p:nvPr/>
          </p:nvGrpSpPr>
          <p:grpSpPr bwMode="auto">
            <a:xfrm>
              <a:off x="7615238" y="4770575"/>
              <a:ext cx="1258888" cy="654050"/>
              <a:chOff x="2582" y="5834"/>
              <a:chExt cx="1156" cy="673"/>
            </a:xfrm>
          </p:grpSpPr>
          <p:sp>
            <p:nvSpPr>
              <p:cNvPr id="62527" name="Rectangle 36">
                <a:extLst>
                  <a:ext uri="{FF2B5EF4-FFF2-40B4-BE49-F238E27FC236}">
                    <a16:creationId xmlns:a16="http://schemas.microsoft.com/office/drawing/2014/main" id="{0AEEB8DF-B6D9-4571-B4F3-6ADD12838F4C}"/>
                  </a:ext>
                </a:extLst>
              </p:cNvPr>
              <p:cNvSpPr>
                <a:spLocks noChangeArrowheads="1"/>
              </p:cNvSpPr>
              <p:nvPr/>
            </p:nvSpPr>
            <p:spPr bwMode="auto">
              <a:xfrm>
                <a:off x="2582" y="5834"/>
                <a:ext cx="1156" cy="40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lIns="90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solidFill>
                      <a:schemeClr val="hlink"/>
                    </a:solidFill>
                    <a:ea typeface="宋体" panose="02010600030101010101" pitchFamily="2" charset="-122"/>
                  </a:rPr>
                  <a:t>id</a:t>
                </a:r>
              </a:p>
            </p:txBody>
          </p:sp>
          <p:sp>
            <p:nvSpPr>
              <p:cNvPr id="62528" name="Line 37">
                <a:extLst>
                  <a:ext uri="{FF2B5EF4-FFF2-40B4-BE49-F238E27FC236}">
                    <a16:creationId xmlns:a16="http://schemas.microsoft.com/office/drawing/2014/main" id="{146EC904-54D7-4C36-A471-4B6885DFEF9A}"/>
                  </a:ext>
                </a:extLst>
              </p:cNvPr>
              <p:cNvSpPr>
                <a:spLocks noChangeShapeType="1"/>
              </p:cNvSpPr>
              <p:nvPr/>
            </p:nvSpPr>
            <p:spPr bwMode="auto">
              <a:xfrm>
                <a:off x="3150" y="5847"/>
                <a:ext cx="0" cy="420"/>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62529" name="Line 38">
                <a:extLst>
                  <a:ext uri="{FF2B5EF4-FFF2-40B4-BE49-F238E27FC236}">
                    <a16:creationId xmlns:a16="http://schemas.microsoft.com/office/drawing/2014/main" id="{9ABD4DBB-1B32-4136-A086-6A30629ACCD2}"/>
                  </a:ext>
                </a:extLst>
              </p:cNvPr>
              <p:cNvSpPr>
                <a:spLocks noChangeShapeType="1"/>
              </p:cNvSpPr>
              <p:nvPr/>
            </p:nvSpPr>
            <p:spPr bwMode="auto">
              <a:xfrm>
                <a:off x="3420" y="6057"/>
                <a:ext cx="0" cy="450"/>
              </a:xfrm>
              <a:prstGeom prst="line">
                <a:avLst/>
              </a:prstGeom>
              <a:noFill/>
              <a:ln w="25400">
                <a:solidFill>
                  <a:srgbClr val="FF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grpSp>
        <p:grpSp>
          <p:nvGrpSpPr>
            <p:cNvPr id="62497" name="Group 39">
              <a:extLst>
                <a:ext uri="{FF2B5EF4-FFF2-40B4-BE49-F238E27FC236}">
                  <a16:creationId xmlns:a16="http://schemas.microsoft.com/office/drawing/2014/main" id="{3275597F-CCC1-4974-B320-2B048FC1570C}"/>
                </a:ext>
              </a:extLst>
            </p:cNvPr>
            <p:cNvGrpSpPr>
              <a:grpSpLocks/>
            </p:cNvGrpSpPr>
            <p:nvPr/>
          </p:nvGrpSpPr>
          <p:grpSpPr bwMode="auto">
            <a:xfrm>
              <a:off x="5478463" y="4770575"/>
              <a:ext cx="1258888" cy="420688"/>
              <a:chOff x="6306" y="5910"/>
              <a:chExt cx="1156" cy="433"/>
            </a:xfrm>
          </p:grpSpPr>
          <p:sp>
            <p:nvSpPr>
              <p:cNvPr id="62525" name="Rectangle 40">
                <a:extLst>
                  <a:ext uri="{FF2B5EF4-FFF2-40B4-BE49-F238E27FC236}">
                    <a16:creationId xmlns:a16="http://schemas.microsoft.com/office/drawing/2014/main" id="{4817D21A-A573-4FEA-B29C-DD536FC72E32}"/>
                  </a:ext>
                </a:extLst>
              </p:cNvPr>
              <p:cNvSpPr>
                <a:spLocks noChangeArrowheads="1"/>
              </p:cNvSpPr>
              <p:nvPr/>
            </p:nvSpPr>
            <p:spPr bwMode="auto">
              <a:xfrm>
                <a:off x="6306" y="5910"/>
                <a:ext cx="1156" cy="40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lIns="54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solidFill>
                      <a:schemeClr val="hlink"/>
                    </a:solidFill>
                    <a:ea typeface="宋体" panose="02010600030101010101" pitchFamily="2" charset="-122"/>
                  </a:rPr>
                  <a:t>num  5</a:t>
                </a:r>
              </a:p>
            </p:txBody>
          </p:sp>
          <p:sp>
            <p:nvSpPr>
              <p:cNvPr id="62526" name="Line 41">
                <a:extLst>
                  <a:ext uri="{FF2B5EF4-FFF2-40B4-BE49-F238E27FC236}">
                    <a16:creationId xmlns:a16="http://schemas.microsoft.com/office/drawing/2014/main" id="{9542E277-FC09-443E-856D-52500E0165B9}"/>
                  </a:ext>
                </a:extLst>
              </p:cNvPr>
              <p:cNvSpPr>
                <a:spLocks noChangeShapeType="1"/>
              </p:cNvSpPr>
              <p:nvPr/>
            </p:nvSpPr>
            <p:spPr bwMode="auto">
              <a:xfrm>
                <a:off x="6874" y="5923"/>
                <a:ext cx="0" cy="420"/>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62498" name="Group 42">
              <a:extLst>
                <a:ext uri="{FF2B5EF4-FFF2-40B4-BE49-F238E27FC236}">
                  <a16:creationId xmlns:a16="http://schemas.microsoft.com/office/drawing/2014/main" id="{83C6553F-B8FC-4E31-9999-85E5F3D8C648}"/>
                </a:ext>
              </a:extLst>
            </p:cNvPr>
            <p:cNvGrpSpPr>
              <a:grpSpLocks/>
            </p:cNvGrpSpPr>
            <p:nvPr/>
          </p:nvGrpSpPr>
          <p:grpSpPr bwMode="auto">
            <a:xfrm>
              <a:off x="6259513" y="3908563"/>
              <a:ext cx="1862138" cy="420688"/>
              <a:chOff x="7626" y="5010"/>
              <a:chExt cx="1710" cy="433"/>
            </a:xfrm>
          </p:grpSpPr>
          <p:sp>
            <p:nvSpPr>
              <p:cNvPr id="62522" name="Rectangle 43">
                <a:extLst>
                  <a:ext uri="{FF2B5EF4-FFF2-40B4-BE49-F238E27FC236}">
                    <a16:creationId xmlns:a16="http://schemas.microsoft.com/office/drawing/2014/main" id="{7A6EC293-B55A-4901-947C-2BC857A226FB}"/>
                  </a:ext>
                </a:extLst>
              </p:cNvPr>
              <p:cNvSpPr>
                <a:spLocks noChangeArrowheads="1"/>
              </p:cNvSpPr>
              <p:nvPr/>
            </p:nvSpPr>
            <p:spPr bwMode="auto">
              <a:xfrm>
                <a:off x="7626" y="5010"/>
                <a:ext cx="1710" cy="40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lIns="126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solidFill>
                      <a:schemeClr val="hlink"/>
                    </a:solidFill>
                    <a:latin typeface="宋体" panose="02010600030101010101" pitchFamily="2" charset="-122"/>
                    <a:ea typeface="宋体" panose="02010600030101010101" pitchFamily="2" charset="-122"/>
                  </a:rPr>
                  <a:t>*</a:t>
                </a:r>
              </a:p>
            </p:txBody>
          </p:sp>
          <p:sp>
            <p:nvSpPr>
              <p:cNvPr id="62523" name="Line 44">
                <a:extLst>
                  <a:ext uri="{FF2B5EF4-FFF2-40B4-BE49-F238E27FC236}">
                    <a16:creationId xmlns:a16="http://schemas.microsoft.com/office/drawing/2014/main" id="{B7472264-B105-41E3-ACF4-619E99862D47}"/>
                  </a:ext>
                </a:extLst>
              </p:cNvPr>
              <p:cNvSpPr>
                <a:spLocks noChangeShapeType="1"/>
              </p:cNvSpPr>
              <p:nvPr/>
            </p:nvSpPr>
            <p:spPr bwMode="auto">
              <a:xfrm>
                <a:off x="8194" y="5023"/>
                <a:ext cx="0" cy="420"/>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62524" name="Line 45">
                <a:extLst>
                  <a:ext uri="{FF2B5EF4-FFF2-40B4-BE49-F238E27FC236}">
                    <a16:creationId xmlns:a16="http://schemas.microsoft.com/office/drawing/2014/main" id="{1D922C56-2F31-4050-A03E-0C4E72691370}"/>
                  </a:ext>
                </a:extLst>
              </p:cNvPr>
              <p:cNvSpPr>
                <a:spLocks noChangeShapeType="1"/>
              </p:cNvSpPr>
              <p:nvPr/>
            </p:nvSpPr>
            <p:spPr bwMode="auto">
              <a:xfrm>
                <a:off x="8777" y="5010"/>
                <a:ext cx="0" cy="390"/>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62499" name="Group 46">
              <a:extLst>
                <a:ext uri="{FF2B5EF4-FFF2-40B4-BE49-F238E27FC236}">
                  <a16:creationId xmlns:a16="http://schemas.microsoft.com/office/drawing/2014/main" id="{93B40723-12C2-49C5-9A83-81876CD36E62}"/>
                </a:ext>
              </a:extLst>
            </p:cNvPr>
            <p:cNvGrpSpPr>
              <a:grpSpLocks/>
            </p:cNvGrpSpPr>
            <p:nvPr/>
          </p:nvGrpSpPr>
          <p:grpSpPr bwMode="auto">
            <a:xfrm>
              <a:off x="2374900" y="2975113"/>
              <a:ext cx="1860550" cy="422275"/>
              <a:chOff x="7626" y="5010"/>
              <a:chExt cx="1710" cy="433"/>
            </a:xfrm>
          </p:grpSpPr>
          <p:sp>
            <p:nvSpPr>
              <p:cNvPr id="62519" name="Rectangle 47">
                <a:extLst>
                  <a:ext uri="{FF2B5EF4-FFF2-40B4-BE49-F238E27FC236}">
                    <a16:creationId xmlns:a16="http://schemas.microsoft.com/office/drawing/2014/main" id="{A987A673-A12A-4044-A6DF-545461966B71}"/>
                  </a:ext>
                </a:extLst>
              </p:cNvPr>
              <p:cNvSpPr>
                <a:spLocks noChangeArrowheads="1"/>
              </p:cNvSpPr>
              <p:nvPr/>
            </p:nvSpPr>
            <p:spPr bwMode="auto">
              <a:xfrm>
                <a:off x="7626" y="5010"/>
                <a:ext cx="1710" cy="40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lIns="126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solidFill>
                      <a:schemeClr val="hlink"/>
                    </a:solidFill>
                    <a:latin typeface="宋体" panose="02010600030101010101" pitchFamily="2" charset="-122"/>
                    <a:ea typeface="宋体" panose="02010600030101010101" pitchFamily="2" charset="-122"/>
                  </a:rPr>
                  <a:t>+</a:t>
                </a:r>
              </a:p>
            </p:txBody>
          </p:sp>
          <p:sp>
            <p:nvSpPr>
              <p:cNvPr id="62520" name="Line 48">
                <a:extLst>
                  <a:ext uri="{FF2B5EF4-FFF2-40B4-BE49-F238E27FC236}">
                    <a16:creationId xmlns:a16="http://schemas.microsoft.com/office/drawing/2014/main" id="{89491B03-CCD1-4EED-9DE1-94F797A81F1D}"/>
                  </a:ext>
                </a:extLst>
              </p:cNvPr>
              <p:cNvSpPr>
                <a:spLocks noChangeShapeType="1"/>
              </p:cNvSpPr>
              <p:nvPr/>
            </p:nvSpPr>
            <p:spPr bwMode="auto">
              <a:xfrm>
                <a:off x="8194" y="5023"/>
                <a:ext cx="0" cy="420"/>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62521" name="Line 49">
                <a:extLst>
                  <a:ext uri="{FF2B5EF4-FFF2-40B4-BE49-F238E27FC236}">
                    <a16:creationId xmlns:a16="http://schemas.microsoft.com/office/drawing/2014/main" id="{7755F09C-411F-4A4B-A051-82D1DEFBB835}"/>
                  </a:ext>
                </a:extLst>
              </p:cNvPr>
              <p:cNvSpPr>
                <a:spLocks noChangeShapeType="1"/>
              </p:cNvSpPr>
              <p:nvPr/>
            </p:nvSpPr>
            <p:spPr bwMode="auto">
              <a:xfrm>
                <a:off x="8777" y="5010"/>
                <a:ext cx="0" cy="390"/>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62500" name="Rectangle 50">
              <a:extLst>
                <a:ext uri="{FF2B5EF4-FFF2-40B4-BE49-F238E27FC236}">
                  <a16:creationId xmlns:a16="http://schemas.microsoft.com/office/drawing/2014/main" id="{AF9B2677-31D4-4D77-A57E-90C59B2EB6D8}"/>
                </a:ext>
              </a:extLst>
            </p:cNvPr>
            <p:cNvSpPr>
              <a:spLocks noChangeArrowheads="1"/>
            </p:cNvSpPr>
            <p:nvPr/>
          </p:nvSpPr>
          <p:spPr bwMode="auto">
            <a:xfrm>
              <a:off x="304800" y="5402400"/>
              <a:ext cx="3505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a:t>指向符号表中</a:t>
              </a:r>
              <a:r>
                <a:rPr lang="en-US" altLang="zh-CN" sz="2800" b="1" i="1">
                  <a:ea typeface="宋体" panose="02010600030101010101" pitchFamily="2" charset="-122"/>
                </a:rPr>
                <a:t>a</a:t>
              </a:r>
              <a:r>
                <a:rPr lang="zh-CN" altLang="en-US" sz="2800"/>
                <a:t>的入口</a:t>
              </a:r>
            </a:p>
          </p:txBody>
        </p:sp>
        <p:sp>
          <p:nvSpPr>
            <p:cNvPr id="62501" name="Rectangle 51">
              <a:extLst>
                <a:ext uri="{FF2B5EF4-FFF2-40B4-BE49-F238E27FC236}">
                  <a16:creationId xmlns:a16="http://schemas.microsoft.com/office/drawing/2014/main" id="{6D432701-9DE5-4F70-8AFB-6E4BC5EA415C}"/>
                </a:ext>
              </a:extLst>
            </p:cNvPr>
            <p:cNvSpPr>
              <a:spLocks noChangeArrowheads="1"/>
            </p:cNvSpPr>
            <p:nvPr/>
          </p:nvSpPr>
          <p:spPr bwMode="auto">
            <a:xfrm>
              <a:off x="5646738" y="5402400"/>
              <a:ext cx="3497263"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a:t>指向符号表中</a:t>
              </a:r>
              <a:r>
                <a:rPr lang="en-US" altLang="zh-CN" sz="2800" b="1" i="1">
                  <a:ea typeface="宋体" panose="02010600030101010101" pitchFamily="2" charset="-122"/>
                </a:rPr>
                <a:t>b</a:t>
              </a:r>
              <a:r>
                <a:rPr lang="zh-CN" altLang="en-US" sz="2800"/>
                <a:t>的入口</a:t>
              </a:r>
            </a:p>
          </p:txBody>
        </p:sp>
        <p:sp>
          <p:nvSpPr>
            <p:cNvPr id="62511" name="Line 61">
              <a:extLst>
                <a:ext uri="{FF2B5EF4-FFF2-40B4-BE49-F238E27FC236}">
                  <a16:creationId xmlns:a16="http://schemas.microsoft.com/office/drawing/2014/main" id="{7BCAEBE5-FAEA-4E0C-BBAF-7EE5D226227E}"/>
                </a:ext>
              </a:extLst>
            </p:cNvPr>
            <p:cNvSpPr>
              <a:spLocks noChangeShapeType="1"/>
            </p:cNvSpPr>
            <p:nvPr/>
          </p:nvSpPr>
          <p:spPr bwMode="auto">
            <a:xfrm>
              <a:off x="7835900" y="4184788"/>
              <a:ext cx="0" cy="584200"/>
            </a:xfrm>
            <a:prstGeom prst="line">
              <a:avLst/>
            </a:prstGeom>
            <a:noFill/>
            <a:ln w="25400">
              <a:solidFill>
                <a:srgbClr val="FF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62512" name="Freeform 62">
              <a:extLst>
                <a:ext uri="{FF2B5EF4-FFF2-40B4-BE49-F238E27FC236}">
                  <a16:creationId xmlns:a16="http://schemas.microsoft.com/office/drawing/2014/main" id="{F9B96FB4-DBB0-4C0F-BA21-AC73EDFB3D01}"/>
                </a:ext>
              </a:extLst>
            </p:cNvPr>
            <p:cNvSpPr>
              <a:spLocks/>
            </p:cNvSpPr>
            <p:nvPr/>
          </p:nvSpPr>
          <p:spPr bwMode="auto">
            <a:xfrm>
              <a:off x="1728788" y="3222763"/>
              <a:ext cx="1536700" cy="1531938"/>
            </a:xfrm>
            <a:custGeom>
              <a:avLst/>
              <a:gdLst>
                <a:gd name="T0" fmla="*/ 101 w 1412"/>
                <a:gd name="T1" fmla="*/ 0 h 1576"/>
                <a:gd name="T2" fmla="*/ 80 w 1412"/>
                <a:gd name="T3" fmla="*/ 26 h 1576"/>
                <a:gd name="T4" fmla="*/ 13 w 1412"/>
                <a:gd name="T5" fmla="*/ 31 h 1576"/>
                <a:gd name="T6" fmla="*/ 1 w 1412"/>
                <a:gd name="T7" fmla="*/ 51 h 1576"/>
                <a:gd name="T8" fmla="*/ 0 60000 65536"/>
                <a:gd name="T9" fmla="*/ 0 60000 65536"/>
                <a:gd name="T10" fmla="*/ 0 60000 65536"/>
                <a:gd name="T11" fmla="*/ 0 60000 65536"/>
                <a:gd name="T12" fmla="*/ 0 w 1412"/>
                <a:gd name="T13" fmla="*/ 0 h 1576"/>
                <a:gd name="T14" fmla="*/ 1412 w 1412"/>
                <a:gd name="T15" fmla="*/ 1576 h 1576"/>
              </a:gdLst>
              <a:ahLst/>
              <a:cxnLst>
                <a:cxn ang="T8">
                  <a:pos x="T0" y="T1"/>
                </a:cxn>
                <a:cxn ang="T9">
                  <a:pos x="T2" y="T3"/>
                </a:cxn>
                <a:cxn ang="T10">
                  <a:pos x="T4" y="T5"/>
                </a:cxn>
                <a:cxn ang="T11">
                  <a:pos x="T6" y="T7"/>
                </a:cxn>
              </a:cxnLst>
              <a:rect l="T12" t="T13" r="T14" b="T15"/>
              <a:pathLst>
                <a:path w="1412" h="1576">
                  <a:moveTo>
                    <a:pt x="1412" y="0"/>
                  </a:moveTo>
                  <a:cubicBezTo>
                    <a:pt x="1362" y="135"/>
                    <a:pt x="1318" y="651"/>
                    <a:pt x="1113" y="811"/>
                  </a:cubicBezTo>
                  <a:cubicBezTo>
                    <a:pt x="908" y="971"/>
                    <a:pt x="364" y="833"/>
                    <a:pt x="182" y="960"/>
                  </a:cubicBezTo>
                  <a:cubicBezTo>
                    <a:pt x="0" y="1087"/>
                    <a:pt x="45" y="1473"/>
                    <a:pt x="18" y="1576"/>
                  </a:cubicBezTo>
                </a:path>
              </a:pathLst>
            </a:custGeom>
            <a:noFill/>
            <a:ln w="25400">
              <a:solidFill>
                <a:srgbClr val="FF0000"/>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62513" name="Freeform 63">
              <a:extLst>
                <a:ext uri="{FF2B5EF4-FFF2-40B4-BE49-F238E27FC236}">
                  <a16:creationId xmlns:a16="http://schemas.microsoft.com/office/drawing/2014/main" id="{CC361F68-38E1-473E-A889-0C2A0C71EA9D}"/>
                </a:ext>
              </a:extLst>
            </p:cNvPr>
            <p:cNvSpPr>
              <a:spLocks/>
            </p:cNvSpPr>
            <p:nvPr/>
          </p:nvSpPr>
          <p:spPr bwMode="auto">
            <a:xfrm>
              <a:off x="4033838" y="3167200"/>
              <a:ext cx="2513013" cy="725488"/>
            </a:xfrm>
            <a:custGeom>
              <a:avLst/>
              <a:gdLst>
                <a:gd name="T0" fmla="*/ 0 w 2310"/>
                <a:gd name="T1" fmla="*/ 1 h 747"/>
                <a:gd name="T2" fmla="*/ 98 w 2310"/>
                <a:gd name="T3" fmla="*/ 1 h 747"/>
                <a:gd name="T4" fmla="*/ 113 w 2310"/>
                <a:gd name="T5" fmla="*/ 1 h 747"/>
                <a:gd name="T6" fmla="*/ 140 w 2310"/>
                <a:gd name="T7" fmla="*/ 6 h 747"/>
                <a:gd name="T8" fmla="*/ 164 w 2310"/>
                <a:gd name="T9" fmla="*/ 24 h 747"/>
                <a:gd name="T10" fmla="*/ 0 60000 65536"/>
                <a:gd name="T11" fmla="*/ 0 60000 65536"/>
                <a:gd name="T12" fmla="*/ 0 60000 65536"/>
                <a:gd name="T13" fmla="*/ 0 60000 65536"/>
                <a:gd name="T14" fmla="*/ 0 60000 65536"/>
                <a:gd name="T15" fmla="*/ 0 w 2310"/>
                <a:gd name="T16" fmla="*/ 0 h 747"/>
                <a:gd name="T17" fmla="*/ 2310 w 2310"/>
                <a:gd name="T18" fmla="*/ 747 h 747"/>
              </a:gdLst>
              <a:ahLst/>
              <a:cxnLst>
                <a:cxn ang="T10">
                  <a:pos x="T0" y="T1"/>
                </a:cxn>
                <a:cxn ang="T11">
                  <a:pos x="T2" y="T3"/>
                </a:cxn>
                <a:cxn ang="T12">
                  <a:pos x="T4" y="T5"/>
                </a:cxn>
                <a:cxn ang="T13">
                  <a:pos x="T6" y="T7"/>
                </a:cxn>
                <a:cxn ang="T14">
                  <a:pos x="T8" y="T9"/>
                </a:cxn>
              </a:cxnLst>
              <a:rect l="T15" t="T16" r="T17" b="T18"/>
              <a:pathLst>
                <a:path w="2310" h="747">
                  <a:moveTo>
                    <a:pt x="0" y="13"/>
                  </a:moveTo>
                  <a:cubicBezTo>
                    <a:pt x="230" y="13"/>
                    <a:pt x="1115" y="11"/>
                    <a:pt x="1380" y="13"/>
                  </a:cubicBezTo>
                  <a:cubicBezTo>
                    <a:pt x="1645" y="15"/>
                    <a:pt x="1490" y="0"/>
                    <a:pt x="1590" y="28"/>
                  </a:cubicBezTo>
                  <a:cubicBezTo>
                    <a:pt x="1690" y="56"/>
                    <a:pt x="1860" y="58"/>
                    <a:pt x="1980" y="178"/>
                  </a:cubicBezTo>
                  <a:cubicBezTo>
                    <a:pt x="2100" y="298"/>
                    <a:pt x="2241" y="629"/>
                    <a:pt x="2310" y="747"/>
                  </a:cubicBezTo>
                </a:path>
              </a:pathLst>
            </a:custGeom>
            <a:noFill/>
            <a:ln w="25400">
              <a:solidFill>
                <a:srgbClr val="FF0000"/>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62514" name="Freeform 64">
              <a:extLst>
                <a:ext uri="{FF2B5EF4-FFF2-40B4-BE49-F238E27FC236}">
                  <a16:creationId xmlns:a16="http://schemas.microsoft.com/office/drawing/2014/main" id="{399800A9-3B68-46F4-8A17-A4295041D981}"/>
                </a:ext>
              </a:extLst>
            </p:cNvPr>
            <p:cNvSpPr>
              <a:spLocks/>
            </p:cNvSpPr>
            <p:nvPr/>
          </p:nvSpPr>
          <p:spPr bwMode="auto">
            <a:xfrm>
              <a:off x="5942013" y="4184788"/>
              <a:ext cx="1225550" cy="584200"/>
            </a:xfrm>
            <a:custGeom>
              <a:avLst/>
              <a:gdLst>
                <a:gd name="T0" fmla="*/ 80 w 1126"/>
                <a:gd name="T1" fmla="*/ 0 h 600"/>
                <a:gd name="T2" fmla="*/ 65 w 1126"/>
                <a:gd name="T3" fmla="*/ 10 h 600"/>
                <a:gd name="T4" fmla="*/ 13 w 1126"/>
                <a:gd name="T5" fmla="*/ 11 h 600"/>
                <a:gd name="T6" fmla="*/ 0 w 1126"/>
                <a:gd name="T7" fmla="*/ 20 h 600"/>
                <a:gd name="T8" fmla="*/ 0 60000 65536"/>
                <a:gd name="T9" fmla="*/ 0 60000 65536"/>
                <a:gd name="T10" fmla="*/ 0 60000 65536"/>
                <a:gd name="T11" fmla="*/ 0 60000 65536"/>
                <a:gd name="T12" fmla="*/ 0 w 1126"/>
                <a:gd name="T13" fmla="*/ 0 h 600"/>
                <a:gd name="T14" fmla="*/ 1126 w 1126"/>
                <a:gd name="T15" fmla="*/ 600 h 600"/>
              </a:gdLst>
              <a:ahLst/>
              <a:cxnLst>
                <a:cxn ang="T8">
                  <a:pos x="T0" y="T1"/>
                </a:cxn>
                <a:cxn ang="T9">
                  <a:pos x="T2" y="T3"/>
                </a:cxn>
                <a:cxn ang="T10">
                  <a:pos x="T4" y="T5"/>
                </a:cxn>
                <a:cxn ang="T11">
                  <a:pos x="T6" y="T7"/>
                </a:cxn>
              </a:cxnLst>
              <a:rect l="T12" t="T13" r="T14" b="T15"/>
              <a:pathLst>
                <a:path w="1126" h="600">
                  <a:moveTo>
                    <a:pt x="1126" y="0"/>
                  </a:moveTo>
                  <a:cubicBezTo>
                    <a:pt x="1091" y="50"/>
                    <a:pt x="1073" y="243"/>
                    <a:pt x="916" y="301"/>
                  </a:cubicBezTo>
                  <a:cubicBezTo>
                    <a:pt x="759" y="359"/>
                    <a:pt x="334" y="296"/>
                    <a:pt x="181" y="346"/>
                  </a:cubicBezTo>
                  <a:cubicBezTo>
                    <a:pt x="28" y="396"/>
                    <a:pt x="38" y="547"/>
                    <a:pt x="0" y="600"/>
                  </a:cubicBezTo>
                </a:path>
              </a:pathLst>
            </a:custGeom>
            <a:noFill/>
            <a:ln w="25400">
              <a:solidFill>
                <a:srgbClr val="FF0000"/>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grpSp>
      <p:grpSp>
        <p:nvGrpSpPr>
          <p:cNvPr id="7" name="组合 6">
            <a:extLst>
              <a:ext uri="{FF2B5EF4-FFF2-40B4-BE49-F238E27FC236}">
                <a16:creationId xmlns:a16="http://schemas.microsoft.com/office/drawing/2014/main" id="{FEC76AD6-B889-C536-74EF-4E4F7BB72BAA}"/>
              </a:ext>
            </a:extLst>
          </p:cNvPr>
          <p:cNvGrpSpPr/>
          <p:nvPr/>
        </p:nvGrpSpPr>
        <p:grpSpPr>
          <a:xfrm>
            <a:off x="95250" y="1440000"/>
            <a:ext cx="8820150" cy="3352800"/>
            <a:chOff x="95250" y="1440000"/>
            <a:chExt cx="8820150" cy="3352800"/>
          </a:xfrm>
        </p:grpSpPr>
        <p:sp>
          <p:nvSpPr>
            <p:cNvPr id="62470" name="Rectangle 6">
              <a:extLst>
                <a:ext uri="{FF2B5EF4-FFF2-40B4-BE49-F238E27FC236}">
                  <a16:creationId xmlns:a16="http://schemas.microsoft.com/office/drawing/2014/main" id="{3492F332-2666-41D7-9D93-EE16277494B3}"/>
                </a:ext>
              </a:extLst>
            </p:cNvPr>
            <p:cNvSpPr>
              <a:spLocks noChangeArrowheads="1"/>
            </p:cNvSpPr>
            <p:nvPr/>
          </p:nvSpPr>
          <p:spPr bwMode="auto">
            <a:xfrm>
              <a:off x="2517775" y="1440000"/>
              <a:ext cx="91122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err="1">
                  <a:ea typeface="宋体" panose="02010600030101010101" pitchFamily="2" charset="-122"/>
                </a:rPr>
                <a:t>E</a:t>
              </a:r>
              <a:r>
                <a:rPr lang="en-US" altLang="zh-CN" sz="2400" b="1" err="1">
                  <a:ea typeface="宋体" panose="02010600030101010101" pitchFamily="2" charset="-122"/>
                </a:rPr>
                <a:t>.</a:t>
              </a:r>
              <a:r>
                <a:rPr lang="en-US" altLang="zh-CN" sz="2400" b="1" i="1" err="1">
                  <a:ea typeface="宋体" panose="02010600030101010101" pitchFamily="2" charset="-122"/>
                </a:rPr>
                <a:t>nptr</a:t>
              </a:r>
              <a:endParaRPr lang="en-US" altLang="zh-CN" sz="2400" b="1">
                <a:ea typeface="宋体" panose="02010600030101010101" pitchFamily="2" charset="-122"/>
              </a:endParaRPr>
            </a:p>
          </p:txBody>
        </p:sp>
        <p:sp>
          <p:nvSpPr>
            <p:cNvPr id="62471" name="Rectangle 7">
              <a:extLst>
                <a:ext uri="{FF2B5EF4-FFF2-40B4-BE49-F238E27FC236}">
                  <a16:creationId xmlns:a16="http://schemas.microsoft.com/office/drawing/2014/main" id="{59EA0A71-42F6-4B3E-96A2-89F98DB506F3}"/>
                </a:ext>
              </a:extLst>
            </p:cNvPr>
            <p:cNvSpPr>
              <a:spLocks noChangeArrowheads="1"/>
            </p:cNvSpPr>
            <p:nvPr/>
          </p:nvSpPr>
          <p:spPr bwMode="auto">
            <a:xfrm>
              <a:off x="6286500" y="2013088"/>
              <a:ext cx="876300"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a:ea typeface="宋体" panose="02010600030101010101" pitchFamily="2" charset="-122"/>
                </a:rPr>
                <a:t>T</a:t>
              </a:r>
              <a:r>
                <a:rPr lang="en-US" altLang="zh-CN" sz="2400" b="1">
                  <a:ea typeface="宋体" panose="02010600030101010101" pitchFamily="2" charset="-122"/>
                </a:rPr>
                <a:t>.</a:t>
              </a:r>
              <a:r>
                <a:rPr lang="en-US" altLang="zh-CN" sz="2400" b="1" i="1">
                  <a:ea typeface="宋体" panose="02010600030101010101" pitchFamily="2" charset="-122"/>
                </a:rPr>
                <a:t>nptr</a:t>
              </a:r>
              <a:endParaRPr lang="en-US" altLang="zh-CN" sz="2400" b="1">
                <a:ea typeface="宋体" panose="02010600030101010101" pitchFamily="2" charset="-122"/>
              </a:endParaRPr>
            </a:p>
          </p:txBody>
        </p:sp>
        <p:sp>
          <p:nvSpPr>
            <p:cNvPr id="62472" name="Rectangle 8">
              <a:extLst>
                <a:ext uri="{FF2B5EF4-FFF2-40B4-BE49-F238E27FC236}">
                  <a16:creationId xmlns:a16="http://schemas.microsoft.com/office/drawing/2014/main" id="{AEF5112A-14F6-45BC-849E-53549E190A73}"/>
                </a:ext>
              </a:extLst>
            </p:cNvPr>
            <p:cNvSpPr>
              <a:spLocks noChangeArrowheads="1"/>
            </p:cNvSpPr>
            <p:nvPr/>
          </p:nvSpPr>
          <p:spPr bwMode="auto">
            <a:xfrm>
              <a:off x="152400" y="2125800"/>
              <a:ext cx="879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a:ea typeface="宋体" panose="02010600030101010101" pitchFamily="2" charset="-122"/>
                </a:rPr>
                <a:t>E</a:t>
              </a:r>
              <a:r>
                <a:rPr lang="en-US" altLang="zh-CN" sz="2400" b="1">
                  <a:ea typeface="宋体" panose="02010600030101010101" pitchFamily="2" charset="-122"/>
                </a:rPr>
                <a:t>.</a:t>
              </a:r>
              <a:r>
                <a:rPr lang="en-US" altLang="zh-CN" sz="2400" b="1" i="1">
                  <a:ea typeface="宋体" panose="02010600030101010101" pitchFamily="2" charset="-122"/>
                </a:rPr>
                <a:t>nptr</a:t>
              </a:r>
              <a:endParaRPr lang="en-US" altLang="zh-CN" sz="2400" b="1">
                <a:ea typeface="宋体" panose="02010600030101010101" pitchFamily="2" charset="-122"/>
              </a:endParaRPr>
            </a:p>
          </p:txBody>
        </p:sp>
        <p:sp>
          <p:nvSpPr>
            <p:cNvPr id="62473" name="Rectangle 9">
              <a:extLst>
                <a:ext uri="{FF2B5EF4-FFF2-40B4-BE49-F238E27FC236}">
                  <a16:creationId xmlns:a16="http://schemas.microsoft.com/office/drawing/2014/main" id="{EE2D0F1D-AEC1-4665-B470-E7716EEFC41F}"/>
                </a:ext>
              </a:extLst>
            </p:cNvPr>
            <p:cNvSpPr>
              <a:spLocks noChangeArrowheads="1"/>
            </p:cNvSpPr>
            <p:nvPr/>
          </p:nvSpPr>
          <p:spPr bwMode="auto">
            <a:xfrm>
              <a:off x="95250" y="2659200"/>
              <a:ext cx="971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a:ea typeface="宋体" panose="02010600030101010101" pitchFamily="2" charset="-122"/>
                </a:rPr>
                <a:t>T</a:t>
              </a:r>
              <a:r>
                <a:rPr lang="en-US" altLang="zh-CN" sz="2400" b="1">
                  <a:ea typeface="宋体" panose="02010600030101010101" pitchFamily="2" charset="-122"/>
                </a:rPr>
                <a:t>.</a:t>
              </a:r>
              <a:r>
                <a:rPr lang="en-US" altLang="zh-CN" sz="2400" b="1" i="1">
                  <a:ea typeface="宋体" panose="02010600030101010101" pitchFamily="2" charset="-122"/>
                </a:rPr>
                <a:t>nptr</a:t>
              </a:r>
              <a:endParaRPr lang="en-US" altLang="zh-CN" sz="2400" b="1">
                <a:ea typeface="宋体" panose="02010600030101010101" pitchFamily="2" charset="-122"/>
              </a:endParaRPr>
            </a:p>
          </p:txBody>
        </p:sp>
        <p:sp>
          <p:nvSpPr>
            <p:cNvPr id="62474" name="Rectangle 10">
              <a:extLst>
                <a:ext uri="{FF2B5EF4-FFF2-40B4-BE49-F238E27FC236}">
                  <a16:creationId xmlns:a16="http://schemas.microsoft.com/office/drawing/2014/main" id="{032B2371-1914-4689-A8F6-62B76B742E5A}"/>
                </a:ext>
              </a:extLst>
            </p:cNvPr>
            <p:cNvSpPr>
              <a:spLocks noChangeArrowheads="1"/>
            </p:cNvSpPr>
            <p:nvPr/>
          </p:nvSpPr>
          <p:spPr bwMode="auto">
            <a:xfrm>
              <a:off x="152400" y="3192600"/>
              <a:ext cx="91281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a:ea typeface="宋体" panose="02010600030101010101" pitchFamily="2" charset="-122"/>
                </a:rPr>
                <a:t>F</a:t>
              </a:r>
              <a:r>
                <a:rPr lang="en-US" altLang="zh-CN" sz="2400" b="1">
                  <a:ea typeface="宋体" panose="02010600030101010101" pitchFamily="2" charset="-122"/>
                </a:rPr>
                <a:t>.</a:t>
              </a:r>
              <a:r>
                <a:rPr lang="en-US" altLang="zh-CN" sz="2400" b="1" i="1">
                  <a:ea typeface="宋体" panose="02010600030101010101" pitchFamily="2" charset="-122"/>
                </a:rPr>
                <a:t>nptr</a:t>
              </a:r>
            </a:p>
          </p:txBody>
        </p:sp>
        <p:sp>
          <p:nvSpPr>
            <p:cNvPr id="62475" name="Rectangle 11">
              <a:extLst>
                <a:ext uri="{FF2B5EF4-FFF2-40B4-BE49-F238E27FC236}">
                  <a16:creationId xmlns:a16="http://schemas.microsoft.com/office/drawing/2014/main" id="{CF94C37B-5902-4FDB-8FD7-FF0E52634691}"/>
                </a:ext>
              </a:extLst>
            </p:cNvPr>
            <p:cNvSpPr>
              <a:spLocks noChangeArrowheads="1"/>
            </p:cNvSpPr>
            <p:nvPr/>
          </p:nvSpPr>
          <p:spPr bwMode="auto">
            <a:xfrm>
              <a:off x="228600" y="3830775"/>
              <a:ext cx="358775"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ea typeface="宋体" panose="02010600030101010101" pitchFamily="2" charset="-122"/>
                </a:rPr>
                <a:t>id</a:t>
              </a:r>
            </a:p>
          </p:txBody>
        </p:sp>
        <p:sp>
          <p:nvSpPr>
            <p:cNvPr id="62476" name="Rectangle 12">
              <a:extLst>
                <a:ext uri="{FF2B5EF4-FFF2-40B4-BE49-F238E27FC236}">
                  <a16:creationId xmlns:a16="http://schemas.microsoft.com/office/drawing/2014/main" id="{BC406097-BD04-4516-B432-3DA08DC30DEE}"/>
                </a:ext>
              </a:extLst>
            </p:cNvPr>
            <p:cNvSpPr>
              <a:spLocks noChangeArrowheads="1"/>
            </p:cNvSpPr>
            <p:nvPr/>
          </p:nvSpPr>
          <p:spPr bwMode="auto">
            <a:xfrm>
              <a:off x="4495800" y="2583000"/>
              <a:ext cx="10668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a:ea typeface="宋体" panose="02010600030101010101" pitchFamily="2" charset="-122"/>
                </a:rPr>
                <a:t>T</a:t>
              </a:r>
              <a:r>
                <a:rPr lang="en-US" altLang="zh-CN" sz="2400" b="1">
                  <a:ea typeface="宋体" panose="02010600030101010101" pitchFamily="2" charset="-122"/>
                </a:rPr>
                <a:t>.</a:t>
              </a:r>
              <a:r>
                <a:rPr lang="en-US" altLang="zh-CN" sz="2400" b="1" i="1">
                  <a:ea typeface="宋体" panose="02010600030101010101" pitchFamily="2" charset="-122"/>
                </a:rPr>
                <a:t>nptr</a:t>
              </a:r>
              <a:endParaRPr lang="en-US" altLang="zh-CN" sz="2400" b="1">
                <a:ea typeface="宋体" panose="02010600030101010101" pitchFamily="2" charset="-122"/>
              </a:endParaRPr>
            </a:p>
          </p:txBody>
        </p:sp>
        <p:sp>
          <p:nvSpPr>
            <p:cNvPr id="62477" name="Rectangle 13">
              <a:extLst>
                <a:ext uri="{FF2B5EF4-FFF2-40B4-BE49-F238E27FC236}">
                  <a16:creationId xmlns:a16="http://schemas.microsoft.com/office/drawing/2014/main" id="{2FBC0ECE-56C7-428E-BBA9-D328D77942F3}"/>
                </a:ext>
              </a:extLst>
            </p:cNvPr>
            <p:cNvSpPr>
              <a:spLocks noChangeArrowheads="1"/>
            </p:cNvSpPr>
            <p:nvPr/>
          </p:nvSpPr>
          <p:spPr bwMode="auto">
            <a:xfrm>
              <a:off x="2503488" y="2043250"/>
              <a:ext cx="260350" cy="30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ea typeface="宋体" panose="02010600030101010101" pitchFamily="2" charset="-122"/>
                </a:rPr>
                <a:t>+</a:t>
              </a:r>
            </a:p>
          </p:txBody>
        </p:sp>
        <p:sp>
          <p:nvSpPr>
            <p:cNvPr id="62478" name="Rectangle 14">
              <a:extLst>
                <a:ext uri="{FF2B5EF4-FFF2-40B4-BE49-F238E27FC236}">
                  <a16:creationId xmlns:a16="http://schemas.microsoft.com/office/drawing/2014/main" id="{A60F4BDE-090B-4965-9472-AF51519E6B69}"/>
                </a:ext>
              </a:extLst>
            </p:cNvPr>
            <p:cNvSpPr>
              <a:spLocks noChangeArrowheads="1"/>
            </p:cNvSpPr>
            <p:nvPr/>
          </p:nvSpPr>
          <p:spPr bwMode="auto">
            <a:xfrm>
              <a:off x="6497638" y="2657613"/>
              <a:ext cx="260350" cy="30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ea typeface="宋体" panose="02010600030101010101" pitchFamily="2" charset="-122"/>
                </a:rPr>
                <a:t>*</a:t>
              </a:r>
            </a:p>
          </p:txBody>
        </p:sp>
        <p:sp>
          <p:nvSpPr>
            <p:cNvPr id="62479" name="Rectangle 15">
              <a:extLst>
                <a:ext uri="{FF2B5EF4-FFF2-40B4-BE49-F238E27FC236}">
                  <a16:creationId xmlns:a16="http://schemas.microsoft.com/office/drawing/2014/main" id="{65B89DAC-458D-47FC-9433-74B5B31E34EC}"/>
                </a:ext>
              </a:extLst>
            </p:cNvPr>
            <p:cNvSpPr>
              <a:spLocks noChangeArrowheads="1"/>
            </p:cNvSpPr>
            <p:nvPr/>
          </p:nvSpPr>
          <p:spPr bwMode="auto">
            <a:xfrm>
              <a:off x="4572000" y="3192600"/>
              <a:ext cx="9144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a:ea typeface="宋体" panose="02010600030101010101" pitchFamily="2" charset="-122"/>
                </a:rPr>
                <a:t>F</a:t>
              </a:r>
              <a:r>
                <a:rPr lang="en-US" altLang="zh-CN" sz="2400" b="1">
                  <a:ea typeface="宋体" panose="02010600030101010101" pitchFamily="2" charset="-122"/>
                </a:rPr>
                <a:t>.</a:t>
              </a:r>
              <a:r>
                <a:rPr lang="en-US" altLang="zh-CN" sz="2400" b="1" i="1">
                  <a:ea typeface="宋体" panose="02010600030101010101" pitchFamily="2" charset="-122"/>
                </a:rPr>
                <a:t>nptr</a:t>
              </a:r>
              <a:endParaRPr lang="en-US" altLang="zh-CN" sz="2400" b="1">
                <a:ea typeface="宋体" panose="02010600030101010101" pitchFamily="2" charset="-122"/>
              </a:endParaRPr>
            </a:p>
          </p:txBody>
        </p:sp>
        <p:sp>
          <p:nvSpPr>
            <p:cNvPr id="62480" name="Rectangle 16">
              <a:extLst>
                <a:ext uri="{FF2B5EF4-FFF2-40B4-BE49-F238E27FC236}">
                  <a16:creationId xmlns:a16="http://schemas.microsoft.com/office/drawing/2014/main" id="{4CF90491-2DA9-4A14-BFD0-6BC2379A9078}"/>
                </a:ext>
              </a:extLst>
            </p:cNvPr>
            <p:cNvSpPr>
              <a:spLocks noChangeArrowheads="1"/>
            </p:cNvSpPr>
            <p:nvPr/>
          </p:nvSpPr>
          <p:spPr bwMode="auto">
            <a:xfrm>
              <a:off x="8001000" y="2567125"/>
              <a:ext cx="914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a:ea typeface="宋体" panose="02010600030101010101" pitchFamily="2" charset="-122"/>
                </a:rPr>
                <a:t>F</a:t>
              </a:r>
              <a:r>
                <a:rPr lang="en-US" altLang="zh-CN" sz="2400" b="1">
                  <a:ea typeface="宋体" panose="02010600030101010101" pitchFamily="2" charset="-122"/>
                </a:rPr>
                <a:t>.</a:t>
              </a:r>
              <a:r>
                <a:rPr lang="en-US" altLang="zh-CN" sz="2400" b="1" i="1">
                  <a:ea typeface="宋体" panose="02010600030101010101" pitchFamily="2" charset="-122"/>
                </a:rPr>
                <a:t>nptr</a:t>
              </a:r>
              <a:endParaRPr lang="en-US" altLang="zh-CN" sz="2400" b="1">
                <a:ea typeface="宋体" panose="02010600030101010101" pitchFamily="2" charset="-122"/>
              </a:endParaRPr>
            </a:p>
          </p:txBody>
        </p:sp>
        <p:sp>
          <p:nvSpPr>
            <p:cNvPr id="62481" name="Rectangle 17">
              <a:extLst>
                <a:ext uri="{FF2B5EF4-FFF2-40B4-BE49-F238E27FC236}">
                  <a16:creationId xmlns:a16="http://schemas.microsoft.com/office/drawing/2014/main" id="{39D12445-91B1-4252-A5D7-A4252FE4573A}"/>
                </a:ext>
              </a:extLst>
            </p:cNvPr>
            <p:cNvSpPr>
              <a:spLocks noChangeArrowheads="1"/>
            </p:cNvSpPr>
            <p:nvPr/>
          </p:nvSpPr>
          <p:spPr bwMode="auto">
            <a:xfrm>
              <a:off x="8181975" y="3219588"/>
              <a:ext cx="373063"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ea typeface="宋体" panose="02010600030101010101" pitchFamily="2" charset="-122"/>
                </a:rPr>
                <a:t>id</a:t>
              </a:r>
            </a:p>
          </p:txBody>
        </p:sp>
        <p:sp>
          <p:nvSpPr>
            <p:cNvPr id="62482" name="Rectangle 18">
              <a:extLst>
                <a:ext uri="{FF2B5EF4-FFF2-40B4-BE49-F238E27FC236}">
                  <a16:creationId xmlns:a16="http://schemas.microsoft.com/office/drawing/2014/main" id="{A64FD467-488E-4E42-901C-2D5AD49C1327}"/>
                </a:ext>
              </a:extLst>
            </p:cNvPr>
            <p:cNvSpPr>
              <a:spLocks noChangeArrowheads="1"/>
            </p:cNvSpPr>
            <p:nvPr/>
          </p:nvSpPr>
          <p:spPr bwMode="auto">
            <a:xfrm>
              <a:off x="4673600" y="3730763"/>
              <a:ext cx="668338"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ea typeface="宋体" panose="02010600030101010101" pitchFamily="2" charset="-122"/>
                </a:rPr>
                <a:t>num</a:t>
              </a:r>
            </a:p>
          </p:txBody>
        </p:sp>
        <p:sp>
          <p:nvSpPr>
            <p:cNvPr id="62483" name="Line 19">
              <a:extLst>
                <a:ext uri="{FF2B5EF4-FFF2-40B4-BE49-F238E27FC236}">
                  <a16:creationId xmlns:a16="http://schemas.microsoft.com/office/drawing/2014/main" id="{6BF6D54B-2EC5-4700-B317-87B1B29F6507}"/>
                </a:ext>
              </a:extLst>
            </p:cNvPr>
            <p:cNvSpPr>
              <a:spLocks noChangeShapeType="1"/>
            </p:cNvSpPr>
            <p:nvPr/>
          </p:nvSpPr>
          <p:spPr bwMode="auto">
            <a:xfrm flipH="1">
              <a:off x="423863" y="1692413"/>
              <a:ext cx="2009775" cy="43815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62484" name="Line 20">
              <a:extLst>
                <a:ext uri="{FF2B5EF4-FFF2-40B4-BE49-F238E27FC236}">
                  <a16:creationId xmlns:a16="http://schemas.microsoft.com/office/drawing/2014/main" id="{851875E2-BB26-4971-90CB-2459BC0B9C39}"/>
                </a:ext>
              </a:extLst>
            </p:cNvPr>
            <p:cNvSpPr>
              <a:spLocks noChangeShapeType="1"/>
            </p:cNvSpPr>
            <p:nvPr/>
          </p:nvSpPr>
          <p:spPr bwMode="auto">
            <a:xfrm flipH="1">
              <a:off x="322263" y="2479813"/>
              <a:ext cx="1588"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62485" name="Line 21">
              <a:extLst>
                <a:ext uri="{FF2B5EF4-FFF2-40B4-BE49-F238E27FC236}">
                  <a16:creationId xmlns:a16="http://schemas.microsoft.com/office/drawing/2014/main" id="{F8049C85-E12F-4807-93BF-4698DB740D12}"/>
                </a:ext>
              </a:extLst>
            </p:cNvPr>
            <p:cNvSpPr>
              <a:spLocks noChangeShapeType="1"/>
            </p:cNvSpPr>
            <p:nvPr/>
          </p:nvSpPr>
          <p:spPr bwMode="auto">
            <a:xfrm flipH="1">
              <a:off x="338138" y="3033850"/>
              <a:ext cx="0"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62486" name="Line 22">
              <a:extLst>
                <a:ext uri="{FF2B5EF4-FFF2-40B4-BE49-F238E27FC236}">
                  <a16:creationId xmlns:a16="http://schemas.microsoft.com/office/drawing/2014/main" id="{61C0F98B-1D74-44F6-B4CC-6B5D836FA44F}"/>
                </a:ext>
              </a:extLst>
            </p:cNvPr>
            <p:cNvSpPr>
              <a:spLocks noChangeShapeType="1"/>
            </p:cNvSpPr>
            <p:nvPr/>
          </p:nvSpPr>
          <p:spPr bwMode="auto">
            <a:xfrm flipH="1">
              <a:off x="338138" y="3618050"/>
              <a:ext cx="0"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62487" name="Line 23">
              <a:extLst>
                <a:ext uri="{FF2B5EF4-FFF2-40B4-BE49-F238E27FC236}">
                  <a16:creationId xmlns:a16="http://schemas.microsoft.com/office/drawing/2014/main" id="{95D72461-64C9-47D8-A71D-B8EA5F79C79B}"/>
                </a:ext>
              </a:extLst>
            </p:cNvPr>
            <p:cNvSpPr>
              <a:spLocks noChangeShapeType="1"/>
            </p:cNvSpPr>
            <p:nvPr/>
          </p:nvSpPr>
          <p:spPr bwMode="auto">
            <a:xfrm>
              <a:off x="3133725" y="1708288"/>
              <a:ext cx="3187700" cy="43815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62488" name="Line 24">
              <a:extLst>
                <a:ext uri="{FF2B5EF4-FFF2-40B4-BE49-F238E27FC236}">
                  <a16:creationId xmlns:a16="http://schemas.microsoft.com/office/drawing/2014/main" id="{0F73FD63-029B-4A1C-9833-2D02EBEE985E}"/>
                </a:ext>
              </a:extLst>
            </p:cNvPr>
            <p:cNvSpPr>
              <a:spLocks noChangeShapeType="1"/>
            </p:cNvSpPr>
            <p:nvPr/>
          </p:nvSpPr>
          <p:spPr bwMode="auto">
            <a:xfrm flipH="1">
              <a:off x="2590800" y="1794013"/>
              <a:ext cx="0"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62489" name="Line 25">
              <a:extLst>
                <a:ext uri="{FF2B5EF4-FFF2-40B4-BE49-F238E27FC236}">
                  <a16:creationId xmlns:a16="http://schemas.microsoft.com/office/drawing/2014/main" id="{1C916EAA-2D57-4356-876F-3E8C2D113783}"/>
                </a:ext>
              </a:extLst>
            </p:cNvPr>
            <p:cNvSpPr>
              <a:spLocks noChangeShapeType="1"/>
            </p:cNvSpPr>
            <p:nvPr/>
          </p:nvSpPr>
          <p:spPr bwMode="auto">
            <a:xfrm>
              <a:off x="6572250" y="2416313"/>
              <a:ext cx="14288"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62490" name="Line 26">
              <a:extLst>
                <a:ext uri="{FF2B5EF4-FFF2-40B4-BE49-F238E27FC236}">
                  <a16:creationId xmlns:a16="http://schemas.microsoft.com/office/drawing/2014/main" id="{B0BEC605-08F2-4FAC-B01E-EAAD73036AE0}"/>
                </a:ext>
              </a:extLst>
            </p:cNvPr>
            <p:cNvSpPr>
              <a:spLocks noChangeShapeType="1"/>
            </p:cNvSpPr>
            <p:nvPr/>
          </p:nvSpPr>
          <p:spPr bwMode="auto">
            <a:xfrm flipH="1">
              <a:off x="4879975" y="2363925"/>
              <a:ext cx="1519238"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62491" name="Line 27">
              <a:extLst>
                <a:ext uri="{FF2B5EF4-FFF2-40B4-BE49-F238E27FC236}">
                  <a16:creationId xmlns:a16="http://schemas.microsoft.com/office/drawing/2014/main" id="{BF28E42A-6D74-4D53-A58D-F6623A293A04}"/>
                </a:ext>
              </a:extLst>
            </p:cNvPr>
            <p:cNvSpPr>
              <a:spLocks noChangeShapeType="1"/>
            </p:cNvSpPr>
            <p:nvPr/>
          </p:nvSpPr>
          <p:spPr bwMode="auto">
            <a:xfrm>
              <a:off x="6786563" y="2349638"/>
              <a:ext cx="1519238"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62492" name="Line 28">
              <a:extLst>
                <a:ext uri="{FF2B5EF4-FFF2-40B4-BE49-F238E27FC236}">
                  <a16:creationId xmlns:a16="http://schemas.microsoft.com/office/drawing/2014/main" id="{218D0163-FD7D-4CC9-9393-123CF40D06F4}"/>
                </a:ext>
              </a:extLst>
            </p:cNvPr>
            <p:cNvSpPr>
              <a:spLocks noChangeShapeType="1"/>
            </p:cNvSpPr>
            <p:nvPr/>
          </p:nvSpPr>
          <p:spPr bwMode="auto">
            <a:xfrm flipH="1">
              <a:off x="4895850" y="2960825"/>
              <a:ext cx="0"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62493" name="Line 29">
              <a:extLst>
                <a:ext uri="{FF2B5EF4-FFF2-40B4-BE49-F238E27FC236}">
                  <a16:creationId xmlns:a16="http://schemas.microsoft.com/office/drawing/2014/main" id="{B4D6AE49-751D-4EE8-86DE-0EAD8EDBA5E0}"/>
                </a:ext>
              </a:extLst>
            </p:cNvPr>
            <p:cNvSpPr>
              <a:spLocks noChangeShapeType="1"/>
            </p:cNvSpPr>
            <p:nvPr/>
          </p:nvSpPr>
          <p:spPr bwMode="auto">
            <a:xfrm flipH="1">
              <a:off x="4895850" y="3543438"/>
              <a:ext cx="0"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62494" name="Line 30">
              <a:extLst>
                <a:ext uri="{FF2B5EF4-FFF2-40B4-BE49-F238E27FC236}">
                  <a16:creationId xmlns:a16="http://schemas.microsoft.com/office/drawing/2014/main" id="{F1186BF3-946E-41C8-A3EE-356653D026B4}"/>
                </a:ext>
              </a:extLst>
            </p:cNvPr>
            <p:cNvSpPr>
              <a:spLocks noChangeShapeType="1"/>
            </p:cNvSpPr>
            <p:nvPr/>
          </p:nvSpPr>
          <p:spPr bwMode="auto">
            <a:xfrm flipH="1">
              <a:off x="8288338" y="2975113"/>
              <a:ext cx="1588" cy="320675"/>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62502" name="Line 52">
              <a:extLst>
                <a:ext uri="{FF2B5EF4-FFF2-40B4-BE49-F238E27FC236}">
                  <a16:creationId xmlns:a16="http://schemas.microsoft.com/office/drawing/2014/main" id="{F2E978F2-B93B-4F3D-B63C-FB75858634B4}"/>
                </a:ext>
              </a:extLst>
            </p:cNvPr>
            <p:cNvSpPr>
              <a:spLocks noChangeShapeType="1"/>
            </p:cNvSpPr>
            <p:nvPr/>
          </p:nvSpPr>
          <p:spPr bwMode="auto">
            <a:xfrm>
              <a:off x="2857500" y="1852750"/>
              <a:ext cx="0" cy="1122363"/>
            </a:xfrm>
            <a:prstGeom prst="line">
              <a:avLst/>
            </a:prstGeom>
            <a:noFill/>
            <a:ln w="25400">
              <a:solidFill>
                <a:srgbClr val="008000"/>
              </a:solidFill>
              <a:prstDash val="lgDash"/>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62503" name="Line 53">
              <a:extLst>
                <a:ext uri="{FF2B5EF4-FFF2-40B4-BE49-F238E27FC236}">
                  <a16:creationId xmlns:a16="http://schemas.microsoft.com/office/drawing/2014/main" id="{192391C3-0FFD-4B42-9C51-3C8C33ECECFC}"/>
                </a:ext>
              </a:extLst>
            </p:cNvPr>
            <p:cNvSpPr>
              <a:spLocks noChangeShapeType="1"/>
            </p:cNvSpPr>
            <p:nvPr/>
          </p:nvSpPr>
          <p:spPr bwMode="auto">
            <a:xfrm>
              <a:off x="1676400" y="2357575"/>
              <a:ext cx="0" cy="2435225"/>
            </a:xfrm>
            <a:prstGeom prst="line">
              <a:avLst/>
            </a:prstGeom>
            <a:noFill/>
            <a:ln w="25400">
              <a:solidFill>
                <a:srgbClr val="008000"/>
              </a:solidFill>
              <a:prstDash val="lgDash"/>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62504" name="Line 54">
              <a:extLst>
                <a:ext uri="{FF2B5EF4-FFF2-40B4-BE49-F238E27FC236}">
                  <a16:creationId xmlns:a16="http://schemas.microsoft.com/office/drawing/2014/main" id="{9A79ED8E-30C1-41AD-AAD1-32B63E620C32}"/>
                </a:ext>
              </a:extLst>
            </p:cNvPr>
            <p:cNvSpPr>
              <a:spLocks noChangeShapeType="1"/>
            </p:cNvSpPr>
            <p:nvPr/>
          </p:nvSpPr>
          <p:spPr bwMode="auto">
            <a:xfrm>
              <a:off x="990600" y="2354400"/>
              <a:ext cx="609600" cy="0"/>
            </a:xfrm>
            <a:prstGeom prst="line">
              <a:avLst/>
            </a:prstGeom>
            <a:noFill/>
            <a:ln w="25400">
              <a:solidFill>
                <a:srgbClr val="008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62505" name="Line 55">
              <a:extLst>
                <a:ext uri="{FF2B5EF4-FFF2-40B4-BE49-F238E27FC236}">
                  <a16:creationId xmlns:a16="http://schemas.microsoft.com/office/drawing/2014/main" id="{059F7BDC-A67F-47EF-9A11-191157B19691}"/>
                </a:ext>
              </a:extLst>
            </p:cNvPr>
            <p:cNvSpPr>
              <a:spLocks noChangeShapeType="1"/>
            </p:cNvSpPr>
            <p:nvPr/>
          </p:nvSpPr>
          <p:spPr bwMode="auto">
            <a:xfrm>
              <a:off x="963613" y="2930663"/>
              <a:ext cx="560388" cy="33338"/>
            </a:xfrm>
            <a:prstGeom prst="line">
              <a:avLst/>
            </a:prstGeom>
            <a:noFill/>
            <a:ln w="25400">
              <a:solidFill>
                <a:srgbClr val="008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62506" name="Line 56">
              <a:extLst>
                <a:ext uri="{FF2B5EF4-FFF2-40B4-BE49-F238E27FC236}">
                  <a16:creationId xmlns:a16="http://schemas.microsoft.com/office/drawing/2014/main" id="{617665BE-5D60-4B2B-AD4B-01CA1BC2F8C7}"/>
                </a:ext>
              </a:extLst>
            </p:cNvPr>
            <p:cNvSpPr>
              <a:spLocks noChangeShapeType="1"/>
            </p:cNvSpPr>
            <p:nvPr/>
          </p:nvSpPr>
          <p:spPr bwMode="auto">
            <a:xfrm>
              <a:off x="963613" y="3500575"/>
              <a:ext cx="439738" cy="0"/>
            </a:xfrm>
            <a:prstGeom prst="line">
              <a:avLst/>
            </a:prstGeom>
            <a:noFill/>
            <a:ln w="25400">
              <a:solidFill>
                <a:srgbClr val="008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62507" name="Line 57">
              <a:extLst>
                <a:ext uri="{FF2B5EF4-FFF2-40B4-BE49-F238E27FC236}">
                  <a16:creationId xmlns:a16="http://schemas.microsoft.com/office/drawing/2014/main" id="{74E154E1-D30B-46BC-8D06-0F6045CEE408}"/>
                </a:ext>
              </a:extLst>
            </p:cNvPr>
            <p:cNvSpPr>
              <a:spLocks noChangeShapeType="1"/>
            </p:cNvSpPr>
            <p:nvPr/>
          </p:nvSpPr>
          <p:spPr bwMode="auto">
            <a:xfrm>
              <a:off x="5867400" y="2811600"/>
              <a:ext cx="0" cy="1954213"/>
            </a:xfrm>
            <a:prstGeom prst="line">
              <a:avLst/>
            </a:prstGeom>
            <a:noFill/>
            <a:ln w="25400">
              <a:solidFill>
                <a:srgbClr val="008000"/>
              </a:solidFill>
              <a:prstDash val="lgDash"/>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62508" name="Line 58">
              <a:extLst>
                <a:ext uri="{FF2B5EF4-FFF2-40B4-BE49-F238E27FC236}">
                  <a16:creationId xmlns:a16="http://schemas.microsoft.com/office/drawing/2014/main" id="{B0B990EA-F130-481C-AA54-CE1A74FE1FBA}"/>
                </a:ext>
              </a:extLst>
            </p:cNvPr>
            <p:cNvSpPr>
              <a:spLocks noChangeShapeType="1"/>
            </p:cNvSpPr>
            <p:nvPr/>
          </p:nvSpPr>
          <p:spPr bwMode="auto">
            <a:xfrm flipV="1">
              <a:off x="5334000" y="2811600"/>
              <a:ext cx="533400" cy="0"/>
            </a:xfrm>
            <a:prstGeom prst="line">
              <a:avLst/>
            </a:prstGeom>
            <a:noFill/>
            <a:ln w="25400">
              <a:solidFill>
                <a:srgbClr val="008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62509" name="Line 59">
              <a:extLst>
                <a:ext uri="{FF2B5EF4-FFF2-40B4-BE49-F238E27FC236}">
                  <a16:creationId xmlns:a16="http://schemas.microsoft.com/office/drawing/2014/main" id="{5CF037C4-2B30-4FCA-B202-6948FA76F32D}"/>
                </a:ext>
              </a:extLst>
            </p:cNvPr>
            <p:cNvSpPr>
              <a:spLocks noChangeShapeType="1"/>
            </p:cNvSpPr>
            <p:nvPr/>
          </p:nvSpPr>
          <p:spPr bwMode="auto">
            <a:xfrm>
              <a:off x="5410200" y="3421200"/>
              <a:ext cx="261938" cy="0"/>
            </a:xfrm>
            <a:prstGeom prst="line">
              <a:avLst/>
            </a:prstGeom>
            <a:noFill/>
            <a:ln w="25400">
              <a:solidFill>
                <a:srgbClr val="008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62510" name="Line 60">
              <a:extLst>
                <a:ext uri="{FF2B5EF4-FFF2-40B4-BE49-F238E27FC236}">
                  <a16:creationId xmlns:a16="http://schemas.microsoft.com/office/drawing/2014/main" id="{685BB10F-5058-4785-B984-3F2027769976}"/>
                </a:ext>
              </a:extLst>
            </p:cNvPr>
            <p:cNvSpPr>
              <a:spLocks noChangeShapeType="1"/>
            </p:cNvSpPr>
            <p:nvPr/>
          </p:nvSpPr>
          <p:spPr bwMode="auto">
            <a:xfrm>
              <a:off x="6840538" y="2392500"/>
              <a:ext cx="0" cy="1500188"/>
            </a:xfrm>
            <a:prstGeom prst="line">
              <a:avLst/>
            </a:prstGeom>
            <a:noFill/>
            <a:ln w="25400">
              <a:solidFill>
                <a:srgbClr val="008000"/>
              </a:solidFill>
              <a:prstDash val="lgDash"/>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62515" name="Freeform 65">
              <a:extLst>
                <a:ext uri="{FF2B5EF4-FFF2-40B4-BE49-F238E27FC236}">
                  <a16:creationId xmlns:a16="http://schemas.microsoft.com/office/drawing/2014/main" id="{86BE85D4-C505-44BF-9B6E-A841BBF9AEEA}"/>
                </a:ext>
              </a:extLst>
            </p:cNvPr>
            <p:cNvSpPr>
              <a:spLocks/>
            </p:cNvSpPr>
            <p:nvPr/>
          </p:nvSpPr>
          <p:spPr bwMode="auto">
            <a:xfrm>
              <a:off x="8031163" y="2917963"/>
              <a:ext cx="595313" cy="1836738"/>
            </a:xfrm>
            <a:custGeom>
              <a:avLst/>
              <a:gdLst>
                <a:gd name="T0" fmla="*/ 38 w 546"/>
                <a:gd name="T1" fmla="*/ 0 h 1890"/>
                <a:gd name="T2" fmla="*/ 38 w 546"/>
                <a:gd name="T3" fmla="*/ 42 h 1890"/>
                <a:gd name="T4" fmla="*/ 30 w 546"/>
                <a:gd name="T5" fmla="*/ 53 h 1890"/>
                <a:gd name="T6" fmla="*/ 15 w 546"/>
                <a:gd name="T7" fmla="*/ 58 h 1890"/>
                <a:gd name="T8" fmla="*/ 0 w 546"/>
                <a:gd name="T9" fmla="*/ 61 h 1890"/>
                <a:gd name="T10" fmla="*/ 0 60000 65536"/>
                <a:gd name="T11" fmla="*/ 0 60000 65536"/>
                <a:gd name="T12" fmla="*/ 0 60000 65536"/>
                <a:gd name="T13" fmla="*/ 0 60000 65536"/>
                <a:gd name="T14" fmla="*/ 0 60000 65536"/>
                <a:gd name="T15" fmla="*/ 0 w 546"/>
                <a:gd name="T16" fmla="*/ 0 h 1890"/>
                <a:gd name="T17" fmla="*/ 546 w 546"/>
                <a:gd name="T18" fmla="*/ 1890 h 1890"/>
              </a:gdLst>
              <a:ahLst/>
              <a:cxnLst>
                <a:cxn ang="T10">
                  <a:pos x="T0" y="T1"/>
                </a:cxn>
                <a:cxn ang="T11">
                  <a:pos x="T2" y="T3"/>
                </a:cxn>
                <a:cxn ang="T12">
                  <a:pos x="T4" y="T5"/>
                </a:cxn>
                <a:cxn ang="T13">
                  <a:pos x="T6" y="T7"/>
                </a:cxn>
                <a:cxn ang="T14">
                  <a:pos x="T8" y="T9"/>
                </a:cxn>
              </a:cxnLst>
              <a:rect l="T15" t="T16" r="T17" b="T18"/>
              <a:pathLst>
                <a:path w="546" h="1890">
                  <a:moveTo>
                    <a:pt x="526" y="0"/>
                  </a:moveTo>
                  <a:cubicBezTo>
                    <a:pt x="536" y="509"/>
                    <a:pt x="546" y="1018"/>
                    <a:pt x="526" y="1290"/>
                  </a:cubicBezTo>
                  <a:cubicBezTo>
                    <a:pt x="506" y="1562"/>
                    <a:pt x="458" y="1552"/>
                    <a:pt x="406" y="1634"/>
                  </a:cubicBezTo>
                  <a:cubicBezTo>
                    <a:pt x="354" y="1716"/>
                    <a:pt x="279" y="1742"/>
                    <a:pt x="211" y="1785"/>
                  </a:cubicBezTo>
                  <a:cubicBezTo>
                    <a:pt x="143" y="1828"/>
                    <a:pt x="44" y="1868"/>
                    <a:pt x="0" y="1890"/>
                  </a:cubicBezTo>
                </a:path>
              </a:pathLst>
            </a:custGeom>
            <a:noFill/>
            <a:ln w="25400" cap="flat">
              <a:solidFill>
                <a:srgbClr val="008000"/>
              </a:solidFill>
              <a:prstDash val="lgDash"/>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62516" name="Line 66">
              <a:extLst>
                <a:ext uri="{FF2B5EF4-FFF2-40B4-BE49-F238E27FC236}">
                  <a16:creationId xmlns:a16="http://schemas.microsoft.com/office/drawing/2014/main" id="{0ACD72AB-35DB-4085-B532-1F855C370A00}"/>
                </a:ext>
              </a:extLst>
            </p:cNvPr>
            <p:cNvSpPr>
              <a:spLocks noChangeShapeType="1"/>
            </p:cNvSpPr>
            <p:nvPr/>
          </p:nvSpPr>
          <p:spPr bwMode="auto">
            <a:xfrm flipH="1">
              <a:off x="1371600" y="3497400"/>
              <a:ext cx="0" cy="1271588"/>
            </a:xfrm>
            <a:prstGeom prst="line">
              <a:avLst/>
            </a:prstGeom>
            <a:noFill/>
            <a:ln w="25400">
              <a:solidFill>
                <a:srgbClr val="008000"/>
              </a:solidFill>
              <a:prstDash val="lgDash"/>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62517" name="Line 67">
              <a:extLst>
                <a:ext uri="{FF2B5EF4-FFF2-40B4-BE49-F238E27FC236}">
                  <a16:creationId xmlns:a16="http://schemas.microsoft.com/office/drawing/2014/main" id="{6AD456AF-E4AF-4CCF-A058-DA4834D58F6C}"/>
                </a:ext>
              </a:extLst>
            </p:cNvPr>
            <p:cNvSpPr>
              <a:spLocks noChangeShapeType="1"/>
            </p:cNvSpPr>
            <p:nvPr/>
          </p:nvSpPr>
          <p:spPr bwMode="auto">
            <a:xfrm flipH="1">
              <a:off x="1524000" y="2964000"/>
              <a:ext cx="0" cy="1804988"/>
            </a:xfrm>
            <a:prstGeom prst="line">
              <a:avLst/>
            </a:prstGeom>
            <a:noFill/>
            <a:ln w="25400">
              <a:solidFill>
                <a:srgbClr val="008000"/>
              </a:solidFill>
              <a:prstDash val="lgDash"/>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62518" name="Line 68">
              <a:extLst>
                <a:ext uri="{FF2B5EF4-FFF2-40B4-BE49-F238E27FC236}">
                  <a16:creationId xmlns:a16="http://schemas.microsoft.com/office/drawing/2014/main" id="{CF22EC57-D4D5-4154-8692-ACD5C7D92B00}"/>
                </a:ext>
              </a:extLst>
            </p:cNvPr>
            <p:cNvSpPr>
              <a:spLocks noChangeShapeType="1"/>
            </p:cNvSpPr>
            <p:nvPr/>
          </p:nvSpPr>
          <p:spPr bwMode="auto">
            <a:xfrm>
              <a:off x="5638800" y="3421200"/>
              <a:ext cx="0" cy="1371600"/>
            </a:xfrm>
            <a:prstGeom prst="line">
              <a:avLst/>
            </a:prstGeom>
            <a:noFill/>
            <a:ln w="25400">
              <a:solidFill>
                <a:srgbClr val="008000"/>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A3BDAEF9-3F9C-D91A-FEEF-BFE0DE6DCC01}"/>
              </a:ext>
            </a:extLst>
          </p:cNvPr>
          <p:cNvSpPr>
            <a:spLocks noGrp="1"/>
          </p:cNvSpPr>
          <p:nvPr>
            <p:ph type="dt" sz="half" idx="10"/>
          </p:nvPr>
        </p:nvSpPr>
        <p:spPr/>
        <p:txBody>
          <a:bodyPr/>
          <a:lstStyle/>
          <a:p>
            <a:fld id="{AF0634BD-591D-434B-B873-7DEDF7708D67}"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9E475721-0A3D-018A-CD2C-127696C3F38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DE64AA7E-97F3-F063-8DB7-9E51828E15C6}"/>
              </a:ext>
            </a:extLst>
          </p:cNvPr>
          <p:cNvSpPr>
            <a:spLocks noGrp="1"/>
          </p:cNvSpPr>
          <p:nvPr>
            <p:ph type="sldNum" sz="quarter" idx="12"/>
          </p:nvPr>
        </p:nvSpPr>
        <p:spPr/>
        <p:txBody>
          <a:bodyPr/>
          <a:lstStyle/>
          <a:p>
            <a:fld id="{094DEB03-EFC6-4C20-8FC8-295189A5386F}" type="slidenum">
              <a:rPr lang="zh-CN" altLang="en-US" smtClean="0"/>
              <a:pPr/>
              <a:t>23</a:t>
            </a:fld>
            <a:endParaRPr lang="zh-CN" altLang="en-US"/>
          </a:p>
        </p:txBody>
      </p:sp>
      <p:sp>
        <p:nvSpPr>
          <p:cNvPr id="5" name="Rectangle 4">
            <a:extLst>
              <a:ext uri="{FF2B5EF4-FFF2-40B4-BE49-F238E27FC236}">
                <a16:creationId xmlns:a16="http://schemas.microsoft.com/office/drawing/2014/main" id="{F1950C3A-3D07-C5A7-2A4B-C84E5BB6CEE3}"/>
              </a:ext>
            </a:extLst>
          </p:cNvPr>
          <p:cNvSpPr>
            <a:spLocks noChangeArrowheads="1"/>
          </p:cNvSpPr>
          <p:nvPr/>
        </p:nvSpPr>
        <p:spPr bwMode="auto">
          <a:xfrm>
            <a:off x="4180114" y="952931"/>
            <a:ext cx="461554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nSpc>
                <a:spcPct val="90000"/>
              </a:lnSpc>
              <a:spcBef>
                <a:spcPct val="0"/>
              </a:spcBef>
              <a:buNone/>
            </a:pPr>
            <a:r>
              <a:rPr lang="zh-CN" altLang="en-US">
                <a:solidFill>
                  <a:srgbClr val="FF0000"/>
                </a:solidFill>
              </a:rPr>
              <a:t>构造</a:t>
            </a:r>
            <a:r>
              <a:rPr lang="en-US" altLang="zh-CN" b="1" i="1">
                <a:solidFill>
                  <a:srgbClr val="FF0000"/>
                </a:solidFill>
              </a:rPr>
              <a:t>a</a:t>
            </a:r>
            <a:r>
              <a:rPr lang="en-US" altLang="zh-CN" b="1">
                <a:solidFill>
                  <a:srgbClr val="FF0000"/>
                </a:solidFill>
              </a:rPr>
              <a:t>+5</a:t>
            </a:r>
            <a:r>
              <a:rPr lang="en-US" altLang="zh-CN" b="1">
                <a:solidFill>
                  <a:srgbClr val="FF0000"/>
                </a:solidFill>
                <a:latin typeface="宋体" panose="02010600030101010101" pitchFamily="2" charset="-122"/>
              </a:rPr>
              <a:t>*</a:t>
            </a:r>
            <a:r>
              <a:rPr lang="en-US" altLang="zh-CN" b="1" i="1">
                <a:solidFill>
                  <a:srgbClr val="FF0000"/>
                </a:solidFill>
              </a:rPr>
              <a:t>b</a:t>
            </a:r>
            <a:r>
              <a:rPr lang="zh-CN" altLang="en-US">
                <a:solidFill>
                  <a:srgbClr val="FF0000"/>
                </a:solidFill>
              </a:rPr>
              <a:t>的抽象语法树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xit" presetSubtype="1" fill="hold" nodeType="withEffect">
                                  <p:stCondLst>
                                    <p:cond delay="0"/>
                                  </p:stCondLst>
                                  <p:childTnLst>
                                    <p:anim calcmode="lin" valueType="num">
                                      <p:cBhvr additive="base">
                                        <p:cTn id="6" dur="500"/>
                                        <p:tgtEl>
                                          <p:spTgt spid="7"/>
                                        </p:tgtEl>
                                        <p:attrNameLst>
                                          <p:attrName>ppt_x</p:attrName>
                                        </p:attrNameLst>
                                      </p:cBhvr>
                                      <p:tavLst>
                                        <p:tav tm="0">
                                          <p:val>
                                            <p:strVal val="ppt_x"/>
                                          </p:val>
                                        </p:tav>
                                        <p:tav tm="100000">
                                          <p:val>
                                            <p:strVal val="ppt_x"/>
                                          </p:val>
                                        </p:tav>
                                      </p:tavLst>
                                    </p:anim>
                                    <p:anim calcmode="lin" valueType="num">
                                      <p:cBhvr additive="base">
                                        <p:cTn id="7" dur="500"/>
                                        <p:tgtEl>
                                          <p:spTgt spid="7"/>
                                        </p:tgtEl>
                                        <p:attrNameLst>
                                          <p:attrName>ppt_y</p:attrName>
                                        </p:attrNameLst>
                                      </p:cBhvr>
                                      <p:tavLst>
                                        <p:tav tm="0">
                                          <p:val>
                                            <p:strVal val="ppt_y"/>
                                          </p:val>
                                        </p:tav>
                                        <p:tav tm="100000">
                                          <p:val>
                                            <p:strVal val="0-ppt_h/2"/>
                                          </p:val>
                                        </p:tav>
                                      </p:tavLst>
                                    </p:anim>
                                    <p:set>
                                      <p:cBhvr>
                                        <p:cTn id="8" dur="1" fill="hold">
                                          <p:stCondLst>
                                            <p:cond delay="499"/>
                                          </p:stCondLst>
                                        </p:cTn>
                                        <p:tgtEl>
                                          <p:spTgt spid="7"/>
                                        </p:tgtEl>
                                        <p:attrNameLst>
                                          <p:attrName>style.visibility</p:attrName>
                                        </p:attrNameLst>
                                      </p:cBhvr>
                                      <p:to>
                                        <p:strVal val="hidden"/>
                                      </p:to>
                                    </p:set>
                                  </p:childTnLst>
                                </p:cTn>
                              </p:par>
                            </p:childTnLst>
                          </p:cTn>
                        </p:par>
                        <p:par>
                          <p:cTn id="9" fill="hold">
                            <p:stCondLst>
                              <p:cond delay="500"/>
                            </p:stCondLst>
                            <p:childTnLst>
                              <p:par>
                                <p:cTn id="10" presetID="42" presetClass="path" presetSubtype="0" accel="50000" decel="50000" fill="hold" grpId="0" nodeType="afterEffect">
                                  <p:stCondLst>
                                    <p:cond delay="0"/>
                                  </p:stCondLst>
                                  <p:childTnLst>
                                    <p:animMotion origin="layout" path="M 1.38889E-6 2.22222E-6 L -0.20538 0.16805 " pathEditMode="relative" rAng="0" ptsTypes="AA">
                                      <p:cBhvr>
                                        <p:cTn id="11" dur="2000" fill="hold"/>
                                        <p:tgtEl>
                                          <p:spTgt spid="5"/>
                                        </p:tgtEl>
                                        <p:attrNameLst>
                                          <p:attrName>ppt_x</p:attrName>
                                          <p:attrName>ppt_y</p:attrName>
                                        </p:attrNameLst>
                                      </p:cBhvr>
                                      <p:rCtr x="-10278" y="840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607ADD92-B730-15A7-9315-5EE2E6F68AAA}"/>
              </a:ext>
            </a:extLst>
          </p:cNvPr>
          <p:cNvSpPr>
            <a:spLocks noGrp="1"/>
          </p:cNvSpPr>
          <p:nvPr>
            <p:ph type="dt" sz="half" idx="4294967295"/>
          </p:nvPr>
        </p:nvSpPr>
        <p:spPr>
          <a:xfrm>
            <a:off x="0" y="11113"/>
            <a:ext cx="3086100" cy="179387"/>
          </a:xfrm>
        </p:spPr>
        <p:txBody>
          <a:bodyPr/>
          <a:lstStyle/>
          <a:p>
            <a:fld id="{B2E0D3B4-0072-4667-942B-084B9A8393F5}" type="datetime2">
              <a:rPr lang="zh-CN" altLang="en-US" smtClean="0"/>
              <a:t>2025年4月30日</a:t>
            </a:fld>
            <a:endParaRPr lang="zh-CN" altLang="en-US"/>
          </a:p>
        </p:txBody>
      </p:sp>
      <p:sp>
        <p:nvSpPr>
          <p:cNvPr id="4" name="页脚占位符 3">
            <a:extLst>
              <a:ext uri="{FF2B5EF4-FFF2-40B4-BE49-F238E27FC236}">
                <a16:creationId xmlns:a16="http://schemas.microsoft.com/office/drawing/2014/main" id="{DF22D100-B9D8-7BEC-B9B3-604090749190}"/>
              </a:ext>
            </a:extLst>
          </p:cNvPr>
          <p:cNvSpPr>
            <a:spLocks noGrp="1"/>
          </p:cNvSpPr>
          <p:nvPr>
            <p:ph type="ftr" sz="quarter" idx="4294967295"/>
          </p:nvPr>
        </p:nvSpPr>
        <p:spPr>
          <a:xfrm>
            <a:off x="7086600" y="11113"/>
            <a:ext cx="2057400" cy="179387"/>
          </a:xfrm>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5" name="灯片编号占位符 4">
            <a:extLst>
              <a:ext uri="{FF2B5EF4-FFF2-40B4-BE49-F238E27FC236}">
                <a16:creationId xmlns:a16="http://schemas.microsoft.com/office/drawing/2014/main" id="{09853373-ABAD-1E6D-6C9E-76322662DE63}"/>
              </a:ext>
            </a:extLst>
          </p:cNvPr>
          <p:cNvSpPr>
            <a:spLocks noGrp="1"/>
          </p:cNvSpPr>
          <p:nvPr>
            <p:ph type="sldNum" sz="quarter" idx="4294967295"/>
          </p:nvPr>
        </p:nvSpPr>
        <p:spPr>
          <a:xfrm>
            <a:off x="0" y="11113"/>
            <a:ext cx="2060575" cy="179387"/>
          </a:xfrm>
        </p:spPr>
        <p:txBody>
          <a:bodyPr/>
          <a:lstStyle/>
          <a:p>
            <a:fld id="{094DEB03-EFC6-4C20-8FC8-295189A5386F}" type="slidenum">
              <a:rPr lang="zh-CN" altLang="en-US" smtClean="0"/>
              <a:pPr/>
              <a:t>24</a:t>
            </a:fld>
            <a:endParaRPr lang="zh-CN" altLang="en-US"/>
          </a:p>
        </p:txBody>
      </p:sp>
      <p:sp>
        <p:nvSpPr>
          <p:cNvPr id="8" name="文本框 7">
            <a:extLst>
              <a:ext uri="{FF2B5EF4-FFF2-40B4-BE49-F238E27FC236}">
                <a16:creationId xmlns:a16="http://schemas.microsoft.com/office/drawing/2014/main" id="{70E2FFA8-7BAE-FD9B-8C04-C9902AC22F00}"/>
              </a:ext>
            </a:extLst>
          </p:cNvPr>
          <p:cNvSpPr txBox="1"/>
          <p:nvPr>
            <p:custDataLst>
              <p:tags r:id="rId2"/>
            </p:custDataLst>
          </p:nvPr>
        </p:nvSpPr>
        <p:spPr>
          <a:xfrm>
            <a:off x="914400" y="635000"/>
            <a:ext cx="7315200" cy="2143125"/>
          </a:xfrm>
          <a:prstGeom prst="rect">
            <a:avLst/>
          </a:prstGeom>
          <a:noFill/>
        </p:spPr>
        <p:txBody>
          <a:bodyPr vert="horz" wrap="square" rtlCol="0" anchor="t" anchorCtr="0">
            <a:noAutofit/>
          </a:bodyPr>
          <a:lstStyle/>
          <a:p>
            <a:r>
              <a:rPr lang="zh-CN" altLang="en-US" sz="24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在上述例子中，如果想把最终生成的抽象语法树打印出来，我们可新增打印函数：</a:t>
            </a:r>
            <a:r>
              <a:rPr lang="en-US" altLang="zh-CN" sz="2400" b="1" i="1">
                <a:solidFill>
                  <a:srgbClr val="000000"/>
                </a:solidFill>
                <a:ea typeface="Microsoft Yahei" panose="020B0503020204020204" pitchFamily="34" charset="-122"/>
                <a:sym typeface="Microsoft Yahei" panose="020B0503020204020204" pitchFamily="34" charset="-122"/>
              </a:rPr>
              <a:t>void print</a:t>
            </a:r>
            <a:r>
              <a:rPr lang="en-US" altLang="zh-CN" sz="2400" b="1">
                <a:solidFill>
                  <a:srgbClr val="000000"/>
                </a:solidFill>
                <a:ea typeface="Microsoft Yahei" panose="020B0503020204020204" pitchFamily="34" charset="-122"/>
                <a:sym typeface="Microsoft Yahei" panose="020B0503020204020204" pitchFamily="34" charset="-122"/>
              </a:rPr>
              <a:t>(</a:t>
            </a:r>
            <a:r>
              <a:rPr lang="en-US" altLang="zh-CN" sz="2400" b="1" i="1" err="1">
                <a:solidFill>
                  <a:srgbClr val="000000"/>
                </a:solidFill>
                <a:ea typeface="Microsoft Yahei" panose="020B0503020204020204" pitchFamily="34" charset="-122"/>
                <a:sym typeface="Microsoft Yahei" panose="020B0503020204020204" pitchFamily="34" charset="-122"/>
              </a:rPr>
              <a:t>XX.nptr</a:t>
            </a:r>
            <a:r>
              <a:rPr lang="en-US" altLang="zh-CN" sz="2400" b="1">
                <a:solidFill>
                  <a:srgbClr val="000000"/>
                </a:solidFill>
                <a:ea typeface="Microsoft Yahei" panose="020B0503020204020204" pitchFamily="34" charset="-122"/>
                <a:sym typeface="Microsoft Yahei" panose="020B0503020204020204" pitchFamily="34" charset="-122"/>
              </a:rPr>
              <a:t>)</a:t>
            </a:r>
            <a:r>
              <a:rPr lang="zh-CN" altLang="en-US" sz="24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400" b="1" i="1">
                <a:solidFill>
                  <a:srgbClr val="000000"/>
                </a:solidFill>
                <a:ea typeface="Microsoft Yahei" panose="020B0503020204020204" pitchFamily="34" charset="-122"/>
                <a:sym typeface="Microsoft Yahei" panose="020B0503020204020204" pitchFamily="34" charset="-122"/>
              </a:rPr>
              <a:t>SDD</a:t>
            </a:r>
            <a:r>
              <a:rPr lang="zh-CN" altLang="en-US" sz="24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应如何修改？</a:t>
            </a:r>
          </a:p>
        </p:txBody>
      </p:sp>
      <p:sp>
        <p:nvSpPr>
          <p:cNvPr id="9" name="文本框 8">
            <a:extLst>
              <a:ext uri="{FF2B5EF4-FFF2-40B4-BE49-F238E27FC236}">
                <a16:creationId xmlns:a16="http://schemas.microsoft.com/office/drawing/2014/main" id="{37C5DEF9-0039-B536-CE1D-748A9A005D1D}"/>
              </a:ext>
            </a:extLst>
          </p:cNvPr>
          <p:cNvSpPr txBox="1"/>
          <p:nvPr>
            <p:custDataLst>
              <p:tags r:id="rId3"/>
            </p:custDataLst>
          </p:nvPr>
        </p:nvSpPr>
        <p:spPr>
          <a:xfrm>
            <a:off x="1828800" y="4714875"/>
            <a:ext cx="6400800" cy="642938"/>
          </a:xfrm>
          <a:prstGeom prst="rect">
            <a:avLst/>
          </a:prstGeom>
          <a:noFill/>
        </p:spPr>
        <p:txBody>
          <a:bodyPr vert="horz" rtlCol="0" anchor="ctr" anchorCtr="0">
            <a:noAutofit/>
          </a:bodyPr>
          <a:lstStyle/>
          <a:p>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新增一个产生式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lang="en-US" altLang="zh-CN" sz="2000" b="1" i="1">
                <a:latin typeface="Times New Roman" pitchFamily="18" charset="0"/>
                <a:ea typeface="黑体" pitchFamily="2" charset="-12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 </a:t>
            </a:r>
            <a:r>
              <a:rPr lang="zh-CN" altLang="en-US" sz="2000">
                <a:latin typeface="Times New Roman" pitchFamily="18" charset="0"/>
                <a:ea typeface="黑体" pitchFamily="2" charset="-122"/>
              </a:rPr>
              <a:t>及其语义规则：</a:t>
            </a:r>
            <a:r>
              <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000" b="1" i="1">
                <a:solidFill>
                  <a:srgbClr val="000000"/>
                </a:solidFill>
                <a:ea typeface="Microsoft Yahei" panose="020B0503020204020204" pitchFamily="34" charset="-122"/>
                <a:sym typeface="Microsoft Yahei" panose="020B0503020204020204" pitchFamily="34" charset="-122"/>
              </a:rPr>
              <a:t>print</a:t>
            </a:r>
            <a:r>
              <a:rPr lang="en-US" altLang="zh-CN" sz="2000" b="1">
                <a:solidFill>
                  <a:srgbClr val="000000"/>
                </a:solidFill>
                <a:ea typeface="Microsoft Yahei" panose="020B0503020204020204" pitchFamily="34" charset="-122"/>
                <a:sym typeface="Microsoft Yahei" panose="020B0503020204020204" pitchFamily="34" charset="-122"/>
              </a:rPr>
              <a:t>(</a:t>
            </a:r>
            <a:r>
              <a:rPr lang="en-US" altLang="zh-CN" sz="2000" b="1" i="1" err="1">
                <a:solidFill>
                  <a:srgbClr val="000000"/>
                </a:solidFill>
                <a:ea typeface="Microsoft Yahei" panose="020B0503020204020204" pitchFamily="34" charset="-122"/>
                <a:sym typeface="Microsoft Yahei" panose="020B0503020204020204" pitchFamily="34" charset="-122"/>
              </a:rPr>
              <a:t>E.nptr</a:t>
            </a:r>
            <a:r>
              <a:rPr lang="en-US" altLang="zh-CN" sz="2000" b="1">
                <a:solidFill>
                  <a:srgbClr val="000000"/>
                </a:solidFill>
                <a:ea typeface="Microsoft Yahei" panose="020B0503020204020204" pitchFamily="34" charset="-122"/>
                <a:sym typeface="Microsoft Yahei" panose="020B0503020204020204" pitchFamily="34" charset="-122"/>
              </a:rPr>
              <a:t>)</a:t>
            </a:r>
            <a:endPar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a:extLst>
              <a:ext uri="{FF2B5EF4-FFF2-40B4-BE49-F238E27FC236}">
                <a16:creationId xmlns:a16="http://schemas.microsoft.com/office/drawing/2014/main" id="{C3710D7F-5B45-A5FD-0356-C6E0002C3212}"/>
              </a:ext>
            </a:extLst>
          </p:cNvPr>
          <p:cNvSpPr txBox="1"/>
          <p:nvPr>
            <p:custDataLst>
              <p:tags r:id="rId4"/>
            </p:custDataLst>
          </p:nvPr>
        </p:nvSpPr>
        <p:spPr>
          <a:xfrm>
            <a:off x="1828800" y="5572125"/>
            <a:ext cx="6400800" cy="642938"/>
          </a:xfrm>
          <a:prstGeom prst="rect">
            <a:avLst/>
          </a:prstGeom>
          <a:noFill/>
        </p:spPr>
        <p:txBody>
          <a:bodyPr vert="horz" rtlCol="0" anchor="ctr" anchorCtr="0">
            <a:noAutofit/>
          </a:bodyPr>
          <a:lstStyle/>
          <a:p>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直接在产生式</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的最后增加一条语义规则：</a:t>
            </a:r>
            <a:endParaRPr kumimoji="0" lang="en-US" altLang="zh-CN" sz="2000" b="0" i="0" u="none" strike="noStrike" cap="none" normalizeH="0" baseline="0">
              <a:ln>
                <a:noFill/>
              </a:ln>
              <a:solidFill>
                <a:schemeClr val="tx1"/>
              </a:solidFill>
              <a:effectLst/>
              <a:latin typeface="Times New Roman" pitchFamily="18" charset="0"/>
              <a:ea typeface="黑体" pitchFamily="2" charset="-122"/>
            </a:endParaRPr>
          </a:p>
          <a:p>
            <a:r>
              <a:rPr lang="en-US" altLang="zh-CN" sz="2000" b="1" i="1">
                <a:solidFill>
                  <a:srgbClr val="000000"/>
                </a:solidFill>
                <a:ea typeface="Microsoft Yahei" panose="020B0503020204020204" pitchFamily="34" charset="-122"/>
                <a:sym typeface="Microsoft Yahei" panose="020B0503020204020204" pitchFamily="34" charset="-122"/>
              </a:rPr>
              <a:t>print</a:t>
            </a:r>
            <a:r>
              <a:rPr lang="en-US" altLang="zh-CN" sz="2000" b="1">
                <a:solidFill>
                  <a:srgbClr val="000000"/>
                </a:solidFill>
                <a:ea typeface="Microsoft Yahei" panose="020B0503020204020204" pitchFamily="34" charset="-122"/>
                <a:sym typeface="Microsoft Yahei" panose="020B0503020204020204" pitchFamily="34" charset="-122"/>
              </a:rPr>
              <a:t>(</a:t>
            </a:r>
            <a:r>
              <a:rPr lang="en-US" altLang="zh-CN" sz="2000" b="1" i="1" err="1">
                <a:solidFill>
                  <a:srgbClr val="000000"/>
                </a:solidFill>
                <a:ea typeface="Microsoft Yahei" panose="020B0503020204020204" pitchFamily="34" charset="-122"/>
                <a:sym typeface="Microsoft Yahei" panose="020B0503020204020204" pitchFamily="34" charset="-122"/>
              </a:rPr>
              <a:t>E.nptr</a:t>
            </a:r>
            <a:r>
              <a:rPr lang="en-US" altLang="zh-CN" sz="2000" b="1">
                <a:solidFill>
                  <a:srgbClr val="000000"/>
                </a:solidFill>
                <a:ea typeface="Microsoft Yahei" panose="020B0503020204020204" pitchFamily="34" charset="-122"/>
                <a:sym typeface="Microsoft Yahei" panose="020B0503020204020204" pitchFamily="34" charset="-122"/>
              </a:rPr>
              <a:t>)</a:t>
            </a:r>
            <a:endPar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BE53973F-70B2-1AC8-ACF6-C83E32A1C62D}"/>
              </a:ext>
            </a:extLst>
          </p:cNvPr>
          <p:cNvSpPr>
            <a:spLocks noChangeAspect="1"/>
          </p:cNvSpPr>
          <p:nvPr>
            <p:custDataLst>
              <p:tags r:id="rId5"/>
            </p:custDataLst>
          </p:nvPr>
        </p:nvSpPr>
        <p:spPr>
          <a:xfrm>
            <a:off x="1114425" y="4779168"/>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2A31130F-E2D6-CD2A-D52F-F2A73ED5924B}"/>
              </a:ext>
            </a:extLst>
          </p:cNvPr>
          <p:cNvSpPr>
            <a:spLocks noChangeAspect="1"/>
          </p:cNvSpPr>
          <p:nvPr>
            <p:custDataLst>
              <p:tags r:id="rId6"/>
            </p:custDataLst>
          </p:nvPr>
        </p:nvSpPr>
        <p:spPr>
          <a:xfrm>
            <a:off x="1114425" y="5636418"/>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矩形: 圆角 16">
            <a:extLst>
              <a:ext uri="{FF2B5EF4-FFF2-40B4-BE49-F238E27FC236}">
                <a16:creationId xmlns:a16="http://schemas.microsoft.com/office/drawing/2014/main" id="{47B1945F-6445-22AB-BCE3-6B88235FD638}"/>
              </a:ext>
            </a:extLst>
          </p:cNvPr>
          <p:cNvSpPr/>
          <p:nvPr>
            <p:custDataLst>
              <p:tags r:id="rId7"/>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aphicFrame>
        <p:nvGraphicFramePr>
          <p:cNvPr id="25" name="Group 3">
            <a:extLst>
              <a:ext uri="{FF2B5EF4-FFF2-40B4-BE49-F238E27FC236}">
                <a16:creationId xmlns:a16="http://schemas.microsoft.com/office/drawing/2014/main" id="{E48103C8-3992-0FC0-D166-C241BE333F21}"/>
              </a:ext>
            </a:extLst>
          </p:cNvPr>
          <p:cNvGraphicFramePr>
            <a:graphicFrameLocks/>
          </p:cNvGraphicFramePr>
          <p:nvPr>
            <p:extLst>
              <p:ext uri="{D42A27DB-BD31-4B8C-83A1-F6EECF244321}">
                <p14:modId xmlns:p14="http://schemas.microsoft.com/office/powerpoint/2010/main" val="3194876903"/>
              </p:ext>
            </p:extLst>
          </p:nvPr>
        </p:nvGraphicFramePr>
        <p:xfrm>
          <a:off x="1672318" y="1815415"/>
          <a:ext cx="6042932" cy="2902044"/>
        </p:xfrm>
        <a:graphic>
          <a:graphicData uri="http://schemas.openxmlformats.org/drawingml/2006/table">
            <a:tbl>
              <a:tblPr/>
              <a:tblGrid>
                <a:gridCol w="1471236">
                  <a:extLst>
                    <a:ext uri="{9D8B030D-6E8A-4147-A177-3AD203B41FA5}">
                      <a16:colId xmlns:a16="http://schemas.microsoft.com/office/drawing/2014/main" val="20000"/>
                    </a:ext>
                  </a:extLst>
                </a:gridCol>
                <a:gridCol w="4571696">
                  <a:extLst>
                    <a:ext uri="{9D8B030D-6E8A-4147-A177-3AD203B41FA5}">
                      <a16:colId xmlns:a16="http://schemas.microsoft.com/office/drawing/2014/main" val="20001"/>
                    </a:ext>
                  </a:extLst>
                </a:gridCol>
              </a:tblGrid>
              <a:tr h="36303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chemeClr val="tx1"/>
                          </a:solidFill>
                          <a:effectLst/>
                          <a:latin typeface="宋体" pitchFamily="2" charset="-122"/>
                          <a:ea typeface="黑体" pitchFamily="2" charset="-122"/>
                        </a:rPr>
                        <a:t>产  生  式</a:t>
                      </a:r>
                    </a:p>
                  </a:txBody>
                  <a:tcPr marL="45033" marR="45033" marT="22516" marB="225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chemeClr val="tx1"/>
                          </a:solidFill>
                          <a:effectLst/>
                          <a:latin typeface="宋体" pitchFamily="2" charset="-122"/>
                          <a:ea typeface="黑体" pitchFamily="2" charset="-122"/>
                        </a:rPr>
                        <a:t>语</a:t>
                      </a:r>
                      <a:r>
                        <a:rPr kumimoji="0" lang="zh-CN" altLang="en-US" sz="1800" b="0" i="0" u="none" strike="noStrike" cap="none" normalizeH="0" baseline="0">
                          <a:ln>
                            <a:noFill/>
                          </a:ln>
                          <a:solidFill>
                            <a:schemeClr val="tx1"/>
                          </a:solidFill>
                          <a:effectLst/>
                          <a:latin typeface="Times New Roman" pitchFamily="18" charset="0"/>
                          <a:ea typeface="黑体" pitchFamily="2" charset="-122"/>
                        </a:rPr>
                        <a:t>  </a:t>
                      </a:r>
                      <a:r>
                        <a:rPr kumimoji="0" lang="zh-CN" altLang="en-US" sz="1800" b="0" i="0" u="none" strike="noStrike" cap="none" normalizeH="0" baseline="0">
                          <a:ln>
                            <a:noFill/>
                          </a:ln>
                          <a:solidFill>
                            <a:schemeClr val="tx1"/>
                          </a:solidFill>
                          <a:effectLst/>
                          <a:latin typeface="宋体" pitchFamily="2" charset="-122"/>
                          <a:ea typeface="黑体" pitchFamily="2" charset="-122"/>
                        </a:rPr>
                        <a:t>义</a:t>
                      </a:r>
                      <a:r>
                        <a:rPr kumimoji="0" lang="zh-CN" altLang="en-US" sz="1800" b="0" i="0" u="none" strike="noStrike" cap="none" normalizeH="0" baseline="0">
                          <a:ln>
                            <a:noFill/>
                          </a:ln>
                          <a:solidFill>
                            <a:schemeClr val="tx1"/>
                          </a:solidFill>
                          <a:effectLst/>
                          <a:latin typeface="Times New Roman" pitchFamily="18" charset="0"/>
                          <a:ea typeface="黑体" pitchFamily="2" charset="-122"/>
                        </a:rPr>
                        <a:t>  </a:t>
                      </a:r>
                      <a:r>
                        <a:rPr kumimoji="0" lang="zh-CN" altLang="en-US" sz="1800" b="0" i="0" u="none" strike="noStrike" cap="none" normalizeH="0" baseline="0">
                          <a:ln>
                            <a:noFill/>
                          </a:ln>
                          <a:solidFill>
                            <a:schemeClr val="tx1"/>
                          </a:solidFill>
                          <a:effectLst/>
                          <a:latin typeface="宋体" pitchFamily="2" charset="-122"/>
                          <a:ea typeface="黑体" pitchFamily="2" charset="-122"/>
                        </a:rPr>
                        <a:t>规</a:t>
                      </a:r>
                      <a:r>
                        <a:rPr kumimoji="0" lang="zh-CN" altLang="en-US" sz="1800" b="0" i="0" u="none" strike="noStrike" cap="none" normalizeH="0" baseline="0">
                          <a:ln>
                            <a:noFill/>
                          </a:ln>
                          <a:solidFill>
                            <a:schemeClr val="tx1"/>
                          </a:solidFill>
                          <a:effectLst/>
                          <a:latin typeface="Times New Roman" pitchFamily="18" charset="0"/>
                          <a:ea typeface="黑体" pitchFamily="2" charset="-122"/>
                        </a:rPr>
                        <a:t>  </a:t>
                      </a:r>
                      <a:r>
                        <a:rPr kumimoji="0" lang="zh-CN" altLang="en-US" sz="1800" b="0" i="0" u="none" strike="noStrike" cap="none" normalizeH="0" baseline="0">
                          <a:ln>
                            <a:noFill/>
                          </a:ln>
                          <a:solidFill>
                            <a:schemeClr val="tx1"/>
                          </a:solidFill>
                          <a:effectLst/>
                          <a:latin typeface="宋体" pitchFamily="2" charset="-122"/>
                          <a:ea typeface="黑体" pitchFamily="2" charset="-122"/>
                        </a:rPr>
                        <a:t>则</a:t>
                      </a:r>
                    </a:p>
                  </a:txBody>
                  <a:tcPr marL="45033" marR="45033" marT="22516" marB="225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10000"/>
                  </a:ext>
                </a:extLst>
              </a:tr>
              <a:tr h="36303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0" i="1" u="none" strike="noStrike" cap="none" normalizeH="0" baseline="0">
                          <a:ln>
                            <a:noFill/>
                          </a:ln>
                          <a:solidFill>
                            <a:schemeClr val="tx1"/>
                          </a:solidFill>
                          <a:effectLst/>
                          <a:latin typeface="Times New Roman" pitchFamily="18" charset="0"/>
                          <a:ea typeface="黑体" pitchFamily="2" charset="-122"/>
                        </a:rPr>
                        <a:t>  </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1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E</a:t>
                      </a:r>
                      <a:r>
                        <a:rPr kumimoji="0" lang="en-US" altLang="zh-CN" sz="18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T</a:t>
                      </a:r>
                      <a:r>
                        <a:rPr kumimoji="0" lang="en-US" altLang="zh-CN" sz="1800" b="0" i="0" u="none" strike="noStrike" cap="none" normalizeH="0" baseline="0">
                          <a:ln>
                            <a:noFill/>
                          </a:ln>
                          <a:solidFill>
                            <a:schemeClr val="tx1"/>
                          </a:solidFill>
                          <a:effectLst/>
                          <a:latin typeface="Times New Roman" pitchFamily="18" charset="0"/>
                          <a:ea typeface="黑体" pitchFamily="2" charset="-122"/>
                        </a:rPr>
                        <a:t> </a:t>
                      </a:r>
                    </a:p>
                  </a:txBody>
                  <a:tcPr marL="45033" marR="45033" marT="22516" marB="225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0" i="1" u="none" strike="noStrike" cap="none" normalizeH="0" baseline="0">
                          <a:ln>
                            <a:noFill/>
                          </a:ln>
                          <a:solidFill>
                            <a:schemeClr val="tx1"/>
                          </a:solidFill>
                          <a:effectLst/>
                          <a:latin typeface="Times New Roman" pitchFamily="18" charset="0"/>
                          <a:ea typeface="黑体" pitchFamily="2" charset="-122"/>
                        </a:rPr>
                        <a:t>  </a:t>
                      </a:r>
                      <a:r>
                        <a:rPr kumimoji="0" lang="en-US" altLang="zh-CN" sz="1800" b="1" i="1" u="none" strike="noStrike" cap="none" normalizeH="0" baseline="0" err="1">
                          <a:ln>
                            <a:noFill/>
                          </a:ln>
                          <a:solidFill>
                            <a:schemeClr val="tx1"/>
                          </a:solidFill>
                          <a:effectLst/>
                          <a:latin typeface="Times New Roman" pitchFamily="18" charset="0"/>
                          <a:ea typeface="黑体" pitchFamily="2" charset="-122"/>
                        </a:rPr>
                        <a:t>E</a:t>
                      </a:r>
                      <a:r>
                        <a:rPr kumimoji="0" lang="en-US" altLang="zh-CN" sz="1800" b="1" i="0" u="none" strike="noStrike" cap="none" normalizeH="0" baseline="0" err="1">
                          <a:ln>
                            <a:noFill/>
                          </a:ln>
                          <a:solidFill>
                            <a:schemeClr val="tx1"/>
                          </a:solidFill>
                          <a:effectLst/>
                          <a:latin typeface="Times New Roman" pitchFamily="18" charset="0"/>
                          <a:ea typeface="黑体" pitchFamily="2" charset="-122"/>
                        </a:rPr>
                        <a:t>.</a:t>
                      </a:r>
                      <a:r>
                        <a:rPr kumimoji="0" lang="en-US" altLang="zh-CN" sz="1800" b="1" i="1" u="none" strike="noStrike" cap="none" normalizeH="0" baseline="0" err="1">
                          <a:ln>
                            <a:noFill/>
                          </a:ln>
                          <a:solidFill>
                            <a:schemeClr val="tx1"/>
                          </a:solidFill>
                          <a:effectLst/>
                          <a:latin typeface="Times New Roman" pitchFamily="18" charset="0"/>
                          <a:ea typeface="黑体" pitchFamily="2" charset="-122"/>
                        </a:rPr>
                        <a:t>nptr</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1800" b="1" i="1" u="none" strike="noStrike" cap="none" normalizeH="0" baseline="0" err="1">
                          <a:ln>
                            <a:noFill/>
                          </a:ln>
                          <a:solidFill>
                            <a:schemeClr val="tx1"/>
                          </a:solidFill>
                          <a:effectLst/>
                          <a:latin typeface="Times New Roman" pitchFamily="18" charset="0"/>
                          <a:ea typeface="黑体" pitchFamily="2" charset="-122"/>
                        </a:rPr>
                        <a:t>mknode</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E</a:t>
                      </a:r>
                      <a:r>
                        <a:rPr kumimoji="0" lang="en-US" altLang="zh-CN" sz="18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nptr</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 </a:t>
                      </a:r>
                      <a:r>
                        <a:rPr kumimoji="0" lang="en-US" altLang="zh-CN" sz="1800" b="1" i="1" u="none" strike="noStrike" cap="none" normalizeH="0" baseline="0" err="1">
                          <a:ln>
                            <a:noFill/>
                          </a:ln>
                          <a:solidFill>
                            <a:schemeClr val="tx1"/>
                          </a:solidFill>
                          <a:effectLst/>
                          <a:latin typeface="Times New Roman" pitchFamily="18" charset="0"/>
                          <a:ea typeface="黑体" pitchFamily="2" charset="-122"/>
                        </a:rPr>
                        <a:t>T</a:t>
                      </a:r>
                      <a:r>
                        <a:rPr kumimoji="0" lang="en-US" altLang="zh-CN" sz="1800" b="1" i="0" u="none" strike="noStrike" cap="none" normalizeH="0" baseline="0" err="1">
                          <a:ln>
                            <a:noFill/>
                          </a:ln>
                          <a:solidFill>
                            <a:schemeClr val="tx1"/>
                          </a:solidFill>
                          <a:effectLst/>
                          <a:latin typeface="Times New Roman" pitchFamily="18" charset="0"/>
                          <a:ea typeface="黑体" pitchFamily="2" charset="-122"/>
                        </a:rPr>
                        <a:t>.</a:t>
                      </a:r>
                      <a:r>
                        <a:rPr kumimoji="0" lang="en-US" altLang="zh-CN" sz="1800" b="1" i="1" u="none" strike="noStrike" cap="none" normalizeH="0" baseline="0" err="1">
                          <a:ln>
                            <a:noFill/>
                          </a:ln>
                          <a:solidFill>
                            <a:schemeClr val="tx1"/>
                          </a:solidFill>
                          <a:effectLst/>
                          <a:latin typeface="Times New Roman" pitchFamily="18" charset="0"/>
                          <a:ea typeface="黑体" pitchFamily="2" charset="-122"/>
                        </a:rPr>
                        <a:t>nptr</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a:t>
                      </a:r>
                      <a:r>
                        <a:rPr kumimoji="0" lang="en-US" altLang="zh-CN" sz="1800" b="0" i="0" u="none" strike="noStrike" cap="none" normalizeH="0" baseline="0">
                          <a:ln>
                            <a:noFill/>
                          </a:ln>
                          <a:solidFill>
                            <a:schemeClr val="tx1"/>
                          </a:solidFill>
                          <a:effectLst/>
                          <a:latin typeface="Times New Roman" pitchFamily="18" charset="0"/>
                          <a:ea typeface="黑体" pitchFamily="2" charset="-122"/>
                        </a:rPr>
                        <a:t> </a:t>
                      </a:r>
                    </a:p>
                  </a:txBody>
                  <a:tcPr marL="45033" marR="45033" marT="22516" marB="225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10001"/>
                  </a:ext>
                </a:extLst>
              </a:tr>
              <a:tr h="36303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1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 T</a:t>
                      </a:r>
                      <a:r>
                        <a:rPr kumimoji="0" lang="en-US" altLang="zh-CN" sz="1800" b="0" i="0" u="none" strike="noStrike" cap="none" normalizeH="0" baseline="0">
                          <a:ln>
                            <a:noFill/>
                          </a:ln>
                          <a:solidFill>
                            <a:schemeClr val="tx1"/>
                          </a:solidFill>
                          <a:effectLst/>
                          <a:latin typeface="Times New Roman" pitchFamily="18" charset="0"/>
                          <a:ea typeface="黑体" pitchFamily="2" charset="-122"/>
                        </a:rPr>
                        <a:t> </a:t>
                      </a:r>
                    </a:p>
                  </a:txBody>
                  <a:tcPr marL="45033" marR="45033" marT="22516" marB="225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1800" b="1" i="1" u="none" strike="noStrike" cap="none" normalizeH="0" baseline="0" err="1">
                          <a:ln>
                            <a:noFill/>
                          </a:ln>
                          <a:solidFill>
                            <a:schemeClr val="tx1"/>
                          </a:solidFill>
                          <a:effectLst/>
                          <a:latin typeface="Times New Roman" pitchFamily="18" charset="0"/>
                          <a:ea typeface="黑体" pitchFamily="2" charset="-122"/>
                        </a:rPr>
                        <a:t>E</a:t>
                      </a:r>
                      <a:r>
                        <a:rPr kumimoji="0" lang="en-US" altLang="zh-CN" sz="1800" b="1" i="0" u="none" strike="noStrike" cap="none" normalizeH="0" baseline="0" err="1">
                          <a:ln>
                            <a:noFill/>
                          </a:ln>
                          <a:solidFill>
                            <a:schemeClr val="tx1"/>
                          </a:solidFill>
                          <a:effectLst/>
                          <a:latin typeface="Times New Roman" pitchFamily="18" charset="0"/>
                          <a:ea typeface="黑体" pitchFamily="2" charset="-122"/>
                        </a:rPr>
                        <a:t>.</a:t>
                      </a:r>
                      <a:r>
                        <a:rPr kumimoji="0" lang="en-US" altLang="zh-CN" sz="1800" b="1" i="1" u="none" strike="noStrike" cap="none" normalizeH="0" baseline="0" err="1">
                          <a:ln>
                            <a:noFill/>
                          </a:ln>
                          <a:solidFill>
                            <a:schemeClr val="tx1"/>
                          </a:solidFill>
                          <a:effectLst/>
                          <a:latin typeface="Times New Roman" pitchFamily="18" charset="0"/>
                          <a:ea typeface="黑体" pitchFamily="2" charset="-122"/>
                        </a:rPr>
                        <a:t>nptr</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1800" b="1" i="1" u="none" strike="noStrike" cap="none" normalizeH="0" baseline="0" err="1">
                          <a:ln>
                            <a:noFill/>
                          </a:ln>
                          <a:solidFill>
                            <a:schemeClr val="tx1"/>
                          </a:solidFill>
                          <a:effectLst/>
                          <a:latin typeface="Times New Roman" pitchFamily="18" charset="0"/>
                          <a:ea typeface="黑体" pitchFamily="2" charset="-122"/>
                        </a:rPr>
                        <a:t>T</a:t>
                      </a:r>
                      <a:r>
                        <a:rPr kumimoji="0" lang="en-US" altLang="zh-CN" sz="1800" b="1" i="0" u="none" strike="noStrike" cap="none" normalizeH="0" baseline="0" err="1">
                          <a:ln>
                            <a:noFill/>
                          </a:ln>
                          <a:solidFill>
                            <a:schemeClr val="tx1"/>
                          </a:solidFill>
                          <a:effectLst/>
                          <a:latin typeface="Times New Roman" pitchFamily="18" charset="0"/>
                          <a:ea typeface="黑体" pitchFamily="2" charset="-122"/>
                        </a:rPr>
                        <a:t>.</a:t>
                      </a:r>
                      <a:r>
                        <a:rPr kumimoji="0" lang="en-US" altLang="zh-CN" sz="1800" b="1" i="1" u="none" strike="noStrike" cap="none" normalizeH="0" baseline="0" err="1">
                          <a:ln>
                            <a:noFill/>
                          </a:ln>
                          <a:solidFill>
                            <a:schemeClr val="tx1"/>
                          </a:solidFill>
                          <a:effectLst/>
                          <a:latin typeface="Times New Roman" pitchFamily="18" charset="0"/>
                          <a:ea typeface="黑体" pitchFamily="2" charset="-122"/>
                        </a:rPr>
                        <a:t>nptr</a:t>
                      </a:r>
                      <a:r>
                        <a:rPr kumimoji="0" lang="en-US" altLang="zh-CN" sz="1800" b="0" i="0" u="none" strike="noStrike" cap="none" normalizeH="0" baseline="0">
                          <a:ln>
                            <a:noFill/>
                          </a:ln>
                          <a:solidFill>
                            <a:schemeClr val="tx1"/>
                          </a:solidFill>
                          <a:effectLst/>
                          <a:latin typeface="Times New Roman" pitchFamily="18" charset="0"/>
                          <a:ea typeface="黑体" pitchFamily="2" charset="-122"/>
                        </a:rPr>
                        <a:t> </a:t>
                      </a:r>
                    </a:p>
                  </a:txBody>
                  <a:tcPr marL="45033" marR="45033" marT="22516" marB="225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10002"/>
                  </a:ext>
                </a:extLst>
              </a:tr>
              <a:tr h="36077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1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T</a:t>
                      </a:r>
                      <a:r>
                        <a:rPr kumimoji="0" lang="en-US" altLang="zh-CN" sz="18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1800" b="1" i="0" u="none" strike="noStrike" cap="none" normalizeH="0" baseline="0">
                          <a:ln>
                            <a:noFill/>
                          </a:ln>
                          <a:solidFill>
                            <a:schemeClr val="tx1"/>
                          </a:solidFill>
                          <a:effectLst/>
                          <a:latin typeface="宋体" pitchFamily="2" charset="-122"/>
                          <a:ea typeface="黑体" pitchFamily="2" charset="-122"/>
                        </a:rPr>
                        <a:t>*</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F</a:t>
                      </a:r>
                      <a:r>
                        <a:rPr kumimoji="0" lang="en-US" altLang="zh-CN" sz="1800" b="0" i="0" u="none" strike="noStrike" cap="none" normalizeH="0" baseline="0">
                          <a:ln>
                            <a:noFill/>
                          </a:ln>
                          <a:solidFill>
                            <a:schemeClr val="tx1"/>
                          </a:solidFill>
                          <a:effectLst/>
                          <a:latin typeface="Times New Roman" pitchFamily="18" charset="0"/>
                          <a:ea typeface="黑体" pitchFamily="2" charset="-122"/>
                        </a:rPr>
                        <a:t> </a:t>
                      </a:r>
                    </a:p>
                  </a:txBody>
                  <a:tcPr marL="45033" marR="45033" marT="22516" marB="225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T</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nptr</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mknode</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1800" b="1" i="0" u="none" strike="noStrike" cap="none" normalizeH="0" baseline="0">
                          <a:ln>
                            <a:noFill/>
                          </a:ln>
                          <a:solidFill>
                            <a:schemeClr val="tx1"/>
                          </a:solidFill>
                          <a:effectLst/>
                          <a:latin typeface="宋体" pitchFamily="2" charset="-122"/>
                          <a:ea typeface="黑体" pitchFamily="2" charset="-122"/>
                        </a:rPr>
                        <a:t>*</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T</a:t>
                      </a:r>
                      <a:r>
                        <a:rPr kumimoji="0" lang="en-US" altLang="zh-CN" sz="18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nptr</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 F</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nptr</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a:t>
                      </a:r>
                      <a:r>
                        <a:rPr kumimoji="0" lang="en-US" altLang="zh-CN" sz="1800" b="0" i="0" u="none" strike="noStrike" cap="none" normalizeH="0" baseline="0">
                          <a:ln>
                            <a:noFill/>
                          </a:ln>
                          <a:solidFill>
                            <a:schemeClr val="tx1"/>
                          </a:solidFill>
                          <a:effectLst/>
                          <a:latin typeface="Times New Roman" pitchFamily="18" charset="0"/>
                          <a:ea typeface="黑体" pitchFamily="2" charset="-122"/>
                        </a:rPr>
                        <a:t> </a:t>
                      </a:r>
                    </a:p>
                  </a:txBody>
                  <a:tcPr marL="45033" marR="45033" marT="22516" marB="225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10003"/>
                  </a:ext>
                </a:extLst>
              </a:tr>
              <a:tr h="36303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1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F</a:t>
                      </a:r>
                      <a:r>
                        <a:rPr kumimoji="0" lang="en-US" altLang="zh-CN" sz="1800" b="0" i="0" u="none" strike="noStrike" cap="none" normalizeH="0" baseline="0">
                          <a:ln>
                            <a:noFill/>
                          </a:ln>
                          <a:solidFill>
                            <a:schemeClr val="tx1"/>
                          </a:solidFill>
                          <a:effectLst/>
                          <a:latin typeface="Times New Roman" pitchFamily="18" charset="0"/>
                          <a:ea typeface="黑体" pitchFamily="2" charset="-122"/>
                        </a:rPr>
                        <a:t> </a:t>
                      </a:r>
                    </a:p>
                  </a:txBody>
                  <a:tcPr marL="45033" marR="45033" marT="22516" marB="225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T</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nptr</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F</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nptr</a:t>
                      </a:r>
                      <a:r>
                        <a:rPr kumimoji="0" lang="en-US" altLang="zh-CN" sz="1800" b="0" i="0" u="none" strike="noStrike" cap="none" normalizeH="0" baseline="0">
                          <a:ln>
                            <a:noFill/>
                          </a:ln>
                          <a:solidFill>
                            <a:schemeClr val="tx1"/>
                          </a:solidFill>
                          <a:effectLst/>
                          <a:latin typeface="Times New Roman" pitchFamily="18" charset="0"/>
                          <a:ea typeface="黑体" pitchFamily="2" charset="-122"/>
                        </a:rPr>
                        <a:t> </a:t>
                      </a:r>
                    </a:p>
                  </a:txBody>
                  <a:tcPr marL="45033" marR="45033" marT="22516" marB="225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10004"/>
                  </a:ext>
                </a:extLst>
              </a:tr>
              <a:tr h="36303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F </a:t>
                      </a:r>
                      <a:r>
                        <a:rPr kumimoji="0" lang="en-US" altLang="zh-CN" sz="1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E</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a:t>
                      </a:r>
                      <a:r>
                        <a:rPr kumimoji="0" lang="en-US" altLang="zh-CN" sz="1800" b="0" i="0" u="none" strike="noStrike" cap="none" normalizeH="0" baseline="0">
                          <a:ln>
                            <a:noFill/>
                          </a:ln>
                          <a:solidFill>
                            <a:schemeClr val="tx1"/>
                          </a:solidFill>
                          <a:effectLst/>
                          <a:latin typeface="Times New Roman" pitchFamily="18" charset="0"/>
                          <a:ea typeface="黑体" pitchFamily="2" charset="-122"/>
                        </a:rPr>
                        <a:t> </a:t>
                      </a:r>
                    </a:p>
                  </a:txBody>
                  <a:tcPr marL="45033" marR="45033" marT="22516" marB="225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1800" b="1" i="1" u="none" strike="noStrike" cap="none" normalizeH="0" baseline="0" err="1">
                          <a:ln>
                            <a:noFill/>
                          </a:ln>
                          <a:solidFill>
                            <a:schemeClr val="tx1"/>
                          </a:solidFill>
                          <a:effectLst/>
                          <a:latin typeface="Times New Roman" pitchFamily="18" charset="0"/>
                          <a:ea typeface="黑体" pitchFamily="2" charset="-122"/>
                        </a:rPr>
                        <a:t>F</a:t>
                      </a:r>
                      <a:r>
                        <a:rPr kumimoji="0" lang="en-US" altLang="zh-CN" sz="1800" b="1" i="0" u="none" strike="noStrike" cap="none" normalizeH="0" baseline="0" err="1">
                          <a:ln>
                            <a:noFill/>
                          </a:ln>
                          <a:solidFill>
                            <a:schemeClr val="tx1"/>
                          </a:solidFill>
                          <a:effectLst/>
                          <a:latin typeface="Times New Roman" pitchFamily="18" charset="0"/>
                          <a:ea typeface="黑体" pitchFamily="2" charset="-122"/>
                        </a:rPr>
                        <a:t>.</a:t>
                      </a:r>
                      <a:r>
                        <a:rPr kumimoji="0" lang="en-US" altLang="zh-CN" sz="1800" b="1" i="1" u="none" strike="noStrike" cap="none" normalizeH="0" baseline="0" err="1">
                          <a:ln>
                            <a:noFill/>
                          </a:ln>
                          <a:solidFill>
                            <a:schemeClr val="tx1"/>
                          </a:solidFill>
                          <a:effectLst/>
                          <a:latin typeface="Times New Roman" pitchFamily="18" charset="0"/>
                          <a:ea typeface="黑体" pitchFamily="2" charset="-122"/>
                        </a:rPr>
                        <a:t>nptr</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1800" b="1" i="1" u="none" strike="noStrike" cap="none" normalizeH="0" baseline="0" err="1">
                          <a:ln>
                            <a:noFill/>
                          </a:ln>
                          <a:solidFill>
                            <a:schemeClr val="tx1"/>
                          </a:solidFill>
                          <a:effectLst/>
                          <a:latin typeface="Times New Roman" pitchFamily="18" charset="0"/>
                          <a:ea typeface="黑体" pitchFamily="2" charset="-122"/>
                        </a:rPr>
                        <a:t>E</a:t>
                      </a:r>
                      <a:r>
                        <a:rPr kumimoji="0" lang="en-US" altLang="zh-CN" sz="1800" b="1" i="0" u="none" strike="noStrike" cap="none" normalizeH="0" baseline="0" err="1">
                          <a:ln>
                            <a:noFill/>
                          </a:ln>
                          <a:solidFill>
                            <a:schemeClr val="tx1"/>
                          </a:solidFill>
                          <a:effectLst/>
                          <a:latin typeface="Times New Roman" pitchFamily="18" charset="0"/>
                          <a:ea typeface="黑体" pitchFamily="2" charset="-122"/>
                        </a:rPr>
                        <a:t>.</a:t>
                      </a:r>
                      <a:r>
                        <a:rPr kumimoji="0" lang="en-US" altLang="zh-CN" sz="1800" b="1" i="1" u="none" strike="noStrike" cap="none" normalizeH="0" baseline="0" err="1">
                          <a:ln>
                            <a:noFill/>
                          </a:ln>
                          <a:solidFill>
                            <a:schemeClr val="tx1"/>
                          </a:solidFill>
                          <a:effectLst/>
                          <a:latin typeface="Times New Roman" pitchFamily="18" charset="0"/>
                          <a:ea typeface="黑体" pitchFamily="2" charset="-122"/>
                        </a:rPr>
                        <a:t>nptr</a:t>
                      </a:r>
                      <a:r>
                        <a:rPr kumimoji="0" lang="en-US" altLang="zh-CN" sz="1800" b="0" i="0" u="none" strike="noStrike" cap="none" normalizeH="0" baseline="0">
                          <a:ln>
                            <a:noFill/>
                          </a:ln>
                          <a:solidFill>
                            <a:schemeClr val="tx1"/>
                          </a:solidFill>
                          <a:effectLst/>
                          <a:latin typeface="Times New Roman" pitchFamily="18" charset="0"/>
                          <a:ea typeface="黑体" pitchFamily="2" charset="-122"/>
                        </a:rPr>
                        <a:t> </a:t>
                      </a:r>
                    </a:p>
                  </a:txBody>
                  <a:tcPr marL="45033" marR="45033" marT="22516" marB="225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10005"/>
                  </a:ext>
                </a:extLst>
              </a:tr>
              <a:tr h="36303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F </a:t>
                      </a:r>
                      <a:r>
                        <a:rPr kumimoji="0" lang="en-US" altLang="zh-CN" sz="1800" b="0"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1800" b="0" i="0" u="none" strike="noStrike" cap="none" normalizeH="0" baseline="0">
                          <a:ln>
                            <a:noFill/>
                          </a:ln>
                          <a:solidFill>
                            <a:schemeClr val="tx1"/>
                          </a:solidFill>
                          <a:effectLst/>
                          <a:latin typeface="Times New Roman" pitchFamily="18" charset="0"/>
                          <a:ea typeface="黑体" pitchFamily="2" charset="-122"/>
                        </a:rPr>
                        <a:t> </a:t>
                      </a:r>
                    </a:p>
                  </a:txBody>
                  <a:tcPr marL="45033" marR="45033" marT="22516" marB="225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F</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nptr</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mkleaf </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(id, id.</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entry</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a:t>
                      </a:r>
                      <a:r>
                        <a:rPr kumimoji="0" lang="en-US" altLang="zh-CN" sz="1800" b="0" i="0" u="none" strike="noStrike" cap="none" normalizeH="0" baseline="0">
                          <a:ln>
                            <a:noFill/>
                          </a:ln>
                          <a:solidFill>
                            <a:schemeClr val="tx1"/>
                          </a:solidFill>
                          <a:effectLst/>
                          <a:latin typeface="Times New Roman" pitchFamily="18" charset="0"/>
                          <a:ea typeface="黑体" pitchFamily="2" charset="-122"/>
                        </a:rPr>
                        <a:t> </a:t>
                      </a:r>
                    </a:p>
                  </a:txBody>
                  <a:tcPr marL="45033" marR="45033" marT="22516" marB="225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10006"/>
                  </a:ext>
                </a:extLst>
              </a:tr>
              <a:tr h="36303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F </a:t>
                      </a:r>
                      <a:r>
                        <a:rPr kumimoji="0" lang="en-US" altLang="zh-CN" sz="1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 num</a:t>
                      </a:r>
                      <a:r>
                        <a:rPr kumimoji="0" lang="en-US" altLang="zh-CN" sz="1800" b="0" i="0" u="none" strike="noStrike" cap="none" normalizeH="0" baseline="0">
                          <a:ln>
                            <a:noFill/>
                          </a:ln>
                          <a:solidFill>
                            <a:schemeClr val="tx1"/>
                          </a:solidFill>
                          <a:effectLst/>
                          <a:latin typeface="Times New Roman" pitchFamily="18" charset="0"/>
                          <a:ea typeface="黑体" pitchFamily="2" charset="-122"/>
                        </a:rPr>
                        <a:t> </a:t>
                      </a:r>
                    </a:p>
                  </a:txBody>
                  <a:tcPr marL="45033" marR="45033" marT="22516" marB="225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1800" b="1" i="1" u="none" strike="noStrike" cap="none" normalizeH="0" baseline="0" err="1">
                          <a:ln>
                            <a:noFill/>
                          </a:ln>
                          <a:solidFill>
                            <a:schemeClr val="tx1"/>
                          </a:solidFill>
                          <a:effectLst/>
                          <a:latin typeface="Times New Roman" pitchFamily="18" charset="0"/>
                          <a:ea typeface="黑体" pitchFamily="2" charset="-122"/>
                        </a:rPr>
                        <a:t>F</a:t>
                      </a:r>
                      <a:r>
                        <a:rPr kumimoji="0" lang="en-US" altLang="zh-CN" sz="1800" b="1" i="0" u="none" strike="noStrike" cap="none" normalizeH="0" baseline="0" err="1">
                          <a:ln>
                            <a:noFill/>
                          </a:ln>
                          <a:solidFill>
                            <a:schemeClr val="tx1"/>
                          </a:solidFill>
                          <a:effectLst/>
                          <a:latin typeface="Times New Roman" pitchFamily="18" charset="0"/>
                          <a:ea typeface="黑体" pitchFamily="2" charset="-122"/>
                        </a:rPr>
                        <a:t>.</a:t>
                      </a:r>
                      <a:r>
                        <a:rPr kumimoji="0" lang="en-US" altLang="zh-CN" sz="1800" b="1" i="1" u="none" strike="noStrike" cap="none" normalizeH="0" baseline="0" err="1">
                          <a:ln>
                            <a:noFill/>
                          </a:ln>
                          <a:solidFill>
                            <a:schemeClr val="tx1"/>
                          </a:solidFill>
                          <a:effectLst/>
                          <a:latin typeface="Times New Roman" pitchFamily="18" charset="0"/>
                          <a:ea typeface="黑体" pitchFamily="2" charset="-122"/>
                        </a:rPr>
                        <a:t>nptr</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1800" b="1" i="1" u="none" strike="noStrike" cap="none" normalizeH="0" baseline="0" err="1">
                          <a:ln>
                            <a:noFill/>
                          </a:ln>
                          <a:solidFill>
                            <a:schemeClr val="tx1"/>
                          </a:solidFill>
                          <a:effectLst/>
                          <a:latin typeface="Times New Roman" pitchFamily="18" charset="0"/>
                          <a:ea typeface="黑体" pitchFamily="2" charset="-122"/>
                        </a:rPr>
                        <a:t>mkleaf</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 </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(num, </a:t>
                      </a:r>
                      <a:r>
                        <a:rPr kumimoji="0" lang="en-US" altLang="zh-CN" sz="1800" b="1" i="0" u="none" strike="noStrike" cap="none" normalizeH="0" baseline="0" err="1">
                          <a:ln>
                            <a:noFill/>
                          </a:ln>
                          <a:solidFill>
                            <a:schemeClr val="tx1"/>
                          </a:solidFill>
                          <a:effectLst/>
                          <a:latin typeface="Times New Roman" pitchFamily="18" charset="0"/>
                          <a:ea typeface="黑体" pitchFamily="2" charset="-122"/>
                        </a:rPr>
                        <a:t>num.</a:t>
                      </a:r>
                      <a:r>
                        <a:rPr kumimoji="0" lang="en-US" altLang="zh-CN" sz="1800" b="1" i="1" u="none" strike="noStrike" cap="none" normalizeH="0" baseline="0" err="1">
                          <a:ln>
                            <a:noFill/>
                          </a:ln>
                          <a:solidFill>
                            <a:schemeClr val="tx1"/>
                          </a:solidFill>
                          <a:effectLst/>
                          <a:latin typeface="Times New Roman" pitchFamily="18" charset="0"/>
                          <a:ea typeface="黑体" pitchFamily="2" charset="-122"/>
                        </a:rPr>
                        <a:t>val</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a:t>
                      </a:r>
                      <a:r>
                        <a:rPr kumimoji="0" lang="en-US" altLang="zh-CN" sz="1800" b="0" i="0" u="none" strike="noStrike" cap="none" normalizeH="0" baseline="0">
                          <a:ln>
                            <a:noFill/>
                          </a:ln>
                          <a:solidFill>
                            <a:schemeClr val="tx1"/>
                          </a:solidFill>
                          <a:effectLst/>
                          <a:latin typeface="Times New Roman" pitchFamily="18" charset="0"/>
                          <a:ea typeface="黑体" pitchFamily="2" charset="-122"/>
                        </a:rPr>
                        <a:t> </a:t>
                      </a:r>
                    </a:p>
                  </a:txBody>
                  <a:tcPr marL="45033" marR="45033" marT="22516" marB="225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10007"/>
                  </a:ext>
                </a:extLst>
              </a:tr>
            </a:tbl>
          </a:graphicData>
        </a:graphic>
      </p:graphicFrame>
      <p:grpSp>
        <p:nvGrpSpPr>
          <p:cNvPr id="22" name="组合 21">
            <a:extLst>
              <a:ext uri="{FF2B5EF4-FFF2-40B4-BE49-F238E27FC236}">
                <a16:creationId xmlns:a16="http://schemas.microsoft.com/office/drawing/2014/main" id="{2F211E05-F0C6-F47E-27DC-8749561EC6A1}"/>
              </a:ext>
            </a:extLst>
          </p:cNvPr>
          <p:cNvGrpSpPr/>
          <p:nvPr>
            <p:custDataLst>
              <p:tags r:id="rId8"/>
            </p:custDataLst>
          </p:nvPr>
        </p:nvGrpSpPr>
        <p:grpSpPr>
          <a:xfrm>
            <a:off x="0" y="0"/>
            <a:ext cx="9144000" cy="635000"/>
            <a:chOff x="0" y="0"/>
            <a:chExt cx="9144000" cy="635000"/>
          </a:xfrm>
        </p:grpSpPr>
        <p:sp>
          <p:nvSpPr>
            <p:cNvPr id="18" name="TitleBackground">
              <a:extLst>
                <a:ext uri="{FF2B5EF4-FFF2-40B4-BE49-F238E27FC236}">
                  <a16:creationId xmlns:a16="http://schemas.microsoft.com/office/drawing/2014/main" id="{D99A0E4F-65EE-B2CF-45D5-9B34B587C070}"/>
                </a:ext>
              </a:extLst>
            </p:cNvPr>
            <p:cNvSpPr/>
            <p:nvPr>
              <p:custDataLst>
                <p:tags r:id="rId10"/>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ColorBlock">
              <a:extLst>
                <a:ext uri="{FF2B5EF4-FFF2-40B4-BE49-F238E27FC236}">
                  <a16:creationId xmlns:a16="http://schemas.microsoft.com/office/drawing/2014/main" id="{6F55CC84-CCA8-BA6C-F748-EC9376749AF6}"/>
                </a:ext>
              </a:extLst>
            </p:cNvPr>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ypeText">
              <a:extLst>
                <a:ext uri="{FF2B5EF4-FFF2-40B4-BE49-F238E27FC236}">
                  <a16:creationId xmlns:a16="http://schemas.microsoft.com/office/drawing/2014/main" id="{804519A7-B2CA-F355-7C6D-F6E274838975}"/>
                </a:ext>
              </a:extLst>
            </p:cNvPr>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1" name="TipText">
              <a:extLst>
                <a:ext uri="{FF2B5EF4-FFF2-40B4-BE49-F238E27FC236}">
                  <a16:creationId xmlns:a16="http://schemas.microsoft.com/office/drawing/2014/main" id="{AD8B446A-D782-D044-8A1F-19F7CE63AD3F}"/>
                </a:ext>
              </a:extLst>
            </p:cNvPr>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7" name="图片 6">
            <a:extLst>
              <a:ext uri="{FF2B5EF4-FFF2-40B4-BE49-F238E27FC236}">
                <a16:creationId xmlns:a16="http://schemas.microsoft.com/office/drawing/2014/main" id="{AD6D717D-4ACB-0114-4A29-EA67D7920457}"/>
              </a:ext>
            </a:extLst>
          </p:cNvPr>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398244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CF45981F-AA8D-40DA-AD2C-B093B4950154}"/>
              </a:ext>
            </a:extLst>
          </p:cNvPr>
          <p:cNvSpPr>
            <a:spLocks noGrp="1" noChangeArrowheads="1"/>
          </p:cNvSpPr>
          <p:nvPr>
            <p:ph type="title"/>
          </p:nvPr>
        </p:nvSpPr>
        <p:spPr/>
        <p:txBody>
          <a:bodyPr>
            <a:normAutofit fontScale="90000"/>
          </a:bodyPr>
          <a:lstStyle/>
          <a:p>
            <a:pPr eaLnBrk="1" hangingPunct="1"/>
            <a:r>
              <a:rPr lang="en-US" altLang="zh-CN"/>
              <a:t>4.2.3 </a:t>
            </a:r>
            <a:r>
              <a:rPr lang="en-US" altLang="zh-CN" b="1" i="1"/>
              <a:t>S</a:t>
            </a:r>
            <a:r>
              <a:rPr lang="zh-CN" altLang="en-US"/>
              <a:t>属性定义的自下而上计算</a:t>
            </a:r>
          </a:p>
        </p:txBody>
      </p:sp>
      <p:sp>
        <p:nvSpPr>
          <p:cNvPr id="64515" name="Rectangle 3">
            <a:extLst>
              <a:ext uri="{FF2B5EF4-FFF2-40B4-BE49-F238E27FC236}">
                <a16:creationId xmlns:a16="http://schemas.microsoft.com/office/drawing/2014/main" id="{A636E487-AE00-4EB3-BC88-F0C5126AFFBA}"/>
              </a:ext>
            </a:extLst>
          </p:cNvPr>
          <p:cNvSpPr>
            <a:spLocks noGrp="1" noChangeArrowheads="1"/>
          </p:cNvSpPr>
          <p:nvPr>
            <p:ph idx="1"/>
          </p:nvPr>
        </p:nvSpPr>
        <p:spPr/>
        <p:txBody>
          <a:bodyPr/>
          <a:lstStyle/>
          <a:p>
            <a:pPr eaLnBrk="1" hangingPunct="1">
              <a:spcBef>
                <a:spcPct val="0"/>
              </a:spcBef>
            </a:pPr>
            <a:r>
              <a:rPr lang="zh-CN" altLang="en-US"/>
              <a:t>将</a:t>
            </a:r>
            <a:r>
              <a:rPr lang="en-US" altLang="zh-CN" b="1"/>
              <a:t>LR</a:t>
            </a:r>
            <a:r>
              <a:rPr lang="zh-CN" altLang="en-US">
                <a:latin typeface="宋体" panose="02010600030101010101" pitchFamily="2" charset="-122"/>
              </a:rPr>
              <a:t>分析器</a:t>
            </a:r>
            <a:r>
              <a:rPr lang="zh-CN" altLang="en-US"/>
              <a:t>增加</a:t>
            </a:r>
            <a:r>
              <a:rPr lang="zh-CN" altLang="en-US">
                <a:latin typeface="宋体" panose="02010600030101010101" pitchFamily="2" charset="-122"/>
              </a:rPr>
              <a:t>一个域来保存综合属性值（为直观，用文法符号代替状态）</a:t>
            </a:r>
            <a:endParaRPr lang="zh-CN" altLang="en-US"/>
          </a:p>
          <a:p>
            <a:pPr eaLnBrk="1" hangingPunct="1"/>
            <a:endParaRPr lang="en-US" altLang="zh-CN"/>
          </a:p>
        </p:txBody>
      </p:sp>
      <p:graphicFrame>
        <p:nvGraphicFramePr>
          <p:cNvPr id="719876" name="Group 4">
            <a:extLst>
              <a:ext uri="{FF2B5EF4-FFF2-40B4-BE49-F238E27FC236}">
                <a16:creationId xmlns:a16="http://schemas.microsoft.com/office/drawing/2014/main" id="{BFAAD3A1-D163-457E-907C-D20C3774ABC4}"/>
              </a:ext>
            </a:extLst>
          </p:cNvPr>
          <p:cNvGraphicFramePr>
            <a:graphicFrameLocks noGrp="1"/>
          </p:cNvGraphicFramePr>
          <p:nvPr/>
        </p:nvGraphicFramePr>
        <p:xfrm>
          <a:off x="1193334" y="2487336"/>
          <a:ext cx="1600200" cy="2819402"/>
        </p:xfrm>
        <a:graphic>
          <a:graphicData uri="http://schemas.openxmlformats.org/drawingml/2006/table">
            <a:tbl>
              <a:tblPr/>
              <a:tblGrid>
                <a:gridCol w="6858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Z</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Z</a:t>
                      </a: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a:t>
                      </a: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z</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5150">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Y</a:t>
                      </a: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a:t>
                      </a: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X</a:t>
                      </a: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x</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4536" name="Rectangle 24">
            <a:extLst>
              <a:ext uri="{FF2B5EF4-FFF2-40B4-BE49-F238E27FC236}">
                <a16:creationId xmlns:a16="http://schemas.microsoft.com/office/drawing/2014/main" id="{47BA52F3-22A4-441A-ADAE-CEB4AF5DAF36}"/>
              </a:ext>
            </a:extLst>
          </p:cNvPr>
          <p:cNvSpPr>
            <a:spLocks noChangeArrowheads="1"/>
          </p:cNvSpPr>
          <p:nvPr/>
        </p:nvSpPr>
        <p:spPr bwMode="auto">
          <a:xfrm>
            <a:off x="278934" y="5459136"/>
            <a:ext cx="2590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zh-CN" altLang="en-US" sz="2800"/>
              <a:t>栈</a:t>
            </a:r>
            <a:r>
              <a:rPr lang="zh-CN" altLang="en-US" sz="2800" b="1">
                <a:ea typeface="宋体" panose="02010600030101010101" pitchFamily="2" charset="-122"/>
              </a:rPr>
              <a:t>     </a:t>
            </a:r>
            <a:r>
              <a:rPr lang="en-US" altLang="zh-CN" sz="2800" b="1" i="1">
                <a:ea typeface="宋体" panose="02010600030101010101" pitchFamily="2" charset="-122"/>
              </a:rPr>
              <a:t>state   </a:t>
            </a:r>
            <a:r>
              <a:rPr lang="en-US" altLang="zh-CN" sz="2800" b="1" i="1" err="1">
                <a:ea typeface="宋体" panose="02010600030101010101" pitchFamily="2" charset="-122"/>
              </a:rPr>
              <a:t>val</a:t>
            </a:r>
            <a:endParaRPr lang="en-US" altLang="zh-CN" sz="2800" b="1" i="1">
              <a:ea typeface="宋体" panose="02010600030101010101" pitchFamily="2" charset="-122"/>
            </a:endParaRPr>
          </a:p>
        </p:txBody>
      </p:sp>
      <p:sp>
        <p:nvSpPr>
          <p:cNvPr id="64537" name="Line 25">
            <a:extLst>
              <a:ext uri="{FF2B5EF4-FFF2-40B4-BE49-F238E27FC236}">
                <a16:creationId xmlns:a16="http://schemas.microsoft.com/office/drawing/2014/main" id="{61AF215D-D007-4B14-AC11-1D08E5F8498C}"/>
              </a:ext>
            </a:extLst>
          </p:cNvPr>
          <p:cNvSpPr>
            <a:spLocks noChangeShapeType="1"/>
          </p:cNvSpPr>
          <p:nvPr/>
        </p:nvSpPr>
        <p:spPr bwMode="auto">
          <a:xfrm>
            <a:off x="431334" y="3325536"/>
            <a:ext cx="685800"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64538" name="Rectangle 26">
            <a:extLst>
              <a:ext uri="{FF2B5EF4-FFF2-40B4-BE49-F238E27FC236}">
                <a16:creationId xmlns:a16="http://schemas.microsoft.com/office/drawing/2014/main" id="{C7439F04-A10E-481A-9753-769B8485E44A}"/>
              </a:ext>
            </a:extLst>
          </p:cNvPr>
          <p:cNvSpPr>
            <a:spLocks noChangeArrowheads="1"/>
          </p:cNvSpPr>
          <p:nvPr/>
        </p:nvSpPr>
        <p:spPr bwMode="auto">
          <a:xfrm>
            <a:off x="431334" y="2792136"/>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i="1">
                <a:ea typeface="宋体" panose="02010600030101010101" pitchFamily="2" charset="-122"/>
              </a:rPr>
              <a:t>top</a:t>
            </a:r>
          </a:p>
        </p:txBody>
      </p:sp>
      <p:sp>
        <p:nvSpPr>
          <p:cNvPr id="64539" name="Line 27">
            <a:extLst>
              <a:ext uri="{FF2B5EF4-FFF2-40B4-BE49-F238E27FC236}">
                <a16:creationId xmlns:a16="http://schemas.microsoft.com/office/drawing/2014/main" id="{965A6531-67E0-4438-BEAA-4616C74393AE}"/>
              </a:ext>
            </a:extLst>
          </p:cNvPr>
          <p:cNvSpPr>
            <a:spLocks noChangeShapeType="1"/>
          </p:cNvSpPr>
          <p:nvPr/>
        </p:nvSpPr>
        <p:spPr bwMode="auto">
          <a:xfrm flipV="1">
            <a:off x="583734" y="4087536"/>
            <a:ext cx="0" cy="121920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9900" name="Rectangle 28">
            <a:extLst>
              <a:ext uri="{FF2B5EF4-FFF2-40B4-BE49-F238E27FC236}">
                <a16:creationId xmlns:a16="http://schemas.microsoft.com/office/drawing/2014/main" id="{EC4D46B0-D68B-4376-B63A-749A0C7C17C9}"/>
              </a:ext>
            </a:extLst>
          </p:cNvPr>
          <p:cNvSpPr>
            <a:spLocks noChangeArrowheads="1"/>
          </p:cNvSpPr>
          <p:nvPr/>
        </p:nvSpPr>
        <p:spPr bwMode="auto">
          <a:xfrm>
            <a:off x="3631734" y="2565124"/>
            <a:ext cx="5105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zh-CN" altLang="en-US" sz="2800" b="0">
                <a:latin typeface="黑体" panose="02010609060101010101" pitchFamily="49" charset="-122"/>
              </a:rPr>
              <a:t>若产生式</a:t>
            </a:r>
            <a:r>
              <a:rPr lang="en-US" altLang="zh-CN" sz="2800" b="1" i="1">
                <a:ea typeface="宋体" panose="02010600030101010101" pitchFamily="2" charset="-122"/>
              </a:rPr>
              <a:t>A</a:t>
            </a:r>
            <a:r>
              <a:rPr lang="en-US" altLang="zh-CN" sz="2800" b="1" baseline="-30000">
                <a:ea typeface="宋体" panose="02010600030101010101" pitchFamily="2" charset="-122"/>
              </a:rPr>
              <a:t> </a:t>
            </a:r>
            <a:r>
              <a:rPr lang="en-US" altLang="zh-CN" sz="2800" b="1">
                <a:latin typeface="宋体" panose="02010600030101010101" pitchFamily="2" charset="-122"/>
                <a:ea typeface="宋体" panose="02010600030101010101" pitchFamily="2" charset="-122"/>
              </a:rPr>
              <a:t>→</a:t>
            </a:r>
            <a:r>
              <a:rPr lang="en-US" altLang="zh-CN" sz="2800" b="1" i="1">
                <a:ea typeface="宋体" panose="02010600030101010101" pitchFamily="2" charset="-122"/>
              </a:rPr>
              <a:t>XYZ</a:t>
            </a:r>
            <a:r>
              <a:rPr lang="zh-CN" altLang="en-US" sz="2800" b="0">
                <a:latin typeface="黑体" panose="02010609060101010101" pitchFamily="49" charset="-122"/>
              </a:rPr>
              <a:t>的语义规则是</a:t>
            </a:r>
          </a:p>
          <a:p>
            <a:pPr>
              <a:spcBef>
                <a:spcPct val="0"/>
              </a:spcBef>
              <a:buClrTx/>
              <a:buSzTx/>
              <a:buFontTx/>
              <a:buNone/>
            </a:pPr>
            <a:r>
              <a:rPr lang="en-US" altLang="zh-CN" sz="2800" b="1" i="1" err="1">
                <a:ea typeface="宋体" panose="02010600030101010101" pitchFamily="2" charset="-122"/>
              </a:rPr>
              <a:t>A</a:t>
            </a:r>
            <a:r>
              <a:rPr lang="en-US" altLang="zh-CN" sz="2800" b="1" err="1">
                <a:ea typeface="宋体" panose="02010600030101010101" pitchFamily="2" charset="-122"/>
              </a:rPr>
              <a:t>.</a:t>
            </a:r>
            <a:r>
              <a:rPr lang="en-US" altLang="zh-CN" sz="2800" b="1" i="1" err="1">
                <a:ea typeface="宋体" panose="02010600030101010101" pitchFamily="2" charset="-122"/>
              </a:rPr>
              <a:t>a</a:t>
            </a:r>
            <a:r>
              <a:rPr lang="en-US" altLang="zh-CN" sz="2800" b="1">
                <a:ea typeface="宋体" panose="02010600030101010101" pitchFamily="2" charset="-122"/>
              </a:rPr>
              <a:t> = </a:t>
            </a:r>
            <a:r>
              <a:rPr lang="en-US" altLang="zh-CN" sz="2800" b="1" i="1">
                <a:ea typeface="宋体" panose="02010600030101010101" pitchFamily="2" charset="-122"/>
              </a:rPr>
              <a:t>f </a:t>
            </a:r>
            <a:r>
              <a:rPr lang="en-US" altLang="zh-CN" sz="2800" b="1">
                <a:ea typeface="宋体" panose="02010600030101010101" pitchFamily="2" charset="-122"/>
              </a:rPr>
              <a:t>(</a:t>
            </a:r>
            <a:r>
              <a:rPr lang="en-US" altLang="zh-CN" sz="2800" b="1" i="1" err="1">
                <a:ea typeface="宋体" panose="02010600030101010101" pitchFamily="2" charset="-122"/>
              </a:rPr>
              <a:t>X</a:t>
            </a:r>
            <a:r>
              <a:rPr lang="en-US" altLang="zh-CN" sz="2800" b="1" err="1">
                <a:ea typeface="宋体" panose="02010600030101010101" pitchFamily="2" charset="-122"/>
              </a:rPr>
              <a:t>.</a:t>
            </a:r>
            <a:r>
              <a:rPr lang="en-US" altLang="zh-CN" sz="2800" b="1" i="1" err="1">
                <a:ea typeface="宋体" panose="02010600030101010101" pitchFamily="2" charset="-122"/>
              </a:rPr>
              <a:t>x</a:t>
            </a:r>
            <a:r>
              <a:rPr lang="en-US" altLang="zh-CN" sz="2800" b="1">
                <a:ea typeface="宋体" panose="02010600030101010101" pitchFamily="2" charset="-122"/>
              </a:rPr>
              <a:t>, </a:t>
            </a:r>
            <a:r>
              <a:rPr lang="en-US" altLang="zh-CN" sz="2800" b="1" i="1" err="1">
                <a:ea typeface="宋体" panose="02010600030101010101" pitchFamily="2" charset="-122"/>
              </a:rPr>
              <a:t>Y</a:t>
            </a:r>
            <a:r>
              <a:rPr lang="en-US" altLang="zh-CN" sz="2800" b="1" err="1">
                <a:ea typeface="宋体" panose="02010600030101010101" pitchFamily="2" charset="-122"/>
              </a:rPr>
              <a:t>.</a:t>
            </a:r>
            <a:r>
              <a:rPr lang="en-US" altLang="zh-CN" sz="2800" b="1" i="1" err="1">
                <a:ea typeface="宋体" panose="02010600030101010101" pitchFamily="2" charset="-122"/>
              </a:rPr>
              <a:t>y</a:t>
            </a:r>
            <a:r>
              <a:rPr lang="en-US" altLang="zh-CN" sz="2800" b="1">
                <a:ea typeface="宋体" panose="02010600030101010101" pitchFamily="2" charset="-122"/>
              </a:rPr>
              <a:t>, </a:t>
            </a:r>
            <a:r>
              <a:rPr lang="en-US" altLang="zh-CN" sz="2800" b="1" i="1" err="1">
                <a:ea typeface="宋体" panose="02010600030101010101" pitchFamily="2" charset="-122"/>
              </a:rPr>
              <a:t>Z</a:t>
            </a:r>
            <a:r>
              <a:rPr lang="en-US" altLang="zh-CN" sz="2800" b="1" err="1">
                <a:ea typeface="宋体" panose="02010600030101010101" pitchFamily="2" charset="-122"/>
              </a:rPr>
              <a:t>.</a:t>
            </a:r>
            <a:r>
              <a:rPr lang="en-US" altLang="zh-CN" sz="2800" b="1" i="1" err="1">
                <a:ea typeface="宋体" panose="02010600030101010101" pitchFamily="2" charset="-122"/>
              </a:rPr>
              <a:t>z</a:t>
            </a:r>
            <a:r>
              <a:rPr lang="en-US" altLang="zh-CN" sz="2800" b="1">
                <a:ea typeface="宋体" panose="02010600030101010101" pitchFamily="2" charset="-122"/>
              </a:rPr>
              <a:t>)</a:t>
            </a:r>
            <a:r>
              <a:rPr lang="zh-CN" altLang="en-US" sz="2800">
                <a:ea typeface="宋体" panose="02010600030101010101" pitchFamily="2" charset="-122"/>
              </a:rPr>
              <a:t>，</a:t>
            </a:r>
          </a:p>
          <a:p>
            <a:pPr>
              <a:spcBef>
                <a:spcPct val="0"/>
              </a:spcBef>
              <a:buClrTx/>
              <a:buSzTx/>
              <a:buFontTx/>
              <a:buNone/>
            </a:pPr>
            <a:r>
              <a:rPr lang="zh-CN" altLang="en-US" sz="2800" b="0"/>
              <a:t>那么归约后：</a:t>
            </a:r>
          </a:p>
        </p:txBody>
      </p:sp>
      <p:graphicFrame>
        <p:nvGraphicFramePr>
          <p:cNvPr id="719901" name="Group 29">
            <a:extLst>
              <a:ext uri="{FF2B5EF4-FFF2-40B4-BE49-F238E27FC236}">
                <a16:creationId xmlns:a16="http://schemas.microsoft.com/office/drawing/2014/main" id="{1B211A17-2AC8-4584-9DE1-5C6F1685DDA2}"/>
              </a:ext>
            </a:extLst>
          </p:cNvPr>
          <p:cNvGraphicFramePr>
            <a:graphicFrameLocks noGrp="1"/>
          </p:cNvGraphicFramePr>
          <p:nvPr/>
        </p:nvGraphicFramePr>
        <p:xfrm>
          <a:off x="5917734" y="4089124"/>
          <a:ext cx="1600200" cy="1674811"/>
        </p:xfrm>
        <a:graphic>
          <a:graphicData uri="http://schemas.openxmlformats.org/drawingml/2006/table">
            <a:tbl>
              <a:tblPr/>
              <a:tblGrid>
                <a:gridCol w="6858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547687">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3562">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A</a:t>
                      </a: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3562">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719915" name="Line 43">
            <a:extLst>
              <a:ext uri="{FF2B5EF4-FFF2-40B4-BE49-F238E27FC236}">
                <a16:creationId xmlns:a16="http://schemas.microsoft.com/office/drawing/2014/main" id="{F41119DD-0890-4E8E-9886-042405F3C048}"/>
              </a:ext>
            </a:extLst>
          </p:cNvPr>
          <p:cNvSpPr>
            <a:spLocks noChangeShapeType="1"/>
          </p:cNvSpPr>
          <p:nvPr/>
        </p:nvSpPr>
        <p:spPr bwMode="auto">
          <a:xfrm>
            <a:off x="5231934" y="4851124"/>
            <a:ext cx="685800"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719916" name="Rectangle 44">
            <a:extLst>
              <a:ext uri="{FF2B5EF4-FFF2-40B4-BE49-F238E27FC236}">
                <a16:creationId xmlns:a16="http://schemas.microsoft.com/office/drawing/2014/main" id="{0D49F7AE-B61A-4B37-8947-06D4923482F8}"/>
              </a:ext>
            </a:extLst>
          </p:cNvPr>
          <p:cNvSpPr>
            <a:spLocks noChangeArrowheads="1"/>
          </p:cNvSpPr>
          <p:nvPr/>
        </p:nvSpPr>
        <p:spPr bwMode="auto">
          <a:xfrm>
            <a:off x="5231934" y="4393924"/>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i="1">
                <a:ea typeface="宋体" panose="02010600030101010101" pitchFamily="2" charset="-122"/>
              </a:rPr>
              <a:t>top</a:t>
            </a:r>
          </a:p>
        </p:txBody>
      </p:sp>
      <p:sp>
        <p:nvSpPr>
          <p:cNvPr id="2" name="日期占位符 1">
            <a:extLst>
              <a:ext uri="{FF2B5EF4-FFF2-40B4-BE49-F238E27FC236}">
                <a16:creationId xmlns:a16="http://schemas.microsoft.com/office/drawing/2014/main" id="{BDAF20E6-B1A5-6850-8C14-5BA642379783}"/>
              </a:ext>
            </a:extLst>
          </p:cNvPr>
          <p:cNvSpPr>
            <a:spLocks noGrp="1"/>
          </p:cNvSpPr>
          <p:nvPr>
            <p:ph type="dt" sz="half" idx="10"/>
          </p:nvPr>
        </p:nvSpPr>
        <p:spPr/>
        <p:txBody>
          <a:bodyPr/>
          <a:lstStyle/>
          <a:p>
            <a:fld id="{5649C065-6823-4297-A80A-0B85978873E7}"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64D8C081-2D8E-FCB7-0369-730EF27AC360}"/>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1ABA52F7-0A7B-BA70-DF38-BD24600AA123}"/>
              </a:ext>
            </a:extLst>
          </p:cNvPr>
          <p:cNvSpPr>
            <a:spLocks noGrp="1"/>
          </p:cNvSpPr>
          <p:nvPr>
            <p:ph type="sldNum" sz="quarter" idx="12"/>
          </p:nvPr>
        </p:nvSpPr>
        <p:spPr/>
        <p:txBody>
          <a:bodyPr/>
          <a:lstStyle/>
          <a:p>
            <a:fld id="{094DEB03-EFC6-4C20-8FC8-295189A5386F}" type="slidenum">
              <a:rPr lang="zh-CN" altLang="en-US" smtClean="0"/>
              <a:pPr/>
              <a:t>25</a:t>
            </a:fld>
            <a:endParaRPr lang="zh-CN" altLang="en-US"/>
          </a:p>
        </p:txBody>
      </p:sp>
      <p:grpSp>
        <p:nvGrpSpPr>
          <p:cNvPr id="6" name="组合 5">
            <a:extLst>
              <a:ext uri="{FF2B5EF4-FFF2-40B4-BE49-F238E27FC236}">
                <a16:creationId xmlns:a16="http://schemas.microsoft.com/office/drawing/2014/main" id="{8533D463-F7C0-E24E-681D-667B9F1FF122}"/>
              </a:ext>
            </a:extLst>
          </p:cNvPr>
          <p:cNvGrpSpPr/>
          <p:nvPr/>
        </p:nvGrpSpPr>
        <p:grpSpPr>
          <a:xfrm>
            <a:off x="8297026" y="324885"/>
            <a:ext cx="726264" cy="849516"/>
            <a:chOff x="3886580" y="847497"/>
            <a:chExt cx="4416280" cy="5165754"/>
          </a:xfrm>
        </p:grpSpPr>
        <p:sp>
          <p:nvSpPr>
            <p:cNvPr id="8" name="任意多边形: 形状 7">
              <a:extLst>
                <a:ext uri="{FF2B5EF4-FFF2-40B4-BE49-F238E27FC236}">
                  <a16:creationId xmlns:a16="http://schemas.microsoft.com/office/drawing/2014/main" id="{D64F90E7-9258-DDA7-1895-E72164FD16B2}"/>
                </a:ext>
              </a:extLst>
            </p:cNvPr>
            <p:cNvSpPr/>
            <p:nvPr/>
          </p:nvSpPr>
          <p:spPr>
            <a:xfrm>
              <a:off x="3886580" y="1439608"/>
              <a:ext cx="4046882" cy="4573643"/>
            </a:xfrm>
            <a:custGeom>
              <a:avLst/>
              <a:gdLst>
                <a:gd name="connsiteX0" fmla="*/ 4037552 w 4046882"/>
                <a:gd name="connsiteY0" fmla="*/ 4388107 h 4573643"/>
                <a:gd name="connsiteX1" fmla="*/ -1048 w 4046882"/>
                <a:gd name="connsiteY1" fmla="*/ 4466592 h 4573643"/>
                <a:gd name="connsiteX2" fmla="*/ 362997 w 4046882"/>
                <a:gd name="connsiteY2" fmla="*/ -61 h 4573643"/>
                <a:gd name="connsiteX3" fmla="*/ 3770566 w 4046882"/>
                <a:gd name="connsiteY3" fmla="*/ 184629 h 4573643"/>
                <a:gd name="connsiteX4" fmla="*/ 4037552 w 4046882"/>
                <a:gd name="connsiteY4" fmla="*/ 4388107 h 457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6882" h="4573643">
                  <a:moveTo>
                    <a:pt x="4037552" y="4388107"/>
                  </a:moveTo>
                  <a:cubicBezTo>
                    <a:pt x="2836355" y="4647758"/>
                    <a:pt x="1278826" y="4596418"/>
                    <a:pt x="-1048" y="4466592"/>
                  </a:cubicBezTo>
                  <a:cubicBezTo>
                    <a:pt x="120205" y="2977711"/>
                    <a:pt x="241554" y="1488820"/>
                    <a:pt x="362997" y="-61"/>
                  </a:cubicBezTo>
                  <a:lnTo>
                    <a:pt x="3770566" y="184629"/>
                  </a:lnTo>
                  <a:cubicBezTo>
                    <a:pt x="3822287" y="1224378"/>
                    <a:pt x="4096607" y="3668874"/>
                    <a:pt x="4037552" y="4388107"/>
                  </a:cubicBezTo>
                  <a:close/>
                </a:path>
              </a:pathLst>
            </a:custGeom>
            <a:solidFill>
              <a:srgbClr val="CCCCCC"/>
            </a:solidFill>
            <a:ln w="9525" cap="flat">
              <a:noFill/>
              <a:prstDash val="solid"/>
              <a:miter/>
            </a:ln>
          </p:spPr>
          <p:txBody>
            <a:bodyPr rtlCol="0" anchor="ctr"/>
            <a:lstStyle/>
            <a:p>
              <a:endParaRPr lang="zh-CN" altLang="en-US"/>
            </a:p>
          </p:txBody>
        </p:sp>
        <p:sp>
          <p:nvSpPr>
            <p:cNvPr id="9" name="任意多边形: 形状 8">
              <a:extLst>
                <a:ext uri="{FF2B5EF4-FFF2-40B4-BE49-F238E27FC236}">
                  <a16:creationId xmlns:a16="http://schemas.microsoft.com/office/drawing/2014/main" id="{DA370187-65C5-7D86-295A-E6A43A8060AB}"/>
                </a:ext>
              </a:extLst>
            </p:cNvPr>
            <p:cNvSpPr/>
            <p:nvPr/>
          </p:nvSpPr>
          <p:spPr>
            <a:xfrm>
              <a:off x="4054888" y="1158049"/>
              <a:ext cx="4046982" cy="4573558"/>
            </a:xfrm>
            <a:custGeom>
              <a:avLst/>
              <a:gdLst>
                <a:gd name="connsiteX0" fmla="*/ 4037552 w 4046982"/>
                <a:gd name="connsiteY0" fmla="*/ 4388107 h 4573558"/>
                <a:gd name="connsiteX1" fmla="*/ -1048 w 4046982"/>
                <a:gd name="connsiteY1" fmla="*/ 4466497 h 4573558"/>
                <a:gd name="connsiteX2" fmla="*/ 363093 w 4046982"/>
                <a:gd name="connsiteY2" fmla="*/ -61 h 4573558"/>
                <a:gd name="connsiteX3" fmla="*/ 3770661 w 4046982"/>
                <a:gd name="connsiteY3" fmla="*/ 184533 h 4573558"/>
                <a:gd name="connsiteX4" fmla="*/ 4037552 w 4046982"/>
                <a:gd name="connsiteY4" fmla="*/ 4388107 h 4573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6982" h="4573558">
                  <a:moveTo>
                    <a:pt x="4037552" y="4388107"/>
                  </a:moveTo>
                  <a:cubicBezTo>
                    <a:pt x="2836355" y="4647663"/>
                    <a:pt x="1278826" y="4596323"/>
                    <a:pt x="-1048" y="4466497"/>
                  </a:cubicBezTo>
                  <a:cubicBezTo>
                    <a:pt x="120300" y="2977673"/>
                    <a:pt x="241649" y="1488820"/>
                    <a:pt x="363093" y="-61"/>
                  </a:cubicBezTo>
                  <a:lnTo>
                    <a:pt x="3770661" y="184533"/>
                  </a:lnTo>
                  <a:cubicBezTo>
                    <a:pt x="3822668" y="1224663"/>
                    <a:pt x="4096988" y="3669540"/>
                    <a:pt x="4037552" y="4388107"/>
                  </a:cubicBezTo>
                  <a:close/>
                </a:path>
              </a:pathLst>
            </a:custGeom>
            <a:solidFill>
              <a:srgbClr val="FEEDE6"/>
            </a:solidFill>
            <a:ln w="9525" cap="flat">
              <a:noFill/>
              <a:prstDash val="solid"/>
              <a:miter/>
            </a:ln>
          </p:spPr>
          <p:txBody>
            <a:bodyPr rtlCol="0" anchor="ctr"/>
            <a:lstStyle/>
            <a:p>
              <a:endParaRPr lang="zh-CN" altLang="en-US"/>
            </a:p>
          </p:txBody>
        </p:sp>
        <p:sp>
          <p:nvSpPr>
            <p:cNvPr id="10" name="任意多边形: 形状 9">
              <a:extLst>
                <a:ext uri="{FF2B5EF4-FFF2-40B4-BE49-F238E27FC236}">
                  <a16:creationId xmlns:a16="http://schemas.microsoft.com/office/drawing/2014/main" id="{B92F60E0-C484-8F71-4EEB-ADF7731D2DBD}"/>
                </a:ext>
              </a:extLst>
            </p:cNvPr>
            <p:cNvSpPr/>
            <p:nvPr/>
          </p:nvSpPr>
          <p:spPr>
            <a:xfrm>
              <a:off x="4031375" y="1134474"/>
              <a:ext cx="4093714" cy="4620816"/>
            </a:xfrm>
            <a:custGeom>
              <a:avLst/>
              <a:gdLst>
                <a:gd name="connsiteX0" fmla="*/ 1998330 w 4093714"/>
                <a:gd name="connsiteY0" fmla="*/ 4620755 h 4620816"/>
                <a:gd name="connsiteX1" fmla="*/ 20083 w 4093714"/>
                <a:gd name="connsiteY1" fmla="*/ 4513504 h 4620816"/>
                <a:gd name="connsiteX2" fmla="*/ -968 w 4093714"/>
                <a:gd name="connsiteY2" fmla="*/ 4488167 h 4620816"/>
                <a:gd name="connsiteX3" fmla="*/ 363173 w 4093714"/>
                <a:gd name="connsiteY3" fmla="*/ 21609 h 4620816"/>
                <a:gd name="connsiteX4" fmla="*/ 387843 w 4093714"/>
                <a:gd name="connsiteY4" fmla="*/ -13 h 4620816"/>
                <a:gd name="connsiteX5" fmla="*/ 3795412 w 4093714"/>
                <a:gd name="connsiteY5" fmla="*/ 184582 h 4620816"/>
                <a:gd name="connsiteX6" fmla="*/ 3817700 w 4093714"/>
                <a:gd name="connsiteY6" fmla="*/ 206965 h 4620816"/>
                <a:gd name="connsiteX7" fmla="*/ 3932000 w 4093714"/>
                <a:gd name="connsiteY7" fmla="*/ 1703248 h 4620816"/>
                <a:gd name="connsiteX8" fmla="*/ 4084400 w 4093714"/>
                <a:gd name="connsiteY8" fmla="*/ 4413587 h 4620816"/>
                <a:gd name="connsiteX9" fmla="*/ 4065922 w 4093714"/>
                <a:gd name="connsiteY9" fmla="*/ 4434636 h 4620816"/>
                <a:gd name="connsiteX10" fmla="*/ 1998330 w 4093714"/>
                <a:gd name="connsiteY10" fmla="*/ 4620755 h 4620816"/>
                <a:gd name="connsiteX11" fmla="*/ 47800 w 4093714"/>
                <a:gd name="connsiteY11" fmla="*/ 4468927 h 4620816"/>
                <a:gd name="connsiteX12" fmla="*/ 4038775 w 4093714"/>
                <a:gd name="connsiteY12" fmla="*/ 4392727 h 4620816"/>
                <a:gd name="connsiteX13" fmla="*/ 3884947 w 4093714"/>
                <a:gd name="connsiteY13" fmla="*/ 1707629 h 4620816"/>
                <a:gd name="connsiteX14" fmla="*/ 3771504 w 4093714"/>
                <a:gd name="connsiteY14" fmla="*/ 231254 h 4620816"/>
                <a:gd name="connsiteX15" fmla="*/ 408227 w 4093714"/>
                <a:gd name="connsiteY15" fmla="*/ 48184 h 4620816"/>
                <a:gd name="connsiteX16" fmla="*/ 4061065 w 4093714"/>
                <a:gd name="connsiteY16" fmla="*/ 4411777 h 4620816"/>
                <a:gd name="connsiteX17" fmla="*/ 4061065 w 4093714"/>
                <a:gd name="connsiteY17" fmla="*/ 4411777 h 4620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093714" h="4620816">
                  <a:moveTo>
                    <a:pt x="1998330" y="4620755"/>
                  </a:moveTo>
                  <a:cubicBezTo>
                    <a:pt x="1287289" y="4620755"/>
                    <a:pt x="592726" y="4571606"/>
                    <a:pt x="20083" y="4513504"/>
                  </a:cubicBezTo>
                  <a:cubicBezTo>
                    <a:pt x="7319" y="4512199"/>
                    <a:pt x="-2015" y="4500931"/>
                    <a:pt x="-968" y="4488167"/>
                  </a:cubicBezTo>
                  <a:lnTo>
                    <a:pt x="363173" y="21609"/>
                  </a:lnTo>
                  <a:cubicBezTo>
                    <a:pt x="364031" y="8838"/>
                    <a:pt x="375079" y="-829"/>
                    <a:pt x="387843" y="-13"/>
                  </a:cubicBezTo>
                  <a:lnTo>
                    <a:pt x="3795412" y="184582"/>
                  </a:lnTo>
                  <a:cubicBezTo>
                    <a:pt x="3807414" y="185286"/>
                    <a:pt x="3817034" y="194926"/>
                    <a:pt x="3817700" y="206965"/>
                  </a:cubicBezTo>
                  <a:cubicBezTo>
                    <a:pt x="3836084" y="575488"/>
                    <a:pt x="3882756" y="1123270"/>
                    <a:pt x="3932000" y="1703248"/>
                  </a:cubicBezTo>
                  <a:cubicBezTo>
                    <a:pt x="4021536" y="2755284"/>
                    <a:pt x="4122500" y="3947719"/>
                    <a:pt x="4084400" y="4413587"/>
                  </a:cubicBezTo>
                  <a:cubicBezTo>
                    <a:pt x="4083544" y="4423902"/>
                    <a:pt x="4076018" y="4432446"/>
                    <a:pt x="4065922" y="4434636"/>
                  </a:cubicBezTo>
                  <a:cubicBezTo>
                    <a:pt x="3430509" y="4571987"/>
                    <a:pt x="2706323" y="4620755"/>
                    <a:pt x="1998330" y="4620755"/>
                  </a:cubicBezTo>
                  <a:close/>
                  <a:moveTo>
                    <a:pt x="47800" y="4468927"/>
                  </a:moveTo>
                  <a:cubicBezTo>
                    <a:pt x="1180704" y="4583227"/>
                    <a:pt x="2782238" y="4659998"/>
                    <a:pt x="4038775" y="4392727"/>
                  </a:cubicBezTo>
                  <a:cubicBezTo>
                    <a:pt x="4073160" y="3918858"/>
                    <a:pt x="3973243" y="2744902"/>
                    <a:pt x="3884947" y="1707629"/>
                  </a:cubicBezTo>
                  <a:cubicBezTo>
                    <a:pt x="3836560" y="1138225"/>
                    <a:pt x="3790745" y="599776"/>
                    <a:pt x="3771504" y="231254"/>
                  </a:cubicBezTo>
                  <a:lnTo>
                    <a:pt x="408227" y="48184"/>
                  </a:lnTo>
                  <a:close/>
                  <a:moveTo>
                    <a:pt x="4061065" y="4411777"/>
                  </a:moveTo>
                  <a:lnTo>
                    <a:pt x="4061065" y="4411777"/>
                  </a:lnTo>
                  <a:close/>
                </a:path>
              </a:pathLst>
            </a:custGeom>
            <a:solidFill>
              <a:srgbClr val="454E5F"/>
            </a:solidFill>
            <a:ln w="9525" cap="flat">
              <a:noFill/>
              <a:prstDash val="solid"/>
              <a:miter/>
            </a:ln>
          </p:spPr>
          <p:txBody>
            <a:bodyPr rtlCol="0" anchor="ctr"/>
            <a:lstStyle/>
            <a:p>
              <a:endParaRPr lang="zh-CN" altLang="en-US"/>
            </a:p>
          </p:txBody>
        </p:sp>
        <p:sp>
          <p:nvSpPr>
            <p:cNvPr id="11" name="任意多边形: 形状 10">
              <a:extLst>
                <a:ext uri="{FF2B5EF4-FFF2-40B4-BE49-F238E27FC236}">
                  <a16:creationId xmlns:a16="http://schemas.microsoft.com/office/drawing/2014/main" id="{76DBA314-2D1A-73BA-6D44-3EDBFE4443D0}"/>
                </a:ext>
              </a:extLst>
            </p:cNvPr>
            <p:cNvSpPr/>
            <p:nvPr/>
          </p:nvSpPr>
          <p:spPr>
            <a:xfrm>
              <a:off x="4246340" y="1138332"/>
              <a:ext cx="4033378" cy="4474152"/>
            </a:xfrm>
            <a:custGeom>
              <a:avLst/>
              <a:gdLst>
                <a:gd name="connsiteX0" fmla="*/ 4030694 w 4033378"/>
                <a:gd name="connsiteY0" fmla="*/ 4188939 h 4474152"/>
                <a:gd name="connsiteX1" fmla="*/ -1048 w 4033378"/>
                <a:gd name="connsiteY1" fmla="*/ 4436589 h 4474152"/>
                <a:gd name="connsiteX2" fmla="*/ 176308 w 4033378"/>
                <a:gd name="connsiteY2" fmla="*/ -61 h 4474152"/>
                <a:gd name="connsiteX3" fmla="*/ 3588544 w 4033378"/>
                <a:gd name="connsiteY3" fmla="*/ 39468 h 4474152"/>
                <a:gd name="connsiteX4" fmla="*/ 4030694 w 4033378"/>
                <a:gd name="connsiteY4" fmla="*/ 4188939 h 4474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3378" h="4474152">
                  <a:moveTo>
                    <a:pt x="4030694" y="4188939"/>
                  </a:moveTo>
                  <a:cubicBezTo>
                    <a:pt x="2841308" y="4496406"/>
                    <a:pt x="1283112" y="4511075"/>
                    <a:pt x="-1048" y="4436589"/>
                  </a:cubicBezTo>
                  <a:cubicBezTo>
                    <a:pt x="58102" y="2957737"/>
                    <a:pt x="117252" y="1478857"/>
                    <a:pt x="176308" y="-61"/>
                  </a:cubicBezTo>
                  <a:lnTo>
                    <a:pt x="3588544" y="39468"/>
                  </a:lnTo>
                  <a:cubicBezTo>
                    <a:pt x="3683984" y="1066548"/>
                    <a:pt x="4060126" y="3474754"/>
                    <a:pt x="4030694" y="4188939"/>
                  </a:cubicBezTo>
                  <a:close/>
                </a:path>
              </a:pathLst>
            </a:custGeom>
            <a:solidFill>
              <a:srgbClr val="F9DE8D"/>
            </a:solidFill>
            <a:ln w="9525" cap="flat">
              <a:noFill/>
              <a:prstDash val="solid"/>
              <a:miter/>
            </a:ln>
          </p:spPr>
          <p:txBody>
            <a:bodyPr rtlCol="0" anchor="ctr"/>
            <a:lstStyle/>
            <a:p>
              <a:endParaRPr lang="zh-CN" altLang="en-US"/>
            </a:p>
          </p:txBody>
        </p:sp>
        <p:sp>
          <p:nvSpPr>
            <p:cNvPr id="12" name="任意多边形: 形状 11">
              <a:extLst>
                <a:ext uri="{FF2B5EF4-FFF2-40B4-BE49-F238E27FC236}">
                  <a16:creationId xmlns:a16="http://schemas.microsoft.com/office/drawing/2014/main" id="{1BD5F401-589F-141F-139E-BA2A314751B5}"/>
                </a:ext>
              </a:extLst>
            </p:cNvPr>
            <p:cNvSpPr/>
            <p:nvPr/>
          </p:nvSpPr>
          <p:spPr>
            <a:xfrm>
              <a:off x="4222892" y="1114329"/>
              <a:ext cx="4079968" cy="4521612"/>
            </a:xfrm>
            <a:custGeom>
              <a:avLst/>
              <a:gdLst>
                <a:gd name="connsiteX0" fmla="*/ 1275319 w 4079968"/>
                <a:gd name="connsiteY0" fmla="*/ 4521552 h 4521612"/>
                <a:gd name="connsiteX1" fmla="*/ 21066 w 4079968"/>
                <a:gd name="connsiteY1" fmla="*/ 4483452 h 4521612"/>
                <a:gd name="connsiteX2" fmla="*/ -1031 w 4079968"/>
                <a:gd name="connsiteY2" fmla="*/ 4459068 h 4521612"/>
                <a:gd name="connsiteX3" fmla="*/ 176324 w 4079968"/>
                <a:gd name="connsiteY3" fmla="*/ 22418 h 4521612"/>
                <a:gd name="connsiteX4" fmla="*/ 199755 w 4079968"/>
                <a:gd name="connsiteY4" fmla="*/ -61 h 4521612"/>
                <a:gd name="connsiteX5" fmla="*/ 199755 w 4079968"/>
                <a:gd name="connsiteY5" fmla="*/ -61 h 4521612"/>
                <a:gd name="connsiteX6" fmla="*/ 3611991 w 4079968"/>
                <a:gd name="connsiteY6" fmla="*/ 39468 h 4521612"/>
                <a:gd name="connsiteX7" fmla="*/ 3635042 w 4079968"/>
                <a:gd name="connsiteY7" fmla="*/ 60708 h 4521612"/>
                <a:gd name="connsiteX8" fmla="*/ 3811826 w 4079968"/>
                <a:gd name="connsiteY8" fmla="*/ 1537083 h 4521612"/>
                <a:gd name="connsiteX9" fmla="*/ 4077287 w 4079968"/>
                <a:gd name="connsiteY9" fmla="*/ 4213609 h 4521612"/>
                <a:gd name="connsiteX10" fmla="*/ 4059666 w 4079968"/>
                <a:gd name="connsiteY10" fmla="*/ 4235326 h 4521612"/>
                <a:gd name="connsiteX11" fmla="*/ 1275319 w 4079968"/>
                <a:gd name="connsiteY11" fmla="*/ 4521552 h 4521612"/>
                <a:gd name="connsiteX12" fmla="*/ 46594 w 4079968"/>
                <a:gd name="connsiteY12" fmla="*/ 4438208 h 4521612"/>
                <a:gd name="connsiteX13" fmla="*/ 4031187 w 4079968"/>
                <a:gd name="connsiteY13" fmla="*/ 4194559 h 4521612"/>
                <a:gd name="connsiteX14" fmla="*/ 3765439 w 4079968"/>
                <a:gd name="connsiteY14" fmla="*/ 1543370 h 4521612"/>
                <a:gd name="connsiteX15" fmla="*/ 3590465 w 4079968"/>
                <a:gd name="connsiteY15" fmla="*/ 86045 h 4521612"/>
                <a:gd name="connsiteX16" fmla="*/ 222139 w 4079968"/>
                <a:gd name="connsiteY16" fmla="*/ 47088 h 4521612"/>
                <a:gd name="connsiteX17" fmla="*/ 4053952 w 4079968"/>
                <a:gd name="connsiteY17" fmla="*/ 4212942 h 4521612"/>
                <a:gd name="connsiteX18" fmla="*/ 4053952 w 4079968"/>
                <a:gd name="connsiteY18" fmla="*/ 4212942 h 452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079968" h="4521612">
                  <a:moveTo>
                    <a:pt x="1275319" y="4521552"/>
                  </a:moveTo>
                  <a:cubicBezTo>
                    <a:pt x="825167" y="4521552"/>
                    <a:pt x="397113" y="4505645"/>
                    <a:pt x="21066" y="4483452"/>
                  </a:cubicBezTo>
                  <a:cubicBezTo>
                    <a:pt x="8303" y="4482680"/>
                    <a:pt x="-1508" y="4471851"/>
                    <a:pt x="-1031" y="4459068"/>
                  </a:cubicBezTo>
                  <a:lnTo>
                    <a:pt x="176324" y="22418"/>
                  </a:lnTo>
                  <a:cubicBezTo>
                    <a:pt x="176800" y="9851"/>
                    <a:pt x="187182" y="-72"/>
                    <a:pt x="199755" y="-61"/>
                  </a:cubicBezTo>
                  <a:lnTo>
                    <a:pt x="199755" y="-61"/>
                  </a:lnTo>
                  <a:lnTo>
                    <a:pt x="3611991" y="39468"/>
                  </a:lnTo>
                  <a:cubicBezTo>
                    <a:pt x="3623993" y="39566"/>
                    <a:pt x="3633993" y="48754"/>
                    <a:pt x="3635042" y="60708"/>
                  </a:cubicBezTo>
                  <a:cubicBezTo>
                    <a:pt x="3668855" y="424754"/>
                    <a:pt x="3738293" y="965107"/>
                    <a:pt x="3811826" y="1537083"/>
                  </a:cubicBezTo>
                  <a:cubicBezTo>
                    <a:pt x="3945176" y="2574737"/>
                    <a:pt x="4096337" y="3750789"/>
                    <a:pt x="4077287" y="4213609"/>
                  </a:cubicBezTo>
                  <a:cubicBezTo>
                    <a:pt x="4076812" y="4223934"/>
                    <a:pt x="4069668" y="4232744"/>
                    <a:pt x="4059666" y="4235326"/>
                  </a:cubicBezTo>
                  <a:cubicBezTo>
                    <a:pt x="3212512" y="4454687"/>
                    <a:pt x="2197719" y="4521552"/>
                    <a:pt x="1275319" y="4521552"/>
                  </a:cubicBezTo>
                  <a:close/>
                  <a:moveTo>
                    <a:pt x="46594" y="4438208"/>
                  </a:moveTo>
                  <a:cubicBezTo>
                    <a:pt x="1183212" y="4503359"/>
                    <a:pt x="2786554" y="4512503"/>
                    <a:pt x="4031187" y="4194559"/>
                  </a:cubicBezTo>
                  <a:cubicBezTo>
                    <a:pt x="4045665" y="3724024"/>
                    <a:pt x="3896884" y="2566355"/>
                    <a:pt x="3765439" y="1543370"/>
                  </a:cubicBezTo>
                  <a:cubicBezTo>
                    <a:pt x="3693240" y="981395"/>
                    <a:pt x="3625041" y="450757"/>
                    <a:pt x="3590465" y="86045"/>
                  </a:cubicBezTo>
                  <a:lnTo>
                    <a:pt x="222139" y="47088"/>
                  </a:lnTo>
                  <a:close/>
                  <a:moveTo>
                    <a:pt x="4053952" y="4212942"/>
                  </a:moveTo>
                  <a:lnTo>
                    <a:pt x="4053952" y="4212942"/>
                  </a:lnTo>
                  <a:close/>
                </a:path>
              </a:pathLst>
            </a:custGeom>
            <a:solidFill>
              <a:srgbClr val="454E5F"/>
            </a:solidFill>
            <a:ln w="9525" cap="flat">
              <a:noFill/>
              <a:prstDash val="solid"/>
              <a:miter/>
            </a:ln>
          </p:spPr>
          <p:txBody>
            <a:bodyPr rtlCol="0" anchor="ctr"/>
            <a:lstStyle/>
            <a:p>
              <a:endParaRPr lang="zh-CN" altLang="en-US"/>
            </a:p>
          </p:txBody>
        </p:sp>
        <p:sp>
          <p:nvSpPr>
            <p:cNvPr id="13" name="任意多边形: 形状 12">
              <a:extLst>
                <a:ext uri="{FF2B5EF4-FFF2-40B4-BE49-F238E27FC236}">
                  <a16:creationId xmlns:a16="http://schemas.microsoft.com/office/drawing/2014/main" id="{E3B37FD3-4035-9915-5993-44E23B21E2C5}"/>
                </a:ext>
              </a:extLst>
            </p:cNvPr>
            <p:cNvSpPr/>
            <p:nvPr/>
          </p:nvSpPr>
          <p:spPr>
            <a:xfrm>
              <a:off x="4367878" y="1021600"/>
              <a:ext cx="3884107" cy="4498518"/>
            </a:xfrm>
            <a:custGeom>
              <a:avLst/>
              <a:gdLst>
                <a:gd name="connsiteX0" fmla="*/ 3878580 w 3884107"/>
                <a:gd name="connsiteY0" fmla="*/ 3461565 h 4498518"/>
                <a:gd name="connsiteX1" fmla="*/ 3871056 w 3884107"/>
                <a:gd name="connsiteY1" fmla="*/ 3856186 h 4498518"/>
                <a:gd name="connsiteX2" fmla="*/ 3850291 w 3884107"/>
                <a:gd name="connsiteY2" fmla="*/ 3870569 h 4498518"/>
                <a:gd name="connsiteX3" fmla="*/ 3833146 w 3884107"/>
                <a:gd name="connsiteY3" fmla="*/ 3882380 h 4498518"/>
                <a:gd name="connsiteX4" fmla="*/ 3148584 w 3884107"/>
                <a:gd name="connsiteY4" fmla="*/ 4320530 h 4498518"/>
                <a:gd name="connsiteX5" fmla="*/ 3039619 w 3884107"/>
                <a:gd name="connsiteY5" fmla="*/ 4385872 h 4498518"/>
                <a:gd name="connsiteX6" fmla="*/ 2977420 w 3884107"/>
                <a:gd name="connsiteY6" fmla="*/ 4422638 h 4498518"/>
                <a:gd name="connsiteX7" fmla="*/ 2914937 w 3884107"/>
                <a:gd name="connsiteY7" fmla="*/ 4459119 h 4498518"/>
                <a:gd name="connsiteX8" fmla="*/ 2852452 w 3884107"/>
                <a:gd name="connsiteY8" fmla="*/ 4495409 h 4498518"/>
                <a:gd name="connsiteX9" fmla="*/ 2847404 w 3884107"/>
                <a:gd name="connsiteY9" fmla="*/ 4498457 h 4498518"/>
                <a:gd name="connsiteX10" fmla="*/ 2233137 w 3884107"/>
                <a:gd name="connsiteY10" fmla="*/ 4485217 h 4498518"/>
                <a:gd name="connsiteX11" fmla="*/ 6572 w 3884107"/>
                <a:gd name="connsiteY11" fmla="*/ 4431306 h 4498518"/>
                <a:gd name="connsiteX12" fmla="*/ 75153 w 3884107"/>
                <a:gd name="connsiteY12" fmla="*/ 114861 h 4498518"/>
                <a:gd name="connsiteX13" fmla="*/ 3768663 w 3884107"/>
                <a:gd name="connsiteY13" fmla="*/ 32375 h 4498518"/>
                <a:gd name="connsiteX14" fmla="*/ 3878580 w 3884107"/>
                <a:gd name="connsiteY14" fmla="*/ 3461565 h 4498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84107" h="4498518">
                  <a:moveTo>
                    <a:pt x="3878580" y="3461565"/>
                  </a:moveTo>
                  <a:cubicBezTo>
                    <a:pt x="3876676" y="3593391"/>
                    <a:pt x="3874199" y="3724932"/>
                    <a:pt x="3871056" y="3856186"/>
                  </a:cubicBezTo>
                  <a:lnTo>
                    <a:pt x="3850291" y="3870569"/>
                  </a:lnTo>
                  <a:cubicBezTo>
                    <a:pt x="3844577" y="3874570"/>
                    <a:pt x="3838862" y="3878570"/>
                    <a:pt x="3833146" y="3882380"/>
                  </a:cubicBezTo>
                  <a:cubicBezTo>
                    <a:pt x="3608928" y="4034780"/>
                    <a:pt x="3380708" y="4180827"/>
                    <a:pt x="3148584" y="4320530"/>
                  </a:cubicBezTo>
                  <a:cubicBezTo>
                    <a:pt x="3112295" y="4342438"/>
                    <a:pt x="3076004" y="4364221"/>
                    <a:pt x="3039619" y="4385872"/>
                  </a:cubicBezTo>
                  <a:cubicBezTo>
                    <a:pt x="3018854" y="4398254"/>
                    <a:pt x="2998185" y="4410446"/>
                    <a:pt x="2977420" y="4422638"/>
                  </a:cubicBezTo>
                  <a:lnTo>
                    <a:pt x="2914937" y="4459119"/>
                  </a:lnTo>
                  <a:cubicBezTo>
                    <a:pt x="2894172" y="4471311"/>
                    <a:pt x="2873313" y="4483408"/>
                    <a:pt x="2852452" y="4495409"/>
                  </a:cubicBezTo>
                  <a:lnTo>
                    <a:pt x="2847404" y="4498457"/>
                  </a:lnTo>
                  <a:cubicBezTo>
                    <a:pt x="2642521" y="4495409"/>
                    <a:pt x="2437829" y="4490999"/>
                    <a:pt x="2233137" y="4485217"/>
                  </a:cubicBezTo>
                  <a:cubicBezTo>
                    <a:pt x="1491139" y="4465024"/>
                    <a:pt x="749809" y="4433877"/>
                    <a:pt x="6572" y="4431306"/>
                  </a:cubicBezTo>
                  <a:cubicBezTo>
                    <a:pt x="-14573" y="2992078"/>
                    <a:pt x="8287" y="1553260"/>
                    <a:pt x="75153" y="114861"/>
                  </a:cubicBezTo>
                  <a:cubicBezTo>
                    <a:pt x="1314260" y="-15060"/>
                    <a:pt x="2524031" y="-22870"/>
                    <a:pt x="3768663" y="32375"/>
                  </a:cubicBezTo>
                  <a:cubicBezTo>
                    <a:pt x="3866865" y="1159849"/>
                    <a:pt x="3895249" y="2321328"/>
                    <a:pt x="3878580" y="3461565"/>
                  </a:cubicBezTo>
                  <a:close/>
                </a:path>
              </a:pathLst>
            </a:custGeom>
            <a:solidFill>
              <a:srgbClr val="FFFFFF"/>
            </a:solidFill>
            <a:ln w="9525" cap="flat">
              <a:noFill/>
              <a:prstDash val="solid"/>
              <a:miter/>
            </a:ln>
          </p:spPr>
          <p:txBody>
            <a:bodyPr rtlCol="0" anchor="ctr"/>
            <a:lstStyle/>
            <a:p>
              <a:endParaRPr lang="zh-CN" altLang="en-US"/>
            </a:p>
          </p:txBody>
        </p:sp>
        <p:sp>
          <p:nvSpPr>
            <p:cNvPr id="14" name="任意多边形: 形状 13">
              <a:extLst>
                <a:ext uri="{FF2B5EF4-FFF2-40B4-BE49-F238E27FC236}">
                  <a16:creationId xmlns:a16="http://schemas.microsoft.com/office/drawing/2014/main" id="{5DB6B0ED-A2C1-3EF3-6060-8BD0ED9A9289}"/>
                </a:ext>
              </a:extLst>
            </p:cNvPr>
            <p:cNvSpPr/>
            <p:nvPr/>
          </p:nvSpPr>
          <p:spPr>
            <a:xfrm>
              <a:off x="7221378" y="4762500"/>
              <a:ext cx="997839" cy="754570"/>
            </a:xfrm>
            <a:custGeom>
              <a:avLst/>
              <a:gdLst>
                <a:gd name="connsiteX0" fmla="*/ 996791 w 997839"/>
                <a:gd name="connsiteY0" fmla="*/ 129669 h 754570"/>
                <a:gd name="connsiteX1" fmla="*/ 979646 w 997839"/>
                <a:gd name="connsiteY1" fmla="*/ 141480 h 754570"/>
                <a:gd name="connsiteX2" fmla="*/ 295084 w 997839"/>
                <a:gd name="connsiteY2" fmla="*/ 579631 h 754570"/>
                <a:gd name="connsiteX3" fmla="*/ 186119 w 997839"/>
                <a:gd name="connsiteY3" fmla="*/ 644972 h 754570"/>
                <a:gd name="connsiteX4" fmla="*/ 123920 w 997839"/>
                <a:gd name="connsiteY4" fmla="*/ 681738 h 754570"/>
                <a:gd name="connsiteX5" fmla="*/ 61437 w 997839"/>
                <a:gd name="connsiteY5" fmla="*/ 718219 h 754570"/>
                <a:gd name="connsiteX6" fmla="*/ -1048 w 997839"/>
                <a:gd name="connsiteY6" fmla="*/ 754509 h 754570"/>
                <a:gd name="connsiteX7" fmla="*/ 205835 w 997839"/>
                <a:gd name="connsiteY7" fmla="*/ 125002 h 754570"/>
                <a:gd name="connsiteX8" fmla="*/ 242887 w 997839"/>
                <a:gd name="connsiteY8" fmla="*/ -61 h 754570"/>
                <a:gd name="connsiteX9" fmla="*/ 330041 w 997839"/>
                <a:gd name="connsiteY9" fmla="*/ 10988 h 754570"/>
                <a:gd name="connsiteX10" fmla="*/ 336614 w 997839"/>
                <a:gd name="connsiteY10" fmla="*/ 11845 h 754570"/>
                <a:gd name="connsiteX11" fmla="*/ 339948 w 997839"/>
                <a:gd name="connsiteY11" fmla="*/ 12512 h 754570"/>
                <a:gd name="connsiteX12" fmla="*/ 382238 w 997839"/>
                <a:gd name="connsiteY12" fmla="*/ 20513 h 754570"/>
                <a:gd name="connsiteX13" fmla="*/ 433196 w 997839"/>
                <a:gd name="connsiteY13" fmla="*/ 31467 h 754570"/>
                <a:gd name="connsiteX14" fmla="*/ 717423 w 997839"/>
                <a:gd name="connsiteY14" fmla="*/ 87569 h 754570"/>
                <a:gd name="connsiteX15" fmla="*/ 996791 w 997839"/>
                <a:gd name="connsiteY15" fmla="*/ 129669 h 754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97839" h="754570">
                  <a:moveTo>
                    <a:pt x="996791" y="129669"/>
                  </a:moveTo>
                  <a:cubicBezTo>
                    <a:pt x="991076" y="133670"/>
                    <a:pt x="985362" y="137670"/>
                    <a:pt x="979646" y="141480"/>
                  </a:cubicBezTo>
                  <a:cubicBezTo>
                    <a:pt x="755428" y="293880"/>
                    <a:pt x="527208" y="439927"/>
                    <a:pt x="295084" y="579631"/>
                  </a:cubicBezTo>
                  <a:cubicBezTo>
                    <a:pt x="258794" y="601538"/>
                    <a:pt x="222504" y="623321"/>
                    <a:pt x="186119" y="644972"/>
                  </a:cubicBezTo>
                  <a:cubicBezTo>
                    <a:pt x="165354" y="657354"/>
                    <a:pt x="144685" y="669547"/>
                    <a:pt x="123920" y="681738"/>
                  </a:cubicBezTo>
                  <a:lnTo>
                    <a:pt x="61437" y="718219"/>
                  </a:lnTo>
                  <a:cubicBezTo>
                    <a:pt x="40672" y="730411"/>
                    <a:pt x="19812" y="742508"/>
                    <a:pt x="-1048" y="754509"/>
                  </a:cubicBezTo>
                  <a:cubicBezTo>
                    <a:pt x="73438" y="546674"/>
                    <a:pt x="142399" y="336838"/>
                    <a:pt x="205835" y="125002"/>
                  </a:cubicBezTo>
                  <a:cubicBezTo>
                    <a:pt x="218504" y="83349"/>
                    <a:pt x="230886" y="41658"/>
                    <a:pt x="242887" y="-61"/>
                  </a:cubicBezTo>
                  <a:cubicBezTo>
                    <a:pt x="271462" y="4416"/>
                    <a:pt x="300989" y="7368"/>
                    <a:pt x="330041" y="10988"/>
                  </a:cubicBezTo>
                  <a:lnTo>
                    <a:pt x="336614" y="11845"/>
                  </a:lnTo>
                  <a:lnTo>
                    <a:pt x="339948" y="12512"/>
                  </a:lnTo>
                  <a:cubicBezTo>
                    <a:pt x="353854" y="15560"/>
                    <a:pt x="368523" y="17465"/>
                    <a:pt x="382238" y="20513"/>
                  </a:cubicBezTo>
                  <a:lnTo>
                    <a:pt x="433196" y="31467"/>
                  </a:lnTo>
                  <a:cubicBezTo>
                    <a:pt x="527590" y="51850"/>
                    <a:pt x="621983" y="71662"/>
                    <a:pt x="717423" y="87569"/>
                  </a:cubicBezTo>
                  <a:cubicBezTo>
                    <a:pt x="810292" y="103190"/>
                    <a:pt x="903352" y="117001"/>
                    <a:pt x="996791" y="129669"/>
                  </a:cubicBezTo>
                  <a:close/>
                </a:path>
              </a:pathLst>
            </a:custGeom>
            <a:solidFill>
              <a:srgbClr val="CCCCCC"/>
            </a:solidFill>
            <a:ln w="9525" cap="flat">
              <a:noFill/>
              <a:prstDash val="solid"/>
              <a:miter/>
            </a:ln>
          </p:spPr>
          <p:txBody>
            <a:bodyPr rtlCol="0" anchor="ctr"/>
            <a:lstStyle/>
            <a:p>
              <a:endParaRPr lang="zh-CN" altLang="en-US"/>
            </a:p>
          </p:txBody>
        </p:sp>
        <p:sp>
          <p:nvSpPr>
            <p:cNvPr id="15" name="任意多边形: 形状 14">
              <a:extLst>
                <a:ext uri="{FF2B5EF4-FFF2-40B4-BE49-F238E27FC236}">
                  <a16:creationId xmlns:a16="http://schemas.microsoft.com/office/drawing/2014/main" id="{9C1CFB31-580F-E287-3F41-DB6895506DAE}"/>
                </a:ext>
              </a:extLst>
            </p:cNvPr>
            <p:cNvSpPr/>
            <p:nvPr/>
          </p:nvSpPr>
          <p:spPr>
            <a:xfrm>
              <a:off x="4345043" y="998169"/>
              <a:ext cx="3930892" cy="4545674"/>
            </a:xfrm>
            <a:custGeom>
              <a:avLst/>
              <a:gdLst>
                <a:gd name="connsiteX0" fmla="*/ 2870239 w 3930892"/>
                <a:gd name="connsiteY0" fmla="*/ 4545605 h 4545674"/>
                <a:gd name="connsiteX1" fmla="*/ 2870239 w 3930892"/>
                <a:gd name="connsiteY1" fmla="*/ 4545605 h 4545674"/>
                <a:gd name="connsiteX2" fmla="*/ 2255687 w 3930892"/>
                <a:gd name="connsiteY2" fmla="*/ 4532365 h 4545674"/>
                <a:gd name="connsiteX3" fmla="*/ 1636561 w 3930892"/>
                <a:gd name="connsiteY3" fmla="*/ 4513792 h 4545674"/>
                <a:gd name="connsiteX4" fmla="*/ 29884 w 3930892"/>
                <a:gd name="connsiteY4" fmla="*/ 4478454 h 4545674"/>
                <a:gd name="connsiteX5" fmla="*/ 6548 w 3930892"/>
                <a:gd name="connsiteY5" fmla="*/ 4455403 h 4545674"/>
                <a:gd name="connsiteX6" fmla="*/ 75128 w 3930892"/>
                <a:gd name="connsiteY6" fmla="*/ 137245 h 4545674"/>
                <a:gd name="connsiteX7" fmla="*/ 96082 w 3930892"/>
                <a:gd name="connsiteY7" fmla="*/ 114956 h 4545674"/>
                <a:gd name="connsiteX8" fmla="*/ 3793116 w 3930892"/>
                <a:gd name="connsiteY8" fmla="*/ 32374 h 4545674"/>
                <a:gd name="connsiteX9" fmla="*/ 3815499 w 3930892"/>
                <a:gd name="connsiteY9" fmla="*/ 53806 h 4545674"/>
                <a:gd name="connsiteX10" fmla="*/ 3925418 w 3930892"/>
                <a:gd name="connsiteY10" fmla="*/ 3485282 h 4545674"/>
                <a:gd name="connsiteX11" fmla="*/ 3917893 w 3930892"/>
                <a:gd name="connsiteY11" fmla="*/ 3880189 h 4545674"/>
                <a:gd name="connsiteX12" fmla="*/ 3907797 w 3930892"/>
                <a:gd name="connsiteY12" fmla="*/ 3899239 h 4545674"/>
                <a:gd name="connsiteX13" fmla="*/ 3886937 w 3930892"/>
                <a:gd name="connsiteY13" fmla="*/ 3913621 h 4545674"/>
                <a:gd name="connsiteX14" fmla="*/ 3869602 w 3930892"/>
                <a:gd name="connsiteY14" fmla="*/ 3925528 h 4545674"/>
                <a:gd name="connsiteX15" fmla="*/ 3183802 w 3930892"/>
                <a:gd name="connsiteY15" fmla="*/ 4364535 h 4545674"/>
                <a:gd name="connsiteX16" fmla="*/ 3074550 w 3930892"/>
                <a:gd name="connsiteY16" fmla="*/ 4429972 h 4545674"/>
                <a:gd name="connsiteX17" fmla="*/ 3012352 w 3930892"/>
                <a:gd name="connsiteY17" fmla="*/ 4466833 h 4545674"/>
                <a:gd name="connsiteX18" fmla="*/ 2949867 w 3930892"/>
                <a:gd name="connsiteY18" fmla="*/ 4503410 h 4545674"/>
                <a:gd name="connsiteX19" fmla="*/ 2887098 w 3930892"/>
                <a:gd name="connsiteY19" fmla="*/ 4539795 h 4545674"/>
                <a:gd name="connsiteX20" fmla="*/ 2881765 w 3930892"/>
                <a:gd name="connsiteY20" fmla="*/ 4542938 h 4545674"/>
                <a:gd name="connsiteX21" fmla="*/ 2870239 w 3930892"/>
                <a:gd name="connsiteY21" fmla="*/ 4545605 h 4545674"/>
                <a:gd name="connsiteX22" fmla="*/ 52458 w 3930892"/>
                <a:gd name="connsiteY22" fmla="*/ 4431305 h 4545674"/>
                <a:gd name="connsiteX23" fmla="*/ 1637514 w 3930892"/>
                <a:gd name="connsiteY23" fmla="*/ 4466548 h 4545674"/>
                <a:gd name="connsiteX24" fmla="*/ 2256639 w 3930892"/>
                <a:gd name="connsiteY24" fmla="*/ 4485598 h 4545674"/>
                <a:gd name="connsiteX25" fmla="*/ 2864048 w 3930892"/>
                <a:gd name="connsiteY25" fmla="*/ 4498742 h 4545674"/>
                <a:gd name="connsiteX26" fmla="*/ 2926055 w 3930892"/>
                <a:gd name="connsiteY26" fmla="*/ 4462738 h 4545674"/>
                <a:gd name="connsiteX27" fmla="*/ 2988539 w 3930892"/>
                <a:gd name="connsiteY27" fmla="*/ 4426162 h 4545674"/>
                <a:gd name="connsiteX28" fmla="*/ 3050452 w 3930892"/>
                <a:gd name="connsiteY28" fmla="*/ 4389490 h 4545674"/>
                <a:gd name="connsiteX29" fmla="*/ 3159417 w 3930892"/>
                <a:gd name="connsiteY29" fmla="*/ 4324244 h 4545674"/>
                <a:gd name="connsiteX30" fmla="*/ 3842836 w 3930892"/>
                <a:gd name="connsiteY30" fmla="*/ 3886094 h 4545674"/>
                <a:gd name="connsiteX31" fmla="*/ 3859696 w 3930892"/>
                <a:gd name="connsiteY31" fmla="*/ 3874474 h 4545674"/>
                <a:gd name="connsiteX32" fmla="*/ 3870840 w 3930892"/>
                <a:gd name="connsiteY32" fmla="*/ 3866759 h 4545674"/>
                <a:gd name="connsiteX33" fmla="*/ 3878079 w 3930892"/>
                <a:gd name="connsiteY33" fmla="*/ 3484235 h 4545674"/>
                <a:gd name="connsiteX34" fmla="*/ 3878079 w 3930892"/>
                <a:gd name="connsiteY34" fmla="*/ 3484235 h 4545674"/>
                <a:gd name="connsiteX35" fmla="*/ 3770066 w 3930892"/>
                <a:gd name="connsiteY35" fmla="*/ 77904 h 4545674"/>
                <a:gd name="connsiteX36" fmla="*/ 120562 w 3930892"/>
                <a:gd name="connsiteY36" fmla="*/ 159152 h 4545674"/>
                <a:gd name="connsiteX37" fmla="*/ 52458 w 3930892"/>
                <a:gd name="connsiteY37" fmla="*/ 4431686 h 4545674"/>
                <a:gd name="connsiteX38" fmla="*/ 3893891 w 3930892"/>
                <a:gd name="connsiteY38" fmla="*/ 3878855 h 4545674"/>
                <a:gd name="connsiteX39" fmla="*/ 3893891 w 3930892"/>
                <a:gd name="connsiteY39" fmla="*/ 3878855 h 454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930892" h="4545674">
                  <a:moveTo>
                    <a:pt x="2870239" y="4545605"/>
                  </a:moveTo>
                  <a:lnTo>
                    <a:pt x="2870239" y="4545605"/>
                  </a:lnTo>
                  <a:cubicBezTo>
                    <a:pt x="2686025" y="4542938"/>
                    <a:pt x="2485048" y="4538557"/>
                    <a:pt x="2255687" y="4532365"/>
                  </a:cubicBezTo>
                  <a:cubicBezTo>
                    <a:pt x="2049184" y="4526746"/>
                    <a:pt x="1839348" y="4520174"/>
                    <a:pt x="1636561" y="4513792"/>
                  </a:cubicBezTo>
                  <a:cubicBezTo>
                    <a:pt x="1110305" y="4497314"/>
                    <a:pt x="566047" y="4480264"/>
                    <a:pt x="29884" y="4478454"/>
                  </a:cubicBezTo>
                  <a:cubicBezTo>
                    <a:pt x="17121" y="4478454"/>
                    <a:pt x="6738" y="4468176"/>
                    <a:pt x="6548" y="4455403"/>
                  </a:cubicBezTo>
                  <a:cubicBezTo>
                    <a:pt x="-14598" y="3021891"/>
                    <a:pt x="8453" y="1569328"/>
                    <a:pt x="75128" y="137245"/>
                  </a:cubicBezTo>
                  <a:cubicBezTo>
                    <a:pt x="75699" y="125668"/>
                    <a:pt x="84557" y="116210"/>
                    <a:pt x="96082" y="114956"/>
                  </a:cubicBezTo>
                  <a:cubicBezTo>
                    <a:pt x="1223652" y="-3249"/>
                    <a:pt x="2398371" y="-29538"/>
                    <a:pt x="3793116" y="32374"/>
                  </a:cubicBezTo>
                  <a:cubicBezTo>
                    <a:pt x="3804927" y="32901"/>
                    <a:pt x="3814452" y="42063"/>
                    <a:pt x="3815499" y="53806"/>
                  </a:cubicBezTo>
                  <a:cubicBezTo>
                    <a:pt x="3906464" y="1098984"/>
                    <a:pt x="3943421" y="2253509"/>
                    <a:pt x="3925418" y="3485282"/>
                  </a:cubicBezTo>
                  <a:cubicBezTo>
                    <a:pt x="3923609" y="3613679"/>
                    <a:pt x="3921037" y="3746553"/>
                    <a:pt x="3917893" y="3880189"/>
                  </a:cubicBezTo>
                  <a:cubicBezTo>
                    <a:pt x="3917799" y="3887799"/>
                    <a:pt x="3914084" y="3894905"/>
                    <a:pt x="3907797" y="3899239"/>
                  </a:cubicBezTo>
                  <a:lnTo>
                    <a:pt x="3886937" y="3913621"/>
                  </a:lnTo>
                  <a:cubicBezTo>
                    <a:pt x="3881318" y="3917622"/>
                    <a:pt x="3875412" y="3921622"/>
                    <a:pt x="3869602" y="3925528"/>
                  </a:cubicBezTo>
                  <a:cubicBezTo>
                    <a:pt x="3653194" y="4072879"/>
                    <a:pt x="3422499" y="4220803"/>
                    <a:pt x="3183802" y="4364535"/>
                  </a:cubicBezTo>
                  <a:cubicBezTo>
                    <a:pt x="3147417" y="4386538"/>
                    <a:pt x="3111126" y="4408350"/>
                    <a:pt x="3074550" y="4429972"/>
                  </a:cubicBezTo>
                  <a:cubicBezTo>
                    <a:pt x="3053881" y="4442354"/>
                    <a:pt x="3033117" y="4454546"/>
                    <a:pt x="3012352" y="4466833"/>
                  </a:cubicBezTo>
                  <a:lnTo>
                    <a:pt x="2949867" y="4503410"/>
                  </a:lnTo>
                  <a:cubicBezTo>
                    <a:pt x="2929008" y="4515601"/>
                    <a:pt x="2908054" y="4527727"/>
                    <a:pt x="2887098" y="4539795"/>
                  </a:cubicBezTo>
                  <a:cubicBezTo>
                    <a:pt x="2885764" y="4540652"/>
                    <a:pt x="2883764" y="4541890"/>
                    <a:pt x="2881765" y="4542938"/>
                  </a:cubicBezTo>
                  <a:cubicBezTo>
                    <a:pt x="2878240" y="4544786"/>
                    <a:pt x="2874239" y="4545710"/>
                    <a:pt x="2870239" y="4545605"/>
                  </a:cubicBezTo>
                  <a:close/>
                  <a:moveTo>
                    <a:pt x="52458" y="4431305"/>
                  </a:moveTo>
                  <a:cubicBezTo>
                    <a:pt x="581857" y="4433496"/>
                    <a:pt x="1118401" y="4450355"/>
                    <a:pt x="1637514" y="4466548"/>
                  </a:cubicBezTo>
                  <a:cubicBezTo>
                    <a:pt x="1840396" y="4472930"/>
                    <a:pt x="2050232" y="4479502"/>
                    <a:pt x="2256639" y="4485598"/>
                  </a:cubicBezTo>
                  <a:cubicBezTo>
                    <a:pt x="2483142" y="4491694"/>
                    <a:pt x="2681930" y="4495980"/>
                    <a:pt x="2864048" y="4498742"/>
                  </a:cubicBezTo>
                  <a:cubicBezTo>
                    <a:pt x="2885193" y="4486646"/>
                    <a:pt x="2905577" y="4474739"/>
                    <a:pt x="2926055" y="4462738"/>
                  </a:cubicBezTo>
                  <a:lnTo>
                    <a:pt x="2988539" y="4426162"/>
                  </a:lnTo>
                  <a:cubicBezTo>
                    <a:pt x="3009114" y="4414094"/>
                    <a:pt x="3029782" y="4401873"/>
                    <a:pt x="3050452" y="4389490"/>
                  </a:cubicBezTo>
                  <a:cubicBezTo>
                    <a:pt x="3086932" y="4367898"/>
                    <a:pt x="3123223" y="4346152"/>
                    <a:pt x="3159417" y="4324244"/>
                  </a:cubicBezTo>
                  <a:cubicBezTo>
                    <a:pt x="3397542" y="4180702"/>
                    <a:pt x="3627000" y="4033446"/>
                    <a:pt x="3842836" y="3886094"/>
                  </a:cubicBezTo>
                  <a:lnTo>
                    <a:pt x="3859696" y="3874474"/>
                  </a:lnTo>
                  <a:lnTo>
                    <a:pt x="3870840" y="3866759"/>
                  </a:lnTo>
                  <a:cubicBezTo>
                    <a:pt x="3873888" y="3737314"/>
                    <a:pt x="3876269" y="3608631"/>
                    <a:pt x="3878079" y="3484235"/>
                  </a:cubicBezTo>
                  <a:lnTo>
                    <a:pt x="3878079" y="3484235"/>
                  </a:lnTo>
                  <a:cubicBezTo>
                    <a:pt x="3895986" y="2262082"/>
                    <a:pt x="3859600" y="1116224"/>
                    <a:pt x="3770066" y="77904"/>
                  </a:cubicBezTo>
                  <a:cubicBezTo>
                    <a:pt x="2394942" y="17706"/>
                    <a:pt x="1234035" y="43519"/>
                    <a:pt x="120562" y="159152"/>
                  </a:cubicBezTo>
                  <a:cubicBezTo>
                    <a:pt x="54839" y="1576186"/>
                    <a:pt x="32074" y="3013319"/>
                    <a:pt x="52458" y="4431686"/>
                  </a:cubicBezTo>
                  <a:close/>
                  <a:moveTo>
                    <a:pt x="3893891" y="3878855"/>
                  </a:moveTo>
                  <a:lnTo>
                    <a:pt x="3893891" y="3878855"/>
                  </a:lnTo>
                  <a:close/>
                </a:path>
              </a:pathLst>
            </a:custGeom>
            <a:solidFill>
              <a:srgbClr val="454E5F"/>
            </a:solidFill>
            <a:ln w="9525" cap="flat">
              <a:noFill/>
              <a:prstDash val="solid"/>
              <a:miter/>
            </a:ln>
          </p:spPr>
          <p:txBody>
            <a:bodyPr rtlCol="0" anchor="ctr"/>
            <a:lstStyle/>
            <a:p>
              <a:endParaRPr lang="zh-CN" altLang="en-US"/>
            </a:p>
          </p:txBody>
        </p:sp>
        <p:sp>
          <p:nvSpPr>
            <p:cNvPr id="16" name="任意多边形: 形状 15">
              <a:extLst>
                <a:ext uri="{FF2B5EF4-FFF2-40B4-BE49-F238E27FC236}">
                  <a16:creationId xmlns:a16="http://schemas.microsoft.com/office/drawing/2014/main" id="{0F50CFEE-6452-876F-1863-A7707E80FC80}"/>
                </a:ext>
              </a:extLst>
            </p:cNvPr>
            <p:cNvSpPr/>
            <p:nvPr/>
          </p:nvSpPr>
          <p:spPr>
            <a:xfrm>
              <a:off x="7192825" y="4744368"/>
              <a:ext cx="1071306" cy="799467"/>
            </a:xfrm>
            <a:custGeom>
              <a:avLst/>
              <a:gdLst>
                <a:gd name="connsiteX0" fmla="*/ 22457 w 1071306"/>
                <a:gd name="connsiteY0" fmla="*/ 799406 h 799467"/>
                <a:gd name="connsiteX1" fmla="*/ 14933 w 1071306"/>
                <a:gd name="connsiteY1" fmla="*/ 798168 h 799467"/>
                <a:gd name="connsiteX2" fmla="*/ 169 w 1071306"/>
                <a:gd name="connsiteY2" fmla="*/ 768450 h 799467"/>
                <a:gd name="connsiteX3" fmla="*/ 252486 w 1071306"/>
                <a:gd name="connsiteY3" fmla="*/ 15975 h 799467"/>
                <a:gd name="connsiteX4" fmla="*/ 278013 w 1071306"/>
                <a:gd name="connsiteY4" fmla="*/ 163 h 799467"/>
                <a:gd name="connsiteX5" fmla="*/ 1049538 w 1071306"/>
                <a:gd name="connsiteY5" fmla="*/ 110463 h 799467"/>
                <a:gd name="connsiteX6" fmla="*/ 1070112 w 1071306"/>
                <a:gd name="connsiteY6" fmla="*/ 136475 h 799467"/>
                <a:gd name="connsiteX7" fmla="*/ 1044013 w 1071306"/>
                <a:gd name="connsiteY7" fmla="*/ 157002 h 799467"/>
                <a:gd name="connsiteX8" fmla="*/ 1042966 w 1071306"/>
                <a:gd name="connsiteY8" fmla="*/ 156850 h 799467"/>
                <a:gd name="connsiteX9" fmla="*/ 290491 w 1071306"/>
                <a:gd name="connsiteY9" fmla="*/ 49408 h 799467"/>
                <a:gd name="connsiteX10" fmla="*/ 44460 w 1071306"/>
                <a:gd name="connsiteY10" fmla="*/ 783595 h 799467"/>
                <a:gd name="connsiteX11" fmla="*/ 22457 w 1071306"/>
                <a:gd name="connsiteY11" fmla="*/ 799406 h 799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1306" h="799467">
                  <a:moveTo>
                    <a:pt x="22457" y="799406"/>
                  </a:moveTo>
                  <a:cubicBezTo>
                    <a:pt x="19886" y="799415"/>
                    <a:pt x="17314" y="798996"/>
                    <a:pt x="14933" y="798168"/>
                  </a:cubicBezTo>
                  <a:cubicBezTo>
                    <a:pt x="2645" y="794015"/>
                    <a:pt x="-3926" y="780727"/>
                    <a:pt x="169" y="768450"/>
                  </a:cubicBezTo>
                  <a:lnTo>
                    <a:pt x="252486" y="15975"/>
                  </a:lnTo>
                  <a:cubicBezTo>
                    <a:pt x="256105" y="5249"/>
                    <a:pt x="266773" y="-1389"/>
                    <a:pt x="278013" y="163"/>
                  </a:cubicBezTo>
                  <a:lnTo>
                    <a:pt x="1049538" y="110463"/>
                  </a:lnTo>
                  <a:cubicBezTo>
                    <a:pt x="1062397" y="111977"/>
                    <a:pt x="1071541" y="123617"/>
                    <a:pt x="1070112" y="136475"/>
                  </a:cubicBezTo>
                  <a:cubicBezTo>
                    <a:pt x="1068588" y="149325"/>
                    <a:pt x="1056873" y="158516"/>
                    <a:pt x="1044013" y="157002"/>
                  </a:cubicBezTo>
                  <a:cubicBezTo>
                    <a:pt x="1043728" y="156964"/>
                    <a:pt x="1043347" y="156907"/>
                    <a:pt x="1042966" y="156850"/>
                  </a:cubicBezTo>
                  <a:lnTo>
                    <a:pt x="290491" y="49408"/>
                  </a:lnTo>
                  <a:lnTo>
                    <a:pt x="44460" y="783595"/>
                  </a:lnTo>
                  <a:cubicBezTo>
                    <a:pt x="41222" y="793005"/>
                    <a:pt x="32363" y="799339"/>
                    <a:pt x="22457" y="799406"/>
                  </a:cubicBezTo>
                  <a:close/>
                </a:path>
              </a:pathLst>
            </a:custGeom>
            <a:solidFill>
              <a:srgbClr val="454E5F"/>
            </a:solidFill>
            <a:ln w="9525" cap="flat">
              <a:noFill/>
              <a:prstDash val="solid"/>
              <a:miter/>
            </a:ln>
          </p:spPr>
          <p:txBody>
            <a:bodyPr rtlCol="0" anchor="ctr"/>
            <a:lstStyle/>
            <a:p>
              <a:endParaRPr lang="zh-CN" altLang="en-US"/>
            </a:p>
          </p:txBody>
        </p:sp>
        <p:sp>
          <p:nvSpPr>
            <p:cNvPr id="17" name="任意多边形: 形状 16">
              <a:extLst>
                <a:ext uri="{FF2B5EF4-FFF2-40B4-BE49-F238E27FC236}">
                  <a16:creationId xmlns:a16="http://schemas.microsoft.com/office/drawing/2014/main" id="{06E48AB6-5B25-326B-C489-98C8EE18102E}"/>
                </a:ext>
              </a:extLst>
            </p:cNvPr>
            <p:cNvSpPr/>
            <p:nvPr/>
          </p:nvSpPr>
          <p:spPr>
            <a:xfrm>
              <a:off x="5268960" y="847497"/>
              <a:ext cx="1885313" cy="835451"/>
            </a:xfrm>
            <a:custGeom>
              <a:avLst/>
              <a:gdLst>
                <a:gd name="connsiteX0" fmla="*/ 1884124 w 1885313"/>
                <a:gd name="connsiteY0" fmla="*/ 380691 h 835451"/>
                <a:gd name="connsiteX1" fmla="*/ 1882886 w 1885313"/>
                <a:gd name="connsiteY1" fmla="*/ 403074 h 835451"/>
                <a:gd name="connsiteX2" fmla="*/ 1880789 w 1885313"/>
                <a:gd name="connsiteY2" fmla="*/ 410694 h 835451"/>
                <a:gd name="connsiteX3" fmla="*/ 1838308 w 1885313"/>
                <a:gd name="connsiteY3" fmla="*/ 445556 h 835451"/>
                <a:gd name="connsiteX4" fmla="*/ 1715436 w 1885313"/>
                <a:gd name="connsiteY4" fmla="*/ 508230 h 835451"/>
                <a:gd name="connsiteX5" fmla="*/ 1157557 w 1885313"/>
                <a:gd name="connsiteY5" fmla="*/ 792361 h 835451"/>
                <a:gd name="connsiteX6" fmla="*/ 1050401 w 1885313"/>
                <a:gd name="connsiteY6" fmla="*/ 832747 h 835451"/>
                <a:gd name="connsiteX7" fmla="*/ 876855 w 1885313"/>
                <a:gd name="connsiteY7" fmla="*/ 802362 h 835451"/>
                <a:gd name="connsiteX8" fmla="*/ 584437 w 1885313"/>
                <a:gd name="connsiteY8" fmla="*/ 695016 h 835451"/>
                <a:gd name="connsiteX9" fmla="*/ 340311 w 1885313"/>
                <a:gd name="connsiteY9" fmla="*/ 594908 h 835451"/>
                <a:gd name="connsiteX10" fmla="*/ 215248 w 1885313"/>
                <a:gd name="connsiteY10" fmla="*/ 535281 h 835451"/>
                <a:gd name="connsiteX11" fmla="*/ 126094 w 1885313"/>
                <a:gd name="connsiteY11" fmla="*/ 478131 h 835451"/>
                <a:gd name="connsiteX12" fmla="*/ 118475 w 1885313"/>
                <a:gd name="connsiteY12" fmla="*/ 438603 h 835451"/>
                <a:gd name="connsiteX13" fmla="*/ 105520 w 1885313"/>
                <a:gd name="connsiteY13" fmla="*/ 215241 h 835451"/>
                <a:gd name="connsiteX14" fmla="*/ 30463 w 1885313"/>
                <a:gd name="connsiteY14" fmla="*/ 218385 h 835451"/>
                <a:gd name="connsiteX15" fmla="*/ 27701 w 1885313"/>
                <a:gd name="connsiteY15" fmla="*/ 218385 h 835451"/>
                <a:gd name="connsiteX16" fmla="*/ 10461 w 1885313"/>
                <a:gd name="connsiteY16" fmla="*/ 215908 h 835451"/>
                <a:gd name="connsiteX17" fmla="*/ 1983 w 1885313"/>
                <a:gd name="connsiteY17" fmla="*/ 183904 h 835451"/>
                <a:gd name="connsiteX18" fmla="*/ 65801 w 1885313"/>
                <a:gd name="connsiteY18" fmla="*/ 73224 h 835451"/>
                <a:gd name="connsiteX19" fmla="*/ 140477 w 1885313"/>
                <a:gd name="connsiteY19" fmla="*/ 19693 h 835451"/>
                <a:gd name="connsiteX20" fmla="*/ 466042 w 1885313"/>
                <a:gd name="connsiteY20" fmla="*/ 16169 h 835451"/>
                <a:gd name="connsiteX21" fmla="*/ 1826497 w 1885313"/>
                <a:gd name="connsiteY21" fmla="*/ 167 h 835451"/>
                <a:gd name="connsiteX22" fmla="*/ 1859644 w 1885313"/>
                <a:gd name="connsiteY22" fmla="*/ 4739 h 835451"/>
                <a:gd name="connsiteX23" fmla="*/ 1880028 w 1885313"/>
                <a:gd name="connsiteY23" fmla="*/ 113609 h 835451"/>
                <a:gd name="connsiteX24" fmla="*/ 1884124 w 1885313"/>
                <a:gd name="connsiteY24" fmla="*/ 380691 h 83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885313" h="835451">
                  <a:moveTo>
                    <a:pt x="1884124" y="380691"/>
                  </a:moveTo>
                  <a:cubicBezTo>
                    <a:pt x="1884504" y="388177"/>
                    <a:pt x="1884124" y="395683"/>
                    <a:pt x="1882886" y="403074"/>
                  </a:cubicBezTo>
                  <a:cubicBezTo>
                    <a:pt x="1882409" y="405675"/>
                    <a:pt x="1881743" y="408227"/>
                    <a:pt x="1880789" y="410694"/>
                  </a:cubicBezTo>
                  <a:cubicBezTo>
                    <a:pt x="1874027" y="428316"/>
                    <a:pt x="1855834" y="438698"/>
                    <a:pt x="1838308" y="445556"/>
                  </a:cubicBezTo>
                  <a:cubicBezTo>
                    <a:pt x="1795446" y="462224"/>
                    <a:pt x="1756203" y="486704"/>
                    <a:pt x="1715436" y="508230"/>
                  </a:cubicBezTo>
                  <a:cubicBezTo>
                    <a:pt x="1530936" y="605957"/>
                    <a:pt x="1344723" y="699873"/>
                    <a:pt x="1157557" y="792361"/>
                  </a:cubicBezTo>
                  <a:cubicBezTo>
                    <a:pt x="1123172" y="809316"/>
                    <a:pt x="1088119" y="826461"/>
                    <a:pt x="1050401" y="832747"/>
                  </a:cubicBezTo>
                  <a:cubicBezTo>
                    <a:pt x="991726" y="842272"/>
                    <a:pt x="932004" y="824651"/>
                    <a:pt x="876855" y="802362"/>
                  </a:cubicBezTo>
                  <a:cubicBezTo>
                    <a:pt x="780176" y="763310"/>
                    <a:pt x="681973" y="731877"/>
                    <a:pt x="584437" y="695016"/>
                  </a:cubicBezTo>
                  <a:cubicBezTo>
                    <a:pt x="502236" y="663869"/>
                    <a:pt x="420512" y="631008"/>
                    <a:pt x="340311" y="594908"/>
                  </a:cubicBezTo>
                  <a:cubicBezTo>
                    <a:pt x="298212" y="575858"/>
                    <a:pt x="256492" y="555979"/>
                    <a:pt x="215248" y="535281"/>
                  </a:cubicBezTo>
                  <a:cubicBezTo>
                    <a:pt x="188483" y="521756"/>
                    <a:pt x="140191" y="506706"/>
                    <a:pt x="126094" y="478131"/>
                  </a:cubicBezTo>
                  <a:cubicBezTo>
                    <a:pt x="120950" y="465587"/>
                    <a:pt x="118380" y="452157"/>
                    <a:pt x="118475" y="438603"/>
                  </a:cubicBezTo>
                  <a:cubicBezTo>
                    <a:pt x="114379" y="364212"/>
                    <a:pt x="109902" y="289632"/>
                    <a:pt x="105520" y="215241"/>
                  </a:cubicBezTo>
                  <a:cubicBezTo>
                    <a:pt x="80660" y="218856"/>
                    <a:pt x="55514" y="219909"/>
                    <a:pt x="30463" y="218385"/>
                  </a:cubicBezTo>
                  <a:lnTo>
                    <a:pt x="27701" y="218385"/>
                  </a:lnTo>
                  <a:cubicBezTo>
                    <a:pt x="21891" y="219888"/>
                    <a:pt x="15604" y="218996"/>
                    <a:pt x="10461" y="215908"/>
                  </a:cubicBezTo>
                  <a:cubicBezTo>
                    <a:pt x="-493" y="209271"/>
                    <a:pt x="-4303" y="195113"/>
                    <a:pt x="1983" y="183904"/>
                  </a:cubicBezTo>
                  <a:cubicBezTo>
                    <a:pt x="24272" y="147582"/>
                    <a:pt x="45513" y="110688"/>
                    <a:pt x="65801" y="73224"/>
                  </a:cubicBezTo>
                  <a:cubicBezTo>
                    <a:pt x="85708" y="36266"/>
                    <a:pt x="94376" y="20265"/>
                    <a:pt x="140477" y="19693"/>
                  </a:cubicBezTo>
                  <a:cubicBezTo>
                    <a:pt x="248967" y="18677"/>
                    <a:pt x="357552" y="17502"/>
                    <a:pt x="466042" y="16169"/>
                  </a:cubicBezTo>
                  <a:cubicBezTo>
                    <a:pt x="919623" y="10835"/>
                    <a:pt x="1373108" y="5501"/>
                    <a:pt x="1826497" y="167"/>
                  </a:cubicBezTo>
                  <a:cubicBezTo>
                    <a:pt x="1837737" y="-689"/>
                    <a:pt x="1849072" y="870"/>
                    <a:pt x="1859644" y="4739"/>
                  </a:cubicBezTo>
                  <a:cubicBezTo>
                    <a:pt x="1890219" y="18741"/>
                    <a:pt x="1878694" y="86368"/>
                    <a:pt x="1880028" y="113609"/>
                  </a:cubicBezTo>
                  <a:cubicBezTo>
                    <a:pt x="1882791" y="202668"/>
                    <a:pt x="1882791" y="291727"/>
                    <a:pt x="1884124" y="380691"/>
                  </a:cubicBezTo>
                  <a:close/>
                </a:path>
              </a:pathLst>
            </a:custGeom>
            <a:solidFill>
              <a:srgbClr val="F89192"/>
            </a:solidFill>
            <a:ln w="9525" cap="flat">
              <a:noFill/>
              <a:prstDash val="solid"/>
              <a:miter/>
            </a:ln>
          </p:spPr>
          <p:txBody>
            <a:bodyPr rtlCol="0" anchor="ctr"/>
            <a:lstStyle/>
            <a:p>
              <a:endParaRPr lang="zh-CN" altLang="en-US"/>
            </a:p>
          </p:txBody>
        </p:sp>
        <p:sp>
          <p:nvSpPr>
            <p:cNvPr id="18" name="任意多边形: 形状 17">
              <a:extLst>
                <a:ext uri="{FF2B5EF4-FFF2-40B4-BE49-F238E27FC236}">
                  <a16:creationId xmlns:a16="http://schemas.microsoft.com/office/drawing/2014/main" id="{9FB098CC-EE67-2233-3F2F-7E00FDD14D95}"/>
                </a:ext>
              </a:extLst>
            </p:cNvPr>
            <p:cNvSpPr/>
            <p:nvPr/>
          </p:nvSpPr>
          <p:spPr>
            <a:xfrm>
              <a:off x="5268960" y="847497"/>
              <a:ext cx="1885313" cy="834880"/>
            </a:xfrm>
            <a:custGeom>
              <a:avLst/>
              <a:gdLst>
                <a:gd name="connsiteX0" fmla="*/ 1880219 w 1885313"/>
                <a:gd name="connsiteY0" fmla="*/ 113609 h 834880"/>
                <a:gd name="connsiteX1" fmla="*/ 1859835 w 1885313"/>
                <a:gd name="connsiteY1" fmla="*/ 4739 h 834880"/>
                <a:gd name="connsiteX2" fmla="*/ 1826688 w 1885313"/>
                <a:gd name="connsiteY2" fmla="*/ 167 h 834880"/>
                <a:gd name="connsiteX3" fmla="*/ 466042 w 1885313"/>
                <a:gd name="connsiteY3" fmla="*/ 15597 h 834880"/>
                <a:gd name="connsiteX4" fmla="*/ 140477 w 1885313"/>
                <a:gd name="connsiteY4" fmla="*/ 19122 h 834880"/>
                <a:gd name="connsiteX5" fmla="*/ 65801 w 1885313"/>
                <a:gd name="connsiteY5" fmla="*/ 72652 h 834880"/>
                <a:gd name="connsiteX6" fmla="*/ 1983 w 1885313"/>
                <a:gd name="connsiteY6" fmla="*/ 183333 h 834880"/>
                <a:gd name="connsiteX7" fmla="*/ 10461 w 1885313"/>
                <a:gd name="connsiteY7" fmla="*/ 215337 h 834880"/>
                <a:gd name="connsiteX8" fmla="*/ 27701 w 1885313"/>
                <a:gd name="connsiteY8" fmla="*/ 217813 h 834880"/>
                <a:gd name="connsiteX9" fmla="*/ 30463 w 1885313"/>
                <a:gd name="connsiteY9" fmla="*/ 217813 h 834880"/>
                <a:gd name="connsiteX10" fmla="*/ 105520 w 1885313"/>
                <a:gd name="connsiteY10" fmla="*/ 214670 h 834880"/>
                <a:gd name="connsiteX11" fmla="*/ 118475 w 1885313"/>
                <a:gd name="connsiteY11" fmla="*/ 438031 h 834880"/>
                <a:gd name="connsiteX12" fmla="*/ 126094 w 1885313"/>
                <a:gd name="connsiteY12" fmla="*/ 477560 h 834880"/>
                <a:gd name="connsiteX13" fmla="*/ 215248 w 1885313"/>
                <a:gd name="connsiteY13" fmla="*/ 534710 h 834880"/>
                <a:gd name="connsiteX14" fmla="*/ 340311 w 1885313"/>
                <a:gd name="connsiteY14" fmla="*/ 594336 h 834880"/>
                <a:gd name="connsiteX15" fmla="*/ 584437 w 1885313"/>
                <a:gd name="connsiteY15" fmla="*/ 694444 h 834880"/>
                <a:gd name="connsiteX16" fmla="*/ 876855 w 1885313"/>
                <a:gd name="connsiteY16" fmla="*/ 801791 h 834880"/>
                <a:gd name="connsiteX17" fmla="*/ 1050401 w 1885313"/>
                <a:gd name="connsiteY17" fmla="*/ 832175 h 834880"/>
                <a:gd name="connsiteX18" fmla="*/ 1157557 w 1885313"/>
                <a:gd name="connsiteY18" fmla="*/ 791790 h 834880"/>
                <a:gd name="connsiteX19" fmla="*/ 1715436 w 1885313"/>
                <a:gd name="connsiteY19" fmla="*/ 507659 h 834880"/>
                <a:gd name="connsiteX20" fmla="*/ 1838308 w 1885313"/>
                <a:gd name="connsiteY20" fmla="*/ 444984 h 834880"/>
                <a:gd name="connsiteX21" fmla="*/ 1880789 w 1885313"/>
                <a:gd name="connsiteY21" fmla="*/ 410123 h 834880"/>
                <a:gd name="connsiteX22" fmla="*/ 1882886 w 1885313"/>
                <a:gd name="connsiteY22" fmla="*/ 402503 h 834880"/>
                <a:gd name="connsiteX23" fmla="*/ 1884124 w 1885313"/>
                <a:gd name="connsiteY23" fmla="*/ 380119 h 834880"/>
                <a:gd name="connsiteX24" fmla="*/ 1880219 w 1885313"/>
                <a:gd name="connsiteY24" fmla="*/ 113609 h 834880"/>
                <a:gd name="connsiteX25" fmla="*/ 1833927 w 1885313"/>
                <a:gd name="connsiteY25" fmla="*/ 396216 h 834880"/>
                <a:gd name="connsiteX26" fmla="*/ 1208992 w 1885313"/>
                <a:gd name="connsiteY26" fmla="*/ 717304 h 834880"/>
                <a:gd name="connsiteX27" fmla="*/ 1021921 w 1885313"/>
                <a:gd name="connsiteY27" fmla="*/ 792552 h 834880"/>
                <a:gd name="connsiteX28" fmla="*/ 1016491 w 1885313"/>
                <a:gd name="connsiteY28" fmla="*/ 795028 h 834880"/>
                <a:gd name="connsiteX29" fmla="*/ 348407 w 1885313"/>
                <a:gd name="connsiteY29" fmla="*/ 547378 h 834880"/>
                <a:gd name="connsiteX30" fmla="*/ 166766 w 1885313"/>
                <a:gd name="connsiteY30" fmla="*/ 456510 h 834880"/>
                <a:gd name="connsiteX31" fmla="*/ 143620 w 1885313"/>
                <a:gd name="connsiteY31" fmla="*/ 65984 h 834880"/>
                <a:gd name="connsiteX32" fmla="*/ 795130 w 1885313"/>
                <a:gd name="connsiteY32" fmla="*/ 58650 h 834880"/>
                <a:gd name="connsiteX33" fmla="*/ 1471405 w 1885313"/>
                <a:gd name="connsiteY33" fmla="*/ 50935 h 834880"/>
                <a:gd name="connsiteX34" fmla="*/ 1831165 w 1885313"/>
                <a:gd name="connsiteY34" fmla="*/ 46934 h 834880"/>
                <a:gd name="connsiteX35" fmla="*/ 1833927 w 1885313"/>
                <a:gd name="connsiteY35" fmla="*/ 396216 h 83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885313" h="834880">
                  <a:moveTo>
                    <a:pt x="1880219" y="113609"/>
                  </a:moveTo>
                  <a:cubicBezTo>
                    <a:pt x="1879362" y="86368"/>
                    <a:pt x="1890410" y="18359"/>
                    <a:pt x="1859835" y="4739"/>
                  </a:cubicBezTo>
                  <a:cubicBezTo>
                    <a:pt x="1849262" y="870"/>
                    <a:pt x="1837927" y="-689"/>
                    <a:pt x="1826688" y="167"/>
                  </a:cubicBezTo>
                  <a:cubicBezTo>
                    <a:pt x="1373108" y="5120"/>
                    <a:pt x="919527" y="10263"/>
                    <a:pt x="466042" y="15597"/>
                  </a:cubicBezTo>
                  <a:cubicBezTo>
                    <a:pt x="357552" y="16804"/>
                    <a:pt x="248967" y="17978"/>
                    <a:pt x="140477" y="19122"/>
                  </a:cubicBezTo>
                  <a:cubicBezTo>
                    <a:pt x="94757" y="19693"/>
                    <a:pt x="85708" y="35695"/>
                    <a:pt x="65801" y="72652"/>
                  </a:cubicBezTo>
                  <a:cubicBezTo>
                    <a:pt x="45894" y="109609"/>
                    <a:pt x="24272" y="147042"/>
                    <a:pt x="1983" y="183333"/>
                  </a:cubicBezTo>
                  <a:cubicBezTo>
                    <a:pt x="-4303" y="194542"/>
                    <a:pt x="-493" y="208699"/>
                    <a:pt x="10461" y="215337"/>
                  </a:cubicBezTo>
                  <a:cubicBezTo>
                    <a:pt x="15604" y="218425"/>
                    <a:pt x="21891" y="219316"/>
                    <a:pt x="27701" y="217813"/>
                  </a:cubicBezTo>
                  <a:lnTo>
                    <a:pt x="30463" y="217813"/>
                  </a:lnTo>
                  <a:cubicBezTo>
                    <a:pt x="55514" y="219337"/>
                    <a:pt x="80660" y="218285"/>
                    <a:pt x="105520" y="214670"/>
                  </a:cubicBezTo>
                  <a:cubicBezTo>
                    <a:pt x="109902" y="289060"/>
                    <a:pt x="114379" y="363641"/>
                    <a:pt x="118475" y="438031"/>
                  </a:cubicBezTo>
                  <a:cubicBezTo>
                    <a:pt x="118380" y="451585"/>
                    <a:pt x="120950" y="465015"/>
                    <a:pt x="126094" y="477560"/>
                  </a:cubicBezTo>
                  <a:cubicBezTo>
                    <a:pt x="140191" y="506611"/>
                    <a:pt x="188483" y="521375"/>
                    <a:pt x="215248" y="534710"/>
                  </a:cubicBezTo>
                  <a:cubicBezTo>
                    <a:pt x="256492" y="555541"/>
                    <a:pt x="298212" y="575410"/>
                    <a:pt x="340311" y="594336"/>
                  </a:cubicBezTo>
                  <a:cubicBezTo>
                    <a:pt x="420512" y="630436"/>
                    <a:pt x="502236" y="663297"/>
                    <a:pt x="584437" y="694444"/>
                  </a:cubicBezTo>
                  <a:cubicBezTo>
                    <a:pt x="681973" y="731306"/>
                    <a:pt x="780176" y="762738"/>
                    <a:pt x="876855" y="801791"/>
                  </a:cubicBezTo>
                  <a:cubicBezTo>
                    <a:pt x="932004" y="824079"/>
                    <a:pt x="991726" y="841700"/>
                    <a:pt x="1050401" y="832175"/>
                  </a:cubicBezTo>
                  <a:cubicBezTo>
                    <a:pt x="1088501" y="825889"/>
                    <a:pt x="1123172" y="808744"/>
                    <a:pt x="1157557" y="791790"/>
                  </a:cubicBezTo>
                  <a:cubicBezTo>
                    <a:pt x="1344723" y="699302"/>
                    <a:pt x="1530936" y="605385"/>
                    <a:pt x="1715436" y="507659"/>
                  </a:cubicBezTo>
                  <a:cubicBezTo>
                    <a:pt x="1756203" y="486132"/>
                    <a:pt x="1795446" y="461653"/>
                    <a:pt x="1838308" y="444984"/>
                  </a:cubicBezTo>
                  <a:cubicBezTo>
                    <a:pt x="1855834" y="438126"/>
                    <a:pt x="1874027" y="427744"/>
                    <a:pt x="1880789" y="410123"/>
                  </a:cubicBezTo>
                  <a:cubicBezTo>
                    <a:pt x="1881743" y="407656"/>
                    <a:pt x="1882409" y="405103"/>
                    <a:pt x="1882886" y="402503"/>
                  </a:cubicBezTo>
                  <a:cubicBezTo>
                    <a:pt x="1884124" y="395111"/>
                    <a:pt x="1884504" y="387606"/>
                    <a:pt x="1884124" y="380119"/>
                  </a:cubicBezTo>
                  <a:cubicBezTo>
                    <a:pt x="1882791" y="291727"/>
                    <a:pt x="1882791" y="202668"/>
                    <a:pt x="1880219" y="113609"/>
                  </a:cubicBezTo>
                  <a:close/>
                  <a:moveTo>
                    <a:pt x="1833927" y="396216"/>
                  </a:moveTo>
                  <a:cubicBezTo>
                    <a:pt x="1618376" y="488990"/>
                    <a:pt x="1421399" y="618244"/>
                    <a:pt x="1208992" y="717304"/>
                  </a:cubicBezTo>
                  <a:cubicBezTo>
                    <a:pt x="1148127" y="746031"/>
                    <a:pt x="1085738" y="771158"/>
                    <a:pt x="1021921" y="792552"/>
                  </a:cubicBezTo>
                  <a:cubicBezTo>
                    <a:pt x="1020015" y="793190"/>
                    <a:pt x="1018206" y="794018"/>
                    <a:pt x="1016491" y="795028"/>
                  </a:cubicBezTo>
                  <a:cubicBezTo>
                    <a:pt x="790844" y="721209"/>
                    <a:pt x="564530" y="646724"/>
                    <a:pt x="348407" y="547378"/>
                  </a:cubicBezTo>
                  <a:cubicBezTo>
                    <a:pt x="286876" y="519184"/>
                    <a:pt x="226297" y="488895"/>
                    <a:pt x="166766" y="456510"/>
                  </a:cubicBezTo>
                  <a:cubicBezTo>
                    <a:pt x="159050" y="326271"/>
                    <a:pt x="151336" y="196096"/>
                    <a:pt x="143620" y="65984"/>
                  </a:cubicBezTo>
                  <a:lnTo>
                    <a:pt x="795130" y="58650"/>
                  </a:lnTo>
                  <a:lnTo>
                    <a:pt x="1471405" y="50935"/>
                  </a:lnTo>
                  <a:lnTo>
                    <a:pt x="1831165" y="46934"/>
                  </a:lnTo>
                  <a:cubicBezTo>
                    <a:pt x="1836404" y="163330"/>
                    <a:pt x="1837356" y="279757"/>
                    <a:pt x="1833927" y="396216"/>
                  </a:cubicBezTo>
                  <a:close/>
                </a:path>
              </a:pathLst>
            </a:custGeom>
            <a:solidFill>
              <a:srgbClr val="454E5F"/>
            </a:solidFill>
            <a:ln w="9525" cap="flat">
              <a:noFill/>
              <a:prstDash val="solid"/>
              <a:miter/>
            </a:ln>
          </p:spPr>
          <p:txBody>
            <a:bodyPr rtlCol="0" anchor="ctr"/>
            <a:lstStyle/>
            <a:p>
              <a:endParaRPr lang="zh-CN" altLang="en-US"/>
            </a:p>
          </p:txBody>
        </p:sp>
        <p:sp>
          <p:nvSpPr>
            <p:cNvPr id="19" name="任意多边形: 形状 18">
              <a:extLst>
                <a:ext uri="{FF2B5EF4-FFF2-40B4-BE49-F238E27FC236}">
                  <a16:creationId xmlns:a16="http://schemas.microsoft.com/office/drawing/2014/main" id="{4320FB78-9C1F-F3AC-2CC2-20BB9C4F39C6}"/>
                </a:ext>
              </a:extLst>
            </p:cNvPr>
            <p:cNvSpPr/>
            <p:nvPr/>
          </p:nvSpPr>
          <p:spPr>
            <a:xfrm>
              <a:off x="4678394" y="2111406"/>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2"/>
                    <a:pt x="3233451" y="9464"/>
                  </a:cubicBezTo>
                  <a:cubicBezTo>
                    <a:pt x="3233451" y="4206"/>
                    <a:pt x="3237738" y="-61"/>
                    <a:pt x="3242976" y="-61"/>
                  </a:cubicBezTo>
                  <a:lnTo>
                    <a:pt x="3257264" y="-61"/>
                  </a:lnTo>
                  <a:cubicBezTo>
                    <a:pt x="3262503" y="-61"/>
                    <a:pt x="3266789" y="4206"/>
                    <a:pt x="3266789" y="9464"/>
                  </a:cubicBezTo>
                  <a:cubicBezTo>
                    <a:pt x="3266789" y="14722"/>
                    <a:pt x="3262503" y="18989"/>
                    <a:pt x="3257264" y="18989"/>
                  </a:cubicBezTo>
                  <a:close/>
                  <a:moveTo>
                    <a:pt x="3149251" y="18989"/>
                  </a:moveTo>
                  <a:lnTo>
                    <a:pt x="3102292" y="18989"/>
                  </a:lnTo>
                  <a:cubicBezTo>
                    <a:pt x="3097054" y="18989"/>
                    <a:pt x="3092767" y="14722"/>
                    <a:pt x="3092767" y="9464"/>
                  </a:cubicBezTo>
                  <a:cubicBezTo>
                    <a:pt x="3092767" y="4206"/>
                    <a:pt x="3097054" y="-61"/>
                    <a:pt x="3102292" y="-61"/>
                  </a:cubicBezTo>
                  <a:lnTo>
                    <a:pt x="3149251" y="-61"/>
                  </a:lnTo>
                  <a:cubicBezTo>
                    <a:pt x="3154490" y="-61"/>
                    <a:pt x="3158776" y="4206"/>
                    <a:pt x="3158776" y="9464"/>
                  </a:cubicBezTo>
                  <a:cubicBezTo>
                    <a:pt x="3158776" y="14722"/>
                    <a:pt x="3154490" y="18989"/>
                    <a:pt x="3149251" y="18989"/>
                  </a:cubicBezTo>
                  <a:close/>
                  <a:moveTo>
                    <a:pt x="3008566" y="18989"/>
                  </a:moveTo>
                  <a:lnTo>
                    <a:pt x="2961704" y="18989"/>
                  </a:lnTo>
                  <a:cubicBezTo>
                    <a:pt x="2956465" y="18989"/>
                    <a:pt x="2952179" y="14722"/>
                    <a:pt x="2952179" y="9464"/>
                  </a:cubicBezTo>
                  <a:cubicBezTo>
                    <a:pt x="2952179" y="4206"/>
                    <a:pt x="2956465" y="-61"/>
                    <a:pt x="2961704" y="-61"/>
                  </a:cubicBezTo>
                  <a:lnTo>
                    <a:pt x="3008566" y="-61"/>
                  </a:lnTo>
                  <a:cubicBezTo>
                    <a:pt x="3013805" y="-61"/>
                    <a:pt x="3018091" y="4206"/>
                    <a:pt x="3018091" y="9464"/>
                  </a:cubicBezTo>
                  <a:cubicBezTo>
                    <a:pt x="3018091" y="14722"/>
                    <a:pt x="3013805" y="18989"/>
                    <a:pt x="3008566" y="18989"/>
                  </a:cubicBezTo>
                  <a:close/>
                  <a:moveTo>
                    <a:pt x="2867977" y="18989"/>
                  </a:moveTo>
                  <a:lnTo>
                    <a:pt x="2821019" y="18989"/>
                  </a:lnTo>
                  <a:cubicBezTo>
                    <a:pt x="2815780" y="18989"/>
                    <a:pt x="2811494" y="14722"/>
                    <a:pt x="2811494" y="9464"/>
                  </a:cubicBezTo>
                  <a:cubicBezTo>
                    <a:pt x="2811494" y="4206"/>
                    <a:pt x="2815780" y="-61"/>
                    <a:pt x="2821019" y="-61"/>
                  </a:cubicBezTo>
                  <a:lnTo>
                    <a:pt x="2867977" y="-61"/>
                  </a:lnTo>
                  <a:cubicBezTo>
                    <a:pt x="2873216" y="-61"/>
                    <a:pt x="2877502" y="4206"/>
                    <a:pt x="2877502" y="9464"/>
                  </a:cubicBezTo>
                  <a:cubicBezTo>
                    <a:pt x="2877502" y="14722"/>
                    <a:pt x="2873216" y="18989"/>
                    <a:pt x="2867977" y="18989"/>
                  </a:cubicBezTo>
                  <a:close/>
                  <a:moveTo>
                    <a:pt x="2727293" y="18989"/>
                  </a:moveTo>
                  <a:lnTo>
                    <a:pt x="2680430" y="18989"/>
                  </a:lnTo>
                  <a:cubicBezTo>
                    <a:pt x="2675191" y="18989"/>
                    <a:pt x="2670905" y="14722"/>
                    <a:pt x="2670905" y="9464"/>
                  </a:cubicBezTo>
                  <a:cubicBezTo>
                    <a:pt x="2670905" y="4206"/>
                    <a:pt x="2675191" y="-61"/>
                    <a:pt x="2680430" y="-61"/>
                  </a:cubicBezTo>
                  <a:lnTo>
                    <a:pt x="2727293" y="-61"/>
                  </a:lnTo>
                  <a:cubicBezTo>
                    <a:pt x="2732532" y="-61"/>
                    <a:pt x="2736818" y="4206"/>
                    <a:pt x="2736818" y="9464"/>
                  </a:cubicBezTo>
                  <a:cubicBezTo>
                    <a:pt x="2736818" y="14722"/>
                    <a:pt x="2732532" y="18989"/>
                    <a:pt x="2727293" y="18989"/>
                  </a:cubicBezTo>
                  <a:close/>
                  <a:moveTo>
                    <a:pt x="2586705" y="18989"/>
                  </a:moveTo>
                  <a:lnTo>
                    <a:pt x="2539841" y="18989"/>
                  </a:lnTo>
                  <a:cubicBezTo>
                    <a:pt x="2534602" y="18989"/>
                    <a:pt x="2530316" y="14722"/>
                    <a:pt x="2530316" y="9464"/>
                  </a:cubicBezTo>
                  <a:cubicBezTo>
                    <a:pt x="2530316" y="4206"/>
                    <a:pt x="2534602" y="-61"/>
                    <a:pt x="2539841" y="-61"/>
                  </a:cubicBezTo>
                  <a:lnTo>
                    <a:pt x="2586705" y="-61"/>
                  </a:lnTo>
                  <a:cubicBezTo>
                    <a:pt x="2591943" y="-61"/>
                    <a:pt x="2596230" y="4206"/>
                    <a:pt x="2596230" y="9464"/>
                  </a:cubicBezTo>
                  <a:cubicBezTo>
                    <a:pt x="2596230" y="14722"/>
                    <a:pt x="2591943" y="18989"/>
                    <a:pt x="2586705" y="18989"/>
                  </a:cubicBezTo>
                  <a:close/>
                  <a:moveTo>
                    <a:pt x="2446020" y="18989"/>
                  </a:moveTo>
                  <a:lnTo>
                    <a:pt x="2399157" y="18989"/>
                  </a:lnTo>
                  <a:cubicBezTo>
                    <a:pt x="2393918" y="18989"/>
                    <a:pt x="2389632" y="14722"/>
                    <a:pt x="2389632" y="9464"/>
                  </a:cubicBezTo>
                  <a:cubicBezTo>
                    <a:pt x="2389632" y="4206"/>
                    <a:pt x="2393918" y="-61"/>
                    <a:pt x="2399157" y="-61"/>
                  </a:cubicBezTo>
                  <a:lnTo>
                    <a:pt x="2445639" y="-61"/>
                  </a:lnTo>
                  <a:cubicBezTo>
                    <a:pt x="2450878" y="-61"/>
                    <a:pt x="2455164" y="4206"/>
                    <a:pt x="2455164" y="9464"/>
                  </a:cubicBezTo>
                  <a:cubicBezTo>
                    <a:pt x="2455164" y="14722"/>
                    <a:pt x="2450878" y="18989"/>
                    <a:pt x="2445639" y="18989"/>
                  </a:cubicBezTo>
                  <a:close/>
                  <a:moveTo>
                    <a:pt x="2305431" y="18989"/>
                  </a:moveTo>
                  <a:lnTo>
                    <a:pt x="2258568" y="18989"/>
                  </a:lnTo>
                  <a:cubicBezTo>
                    <a:pt x="2253330" y="18989"/>
                    <a:pt x="2249043" y="14722"/>
                    <a:pt x="2249043" y="9464"/>
                  </a:cubicBezTo>
                  <a:cubicBezTo>
                    <a:pt x="2249043" y="4206"/>
                    <a:pt x="2253330" y="-61"/>
                    <a:pt x="2258568" y="-61"/>
                  </a:cubicBezTo>
                  <a:lnTo>
                    <a:pt x="2305431" y="-61"/>
                  </a:lnTo>
                  <a:cubicBezTo>
                    <a:pt x="2310669" y="-61"/>
                    <a:pt x="2314956" y="4206"/>
                    <a:pt x="2314956" y="9464"/>
                  </a:cubicBezTo>
                  <a:cubicBezTo>
                    <a:pt x="2314956" y="14722"/>
                    <a:pt x="2310669" y="18989"/>
                    <a:pt x="2305431" y="18989"/>
                  </a:cubicBezTo>
                  <a:close/>
                  <a:moveTo>
                    <a:pt x="2164747" y="18989"/>
                  </a:moveTo>
                  <a:lnTo>
                    <a:pt x="2117883" y="18989"/>
                  </a:lnTo>
                  <a:cubicBezTo>
                    <a:pt x="2112645" y="18989"/>
                    <a:pt x="2108358" y="14722"/>
                    <a:pt x="2108358" y="9464"/>
                  </a:cubicBezTo>
                  <a:cubicBezTo>
                    <a:pt x="2108358" y="4206"/>
                    <a:pt x="2112645" y="-61"/>
                    <a:pt x="2117883" y="-61"/>
                  </a:cubicBezTo>
                  <a:lnTo>
                    <a:pt x="2164747" y="-61"/>
                  </a:lnTo>
                  <a:cubicBezTo>
                    <a:pt x="2169986" y="-61"/>
                    <a:pt x="2174272" y="4206"/>
                    <a:pt x="2174272" y="9464"/>
                  </a:cubicBezTo>
                  <a:cubicBezTo>
                    <a:pt x="2174272" y="14722"/>
                    <a:pt x="2169986" y="18989"/>
                    <a:pt x="2164747" y="18989"/>
                  </a:cubicBezTo>
                  <a:close/>
                  <a:moveTo>
                    <a:pt x="2024158" y="18989"/>
                  </a:moveTo>
                  <a:lnTo>
                    <a:pt x="1977294" y="18989"/>
                  </a:lnTo>
                  <a:cubicBezTo>
                    <a:pt x="1972056" y="18989"/>
                    <a:pt x="1967769" y="14722"/>
                    <a:pt x="1967769" y="9464"/>
                  </a:cubicBezTo>
                  <a:cubicBezTo>
                    <a:pt x="1967769" y="4206"/>
                    <a:pt x="1972056" y="-61"/>
                    <a:pt x="1977294" y="-61"/>
                  </a:cubicBezTo>
                  <a:lnTo>
                    <a:pt x="2024158" y="-61"/>
                  </a:lnTo>
                  <a:cubicBezTo>
                    <a:pt x="2029397" y="-61"/>
                    <a:pt x="2033683" y="4206"/>
                    <a:pt x="2033683" y="9464"/>
                  </a:cubicBezTo>
                  <a:cubicBezTo>
                    <a:pt x="2033683" y="14722"/>
                    <a:pt x="2029397" y="18989"/>
                    <a:pt x="2024158" y="18989"/>
                  </a:cubicBezTo>
                  <a:close/>
                  <a:moveTo>
                    <a:pt x="1883568" y="18989"/>
                  </a:moveTo>
                  <a:lnTo>
                    <a:pt x="1836611" y="18989"/>
                  </a:lnTo>
                  <a:cubicBezTo>
                    <a:pt x="1831372" y="18989"/>
                    <a:pt x="1827086" y="14722"/>
                    <a:pt x="1827086" y="9464"/>
                  </a:cubicBezTo>
                  <a:cubicBezTo>
                    <a:pt x="1827086" y="4206"/>
                    <a:pt x="1831372" y="-61"/>
                    <a:pt x="1836611" y="-61"/>
                  </a:cubicBezTo>
                  <a:lnTo>
                    <a:pt x="1883664" y="-61"/>
                  </a:lnTo>
                  <a:cubicBezTo>
                    <a:pt x="1888903" y="-61"/>
                    <a:pt x="1893189" y="4206"/>
                    <a:pt x="1893189" y="9464"/>
                  </a:cubicBezTo>
                  <a:cubicBezTo>
                    <a:pt x="1893189" y="14722"/>
                    <a:pt x="1888903" y="18989"/>
                    <a:pt x="1883664"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3" y="18989"/>
                  </a:moveTo>
                  <a:lnTo>
                    <a:pt x="1274064" y="18989"/>
                  </a:lnTo>
                  <a:cubicBezTo>
                    <a:pt x="1268825" y="18989"/>
                    <a:pt x="1264539" y="14722"/>
                    <a:pt x="1264539" y="9464"/>
                  </a:cubicBezTo>
                  <a:cubicBezTo>
                    <a:pt x="1264539" y="4206"/>
                    <a:pt x="1268825" y="-61"/>
                    <a:pt x="1274064" y="-61"/>
                  </a:cubicBezTo>
                  <a:lnTo>
                    <a:pt x="1320927" y="-61"/>
                  </a:lnTo>
                  <a:cubicBezTo>
                    <a:pt x="1326165" y="-61"/>
                    <a:pt x="1330452" y="4206"/>
                    <a:pt x="1330452" y="9464"/>
                  </a:cubicBezTo>
                  <a:cubicBezTo>
                    <a:pt x="1330452" y="14722"/>
                    <a:pt x="1326165" y="18989"/>
                    <a:pt x="1320927"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8" y="18989"/>
                    <a:pt x="983361" y="14722"/>
                    <a:pt x="983361" y="9464"/>
                  </a:cubicBezTo>
                  <a:cubicBezTo>
                    <a:pt x="983361" y="4206"/>
                    <a:pt x="987648"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4" y="-61"/>
                    <a:pt x="908590" y="4206"/>
                    <a:pt x="908590" y="9464"/>
                  </a:cubicBezTo>
                  <a:cubicBezTo>
                    <a:pt x="908590" y="14722"/>
                    <a:pt x="904304" y="18989"/>
                    <a:pt x="899065" y="18989"/>
                  </a:cubicBezTo>
                  <a:close/>
                  <a:moveTo>
                    <a:pt x="758475" y="18989"/>
                  </a:moveTo>
                  <a:lnTo>
                    <a:pt x="712089" y="18989"/>
                  </a:lnTo>
                  <a:cubicBezTo>
                    <a:pt x="706850" y="18989"/>
                    <a:pt x="702564" y="14722"/>
                    <a:pt x="702564" y="9464"/>
                  </a:cubicBezTo>
                  <a:cubicBezTo>
                    <a:pt x="702564" y="4206"/>
                    <a:pt x="706850" y="-61"/>
                    <a:pt x="712089" y="-61"/>
                  </a:cubicBezTo>
                  <a:lnTo>
                    <a:pt x="758952" y="-61"/>
                  </a:lnTo>
                  <a:cubicBezTo>
                    <a:pt x="764190" y="-61"/>
                    <a:pt x="768477" y="4206"/>
                    <a:pt x="768477" y="9464"/>
                  </a:cubicBezTo>
                  <a:cubicBezTo>
                    <a:pt x="768477" y="14722"/>
                    <a:pt x="764190" y="18989"/>
                    <a:pt x="758952" y="18989"/>
                  </a:cubicBezTo>
                  <a:close/>
                  <a:moveTo>
                    <a:pt x="617791" y="18989"/>
                  </a:moveTo>
                  <a:lnTo>
                    <a:pt x="570929" y="18989"/>
                  </a:lnTo>
                  <a:cubicBezTo>
                    <a:pt x="565690" y="18989"/>
                    <a:pt x="561404" y="14722"/>
                    <a:pt x="561404" y="9464"/>
                  </a:cubicBezTo>
                  <a:cubicBezTo>
                    <a:pt x="561404" y="4206"/>
                    <a:pt x="565690" y="-61"/>
                    <a:pt x="570929"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30" y="18989"/>
                  </a:moveTo>
                  <a:lnTo>
                    <a:pt x="149066" y="18989"/>
                  </a:lnTo>
                  <a:cubicBezTo>
                    <a:pt x="143827" y="18989"/>
                    <a:pt x="139541" y="14722"/>
                    <a:pt x="139541" y="9464"/>
                  </a:cubicBezTo>
                  <a:cubicBezTo>
                    <a:pt x="139541" y="4206"/>
                    <a:pt x="143827" y="-61"/>
                    <a:pt x="149066" y="-61"/>
                  </a:cubicBezTo>
                  <a:lnTo>
                    <a:pt x="195930" y="-61"/>
                  </a:lnTo>
                  <a:cubicBezTo>
                    <a:pt x="201168" y="-61"/>
                    <a:pt x="205455" y="4206"/>
                    <a:pt x="205455" y="9464"/>
                  </a:cubicBezTo>
                  <a:cubicBezTo>
                    <a:pt x="205455" y="14722"/>
                    <a:pt x="201168" y="18989"/>
                    <a:pt x="195930"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0" name="任意多边形: 形状 19">
              <a:extLst>
                <a:ext uri="{FF2B5EF4-FFF2-40B4-BE49-F238E27FC236}">
                  <a16:creationId xmlns:a16="http://schemas.microsoft.com/office/drawing/2014/main" id="{A9883DC4-1196-5B91-E3B1-4697D2D140F7}"/>
                </a:ext>
              </a:extLst>
            </p:cNvPr>
            <p:cNvSpPr/>
            <p:nvPr/>
          </p:nvSpPr>
          <p:spPr>
            <a:xfrm>
              <a:off x="4678489" y="2617851"/>
              <a:ext cx="3267741" cy="19050"/>
            </a:xfrm>
            <a:custGeom>
              <a:avLst/>
              <a:gdLst>
                <a:gd name="connsiteX0" fmla="*/ 3257168 w 3267741"/>
                <a:gd name="connsiteY0" fmla="*/ 18989 h 19050"/>
                <a:gd name="connsiteX1" fmla="*/ 3242881 w 3267741"/>
                <a:gd name="connsiteY1" fmla="*/ 18989 h 19050"/>
                <a:gd name="connsiteX2" fmla="*/ 3233356 w 3267741"/>
                <a:gd name="connsiteY2" fmla="*/ 9464 h 19050"/>
                <a:gd name="connsiteX3" fmla="*/ 3242881 w 3267741"/>
                <a:gd name="connsiteY3" fmla="*/ -61 h 19050"/>
                <a:gd name="connsiteX4" fmla="*/ 3257168 w 3267741"/>
                <a:gd name="connsiteY4" fmla="*/ -61 h 19050"/>
                <a:gd name="connsiteX5" fmla="*/ 3266693 w 3267741"/>
                <a:gd name="connsiteY5" fmla="*/ 9464 h 19050"/>
                <a:gd name="connsiteX6" fmla="*/ 3257168 w 3267741"/>
                <a:gd name="connsiteY6" fmla="*/ 18989 h 19050"/>
                <a:gd name="connsiteX7" fmla="*/ 3149155 w 3267741"/>
                <a:gd name="connsiteY7" fmla="*/ 18989 h 19050"/>
                <a:gd name="connsiteX8" fmla="*/ 3102196 w 3267741"/>
                <a:gd name="connsiteY8" fmla="*/ 18989 h 19050"/>
                <a:gd name="connsiteX9" fmla="*/ 3092671 w 3267741"/>
                <a:gd name="connsiteY9" fmla="*/ 9464 h 19050"/>
                <a:gd name="connsiteX10" fmla="*/ 3102196 w 3267741"/>
                <a:gd name="connsiteY10" fmla="*/ -61 h 19050"/>
                <a:gd name="connsiteX11" fmla="*/ 3149155 w 3267741"/>
                <a:gd name="connsiteY11" fmla="*/ -61 h 19050"/>
                <a:gd name="connsiteX12" fmla="*/ 3158680 w 3267741"/>
                <a:gd name="connsiteY12" fmla="*/ 9464 h 19050"/>
                <a:gd name="connsiteX13" fmla="*/ 3149155 w 3267741"/>
                <a:gd name="connsiteY13" fmla="*/ 18989 h 19050"/>
                <a:gd name="connsiteX14" fmla="*/ 3008471 w 3267741"/>
                <a:gd name="connsiteY14" fmla="*/ 18989 h 19050"/>
                <a:gd name="connsiteX15" fmla="*/ 2961609 w 3267741"/>
                <a:gd name="connsiteY15" fmla="*/ 18989 h 19050"/>
                <a:gd name="connsiteX16" fmla="*/ 2952084 w 3267741"/>
                <a:gd name="connsiteY16" fmla="*/ 9464 h 19050"/>
                <a:gd name="connsiteX17" fmla="*/ 2961609 w 3267741"/>
                <a:gd name="connsiteY17" fmla="*/ -61 h 19050"/>
                <a:gd name="connsiteX18" fmla="*/ 3008471 w 3267741"/>
                <a:gd name="connsiteY18" fmla="*/ -61 h 19050"/>
                <a:gd name="connsiteX19" fmla="*/ 3017996 w 3267741"/>
                <a:gd name="connsiteY19" fmla="*/ 9464 h 19050"/>
                <a:gd name="connsiteX20" fmla="*/ 3008471 w 3267741"/>
                <a:gd name="connsiteY20" fmla="*/ 18989 h 19050"/>
                <a:gd name="connsiteX21" fmla="*/ 2867882 w 3267741"/>
                <a:gd name="connsiteY21" fmla="*/ 18989 h 19050"/>
                <a:gd name="connsiteX22" fmla="*/ 2820924 w 3267741"/>
                <a:gd name="connsiteY22" fmla="*/ 18989 h 19050"/>
                <a:gd name="connsiteX23" fmla="*/ 2811399 w 3267741"/>
                <a:gd name="connsiteY23" fmla="*/ 9464 h 19050"/>
                <a:gd name="connsiteX24" fmla="*/ 2820924 w 3267741"/>
                <a:gd name="connsiteY24" fmla="*/ -61 h 19050"/>
                <a:gd name="connsiteX25" fmla="*/ 2867882 w 3267741"/>
                <a:gd name="connsiteY25" fmla="*/ -61 h 19050"/>
                <a:gd name="connsiteX26" fmla="*/ 2877407 w 3267741"/>
                <a:gd name="connsiteY26" fmla="*/ 9464 h 19050"/>
                <a:gd name="connsiteX27" fmla="*/ 2867882 w 3267741"/>
                <a:gd name="connsiteY27" fmla="*/ 18989 h 19050"/>
                <a:gd name="connsiteX28" fmla="*/ 2727197 w 3267741"/>
                <a:gd name="connsiteY28" fmla="*/ 18989 h 19050"/>
                <a:gd name="connsiteX29" fmla="*/ 2680335 w 3267741"/>
                <a:gd name="connsiteY29" fmla="*/ 18989 h 19050"/>
                <a:gd name="connsiteX30" fmla="*/ 2670810 w 3267741"/>
                <a:gd name="connsiteY30" fmla="*/ 9464 h 19050"/>
                <a:gd name="connsiteX31" fmla="*/ 2680335 w 3267741"/>
                <a:gd name="connsiteY31" fmla="*/ -61 h 19050"/>
                <a:gd name="connsiteX32" fmla="*/ 2727197 w 3267741"/>
                <a:gd name="connsiteY32" fmla="*/ -61 h 19050"/>
                <a:gd name="connsiteX33" fmla="*/ 2736722 w 3267741"/>
                <a:gd name="connsiteY33" fmla="*/ 9464 h 19050"/>
                <a:gd name="connsiteX34" fmla="*/ 2727197 w 3267741"/>
                <a:gd name="connsiteY34" fmla="*/ 18989 h 19050"/>
                <a:gd name="connsiteX35" fmla="*/ 2586609 w 3267741"/>
                <a:gd name="connsiteY35" fmla="*/ 18989 h 19050"/>
                <a:gd name="connsiteX36" fmla="*/ 2539746 w 3267741"/>
                <a:gd name="connsiteY36" fmla="*/ 18989 h 19050"/>
                <a:gd name="connsiteX37" fmla="*/ 2530221 w 3267741"/>
                <a:gd name="connsiteY37" fmla="*/ 9464 h 19050"/>
                <a:gd name="connsiteX38" fmla="*/ 2539746 w 3267741"/>
                <a:gd name="connsiteY38" fmla="*/ -61 h 19050"/>
                <a:gd name="connsiteX39" fmla="*/ 2586609 w 3267741"/>
                <a:gd name="connsiteY39" fmla="*/ -61 h 19050"/>
                <a:gd name="connsiteX40" fmla="*/ 2596134 w 3267741"/>
                <a:gd name="connsiteY40" fmla="*/ 9464 h 19050"/>
                <a:gd name="connsiteX41" fmla="*/ 2586609 w 3267741"/>
                <a:gd name="connsiteY41" fmla="*/ 18989 h 19050"/>
                <a:gd name="connsiteX42" fmla="*/ 2445544 w 3267741"/>
                <a:gd name="connsiteY42" fmla="*/ 18989 h 19050"/>
                <a:gd name="connsiteX43" fmla="*/ 2398680 w 3267741"/>
                <a:gd name="connsiteY43" fmla="*/ 18989 h 19050"/>
                <a:gd name="connsiteX44" fmla="*/ 2389155 w 3267741"/>
                <a:gd name="connsiteY44" fmla="*/ 9464 h 19050"/>
                <a:gd name="connsiteX45" fmla="*/ 2398680 w 3267741"/>
                <a:gd name="connsiteY45" fmla="*/ -61 h 19050"/>
                <a:gd name="connsiteX46" fmla="*/ 2445544 w 3267741"/>
                <a:gd name="connsiteY46" fmla="*/ -61 h 19050"/>
                <a:gd name="connsiteX47" fmla="*/ 2455069 w 3267741"/>
                <a:gd name="connsiteY47" fmla="*/ 9464 h 19050"/>
                <a:gd name="connsiteX48" fmla="*/ 2445544 w 3267741"/>
                <a:gd name="connsiteY48" fmla="*/ 18989 h 19050"/>
                <a:gd name="connsiteX49" fmla="*/ 2304954 w 3267741"/>
                <a:gd name="connsiteY49" fmla="*/ 18989 h 19050"/>
                <a:gd name="connsiteX50" fmla="*/ 2258091 w 3267741"/>
                <a:gd name="connsiteY50" fmla="*/ 18989 h 19050"/>
                <a:gd name="connsiteX51" fmla="*/ 2248566 w 3267741"/>
                <a:gd name="connsiteY51" fmla="*/ 9464 h 19050"/>
                <a:gd name="connsiteX52" fmla="*/ 2258091 w 3267741"/>
                <a:gd name="connsiteY52" fmla="*/ -61 h 19050"/>
                <a:gd name="connsiteX53" fmla="*/ 2304954 w 3267741"/>
                <a:gd name="connsiteY53" fmla="*/ -61 h 19050"/>
                <a:gd name="connsiteX54" fmla="*/ 2314479 w 3267741"/>
                <a:gd name="connsiteY54" fmla="*/ 9464 h 19050"/>
                <a:gd name="connsiteX55" fmla="*/ 2304954 w 3267741"/>
                <a:gd name="connsiteY55" fmla="*/ 18989 h 19050"/>
                <a:gd name="connsiteX56" fmla="*/ 2164270 w 3267741"/>
                <a:gd name="connsiteY56" fmla="*/ 18989 h 19050"/>
                <a:gd name="connsiteX57" fmla="*/ 2117408 w 3267741"/>
                <a:gd name="connsiteY57" fmla="*/ 18989 h 19050"/>
                <a:gd name="connsiteX58" fmla="*/ 2107883 w 3267741"/>
                <a:gd name="connsiteY58" fmla="*/ 9464 h 19050"/>
                <a:gd name="connsiteX59" fmla="*/ 2117408 w 3267741"/>
                <a:gd name="connsiteY59" fmla="*/ -61 h 19050"/>
                <a:gd name="connsiteX60" fmla="*/ 2164270 w 3267741"/>
                <a:gd name="connsiteY60" fmla="*/ -61 h 19050"/>
                <a:gd name="connsiteX61" fmla="*/ 2173795 w 3267741"/>
                <a:gd name="connsiteY61" fmla="*/ 9464 h 19050"/>
                <a:gd name="connsiteX62" fmla="*/ 2164270 w 3267741"/>
                <a:gd name="connsiteY62" fmla="*/ 18989 h 19050"/>
                <a:gd name="connsiteX63" fmla="*/ 2023681 w 3267741"/>
                <a:gd name="connsiteY63" fmla="*/ 18989 h 19050"/>
                <a:gd name="connsiteX64" fmla="*/ 1976819 w 3267741"/>
                <a:gd name="connsiteY64" fmla="*/ 18989 h 19050"/>
                <a:gd name="connsiteX65" fmla="*/ 1967294 w 3267741"/>
                <a:gd name="connsiteY65" fmla="*/ 9464 h 19050"/>
                <a:gd name="connsiteX66" fmla="*/ 1976819 w 3267741"/>
                <a:gd name="connsiteY66" fmla="*/ -61 h 19050"/>
                <a:gd name="connsiteX67" fmla="*/ 2023681 w 3267741"/>
                <a:gd name="connsiteY67" fmla="*/ -61 h 19050"/>
                <a:gd name="connsiteX68" fmla="*/ 2033206 w 3267741"/>
                <a:gd name="connsiteY68" fmla="*/ 9464 h 19050"/>
                <a:gd name="connsiteX69" fmla="*/ 2023681 w 3267741"/>
                <a:gd name="connsiteY69" fmla="*/ 18989 h 19050"/>
                <a:gd name="connsiteX70" fmla="*/ 1883568 w 3267741"/>
                <a:gd name="connsiteY70" fmla="*/ 18989 h 19050"/>
                <a:gd name="connsiteX71" fmla="*/ 1836610 w 3267741"/>
                <a:gd name="connsiteY71" fmla="*/ 18989 h 19050"/>
                <a:gd name="connsiteX72" fmla="*/ 1827085 w 3267741"/>
                <a:gd name="connsiteY72" fmla="*/ 9464 h 19050"/>
                <a:gd name="connsiteX73" fmla="*/ 1836610 w 3267741"/>
                <a:gd name="connsiteY73" fmla="*/ -61 h 19050"/>
                <a:gd name="connsiteX74" fmla="*/ 1883568 w 3267741"/>
                <a:gd name="connsiteY74" fmla="*/ -61 h 19050"/>
                <a:gd name="connsiteX75" fmla="*/ 1893093 w 3267741"/>
                <a:gd name="connsiteY75" fmla="*/ 9464 h 19050"/>
                <a:gd name="connsiteX76" fmla="*/ 1883568 w 3267741"/>
                <a:gd name="connsiteY76" fmla="*/ 18989 h 19050"/>
                <a:gd name="connsiteX77" fmla="*/ 1742884 w 3267741"/>
                <a:gd name="connsiteY77" fmla="*/ 18989 h 19050"/>
                <a:gd name="connsiteX78" fmla="*/ 1696022 w 3267741"/>
                <a:gd name="connsiteY78" fmla="*/ 18989 h 19050"/>
                <a:gd name="connsiteX79" fmla="*/ 1686497 w 3267741"/>
                <a:gd name="connsiteY79" fmla="*/ 9464 h 19050"/>
                <a:gd name="connsiteX80" fmla="*/ 1696022 w 3267741"/>
                <a:gd name="connsiteY80" fmla="*/ -61 h 19050"/>
                <a:gd name="connsiteX81" fmla="*/ 1742884 w 3267741"/>
                <a:gd name="connsiteY81" fmla="*/ -61 h 19050"/>
                <a:gd name="connsiteX82" fmla="*/ 1752409 w 3267741"/>
                <a:gd name="connsiteY82" fmla="*/ 9464 h 19050"/>
                <a:gd name="connsiteX83" fmla="*/ 1742884 w 3267741"/>
                <a:gd name="connsiteY83" fmla="*/ 18989 h 19050"/>
                <a:gd name="connsiteX84" fmla="*/ 1602295 w 3267741"/>
                <a:gd name="connsiteY84" fmla="*/ 18989 h 19050"/>
                <a:gd name="connsiteX85" fmla="*/ 1555337 w 3267741"/>
                <a:gd name="connsiteY85" fmla="*/ 18989 h 19050"/>
                <a:gd name="connsiteX86" fmla="*/ 1545812 w 3267741"/>
                <a:gd name="connsiteY86" fmla="*/ 9464 h 19050"/>
                <a:gd name="connsiteX87" fmla="*/ 1555337 w 3267741"/>
                <a:gd name="connsiteY87" fmla="*/ -61 h 19050"/>
                <a:gd name="connsiteX88" fmla="*/ 1602295 w 3267741"/>
                <a:gd name="connsiteY88" fmla="*/ -61 h 19050"/>
                <a:gd name="connsiteX89" fmla="*/ 1611820 w 3267741"/>
                <a:gd name="connsiteY89" fmla="*/ 9464 h 19050"/>
                <a:gd name="connsiteX90" fmla="*/ 1602295 w 3267741"/>
                <a:gd name="connsiteY90" fmla="*/ 18989 h 19050"/>
                <a:gd name="connsiteX91" fmla="*/ 1461610 w 3267741"/>
                <a:gd name="connsiteY91" fmla="*/ 18989 h 19050"/>
                <a:gd name="connsiteX92" fmla="*/ 1414748 w 3267741"/>
                <a:gd name="connsiteY92" fmla="*/ 18989 h 19050"/>
                <a:gd name="connsiteX93" fmla="*/ 1405223 w 3267741"/>
                <a:gd name="connsiteY93" fmla="*/ 9464 h 19050"/>
                <a:gd name="connsiteX94" fmla="*/ 1414748 w 3267741"/>
                <a:gd name="connsiteY94" fmla="*/ -61 h 19050"/>
                <a:gd name="connsiteX95" fmla="*/ 1461610 w 3267741"/>
                <a:gd name="connsiteY95" fmla="*/ -61 h 19050"/>
                <a:gd name="connsiteX96" fmla="*/ 1471135 w 3267741"/>
                <a:gd name="connsiteY96" fmla="*/ 9464 h 19050"/>
                <a:gd name="connsiteX97" fmla="*/ 1461610 w 3267741"/>
                <a:gd name="connsiteY97" fmla="*/ 18989 h 19050"/>
                <a:gd name="connsiteX98" fmla="*/ 1321021 w 3267741"/>
                <a:gd name="connsiteY98" fmla="*/ 18989 h 19050"/>
                <a:gd name="connsiteX99" fmla="*/ 1273968 w 3267741"/>
                <a:gd name="connsiteY99" fmla="*/ 18989 h 19050"/>
                <a:gd name="connsiteX100" fmla="*/ 1264443 w 3267741"/>
                <a:gd name="connsiteY100" fmla="*/ 9464 h 19050"/>
                <a:gd name="connsiteX101" fmla="*/ 1273968 w 3267741"/>
                <a:gd name="connsiteY101" fmla="*/ -61 h 19050"/>
                <a:gd name="connsiteX102" fmla="*/ 1320832 w 3267741"/>
                <a:gd name="connsiteY102" fmla="*/ -61 h 19050"/>
                <a:gd name="connsiteX103" fmla="*/ 1330357 w 3267741"/>
                <a:gd name="connsiteY103" fmla="*/ 9464 h 19050"/>
                <a:gd name="connsiteX104" fmla="*/ 1320832 w 3267741"/>
                <a:gd name="connsiteY104" fmla="*/ 18989 h 19050"/>
                <a:gd name="connsiteX105" fmla="*/ 1180338 w 3267741"/>
                <a:gd name="connsiteY105" fmla="*/ 18989 h 19050"/>
                <a:gd name="connsiteX106" fmla="*/ 1133475 w 3267741"/>
                <a:gd name="connsiteY106" fmla="*/ 18989 h 19050"/>
                <a:gd name="connsiteX107" fmla="*/ 1123950 w 3267741"/>
                <a:gd name="connsiteY107" fmla="*/ 9464 h 19050"/>
                <a:gd name="connsiteX108" fmla="*/ 1133475 w 3267741"/>
                <a:gd name="connsiteY108" fmla="*/ -61 h 19050"/>
                <a:gd name="connsiteX109" fmla="*/ 1180338 w 3267741"/>
                <a:gd name="connsiteY109" fmla="*/ -61 h 19050"/>
                <a:gd name="connsiteX110" fmla="*/ 1189863 w 3267741"/>
                <a:gd name="connsiteY110" fmla="*/ 9464 h 19050"/>
                <a:gd name="connsiteX111" fmla="*/ 1180338 w 3267741"/>
                <a:gd name="connsiteY111" fmla="*/ 18989 h 19050"/>
                <a:gd name="connsiteX112" fmla="*/ 1039749 w 3267741"/>
                <a:gd name="connsiteY112" fmla="*/ 18989 h 19050"/>
                <a:gd name="connsiteX113" fmla="*/ 992886 w 3267741"/>
                <a:gd name="connsiteY113" fmla="*/ 18989 h 19050"/>
                <a:gd name="connsiteX114" fmla="*/ 983361 w 3267741"/>
                <a:gd name="connsiteY114" fmla="*/ 9464 h 19050"/>
                <a:gd name="connsiteX115" fmla="*/ 992886 w 3267741"/>
                <a:gd name="connsiteY115" fmla="*/ -61 h 19050"/>
                <a:gd name="connsiteX116" fmla="*/ 1039749 w 3267741"/>
                <a:gd name="connsiteY116" fmla="*/ -61 h 19050"/>
                <a:gd name="connsiteX117" fmla="*/ 1049274 w 3267741"/>
                <a:gd name="connsiteY117" fmla="*/ 9464 h 19050"/>
                <a:gd name="connsiteX118" fmla="*/ 1039749 w 3267741"/>
                <a:gd name="connsiteY118" fmla="*/ 18989 h 19050"/>
                <a:gd name="connsiteX119" fmla="*/ 899065 w 3267741"/>
                <a:gd name="connsiteY119" fmla="*/ 18989 h 19050"/>
                <a:gd name="connsiteX120" fmla="*/ 852201 w 3267741"/>
                <a:gd name="connsiteY120" fmla="*/ 18989 h 19050"/>
                <a:gd name="connsiteX121" fmla="*/ 842676 w 3267741"/>
                <a:gd name="connsiteY121" fmla="*/ 9464 h 19050"/>
                <a:gd name="connsiteX122" fmla="*/ 852201 w 3267741"/>
                <a:gd name="connsiteY122" fmla="*/ -61 h 19050"/>
                <a:gd name="connsiteX123" fmla="*/ 899065 w 3267741"/>
                <a:gd name="connsiteY123" fmla="*/ -61 h 19050"/>
                <a:gd name="connsiteX124" fmla="*/ 908590 w 3267741"/>
                <a:gd name="connsiteY124" fmla="*/ 9464 h 19050"/>
                <a:gd name="connsiteX125" fmla="*/ 899065 w 3267741"/>
                <a:gd name="connsiteY125" fmla="*/ 18989 h 19050"/>
                <a:gd name="connsiteX126" fmla="*/ 758475 w 3267741"/>
                <a:gd name="connsiteY126" fmla="*/ 18989 h 19050"/>
                <a:gd name="connsiteX127" fmla="*/ 711993 w 3267741"/>
                <a:gd name="connsiteY127" fmla="*/ 18989 h 19050"/>
                <a:gd name="connsiteX128" fmla="*/ 702468 w 3267741"/>
                <a:gd name="connsiteY128" fmla="*/ 9464 h 19050"/>
                <a:gd name="connsiteX129" fmla="*/ 711993 w 3267741"/>
                <a:gd name="connsiteY129" fmla="*/ -61 h 19050"/>
                <a:gd name="connsiteX130" fmla="*/ 758857 w 3267741"/>
                <a:gd name="connsiteY130" fmla="*/ -61 h 19050"/>
                <a:gd name="connsiteX131" fmla="*/ 768382 w 3267741"/>
                <a:gd name="connsiteY131" fmla="*/ 9464 h 19050"/>
                <a:gd name="connsiteX132" fmla="*/ 758857 w 3267741"/>
                <a:gd name="connsiteY132" fmla="*/ 18989 h 19050"/>
                <a:gd name="connsiteX133" fmla="*/ 617791 w 3267741"/>
                <a:gd name="connsiteY133" fmla="*/ 18989 h 19050"/>
                <a:gd name="connsiteX134" fmla="*/ 570928 w 3267741"/>
                <a:gd name="connsiteY134" fmla="*/ 18989 h 19050"/>
                <a:gd name="connsiteX135" fmla="*/ 561403 w 3267741"/>
                <a:gd name="connsiteY135" fmla="*/ 9464 h 19050"/>
                <a:gd name="connsiteX136" fmla="*/ 570928 w 3267741"/>
                <a:gd name="connsiteY136" fmla="*/ -61 h 19050"/>
                <a:gd name="connsiteX137" fmla="*/ 617791 w 3267741"/>
                <a:gd name="connsiteY137" fmla="*/ -61 h 19050"/>
                <a:gd name="connsiteX138" fmla="*/ 627316 w 3267741"/>
                <a:gd name="connsiteY138" fmla="*/ 9464 h 19050"/>
                <a:gd name="connsiteX139" fmla="*/ 617791 w 3267741"/>
                <a:gd name="connsiteY139" fmla="*/ 18989 h 19050"/>
                <a:gd name="connsiteX140" fmla="*/ 477202 w 3267741"/>
                <a:gd name="connsiteY140" fmla="*/ 18989 h 19050"/>
                <a:gd name="connsiteX141" fmla="*/ 430340 w 3267741"/>
                <a:gd name="connsiteY141" fmla="*/ 18989 h 19050"/>
                <a:gd name="connsiteX142" fmla="*/ 420815 w 3267741"/>
                <a:gd name="connsiteY142" fmla="*/ 9464 h 19050"/>
                <a:gd name="connsiteX143" fmla="*/ 430340 w 3267741"/>
                <a:gd name="connsiteY143" fmla="*/ -61 h 19050"/>
                <a:gd name="connsiteX144" fmla="*/ 477202 w 3267741"/>
                <a:gd name="connsiteY144" fmla="*/ -61 h 19050"/>
                <a:gd name="connsiteX145" fmla="*/ 486727 w 3267741"/>
                <a:gd name="connsiteY145" fmla="*/ 9464 h 19050"/>
                <a:gd name="connsiteX146" fmla="*/ 477202 w 3267741"/>
                <a:gd name="connsiteY146" fmla="*/ 18989 h 19050"/>
                <a:gd name="connsiteX147" fmla="*/ 336613 w 3267741"/>
                <a:gd name="connsiteY147" fmla="*/ 18989 h 19050"/>
                <a:gd name="connsiteX148" fmla="*/ 289655 w 3267741"/>
                <a:gd name="connsiteY148" fmla="*/ 18989 h 19050"/>
                <a:gd name="connsiteX149" fmla="*/ 280130 w 3267741"/>
                <a:gd name="connsiteY149" fmla="*/ 9464 h 19050"/>
                <a:gd name="connsiteX150" fmla="*/ 289655 w 3267741"/>
                <a:gd name="connsiteY150" fmla="*/ -61 h 19050"/>
                <a:gd name="connsiteX151" fmla="*/ 336613 w 3267741"/>
                <a:gd name="connsiteY151" fmla="*/ -61 h 19050"/>
                <a:gd name="connsiteX152" fmla="*/ 346138 w 3267741"/>
                <a:gd name="connsiteY152" fmla="*/ 9464 h 19050"/>
                <a:gd name="connsiteX153" fmla="*/ 336613 w 3267741"/>
                <a:gd name="connsiteY153" fmla="*/ 18989 h 19050"/>
                <a:gd name="connsiteX154" fmla="*/ 195928 w 3267741"/>
                <a:gd name="connsiteY154" fmla="*/ 18989 h 19050"/>
                <a:gd name="connsiteX155" fmla="*/ 149066 w 3267741"/>
                <a:gd name="connsiteY155" fmla="*/ 18989 h 19050"/>
                <a:gd name="connsiteX156" fmla="*/ 139541 w 3267741"/>
                <a:gd name="connsiteY156" fmla="*/ 9464 h 19050"/>
                <a:gd name="connsiteX157" fmla="*/ 149066 w 3267741"/>
                <a:gd name="connsiteY157" fmla="*/ -61 h 19050"/>
                <a:gd name="connsiteX158" fmla="*/ 195928 w 3267741"/>
                <a:gd name="connsiteY158" fmla="*/ -61 h 19050"/>
                <a:gd name="connsiteX159" fmla="*/ 205453 w 3267741"/>
                <a:gd name="connsiteY159" fmla="*/ 9464 h 19050"/>
                <a:gd name="connsiteX160" fmla="*/ 195928 w 3267741"/>
                <a:gd name="connsiteY160" fmla="*/ 18989 h 19050"/>
                <a:gd name="connsiteX161" fmla="*/ 55340 w 3267741"/>
                <a:gd name="connsiteY161" fmla="*/ 18989 h 19050"/>
                <a:gd name="connsiteX162" fmla="*/ 8477 w 3267741"/>
                <a:gd name="connsiteY162" fmla="*/ 18989 h 19050"/>
                <a:gd name="connsiteX163" fmla="*/ -1048 w 3267741"/>
                <a:gd name="connsiteY163" fmla="*/ 9464 h 19050"/>
                <a:gd name="connsiteX164" fmla="*/ 8477 w 3267741"/>
                <a:gd name="connsiteY164" fmla="*/ -61 h 19050"/>
                <a:gd name="connsiteX165" fmla="*/ 55340 w 3267741"/>
                <a:gd name="connsiteY165" fmla="*/ -61 h 19050"/>
                <a:gd name="connsiteX166" fmla="*/ 64865 w 3267741"/>
                <a:gd name="connsiteY166" fmla="*/ 9464 h 19050"/>
                <a:gd name="connsiteX167" fmla="*/ 55340 w 3267741"/>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741" h="19050">
                  <a:moveTo>
                    <a:pt x="3257168" y="18989"/>
                  </a:moveTo>
                  <a:lnTo>
                    <a:pt x="3242881" y="18989"/>
                  </a:lnTo>
                  <a:cubicBezTo>
                    <a:pt x="3237643" y="18989"/>
                    <a:pt x="3233356" y="14722"/>
                    <a:pt x="3233356" y="9464"/>
                  </a:cubicBezTo>
                  <a:cubicBezTo>
                    <a:pt x="3233356" y="4206"/>
                    <a:pt x="3237643" y="-61"/>
                    <a:pt x="3242881" y="-61"/>
                  </a:cubicBezTo>
                  <a:lnTo>
                    <a:pt x="3257168" y="-61"/>
                  </a:lnTo>
                  <a:cubicBezTo>
                    <a:pt x="3262408" y="-61"/>
                    <a:pt x="3266693" y="4206"/>
                    <a:pt x="3266693" y="9464"/>
                  </a:cubicBezTo>
                  <a:cubicBezTo>
                    <a:pt x="3266693" y="14722"/>
                    <a:pt x="3262408" y="18989"/>
                    <a:pt x="3257168" y="18989"/>
                  </a:cubicBezTo>
                  <a:close/>
                  <a:moveTo>
                    <a:pt x="3149155" y="18989"/>
                  </a:moveTo>
                  <a:lnTo>
                    <a:pt x="3102196" y="18989"/>
                  </a:lnTo>
                  <a:cubicBezTo>
                    <a:pt x="3096958" y="18989"/>
                    <a:pt x="3092671" y="14722"/>
                    <a:pt x="3092671" y="9464"/>
                  </a:cubicBezTo>
                  <a:cubicBezTo>
                    <a:pt x="3092671" y="4206"/>
                    <a:pt x="3096958" y="-61"/>
                    <a:pt x="3102196" y="-61"/>
                  </a:cubicBezTo>
                  <a:lnTo>
                    <a:pt x="3149155" y="-61"/>
                  </a:lnTo>
                  <a:cubicBezTo>
                    <a:pt x="3154394" y="-61"/>
                    <a:pt x="3158680" y="4206"/>
                    <a:pt x="3158680" y="9464"/>
                  </a:cubicBezTo>
                  <a:cubicBezTo>
                    <a:pt x="3158680" y="14722"/>
                    <a:pt x="3154394" y="18989"/>
                    <a:pt x="3149155" y="18989"/>
                  </a:cubicBezTo>
                  <a:close/>
                  <a:moveTo>
                    <a:pt x="3008471" y="18989"/>
                  </a:moveTo>
                  <a:lnTo>
                    <a:pt x="2961609" y="18989"/>
                  </a:lnTo>
                  <a:cubicBezTo>
                    <a:pt x="2956369" y="18989"/>
                    <a:pt x="2952084" y="14722"/>
                    <a:pt x="2952084" y="9464"/>
                  </a:cubicBezTo>
                  <a:cubicBezTo>
                    <a:pt x="2952084" y="4206"/>
                    <a:pt x="2956369" y="-61"/>
                    <a:pt x="2961609" y="-61"/>
                  </a:cubicBezTo>
                  <a:lnTo>
                    <a:pt x="3008471" y="-61"/>
                  </a:lnTo>
                  <a:cubicBezTo>
                    <a:pt x="3013710" y="-61"/>
                    <a:pt x="3017996" y="4206"/>
                    <a:pt x="3017996" y="9464"/>
                  </a:cubicBezTo>
                  <a:cubicBezTo>
                    <a:pt x="3017996" y="14722"/>
                    <a:pt x="3013710" y="18989"/>
                    <a:pt x="3008471" y="18989"/>
                  </a:cubicBezTo>
                  <a:close/>
                  <a:moveTo>
                    <a:pt x="2867882" y="18989"/>
                  </a:moveTo>
                  <a:lnTo>
                    <a:pt x="2820924" y="18989"/>
                  </a:lnTo>
                  <a:cubicBezTo>
                    <a:pt x="2815685" y="18989"/>
                    <a:pt x="2811399" y="14722"/>
                    <a:pt x="2811399" y="9464"/>
                  </a:cubicBezTo>
                  <a:cubicBezTo>
                    <a:pt x="2811399" y="4206"/>
                    <a:pt x="2815685" y="-61"/>
                    <a:pt x="2820924" y="-61"/>
                  </a:cubicBezTo>
                  <a:lnTo>
                    <a:pt x="2867882" y="-61"/>
                  </a:lnTo>
                  <a:cubicBezTo>
                    <a:pt x="2873121" y="-61"/>
                    <a:pt x="2877407" y="4206"/>
                    <a:pt x="2877407" y="9464"/>
                  </a:cubicBezTo>
                  <a:cubicBezTo>
                    <a:pt x="2877407" y="14722"/>
                    <a:pt x="2873121" y="18989"/>
                    <a:pt x="2867882" y="18989"/>
                  </a:cubicBezTo>
                  <a:close/>
                  <a:moveTo>
                    <a:pt x="2727197" y="18989"/>
                  </a:moveTo>
                  <a:lnTo>
                    <a:pt x="2680335" y="18989"/>
                  </a:lnTo>
                  <a:cubicBezTo>
                    <a:pt x="2675096" y="18989"/>
                    <a:pt x="2670810" y="14722"/>
                    <a:pt x="2670810" y="9464"/>
                  </a:cubicBezTo>
                  <a:cubicBezTo>
                    <a:pt x="2670810" y="4206"/>
                    <a:pt x="2675096" y="-61"/>
                    <a:pt x="2680335" y="-61"/>
                  </a:cubicBezTo>
                  <a:lnTo>
                    <a:pt x="2727197" y="-61"/>
                  </a:lnTo>
                  <a:cubicBezTo>
                    <a:pt x="2732436" y="-61"/>
                    <a:pt x="2736722" y="4206"/>
                    <a:pt x="2736722" y="9464"/>
                  </a:cubicBezTo>
                  <a:cubicBezTo>
                    <a:pt x="2736722" y="14722"/>
                    <a:pt x="2732436" y="18989"/>
                    <a:pt x="2727197" y="18989"/>
                  </a:cubicBezTo>
                  <a:close/>
                  <a:moveTo>
                    <a:pt x="2586609" y="18989"/>
                  </a:moveTo>
                  <a:lnTo>
                    <a:pt x="2539746" y="18989"/>
                  </a:lnTo>
                  <a:cubicBezTo>
                    <a:pt x="2534507" y="18989"/>
                    <a:pt x="2530221" y="14722"/>
                    <a:pt x="2530221" y="9464"/>
                  </a:cubicBezTo>
                  <a:cubicBezTo>
                    <a:pt x="2530221" y="4206"/>
                    <a:pt x="2534507" y="-61"/>
                    <a:pt x="2539746" y="-61"/>
                  </a:cubicBezTo>
                  <a:lnTo>
                    <a:pt x="2586609" y="-61"/>
                  </a:lnTo>
                  <a:cubicBezTo>
                    <a:pt x="2591847" y="-61"/>
                    <a:pt x="2596134" y="4206"/>
                    <a:pt x="2596134" y="9464"/>
                  </a:cubicBezTo>
                  <a:cubicBezTo>
                    <a:pt x="2596134" y="14722"/>
                    <a:pt x="2591847" y="18989"/>
                    <a:pt x="2586609" y="18989"/>
                  </a:cubicBezTo>
                  <a:close/>
                  <a:moveTo>
                    <a:pt x="2445544" y="18989"/>
                  </a:moveTo>
                  <a:lnTo>
                    <a:pt x="2398680" y="18989"/>
                  </a:lnTo>
                  <a:cubicBezTo>
                    <a:pt x="2393442" y="18989"/>
                    <a:pt x="2389155" y="14722"/>
                    <a:pt x="2389155" y="9464"/>
                  </a:cubicBezTo>
                  <a:cubicBezTo>
                    <a:pt x="2389155" y="4206"/>
                    <a:pt x="2393442" y="-61"/>
                    <a:pt x="2398680" y="-61"/>
                  </a:cubicBezTo>
                  <a:lnTo>
                    <a:pt x="2445544" y="-61"/>
                  </a:lnTo>
                  <a:cubicBezTo>
                    <a:pt x="2450783" y="-61"/>
                    <a:pt x="2455069" y="4206"/>
                    <a:pt x="2455069" y="9464"/>
                  </a:cubicBezTo>
                  <a:cubicBezTo>
                    <a:pt x="2455069" y="14722"/>
                    <a:pt x="2450783" y="18989"/>
                    <a:pt x="2445544" y="18989"/>
                  </a:cubicBezTo>
                  <a:close/>
                  <a:moveTo>
                    <a:pt x="2304954" y="18989"/>
                  </a:moveTo>
                  <a:lnTo>
                    <a:pt x="2258091" y="18989"/>
                  </a:lnTo>
                  <a:cubicBezTo>
                    <a:pt x="2252853" y="18989"/>
                    <a:pt x="2248566" y="14722"/>
                    <a:pt x="2248566" y="9464"/>
                  </a:cubicBezTo>
                  <a:cubicBezTo>
                    <a:pt x="2248566" y="4206"/>
                    <a:pt x="2252853" y="-61"/>
                    <a:pt x="2258091" y="-61"/>
                  </a:cubicBezTo>
                  <a:lnTo>
                    <a:pt x="2304954" y="-61"/>
                  </a:lnTo>
                  <a:cubicBezTo>
                    <a:pt x="2310194" y="-61"/>
                    <a:pt x="2314479" y="4206"/>
                    <a:pt x="2314479" y="9464"/>
                  </a:cubicBezTo>
                  <a:cubicBezTo>
                    <a:pt x="2314479" y="14722"/>
                    <a:pt x="2310194" y="18989"/>
                    <a:pt x="2304954" y="18989"/>
                  </a:cubicBezTo>
                  <a:close/>
                  <a:moveTo>
                    <a:pt x="2164270" y="18989"/>
                  </a:moveTo>
                  <a:lnTo>
                    <a:pt x="2117408" y="18989"/>
                  </a:lnTo>
                  <a:cubicBezTo>
                    <a:pt x="2112169" y="18989"/>
                    <a:pt x="2107883" y="14722"/>
                    <a:pt x="2107883" y="9464"/>
                  </a:cubicBezTo>
                  <a:cubicBezTo>
                    <a:pt x="2107883" y="4206"/>
                    <a:pt x="2112169" y="-61"/>
                    <a:pt x="2117408" y="-61"/>
                  </a:cubicBezTo>
                  <a:lnTo>
                    <a:pt x="2164270" y="-61"/>
                  </a:lnTo>
                  <a:cubicBezTo>
                    <a:pt x="2169509" y="-61"/>
                    <a:pt x="2173795" y="4206"/>
                    <a:pt x="2173795" y="9464"/>
                  </a:cubicBezTo>
                  <a:cubicBezTo>
                    <a:pt x="2173795" y="14722"/>
                    <a:pt x="2169509" y="18989"/>
                    <a:pt x="2164270" y="18989"/>
                  </a:cubicBezTo>
                  <a:close/>
                  <a:moveTo>
                    <a:pt x="2023681" y="18989"/>
                  </a:moveTo>
                  <a:lnTo>
                    <a:pt x="1976819" y="18989"/>
                  </a:lnTo>
                  <a:cubicBezTo>
                    <a:pt x="1971579" y="18989"/>
                    <a:pt x="1967294" y="14722"/>
                    <a:pt x="1967294" y="9464"/>
                  </a:cubicBezTo>
                  <a:cubicBezTo>
                    <a:pt x="1967294" y="4206"/>
                    <a:pt x="1971579" y="-61"/>
                    <a:pt x="1976819" y="-61"/>
                  </a:cubicBezTo>
                  <a:lnTo>
                    <a:pt x="2023681" y="-61"/>
                  </a:lnTo>
                  <a:cubicBezTo>
                    <a:pt x="2028920" y="-61"/>
                    <a:pt x="2033206" y="4206"/>
                    <a:pt x="2033206" y="9464"/>
                  </a:cubicBezTo>
                  <a:cubicBezTo>
                    <a:pt x="2033206" y="14722"/>
                    <a:pt x="2028920" y="18989"/>
                    <a:pt x="2023681" y="18989"/>
                  </a:cubicBezTo>
                  <a:close/>
                  <a:moveTo>
                    <a:pt x="1883568" y="18989"/>
                  </a:moveTo>
                  <a:lnTo>
                    <a:pt x="1836610" y="18989"/>
                  </a:lnTo>
                  <a:cubicBezTo>
                    <a:pt x="1831372" y="18989"/>
                    <a:pt x="1827085" y="14722"/>
                    <a:pt x="1827085" y="9464"/>
                  </a:cubicBezTo>
                  <a:cubicBezTo>
                    <a:pt x="1827085" y="4206"/>
                    <a:pt x="1831372" y="-61"/>
                    <a:pt x="1836610" y="-61"/>
                  </a:cubicBezTo>
                  <a:lnTo>
                    <a:pt x="1883568" y="-61"/>
                  </a:lnTo>
                  <a:cubicBezTo>
                    <a:pt x="1888808" y="-61"/>
                    <a:pt x="1893093" y="4206"/>
                    <a:pt x="1893093" y="9464"/>
                  </a:cubicBezTo>
                  <a:cubicBezTo>
                    <a:pt x="1893093" y="14722"/>
                    <a:pt x="1888808" y="18989"/>
                    <a:pt x="1883568"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1" y="18989"/>
                  </a:moveTo>
                  <a:lnTo>
                    <a:pt x="1273968" y="18989"/>
                  </a:lnTo>
                  <a:cubicBezTo>
                    <a:pt x="1268729" y="18989"/>
                    <a:pt x="1264443" y="14722"/>
                    <a:pt x="1264443" y="9464"/>
                  </a:cubicBezTo>
                  <a:cubicBezTo>
                    <a:pt x="1264443" y="4206"/>
                    <a:pt x="1268729" y="-61"/>
                    <a:pt x="1273968" y="-61"/>
                  </a:cubicBezTo>
                  <a:lnTo>
                    <a:pt x="1320832" y="-61"/>
                  </a:lnTo>
                  <a:cubicBezTo>
                    <a:pt x="1326070" y="-61"/>
                    <a:pt x="1330357" y="4206"/>
                    <a:pt x="1330357" y="9464"/>
                  </a:cubicBezTo>
                  <a:cubicBezTo>
                    <a:pt x="1330357" y="14722"/>
                    <a:pt x="1326070" y="18989"/>
                    <a:pt x="1320832"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6" y="18989"/>
                    <a:pt x="983361" y="14722"/>
                    <a:pt x="983361" y="9464"/>
                  </a:cubicBezTo>
                  <a:cubicBezTo>
                    <a:pt x="983361" y="4206"/>
                    <a:pt x="987646"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3" y="-61"/>
                    <a:pt x="908590" y="4206"/>
                    <a:pt x="908590" y="9464"/>
                  </a:cubicBezTo>
                  <a:cubicBezTo>
                    <a:pt x="908590" y="14722"/>
                    <a:pt x="904303" y="18989"/>
                    <a:pt x="899065" y="18989"/>
                  </a:cubicBezTo>
                  <a:close/>
                  <a:moveTo>
                    <a:pt x="758475" y="18989"/>
                  </a:moveTo>
                  <a:lnTo>
                    <a:pt x="711993" y="18989"/>
                  </a:lnTo>
                  <a:cubicBezTo>
                    <a:pt x="706754" y="18989"/>
                    <a:pt x="702468" y="14722"/>
                    <a:pt x="702468" y="9464"/>
                  </a:cubicBezTo>
                  <a:cubicBezTo>
                    <a:pt x="702468" y="4206"/>
                    <a:pt x="706754" y="-61"/>
                    <a:pt x="711993" y="-61"/>
                  </a:cubicBezTo>
                  <a:lnTo>
                    <a:pt x="758857" y="-61"/>
                  </a:lnTo>
                  <a:cubicBezTo>
                    <a:pt x="764095" y="-61"/>
                    <a:pt x="768382" y="4206"/>
                    <a:pt x="768382" y="9464"/>
                  </a:cubicBezTo>
                  <a:cubicBezTo>
                    <a:pt x="768382" y="14722"/>
                    <a:pt x="764095" y="18989"/>
                    <a:pt x="758857" y="18989"/>
                  </a:cubicBezTo>
                  <a:close/>
                  <a:moveTo>
                    <a:pt x="617791" y="18989"/>
                  </a:moveTo>
                  <a:lnTo>
                    <a:pt x="570928" y="18989"/>
                  </a:lnTo>
                  <a:cubicBezTo>
                    <a:pt x="565690" y="18989"/>
                    <a:pt x="561403" y="14722"/>
                    <a:pt x="561403" y="9464"/>
                  </a:cubicBezTo>
                  <a:cubicBezTo>
                    <a:pt x="561403" y="4206"/>
                    <a:pt x="565690" y="-61"/>
                    <a:pt x="570928"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28" y="18989"/>
                  </a:moveTo>
                  <a:lnTo>
                    <a:pt x="149066" y="18989"/>
                  </a:lnTo>
                  <a:cubicBezTo>
                    <a:pt x="143827" y="18989"/>
                    <a:pt x="139541" y="14722"/>
                    <a:pt x="139541" y="9464"/>
                  </a:cubicBezTo>
                  <a:cubicBezTo>
                    <a:pt x="139541" y="4206"/>
                    <a:pt x="143827" y="-61"/>
                    <a:pt x="149066" y="-61"/>
                  </a:cubicBezTo>
                  <a:lnTo>
                    <a:pt x="195928" y="-61"/>
                  </a:lnTo>
                  <a:cubicBezTo>
                    <a:pt x="201168" y="-61"/>
                    <a:pt x="205453" y="4206"/>
                    <a:pt x="205453" y="9464"/>
                  </a:cubicBezTo>
                  <a:cubicBezTo>
                    <a:pt x="205453" y="14722"/>
                    <a:pt x="201168" y="18989"/>
                    <a:pt x="195928"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1" name="任意多边形: 形状 20">
              <a:extLst>
                <a:ext uri="{FF2B5EF4-FFF2-40B4-BE49-F238E27FC236}">
                  <a16:creationId xmlns:a16="http://schemas.microsoft.com/office/drawing/2014/main" id="{376C5A73-E64D-2E35-F402-F7BF82F5AC6C}"/>
                </a:ext>
              </a:extLst>
            </p:cNvPr>
            <p:cNvSpPr/>
            <p:nvPr/>
          </p:nvSpPr>
          <p:spPr>
            <a:xfrm>
              <a:off x="4678394" y="3124009"/>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1"/>
                    <a:pt x="3233451" y="9464"/>
                  </a:cubicBezTo>
                  <a:cubicBezTo>
                    <a:pt x="3233451" y="4206"/>
                    <a:pt x="3237738" y="-61"/>
                    <a:pt x="3242976" y="-61"/>
                  </a:cubicBezTo>
                  <a:lnTo>
                    <a:pt x="3257264" y="-61"/>
                  </a:lnTo>
                  <a:cubicBezTo>
                    <a:pt x="3262503" y="-61"/>
                    <a:pt x="3266789" y="4206"/>
                    <a:pt x="3266789" y="9464"/>
                  </a:cubicBezTo>
                  <a:cubicBezTo>
                    <a:pt x="3266789" y="14721"/>
                    <a:pt x="3262503" y="18989"/>
                    <a:pt x="3257264" y="18989"/>
                  </a:cubicBezTo>
                  <a:close/>
                  <a:moveTo>
                    <a:pt x="3149251" y="18989"/>
                  </a:moveTo>
                  <a:lnTo>
                    <a:pt x="3102292" y="18989"/>
                  </a:lnTo>
                  <a:cubicBezTo>
                    <a:pt x="3097054" y="18989"/>
                    <a:pt x="3092767" y="14721"/>
                    <a:pt x="3092767" y="9464"/>
                  </a:cubicBezTo>
                  <a:cubicBezTo>
                    <a:pt x="3092767" y="4206"/>
                    <a:pt x="3097054" y="-61"/>
                    <a:pt x="3102292" y="-61"/>
                  </a:cubicBezTo>
                  <a:lnTo>
                    <a:pt x="3149251" y="-61"/>
                  </a:lnTo>
                  <a:cubicBezTo>
                    <a:pt x="3154490" y="-61"/>
                    <a:pt x="3158776" y="4206"/>
                    <a:pt x="3158776" y="9464"/>
                  </a:cubicBezTo>
                  <a:cubicBezTo>
                    <a:pt x="3158776" y="14721"/>
                    <a:pt x="3154490" y="18989"/>
                    <a:pt x="3149251" y="18989"/>
                  </a:cubicBezTo>
                  <a:close/>
                  <a:moveTo>
                    <a:pt x="3008566" y="18989"/>
                  </a:moveTo>
                  <a:lnTo>
                    <a:pt x="2961704" y="18989"/>
                  </a:lnTo>
                  <a:cubicBezTo>
                    <a:pt x="2956465" y="18989"/>
                    <a:pt x="2952179" y="14721"/>
                    <a:pt x="2952179" y="9464"/>
                  </a:cubicBezTo>
                  <a:cubicBezTo>
                    <a:pt x="2952179" y="4206"/>
                    <a:pt x="2956465" y="-61"/>
                    <a:pt x="2961704" y="-61"/>
                  </a:cubicBezTo>
                  <a:lnTo>
                    <a:pt x="3008566" y="-61"/>
                  </a:lnTo>
                  <a:cubicBezTo>
                    <a:pt x="3013805" y="-61"/>
                    <a:pt x="3018091" y="4206"/>
                    <a:pt x="3018091" y="9464"/>
                  </a:cubicBezTo>
                  <a:cubicBezTo>
                    <a:pt x="3018091" y="14721"/>
                    <a:pt x="3013805" y="18989"/>
                    <a:pt x="3008566" y="18989"/>
                  </a:cubicBezTo>
                  <a:close/>
                  <a:moveTo>
                    <a:pt x="2867977" y="18989"/>
                  </a:moveTo>
                  <a:lnTo>
                    <a:pt x="2821019" y="18989"/>
                  </a:lnTo>
                  <a:cubicBezTo>
                    <a:pt x="2815780" y="18989"/>
                    <a:pt x="2811494" y="14721"/>
                    <a:pt x="2811494" y="9464"/>
                  </a:cubicBezTo>
                  <a:cubicBezTo>
                    <a:pt x="2811494" y="4206"/>
                    <a:pt x="2815780" y="-61"/>
                    <a:pt x="2821019" y="-61"/>
                  </a:cubicBezTo>
                  <a:lnTo>
                    <a:pt x="2867977" y="-61"/>
                  </a:lnTo>
                  <a:cubicBezTo>
                    <a:pt x="2873216" y="-61"/>
                    <a:pt x="2877502" y="4206"/>
                    <a:pt x="2877502" y="9464"/>
                  </a:cubicBezTo>
                  <a:cubicBezTo>
                    <a:pt x="2877502" y="14721"/>
                    <a:pt x="2873216" y="18989"/>
                    <a:pt x="2867977" y="18989"/>
                  </a:cubicBezTo>
                  <a:close/>
                  <a:moveTo>
                    <a:pt x="2727293" y="18989"/>
                  </a:moveTo>
                  <a:lnTo>
                    <a:pt x="2680430" y="18989"/>
                  </a:lnTo>
                  <a:cubicBezTo>
                    <a:pt x="2675191" y="18989"/>
                    <a:pt x="2670905" y="14721"/>
                    <a:pt x="2670905" y="9464"/>
                  </a:cubicBezTo>
                  <a:cubicBezTo>
                    <a:pt x="2670905" y="4206"/>
                    <a:pt x="2675191" y="-61"/>
                    <a:pt x="2680430" y="-61"/>
                  </a:cubicBezTo>
                  <a:lnTo>
                    <a:pt x="2727293" y="-61"/>
                  </a:lnTo>
                  <a:cubicBezTo>
                    <a:pt x="2732532" y="-61"/>
                    <a:pt x="2736818" y="4206"/>
                    <a:pt x="2736818" y="9464"/>
                  </a:cubicBezTo>
                  <a:cubicBezTo>
                    <a:pt x="2736818" y="14721"/>
                    <a:pt x="2732532" y="18989"/>
                    <a:pt x="2727293" y="18989"/>
                  </a:cubicBezTo>
                  <a:close/>
                  <a:moveTo>
                    <a:pt x="2586705" y="18989"/>
                  </a:moveTo>
                  <a:lnTo>
                    <a:pt x="2539841" y="18989"/>
                  </a:lnTo>
                  <a:cubicBezTo>
                    <a:pt x="2534602" y="18989"/>
                    <a:pt x="2530316" y="14721"/>
                    <a:pt x="2530316" y="9464"/>
                  </a:cubicBezTo>
                  <a:cubicBezTo>
                    <a:pt x="2530316" y="4206"/>
                    <a:pt x="2534602" y="-61"/>
                    <a:pt x="2539841" y="-61"/>
                  </a:cubicBezTo>
                  <a:lnTo>
                    <a:pt x="2586705" y="-61"/>
                  </a:lnTo>
                  <a:cubicBezTo>
                    <a:pt x="2591943" y="-61"/>
                    <a:pt x="2596230" y="4206"/>
                    <a:pt x="2596230" y="9464"/>
                  </a:cubicBezTo>
                  <a:cubicBezTo>
                    <a:pt x="2596230" y="14721"/>
                    <a:pt x="2591943" y="18989"/>
                    <a:pt x="2586705" y="18989"/>
                  </a:cubicBezTo>
                  <a:close/>
                  <a:moveTo>
                    <a:pt x="2446020" y="18989"/>
                  </a:moveTo>
                  <a:lnTo>
                    <a:pt x="2399157" y="18989"/>
                  </a:lnTo>
                  <a:cubicBezTo>
                    <a:pt x="2393918" y="18989"/>
                    <a:pt x="2389632" y="14721"/>
                    <a:pt x="2389632" y="9464"/>
                  </a:cubicBezTo>
                  <a:cubicBezTo>
                    <a:pt x="2389632" y="4206"/>
                    <a:pt x="2393918" y="-61"/>
                    <a:pt x="2399157" y="-61"/>
                  </a:cubicBezTo>
                  <a:lnTo>
                    <a:pt x="2445639" y="-61"/>
                  </a:lnTo>
                  <a:cubicBezTo>
                    <a:pt x="2450878" y="-61"/>
                    <a:pt x="2455164" y="4206"/>
                    <a:pt x="2455164" y="9464"/>
                  </a:cubicBezTo>
                  <a:cubicBezTo>
                    <a:pt x="2455164" y="14721"/>
                    <a:pt x="2450878" y="18989"/>
                    <a:pt x="2445639" y="18989"/>
                  </a:cubicBezTo>
                  <a:close/>
                  <a:moveTo>
                    <a:pt x="2305431" y="18989"/>
                  </a:moveTo>
                  <a:lnTo>
                    <a:pt x="2258568" y="18989"/>
                  </a:lnTo>
                  <a:cubicBezTo>
                    <a:pt x="2253330" y="18989"/>
                    <a:pt x="2249043" y="14721"/>
                    <a:pt x="2249043" y="9464"/>
                  </a:cubicBezTo>
                  <a:cubicBezTo>
                    <a:pt x="2249043" y="4206"/>
                    <a:pt x="2253330" y="-61"/>
                    <a:pt x="2258568" y="-61"/>
                  </a:cubicBezTo>
                  <a:lnTo>
                    <a:pt x="2305431" y="-61"/>
                  </a:lnTo>
                  <a:cubicBezTo>
                    <a:pt x="2310669" y="-61"/>
                    <a:pt x="2314956" y="4206"/>
                    <a:pt x="2314956" y="9464"/>
                  </a:cubicBezTo>
                  <a:cubicBezTo>
                    <a:pt x="2314956" y="14721"/>
                    <a:pt x="2310669" y="18989"/>
                    <a:pt x="2305431" y="18989"/>
                  </a:cubicBezTo>
                  <a:close/>
                  <a:moveTo>
                    <a:pt x="2164747" y="18989"/>
                  </a:moveTo>
                  <a:lnTo>
                    <a:pt x="2117883" y="18989"/>
                  </a:lnTo>
                  <a:cubicBezTo>
                    <a:pt x="2112645" y="18989"/>
                    <a:pt x="2108358" y="14721"/>
                    <a:pt x="2108358" y="9464"/>
                  </a:cubicBezTo>
                  <a:cubicBezTo>
                    <a:pt x="2108358" y="4206"/>
                    <a:pt x="2112645" y="-61"/>
                    <a:pt x="2117883" y="-61"/>
                  </a:cubicBezTo>
                  <a:lnTo>
                    <a:pt x="2164747" y="-61"/>
                  </a:lnTo>
                  <a:cubicBezTo>
                    <a:pt x="2169986" y="-61"/>
                    <a:pt x="2174272" y="4206"/>
                    <a:pt x="2174272" y="9464"/>
                  </a:cubicBezTo>
                  <a:cubicBezTo>
                    <a:pt x="2174272" y="14721"/>
                    <a:pt x="2169986" y="18989"/>
                    <a:pt x="2164747" y="18989"/>
                  </a:cubicBezTo>
                  <a:close/>
                  <a:moveTo>
                    <a:pt x="2024158" y="18989"/>
                  </a:moveTo>
                  <a:lnTo>
                    <a:pt x="1977294" y="18989"/>
                  </a:lnTo>
                  <a:cubicBezTo>
                    <a:pt x="1972056" y="18989"/>
                    <a:pt x="1967769" y="14721"/>
                    <a:pt x="1967769" y="9464"/>
                  </a:cubicBezTo>
                  <a:cubicBezTo>
                    <a:pt x="1967769" y="4206"/>
                    <a:pt x="1972056" y="-61"/>
                    <a:pt x="1977294" y="-61"/>
                  </a:cubicBezTo>
                  <a:lnTo>
                    <a:pt x="2024158" y="-61"/>
                  </a:lnTo>
                  <a:cubicBezTo>
                    <a:pt x="2029397" y="-61"/>
                    <a:pt x="2033683" y="4206"/>
                    <a:pt x="2033683" y="9464"/>
                  </a:cubicBezTo>
                  <a:cubicBezTo>
                    <a:pt x="2033683" y="14721"/>
                    <a:pt x="2029397" y="18989"/>
                    <a:pt x="2024158" y="18989"/>
                  </a:cubicBezTo>
                  <a:close/>
                  <a:moveTo>
                    <a:pt x="1883568" y="18989"/>
                  </a:moveTo>
                  <a:lnTo>
                    <a:pt x="1836611" y="18989"/>
                  </a:lnTo>
                  <a:cubicBezTo>
                    <a:pt x="1831372" y="18989"/>
                    <a:pt x="1827086" y="14721"/>
                    <a:pt x="1827086" y="9464"/>
                  </a:cubicBezTo>
                  <a:cubicBezTo>
                    <a:pt x="1827086" y="4206"/>
                    <a:pt x="1831372" y="-61"/>
                    <a:pt x="1836611" y="-61"/>
                  </a:cubicBezTo>
                  <a:lnTo>
                    <a:pt x="1883664" y="-61"/>
                  </a:lnTo>
                  <a:cubicBezTo>
                    <a:pt x="1888903" y="-61"/>
                    <a:pt x="1893189" y="4206"/>
                    <a:pt x="1893189" y="9464"/>
                  </a:cubicBezTo>
                  <a:cubicBezTo>
                    <a:pt x="1893189" y="14721"/>
                    <a:pt x="1888903" y="18989"/>
                    <a:pt x="1883664" y="18989"/>
                  </a:cubicBezTo>
                  <a:close/>
                  <a:moveTo>
                    <a:pt x="1742884" y="18989"/>
                  </a:moveTo>
                  <a:lnTo>
                    <a:pt x="1696022" y="18989"/>
                  </a:lnTo>
                  <a:cubicBezTo>
                    <a:pt x="1690783" y="18989"/>
                    <a:pt x="1686497" y="14721"/>
                    <a:pt x="1686497" y="9464"/>
                  </a:cubicBezTo>
                  <a:cubicBezTo>
                    <a:pt x="1686497" y="4206"/>
                    <a:pt x="1690783" y="-61"/>
                    <a:pt x="1696022" y="-61"/>
                  </a:cubicBezTo>
                  <a:lnTo>
                    <a:pt x="1742884" y="-61"/>
                  </a:lnTo>
                  <a:cubicBezTo>
                    <a:pt x="1748123" y="-61"/>
                    <a:pt x="1752409" y="4206"/>
                    <a:pt x="1752409" y="9464"/>
                  </a:cubicBezTo>
                  <a:cubicBezTo>
                    <a:pt x="1752409" y="14721"/>
                    <a:pt x="1748123" y="18989"/>
                    <a:pt x="1742884" y="18989"/>
                  </a:cubicBezTo>
                  <a:close/>
                  <a:moveTo>
                    <a:pt x="1602295" y="18989"/>
                  </a:moveTo>
                  <a:lnTo>
                    <a:pt x="1555337" y="18989"/>
                  </a:lnTo>
                  <a:cubicBezTo>
                    <a:pt x="1550098" y="18989"/>
                    <a:pt x="1545812" y="14721"/>
                    <a:pt x="1545812" y="9464"/>
                  </a:cubicBezTo>
                  <a:cubicBezTo>
                    <a:pt x="1545812" y="4206"/>
                    <a:pt x="1550098" y="-61"/>
                    <a:pt x="1555337" y="-61"/>
                  </a:cubicBezTo>
                  <a:lnTo>
                    <a:pt x="1602295" y="-61"/>
                  </a:lnTo>
                  <a:cubicBezTo>
                    <a:pt x="1607534" y="-61"/>
                    <a:pt x="1611820" y="4206"/>
                    <a:pt x="1611820" y="9464"/>
                  </a:cubicBezTo>
                  <a:cubicBezTo>
                    <a:pt x="1611820" y="14721"/>
                    <a:pt x="1607534" y="18989"/>
                    <a:pt x="1602295" y="18989"/>
                  </a:cubicBezTo>
                  <a:close/>
                  <a:moveTo>
                    <a:pt x="1461610" y="18989"/>
                  </a:moveTo>
                  <a:lnTo>
                    <a:pt x="1414748" y="18989"/>
                  </a:lnTo>
                  <a:cubicBezTo>
                    <a:pt x="1409509" y="18989"/>
                    <a:pt x="1405223" y="14721"/>
                    <a:pt x="1405223" y="9464"/>
                  </a:cubicBezTo>
                  <a:cubicBezTo>
                    <a:pt x="1405223" y="4206"/>
                    <a:pt x="1409509" y="-61"/>
                    <a:pt x="1414748" y="-61"/>
                  </a:cubicBezTo>
                  <a:lnTo>
                    <a:pt x="1461610" y="-61"/>
                  </a:lnTo>
                  <a:cubicBezTo>
                    <a:pt x="1466850" y="-61"/>
                    <a:pt x="1471135" y="4206"/>
                    <a:pt x="1471135" y="9464"/>
                  </a:cubicBezTo>
                  <a:cubicBezTo>
                    <a:pt x="1471135" y="14721"/>
                    <a:pt x="1466850" y="18989"/>
                    <a:pt x="1461610" y="18989"/>
                  </a:cubicBezTo>
                  <a:close/>
                  <a:moveTo>
                    <a:pt x="1321023" y="18989"/>
                  </a:moveTo>
                  <a:lnTo>
                    <a:pt x="1274064" y="18989"/>
                  </a:lnTo>
                  <a:cubicBezTo>
                    <a:pt x="1268825" y="18989"/>
                    <a:pt x="1264539" y="14721"/>
                    <a:pt x="1264539" y="9464"/>
                  </a:cubicBezTo>
                  <a:cubicBezTo>
                    <a:pt x="1264539" y="4206"/>
                    <a:pt x="1268825" y="-61"/>
                    <a:pt x="1274064" y="-61"/>
                  </a:cubicBezTo>
                  <a:lnTo>
                    <a:pt x="1320927" y="-61"/>
                  </a:lnTo>
                  <a:cubicBezTo>
                    <a:pt x="1326165" y="-61"/>
                    <a:pt x="1330452" y="4206"/>
                    <a:pt x="1330452" y="9464"/>
                  </a:cubicBezTo>
                  <a:cubicBezTo>
                    <a:pt x="1330452" y="14721"/>
                    <a:pt x="1326165" y="18989"/>
                    <a:pt x="1320927" y="18989"/>
                  </a:cubicBezTo>
                  <a:close/>
                  <a:moveTo>
                    <a:pt x="1180338" y="18989"/>
                  </a:moveTo>
                  <a:lnTo>
                    <a:pt x="1133475" y="18989"/>
                  </a:lnTo>
                  <a:cubicBezTo>
                    <a:pt x="1128235" y="18989"/>
                    <a:pt x="1123950" y="14721"/>
                    <a:pt x="1123950" y="9464"/>
                  </a:cubicBezTo>
                  <a:cubicBezTo>
                    <a:pt x="1123950" y="4206"/>
                    <a:pt x="1128235" y="-61"/>
                    <a:pt x="1133475" y="-61"/>
                  </a:cubicBezTo>
                  <a:lnTo>
                    <a:pt x="1180338" y="-61"/>
                  </a:lnTo>
                  <a:cubicBezTo>
                    <a:pt x="1185576" y="-61"/>
                    <a:pt x="1189863" y="4206"/>
                    <a:pt x="1189863" y="9464"/>
                  </a:cubicBezTo>
                  <a:cubicBezTo>
                    <a:pt x="1189863" y="14721"/>
                    <a:pt x="1185576" y="18989"/>
                    <a:pt x="1180338" y="18989"/>
                  </a:cubicBezTo>
                  <a:close/>
                  <a:moveTo>
                    <a:pt x="1039749" y="18989"/>
                  </a:moveTo>
                  <a:lnTo>
                    <a:pt x="992886" y="18989"/>
                  </a:lnTo>
                  <a:cubicBezTo>
                    <a:pt x="987648" y="18989"/>
                    <a:pt x="983361" y="14721"/>
                    <a:pt x="983361" y="9464"/>
                  </a:cubicBezTo>
                  <a:cubicBezTo>
                    <a:pt x="983361" y="4206"/>
                    <a:pt x="987648" y="-61"/>
                    <a:pt x="992886" y="-61"/>
                  </a:cubicBezTo>
                  <a:lnTo>
                    <a:pt x="1039749" y="-61"/>
                  </a:lnTo>
                  <a:cubicBezTo>
                    <a:pt x="1044987" y="-61"/>
                    <a:pt x="1049274" y="4206"/>
                    <a:pt x="1049274" y="9464"/>
                  </a:cubicBezTo>
                  <a:cubicBezTo>
                    <a:pt x="1049274" y="14721"/>
                    <a:pt x="1044987" y="18989"/>
                    <a:pt x="1039749" y="18989"/>
                  </a:cubicBezTo>
                  <a:close/>
                  <a:moveTo>
                    <a:pt x="899065" y="18989"/>
                  </a:moveTo>
                  <a:lnTo>
                    <a:pt x="852201" y="18989"/>
                  </a:lnTo>
                  <a:cubicBezTo>
                    <a:pt x="846963" y="18989"/>
                    <a:pt x="842676" y="14721"/>
                    <a:pt x="842676" y="9464"/>
                  </a:cubicBezTo>
                  <a:cubicBezTo>
                    <a:pt x="842676" y="4206"/>
                    <a:pt x="846963" y="-61"/>
                    <a:pt x="852201" y="-61"/>
                  </a:cubicBezTo>
                  <a:lnTo>
                    <a:pt x="899065" y="-61"/>
                  </a:lnTo>
                  <a:cubicBezTo>
                    <a:pt x="904304" y="-61"/>
                    <a:pt x="908590" y="4206"/>
                    <a:pt x="908590" y="9464"/>
                  </a:cubicBezTo>
                  <a:cubicBezTo>
                    <a:pt x="908590" y="14721"/>
                    <a:pt x="904304" y="18989"/>
                    <a:pt x="899065" y="18989"/>
                  </a:cubicBezTo>
                  <a:close/>
                  <a:moveTo>
                    <a:pt x="758475" y="18989"/>
                  </a:moveTo>
                  <a:lnTo>
                    <a:pt x="712089" y="18989"/>
                  </a:lnTo>
                  <a:cubicBezTo>
                    <a:pt x="706850" y="18989"/>
                    <a:pt x="702564" y="14721"/>
                    <a:pt x="702564" y="9464"/>
                  </a:cubicBezTo>
                  <a:cubicBezTo>
                    <a:pt x="702564" y="4206"/>
                    <a:pt x="706850" y="-61"/>
                    <a:pt x="712089" y="-61"/>
                  </a:cubicBezTo>
                  <a:lnTo>
                    <a:pt x="758952" y="-61"/>
                  </a:lnTo>
                  <a:cubicBezTo>
                    <a:pt x="764190" y="-61"/>
                    <a:pt x="768477" y="4206"/>
                    <a:pt x="768477" y="9464"/>
                  </a:cubicBezTo>
                  <a:cubicBezTo>
                    <a:pt x="768477" y="14721"/>
                    <a:pt x="764190" y="18989"/>
                    <a:pt x="758952" y="18989"/>
                  </a:cubicBezTo>
                  <a:close/>
                  <a:moveTo>
                    <a:pt x="617791" y="18989"/>
                  </a:moveTo>
                  <a:lnTo>
                    <a:pt x="570929" y="18989"/>
                  </a:lnTo>
                  <a:cubicBezTo>
                    <a:pt x="565690" y="18989"/>
                    <a:pt x="561404" y="14721"/>
                    <a:pt x="561404" y="9464"/>
                  </a:cubicBezTo>
                  <a:cubicBezTo>
                    <a:pt x="561404" y="4206"/>
                    <a:pt x="565690" y="-61"/>
                    <a:pt x="570929" y="-61"/>
                  </a:cubicBezTo>
                  <a:lnTo>
                    <a:pt x="617791" y="-61"/>
                  </a:lnTo>
                  <a:cubicBezTo>
                    <a:pt x="623030" y="-61"/>
                    <a:pt x="627316" y="4206"/>
                    <a:pt x="627316" y="9464"/>
                  </a:cubicBezTo>
                  <a:cubicBezTo>
                    <a:pt x="627316" y="14721"/>
                    <a:pt x="623030" y="18989"/>
                    <a:pt x="617791" y="18989"/>
                  </a:cubicBezTo>
                  <a:close/>
                  <a:moveTo>
                    <a:pt x="477202" y="18989"/>
                  </a:moveTo>
                  <a:lnTo>
                    <a:pt x="430340" y="18989"/>
                  </a:lnTo>
                  <a:cubicBezTo>
                    <a:pt x="425100" y="18989"/>
                    <a:pt x="420815" y="14721"/>
                    <a:pt x="420815" y="9464"/>
                  </a:cubicBezTo>
                  <a:cubicBezTo>
                    <a:pt x="420815" y="4206"/>
                    <a:pt x="425100" y="-61"/>
                    <a:pt x="430340" y="-61"/>
                  </a:cubicBezTo>
                  <a:lnTo>
                    <a:pt x="477202" y="-61"/>
                  </a:lnTo>
                  <a:cubicBezTo>
                    <a:pt x="482441" y="-61"/>
                    <a:pt x="486727" y="4206"/>
                    <a:pt x="486727" y="9464"/>
                  </a:cubicBezTo>
                  <a:cubicBezTo>
                    <a:pt x="486727" y="14721"/>
                    <a:pt x="482441" y="18989"/>
                    <a:pt x="477202" y="18989"/>
                  </a:cubicBezTo>
                  <a:close/>
                  <a:moveTo>
                    <a:pt x="336613" y="18989"/>
                  </a:moveTo>
                  <a:lnTo>
                    <a:pt x="289655" y="18989"/>
                  </a:lnTo>
                  <a:cubicBezTo>
                    <a:pt x="284416" y="18989"/>
                    <a:pt x="280130" y="14721"/>
                    <a:pt x="280130" y="9464"/>
                  </a:cubicBezTo>
                  <a:cubicBezTo>
                    <a:pt x="280130" y="4206"/>
                    <a:pt x="284416" y="-61"/>
                    <a:pt x="289655" y="-61"/>
                  </a:cubicBezTo>
                  <a:lnTo>
                    <a:pt x="336613" y="-61"/>
                  </a:lnTo>
                  <a:cubicBezTo>
                    <a:pt x="341852" y="-61"/>
                    <a:pt x="346138" y="4206"/>
                    <a:pt x="346138" y="9464"/>
                  </a:cubicBezTo>
                  <a:cubicBezTo>
                    <a:pt x="346138" y="14721"/>
                    <a:pt x="341852" y="18989"/>
                    <a:pt x="336613" y="18989"/>
                  </a:cubicBezTo>
                  <a:close/>
                  <a:moveTo>
                    <a:pt x="195930" y="18989"/>
                  </a:moveTo>
                  <a:lnTo>
                    <a:pt x="149066" y="18989"/>
                  </a:lnTo>
                  <a:cubicBezTo>
                    <a:pt x="143827" y="18989"/>
                    <a:pt x="139541" y="14721"/>
                    <a:pt x="139541" y="9464"/>
                  </a:cubicBezTo>
                  <a:cubicBezTo>
                    <a:pt x="139541" y="4206"/>
                    <a:pt x="143827" y="-61"/>
                    <a:pt x="149066" y="-61"/>
                  </a:cubicBezTo>
                  <a:lnTo>
                    <a:pt x="195930" y="-61"/>
                  </a:lnTo>
                  <a:cubicBezTo>
                    <a:pt x="201168" y="-61"/>
                    <a:pt x="205455" y="4206"/>
                    <a:pt x="205455" y="9464"/>
                  </a:cubicBezTo>
                  <a:cubicBezTo>
                    <a:pt x="205455" y="14721"/>
                    <a:pt x="201168" y="18989"/>
                    <a:pt x="195930" y="18989"/>
                  </a:cubicBezTo>
                  <a:close/>
                  <a:moveTo>
                    <a:pt x="55340" y="18989"/>
                  </a:moveTo>
                  <a:lnTo>
                    <a:pt x="8477" y="18989"/>
                  </a:lnTo>
                  <a:cubicBezTo>
                    <a:pt x="3238" y="18989"/>
                    <a:pt x="-1048" y="14721"/>
                    <a:pt x="-1048" y="9464"/>
                  </a:cubicBezTo>
                  <a:cubicBezTo>
                    <a:pt x="-1048" y="4206"/>
                    <a:pt x="3238" y="-61"/>
                    <a:pt x="8477" y="-61"/>
                  </a:cubicBezTo>
                  <a:lnTo>
                    <a:pt x="55340" y="-61"/>
                  </a:lnTo>
                  <a:cubicBezTo>
                    <a:pt x="60579" y="-61"/>
                    <a:pt x="64865" y="4206"/>
                    <a:pt x="64865" y="9464"/>
                  </a:cubicBezTo>
                  <a:cubicBezTo>
                    <a:pt x="64865" y="14721"/>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5FF9CFD7-2E30-8B7A-A47B-2F39F141B7DA}"/>
                </a:ext>
              </a:extLst>
            </p:cNvPr>
            <p:cNvSpPr/>
            <p:nvPr/>
          </p:nvSpPr>
          <p:spPr>
            <a:xfrm>
              <a:off x="4678394" y="3630263"/>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2"/>
                    <a:pt x="3233451" y="9464"/>
                  </a:cubicBezTo>
                  <a:cubicBezTo>
                    <a:pt x="3233451" y="4206"/>
                    <a:pt x="3237738" y="-61"/>
                    <a:pt x="3242976" y="-61"/>
                  </a:cubicBezTo>
                  <a:lnTo>
                    <a:pt x="3257264" y="-61"/>
                  </a:lnTo>
                  <a:cubicBezTo>
                    <a:pt x="3262503" y="-61"/>
                    <a:pt x="3266789" y="4206"/>
                    <a:pt x="3266789" y="9464"/>
                  </a:cubicBezTo>
                  <a:cubicBezTo>
                    <a:pt x="3266789" y="14722"/>
                    <a:pt x="3262503" y="18989"/>
                    <a:pt x="3257264" y="18989"/>
                  </a:cubicBezTo>
                  <a:close/>
                  <a:moveTo>
                    <a:pt x="3149251" y="18989"/>
                  </a:moveTo>
                  <a:lnTo>
                    <a:pt x="3102292" y="18989"/>
                  </a:lnTo>
                  <a:cubicBezTo>
                    <a:pt x="3097054" y="18989"/>
                    <a:pt x="3092767" y="14722"/>
                    <a:pt x="3092767" y="9464"/>
                  </a:cubicBezTo>
                  <a:cubicBezTo>
                    <a:pt x="3092767" y="4206"/>
                    <a:pt x="3097054" y="-61"/>
                    <a:pt x="3102292" y="-61"/>
                  </a:cubicBezTo>
                  <a:lnTo>
                    <a:pt x="3149251" y="-61"/>
                  </a:lnTo>
                  <a:cubicBezTo>
                    <a:pt x="3154490" y="-61"/>
                    <a:pt x="3158776" y="4206"/>
                    <a:pt x="3158776" y="9464"/>
                  </a:cubicBezTo>
                  <a:cubicBezTo>
                    <a:pt x="3158776" y="14722"/>
                    <a:pt x="3154490" y="18989"/>
                    <a:pt x="3149251" y="18989"/>
                  </a:cubicBezTo>
                  <a:close/>
                  <a:moveTo>
                    <a:pt x="3008566" y="18989"/>
                  </a:moveTo>
                  <a:lnTo>
                    <a:pt x="2961704" y="18989"/>
                  </a:lnTo>
                  <a:cubicBezTo>
                    <a:pt x="2956465" y="18989"/>
                    <a:pt x="2952179" y="14722"/>
                    <a:pt x="2952179" y="9464"/>
                  </a:cubicBezTo>
                  <a:cubicBezTo>
                    <a:pt x="2952179" y="4206"/>
                    <a:pt x="2956465" y="-61"/>
                    <a:pt x="2961704" y="-61"/>
                  </a:cubicBezTo>
                  <a:lnTo>
                    <a:pt x="3008566" y="-61"/>
                  </a:lnTo>
                  <a:cubicBezTo>
                    <a:pt x="3013805" y="-61"/>
                    <a:pt x="3018091" y="4206"/>
                    <a:pt x="3018091" y="9464"/>
                  </a:cubicBezTo>
                  <a:cubicBezTo>
                    <a:pt x="3018091" y="14722"/>
                    <a:pt x="3013805" y="18989"/>
                    <a:pt x="3008566" y="18989"/>
                  </a:cubicBezTo>
                  <a:close/>
                  <a:moveTo>
                    <a:pt x="2867977" y="18989"/>
                  </a:moveTo>
                  <a:lnTo>
                    <a:pt x="2821019" y="18989"/>
                  </a:lnTo>
                  <a:cubicBezTo>
                    <a:pt x="2815780" y="18989"/>
                    <a:pt x="2811494" y="14722"/>
                    <a:pt x="2811494" y="9464"/>
                  </a:cubicBezTo>
                  <a:cubicBezTo>
                    <a:pt x="2811494" y="4206"/>
                    <a:pt x="2815780" y="-61"/>
                    <a:pt x="2821019" y="-61"/>
                  </a:cubicBezTo>
                  <a:lnTo>
                    <a:pt x="2867977" y="-61"/>
                  </a:lnTo>
                  <a:cubicBezTo>
                    <a:pt x="2873216" y="-61"/>
                    <a:pt x="2877502" y="4206"/>
                    <a:pt x="2877502" y="9464"/>
                  </a:cubicBezTo>
                  <a:cubicBezTo>
                    <a:pt x="2877502" y="14722"/>
                    <a:pt x="2873216" y="18989"/>
                    <a:pt x="2867977" y="18989"/>
                  </a:cubicBezTo>
                  <a:close/>
                  <a:moveTo>
                    <a:pt x="2727293" y="18989"/>
                  </a:moveTo>
                  <a:lnTo>
                    <a:pt x="2680430" y="18989"/>
                  </a:lnTo>
                  <a:cubicBezTo>
                    <a:pt x="2675191" y="18989"/>
                    <a:pt x="2670905" y="14722"/>
                    <a:pt x="2670905" y="9464"/>
                  </a:cubicBezTo>
                  <a:cubicBezTo>
                    <a:pt x="2670905" y="4206"/>
                    <a:pt x="2675191" y="-61"/>
                    <a:pt x="2680430" y="-61"/>
                  </a:cubicBezTo>
                  <a:lnTo>
                    <a:pt x="2727293" y="-61"/>
                  </a:lnTo>
                  <a:cubicBezTo>
                    <a:pt x="2732532" y="-61"/>
                    <a:pt x="2736818" y="4206"/>
                    <a:pt x="2736818" y="9464"/>
                  </a:cubicBezTo>
                  <a:cubicBezTo>
                    <a:pt x="2736818" y="14722"/>
                    <a:pt x="2732532" y="18989"/>
                    <a:pt x="2727293" y="18989"/>
                  </a:cubicBezTo>
                  <a:close/>
                  <a:moveTo>
                    <a:pt x="2586705" y="18989"/>
                  </a:moveTo>
                  <a:lnTo>
                    <a:pt x="2539841" y="18989"/>
                  </a:lnTo>
                  <a:cubicBezTo>
                    <a:pt x="2534602" y="18989"/>
                    <a:pt x="2530316" y="14722"/>
                    <a:pt x="2530316" y="9464"/>
                  </a:cubicBezTo>
                  <a:cubicBezTo>
                    <a:pt x="2530316" y="4206"/>
                    <a:pt x="2534602" y="-61"/>
                    <a:pt x="2539841" y="-61"/>
                  </a:cubicBezTo>
                  <a:lnTo>
                    <a:pt x="2586705" y="-61"/>
                  </a:lnTo>
                  <a:cubicBezTo>
                    <a:pt x="2591943" y="-61"/>
                    <a:pt x="2596230" y="4206"/>
                    <a:pt x="2596230" y="9464"/>
                  </a:cubicBezTo>
                  <a:cubicBezTo>
                    <a:pt x="2596230" y="14722"/>
                    <a:pt x="2591943" y="18989"/>
                    <a:pt x="2586705" y="18989"/>
                  </a:cubicBezTo>
                  <a:close/>
                  <a:moveTo>
                    <a:pt x="2446020" y="18989"/>
                  </a:moveTo>
                  <a:lnTo>
                    <a:pt x="2399157" y="18989"/>
                  </a:lnTo>
                  <a:cubicBezTo>
                    <a:pt x="2393918" y="18989"/>
                    <a:pt x="2389632" y="14722"/>
                    <a:pt x="2389632" y="9464"/>
                  </a:cubicBezTo>
                  <a:cubicBezTo>
                    <a:pt x="2389632" y="4206"/>
                    <a:pt x="2393918" y="-61"/>
                    <a:pt x="2399157" y="-61"/>
                  </a:cubicBezTo>
                  <a:lnTo>
                    <a:pt x="2445639" y="-61"/>
                  </a:lnTo>
                  <a:cubicBezTo>
                    <a:pt x="2450878" y="-61"/>
                    <a:pt x="2455164" y="4206"/>
                    <a:pt x="2455164" y="9464"/>
                  </a:cubicBezTo>
                  <a:cubicBezTo>
                    <a:pt x="2455164" y="14722"/>
                    <a:pt x="2450878" y="18989"/>
                    <a:pt x="2445639" y="18989"/>
                  </a:cubicBezTo>
                  <a:close/>
                  <a:moveTo>
                    <a:pt x="2305431" y="18989"/>
                  </a:moveTo>
                  <a:lnTo>
                    <a:pt x="2258568" y="18989"/>
                  </a:lnTo>
                  <a:cubicBezTo>
                    <a:pt x="2253330" y="18989"/>
                    <a:pt x="2249043" y="14722"/>
                    <a:pt x="2249043" y="9464"/>
                  </a:cubicBezTo>
                  <a:cubicBezTo>
                    <a:pt x="2249043" y="4206"/>
                    <a:pt x="2253330" y="-61"/>
                    <a:pt x="2258568" y="-61"/>
                  </a:cubicBezTo>
                  <a:lnTo>
                    <a:pt x="2305431" y="-61"/>
                  </a:lnTo>
                  <a:cubicBezTo>
                    <a:pt x="2310669" y="-61"/>
                    <a:pt x="2314956" y="4206"/>
                    <a:pt x="2314956" y="9464"/>
                  </a:cubicBezTo>
                  <a:cubicBezTo>
                    <a:pt x="2314956" y="14722"/>
                    <a:pt x="2310669" y="18989"/>
                    <a:pt x="2305431" y="18989"/>
                  </a:cubicBezTo>
                  <a:close/>
                  <a:moveTo>
                    <a:pt x="2164747" y="18989"/>
                  </a:moveTo>
                  <a:lnTo>
                    <a:pt x="2117883" y="18989"/>
                  </a:lnTo>
                  <a:cubicBezTo>
                    <a:pt x="2112645" y="18989"/>
                    <a:pt x="2108358" y="14722"/>
                    <a:pt x="2108358" y="9464"/>
                  </a:cubicBezTo>
                  <a:cubicBezTo>
                    <a:pt x="2108358" y="4206"/>
                    <a:pt x="2112645" y="-61"/>
                    <a:pt x="2117883" y="-61"/>
                  </a:cubicBezTo>
                  <a:lnTo>
                    <a:pt x="2164747" y="-61"/>
                  </a:lnTo>
                  <a:cubicBezTo>
                    <a:pt x="2169986" y="-61"/>
                    <a:pt x="2174272" y="4206"/>
                    <a:pt x="2174272" y="9464"/>
                  </a:cubicBezTo>
                  <a:cubicBezTo>
                    <a:pt x="2174272" y="14722"/>
                    <a:pt x="2169986" y="18989"/>
                    <a:pt x="2164747" y="18989"/>
                  </a:cubicBezTo>
                  <a:close/>
                  <a:moveTo>
                    <a:pt x="2024158" y="18989"/>
                  </a:moveTo>
                  <a:lnTo>
                    <a:pt x="1977294" y="18989"/>
                  </a:lnTo>
                  <a:cubicBezTo>
                    <a:pt x="1972056" y="18989"/>
                    <a:pt x="1967769" y="14722"/>
                    <a:pt x="1967769" y="9464"/>
                  </a:cubicBezTo>
                  <a:cubicBezTo>
                    <a:pt x="1967769" y="4206"/>
                    <a:pt x="1972056" y="-61"/>
                    <a:pt x="1977294" y="-61"/>
                  </a:cubicBezTo>
                  <a:lnTo>
                    <a:pt x="2024158" y="-61"/>
                  </a:lnTo>
                  <a:cubicBezTo>
                    <a:pt x="2029397" y="-61"/>
                    <a:pt x="2033683" y="4206"/>
                    <a:pt x="2033683" y="9464"/>
                  </a:cubicBezTo>
                  <a:cubicBezTo>
                    <a:pt x="2033683" y="14722"/>
                    <a:pt x="2029397" y="18989"/>
                    <a:pt x="2024158" y="18989"/>
                  </a:cubicBezTo>
                  <a:close/>
                  <a:moveTo>
                    <a:pt x="1883568" y="18989"/>
                  </a:moveTo>
                  <a:lnTo>
                    <a:pt x="1836611" y="18989"/>
                  </a:lnTo>
                  <a:cubicBezTo>
                    <a:pt x="1831372" y="18989"/>
                    <a:pt x="1827086" y="14722"/>
                    <a:pt x="1827086" y="9464"/>
                  </a:cubicBezTo>
                  <a:cubicBezTo>
                    <a:pt x="1827086" y="4206"/>
                    <a:pt x="1831372" y="-61"/>
                    <a:pt x="1836611" y="-61"/>
                  </a:cubicBezTo>
                  <a:lnTo>
                    <a:pt x="1883664" y="-61"/>
                  </a:lnTo>
                  <a:cubicBezTo>
                    <a:pt x="1888903" y="-61"/>
                    <a:pt x="1893189" y="4206"/>
                    <a:pt x="1893189" y="9464"/>
                  </a:cubicBezTo>
                  <a:cubicBezTo>
                    <a:pt x="1893189" y="14722"/>
                    <a:pt x="1888903" y="18989"/>
                    <a:pt x="1883664"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3" y="18989"/>
                  </a:moveTo>
                  <a:lnTo>
                    <a:pt x="1274064" y="18989"/>
                  </a:lnTo>
                  <a:cubicBezTo>
                    <a:pt x="1268825" y="18989"/>
                    <a:pt x="1264539" y="14722"/>
                    <a:pt x="1264539" y="9464"/>
                  </a:cubicBezTo>
                  <a:cubicBezTo>
                    <a:pt x="1264539" y="4206"/>
                    <a:pt x="1268825" y="-61"/>
                    <a:pt x="1274064" y="-61"/>
                  </a:cubicBezTo>
                  <a:lnTo>
                    <a:pt x="1320927" y="-61"/>
                  </a:lnTo>
                  <a:cubicBezTo>
                    <a:pt x="1326165" y="-61"/>
                    <a:pt x="1330452" y="4206"/>
                    <a:pt x="1330452" y="9464"/>
                  </a:cubicBezTo>
                  <a:cubicBezTo>
                    <a:pt x="1330452" y="14722"/>
                    <a:pt x="1326165" y="18989"/>
                    <a:pt x="1320927"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8" y="18989"/>
                    <a:pt x="983361" y="14722"/>
                    <a:pt x="983361" y="9464"/>
                  </a:cubicBezTo>
                  <a:cubicBezTo>
                    <a:pt x="983361" y="4206"/>
                    <a:pt x="987648"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4" y="-61"/>
                    <a:pt x="908590" y="4206"/>
                    <a:pt x="908590" y="9464"/>
                  </a:cubicBezTo>
                  <a:cubicBezTo>
                    <a:pt x="908590" y="14722"/>
                    <a:pt x="904304" y="18989"/>
                    <a:pt x="899065" y="18989"/>
                  </a:cubicBezTo>
                  <a:close/>
                  <a:moveTo>
                    <a:pt x="758475" y="18989"/>
                  </a:moveTo>
                  <a:lnTo>
                    <a:pt x="712089" y="18989"/>
                  </a:lnTo>
                  <a:cubicBezTo>
                    <a:pt x="706850" y="18989"/>
                    <a:pt x="702564" y="14722"/>
                    <a:pt x="702564" y="9464"/>
                  </a:cubicBezTo>
                  <a:cubicBezTo>
                    <a:pt x="702564" y="4206"/>
                    <a:pt x="706850" y="-61"/>
                    <a:pt x="712089" y="-61"/>
                  </a:cubicBezTo>
                  <a:lnTo>
                    <a:pt x="758952" y="-61"/>
                  </a:lnTo>
                  <a:cubicBezTo>
                    <a:pt x="764190" y="-61"/>
                    <a:pt x="768477" y="4206"/>
                    <a:pt x="768477" y="9464"/>
                  </a:cubicBezTo>
                  <a:cubicBezTo>
                    <a:pt x="768477" y="14722"/>
                    <a:pt x="764190" y="18989"/>
                    <a:pt x="758952" y="18989"/>
                  </a:cubicBezTo>
                  <a:close/>
                  <a:moveTo>
                    <a:pt x="617791" y="18989"/>
                  </a:moveTo>
                  <a:lnTo>
                    <a:pt x="570929" y="18989"/>
                  </a:lnTo>
                  <a:cubicBezTo>
                    <a:pt x="565690" y="18989"/>
                    <a:pt x="561404" y="14722"/>
                    <a:pt x="561404" y="9464"/>
                  </a:cubicBezTo>
                  <a:cubicBezTo>
                    <a:pt x="561404" y="4206"/>
                    <a:pt x="565690" y="-61"/>
                    <a:pt x="570929"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30" y="18989"/>
                  </a:moveTo>
                  <a:lnTo>
                    <a:pt x="149066" y="18989"/>
                  </a:lnTo>
                  <a:cubicBezTo>
                    <a:pt x="143827" y="18989"/>
                    <a:pt x="139541" y="14722"/>
                    <a:pt x="139541" y="9464"/>
                  </a:cubicBezTo>
                  <a:cubicBezTo>
                    <a:pt x="139541" y="4206"/>
                    <a:pt x="143827" y="-61"/>
                    <a:pt x="149066" y="-61"/>
                  </a:cubicBezTo>
                  <a:lnTo>
                    <a:pt x="195930" y="-61"/>
                  </a:lnTo>
                  <a:cubicBezTo>
                    <a:pt x="201168" y="-61"/>
                    <a:pt x="205455" y="4206"/>
                    <a:pt x="205455" y="9464"/>
                  </a:cubicBezTo>
                  <a:cubicBezTo>
                    <a:pt x="205455" y="14722"/>
                    <a:pt x="201168" y="18989"/>
                    <a:pt x="195930"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26318CC2-BBF4-178A-1E66-0A146D49387F}"/>
                </a:ext>
              </a:extLst>
            </p:cNvPr>
            <p:cNvSpPr/>
            <p:nvPr/>
          </p:nvSpPr>
          <p:spPr>
            <a:xfrm>
              <a:off x="4678394" y="4136517"/>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2"/>
                    <a:pt x="3233451" y="9464"/>
                  </a:cubicBezTo>
                  <a:cubicBezTo>
                    <a:pt x="3233451" y="4206"/>
                    <a:pt x="3237738" y="-61"/>
                    <a:pt x="3242976" y="-61"/>
                  </a:cubicBezTo>
                  <a:lnTo>
                    <a:pt x="3257264" y="-61"/>
                  </a:lnTo>
                  <a:cubicBezTo>
                    <a:pt x="3262503" y="-61"/>
                    <a:pt x="3266789" y="4206"/>
                    <a:pt x="3266789" y="9464"/>
                  </a:cubicBezTo>
                  <a:cubicBezTo>
                    <a:pt x="3266789" y="14722"/>
                    <a:pt x="3262503" y="18989"/>
                    <a:pt x="3257264" y="18989"/>
                  </a:cubicBezTo>
                  <a:close/>
                  <a:moveTo>
                    <a:pt x="3149251" y="18989"/>
                  </a:moveTo>
                  <a:lnTo>
                    <a:pt x="3102292" y="18989"/>
                  </a:lnTo>
                  <a:cubicBezTo>
                    <a:pt x="3097054" y="18989"/>
                    <a:pt x="3092767" y="14722"/>
                    <a:pt x="3092767" y="9464"/>
                  </a:cubicBezTo>
                  <a:cubicBezTo>
                    <a:pt x="3092767" y="4206"/>
                    <a:pt x="3097054" y="-61"/>
                    <a:pt x="3102292" y="-61"/>
                  </a:cubicBezTo>
                  <a:lnTo>
                    <a:pt x="3149251" y="-61"/>
                  </a:lnTo>
                  <a:cubicBezTo>
                    <a:pt x="3154490" y="-61"/>
                    <a:pt x="3158776" y="4206"/>
                    <a:pt x="3158776" y="9464"/>
                  </a:cubicBezTo>
                  <a:cubicBezTo>
                    <a:pt x="3158776" y="14722"/>
                    <a:pt x="3154490" y="18989"/>
                    <a:pt x="3149251" y="18989"/>
                  </a:cubicBezTo>
                  <a:close/>
                  <a:moveTo>
                    <a:pt x="3008566" y="18989"/>
                  </a:moveTo>
                  <a:lnTo>
                    <a:pt x="2961704" y="18989"/>
                  </a:lnTo>
                  <a:cubicBezTo>
                    <a:pt x="2956465" y="18989"/>
                    <a:pt x="2952179" y="14722"/>
                    <a:pt x="2952179" y="9464"/>
                  </a:cubicBezTo>
                  <a:cubicBezTo>
                    <a:pt x="2952179" y="4206"/>
                    <a:pt x="2956465" y="-61"/>
                    <a:pt x="2961704" y="-61"/>
                  </a:cubicBezTo>
                  <a:lnTo>
                    <a:pt x="3008566" y="-61"/>
                  </a:lnTo>
                  <a:cubicBezTo>
                    <a:pt x="3013805" y="-61"/>
                    <a:pt x="3018091" y="4206"/>
                    <a:pt x="3018091" y="9464"/>
                  </a:cubicBezTo>
                  <a:cubicBezTo>
                    <a:pt x="3018091" y="14722"/>
                    <a:pt x="3013805" y="18989"/>
                    <a:pt x="3008566" y="18989"/>
                  </a:cubicBezTo>
                  <a:close/>
                  <a:moveTo>
                    <a:pt x="2867977" y="18989"/>
                  </a:moveTo>
                  <a:lnTo>
                    <a:pt x="2821019" y="18989"/>
                  </a:lnTo>
                  <a:cubicBezTo>
                    <a:pt x="2815780" y="18989"/>
                    <a:pt x="2811494" y="14722"/>
                    <a:pt x="2811494" y="9464"/>
                  </a:cubicBezTo>
                  <a:cubicBezTo>
                    <a:pt x="2811494" y="4206"/>
                    <a:pt x="2815780" y="-61"/>
                    <a:pt x="2821019" y="-61"/>
                  </a:cubicBezTo>
                  <a:lnTo>
                    <a:pt x="2867977" y="-61"/>
                  </a:lnTo>
                  <a:cubicBezTo>
                    <a:pt x="2873216" y="-61"/>
                    <a:pt x="2877502" y="4206"/>
                    <a:pt x="2877502" y="9464"/>
                  </a:cubicBezTo>
                  <a:cubicBezTo>
                    <a:pt x="2877502" y="14722"/>
                    <a:pt x="2873216" y="18989"/>
                    <a:pt x="2867977" y="18989"/>
                  </a:cubicBezTo>
                  <a:close/>
                  <a:moveTo>
                    <a:pt x="2727293" y="18989"/>
                  </a:moveTo>
                  <a:lnTo>
                    <a:pt x="2680430" y="18989"/>
                  </a:lnTo>
                  <a:cubicBezTo>
                    <a:pt x="2675191" y="18989"/>
                    <a:pt x="2670905" y="14722"/>
                    <a:pt x="2670905" y="9464"/>
                  </a:cubicBezTo>
                  <a:cubicBezTo>
                    <a:pt x="2670905" y="4206"/>
                    <a:pt x="2675191" y="-61"/>
                    <a:pt x="2680430" y="-61"/>
                  </a:cubicBezTo>
                  <a:lnTo>
                    <a:pt x="2727293" y="-61"/>
                  </a:lnTo>
                  <a:cubicBezTo>
                    <a:pt x="2732532" y="-61"/>
                    <a:pt x="2736818" y="4206"/>
                    <a:pt x="2736818" y="9464"/>
                  </a:cubicBezTo>
                  <a:cubicBezTo>
                    <a:pt x="2736818" y="14722"/>
                    <a:pt x="2732532" y="18989"/>
                    <a:pt x="2727293" y="18989"/>
                  </a:cubicBezTo>
                  <a:close/>
                  <a:moveTo>
                    <a:pt x="2586705" y="18989"/>
                  </a:moveTo>
                  <a:lnTo>
                    <a:pt x="2539841" y="18989"/>
                  </a:lnTo>
                  <a:cubicBezTo>
                    <a:pt x="2534602" y="18989"/>
                    <a:pt x="2530316" y="14722"/>
                    <a:pt x="2530316" y="9464"/>
                  </a:cubicBezTo>
                  <a:cubicBezTo>
                    <a:pt x="2530316" y="4206"/>
                    <a:pt x="2534602" y="-61"/>
                    <a:pt x="2539841" y="-61"/>
                  </a:cubicBezTo>
                  <a:lnTo>
                    <a:pt x="2586705" y="-61"/>
                  </a:lnTo>
                  <a:cubicBezTo>
                    <a:pt x="2591943" y="-61"/>
                    <a:pt x="2596230" y="4206"/>
                    <a:pt x="2596230" y="9464"/>
                  </a:cubicBezTo>
                  <a:cubicBezTo>
                    <a:pt x="2596230" y="14722"/>
                    <a:pt x="2591943" y="18989"/>
                    <a:pt x="2586705" y="18989"/>
                  </a:cubicBezTo>
                  <a:close/>
                  <a:moveTo>
                    <a:pt x="2446020" y="18989"/>
                  </a:moveTo>
                  <a:lnTo>
                    <a:pt x="2399157" y="18989"/>
                  </a:lnTo>
                  <a:cubicBezTo>
                    <a:pt x="2393918" y="18989"/>
                    <a:pt x="2389632" y="14722"/>
                    <a:pt x="2389632" y="9464"/>
                  </a:cubicBezTo>
                  <a:cubicBezTo>
                    <a:pt x="2389632" y="4206"/>
                    <a:pt x="2393918" y="-61"/>
                    <a:pt x="2399157" y="-61"/>
                  </a:cubicBezTo>
                  <a:lnTo>
                    <a:pt x="2445639" y="-61"/>
                  </a:lnTo>
                  <a:cubicBezTo>
                    <a:pt x="2450878" y="-61"/>
                    <a:pt x="2455164" y="4206"/>
                    <a:pt x="2455164" y="9464"/>
                  </a:cubicBezTo>
                  <a:cubicBezTo>
                    <a:pt x="2455164" y="14722"/>
                    <a:pt x="2450878" y="18989"/>
                    <a:pt x="2445639" y="18989"/>
                  </a:cubicBezTo>
                  <a:close/>
                  <a:moveTo>
                    <a:pt x="2305431" y="18989"/>
                  </a:moveTo>
                  <a:lnTo>
                    <a:pt x="2258568" y="18989"/>
                  </a:lnTo>
                  <a:cubicBezTo>
                    <a:pt x="2253330" y="18989"/>
                    <a:pt x="2249043" y="14722"/>
                    <a:pt x="2249043" y="9464"/>
                  </a:cubicBezTo>
                  <a:cubicBezTo>
                    <a:pt x="2249043" y="4206"/>
                    <a:pt x="2253330" y="-61"/>
                    <a:pt x="2258568" y="-61"/>
                  </a:cubicBezTo>
                  <a:lnTo>
                    <a:pt x="2305431" y="-61"/>
                  </a:lnTo>
                  <a:cubicBezTo>
                    <a:pt x="2310669" y="-61"/>
                    <a:pt x="2314956" y="4206"/>
                    <a:pt x="2314956" y="9464"/>
                  </a:cubicBezTo>
                  <a:cubicBezTo>
                    <a:pt x="2314956" y="14722"/>
                    <a:pt x="2310669" y="18989"/>
                    <a:pt x="2305431" y="18989"/>
                  </a:cubicBezTo>
                  <a:close/>
                  <a:moveTo>
                    <a:pt x="2164747" y="18989"/>
                  </a:moveTo>
                  <a:lnTo>
                    <a:pt x="2117883" y="18989"/>
                  </a:lnTo>
                  <a:cubicBezTo>
                    <a:pt x="2112645" y="18989"/>
                    <a:pt x="2108358" y="14722"/>
                    <a:pt x="2108358" y="9464"/>
                  </a:cubicBezTo>
                  <a:cubicBezTo>
                    <a:pt x="2108358" y="4206"/>
                    <a:pt x="2112645" y="-61"/>
                    <a:pt x="2117883" y="-61"/>
                  </a:cubicBezTo>
                  <a:lnTo>
                    <a:pt x="2164747" y="-61"/>
                  </a:lnTo>
                  <a:cubicBezTo>
                    <a:pt x="2169986" y="-61"/>
                    <a:pt x="2174272" y="4206"/>
                    <a:pt x="2174272" y="9464"/>
                  </a:cubicBezTo>
                  <a:cubicBezTo>
                    <a:pt x="2174272" y="14722"/>
                    <a:pt x="2169986" y="18989"/>
                    <a:pt x="2164747" y="18989"/>
                  </a:cubicBezTo>
                  <a:close/>
                  <a:moveTo>
                    <a:pt x="2024158" y="18989"/>
                  </a:moveTo>
                  <a:lnTo>
                    <a:pt x="1977294" y="18989"/>
                  </a:lnTo>
                  <a:cubicBezTo>
                    <a:pt x="1972056" y="18989"/>
                    <a:pt x="1967769" y="14722"/>
                    <a:pt x="1967769" y="9464"/>
                  </a:cubicBezTo>
                  <a:cubicBezTo>
                    <a:pt x="1967769" y="4206"/>
                    <a:pt x="1972056" y="-61"/>
                    <a:pt x="1977294" y="-61"/>
                  </a:cubicBezTo>
                  <a:lnTo>
                    <a:pt x="2024158" y="-61"/>
                  </a:lnTo>
                  <a:cubicBezTo>
                    <a:pt x="2029397" y="-61"/>
                    <a:pt x="2033683" y="4206"/>
                    <a:pt x="2033683" y="9464"/>
                  </a:cubicBezTo>
                  <a:cubicBezTo>
                    <a:pt x="2033683" y="14722"/>
                    <a:pt x="2029397" y="18989"/>
                    <a:pt x="2024158" y="18989"/>
                  </a:cubicBezTo>
                  <a:close/>
                  <a:moveTo>
                    <a:pt x="1883568" y="18989"/>
                  </a:moveTo>
                  <a:lnTo>
                    <a:pt x="1836611" y="18989"/>
                  </a:lnTo>
                  <a:cubicBezTo>
                    <a:pt x="1831372" y="18989"/>
                    <a:pt x="1827086" y="14722"/>
                    <a:pt x="1827086" y="9464"/>
                  </a:cubicBezTo>
                  <a:cubicBezTo>
                    <a:pt x="1827086" y="4206"/>
                    <a:pt x="1831372" y="-61"/>
                    <a:pt x="1836611" y="-61"/>
                  </a:cubicBezTo>
                  <a:lnTo>
                    <a:pt x="1883664" y="-61"/>
                  </a:lnTo>
                  <a:cubicBezTo>
                    <a:pt x="1888903" y="-61"/>
                    <a:pt x="1893189" y="4206"/>
                    <a:pt x="1893189" y="9464"/>
                  </a:cubicBezTo>
                  <a:cubicBezTo>
                    <a:pt x="1893189" y="14722"/>
                    <a:pt x="1888903" y="18989"/>
                    <a:pt x="1883664"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3" y="18989"/>
                  </a:moveTo>
                  <a:lnTo>
                    <a:pt x="1274064" y="18989"/>
                  </a:lnTo>
                  <a:cubicBezTo>
                    <a:pt x="1268825" y="18989"/>
                    <a:pt x="1264539" y="14722"/>
                    <a:pt x="1264539" y="9464"/>
                  </a:cubicBezTo>
                  <a:cubicBezTo>
                    <a:pt x="1264539" y="4206"/>
                    <a:pt x="1268825" y="-61"/>
                    <a:pt x="1274064" y="-61"/>
                  </a:cubicBezTo>
                  <a:lnTo>
                    <a:pt x="1320927" y="-61"/>
                  </a:lnTo>
                  <a:cubicBezTo>
                    <a:pt x="1326165" y="-61"/>
                    <a:pt x="1330452" y="4206"/>
                    <a:pt x="1330452" y="9464"/>
                  </a:cubicBezTo>
                  <a:cubicBezTo>
                    <a:pt x="1330452" y="14722"/>
                    <a:pt x="1326165" y="18989"/>
                    <a:pt x="1320927"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8" y="18989"/>
                    <a:pt x="983361" y="14722"/>
                    <a:pt x="983361" y="9464"/>
                  </a:cubicBezTo>
                  <a:cubicBezTo>
                    <a:pt x="983361" y="4206"/>
                    <a:pt x="987648"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4" y="-61"/>
                    <a:pt x="908590" y="4206"/>
                    <a:pt x="908590" y="9464"/>
                  </a:cubicBezTo>
                  <a:cubicBezTo>
                    <a:pt x="908590" y="14722"/>
                    <a:pt x="904304" y="18989"/>
                    <a:pt x="899065" y="18989"/>
                  </a:cubicBezTo>
                  <a:close/>
                  <a:moveTo>
                    <a:pt x="758475" y="18989"/>
                  </a:moveTo>
                  <a:lnTo>
                    <a:pt x="712089" y="18989"/>
                  </a:lnTo>
                  <a:cubicBezTo>
                    <a:pt x="706850" y="18989"/>
                    <a:pt x="702564" y="14722"/>
                    <a:pt x="702564" y="9464"/>
                  </a:cubicBezTo>
                  <a:cubicBezTo>
                    <a:pt x="702564" y="4206"/>
                    <a:pt x="706850" y="-61"/>
                    <a:pt x="712089" y="-61"/>
                  </a:cubicBezTo>
                  <a:lnTo>
                    <a:pt x="758952" y="-61"/>
                  </a:lnTo>
                  <a:cubicBezTo>
                    <a:pt x="764190" y="-61"/>
                    <a:pt x="768477" y="4206"/>
                    <a:pt x="768477" y="9464"/>
                  </a:cubicBezTo>
                  <a:cubicBezTo>
                    <a:pt x="768477" y="14722"/>
                    <a:pt x="764190" y="18989"/>
                    <a:pt x="758952" y="18989"/>
                  </a:cubicBezTo>
                  <a:close/>
                  <a:moveTo>
                    <a:pt x="617791" y="18989"/>
                  </a:moveTo>
                  <a:lnTo>
                    <a:pt x="570929" y="18989"/>
                  </a:lnTo>
                  <a:cubicBezTo>
                    <a:pt x="565690" y="18989"/>
                    <a:pt x="561404" y="14722"/>
                    <a:pt x="561404" y="9464"/>
                  </a:cubicBezTo>
                  <a:cubicBezTo>
                    <a:pt x="561404" y="4206"/>
                    <a:pt x="565690" y="-61"/>
                    <a:pt x="570929"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30" y="18989"/>
                  </a:moveTo>
                  <a:lnTo>
                    <a:pt x="149066" y="18989"/>
                  </a:lnTo>
                  <a:cubicBezTo>
                    <a:pt x="143827" y="18989"/>
                    <a:pt x="139541" y="14722"/>
                    <a:pt x="139541" y="9464"/>
                  </a:cubicBezTo>
                  <a:cubicBezTo>
                    <a:pt x="139541" y="4206"/>
                    <a:pt x="143827" y="-61"/>
                    <a:pt x="149066" y="-61"/>
                  </a:cubicBezTo>
                  <a:lnTo>
                    <a:pt x="195930" y="-61"/>
                  </a:lnTo>
                  <a:cubicBezTo>
                    <a:pt x="201168" y="-61"/>
                    <a:pt x="205455" y="4206"/>
                    <a:pt x="205455" y="9464"/>
                  </a:cubicBezTo>
                  <a:cubicBezTo>
                    <a:pt x="205455" y="14722"/>
                    <a:pt x="201168" y="18989"/>
                    <a:pt x="195930"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FD479031-5532-0987-2700-F05E602763ED}"/>
                </a:ext>
              </a:extLst>
            </p:cNvPr>
            <p:cNvSpPr/>
            <p:nvPr/>
          </p:nvSpPr>
          <p:spPr>
            <a:xfrm>
              <a:off x="4678680" y="4645437"/>
              <a:ext cx="2315908" cy="19526"/>
            </a:xfrm>
            <a:custGeom>
              <a:avLst/>
              <a:gdLst>
                <a:gd name="connsiteX0" fmla="*/ 1180052 w 2315908"/>
                <a:gd name="connsiteY0" fmla="*/ 19465 h 19526"/>
                <a:gd name="connsiteX1" fmla="*/ 1133189 w 2315908"/>
                <a:gd name="connsiteY1" fmla="*/ 19465 h 19526"/>
                <a:gd name="connsiteX2" fmla="*/ 1123664 w 2315908"/>
                <a:gd name="connsiteY2" fmla="*/ 9940 h 19526"/>
                <a:gd name="connsiteX3" fmla="*/ 1133189 w 2315908"/>
                <a:gd name="connsiteY3" fmla="*/ 415 h 19526"/>
                <a:gd name="connsiteX4" fmla="*/ 1180052 w 2315908"/>
                <a:gd name="connsiteY4" fmla="*/ 415 h 19526"/>
                <a:gd name="connsiteX5" fmla="*/ 1189577 w 2315908"/>
                <a:gd name="connsiteY5" fmla="*/ 9940 h 19526"/>
                <a:gd name="connsiteX6" fmla="*/ 1180052 w 2315908"/>
                <a:gd name="connsiteY6" fmla="*/ 19465 h 19526"/>
                <a:gd name="connsiteX7" fmla="*/ 1273778 w 2315908"/>
                <a:gd name="connsiteY7" fmla="*/ 19465 h 19526"/>
                <a:gd name="connsiteX8" fmla="*/ 1264253 w 2315908"/>
                <a:gd name="connsiteY8" fmla="*/ 9940 h 19526"/>
                <a:gd name="connsiteX9" fmla="*/ 1273778 w 2315908"/>
                <a:gd name="connsiteY9" fmla="*/ 415 h 19526"/>
                <a:gd name="connsiteX10" fmla="*/ 1320641 w 2315908"/>
                <a:gd name="connsiteY10" fmla="*/ 415 h 19526"/>
                <a:gd name="connsiteX11" fmla="*/ 1330166 w 2315908"/>
                <a:gd name="connsiteY11" fmla="*/ 9940 h 19526"/>
                <a:gd name="connsiteX12" fmla="*/ 1320641 w 2315908"/>
                <a:gd name="connsiteY12" fmla="*/ 19465 h 19526"/>
                <a:gd name="connsiteX13" fmla="*/ 1039463 w 2315908"/>
                <a:gd name="connsiteY13" fmla="*/ 19465 h 19526"/>
                <a:gd name="connsiteX14" fmla="*/ 992504 w 2315908"/>
                <a:gd name="connsiteY14" fmla="*/ 19465 h 19526"/>
                <a:gd name="connsiteX15" fmla="*/ 982979 w 2315908"/>
                <a:gd name="connsiteY15" fmla="*/ 9940 h 19526"/>
                <a:gd name="connsiteX16" fmla="*/ 992504 w 2315908"/>
                <a:gd name="connsiteY16" fmla="*/ 415 h 19526"/>
                <a:gd name="connsiteX17" fmla="*/ 1039463 w 2315908"/>
                <a:gd name="connsiteY17" fmla="*/ 415 h 19526"/>
                <a:gd name="connsiteX18" fmla="*/ 1048988 w 2315908"/>
                <a:gd name="connsiteY18" fmla="*/ 9940 h 19526"/>
                <a:gd name="connsiteX19" fmla="*/ 1039463 w 2315908"/>
                <a:gd name="connsiteY19" fmla="*/ 19465 h 19526"/>
                <a:gd name="connsiteX20" fmla="*/ 1414462 w 2315908"/>
                <a:gd name="connsiteY20" fmla="*/ 19465 h 19526"/>
                <a:gd name="connsiteX21" fmla="*/ 1404937 w 2315908"/>
                <a:gd name="connsiteY21" fmla="*/ 9940 h 19526"/>
                <a:gd name="connsiteX22" fmla="*/ 1414462 w 2315908"/>
                <a:gd name="connsiteY22" fmla="*/ 415 h 19526"/>
                <a:gd name="connsiteX23" fmla="*/ 1461324 w 2315908"/>
                <a:gd name="connsiteY23" fmla="*/ 415 h 19526"/>
                <a:gd name="connsiteX24" fmla="*/ 1470849 w 2315908"/>
                <a:gd name="connsiteY24" fmla="*/ 9940 h 19526"/>
                <a:gd name="connsiteX25" fmla="*/ 1461324 w 2315908"/>
                <a:gd name="connsiteY25" fmla="*/ 19465 h 19526"/>
                <a:gd name="connsiteX26" fmla="*/ 898779 w 2315908"/>
                <a:gd name="connsiteY26" fmla="*/ 19465 h 19526"/>
                <a:gd name="connsiteX27" fmla="*/ 851915 w 2315908"/>
                <a:gd name="connsiteY27" fmla="*/ 19465 h 19526"/>
                <a:gd name="connsiteX28" fmla="*/ 842390 w 2315908"/>
                <a:gd name="connsiteY28" fmla="*/ 9940 h 19526"/>
                <a:gd name="connsiteX29" fmla="*/ 851915 w 2315908"/>
                <a:gd name="connsiteY29" fmla="*/ 415 h 19526"/>
                <a:gd name="connsiteX30" fmla="*/ 898779 w 2315908"/>
                <a:gd name="connsiteY30" fmla="*/ 415 h 19526"/>
                <a:gd name="connsiteX31" fmla="*/ 908304 w 2315908"/>
                <a:gd name="connsiteY31" fmla="*/ 9940 h 19526"/>
                <a:gd name="connsiteX32" fmla="*/ 898779 w 2315908"/>
                <a:gd name="connsiteY32" fmla="*/ 19465 h 19526"/>
                <a:gd name="connsiteX33" fmla="*/ 1555051 w 2315908"/>
                <a:gd name="connsiteY33" fmla="*/ 19465 h 19526"/>
                <a:gd name="connsiteX34" fmla="*/ 1545526 w 2315908"/>
                <a:gd name="connsiteY34" fmla="*/ 9940 h 19526"/>
                <a:gd name="connsiteX35" fmla="*/ 1555051 w 2315908"/>
                <a:gd name="connsiteY35" fmla="*/ 415 h 19526"/>
                <a:gd name="connsiteX36" fmla="*/ 1601914 w 2315908"/>
                <a:gd name="connsiteY36" fmla="*/ 415 h 19526"/>
                <a:gd name="connsiteX37" fmla="*/ 1611439 w 2315908"/>
                <a:gd name="connsiteY37" fmla="*/ 9940 h 19526"/>
                <a:gd name="connsiteX38" fmla="*/ 1601914 w 2315908"/>
                <a:gd name="connsiteY38" fmla="*/ 19465 h 19526"/>
                <a:gd name="connsiteX39" fmla="*/ 758189 w 2315908"/>
                <a:gd name="connsiteY39" fmla="*/ 19465 h 19526"/>
                <a:gd name="connsiteX40" fmla="*/ 711231 w 2315908"/>
                <a:gd name="connsiteY40" fmla="*/ 19465 h 19526"/>
                <a:gd name="connsiteX41" fmla="*/ 701706 w 2315908"/>
                <a:gd name="connsiteY41" fmla="*/ 9940 h 19526"/>
                <a:gd name="connsiteX42" fmla="*/ 711231 w 2315908"/>
                <a:gd name="connsiteY42" fmla="*/ 415 h 19526"/>
                <a:gd name="connsiteX43" fmla="*/ 758094 w 2315908"/>
                <a:gd name="connsiteY43" fmla="*/ 415 h 19526"/>
                <a:gd name="connsiteX44" fmla="*/ 767619 w 2315908"/>
                <a:gd name="connsiteY44" fmla="*/ 9940 h 19526"/>
                <a:gd name="connsiteX45" fmla="*/ 758094 w 2315908"/>
                <a:gd name="connsiteY45" fmla="*/ 19465 h 19526"/>
                <a:gd name="connsiteX46" fmla="*/ 1695640 w 2315908"/>
                <a:gd name="connsiteY46" fmla="*/ 19465 h 19526"/>
                <a:gd name="connsiteX47" fmla="*/ 1686115 w 2315908"/>
                <a:gd name="connsiteY47" fmla="*/ 9940 h 19526"/>
                <a:gd name="connsiteX48" fmla="*/ 1695640 w 2315908"/>
                <a:gd name="connsiteY48" fmla="*/ 415 h 19526"/>
                <a:gd name="connsiteX49" fmla="*/ 1742503 w 2315908"/>
                <a:gd name="connsiteY49" fmla="*/ 415 h 19526"/>
                <a:gd name="connsiteX50" fmla="*/ 1742503 w 2315908"/>
                <a:gd name="connsiteY50" fmla="*/ 415 h 19526"/>
                <a:gd name="connsiteX51" fmla="*/ 1752028 w 2315908"/>
                <a:gd name="connsiteY51" fmla="*/ 9940 h 19526"/>
                <a:gd name="connsiteX52" fmla="*/ 1742503 w 2315908"/>
                <a:gd name="connsiteY52" fmla="*/ 19465 h 19526"/>
                <a:gd name="connsiteX53" fmla="*/ 1695545 w 2315908"/>
                <a:gd name="connsiteY53" fmla="*/ 19465 h 19526"/>
                <a:gd name="connsiteX54" fmla="*/ 617505 w 2315908"/>
                <a:gd name="connsiteY54" fmla="*/ 19465 h 19526"/>
                <a:gd name="connsiteX55" fmla="*/ 617505 w 2315908"/>
                <a:gd name="connsiteY55" fmla="*/ 19465 h 19526"/>
                <a:gd name="connsiteX56" fmla="*/ 570643 w 2315908"/>
                <a:gd name="connsiteY56" fmla="*/ 19465 h 19526"/>
                <a:gd name="connsiteX57" fmla="*/ 561118 w 2315908"/>
                <a:gd name="connsiteY57" fmla="*/ 9940 h 19526"/>
                <a:gd name="connsiteX58" fmla="*/ 570643 w 2315908"/>
                <a:gd name="connsiteY58" fmla="*/ 415 h 19526"/>
                <a:gd name="connsiteX59" fmla="*/ 570643 w 2315908"/>
                <a:gd name="connsiteY59" fmla="*/ 415 h 19526"/>
                <a:gd name="connsiteX60" fmla="*/ 617600 w 2315908"/>
                <a:gd name="connsiteY60" fmla="*/ 415 h 19526"/>
                <a:gd name="connsiteX61" fmla="*/ 627125 w 2315908"/>
                <a:gd name="connsiteY61" fmla="*/ 9940 h 19526"/>
                <a:gd name="connsiteX62" fmla="*/ 617600 w 2315908"/>
                <a:gd name="connsiteY62" fmla="*/ 19465 h 19526"/>
                <a:gd name="connsiteX63" fmla="*/ 1836705 w 2315908"/>
                <a:gd name="connsiteY63" fmla="*/ 19465 h 19526"/>
                <a:gd name="connsiteX64" fmla="*/ 1827180 w 2315908"/>
                <a:gd name="connsiteY64" fmla="*/ 9940 h 19526"/>
                <a:gd name="connsiteX65" fmla="*/ 1836705 w 2315908"/>
                <a:gd name="connsiteY65" fmla="*/ 415 h 19526"/>
                <a:gd name="connsiteX66" fmla="*/ 1883568 w 2315908"/>
                <a:gd name="connsiteY66" fmla="*/ 415 h 19526"/>
                <a:gd name="connsiteX67" fmla="*/ 1883568 w 2315908"/>
                <a:gd name="connsiteY67" fmla="*/ 415 h 19526"/>
                <a:gd name="connsiteX68" fmla="*/ 1893093 w 2315908"/>
                <a:gd name="connsiteY68" fmla="*/ 9940 h 19526"/>
                <a:gd name="connsiteX69" fmla="*/ 1883568 w 2315908"/>
                <a:gd name="connsiteY69" fmla="*/ 19465 h 19526"/>
                <a:gd name="connsiteX70" fmla="*/ 477297 w 2315908"/>
                <a:gd name="connsiteY70" fmla="*/ 19465 h 19526"/>
                <a:gd name="connsiteX71" fmla="*/ 430339 w 2315908"/>
                <a:gd name="connsiteY71" fmla="*/ 19465 h 19526"/>
                <a:gd name="connsiteX72" fmla="*/ 420814 w 2315908"/>
                <a:gd name="connsiteY72" fmla="*/ 9940 h 19526"/>
                <a:gd name="connsiteX73" fmla="*/ 430339 w 2315908"/>
                <a:gd name="connsiteY73" fmla="*/ 415 h 19526"/>
                <a:gd name="connsiteX74" fmla="*/ 430339 w 2315908"/>
                <a:gd name="connsiteY74" fmla="*/ 415 h 19526"/>
                <a:gd name="connsiteX75" fmla="*/ 477202 w 2315908"/>
                <a:gd name="connsiteY75" fmla="*/ 415 h 19526"/>
                <a:gd name="connsiteX76" fmla="*/ 486727 w 2315908"/>
                <a:gd name="connsiteY76" fmla="*/ 9940 h 19526"/>
                <a:gd name="connsiteX77" fmla="*/ 477202 w 2315908"/>
                <a:gd name="connsiteY77" fmla="*/ 19465 h 19526"/>
                <a:gd name="connsiteX78" fmla="*/ 1977294 w 2315908"/>
                <a:gd name="connsiteY78" fmla="*/ 19465 h 19526"/>
                <a:gd name="connsiteX79" fmla="*/ 1967769 w 2315908"/>
                <a:gd name="connsiteY79" fmla="*/ 9940 h 19526"/>
                <a:gd name="connsiteX80" fmla="*/ 1977294 w 2315908"/>
                <a:gd name="connsiteY80" fmla="*/ 415 h 19526"/>
                <a:gd name="connsiteX81" fmla="*/ 2024158 w 2315908"/>
                <a:gd name="connsiteY81" fmla="*/ 415 h 19526"/>
                <a:gd name="connsiteX82" fmla="*/ 2024158 w 2315908"/>
                <a:gd name="connsiteY82" fmla="*/ 415 h 19526"/>
                <a:gd name="connsiteX83" fmla="*/ 2033683 w 2315908"/>
                <a:gd name="connsiteY83" fmla="*/ 9940 h 19526"/>
                <a:gd name="connsiteX84" fmla="*/ 2024158 w 2315908"/>
                <a:gd name="connsiteY84" fmla="*/ 19465 h 19526"/>
                <a:gd name="connsiteX85" fmla="*/ 1977294 w 2315908"/>
                <a:gd name="connsiteY85" fmla="*/ 19465 h 19526"/>
                <a:gd name="connsiteX86" fmla="*/ 336708 w 2315908"/>
                <a:gd name="connsiteY86" fmla="*/ 19465 h 19526"/>
                <a:gd name="connsiteX87" fmla="*/ 336708 w 2315908"/>
                <a:gd name="connsiteY87" fmla="*/ 19465 h 19526"/>
                <a:gd name="connsiteX88" fmla="*/ 289845 w 2315908"/>
                <a:gd name="connsiteY88" fmla="*/ 19465 h 19526"/>
                <a:gd name="connsiteX89" fmla="*/ 280320 w 2315908"/>
                <a:gd name="connsiteY89" fmla="*/ 9940 h 19526"/>
                <a:gd name="connsiteX90" fmla="*/ 289845 w 2315908"/>
                <a:gd name="connsiteY90" fmla="*/ 415 h 19526"/>
                <a:gd name="connsiteX91" fmla="*/ 289845 w 2315908"/>
                <a:gd name="connsiteY91" fmla="*/ 415 h 19526"/>
                <a:gd name="connsiteX92" fmla="*/ 336708 w 2315908"/>
                <a:gd name="connsiteY92" fmla="*/ 415 h 19526"/>
                <a:gd name="connsiteX93" fmla="*/ 346233 w 2315908"/>
                <a:gd name="connsiteY93" fmla="*/ 9940 h 19526"/>
                <a:gd name="connsiteX94" fmla="*/ 336708 w 2315908"/>
                <a:gd name="connsiteY94" fmla="*/ 19465 h 19526"/>
                <a:gd name="connsiteX95" fmla="*/ 2117883 w 2315908"/>
                <a:gd name="connsiteY95" fmla="*/ 19465 h 19526"/>
                <a:gd name="connsiteX96" fmla="*/ 2108358 w 2315908"/>
                <a:gd name="connsiteY96" fmla="*/ 9940 h 19526"/>
                <a:gd name="connsiteX97" fmla="*/ 2117883 w 2315908"/>
                <a:gd name="connsiteY97" fmla="*/ 415 h 19526"/>
                <a:gd name="connsiteX98" fmla="*/ 2164747 w 2315908"/>
                <a:gd name="connsiteY98" fmla="*/ 415 h 19526"/>
                <a:gd name="connsiteX99" fmla="*/ 2164747 w 2315908"/>
                <a:gd name="connsiteY99" fmla="*/ 415 h 19526"/>
                <a:gd name="connsiteX100" fmla="*/ 2174272 w 2315908"/>
                <a:gd name="connsiteY100" fmla="*/ 9940 h 19526"/>
                <a:gd name="connsiteX101" fmla="*/ 2164747 w 2315908"/>
                <a:gd name="connsiteY101" fmla="*/ 19465 h 19526"/>
                <a:gd name="connsiteX102" fmla="*/ 2117883 w 2315908"/>
                <a:gd name="connsiteY102" fmla="*/ 19465 h 19526"/>
                <a:gd name="connsiteX103" fmla="*/ 195928 w 2315908"/>
                <a:gd name="connsiteY103" fmla="*/ 19465 h 19526"/>
                <a:gd name="connsiteX104" fmla="*/ 195928 w 2315908"/>
                <a:gd name="connsiteY104" fmla="*/ 19465 h 19526"/>
                <a:gd name="connsiteX105" fmla="*/ 149066 w 2315908"/>
                <a:gd name="connsiteY105" fmla="*/ 19465 h 19526"/>
                <a:gd name="connsiteX106" fmla="*/ 139541 w 2315908"/>
                <a:gd name="connsiteY106" fmla="*/ 9940 h 19526"/>
                <a:gd name="connsiteX107" fmla="*/ 149066 w 2315908"/>
                <a:gd name="connsiteY107" fmla="*/ 415 h 19526"/>
                <a:gd name="connsiteX108" fmla="*/ 149066 w 2315908"/>
                <a:gd name="connsiteY108" fmla="*/ 415 h 19526"/>
                <a:gd name="connsiteX109" fmla="*/ 196024 w 2315908"/>
                <a:gd name="connsiteY109" fmla="*/ 415 h 19526"/>
                <a:gd name="connsiteX110" fmla="*/ 205549 w 2315908"/>
                <a:gd name="connsiteY110" fmla="*/ 9940 h 19526"/>
                <a:gd name="connsiteX111" fmla="*/ 196024 w 2315908"/>
                <a:gd name="connsiteY111" fmla="*/ 19465 h 19526"/>
                <a:gd name="connsiteX112" fmla="*/ 2258472 w 2315908"/>
                <a:gd name="connsiteY112" fmla="*/ 18989 h 19526"/>
                <a:gd name="connsiteX113" fmla="*/ 2248947 w 2315908"/>
                <a:gd name="connsiteY113" fmla="*/ 9464 h 19526"/>
                <a:gd name="connsiteX114" fmla="*/ 2258472 w 2315908"/>
                <a:gd name="connsiteY114" fmla="*/ -61 h 19526"/>
                <a:gd name="connsiteX115" fmla="*/ 2305336 w 2315908"/>
                <a:gd name="connsiteY115" fmla="*/ -61 h 19526"/>
                <a:gd name="connsiteX116" fmla="*/ 2305336 w 2315908"/>
                <a:gd name="connsiteY116" fmla="*/ -61 h 19526"/>
                <a:gd name="connsiteX117" fmla="*/ 2314861 w 2315908"/>
                <a:gd name="connsiteY117" fmla="*/ 9464 h 19526"/>
                <a:gd name="connsiteX118" fmla="*/ 2305336 w 2315908"/>
                <a:gd name="connsiteY118" fmla="*/ 18989 h 19526"/>
                <a:gd name="connsiteX119" fmla="*/ 2258377 w 2315908"/>
                <a:gd name="connsiteY119" fmla="*/ 18989 h 19526"/>
                <a:gd name="connsiteX120" fmla="*/ 55339 w 2315908"/>
                <a:gd name="connsiteY120" fmla="*/ 18989 h 19526"/>
                <a:gd name="connsiteX121" fmla="*/ 55339 w 2315908"/>
                <a:gd name="connsiteY121" fmla="*/ 18989 h 19526"/>
                <a:gd name="connsiteX122" fmla="*/ 8477 w 2315908"/>
                <a:gd name="connsiteY122" fmla="*/ 18989 h 19526"/>
                <a:gd name="connsiteX123" fmla="*/ -1048 w 2315908"/>
                <a:gd name="connsiteY123" fmla="*/ 9464 h 19526"/>
                <a:gd name="connsiteX124" fmla="*/ 8477 w 2315908"/>
                <a:gd name="connsiteY124" fmla="*/ -61 h 19526"/>
                <a:gd name="connsiteX125" fmla="*/ 8477 w 2315908"/>
                <a:gd name="connsiteY125" fmla="*/ -61 h 19526"/>
                <a:gd name="connsiteX126" fmla="*/ 55339 w 2315908"/>
                <a:gd name="connsiteY126" fmla="*/ -61 h 19526"/>
                <a:gd name="connsiteX127" fmla="*/ 64864 w 2315908"/>
                <a:gd name="connsiteY127" fmla="*/ 9464 h 19526"/>
                <a:gd name="connsiteX128" fmla="*/ 55339 w 2315908"/>
                <a:gd name="connsiteY128" fmla="*/ 18989 h 19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315908" h="19526">
                  <a:moveTo>
                    <a:pt x="1180052" y="19465"/>
                  </a:moveTo>
                  <a:lnTo>
                    <a:pt x="1133189" y="19465"/>
                  </a:lnTo>
                  <a:cubicBezTo>
                    <a:pt x="1127949" y="19465"/>
                    <a:pt x="1123664" y="15198"/>
                    <a:pt x="1123664" y="9940"/>
                  </a:cubicBezTo>
                  <a:cubicBezTo>
                    <a:pt x="1123664" y="4682"/>
                    <a:pt x="1127949" y="415"/>
                    <a:pt x="1133189" y="415"/>
                  </a:cubicBezTo>
                  <a:lnTo>
                    <a:pt x="1180052" y="415"/>
                  </a:lnTo>
                  <a:cubicBezTo>
                    <a:pt x="1185290" y="415"/>
                    <a:pt x="1189577" y="4682"/>
                    <a:pt x="1189577" y="9940"/>
                  </a:cubicBezTo>
                  <a:cubicBezTo>
                    <a:pt x="1189577" y="15198"/>
                    <a:pt x="1185290" y="19465"/>
                    <a:pt x="1180052" y="19465"/>
                  </a:cubicBezTo>
                  <a:close/>
                  <a:moveTo>
                    <a:pt x="1273778" y="19465"/>
                  </a:moveTo>
                  <a:cubicBezTo>
                    <a:pt x="1268539" y="19465"/>
                    <a:pt x="1264253" y="15198"/>
                    <a:pt x="1264253" y="9940"/>
                  </a:cubicBezTo>
                  <a:cubicBezTo>
                    <a:pt x="1264253" y="4682"/>
                    <a:pt x="1268539" y="415"/>
                    <a:pt x="1273778" y="415"/>
                  </a:cubicBezTo>
                  <a:lnTo>
                    <a:pt x="1320641" y="415"/>
                  </a:lnTo>
                  <a:cubicBezTo>
                    <a:pt x="1325879" y="415"/>
                    <a:pt x="1330166" y="4682"/>
                    <a:pt x="1330166" y="9940"/>
                  </a:cubicBezTo>
                  <a:cubicBezTo>
                    <a:pt x="1330166" y="15198"/>
                    <a:pt x="1325879" y="19465"/>
                    <a:pt x="1320641" y="19465"/>
                  </a:cubicBezTo>
                  <a:close/>
                  <a:moveTo>
                    <a:pt x="1039463" y="19465"/>
                  </a:moveTo>
                  <a:lnTo>
                    <a:pt x="992504" y="19465"/>
                  </a:lnTo>
                  <a:cubicBezTo>
                    <a:pt x="987266" y="19465"/>
                    <a:pt x="982979" y="15198"/>
                    <a:pt x="982979" y="9940"/>
                  </a:cubicBezTo>
                  <a:cubicBezTo>
                    <a:pt x="982979" y="4682"/>
                    <a:pt x="987266" y="415"/>
                    <a:pt x="992504" y="415"/>
                  </a:cubicBezTo>
                  <a:lnTo>
                    <a:pt x="1039463" y="415"/>
                  </a:lnTo>
                  <a:cubicBezTo>
                    <a:pt x="1044701" y="415"/>
                    <a:pt x="1048988" y="4682"/>
                    <a:pt x="1048988" y="9940"/>
                  </a:cubicBezTo>
                  <a:cubicBezTo>
                    <a:pt x="1048988" y="15198"/>
                    <a:pt x="1044701" y="19465"/>
                    <a:pt x="1039463" y="19465"/>
                  </a:cubicBezTo>
                  <a:close/>
                  <a:moveTo>
                    <a:pt x="1414462" y="19465"/>
                  </a:moveTo>
                  <a:cubicBezTo>
                    <a:pt x="1409223" y="19465"/>
                    <a:pt x="1404937" y="15198"/>
                    <a:pt x="1404937" y="9940"/>
                  </a:cubicBezTo>
                  <a:cubicBezTo>
                    <a:pt x="1404937" y="4682"/>
                    <a:pt x="1409223" y="415"/>
                    <a:pt x="1414462" y="415"/>
                  </a:cubicBezTo>
                  <a:lnTo>
                    <a:pt x="1461324" y="415"/>
                  </a:lnTo>
                  <a:cubicBezTo>
                    <a:pt x="1466564" y="415"/>
                    <a:pt x="1470849" y="4682"/>
                    <a:pt x="1470849" y="9940"/>
                  </a:cubicBezTo>
                  <a:cubicBezTo>
                    <a:pt x="1470849" y="15198"/>
                    <a:pt x="1466564" y="19465"/>
                    <a:pt x="1461324" y="19465"/>
                  </a:cubicBezTo>
                  <a:close/>
                  <a:moveTo>
                    <a:pt x="898779" y="19465"/>
                  </a:moveTo>
                  <a:lnTo>
                    <a:pt x="851915" y="19465"/>
                  </a:lnTo>
                  <a:cubicBezTo>
                    <a:pt x="846677" y="19465"/>
                    <a:pt x="842390" y="15198"/>
                    <a:pt x="842390" y="9940"/>
                  </a:cubicBezTo>
                  <a:cubicBezTo>
                    <a:pt x="842390" y="4682"/>
                    <a:pt x="846677" y="415"/>
                    <a:pt x="851915" y="415"/>
                  </a:cubicBezTo>
                  <a:lnTo>
                    <a:pt x="898779" y="415"/>
                  </a:lnTo>
                  <a:cubicBezTo>
                    <a:pt x="904018" y="415"/>
                    <a:pt x="908304" y="4682"/>
                    <a:pt x="908304" y="9940"/>
                  </a:cubicBezTo>
                  <a:cubicBezTo>
                    <a:pt x="908304" y="15198"/>
                    <a:pt x="904018" y="19465"/>
                    <a:pt x="898779" y="19465"/>
                  </a:cubicBezTo>
                  <a:close/>
                  <a:moveTo>
                    <a:pt x="1555051" y="19465"/>
                  </a:moveTo>
                  <a:cubicBezTo>
                    <a:pt x="1549812" y="19465"/>
                    <a:pt x="1545526" y="15198"/>
                    <a:pt x="1545526" y="9940"/>
                  </a:cubicBezTo>
                  <a:cubicBezTo>
                    <a:pt x="1545526" y="4682"/>
                    <a:pt x="1549812" y="415"/>
                    <a:pt x="1555051" y="415"/>
                  </a:cubicBezTo>
                  <a:lnTo>
                    <a:pt x="1601914" y="415"/>
                  </a:lnTo>
                  <a:cubicBezTo>
                    <a:pt x="1607153" y="415"/>
                    <a:pt x="1611439" y="4682"/>
                    <a:pt x="1611439" y="9940"/>
                  </a:cubicBezTo>
                  <a:cubicBezTo>
                    <a:pt x="1611439" y="15198"/>
                    <a:pt x="1607153" y="19465"/>
                    <a:pt x="1601914" y="19465"/>
                  </a:cubicBezTo>
                  <a:close/>
                  <a:moveTo>
                    <a:pt x="758189" y="19465"/>
                  </a:moveTo>
                  <a:lnTo>
                    <a:pt x="711231" y="19465"/>
                  </a:lnTo>
                  <a:cubicBezTo>
                    <a:pt x="705993" y="19465"/>
                    <a:pt x="701706" y="15198"/>
                    <a:pt x="701706" y="9940"/>
                  </a:cubicBezTo>
                  <a:cubicBezTo>
                    <a:pt x="701706" y="4682"/>
                    <a:pt x="705993" y="415"/>
                    <a:pt x="711231" y="415"/>
                  </a:cubicBezTo>
                  <a:lnTo>
                    <a:pt x="758094" y="415"/>
                  </a:lnTo>
                  <a:cubicBezTo>
                    <a:pt x="763333" y="415"/>
                    <a:pt x="767619" y="4682"/>
                    <a:pt x="767619" y="9940"/>
                  </a:cubicBezTo>
                  <a:cubicBezTo>
                    <a:pt x="767619" y="15198"/>
                    <a:pt x="763333" y="19465"/>
                    <a:pt x="758094" y="19465"/>
                  </a:cubicBezTo>
                  <a:close/>
                  <a:moveTo>
                    <a:pt x="1695640" y="19465"/>
                  </a:moveTo>
                  <a:cubicBezTo>
                    <a:pt x="1690401" y="19465"/>
                    <a:pt x="1686115" y="15198"/>
                    <a:pt x="1686115" y="9940"/>
                  </a:cubicBezTo>
                  <a:cubicBezTo>
                    <a:pt x="1686115" y="4682"/>
                    <a:pt x="1690401" y="415"/>
                    <a:pt x="1695640" y="415"/>
                  </a:cubicBezTo>
                  <a:lnTo>
                    <a:pt x="1742503" y="415"/>
                  </a:lnTo>
                  <a:lnTo>
                    <a:pt x="1742503" y="415"/>
                  </a:lnTo>
                  <a:cubicBezTo>
                    <a:pt x="1747742" y="415"/>
                    <a:pt x="1752028" y="4682"/>
                    <a:pt x="1752028" y="9940"/>
                  </a:cubicBezTo>
                  <a:cubicBezTo>
                    <a:pt x="1752028" y="15198"/>
                    <a:pt x="1747742" y="19465"/>
                    <a:pt x="1742503" y="19465"/>
                  </a:cubicBezTo>
                  <a:lnTo>
                    <a:pt x="1695545" y="19465"/>
                  </a:lnTo>
                  <a:close/>
                  <a:moveTo>
                    <a:pt x="617505" y="19465"/>
                  </a:moveTo>
                  <a:lnTo>
                    <a:pt x="617505" y="19465"/>
                  </a:lnTo>
                  <a:lnTo>
                    <a:pt x="570643" y="19465"/>
                  </a:lnTo>
                  <a:cubicBezTo>
                    <a:pt x="565404" y="19465"/>
                    <a:pt x="561118" y="15198"/>
                    <a:pt x="561118" y="9940"/>
                  </a:cubicBezTo>
                  <a:cubicBezTo>
                    <a:pt x="561118" y="4682"/>
                    <a:pt x="565404" y="415"/>
                    <a:pt x="570643" y="415"/>
                  </a:cubicBezTo>
                  <a:lnTo>
                    <a:pt x="570643" y="415"/>
                  </a:lnTo>
                  <a:lnTo>
                    <a:pt x="617600" y="415"/>
                  </a:lnTo>
                  <a:cubicBezTo>
                    <a:pt x="622840" y="415"/>
                    <a:pt x="627125" y="4682"/>
                    <a:pt x="627125" y="9940"/>
                  </a:cubicBezTo>
                  <a:cubicBezTo>
                    <a:pt x="627125" y="15198"/>
                    <a:pt x="622840" y="19465"/>
                    <a:pt x="617600" y="19465"/>
                  </a:cubicBezTo>
                  <a:close/>
                  <a:moveTo>
                    <a:pt x="1836705" y="19465"/>
                  </a:moveTo>
                  <a:cubicBezTo>
                    <a:pt x="1831467" y="19465"/>
                    <a:pt x="1827180" y="15198"/>
                    <a:pt x="1827180" y="9940"/>
                  </a:cubicBezTo>
                  <a:cubicBezTo>
                    <a:pt x="1827180" y="4682"/>
                    <a:pt x="1831467" y="415"/>
                    <a:pt x="1836705" y="415"/>
                  </a:cubicBezTo>
                  <a:lnTo>
                    <a:pt x="1883568" y="415"/>
                  </a:lnTo>
                  <a:lnTo>
                    <a:pt x="1883568" y="415"/>
                  </a:lnTo>
                  <a:cubicBezTo>
                    <a:pt x="1888807" y="415"/>
                    <a:pt x="1893093" y="4682"/>
                    <a:pt x="1893093" y="9940"/>
                  </a:cubicBezTo>
                  <a:cubicBezTo>
                    <a:pt x="1893093" y="15198"/>
                    <a:pt x="1888807" y="19465"/>
                    <a:pt x="1883568" y="19465"/>
                  </a:cubicBezTo>
                  <a:close/>
                  <a:moveTo>
                    <a:pt x="477297" y="19465"/>
                  </a:moveTo>
                  <a:lnTo>
                    <a:pt x="430339" y="19465"/>
                  </a:lnTo>
                  <a:cubicBezTo>
                    <a:pt x="425100" y="19465"/>
                    <a:pt x="420814" y="15198"/>
                    <a:pt x="420814" y="9940"/>
                  </a:cubicBezTo>
                  <a:cubicBezTo>
                    <a:pt x="420814" y="4682"/>
                    <a:pt x="425100" y="415"/>
                    <a:pt x="430339" y="415"/>
                  </a:cubicBezTo>
                  <a:lnTo>
                    <a:pt x="430339" y="415"/>
                  </a:lnTo>
                  <a:lnTo>
                    <a:pt x="477202" y="415"/>
                  </a:lnTo>
                  <a:cubicBezTo>
                    <a:pt x="482441" y="415"/>
                    <a:pt x="486727" y="4682"/>
                    <a:pt x="486727" y="9940"/>
                  </a:cubicBezTo>
                  <a:cubicBezTo>
                    <a:pt x="486727" y="15198"/>
                    <a:pt x="482441" y="19465"/>
                    <a:pt x="477202" y="19465"/>
                  </a:cubicBezTo>
                  <a:close/>
                  <a:moveTo>
                    <a:pt x="1977294" y="19465"/>
                  </a:moveTo>
                  <a:cubicBezTo>
                    <a:pt x="1972056" y="19465"/>
                    <a:pt x="1967769" y="15198"/>
                    <a:pt x="1967769" y="9940"/>
                  </a:cubicBezTo>
                  <a:cubicBezTo>
                    <a:pt x="1967769" y="4682"/>
                    <a:pt x="1972056" y="415"/>
                    <a:pt x="1977294" y="415"/>
                  </a:cubicBezTo>
                  <a:lnTo>
                    <a:pt x="2024158" y="415"/>
                  </a:lnTo>
                  <a:lnTo>
                    <a:pt x="2024158" y="415"/>
                  </a:lnTo>
                  <a:cubicBezTo>
                    <a:pt x="2029396" y="415"/>
                    <a:pt x="2033683" y="4682"/>
                    <a:pt x="2033683" y="9940"/>
                  </a:cubicBezTo>
                  <a:cubicBezTo>
                    <a:pt x="2033683" y="15198"/>
                    <a:pt x="2029396" y="19465"/>
                    <a:pt x="2024158" y="19465"/>
                  </a:cubicBezTo>
                  <a:lnTo>
                    <a:pt x="1977294" y="19465"/>
                  </a:lnTo>
                  <a:close/>
                  <a:moveTo>
                    <a:pt x="336708" y="19465"/>
                  </a:moveTo>
                  <a:lnTo>
                    <a:pt x="336708" y="19465"/>
                  </a:lnTo>
                  <a:lnTo>
                    <a:pt x="289845" y="19465"/>
                  </a:lnTo>
                  <a:cubicBezTo>
                    <a:pt x="284607" y="19465"/>
                    <a:pt x="280320" y="15198"/>
                    <a:pt x="280320" y="9940"/>
                  </a:cubicBezTo>
                  <a:cubicBezTo>
                    <a:pt x="280320" y="4682"/>
                    <a:pt x="284607" y="415"/>
                    <a:pt x="289845" y="415"/>
                  </a:cubicBezTo>
                  <a:lnTo>
                    <a:pt x="289845" y="415"/>
                  </a:lnTo>
                  <a:lnTo>
                    <a:pt x="336708" y="415"/>
                  </a:lnTo>
                  <a:cubicBezTo>
                    <a:pt x="341947" y="415"/>
                    <a:pt x="346233" y="4682"/>
                    <a:pt x="346233" y="9940"/>
                  </a:cubicBezTo>
                  <a:cubicBezTo>
                    <a:pt x="346233" y="15198"/>
                    <a:pt x="341947" y="19465"/>
                    <a:pt x="336708" y="19465"/>
                  </a:cubicBezTo>
                  <a:close/>
                  <a:moveTo>
                    <a:pt x="2117883" y="19465"/>
                  </a:moveTo>
                  <a:cubicBezTo>
                    <a:pt x="2112644" y="19465"/>
                    <a:pt x="2108358" y="15198"/>
                    <a:pt x="2108358" y="9940"/>
                  </a:cubicBezTo>
                  <a:cubicBezTo>
                    <a:pt x="2108358" y="4682"/>
                    <a:pt x="2112644" y="415"/>
                    <a:pt x="2117883" y="415"/>
                  </a:cubicBezTo>
                  <a:lnTo>
                    <a:pt x="2164747" y="415"/>
                  </a:lnTo>
                  <a:lnTo>
                    <a:pt x="2164747" y="415"/>
                  </a:lnTo>
                  <a:cubicBezTo>
                    <a:pt x="2169985" y="415"/>
                    <a:pt x="2174272" y="4682"/>
                    <a:pt x="2174272" y="9940"/>
                  </a:cubicBezTo>
                  <a:cubicBezTo>
                    <a:pt x="2174272" y="15198"/>
                    <a:pt x="2169985" y="19465"/>
                    <a:pt x="2164747" y="19465"/>
                  </a:cubicBezTo>
                  <a:lnTo>
                    <a:pt x="2117883" y="19465"/>
                  </a:lnTo>
                  <a:close/>
                  <a:moveTo>
                    <a:pt x="195928" y="19465"/>
                  </a:moveTo>
                  <a:lnTo>
                    <a:pt x="195928" y="19465"/>
                  </a:lnTo>
                  <a:lnTo>
                    <a:pt x="149066" y="19465"/>
                  </a:lnTo>
                  <a:cubicBezTo>
                    <a:pt x="143827" y="19465"/>
                    <a:pt x="139541" y="15198"/>
                    <a:pt x="139541" y="9940"/>
                  </a:cubicBezTo>
                  <a:cubicBezTo>
                    <a:pt x="139541" y="4682"/>
                    <a:pt x="143827" y="415"/>
                    <a:pt x="149066" y="415"/>
                  </a:cubicBezTo>
                  <a:lnTo>
                    <a:pt x="149066" y="415"/>
                  </a:lnTo>
                  <a:lnTo>
                    <a:pt x="196024" y="415"/>
                  </a:lnTo>
                  <a:cubicBezTo>
                    <a:pt x="201263" y="415"/>
                    <a:pt x="205549" y="4682"/>
                    <a:pt x="205549" y="9940"/>
                  </a:cubicBezTo>
                  <a:cubicBezTo>
                    <a:pt x="205549" y="15198"/>
                    <a:pt x="201263" y="19465"/>
                    <a:pt x="196024" y="19465"/>
                  </a:cubicBezTo>
                  <a:close/>
                  <a:moveTo>
                    <a:pt x="2258472" y="18989"/>
                  </a:moveTo>
                  <a:cubicBezTo>
                    <a:pt x="2253233" y="18989"/>
                    <a:pt x="2248947" y="14722"/>
                    <a:pt x="2248947" y="9464"/>
                  </a:cubicBezTo>
                  <a:cubicBezTo>
                    <a:pt x="2248947" y="4206"/>
                    <a:pt x="2253233" y="-61"/>
                    <a:pt x="2258472" y="-61"/>
                  </a:cubicBezTo>
                  <a:lnTo>
                    <a:pt x="2305336" y="-61"/>
                  </a:lnTo>
                  <a:lnTo>
                    <a:pt x="2305336" y="-61"/>
                  </a:lnTo>
                  <a:cubicBezTo>
                    <a:pt x="2310574" y="-61"/>
                    <a:pt x="2314861" y="4206"/>
                    <a:pt x="2314861" y="9464"/>
                  </a:cubicBezTo>
                  <a:cubicBezTo>
                    <a:pt x="2314861" y="14722"/>
                    <a:pt x="2310574" y="18989"/>
                    <a:pt x="2305336" y="18989"/>
                  </a:cubicBezTo>
                  <a:lnTo>
                    <a:pt x="2258377" y="18989"/>
                  </a:lnTo>
                  <a:close/>
                  <a:moveTo>
                    <a:pt x="55339" y="18989"/>
                  </a:moveTo>
                  <a:lnTo>
                    <a:pt x="55339" y="18989"/>
                  </a:lnTo>
                  <a:lnTo>
                    <a:pt x="8477" y="18989"/>
                  </a:lnTo>
                  <a:cubicBezTo>
                    <a:pt x="3238" y="18989"/>
                    <a:pt x="-1048" y="14722"/>
                    <a:pt x="-1048" y="9464"/>
                  </a:cubicBezTo>
                  <a:cubicBezTo>
                    <a:pt x="-1048" y="4206"/>
                    <a:pt x="3238" y="-61"/>
                    <a:pt x="8477" y="-61"/>
                  </a:cubicBezTo>
                  <a:lnTo>
                    <a:pt x="8477" y="-61"/>
                  </a:lnTo>
                  <a:lnTo>
                    <a:pt x="55339" y="-61"/>
                  </a:lnTo>
                  <a:cubicBezTo>
                    <a:pt x="60579" y="-61"/>
                    <a:pt x="64864" y="4206"/>
                    <a:pt x="64864" y="9464"/>
                  </a:cubicBezTo>
                  <a:cubicBezTo>
                    <a:pt x="64864" y="14722"/>
                    <a:pt x="60579" y="18989"/>
                    <a:pt x="55339" y="18989"/>
                  </a:cubicBezTo>
                  <a:close/>
                </a:path>
              </a:pathLst>
            </a:custGeom>
            <a:solidFill>
              <a:srgbClr val="454E5F"/>
            </a:solidFill>
            <a:ln w="9525" cap="flat">
              <a:noFill/>
              <a:prstDash val="solid"/>
              <a:miter/>
            </a:ln>
          </p:spPr>
          <p:txBody>
            <a:bodyPr rtlCol="0" anchor="ctr"/>
            <a:lstStyle/>
            <a:p>
              <a:endParaRPr lang="zh-CN" altLang="en-US"/>
            </a:p>
          </p:txBody>
        </p:sp>
        <p:sp>
          <p:nvSpPr>
            <p:cNvPr id="25" name="任意多边形: 形状 24">
              <a:extLst>
                <a:ext uri="{FF2B5EF4-FFF2-40B4-BE49-F238E27FC236}">
                  <a16:creationId xmlns:a16="http://schemas.microsoft.com/office/drawing/2014/main" id="{C4DA7F67-8BBC-9503-E433-5AEBBEA42A8A}"/>
                </a:ext>
              </a:extLst>
            </p:cNvPr>
            <p:cNvSpPr/>
            <p:nvPr/>
          </p:nvSpPr>
          <p:spPr>
            <a:xfrm>
              <a:off x="4678680" y="5151691"/>
              <a:ext cx="2315908" cy="19526"/>
            </a:xfrm>
            <a:custGeom>
              <a:avLst/>
              <a:gdLst>
                <a:gd name="connsiteX0" fmla="*/ 1180052 w 2315908"/>
                <a:gd name="connsiteY0" fmla="*/ 19465 h 19526"/>
                <a:gd name="connsiteX1" fmla="*/ 1133189 w 2315908"/>
                <a:gd name="connsiteY1" fmla="*/ 19465 h 19526"/>
                <a:gd name="connsiteX2" fmla="*/ 1123664 w 2315908"/>
                <a:gd name="connsiteY2" fmla="*/ 9940 h 19526"/>
                <a:gd name="connsiteX3" fmla="*/ 1133189 w 2315908"/>
                <a:gd name="connsiteY3" fmla="*/ 415 h 19526"/>
                <a:gd name="connsiteX4" fmla="*/ 1180052 w 2315908"/>
                <a:gd name="connsiteY4" fmla="*/ 415 h 19526"/>
                <a:gd name="connsiteX5" fmla="*/ 1189577 w 2315908"/>
                <a:gd name="connsiteY5" fmla="*/ 9940 h 19526"/>
                <a:gd name="connsiteX6" fmla="*/ 1180052 w 2315908"/>
                <a:gd name="connsiteY6" fmla="*/ 19465 h 19526"/>
                <a:gd name="connsiteX7" fmla="*/ 1273778 w 2315908"/>
                <a:gd name="connsiteY7" fmla="*/ 19465 h 19526"/>
                <a:gd name="connsiteX8" fmla="*/ 1264253 w 2315908"/>
                <a:gd name="connsiteY8" fmla="*/ 9940 h 19526"/>
                <a:gd name="connsiteX9" fmla="*/ 1273778 w 2315908"/>
                <a:gd name="connsiteY9" fmla="*/ 415 h 19526"/>
                <a:gd name="connsiteX10" fmla="*/ 1320641 w 2315908"/>
                <a:gd name="connsiteY10" fmla="*/ 415 h 19526"/>
                <a:gd name="connsiteX11" fmla="*/ 1330166 w 2315908"/>
                <a:gd name="connsiteY11" fmla="*/ 9940 h 19526"/>
                <a:gd name="connsiteX12" fmla="*/ 1320641 w 2315908"/>
                <a:gd name="connsiteY12" fmla="*/ 19465 h 19526"/>
                <a:gd name="connsiteX13" fmla="*/ 1039463 w 2315908"/>
                <a:gd name="connsiteY13" fmla="*/ 19465 h 19526"/>
                <a:gd name="connsiteX14" fmla="*/ 992504 w 2315908"/>
                <a:gd name="connsiteY14" fmla="*/ 19465 h 19526"/>
                <a:gd name="connsiteX15" fmla="*/ 982979 w 2315908"/>
                <a:gd name="connsiteY15" fmla="*/ 9940 h 19526"/>
                <a:gd name="connsiteX16" fmla="*/ 992504 w 2315908"/>
                <a:gd name="connsiteY16" fmla="*/ 415 h 19526"/>
                <a:gd name="connsiteX17" fmla="*/ 1039463 w 2315908"/>
                <a:gd name="connsiteY17" fmla="*/ 415 h 19526"/>
                <a:gd name="connsiteX18" fmla="*/ 1048988 w 2315908"/>
                <a:gd name="connsiteY18" fmla="*/ 9940 h 19526"/>
                <a:gd name="connsiteX19" fmla="*/ 1039463 w 2315908"/>
                <a:gd name="connsiteY19" fmla="*/ 19465 h 19526"/>
                <a:gd name="connsiteX20" fmla="*/ 1414462 w 2315908"/>
                <a:gd name="connsiteY20" fmla="*/ 19465 h 19526"/>
                <a:gd name="connsiteX21" fmla="*/ 1404937 w 2315908"/>
                <a:gd name="connsiteY21" fmla="*/ 9940 h 19526"/>
                <a:gd name="connsiteX22" fmla="*/ 1414462 w 2315908"/>
                <a:gd name="connsiteY22" fmla="*/ 415 h 19526"/>
                <a:gd name="connsiteX23" fmla="*/ 1461324 w 2315908"/>
                <a:gd name="connsiteY23" fmla="*/ 415 h 19526"/>
                <a:gd name="connsiteX24" fmla="*/ 1470849 w 2315908"/>
                <a:gd name="connsiteY24" fmla="*/ 9940 h 19526"/>
                <a:gd name="connsiteX25" fmla="*/ 1461324 w 2315908"/>
                <a:gd name="connsiteY25" fmla="*/ 19465 h 19526"/>
                <a:gd name="connsiteX26" fmla="*/ 898779 w 2315908"/>
                <a:gd name="connsiteY26" fmla="*/ 19465 h 19526"/>
                <a:gd name="connsiteX27" fmla="*/ 851915 w 2315908"/>
                <a:gd name="connsiteY27" fmla="*/ 19465 h 19526"/>
                <a:gd name="connsiteX28" fmla="*/ 842390 w 2315908"/>
                <a:gd name="connsiteY28" fmla="*/ 9940 h 19526"/>
                <a:gd name="connsiteX29" fmla="*/ 851915 w 2315908"/>
                <a:gd name="connsiteY29" fmla="*/ 415 h 19526"/>
                <a:gd name="connsiteX30" fmla="*/ 898779 w 2315908"/>
                <a:gd name="connsiteY30" fmla="*/ 415 h 19526"/>
                <a:gd name="connsiteX31" fmla="*/ 908304 w 2315908"/>
                <a:gd name="connsiteY31" fmla="*/ 9940 h 19526"/>
                <a:gd name="connsiteX32" fmla="*/ 898779 w 2315908"/>
                <a:gd name="connsiteY32" fmla="*/ 19274 h 19526"/>
                <a:gd name="connsiteX33" fmla="*/ 1555051 w 2315908"/>
                <a:gd name="connsiteY33" fmla="*/ 19465 h 19526"/>
                <a:gd name="connsiteX34" fmla="*/ 1545526 w 2315908"/>
                <a:gd name="connsiteY34" fmla="*/ 9940 h 19526"/>
                <a:gd name="connsiteX35" fmla="*/ 1555051 w 2315908"/>
                <a:gd name="connsiteY35" fmla="*/ 415 h 19526"/>
                <a:gd name="connsiteX36" fmla="*/ 1601914 w 2315908"/>
                <a:gd name="connsiteY36" fmla="*/ 415 h 19526"/>
                <a:gd name="connsiteX37" fmla="*/ 1611439 w 2315908"/>
                <a:gd name="connsiteY37" fmla="*/ 9940 h 19526"/>
                <a:gd name="connsiteX38" fmla="*/ 1601914 w 2315908"/>
                <a:gd name="connsiteY38" fmla="*/ 19465 h 19526"/>
                <a:gd name="connsiteX39" fmla="*/ 758189 w 2315908"/>
                <a:gd name="connsiteY39" fmla="*/ 19465 h 19526"/>
                <a:gd name="connsiteX40" fmla="*/ 711231 w 2315908"/>
                <a:gd name="connsiteY40" fmla="*/ 19465 h 19526"/>
                <a:gd name="connsiteX41" fmla="*/ 701706 w 2315908"/>
                <a:gd name="connsiteY41" fmla="*/ 9940 h 19526"/>
                <a:gd name="connsiteX42" fmla="*/ 711231 w 2315908"/>
                <a:gd name="connsiteY42" fmla="*/ 415 h 19526"/>
                <a:gd name="connsiteX43" fmla="*/ 758094 w 2315908"/>
                <a:gd name="connsiteY43" fmla="*/ 415 h 19526"/>
                <a:gd name="connsiteX44" fmla="*/ 767619 w 2315908"/>
                <a:gd name="connsiteY44" fmla="*/ 9940 h 19526"/>
                <a:gd name="connsiteX45" fmla="*/ 758094 w 2315908"/>
                <a:gd name="connsiteY45" fmla="*/ 19465 h 19526"/>
                <a:gd name="connsiteX46" fmla="*/ 1695640 w 2315908"/>
                <a:gd name="connsiteY46" fmla="*/ 19465 h 19526"/>
                <a:gd name="connsiteX47" fmla="*/ 1686115 w 2315908"/>
                <a:gd name="connsiteY47" fmla="*/ 9940 h 19526"/>
                <a:gd name="connsiteX48" fmla="*/ 1695640 w 2315908"/>
                <a:gd name="connsiteY48" fmla="*/ 415 h 19526"/>
                <a:gd name="connsiteX49" fmla="*/ 1742598 w 2315908"/>
                <a:gd name="connsiteY49" fmla="*/ 415 h 19526"/>
                <a:gd name="connsiteX50" fmla="*/ 1752123 w 2315908"/>
                <a:gd name="connsiteY50" fmla="*/ 9940 h 19526"/>
                <a:gd name="connsiteX51" fmla="*/ 1742598 w 2315908"/>
                <a:gd name="connsiteY51" fmla="*/ 19465 h 19526"/>
                <a:gd name="connsiteX52" fmla="*/ 1695736 w 2315908"/>
                <a:gd name="connsiteY52" fmla="*/ 19465 h 19526"/>
                <a:gd name="connsiteX53" fmla="*/ 617505 w 2315908"/>
                <a:gd name="connsiteY53" fmla="*/ 19465 h 19526"/>
                <a:gd name="connsiteX54" fmla="*/ 617505 w 2315908"/>
                <a:gd name="connsiteY54" fmla="*/ 19465 h 19526"/>
                <a:gd name="connsiteX55" fmla="*/ 570643 w 2315908"/>
                <a:gd name="connsiteY55" fmla="*/ 19465 h 19526"/>
                <a:gd name="connsiteX56" fmla="*/ 561118 w 2315908"/>
                <a:gd name="connsiteY56" fmla="*/ 9940 h 19526"/>
                <a:gd name="connsiteX57" fmla="*/ 570643 w 2315908"/>
                <a:gd name="connsiteY57" fmla="*/ 415 h 19526"/>
                <a:gd name="connsiteX58" fmla="*/ 617600 w 2315908"/>
                <a:gd name="connsiteY58" fmla="*/ 415 h 19526"/>
                <a:gd name="connsiteX59" fmla="*/ 627125 w 2315908"/>
                <a:gd name="connsiteY59" fmla="*/ 9940 h 19526"/>
                <a:gd name="connsiteX60" fmla="*/ 617600 w 2315908"/>
                <a:gd name="connsiteY60" fmla="*/ 19465 h 19526"/>
                <a:gd name="connsiteX61" fmla="*/ 1836705 w 2315908"/>
                <a:gd name="connsiteY61" fmla="*/ 19465 h 19526"/>
                <a:gd name="connsiteX62" fmla="*/ 1827180 w 2315908"/>
                <a:gd name="connsiteY62" fmla="*/ 9940 h 19526"/>
                <a:gd name="connsiteX63" fmla="*/ 1836705 w 2315908"/>
                <a:gd name="connsiteY63" fmla="*/ 415 h 19526"/>
                <a:gd name="connsiteX64" fmla="*/ 1883568 w 2315908"/>
                <a:gd name="connsiteY64" fmla="*/ 415 h 19526"/>
                <a:gd name="connsiteX65" fmla="*/ 1883568 w 2315908"/>
                <a:gd name="connsiteY65" fmla="*/ 415 h 19526"/>
                <a:gd name="connsiteX66" fmla="*/ 1893093 w 2315908"/>
                <a:gd name="connsiteY66" fmla="*/ 9940 h 19526"/>
                <a:gd name="connsiteX67" fmla="*/ 1883568 w 2315908"/>
                <a:gd name="connsiteY67" fmla="*/ 19465 h 19526"/>
                <a:gd name="connsiteX68" fmla="*/ 1836705 w 2315908"/>
                <a:gd name="connsiteY68" fmla="*/ 19465 h 19526"/>
                <a:gd name="connsiteX69" fmla="*/ 477297 w 2315908"/>
                <a:gd name="connsiteY69" fmla="*/ 19465 h 19526"/>
                <a:gd name="connsiteX70" fmla="*/ 477297 w 2315908"/>
                <a:gd name="connsiteY70" fmla="*/ 19465 h 19526"/>
                <a:gd name="connsiteX71" fmla="*/ 430339 w 2315908"/>
                <a:gd name="connsiteY71" fmla="*/ 19465 h 19526"/>
                <a:gd name="connsiteX72" fmla="*/ 420814 w 2315908"/>
                <a:gd name="connsiteY72" fmla="*/ 9940 h 19526"/>
                <a:gd name="connsiteX73" fmla="*/ 430339 w 2315908"/>
                <a:gd name="connsiteY73" fmla="*/ 415 h 19526"/>
                <a:gd name="connsiteX74" fmla="*/ 430339 w 2315908"/>
                <a:gd name="connsiteY74" fmla="*/ 415 h 19526"/>
                <a:gd name="connsiteX75" fmla="*/ 477202 w 2315908"/>
                <a:gd name="connsiteY75" fmla="*/ 415 h 19526"/>
                <a:gd name="connsiteX76" fmla="*/ 486727 w 2315908"/>
                <a:gd name="connsiteY76" fmla="*/ 9940 h 19526"/>
                <a:gd name="connsiteX77" fmla="*/ 476916 w 2315908"/>
                <a:gd name="connsiteY77" fmla="*/ 18798 h 19526"/>
                <a:gd name="connsiteX78" fmla="*/ 1977294 w 2315908"/>
                <a:gd name="connsiteY78" fmla="*/ 19465 h 19526"/>
                <a:gd name="connsiteX79" fmla="*/ 1967769 w 2315908"/>
                <a:gd name="connsiteY79" fmla="*/ 9940 h 19526"/>
                <a:gd name="connsiteX80" fmla="*/ 1977294 w 2315908"/>
                <a:gd name="connsiteY80" fmla="*/ 415 h 19526"/>
                <a:gd name="connsiteX81" fmla="*/ 2024158 w 2315908"/>
                <a:gd name="connsiteY81" fmla="*/ 415 h 19526"/>
                <a:gd name="connsiteX82" fmla="*/ 2024158 w 2315908"/>
                <a:gd name="connsiteY82" fmla="*/ 415 h 19526"/>
                <a:gd name="connsiteX83" fmla="*/ 2033683 w 2315908"/>
                <a:gd name="connsiteY83" fmla="*/ 9940 h 19526"/>
                <a:gd name="connsiteX84" fmla="*/ 2024158 w 2315908"/>
                <a:gd name="connsiteY84" fmla="*/ 19465 h 19526"/>
                <a:gd name="connsiteX85" fmla="*/ 1977294 w 2315908"/>
                <a:gd name="connsiteY85" fmla="*/ 19465 h 19526"/>
                <a:gd name="connsiteX86" fmla="*/ 336708 w 2315908"/>
                <a:gd name="connsiteY86" fmla="*/ 19465 h 19526"/>
                <a:gd name="connsiteX87" fmla="*/ 336708 w 2315908"/>
                <a:gd name="connsiteY87" fmla="*/ 19465 h 19526"/>
                <a:gd name="connsiteX88" fmla="*/ 289845 w 2315908"/>
                <a:gd name="connsiteY88" fmla="*/ 19465 h 19526"/>
                <a:gd name="connsiteX89" fmla="*/ 280320 w 2315908"/>
                <a:gd name="connsiteY89" fmla="*/ 9940 h 19526"/>
                <a:gd name="connsiteX90" fmla="*/ 289845 w 2315908"/>
                <a:gd name="connsiteY90" fmla="*/ 415 h 19526"/>
                <a:gd name="connsiteX91" fmla="*/ 289845 w 2315908"/>
                <a:gd name="connsiteY91" fmla="*/ 415 h 19526"/>
                <a:gd name="connsiteX92" fmla="*/ 336708 w 2315908"/>
                <a:gd name="connsiteY92" fmla="*/ 415 h 19526"/>
                <a:gd name="connsiteX93" fmla="*/ 346233 w 2315908"/>
                <a:gd name="connsiteY93" fmla="*/ 9940 h 19526"/>
                <a:gd name="connsiteX94" fmla="*/ 336327 w 2315908"/>
                <a:gd name="connsiteY94" fmla="*/ 17846 h 19526"/>
                <a:gd name="connsiteX95" fmla="*/ 2117883 w 2315908"/>
                <a:gd name="connsiteY95" fmla="*/ 19465 h 19526"/>
                <a:gd name="connsiteX96" fmla="*/ 2108358 w 2315908"/>
                <a:gd name="connsiteY96" fmla="*/ 9940 h 19526"/>
                <a:gd name="connsiteX97" fmla="*/ 2117883 w 2315908"/>
                <a:gd name="connsiteY97" fmla="*/ 415 h 19526"/>
                <a:gd name="connsiteX98" fmla="*/ 2164747 w 2315908"/>
                <a:gd name="connsiteY98" fmla="*/ 415 h 19526"/>
                <a:gd name="connsiteX99" fmla="*/ 2164747 w 2315908"/>
                <a:gd name="connsiteY99" fmla="*/ 415 h 19526"/>
                <a:gd name="connsiteX100" fmla="*/ 2174272 w 2315908"/>
                <a:gd name="connsiteY100" fmla="*/ 9940 h 19526"/>
                <a:gd name="connsiteX101" fmla="*/ 2164747 w 2315908"/>
                <a:gd name="connsiteY101" fmla="*/ 19465 h 19526"/>
                <a:gd name="connsiteX102" fmla="*/ 2117883 w 2315908"/>
                <a:gd name="connsiteY102" fmla="*/ 19465 h 19526"/>
                <a:gd name="connsiteX103" fmla="*/ 195928 w 2315908"/>
                <a:gd name="connsiteY103" fmla="*/ 19465 h 19526"/>
                <a:gd name="connsiteX104" fmla="*/ 195928 w 2315908"/>
                <a:gd name="connsiteY104" fmla="*/ 19465 h 19526"/>
                <a:gd name="connsiteX105" fmla="*/ 149066 w 2315908"/>
                <a:gd name="connsiteY105" fmla="*/ 19465 h 19526"/>
                <a:gd name="connsiteX106" fmla="*/ 139541 w 2315908"/>
                <a:gd name="connsiteY106" fmla="*/ 9940 h 19526"/>
                <a:gd name="connsiteX107" fmla="*/ 149066 w 2315908"/>
                <a:gd name="connsiteY107" fmla="*/ 415 h 19526"/>
                <a:gd name="connsiteX108" fmla="*/ 149066 w 2315908"/>
                <a:gd name="connsiteY108" fmla="*/ 415 h 19526"/>
                <a:gd name="connsiteX109" fmla="*/ 196024 w 2315908"/>
                <a:gd name="connsiteY109" fmla="*/ 415 h 19526"/>
                <a:gd name="connsiteX110" fmla="*/ 205549 w 2315908"/>
                <a:gd name="connsiteY110" fmla="*/ 9940 h 19526"/>
                <a:gd name="connsiteX111" fmla="*/ 196024 w 2315908"/>
                <a:gd name="connsiteY111" fmla="*/ 19465 h 19526"/>
                <a:gd name="connsiteX112" fmla="*/ 2258472 w 2315908"/>
                <a:gd name="connsiteY112" fmla="*/ 18989 h 19526"/>
                <a:gd name="connsiteX113" fmla="*/ 2248947 w 2315908"/>
                <a:gd name="connsiteY113" fmla="*/ 9464 h 19526"/>
                <a:gd name="connsiteX114" fmla="*/ 2258472 w 2315908"/>
                <a:gd name="connsiteY114" fmla="*/ -61 h 19526"/>
                <a:gd name="connsiteX115" fmla="*/ 2305336 w 2315908"/>
                <a:gd name="connsiteY115" fmla="*/ -61 h 19526"/>
                <a:gd name="connsiteX116" fmla="*/ 2305336 w 2315908"/>
                <a:gd name="connsiteY116" fmla="*/ -61 h 19526"/>
                <a:gd name="connsiteX117" fmla="*/ 2314861 w 2315908"/>
                <a:gd name="connsiteY117" fmla="*/ 9464 h 19526"/>
                <a:gd name="connsiteX118" fmla="*/ 2305336 w 2315908"/>
                <a:gd name="connsiteY118" fmla="*/ 18989 h 19526"/>
                <a:gd name="connsiteX119" fmla="*/ 2258377 w 2315908"/>
                <a:gd name="connsiteY119" fmla="*/ 18989 h 19526"/>
                <a:gd name="connsiteX120" fmla="*/ 55339 w 2315908"/>
                <a:gd name="connsiteY120" fmla="*/ 18989 h 19526"/>
                <a:gd name="connsiteX121" fmla="*/ 55339 w 2315908"/>
                <a:gd name="connsiteY121" fmla="*/ 18989 h 19526"/>
                <a:gd name="connsiteX122" fmla="*/ 8477 w 2315908"/>
                <a:gd name="connsiteY122" fmla="*/ 18989 h 19526"/>
                <a:gd name="connsiteX123" fmla="*/ -1048 w 2315908"/>
                <a:gd name="connsiteY123" fmla="*/ 9464 h 19526"/>
                <a:gd name="connsiteX124" fmla="*/ 8477 w 2315908"/>
                <a:gd name="connsiteY124" fmla="*/ -61 h 19526"/>
                <a:gd name="connsiteX125" fmla="*/ 8477 w 2315908"/>
                <a:gd name="connsiteY125" fmla="*/ -61 h 19526"/>
                <a:gd name="connsiteX126" fmla="*/ 55339 w 2315908"/>
                <a:gd name="connsiteY126" fmla="*/ -61 h 19526"/>
                <a:gd name="connsiteX127" fmla="*/ 64864 w 2315908"/>
                <a:gd name="connsiteY127" fmla="*/ 9464 h 19526"/>
                <a:gd name="connsiteX128" fmla="*/ 55339 w 2315908"/>
                <a:gd name="connsiteY128" fmla="*/ 18989 h 19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315908" h="19526">
                  <a:moveTo>
                    <a:pt x="1180052" y="19465"/>
                  </a:moveTo>
                  <a:lnTo>
                    <a:pt x="1133189" y="19465"/>
                  </a:lnTo>
                  <a:cubicBezTo>
                    <a:pt x="1127949" y="19465"/>
                    <a:pt x="1123664" y="15198"/>
                    <a:pt x="1123664" y="9940"/>
                  </a:cubicBezTo>
                  <a:cubicBezTo>
                    <a:pt x="1123664" y="4682"/>
                    <a:pt x="1127949" y="415"/>
                    <a:pt x="1133189" y="415"/>
                  </a:cubicBezTo>
                  <a:lnTo>
                    <a:pt x="1180052" y="415"/>
                  </a:lnTo>
                  <a:cubicBezTo>
                    <a:pt x="1185290" y="415"/>
                    <a:pt x="1189577" y="4682"/>
                    <a:pt x="1189577" y="9940"/>
                  </a:cubicBezTo>
                  <a:cubicBezTo>
                    <a:pt x="1189577" y="15198"/>
                    <a:pt x="1185290" y="19465"/>
                    <a:pt x="1180052" y="19465"/>
                  </a:cubicBezTo>
                  <a:close/>
                  <a:moveTo>
                    <a:pt x="1273778" y="19465"/>
                  </a:moveTo>
                  <a:cubicBezTo>
                    <a:pt x="1268539" y="19465"/>
                    <a:pt x="1264253" y="15198"/>
                    <a:pt x="1264253" y="9940"/>
                  </a:cubicBezTo>
                  <a:cubicBezTo>
                    <a:pt x="1264253" y="4682"/>
                    <a:pt x="1268539" y="415"/>
                    <a:pt x="1273778" y="415"/>
                  </a:cubicBezTo>
                  <a:lnTo>
                    <a:pt x="1320641" y="415"/>
                  </a:lnTo>
                  <a:cubicBezTo>
                    <a:pt x="1325879" y="415"/>
                    <a:pt x="1330166" y="4682"/>
                    <a:pt x="1330166" y="9940"/>
                  </a:cubicBezTo>
                  <a:cubicBezTo>
                    <a:pt x="1330166" y="15198"/>
                    <a:pt x="1325879" y="19465"/>
                    <a:pt x="1320641" y="19465"/>
                  </a:cubicBezTo>
                  <a:close/>
                  <a:moveTo>
                    <a:pt x="1039463" y="19465"/>
                  </a:moveTo>
                  <a:lnTo>
                    <a:pt x="992504" y="19465"/>
                  </a:lnTo>
                  <a:cubicBezTo>
                    <a:pt x="987266" y="19465"/>
                    <a:pt x="982979" y="15198"/>
                    <a:pt x="982979" y="9940"/>
                  </a:cubicBezTo>
                  <a:cubicBezTo>
                    <a:pt x="982979" y="4682"/>
                    <a:pt x="987266" y="415"/>
                    <a:pt x="992504" y="415"/>
                  </a:cubicBezTo>
                  <a:lnTo>
                    <a:pt x="1039463" y="415"/>
                  </a:lnTo>
                  <a:cubicBezTo>
                    <a:pt x="1044701" y="415"/>
                    <a:pt x="1048988" y="4682"/>
                    <a:pt x="1048988" y="9940"/>
                  </a:cubicBezTo>
                  <a:cubicBezTo>
                    <a:pt x="1048988" y="15198"/>
                    <a:pt x="1044701" y="19465"/>
                    <a:pt x="1039463" y="19465"/>
                  </a:cubicBezTo>
                  <a:close/>
                  <a:moveTo>
                    <a:pt x="1414462" y="19465"/>
                  </a:moveTo>
                  <a:cubicBezTo>
                    <a:pt x="1409223" y="19465"/>
                    <a:pt x="1404937" y="15198"/>
                    <a:pt x="1404937" y="9940"/>
                  </a:cubicBezTo>
                  <a:cubicBezTo>
                    <a:pt x="1404937" y="4682"/>
                    <a:pt x="1409223" y="415"/>
                    <a:pt x="1414462" y="415"/>
                  </a:cubicBezTo>
                  <a:lnTo>
                    <a:pt x="1461324" y="415"/>
                  </a:lnTo>
                  <a:cubicBezTo>
                    <a:pt x="1466564" y="415"/>
                    <a:pt x="1470849" y="4682"/>
                    <a:pt x="1470849" y="9940"/>
                  </a:cubicBezTo>
                  <a:cubicBezTo>
                    <a:pt x="1470849" y="15198"/>
                    <a:pt x="1466564" y="19465"/>
                    <a:pt x="1461324" y="19465"/>
                  </a:cubicBezTo>
                  <a:close/>
                  <a:moveTo>
                    <a:pt x="898779" y="19465"/>
                  </a:moveTo>
                  <a:lnTo>
                    <a:pt x="851915" y="19465"/>
                  </a:lnTo>
                  <a:cubicBezTo>
                    <a:pt x="846677" y="19465"/>
                    <a:pt x="842390" y="15198"/>
                    <a:pt x="842390" y="9940"/>
                  </a:cubicBezTo>
                  <a:cubicBezTo>
                    <a:pt x="842390" y="4682"/>
                    <a:pt x="846677" y="415"/>
                    <a:pt x="851915" y="415"/>
                  </a:cubicBezTo>
                  <a:lnTo>
                    <a:pt x="898779" y="415"/>
                  </a:lnTo>
                  <a:cubicBezTo>
                    <a:pt x="904018" y="415"/>
                    <a:pt x="908304" y="4682"/>
                    <a:pt x="908304" y="9940"/>
                  </a:cubicBezTo>
                  <a:cubicBezTo>
                    <a:pt x="908208" y="15122"/>
                    <a:pt x="903922" y="19274"/>
                    <a:pt x="898779" y="19274"/>
                  </a:cubicBezTo>
                  <a:close/>
                  <a:moveTo>
                    <a:pt x="1555051" y="19465"/>
                  </a:moveTo>
                  <a:cubicBezTo>
                    <a:pt x="1549812" y="19465"/>
                    <a:pt x="1545526" y="15198"/>
                    <a:pt x="1545526" y="9940"/>
                  </a:cubicBezTo>
                  <a:cubicBezTo>
                    <a:pt x="1545526" y="4682"/>
                    <a:pt x="1549812" y="415"/>
                    <a:pt x="1555051" y="415"/>
                  </a:cubicBezTo>
                  <a:lnTo>
                    <a:pt x="1601914" y="415"/>
                  </a:lnTo>
                  <a:cubicBezTo>
                    <a:pt x="1607153" y="415"/>
                    <a:pt x="1611439" y="4682"/>
                    <a:pt x="1611439" y="9940"/>
                  </a:cubicBezTo>
                  <a:cubicBezTo>
                    <a:pt x="1611439" y="15198"/>
                    <a:pt x="1607153" y="19465"/>
                    <a:pt x="1601914" y="19465"/>
                  </a:cubicBezTo>
                  <a:close/>
                  <a:moveTo>
                    <a:pt x="758189" y="19465"/>
                  </a:moveTo>
                  <a:lnTo>
                    <a:pt x="711231" y="19465"/>
                  </a:lnTo>
                  <a:cubicBezTo>
                    <a:pt x="705993" y="19465"/>
                    <a:pt x="701706" y="15198"/>
                    <a:pt x="701706" y="9940"/>
                  </a:cubicBezTo>
                  <a:cubicBezTo>
                    <a:pt x="701706" y="4682"/>
                    <a:pt x="705993" y="415"/>
                    <a:pt x="711231" y="415"/>
                  </a:cubicBezTo>
                  <a:lnTo>
                    <a:pt x="758094" y="415"/>
                  </a:lnTo>
                  <a:cubicBezTo>
                    <a:pt x="763333" y="415"/>
                    <a:pt x="767619" y="4682"/>
                    <a:pt x="767619" y="9940"/>
                  </a:cubicBezTo>
                  <a:cubicBezTo>
                    <a:pt x="767619" y="15198"/>
                    <a:pt x="763333" y="19465"/>
                    <a:pt x="758094" y="19465"/>
                  </a:cubicBezTo>
                  <a:close/>
                  <a:moveTo>
                    <a:pt x="1695640" y="19465"/>
                  </a:moveTo>
                  <a:cubicBezTo>
                    <a:pt x="1690401" y="19465"/>
                    <a:pt x="1686115" y="15198"/>
                    <a:pt x="1686115" y="9940"/>
                  </a:cubicBezTo>
                  <a:cubicBezTo>
                    <a:pt x="1686115" y="4682"/>
                    <a:pt x="1690401" y="415"/>
                    <a:pt x="1695640" y="415"/>
                  </a:cubicBezTo>
                  <a:lnTo>
                    <a:pt x="1742598" y="415"/>
                  </a:lnTo>
                  <a:cubicBezTo>
                    <a:pt x="1747837" y="415"/>
                    <a:pt x="1752123" y="4682"/>
                    <a:pt x="1752123" y="9940"/>
                  </a:cubicBezTo>
                  <a:cubicBezTo>
                    <a:pt x="1752123" y="15198"/>
                    <a:pt x="1747837" y="19465"/>
                    <a:pt x="1742598" y="19465"/>
                  </a:cubicBezTo>
                  <a:lnTo>
                    <a:pt x="1695736" y="19465"/>
                  </a:lnTo>
                  <a:close/>
                  <a:moveTo>
                    <a:pt x="617505" y="19465"/>
                  </a:moveTo>
                  <a:lnTo>
                    <a:pt x="617505" y="19465"/>
                  </a:lnTo>
                  <a:lnTo>
                    <a:pt x="570643" y="19465"/>
                  </a:lnTo>
                  <a:cubicBezTo>
                    <a:pt x="565404" y="19465"/>
                    <a:pt x="561118" y="15198"/>
                    <a:pt x="561118" y="9940"/>
                  </a:cubicBezTo>
                  <a:cubicBezTo>
                    <a:pt x="561118" y="4682"/>
                    <a:pt x="565404" y="415"/>
                    <a:pt x="570643" y="415"/>
                  </a:cubicBezTo>
                  <a:lnTo>
                    <a:pt x="617600" y="415"/>
                  </a:lnTo>
                  <a:cubicBezTo>
                    <a:pt x="622840" y="415"/>
                    <a:pt x="627125" y="4682"/>
                    <a:pt x="627125" y="9940"/>
                  </a:cubicBezTo>
                  <a:cubicBezTo>
                    <a:pt x="627125" y="15198"/>
                    <a:pt x="622840" y="19465"/>
                    <a:pt x="617600" y="19465"/>
                  </a:cubicBezTo>
                  <a:close/>
                  <a:moveTo>
                    <a:pt x="1836705" y="19465"/>
                  </a:moveTo>
                  <a:cubicBezTo>
                    <a:pt x="1831467" y="19465"/>
                    <a:pt x="1827180" y="15198"/>
                    <a:pt x="1827180" y="9940"/>
                  </a:cubicBezTo>
                  <a:cubicBezTo>
                    <a:pt x="1827180" y="4682"/>
                    <a:pt x="1831467" y="415"/>
                    <a:pt x="1836705" y="415"/>
                  </a:cubicBezTo>
                  <a:lnTo>
                    <a:pt x="1883568" y="415"/>
                  </a:lnTo>
                  <a:lnTo>
                    <a:pt x="1883568" y="415"/>
                  </a:lnTo>
                  <a:cubicBezTo>
                    <a:pt x="1888807" y="415"/>
                    <a:pt x="1893093" y="4682"/>
                    <a:pt x="1893093" y="9940"/>
                  </a:cubicBezTo>
                  <a:cubicBezTo>
                    <a:pt x="1893093" y="15198"/>
                    <a:pt x="1888807" y="19465"/>
                    <a:pt x="1883568" y="19465"/>
                  </a:cubicBezTo>
                  <a:lnTo>
                    <a:pt x="1836705" y="19465"/>
                  </a:lnTo>
                  <a:close/>
                  <a:moveTo>
                    <a:pt x="477297" y="19465"/>
                  </a:moveTo>
                  <a:lnTo>
                    <a:pt x="477297" y="19465"/>
                  </a:lnTo>
                  <a:lnTo>
                    <a:pt x="430339" y="19465"/>
                  </a:lnTo>
                  <a:cubicBezTo>
                    <a:pt x="425100" y="19465"/>
                    <a:pt x="420814" y="15198"/>
                    <a:pt x="420814" y="9940"/>
                  </a:cubicBezTo>
                  <a:cubicBezTo>
                    <a:pt x="420814" y="4682"/>
                    <a:pt x="425100" y="415"/>
                    <a:pt x="430339" y="415"/>
                  </a:cubicBezTo>
                  <a:lnTo>
                    <a:pt x="430339" y="415"/>
                  </a:lnTo>
                  <a:lnTo>
                    <a:pt x="477202" y="415"/>
                  </a:lnTo>
                  <a:cubicBezTo>
                    <a:pt x="482441" y="415"/>
                    <a:pt x="486727" y="4682"/>
                    <a:pt x="486727" y="9940"/>
                  </a:cubicBezTo>
                  <a:cubicBezTo>
                    <a:pt x="486346" y="15055"/>
                    <a:pt x="482060" y="18960"/>
                    <a:pt x="476916" y="18798"/>
                  </a:cubicBezTo>
                  <a:close/>
                  <a:moveTo>
                    <a:pt x="1977294" y="19465"/>
                  </a:moveTo>
                  <a:cubicBezTo>
                    <a:pt x="1972056" y="19465"/>
                    <a:pt x="1967769" y="15198"/>
                    <a:pt x="1967769" y="9940"/>
                  </a:cubicBezTo>
                  <a:cubicBezTo>
                    <a:pt x="1967769" y="4682"/>
                    <a:pt x="1972056" y="415"/>
                    <a:pt x="1977294" y="415"/>
                  </a:cubicBezTo>
                  <a:lnTo>
                    <a:pt x="2024158" y="415"/>
                  </a:lnTo>
                  <a:lnTo>
                    <a:pt x="2024158" y="415"/>
                  </a:lnTo>
                  <a:cubicBezTo>
                    <a:pt x="2029396" y="415"/>
                    <a:pt x="2033683" y="4682"/>
                    <a:pt x="2033683" y="9940"/>
                  </a:cubicBezTo>
                  <a:cubicBezTo>
                    <a:pt x="2033683" y="15198"/>
                    <a:pt x="2029396" y="19465"/>
                    <a:pt x="2024158" y="19465"/>
                  </a:cubicBezTo>
                  <a:lnTo>
                    <a:pt x="1977294" y="19465"/>
                  </a:lnTo>
                  <a:close/>
                  <a:moveTo>
                    <a:pt x="336708" y="19465"/>
                  </a:moveTo>
                  <a:lnTo>
                    <a:pt x="336708" y="19465"/>
                  </a:lnTo>
                  <a:lnTo>
                    <a:pt x="289845" y="19465"/>
                  </a:lnTo>
                  <a:cubicBezTo>
                    <a:pt x="284607" y="19465"/>
                    <a:pt x="280320" y="15198"/>
                    <a:pt x="280320" y="9940"/>
                  </a:cubicBezTo>
                  <a:cubicBezTo>
                    <a:pt x="280320" y="4682"/>
                    <a:pt x="284607" y="415"/>
                    <a:pt x="289845" y="415"/>
                  </a:cubicBezTo>
                  <a:lnTo>
                    <a:pt x="289845" y="415"/>
                  </a:lnTo>
                  <a:lnTo>
                    <a:pt x="336708" y="415"/>
                  </a:lnTo>
                  <a:cubicBezTo>
                    <a:pt x="341947" y="415"/>
                    <a:pt x="346233" y="4682"/>
                    <a:pt x="346233" y="9940"/>
                  </a:cubicBezTo>
                  <a:cubicBezTo>
                    <a:pt x="345376" y="14712"/>
                    <a:pt x="341185" y="18112"/>
                    <a:pt x="336327" y="17846"/>
                  </a:cubicBezTo>
                  <a:close/>
                  <a:moveTo>
                    <a:pt x="2117883" y="19465"/>
                  </a:moveTo>
                  <a:cubicBezTo>
                    <a:pt x="2112644" y="19465"/>
                    <a:pt x="2108358" y="15198"/>
                    <a:pt x="2108358" y="9940"/>
                  </a:cubicBezTo>
                  <a:cubicBezTo>
                    <a:pt x="2108358" y="4682"/>
                    <a:pt x="2112644" y="415"/>
                    <a:pt x="2117883" y="415"/>
                  </a:cubicBezTo>
                  <a:lnTo>
                    <a:pt x="2164747" y="415"/>
                  </a:lnTo>
                  <a:lnTo>
                    <a:pt x="2164747" y="415"/>
                  </a:lnTo>
                  <a:cubicBezTo>
                    <a:pt x="2169985" y="415"/>
                    <a:pt x="2174272" y="4682"/>
                    <a:pt x="2174272" y="9940"/>
                  </a:cubicBezTo>
                  <a:cubicBezTo>
                    <a:pt x="2174272" y="15198"/>
                    <a:pt x="2169985" y="19465"/>
                    <a:pt x="2164747" y="19465"/>
                  </a:cubicBezTo>
                  <a:lnTo>
                    <a:pt x="2117883" y="19465"/>
                  </a:lnTo>
                  <a:close/>
                  <a:moveTo>
                    <a:pt x="195928" y="19465"/>
                  </a:moveTo>
                  <a:lnTo>
                    <a:pt x="195928" y="19465"/>
                  </a:lnTo>
                  <a:lnTo>
                    <a:pt x="149066" y="19465"/>
                  </a:lnTo>
                  <a:cubicBezTo>
                    <a:pt x="143827" y="19465"/>
                    <a:pt x="139541" y="15198"/>
                    <a:pt x="139541" y="9940"/>
                  </a:cubicBezTo>
                  <a:cubicBezTo>
                    <a:pt x="139541" y="4682"/>
                    <a:pt x="143827" y="415"/>
                    <a:pt x="149066" y="415"/>
                  </a:cubicBezTo>
                  <a:lnTo>
                    <a:pt x="149066" y="415"/>
                  </a:lnTo>
                  <a:lnTo>
                    <a:pt x="196024" y="415"/>
                  </a:lnTo>
                  <a:cubicBezTo>
                    <a:pt x="201263" y="415"/>
                    <a:pt x="205549" y="4682"/>
                    <a:pt x="205549" y="9940"/>
                  </a:cubicBezTo>
                  <a:cubicBezTo>
                    <a:pt x="205549" y="15198"/>
                    <a:pt x="201263" y="19465"/>
                    <a:pt x="196024" y="19465"/>
                  </a:cubicBezTo>
                  <a:close/>
                  <a:moveTo>
                    <a:pt x="2258472" y="18989"/>
                  </a:moveTo>
                  <a:cubicBezTo>
                    <a:pt x="2253233" y="18989"/>
                    <a:pt x="2248947" y="14722"/>
                    <a:pt x="2248947" y="9464"/>
                  </a:cubicBezTo>
                  <a:cubicBezTo>
                    <a:pt x="2248947" y="4206"/>
                    <a:pt x="2253233" y="-61"/>
                    <a:pt x="2258472" y="-61"/>
                  </a:cubicBezTo>
                  <a:lnTo>
                    <a:pt x="2305336" y="-61"/>
                  </a:lnTo>
                  <a:lnTo>
                    <a:pt x="2305336" y="-61"/>
                  </a:lnTo>
                  <a:cubicBezTo>
                    <a:pt x="2310574" y="-61"/>
                    <a:pt x="2314861" y="4206"/>
                    <a:pt x="2314861" y="9464"/>
                  </a:cubicBezTo>
                  <a:cubicBezTo>
                    <a:pt x="2314861" y="14722"/>
                    <a:pt x="2310574" y="18989"/>
                    <a:pt x="2305336" y="18989"/>
                  </a:cubicBezTo>
                  <a:lnTo>
                    <a:pt x="2258377" y="18989"/>
                  </a:lnTo>
                  <a:close/>
                  <a:moveTo>
                    <a:pt x="55339" y="18989"/>
                  </a:moveTo>
                  <a:lnTo>
                    <a:pt x="55339" y="18989"/>
                  </a:lnTo>
                  <a:lnTo>
                    <a:pt x="8477" y="18989"/>
                  </a:lnTo>
                  <a:cubicBezTo>
                    <a:pt x="3238" y="18989"/>
                    <a:pt x="-1048" y="14722"/>
                    <a:pt x="-1048" y="9464"/>
                  </a:cubicBezTo>
                  <a:cubicBezTo>
                    <a:pt x="-1048" y="4206"/>
                    <a:pt x="3238" y="-61"/>
                    <a:pt x="8477" y="-61"/>
                  </a:cubicBezTo>
                  <a:lnTo>
                    <a:pt x="8477" y="-61"/>
                  </a:lnTo>
                  <a:lnTo>
                    <a:pt x="55339" y="-61"/>
                  </a:lnTo>
                  <a:cubicBezTo>
                    <a:pt x="60579" y="-61"/>
                    <a:pt x="64864" y="4206"/>
                    <a:pt x="64864" y="9464"/>
                  </a:cubicBezTo>
                  <a:cubicBezTo>
                    <a:pt x="64864" y="14722"/>
                    <a:pt x="60579" y="18989"/>
                    <a:pt x="55339" y="18989"/>
                  </a:cubicBezTo>
                  <a:close/>
                </a:path>
              </a:pathLst>
            </a:custGeom>
            <a:solidFill>
              <a:srgbClr val="454E5F"/>
            </a:solidFill>
            <a:ln w="9525" cap="flat">
              <a:noFill/>
              <a:prstDash val="solid"/>
              <a:miter/>
            </a:ln>
          </p:spPr>
          <p:txBody>
            <a:bodyPr rtlCol="0"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990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9900">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719900">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1990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199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199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991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4050059B-56DF-4DF6-83C4-35420FD2DFB5}"/>
              </a:ext>
            </a:extLst>
          </p:cNvPr>
          <p:cNvSpPr>
            <a:spLocks noGrp="1" noChangeArrowheads="1"/>
          </p:cNvSpPr>
          <p:nvPr>
            <p:ph type="title"/>
          </p:nvPr>
        </p:nvSpPr>
        <p:spPr/>
        <p:txBody>
          <a:bodyPr>
            <a:normAutofit fontScale="90000"/>
          </a:bodyPr>
          <a:lstStyle/>
          <a:p>
            <a:pPr eaLnBrk="1" hangingPunct="1"/>
            <a:r>
              <a:rPr lang="en-US" altLang="zh-CN"/>
              <a:t>4.2.3 </a:t>
            </a:r>
            <a:r>
              <a:rPr lang="en-US" altLang="zh-CN" b="1" i="1"/>
              <a:t>S</a:t>
            </a:r>
            <a:r>
              <a:rPr lang="zh-CN" altLang="en-US"/>
              <a:t>属性定义的自下而上计算</a:t>
            </a:r>
          </a:p>
        </p:txBody>
      </p:sp>
      <p:sp>
        <p:nvSpPr>
          <p:cNvPr id="65539" name="Rectangle 3">
            <a:extLst>
              <a:ext uri="{FF2B5EF4-FFF2-40B4-BE49-F238E27FC236}">
                <a16:creationId xmlns:a16="http://schemas.microsoft.com/office/drawing/2014/main" id="{502986C6-CCB6-452B-BD76-5D0DC5166D21}"/>
              </a:ext>
            </a:extLst>
          </p:cNvPr>
          <p:cNvSpPr>
            <a:spLocks noGrp="1" noChangeArrowheads="1"/>
          </p:cNvSpPr>
          <p:nvPr>
            <p:ph idx="1"/>
          </p:nvPr>
        </p:nvSpPr>
        <p:spPr/>
        <p:txBody>
          <a:bodyPr/>
          <a:lstStyle/>
          <a:p>
            <a:pPr eaLnBrk="1" hangingPunct="1">
              <a:spcBef>
                <a:spcPct val="0"/>
              </a:spcBef>
            </a:pPr>
            <a:r>
              <a:rPr lang="zh-CN" altLang="en-US" sz="2800">
                <a:latin typeface="宋体" panose="02010600030101010101" pitchFamily="2" charset="-122"/>
              </a:rPr>
              <a:t>台式计算器的语法制导定义改成栈操作代码</a:t>
            </a:r>
            <a:endParaRPr lang="zh-CN" altLang="en-US" sz="2800"/>
          </a:p>
          <a:p>
            <a:pPr eaLnBrk="1" hangingPunct="1"/>
            <a:endParaRPr lang="en-US" altLang="zh-CN" sz="2800"/>
          </a:p>
        </p:txBody>
      </p:sp>
      <p:graphicFrame>
        <p:nvGraphicFramePr>
          <p:cNvPr id="720924" name="Group 28">
            <a:extLst>
              <a:ext uri="{FF2B5EF4-FFF2-40B4-BE49-F238E27FC236}">
                <a16:creationId xmlns:a16="http://schemas.microsoft.com/office/drawing/2014/main" id="{6E5388C2-2AE4-4393-AA2E-A81407989535}"/>
              </a:ext>
            </a:extLst>
          </p:cNvPr>
          <p:cNvGraphicFramePr>
            <a:graphicFrameLocks noGrp="1"/>
          </p:cNvGraphicFramePr>
          <p:nvPr/>
        </p:nvGraphicFramePr>
        <p:xfrm>
          <a:off x="3022134" y="2160000"/>
          <a:ext cx="5867400" cy="3727451"/>
        </p:xfrm>
        <a:graphic>
          <a:graphicData uri="http://schemas.openxmlformats.org/drawingml/2006/table">
            <a:tbl>
              <a:tblPr/>
              <a:tblGrid>
                <a:gridCol w="2543175">
                  <a:extLst>
                    <a:ext uri="{9D8B030D-6E8A-4147-A177-3AD203B41FA5}">
                      <a16:colId xmlns:a16="http://schemas.microsoft.com/office/drawing/2014/main" val="20000"/>
                    </a:ext>
                  </a:extLst>
                </a:gridCol>
                <a:gridCol w="3324225">
                  <a:extLst>
                    <a:ext uri="{9D8B030D-6E8A-4147-A177-3AD203B41FA5}">
                      <a16:colId xmlns:a16="http://schemas.microsoft.com/office/drawing/2014/main" val="20001"/>
                    </a:ext>
                  </a:extLst>
                </a:gridCol>
              </a:tblGrid>
              <a:tr h="4667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宋体" pitchFamily="2" charset="-122"/>
                          <a:ea typeface="黑体" pitchFamily="2" charset="-122"/>
                        </a:rPr>
                        <a:t>产</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生</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式</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宋体" pitchFamily="2" charset="-122"/>
                          <a:ea typeface="黑体" pitchFamily="2" charset="-122"/>
                        </a:rPr>
                        <a:t>语 义 规 则</a:t>
                      </a:r>
                      <a:endParaRPr kumimoji="0" lang="zh-CN" altLang="en-US" sz="2400" b="0" i="0" u="none" strike="noStrike" cap="none" normalizeH="0" baseline="0">
                        <a:ln>
                          <a:noFill/>
                        </a:ln>
                        <a:solidFill>
                          <a:schemeClr val="tx1"/>
                        </a:solidFill>
                        <a:effectLst/>
                        <a:latin typeface="Times New Roman" pitchFamily="18" charset="0"/>
                        <a:ea typeface="黑体" pitchFamily="2" charset="-122"/>
                      </a:endParaRP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02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1"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L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0" i="1"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n</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print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67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val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67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67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400" b="1" i="0" u="none" strike="noStrike" cap="none" normalizeH="0" baseline="0">
                          <a:ln>
                            <a:noFill/>
                          </a:ln>
                          <a:solidFill>
                            <a:schemeClr val="tx1"/>
                          </a:solidFill>
                          <a:effectLst/>
                          <a:latin typeface="宋体" pitchFamily="2" charset="-122"/>
                          <a:ea typeface="黑体" pitchFamily="2" charset="-12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宋体" pitchFamily="2" charset="-122"/>
                          <a:ea typeface="黑体" pitchFamily="2" charset="-12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F.val</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67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F.val</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67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F.val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E.val</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9688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digit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F.val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0" u="none" strike="noStrike" cap="none" normalizeH="0" baseline="0" err="1">
                          <a:ln>
                            <a:noFill/>
                          </a:ln>
                          <a:solidFill>
                            <a:schemeClr val="tx1"/>
                          </a:solidFill>
                          <a:effectLst/>
                          <a:latin typeface="Times New Roman" pitchFamily="18" charset="0"/>
                          <a:ea typeface="黑体" pitchFamily="2" charset="-122"/>
                        </a:rPr>
                        <a:t>digit</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.lexval</a:t>
                      </a:r>
                      <a:endParaRPr kumimoji="0" lang="en-US" altLang="zh-CN" sz="2400" b="0" i="0" u="none" strike="noStrike" cap="none" normalizeH="0" baseline="0">
                        <a:ln>
                          <a:noFill/>
                        </a:ln>
                        <a:solidFill>
                          <a:schemeClr val="tx1"/>
                        </a:solidFill>
                        <a:effectLst/>
                        <a:latin typeface="Times New Roman" pitchFamily="18" charset="0"/>
                        <a:ea typeface="黑体" pitchFamily="2" charset="-122"/>
                      </a:endParaRP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10" name="Group 4">
            <a:extLst>
              <a:ext uri="{FF2B5EF4-FFF2-40B4-BE49-F238E27FC236}">
                <a16:creationId xmlns:a16="http://schemas.microsoft.com/office/drawing/2014/main" id="{C6E07B0C-CB97-458A-B79B-5E8A5F5293E4}"/>
              </a:ext>
            </a:extLst>
          </p:cNvPr>
          <p:cNvGraphicFramePr>
            <a:graphicFrameLocks noGrp="1"/>
          </p:cNvGraphicFramePr>
          <p:nvPr/>
        </p:nvGraphicFramePr>
        <p:xfrm>
          <a:off x="1193334" y="2487336"/>
          <a:ext cx="1600200" cy="2819402"/>
        </p:xfrm>
        <a:graphic>
          <a:graphicData uri="http://schemas.openxmlformats.org/drawingml/2006/table">
            <a:tbl>
              <a:tblPr/>
              <a:tblGrid>
                <a:gridCol w="6858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Z</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Z</a:t>
                      </a: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a:t>
                      </a: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z</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5150">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Y</a:t>
                      </a: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a:t>
                      </a: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X</a:t>
                      </a: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x</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1" name="Rectangle 24">
            <a:extLst>
              <a:ext uri="{FF2B5EF4-FFF2-40B4-BE49-F238E27FC236}">
                <a16:creationId xmlns:a16="http://schemas.microsoft.com/office/drawing/2014/main" id="{E0EB25F0-4672-4F87-A644-6507320AA269}"/>
              </a:ext>
            </a:extLst>
          </p:cNvPr>
          <p:cNvSpPr>
            <a:spLocks noChangeArrowheads="1"/>
          </p:cNvSpPr>
          <p:nvPr/>
        </p:nvSpPr>
        <p:spPr bwMode="auto">
          <a:xfrm>
            <a:off x="278934" y="5459136"/>
            <a:ext cx="2590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zh-CN" altLang="en-US" sz="2800"/>
              <a:t>栈</a:t>
            </a:r>
            <a:r>
              <a:rPr lang="zh-CN" altLang="en-US" sz="2800" b="1">
                <a:ea typeface="宋体" panose="02010600030101010101" pitchFamily="2" charset="-122"/>
              </a:rPr>
              <a:t>     </a:t>
            </a:r>
            <a:r>
              <a:rPr lang="en-US" altLang="zh-CN" sz="2800" b="1" i="1">
                <a:ea typeface="宋体" panose="02010600030101010101" pitchFamily="2" charset="-122"/>
              </a:rPr>
              <a:t>state   </a:t>
            </a:r>
            <a:r>
              <a:rPr lang="en-US" altLang="zh-CN" sz="2800" b="1" i="1" err="1">
                <a:ea typeface="宋体" panose="02010600030101010101" pitchFamily="2" charset="-122"/>
              </a:rPr>
              <a:t>val</a:t>
            </a:r>
            <a:endParaRPr lang="en-US" altLang="zh-CN" sz="2800" b="1" i="1">
              <a:ea typeface="宋体" panose="02010600030101010101" pitchFamily="2" charset="-122"/>
            </a:endParaRPr>
          </a:p>
        </p:txBody>
      </p:sp>
      <p:sp>
        <p:nvSpPr>
          <p:cNvPr id="12" name="Line 25">
            <a:extLst>
              <a:ext uri="{FF2B5EF4-FFF2-40B4-BE49-F238E27FC236}">
                <a16:creationId xmlns:a16="http://schemas.microsoft.com/office/drawing/2014/main" id="{1A661B44-41D9-4E4D-8F61-D1D870BD7351}"/>
              </a:ext>
            </a:extLst>
          </p:cNvPr>
          <p:cNvSpPr>
            <a:spLocks noChangeShapeType="1"/>
          </p:cNvSpPr>
          <p:nvPr/>
        </p:nvSpPr>
        <p:spPr bwMode="auto">
          <a:xfrm>
            <a:off x="431334" y="3325536"/>
            <a:ext cx="685800"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13" name="Rectangle 26">
            <a:extLst>
              <a:ext uri="{FF2B5EF4-FFF2-40B4-BE49-F238E27FC236}">
                <a16:creationId xmlns:a16="http://schemas.microsoft.com/office/drawing/2014/main" id="{877E7FBC-38E1-44B0-98FC-419D78E7260F}"/>
              </a:ext>
            </a:extLst>
          </p:cNvPr>
          <p:cNvSpPr>
            <a:spLocks noChangeArrowheads="1"/>
          </p:cNvSpPr>
          <p:nvPr/>
        </p:nvSpPr>
        <p:spPr bwMode="auto">
          <a:xfrm>
            <a:off x="431334" y="2792136"/>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i="1">
                <a:ea typeface="宋体" panose="02010600030101010101" pitchFamily="2" charset="-122"/>
              </a:rPr>
              <a:t>top</a:t>
            </a:r>
          </a:p>
        </p:txBody>
      </p:sp>
      <p:sp>
        <p:nvSpPr>
          <p:cNvPr id="14" name="Line 27">
            <a:extLst>
              <a:ext uri="{FF2B5EF4-FFF2-40B4-BE49-F238E27FC236}">
                <a16:creationId xmlns:a16="http://schemas.microsoft.com/office/drawing/2014/main" id="{E5E424E6-07C5-4850-867C-54939FF78C8E}"/>
              </a:ext>
            </a:extLst>
          </p:cNvPr>
          <p:cNvSpPr>
            <a:spLocks noChangeShapeType="1"/>
          </p:cNvSpPr>
          <p:nvPr/>
        </p:nvSpPr>
        <p:spPr bwMode="auto">
          <a:xfrm flipV="1">
            <a:off x="583734" y="4087536"/>
            <a:ext cx="0" cy="121920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对话气泡: 圆角矩形 1">
            <a:extLst>
              <a:ext uri="{FF2B5EF4-FFF2-40B4-BE49-F238E27FC236}">
                <a16:creationId xmlns:a16="http://schemas.microsoft.com/office/drawing/2014/main" id="{D7340C53-1676-4352-9B50-F8C06342C519}"/>
              </a:ext>
            </a:extLst>
          </p:cNvPr>
          <p:cNvSpPr/>
          <p:nvPr/>
        </p:nvSpPr>
        <p:spPr>
          <a:xfrm>
            <a:off x="4932727" y="1699176"/>
            <a:ext cx="1283516" cy="921648"/>
          </a:xfrm>
          <a:prstGeom prst="wedgeRoundRectCallout">
            <a:avLst>
              <a:gd name="adj1" fmla="val -95997"/>
              <a:gd name="adj2" fmla="val 77974"/>
              <a:gd name="adj3" fmla="val 16667"/>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ltLang="zh-CN" sz="2400" b="1">
                <a:solidFill>
                  <a:schemeClr val="tx1"/>
                </a:solidFill>
              </a:rPr>
              <a:t>n</a:t>
            </a:r>
            <a:r>
              <a:rPr lang="zh-CN" altLang="en-US" sz="2400">
                <a:solidFill>
                  <a:schemeClr val="tx1"/>
                </a:solidFill>
              </a:rPr>
              <a:t>代表换行符</a:t>
            </a:r>
          </a:p>
        </p:txBody>
      </p:sp>
      <p:sp>
        <p:nvSpPr>
          <p:cNvPr id="3" name="日期占位符 2">
            <a:extLst>
              <a:ext uri="{FF2B5EF4-FFF2-40B4-BE49-F238E27FC236}">
                <a16:creationId xmlns:a16="http://schemas.microsoft.com/office/drawing/2014/main" id="{6D17E635-80E8-D369-09FF-7563F6D3B0BC}"/>
              </a:ext>
            </a:extLst>
          </p:cNvPr>
          <p:cNvSpPr>
            <a:spLocks noGrp="1"/>
          </p:cNvSpPr>
          <p:nvPr>
            <p:ph type="dt" sz="half" idx="10"/>
          </p:nvPr>
        </p:nvSpPr>
        <p:spPr/>
        <p:txBody>
          <a:bodyPr/>
          <a:lstStyle/>
          <a:p>
            <a:fld id="{419BC4EB-F86B-4374-A438-015CF21DD05D}" type="datetime2">
              <a:rPr lang="zh-CN" altLang="en-US" smtClean="0"/>
              <a:t>2025年4月30日</a:t>
            </a:fld>
            <a:endParaRPr lang="zh-CN" altLang="en-US"/>
          </a:p>
        </p:txBody>
      </p:sp>
      <p:sp>
        <p:nvSpPr>
          <p:cNvPr id="4" name="页脚占位符 3">
            <a:extLst>
              <a:ext uri="{FF2B5EF4-FFF2-40B4-BE49-F238E27FC236}">
                <a16:creationId xmlns:a16="http://schemas.microsoft.com/office/drawing/2014/main" id="{9CC6EB75-9749-881D-340F-0F0417DFA7E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5" name="灯片编号占位符 4">
            <a:extLst>
              <a:ext uri="{FF2B5EF4-FFF2-40B4-BE49-F238E27FC236}">
                <a16:creationId xmlns:a16="http://schemas.microsoft.com/office/drawing/2014/main" id="{D86988CD-3A57-5846-19A7-E9128334632A}"/>
              </a:ext>
            </a:extLst>
          </p:cNvPr>
          <p:cNvSpPr>
            <a:spLocks noGrp="1"/>
          </p:cNvSpPr>
          <p:nvPr>
            <p:ph type="sldNum" sz="quarter" idx="12"/>
          </p:nvPr>
        </p:nvSpPr>
        <p:spPr/>
        <p:txBody>
          <a:bodyPr/>
          <a:lstStyle/>
          <a:p>
            <a:fld id="{094DEB03-EFC6-4C20-8FC8-295189A5386F}" type="slidenum">
              <a:rPr lang="zh-CN" altLang="en-US" smtClean="0"/>
              <a:pPr/>
              <a:t>26</a:t>
            </a:fld>
            <a:endParaRPr lang="zh-CN" altLang="en-US"/>
          </a:p>
        </p:txBody>
      </p:sp>
      <p:pic>
        <p:nvPicPr>
          <p:cNvPr id="6" name="图片 5" descr="图标&#10;&#10;描述已自动生成">
            <a:extLst>
              <a:ext uri="{FF2B5EF4-FFF2-40B4-BE49-F238E27FC236}">
                <a16:creationId xmlns:a16="http://schemas.microsoft.com/office/drawing/2014/main" id="{724845B8-D34F-2D0F-8432-AF1AA37904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8246733" y="321851"/>
            <a:ext cx="804397" cy="80439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139B1E58-90EB-4ED8-BE32-A917CDA6F635}"/>
              </a:ext>
            </a:extLst>
          </p:cNvPr>
          <p:cNvSpPr>
            <a:spLocks noGrp="1" noChangeArrowheads="1"/>
          </p:cNvSpPr>
          <p:nvPr>
            <p:ph type="title"/>
          </p:nvPr>
        </p:nvSpPr>
        <p:spPr/>
        <p:txBody>
          <a:bodyPr>
            <a:normAutofit fontScale="90000"/>
          </a:bodyPr>
          <a:lstStyle/>
          <a:p>
            <a:pPr eaLnBrk="1" hangingPunct="1"/>
            <a:r>
              <a:rPr lang="en-US" altLang="zh-CN"/>
              <a:t>4.2.3 </a:t>
            </a:r>
            <a:r>
              <a:rPr lang="en-US" altLang="zh-CN" b="1" i="1"/>
              <a:t>S</a:t>
            </a:r>
            <a:r>
              <a:rPr lang="zh-CN" altLang="en-US"/>
              <a:t>属性定义的自下而上计算</a:t>
            </a:r>
          </a:p>
        </p:txBody>
      </p:sp>
      <p:sp>
        <p:nvSpPr>
          <p:cNvPr id="66563" name="Rectangle 3">
            <a:extLst>
              <a:ext uri="{FF2B5EF4-FFF2-40B4-BE49-F238E27FC236}">
                <a16:creationId xmlns:a16="http://schemas.microsoft.com/office/drawing/2014/main" id="{77E384DE-D64D-4D38-8AE1-C208FE26423D}"/>
              </a:ext>
            </a:extLst>
          </p:cNvPr>
          <p:cNvSpPr>
            <a:spLocks noGrp="1" noChangeArrowheads="1"/>
          </p:cNvSpPr>
          <p:nvPr>
            <p:ph idx="1"/>
          </p:nvPr>
        </p:nvSpPr>
        <p:spPr/>
        <p:txBody>
          <a:bodyPr/>
          <a:lstStyle/>
          <a:p>
            <a:pPr eaLnBrk="1" hangingPunct="1">
              <a:spcBef>
                <a:spcPct val="0"/>
              </a:spcBef>
            </a:pPr>
            <a:r>
              <a:rPr lang="zh-CN" altLang="en-US" sz="2800">
                <a:latin typeface="宋体" panose="02010600030101010101" pitchFamily="2" charset="-122"/>
              </a:rPr>
              <a:t>台式计算器的语法制导定义改成栈操作代码</a:t>
            </a:r>
            <a:endParaRPr lang="zh-CN" altLang="en-US" sz="2800"/>
          </a:p>
          <a:p>
            <a:pPr eaLnBrk="1" hangingPunct="1"/>
            <a:endParaRPr lang="en-US" altLang="zh-CN" sz="2800"/>
          </a:p>
        </p:txBody>
      </p:sp>
      <p:graphicFrame>
        <p:nvGraphicFramePr>
          <p:cNvPr id="721924" name="Group 4">
            <a:extLst>
              <a:ext uri="{FF2B5EF4-FFF2-40B4-BE49-F238E27FC236}">
                <a16:creationId xmlns:a16="http://schemas.microsoft.com/office/drawing/2014/main" id="{17FB797E-D55C-4B4C-B68C-A76DAB5EC4AA}"/>
              </a:ext>
            </a:extLst>
          </p:cNvPr>
          <p:cNvGraphicFramePr>
            <a:graphicFrameLocks noGrp="1"/>
          </p:cNvGraphicFramePr>
          <p:nvPr/>
        </p:nvGraphicFramePr>
        <p:xfrm>
          <a:off x="990600" y="2514600"/>
          <a:ext cx="1752600" cy="2255839"/>
        </p:xfrm>
        <a:graphic>
          <a:graphicData uri="http://schemas.openxmlformats.org/drawingml/2006/table">
            <a:tbl>
              <a:tblPr/>
              <a:tblGrid>
                <a:gridCol w="750888">
                  <a:extLst>
                    <a:ext uri="{9D8B030D-6E8A-4147-A177-3AD203B41FA5}">
                      <a16:colId xmlns:a16="http://schemas.microsoft.com/office/drawing/2014/main" val="20000"/>
                    </a:ext>
                  </a:extLst>
                </a:gridCol>
                <a:gridCol w="1001712">
                  <a:extLst>
                    <a:ext uri="{9D8B030D-6E8A-4147-A177-3AD203B41FA5}">
                      <a16:colId xmlns:a16="http://schemas.microsoft.com/office/drawing/2014/main" val="20001"/>
                    </a:ext>
                  </a:extLst>
                </a:gridCol>
              </a:tblGrid>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5150">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a:t>
                      </a: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val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66581" name="Rectangle 21">
            <a:extLst>
              <a:ext uri="{FF2B5EF4-FFF2-40B4-BE49-F238E27FC236}">
                <a16:creationId xmlns:a16="http://schemas.microsoft.com/office/drawing/2014/main" id="{120ABA74-649B-474C-8F29-4DE19D26F44B}"/>
              </a:ext>
            </a:extLst>
          </p:cNvPr>
          <p:cNvSpPr>
            <a:spLocks noChangeArrowheads="1"/>
          </p:cNvSpPr>
          <p:nvPr/>
        </p:nvSpPr>
        <p:spPr bwMode="auto">
          <a:xfrm>
            <a:off x="76200" y="5486400"/>
            <a:ext cx="2590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zh-CN" altLang="en-US" sz="2800"/>
              <a:t>栈</a:t>
            </a:r>
            <a:r>
              <a:rPr lang="zh-CN" altLang="en-US" sz="2800" b="1">
                <a:ea typeface="宋体" panose="02010600030101010101" pitchFamily="2" charset="-122"/>
              </a:rPr>
              <a:t>     </a:t>
            </a:r>
            <a:r>
              <a:rPr lang="en-US" altLang="zh-CN" sz="2800" b="1" i="1">
                <a:ea typeface="宋体" panose="02010600030101010101" pitchFamily="2" charset="-122"/>
              </a:rPr>
              <a:t>state   </a:t>
            </a:r>
            <a:r>
              <a:rPr lang="en-US" altLang="zh-CN" sz="2800" b="1" i="1" err="1">
                <a:ea typeface="宋体" panose="02010600030101010101" pitchFamily="2" charset="-122"/>
              </a:rPr>
              <a:t>val</a:t>
            </a:r>
            <a:endParaRPr lang="en-US" altLang="zh-CN" sz="2800" b="1" i="1">
              <a:ea typeface="宋体" panose="02010600030101010101" pitchFamily="2" charset="-122"/>
            </a:endParaRPr>
          </a:p>
        </p:txBody>
      </p:sp>
      <p:sp>
        <p:nvSpPr>
          <p:cNvPr id="66582" name="Line 22">
            <a:extLst>
              <a:ext uri="{FF2B5EF4-FFF2-40B4-BE49-F238E27FC236}">
                <a16:creationId xmlns:a16="http://schemas.microsoft.com/office/drawing/2014/main" id="{7A3DB492-E3AC-40D1-B68F-5728E8C71814}"/>
              </a:ext>
            </a:extLst>
          </p:cNvPr>
          <p:cNvSpPr>
            <a:spLocks noChangeShapeType="1"/>
          </p:cNvSpPr>
          <p:nvPr/>
        </p:nvSpPr>
        <p:spPr bwMode="auto">
          <a:xfrm>
            <a:off x="228600" y="3352800"/>
            <a:ext cx="685800"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66583" name="Rectangle 23">
            <a:extLst>
              <a:ext uri="{FF2B5EF4-FFF2-40B4-BE49-F238E27FC236}">
                <a16:creationId xmlns:a16="http://schemas.microsoft.com/office/drawing/2014/main" id="{C0C5D84F-1CEF-4A84-B458-95430B23E0EE}"/>
              </a:ext>
            </a:extLst>
          </p:cNvPr>
          <p:cNvSpPr>
            <a:spLocks noChangeArrowheads="1"/>
          </p:cNvSpPr>
          <p:nvPr/>
        </p:nvSpPr>
        <p:spPr bwMode="auto">
          <a:xfrm>
            <a:off x="228600" y="28194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i="1">
                <a:ea typeface="宋体" panose="02010600030101010101" pitchFamily="2" charset="-122"/>
              </a:rPr>
              <a:t>top</a:t>
            </a:r>
          </a:p>
        </p:txBody>
      </p:sp>
      <p:sp>
        <p:nvSpPr>
          <p:cNvPr id="66584" name="Line 24">
            <a:extLst>
              <a:ext uri="{FF2B5EF4-FFF2-40B4-BE49-F238E27FC236}">
                <a16:creationId xmlns:a16="http://schemas.microsoft.com/office/drawing/2014/main" id="{C82B768B-C03D-4762-8B9B-EC0A110A3ADC}"/>
              </a:ext>
            </a:extLst>
          </p:cNvPr>
          <p:cNvSpPr>
            <a:spLocks noChangeShapeType="1"/>
          </p:cNvSpPr>
          <p:nvPr/>
        </p:nvSpPr>
        <p:spPr bwMode="auto">
          <a:xfrm flipV="1">
            <a:off x="381000" y="4114800"/>
            <a:ext cx="0" cy="121920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21945" name="Group 25">
            <a:extLst>
              <a:ext uri="{FF2B5EF4-FFF2-40B4-BE49-F238E27FC236}">
                <a16:creationId xmlns:a16="http://schemas.microsoft.com/office/drawing/2014/main" id="{B20140E9-D38B-4360-8FBB-0DE1FB59DDA6}"/>
              </a:ext>
            </a:extLst>
          </p:cNvPr>
          <p:cNvGraphicFramePr>
            <a:graphicFrameLocks noGrp="1"/>
          </p:cNvGraphicFramePr>
          <p:nvPr/>
        </p:nvGraphicFramePr>
        <p:xfrm>
          <a:off x="2971800" y="2160000"/>
          <a:ext cx="5867400" cy="3727451"/>
        </p:xfrm>
        <a:graphic>
          <a:graphicData uri="http://schemas.openxmlformats.org/drawingml/2006/table">
            <a:tbl>
              <a:tblPr/>
              <a:tblGrid>
                <a:gridCol w="2543175">
                  <a:extLst>
                    <a:ext uri="{9D8B030D-6E8A-4147-A177-3AD203B41FA5}">
                      <a16:colId xmlns:a16="http://schemas.microsoft.com/office/drawing/2014/main" val="20000"/>
                    </a:ext>
                  </a:extLst>
                </a:gridCol>
                <a:gridCol w="3324225">
                  <a:extLst>
                    <a:ext uri="{9D8B030D-6E8A-4147-A177-3AD203B41FA5}">
                      <a16:colId xmlns:a16="http://schemas.microsoft.com/office/drawing/2014/main" val="20001"/>
                    </a:ext>
                  </a:extLst>
                </a:gridCol>
              </a:tblGrid>
              <a:tr h="4667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宋体" pitchFamily="2" charset="-122"/>
                          <a:ea typeface="黑体" pitchFamily="2" charset="-122"/>
                        </a:rPr>
                        <a:t>产</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生</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式</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rgbClr val="FF0000"/>
                          </a:solidFill>
                          <a:effectLst/>
                          <a:latin typeface="宋体" pitchFamily="2" charset="-122"/>
                          <a:ea typeface="黑体" pitchFamily="2" charset="-122"/>
                        </a:rPr>
                        <a:t>代 码 段</a:t>
                      </a:r>
                      <a:endParaRPr kumimoji="0" lang="zh-CN" altLang="en-US" sz="2400" b="0" i="0" u="none" strike="noStrike" cap="none" normalizeH="0" baseline="0">
                        <a:ln>
                          <a:noFill/>
                        </a:ln>
                        <a:solidFill>
                          <a:srgbClr val="FF0000"/>
                        </a:solidFill>
                        <a:effectLst/>
                        <a:latin typeface="Times New Roman" pitchFamily="18" charset="0"/>
                        <a:ea typeface="黑体" pitchFamily="2" charset="-122"/>
                      </a:endParaRP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02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1"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L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0" i="1"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n</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print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67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val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67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67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400" b="1" i="0" u="none" strike="noStrike" cap="none" normalizeH="0" baseline="0">
                          <a:ln>
                            <a:noFill/>
                          </a:ln>
                          <a:solidFill>
                            <a:schemeClr val="tx1"/>
                          </a:solidFill>
                          <a:effectLst/>
                          <a:latin typeface="宋体" pitchFamily="2" charset="-122"/>
                          <a:ea typeface="黑体" pitchFamily="2" charset="-12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宋体" pitchFamily="2" charset="-122"/>
                          <a:ea typeface="黑体" pitchFamily="2" charset="-12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F.val</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67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F.val</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67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F.val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E.val</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9688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digit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F.val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0" u="none" strike="noStrike" cap="none" normalizeH="0" baseline="0" err="1">
                          <a:ln>
                            <a:noFill/>
                          </a:ln>
                          <a:solidFill>
                            <a:schemeClr val="tx1"/>
                          </a:solidFill>
                          <a:effectLst/>
                          <a:latin typeface="Times New Roman" pitchFamily="18" charset="0"/>
                          <a:ea typeface="黑体" pitchFamily="2" charset="-122"/>
                        </a:rPr>
                        <a:t>digit</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.lexval</a:t>
                      </a:r>
                      <a:endParaRPr kumimoji="0" lang="en-US" altLang="zh-CN" sz="2400" b="0" i="0" u="none" strike="noStrike" cap="none" normalizeH="0" baseline="0">
                        <a:ln>
                          <a:noFill/>
                        </a:ln>
                        <a:solidFill>
                          <a:schemeClr val="tx1"/>
                        </a:solidFill>
                        <a:effectLst/>
                        <a:latin typeface="Times New Roman" pitchFamily="18" charset="0"/>
                        <a:ea typeface="黑体" pitchFamily="2" charset="-122"/>
                      </a:endParaRP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 name="日期占位符 1">
            <a:extLst>
              <a:ext uri="{FF2B5EF4-FFF2-40B4-BE49-F238E27FC236}">
                <a16:creationId xmlns:a16="http://schemas.microsoft.com/office/drawing/2014/main" id="{9CB94819-C15B-211E-F994-BA7C58476F76}"/>
              </a:ext>
            </a:extLst>
          </p:cNvPr>
          <p:cNvSpPr>
            <a:spLocks noGrp="1"/>
          </p:cNvSpPr>
          <p:nvPr>
            <p:ph type="dt" sz="half" idx="10"/>
          </p:nvPr>
        </p:nvSpPr>
        <p:spPr/>
        <p:txBody>
          <a:bodyPr/>
          <a:lstStyle/>
          <a:p>
            <a:fld id="{09EC9185-9305-4A7A-82AE-4A79A5472FB6}"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AFB7AC9E-2963-EE39-FD00-D92800A716DD}"/>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6886E6D6-6752-BE65-E9FA-939C747C5432}"/>
              </a:ext>
            </a:extLst>
          </p:cNvPr>
          <p:cNvSpPr>
            <a:spLocks noGrp="1"/>
          </p:cNvSpPr>
          <p:nvPr>
            <p:ph type="sldNum" sz="quarter" idx="12"/>
          </p:nvPr>
        </p:nvSpPr>
        <p:spPr/>
        <p:txBody>
          <a:bodyPr/>
          <a:lstStyle/>
          <a:p>
            <a:fld id="{094DEB03-EFC6-4C20-8FC8-295189A5386F}" type="slidenum">
              <a:rPr lang="zh-CN" altLang="en-US" smtClean="0"/>
              <a:pPr/>
              <a:t>27</a:t>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60C882DF-E4B9-403D-A687-660E9941377E}"/>
              </a:ext>
            </a:extLst>
          </p:cNvPr>
          <p:cNvSpPr>
            <a:spLocks noGrp="1" noChangeArrowheads="1"/>
          </p:cNvSpPr>
          <p:nvPr>
            <p:ph type="title"/>
          </p:nvPr>
        </p:nvSpPr>
        <p:spPr/>
        <p:txBody>
          <a:bodyPr>
            <a:normAutofit fontScale="90000"/>
          </a:bodyPr>
          <a:lstStyle/>
          <a:p>
            <a:pPr eaLnBrk="1" hangingPunct="1"/>
            <a:r>
              <a:rPr lang="en-US" altLang="zh-CN"/>
              <a:t>4.2.3 </a:t>
            </a:r>
            <a:r>
              <a:rPr lang="en-US" altLang="zh-CN" b="1" i="1"/>
              <a:t>S</a:t>
            </a:r>
            <a:r>
              <a:rPr lang="zh-CN" altLang="en-US"/>
              <a:t>属性定义的自下而上计算</a:t>
            </a:r>
          </a:p>
        </p:txBody>
      </p:sp>
      <p:sp>
        <p:nvSpPr>
          <p:cNvPr id="67587" name="Rectangle 3">
            <a:extLst>
              <a:ext uri="{FF2B5EF4-FFF2-40B4-BE49-F238E27FC236}">
                <a16:creationId xmlns:a16="http://schemas.microsoft.com/office/drawing/2014/main" id="{04868E6C-622F-4F48-8C90-32B7FC85597A}"/>
              </a:ext>
            </a:extLst>
          </p:cNvPr>
          <p:cNvSpPr>
            <a:spLocks noGrp="1" noChangeArrowheads="1"/>
          </p:cNvSpPr>
          <p:nvPr>
            <p:ph idx="1"/>
          </p:nvPr>
        </p:nvSpPr>
        <p:spPr/>
        <p:txBody>
          <a:bodyPr/>
          <a:lstStyle/>
          <a:p>
            <a:pPr eaLnBrk="1" hangingPunct="1">
              <a:spcBef>
                <a:spcPct val="0"/>
              </a:spcBef>
            </a:pPr>
            <a:r>
              <a:rPr lang="zh-CN" altLang="en-US" sz="2800">
                <a:latin typeface="宋体" panose="02010600030101010101" pitchFamily="2" charset="-122"/>
              </a:rPr>
              <a:t>台式计算器的语法制导定义改成栈操作代码</a:t>
            </a:r>
            <a:endParaRPr lang="zh-CN" altLang="en-US" sz="2800"/>
          </a:p>
          <a:p>
            <a:pPr eaLnBrk="1" hangingPunct="1"/>
            <a:endParaRPr lang="en-US" altLang="zh-CN" sz="2800"/>
          </a:p>
        </p:txBody>
      </p:sp>
      <p:graphicFrame>
        <p:nvGraphicFramePr>
          <p:cNvPr id="722948" name="Group 4">
            <a:extLst>
              <a:ext uri="{FF2B5EF4-FFF2-40B4-BE49-F238E27FC236}">
                <a16:creationId xmlns:a16="http://schemas.microsoft.com/office/drawing/2014/main" id="{438BF14E-7A83-4990-A36D-D0436A64B6A2}"/>
              </a:ext>
            </a:extLst>
          </p:cNvPr>
          <p:cNvGraphicFramePr>
            <a:graphicFrameLocks noGrp="1"/>
          </p:cNvGraphicFramePr>
          <p:nvPr/>
        </p:nvGraphicFramePr>
        <p:xfrm>
          <a:off x="981512" y="2514600"/>
          <a:ext cx="1752600" cy="2255839"/>
        </p:xfrm>
        <a:graphic>
          <a:graphicData uri="http://schemas.openxmlformats.org/drawingml/2006/table">
            <a:tbl>
              <a:tblPr/>
              <a:tblGrid>
                <a:gridCol w="750888">
                  <a:extLst>
                    <a:ext uri="{9D8B030D-6E8A-4147-A177-3AD203B41FA5}">
                      <a16:colId xmlns:a16="http://schemas.microsoft.com/office/drawing/2014/main" val="20000"/>
                    </a:ext>
                  </a:extLst>
                </a:gridCol>
                <a:gridCol w="1001712">
                  <a:extLst>
                    <a:ext uri="{9D8B030D-6E8A-4147-A177-3AD203B41FA5}">
                      <a16:colId xmlns:a16="http://schemas.microsoft.com/office/drawing/2014/main" val="20001"/>
                    </a:ext>
                  </a:extLst>
                </a:gridCol>
              </a:tblGrid>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5150">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a:t>
                      </a: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val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67605" name="Rectangle 21">
            <a:extLst>
              <a:ext uri="{FF2B5EF4-FFF2-40B4-BE49-F238E27FC236}">
                <a16:creationId xmlns:a16="http://schemas.microsoft.com/office/drawing/2014/main" id="{AAB8CF9F-CDEB-4B75-AAF5-6C060775EE09}"/>
              </a:ext>
            </a:extLst>
          </p:cNvPr>
          <p:cNvSpPr>
            <a:spLocks noChangeArrowheads="1"/>
          </p:cNvSpPr>
          <p:nvPr/>
        </p:nvSpPr>
        <p:spPr bwMode="auto">
          <a:xfrm>
            <a:off x="67112" y="5486400"/>
            <a:ext cx="2590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zh-CN" altLang="en-US" sz="2800" b="0"/>
              <a:t>栈</a:t>
            </a:r>
            <a:r>
              <a:rPr lang="zh-CN" altLang="en-US" sz="2800">
                <a:ea typeface="宋体" panose="02010600030101010101" pitchFamily="2" charset="-122"/>
              </a:rPr>
              <a:t>     </a:t>
            </a:r>
            <a:r>
              <a:rPr lang="en-US" altLang="zh-CN" sz="2800" b="1" i="1">
                <a:ea typeface="宋体" panose="02010600030101010101" pitchFamily="2" charset="-122"/>
              </a:rPr>
              <a:t>state   </a:t>
            </a:r>
            <a:r>
              <a:rPr lang="en-US" altLang="zh-CN" sz="2800" b="1" i="1" err="1">
                <a:ea typeface="宋体" panose="02010600030101010101" pitchFamily="2" charset="-122"/>
              </a:rPr>
              <a:t>val</a:t>
            </a:r>
            <a:endParaRPr lang="en-US" altLang="zh-CN" sz="2800" b="1" i="1">
              <a:ea typeface="宋体" panose="02010600030101010101" pitchFamily="2" charset="-122"/>
            </a:endParaRPr>
          </a:p>
        </p:txBody>
      </p:sp>
      <p:sp>
        <p:nvSpPr>
          <p:cNvPr id="67606" name="Line 22">
            <a:extLst>
              <a:ext uri="{FF2B5EF4-FFF2-40B4-BE49-F238E27FC236}">
                <a16:creationId xmlns:a16="http://schemas.microsoft.com/office/drawing/2014/main" id="{DBF0B246-595F-4C25-B6A3-3B2E76157000}"/>
              </a:ext>
            </a:extLst>
          </p:cNvPr>
          <p:cNvSpPr>
            <a:spLocks noChangeShapeType="1"/>
          </p:cNvSpPr>
          <p:nvPr/>
        </p:nvSpPr>
        <p:spPr bwMode="auto">
          <a:xfrm>
            <a:off x="219512" y="3352800"/>
            <a:ext cx="685800"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67607" name="Rectangle 23">
            <a:extLst>
              <a:ext uri="{FF2B5EF4-FFF2-40B4-BE49-F238E27FC236}">
                <a16:creationId xmlns:a16="http://schemas.microsoft.com/office/drawing/2014/main" id="{654F2DDC-5E7E-43C9-AF7E-737F7C985139}"/>
              </a:ext>
            </a:extLst>
          </p:cNvPr>
          <p:cNvSpPr>
            <a:spLocks noChangeArrowheads="1"/>
          </p:cNvSpPr>
          <p:nvPr/>
        </p:nvSpPr>
        <p:spPr bwMode="auto">
          <a:xfrm>
            <a:off x="219512" y="28194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i="1">
                <a:ea typeface="宋体" panose="02010600030101010101" pitchFamily="2" charset="-122"/>
              </a:rPr>
              <a:t>top</a:t>
            </a:r>
          </a:p>
        </p:txBody>
      </p:sp>
      <p:sp>
        <p:nvSpPr>
          <p:cNvPr id="67608" name="Line 24">
            <a:extLst>
              <a:ext uri="{FF2B5EF4-FFF2-40B4-BE49-F238E27FC236}">
                <a16:creationId xmlns:a16="http://schemas.microsoft.com/office/drawing/2014/main" id="{44F04503-BE5D-421F-97EB-871A59701C56}"/>
              </a:ext>
            </a:extLst>
          </p:cNvPr>
          <p:cNvSpPr>
            <a:spLocks noChangeShapeType="1"/>
          </p:cNvSpPr>
          <p:nvPr/>
        </p:nvSpPr>
        <p:spPr bwMode="auto">
          <a:xfrm flipV="1">
            <a:off x="371912" y="4114800"/>
            <a:ext cx="0" cy="121920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22969" name="Group 25">
            <a:extLst>
              <a:ext uri="{FF2B5EF4-FFF2-40B4-BE49-F238E27FC236}">
                <a16:creationId xmlns:a16="http://schemas.microsoft.com/office/drawing/2014/main" id="{DC421245-46F2-4449-9A17-2DACE48B9C32}"/>
              </a:ext>
            </a:extLst>
          </p:cNvPr>
          <p:cNvGraphicFramePr>
            <a:graphicFrameLocks noGrp="1"/>
          </p:cNvGraphicFramePr>
          <p:nvPr/>
        </p:nvGraphicFramePr>
        <p:xfrm>
          <a:off x="2971800" y="2160000"/>
          <a:ext cx="5867400" cy="3727451"/>
        </p:xfrm>
        <a:graphic>
          <a:graphicData uri="http://schemas.openxmlformats.org/drawingml/2006/table">
            <a:tbl>
              <a:tblPr/>
              <a:tblGrid>
                <a:gridCol w="2543175">
                  <a:extLst>
                    <a:ext uri="{9D8B030D-6E8A-4147-A177-3AD203B41FA5}">
                      <a16:colId xmlns:a16="http://schemas.microsoft.com/office/drawing/2014/main" val="20000"/>
                    </a:ext>
                  </a:extLst>
                </a:gridCol>
                <a:gridCol w="3324225">
                  <a:extLst>
                    <a:ext uri="{9D8B030D-6E8A-4147-A177-3AD203B41FA5}">
                      <a16:colId xmlns:a16="http://schemas.microsoft.com/office/drawing/2014/main" val="20001"/>
                    </a:ext>
                  </a:extLst>
                </a:gridCol>
              </a:tblGrid>
              <a:tr h="4667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宋体" pitchFamily="2" charset="-122"/>
                          <a:ea typeface="黑体" pitchFamily="2" charset="-122"/>
                        </a:rPr>
                        <a:t>产</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生</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式</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rgbClr val="FF0000"/>
                          </a:solidFill>
                          <a:effectLst/>
                          <a:latin typeface="宋体" pitchFamily="2" charset="-122"/>
                          <a:ea typeface="黑体" pitchFamily="2" charset="-122"/>
                        </a:rPr>
                        <a:t>代 码 段</a:t>
                      </a:r>
                      <a:endParaRPr kumimoji="0" lang="zh-CN" altLang="en-US" sz="2400" b="0" i="0" u="none" strike="noStrike" cap="none" normalizeH="0" baseline="0">
                        <a:ln>
                          <a:noFill/>
                        </a:ln>
                        <a:solidFill>
                          <a:srgbClr val="FF0000"/>
                        </a:solidFill>
                        <a:effectLst/>
                        <a:latin typeface="Times New Roman" pitchFamily="18" charset="0"/>
                        <a:ea typeface="黑体" pitchFamily="2" charset="-122"/>
                      </a:endParaRP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02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1"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L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0" i="1"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n</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rgbClr val="FF0000"/>
                          </a:solidFill>
                          <a:effectLst/>
                          <a:latin typeface="Times New Roman" pitchFamily="18" charset="0"/>
                          <a:ea typeface="黑体" pitchFamily="2" charset="-122"/>
                        </a:rPr>
                        <a:t>print </a:t>
                      </a:r>
                      <a:r>
                        <a:rPr kumimoji="0" lang="en-US" altLang="zh-CN" sz="2400" b="1" i="0" u="none" strike="noStrike" cap="none" normalizeH="0" baseline="0">
                          <a:ln>
                            <a:noFill/>
                          </a:ln>
                          <a:solidFill>
                            <a:srgbClr val="FF0000"/>
                          </a:solidFill>
                          <a:effectLst/>
                          <a:latin typeface="Times New Roman" pitchFamily="18" charset="0"/>
                          <a:ea typeface="黑体" pitchFamily="2" charset="-122"/>
                        </a:rPr>
                        <a:t>(</a:t>
                      </a:r>
                      <a:r>
                        <a:rPr kumimoji="0" lang="en-US" altLang="zh-CN" sz="2400" b="1" i="1" u="none" strike="noStrike" cap="none" normalizeH="0" baseline="0">
                          <a:ln>
                            <a:noFill/>
                          </a:ln>
                          <a:solidFill>
                            <a:srgbClr val="FF0000"/>
                          </a:solidFill>
                          <a:effectLst/>
                          <a:latin typeface="Times New Roman" pitchFamily="18" charset="0"/>
                          <a:ea typeface="黑体" pitchFamily="2" charset="-122"/>
                        </a:rPr>
                        <a:t>stack</a:t>
                      </a:r>
                      <a:r>
                        <a:rPr kumimoji="0" lang="en-US" altLang="zh-CN" sz="2400" b="1" i="0" u="none" strike="noStrike" cap="none" normalizeH="0" baseline="0">
                          <a:ln>
                            <a:noFill/>
                          </a:ln>
                          <a:solidFill>
                            <a:srgbClr val="FF0000"/>
                          </a:solidFill>
                          <a:effectLst/>
                          <a:latin typeface="Times New Roman" pitchFamily="18" charset="0"/>
                          <a:ea typeface="黑体" pitchFamily="2" charset="-122"/>
                        </a:rPr>
                        <a:t> [ </a:t>
                      </a:r>
                      <a:r>
                        <a:rPr kumimoji="0" lang="en-US" altLang="zh-CN" sz="2400" b="1" i="1" u="none" strike="noStrike" cap="none" normalizeH="0" baseline="0">
                          <a:ln>
                            <a:noFill/>
                          </a:ln>
                          <a:solidFill>
                            <a:srgbClr val="FF0000"/>
                          </a:solidFill>
                          <a:effectLst/>
                          <a:latin typeface="Times New Roman" pitchFamily="18" charset="0"/>
                          <a:ea typeface="黑体" pitchFamily="2" charset="-122"/>
                        </a:rPr>
                        <a:t>top</a:t>
                      </a:r>
                      <a:r>
                        <a:rPr kumimoji="0" lang="en-US" altLang="zh-CN" sz="2400" b="1" i="0" u="none" strike="noStrike" cap="none" normalizeH="0" baseline="0">
                          <a:ln>
                            <a:noFill/>
                          </a:ln>
                          <a:solidFill>
                            <a:srgbClr val="FF0000"/>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rgbClr val="FF0000"/>
                          </a:solidFill>
                          <a:effectLst/>
                          <a:latin typeface="Times New Roman" pitchFamily="18" charset="0"/>
                          <a:ea typeface="黑体" pitchFamily="2" charset="-122"/>
                        </a:rPr>
                        <a:t>1].</a:t>
                      </a:r>
                      <a:r>
                        <a:rPr kumimoji="0" lang="en-US" altLang="zh-CN" sz="2400" b="1" i="1" u="none" strike="noStrike" cap="none" normalizeH="0" baseline="0" err="1">
                          <a:ln>
                            <a:noFill/>
                          </a:ln>
                          <a:solidFill>
                            <a:srgbClr val="FF0000"/>
                          </a:solidFill>
                          <a:effectLst/>
                          <a:latin typeface="Times New Roman" pitchFamily="18" charset="0"/>
                          <a:ea typeface="黑体" pitchFamily="2" charset="-122"/>
                        </a:rPr>
                        <a:t>val</a:t>
                      </a:r>
                      <a:r>
                        <a:rPr kumimoji="0" lang="en-US" altLang="zh-CN" sz="2400" b="1" i="0" u="none" strike="noStrike" cap="none" normalizeH="0" baseline="0">
                          <a:ln>
                            <a:noFill/>
                          </a:ln>
                          <a:solidFill>
                            <a:srgbClr val="FF0000"/>
                          </a:solidFill>
                          <a:effectLst/>
                          <a:latin typeface="Times New Roman" pitchFamily="18" charset="0"/>
                          <a:ea typeface="黑体" pitchFamily="2" charset="-122"/>
                        </a:rPr>
                        <a:t>)</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67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val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67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67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400" b="1" i="0" u="none" strike="noStrike" cap="none" normalizeH="0" baseline="0">
                          <a:ln>
                            <a:noFill/>
                          </a:ln>
                          <a:solidFill>
                            <a:schemeClr val="tx1"/>
                          </a:solidFill>
                          <a:effectLst/>
                          <a:latin typeface="宋体" pitchFamily="2" charset="-122"/>
                          <a:ea typeface="黑体" pitchFamily="2" charset="-12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宋体" pitchFamily="2" charset="-122"/>
                          <a:ea typeface="黑体" pitchFamily="2" charset="-12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F.val</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67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F.val</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67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F.val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E.val</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9688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digit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F.val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0" u="none" strike="noStrike" cap="none" normalizeH="0" baseline="0" err="1">
                          <a:ln>
                            <a:noFill/>
                          </a:ln>
                          <a:solidFill>
                            <a:schemeClr val="tx1"/>
                          </a:solidFill>
                          <a:effectLst/>
                          <a:latin typeface="Times New Roman" pitchFamily="18" charset="0"/>
                          <a:ea typeface="黑体" pitchFamily="2" charset="-122"/>
                        </a:rPr>
                        <a:t>digit</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.lexval</a:t>
                      </a:r>
                      <a:endParaRPr kumimoji="0" lang="en-US" altLang="zh-CN" sz="2400" b="0" i="0" u="none" strike="noStrike" cap="none" normalizeH="0" baseline="0">
                        <a:ln>
                          <a:noFill/>
                        </a:ln>
                        <a:solidFill>
                          <a:schemeClr val="tx1"/>
                        </a:solidFill>
                        <a:effectLst/>
                        <a:latin typeface="Times New Roman" pitchFamily="18" charset="0"/>
                        <a:ea typeface="黑体" pitchFamily="2" charset="-122"/>
                      </a:endParaRP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 name="日期占位符 1">
            <a:extLst>
              <a:ext uri="{FF2B5EF4-FFF2-40B4-BE49-F238E27FC236}">
                <a16:creationId xmlns:a16="http://schemas.microsoft.com/office/drawing/2014/main" id="{FA75FC65-E1DB-B25D-DAC4-8D33CB1187C1}"/>
              </a:ext>
            </a:extLst>
          </p:cNvPr>
          <p:cNvSpPr>
            <a:spLocks noGrp="1"/>
          </p:cNvSpPr>
          <p:nvPr>
            <p:ph type="dt" sz="half" idx="10"/>
          </p:nvPr>
        </p:nvSpPr>
        <p:spPr/>
        <p:txBody>
          <a:bodyPr/>
          <a:lstStyle/>
          <a:p>
            <a:fld id="{B6C5FAC3-11BC-4397-B7BB-DA46EE0A63CE}"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8D39C2EE-6C74-8F7D-FEBC-8C815E6919C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9E68F19A-5538-54C7-C262-B2E4DD9ACB7D}"/>
              </a:ext>
            </a:extLst>
          </p:cNvPr>
          <p:cNvSpPr>
            <a:spLocks noGrp="1"/>
          </p:cNvSpPr>
          <p:nvPr>
            <p:ph type="sldNum" sz="quarter" idx="12"/>
          </p:nvPr>
        </p:nvSpPr>
        <p:spPr/>
        <p:txBody>
          <a:bodyPr/>
          <a:lstStyle/>
          <a:p>
            <a:fld id="{094DEB03-EFC6-4C20-8FC8-295189A5386F}" type="slidenum">
              <a:rPr lang="zh-CN" altLang="en-US" smtClean="0"/>
              <a:pPr/>
              <a:t>28</a:t>
            </a:fld>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326C14D-7195-40A7-A691-80651E7E1DD7}"/>
              </a:ext>
            </a:extLst>
          </p:cNvPr>
          <p:cNvSpPr>
            <a:spLocks noGrp="1" noChangeArrowheads="1"/>
          </p:cNvSpPr>
          <p:nvPr>
            <p:ph type="title"/>
          </p:nvPr>
        </p:nvSpPr>
        <p:spPr/>
        <p:txBody>
          <a:bodyPr>
            <a:normAutofit fontScale="90000"/>
          </a:bodyPr>
          <a:lstStyle/>
          <a:p>
            <a:pPr eaLnBrk="1" hangingPunct="1"/>
            <a:r>
              <a:rPr lang="en-US" altLang="zh-CN"/>
              <a:t>4.2.3 </a:t>
            </a:r>
            <a:r>
              <a:rPr lang="en-US" altLang="zh-CN" b="1" i="1"/>
              <a:t>S</a:t>
            </a:r>
            <a:r>
              <a:rPr lang="zh-CN" altLang="en-US"/>
              <a:t>属性定义的自下而上计算</a:t>
            </a:r>
          </a:p>
        </p:txBody>
      </p:sp>
      <p:sp>
        <p:nvSpPr>
          <p:cNvPr id="68611" name="Rectangle 3">
            <a:extLst>
              <a:ext uri="{FF2B5EF4-FFF2-40B4-BE49-F238E27FC236}">
                <a16:creationId xmlns:a16="http://schemas.microsoft.com/office/drawing/2014/main" id="{B91DD650-53A3-44F3-A43B-31054CE1D020}"/>
              </a:ext>
            </a:extLst>
          </p:cNvPr>
          <p:cNvSpPr>
            <a:spLocks noGrp="1" noChangeArrowheads="1"/>
          </p:cNvSpPr>
          <p:nvPr>
            <p:ph idx="1"/>
          </p:nvPr>
        </p:nvSpPr>
        <p:spPr/>
        <p:txBody>
          <a:bodyPr/>
          <a:lstStyle/>
          <a:p>
            <a:pPr eaLnBrk="1" hangingPunct="1">
              <a:spcBef>
                <a:spcPct val="0"/>
              </a:spcBef>
            </a:pPr>
            <a:r>
              <a:rPr lang="zh-CN" altLang="en-US" sz="2800">
                <a:latin typeface="宋体" panose="02010600030101010101" pitchFamily="2" charset="-122"/>
              </a:rPr>
              <a:t>台式计算器的语法制导定义改成栈操作代码</a:t>
            </a:r>
            <a:endParaRPr lang="zh-CN" altLang="en-US" sz="2800"/>
          </a:p>
          <a:p>
            <a:pPr eaLnBrk="1" hangingPunct="1"/>
            <a:endParaRPr lang="en-US" altLang="zh-CN" sz="2800"/>
          </a:p>
        </p:txBody>
      </p:sp>
      <p:graphicFrame>
        <p:nvGraphicFramePr>
          <p:cNvPr id="723972" name="Group 4">
            <a:extLst>
              <a:ext uri="{FF2B5EF4-FFF2-40B4-BE49-F238E27FC236}">
                <a16:creationId xmlns:a16="http://schemas.microsoft.com/office/drawing/2014/main" id="{78221FFC-2018-4533-9A09-80EB247F8145}"/>
              </a:ext>
            </a:extLst>
          </p:cNvPr>
          <p:cNvGraphicFramePr>
            <a:graphicFrameLocks noGrp="1"/>
          </p:cNvGraphicFramePr>
          <p:nvPr/>
        </p:nvGraphicFramePr>
        <p:xfrm>
          <a:off x="914400" y="2514600"/>
          <a:ext cx="1905000" cy="2819402"/>
        </p:xfrm>
        <a:graphic>
          <a:graphicData uri="http://schemas.openxmlformats.org/drawingml/2006/table">
            <a:tbl>
              <a:tblPr/>
              <a:tblGrid>
                <a:gridCol w="815975">
                  <a:extLst>
                    <a:ext uri="{9D8B030D-6E8A-4147-A177-3AD203B41FA5}">
                      <a16:colId xmlns:a16="http://schemas.microsoft.com/office/drawing/2014/main" val="20000"/>
                    </a:ext>
                  </a:extLst>
                </a:gridCol>
                <a:gridCol w="1089025">
                  <a:extLst>
                    <a:ext uri="{9D8B030D-6E8A-4147-A177-3AD203B41FA5}">
                      <a16:colId xmlns:a16="http://schemas.microsoft.com/office/drawing/2014/main" val="20001"/>
                    </a:ext>
                  </a:extLst>
                </a:gridCol>
              </a:tblGrid>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T</a:t>
                      </a: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a:t>
                      </a: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val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5150">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a:t>
                      </a:r>
                      <a:r>
                        <a:rPr kumimoji="0" lang="en-US" altLang="zh-CN" sz="2800" b="1" i="0" u="none" strike="noStrike" cap="none" normalizeH="0" baseline="-25000">
                          <a:ln>
                            <a:noFill/>
                          </a:ln>
                          <a:solidFill>
                            <a:schemeClr val="tx1"/>
                          </a:solidFill>
                          <a:effectLst/>
                          <a:latin typeface="Times New Roman" panose="02020603050405020304" pitchFamily="18" charset="0"/>
                          <a:ea typeface="黑体" panose="02010609060101010101" pitchFamily="49" charset="-122"/>
                        </a:rPr>
                        <a:t>1</a:t>
                      </a:r>
                      <a:endPar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a:t>
                      </a:r>
                      <a:r>
                        <a:rPr kumimoji="0" lang="en-US" altLang="zh-CN" sz="2800" b="1" i="0" u="none" strike="noStrike" cap="none" normalizeH="0" baseline="-25000">
                          <a:ln>
                            <a:noFill/>
                          </a:ln>
                          <a:solidFill>
                            <a:schemeClr val="tx1"/>
                          </a:solidFill>
                          <a:effectLst/>
                          <a:latin typeface="Times New Roman" panose="02020603050405020304" pitchFamily="18" charset="0"/>
                          <a:ea typeface="黑体" panose="02010609060101010101" pitchFamily="49" charset="-122"/>
                        </a:rPr>
                        <a:t>1</a:t>
                      </a: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.val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8632" name="Rectangle 24">
            <a:extLst>
              <a:ext uri="{FF2B5EF4-FFF2-40B4-BE49-F238E27FC236}">
                <a16:creationId xmlns:a16="http://schemas.microsoft.com/office/drawing/2014/main" id="{344C6271-F38F-499A-A515-F1B6FA2CB426}"/>
              </a:ext>
            </a:extLst>
          </p:cNvPr>
          <p:cNvSpPr>
            <a:spLocks noChangeArrowheads="1"/>
          </p:cNvSpPr>
          <p:nvPr/>
        </p:nvSpPr>
        <p:spPr bwMode="auto">
          <a:xfrm>
            <a:off x="0" y="5486400"/>
            <a:ext cx="2590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zh-CN" altLang="en-US" sz="2800" b="0"/>
              <a:t>栈</a:t>
            </a:r>
            <a:r>
              <a:rPr lang="zh-CN" altLang="en-US" sz="2800">
                <a:ea typeface="宋体" panose="02010600030101010101" pitchFamily="2" charset="-122"/>
              </a:rPr>
              <a:t>     </a:t>
            </a:r>
            <a:r>
              <a:rPr lang="en-US" altLang="zh-CN" sz="2800" b="1" i="1">
                <a:ea typeface="宋体" panose="02010600030101010101" pitchFamily="2" charset="-122"/>
              </a:rPr>
              <a:t>state   </a:t>
            </a:r>
            <a:r>
              <a:rPr lang="en-US" altLang="zh-CN" sz="2800" b="1" i="1" err="1">
                <a:ea typeface="宋体" panose="02010600030101010101" pitchFamily="2" charset="-122"/>
              </a:rPr>
              <a:t>val</a:t>
            </a:r>
            <a:endParaRPr lang="en-US" altLang="zh-CN" sz="2800" b="1" i="1">
              <a:ea typeface="宋体" panose="02010600030101010101" pitchFamily="2" charset="-122"/>
            </a:endParaRPr>
          </a:p>
        </p:txBody>
      </p:sp>
      <p:sp>
        <p:nvSpPr>
          <p:cNvPr id="68633" name="Line 25">
            <a:extLst>
              <a:ext uri="{FF2B5EF4-FFF2-40B4-BE49-F238E27FC236}">
                <a16:creationId xmlns:a16="http://schemas.microsoft.com/office/drawing/2014/main" id="{90AA2D81-65F3-4C22-B0FD-27CDD06316CC}"/>
              </a:ext>
            </a:extLst>
          </p:cNvPr>
          <p:cNvSpPr>
            <a:spLocks noChangeShapeType="1"/>
          </p:cNvSpPr>
          <p:nvPr/>
        </p:nvSpPr>
        <p:spPr bwMode="auto">
          <a:xfrm>
            <a:off x="152400" y="3352800"/>
            <a:ext cx="685800"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68634" name="Rectangle 26">
            <a:extLst>
              <a:ext uri="{FF2B5EF4-FFF2-40B4-BE49-F238E27FC236}">
                <a16:creationId xmlns:a16="http://schemas.microsoft.com/office/drawing/2014/main" id="{9BCBBAE5-F456-4073-8C55-E5A17B746C4F}"/>
              </a:ext>
            </a:extLst>
          </p:cNvPr>
          <p:cNvSpPr>
            <a:spLocks noChangeArrowheads="1"/>
          </p:cNvSpPr>
          <p:nvPr/>
        </p:nvSpPr>
        <p:spPr bwMode="auto">
          <a:xfrm>
            <a:off x="152400" y="28194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i="1">
                <a:ea typeface="宋体" panose="02010600030101010101" pitchFamily="2" charset="-122"/>
              </a:rPr>
              <a:t>top</a:t>
            </a:r>
          </a:p>
        </p:txBody>
      </p:sp>
      <p:sp>
        <p:nvSpPr>
          <p:cNvPr id="68635" name="Line 27">
            <a:extLst>
              <a:ext uri="{FF2B5EF4-FFF2-40B4-BE49-F238E27FC236}">
                <a16:creationId xmlns:a16="http://schemas.microsoft.com/office/drawing/2014/main" id="{44E7A0D2-AB08-40AD-B756-CF6D83616519}"/>
              </a:ext>
            </a:extLst>
          </p:cNvPr>
          <p:cNvSpPr>
            <a:spLocks noChangeShapeType="1"/>
          </p:cNvSpPr>
          <p:nvPr/>
        </p:nvSpPr>
        <p:spPr bwMode="auto">
          <a:xfrm flipV="1">
            <a:off x="304800" y="4114800"/>
            <a:ext cx="0" cy="121920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23996" name="Group 28">
            <a:extLst>
              <a:ext uri="{FF2B5EF4-FFF2-40B4-BE49-F238E27FC236}">
                <a16:creationId xmlns:a16="http://schemas.microsoft.com/office/drawing/2014/main" id="{DC356330-6AED-452E-9DBA-A9235B623D77}"/>
              </a:ext>
            </a:extLst>
          </p:cNvPr>
          <p:cNvGraphicFramePr>
            <a:graphicFrameLocks noGrp="1"/>
          </p:cNvGraphicFramePr>
          <p:nvPr/>
        </p:nvGraphicFramePr>
        <p:xfrm>
          <a:off x="2971800" y="2160000"/>
          <a:ext cx="5867400" cy="4049711"/>
        </p:xfrm>
        <a:graphic>
          <a:graphicData uri="http://schemas.openxmlformats.org/drawingml/2006/table">
            <a:tbl>
              <a:tblPr/>
              <a:tblGrid>
                <a:gridCol w="2543175">
                  <a:extLst>
                    <a:ext uri="{9D8B030D-6E8A-4147-A177-3AD203B41FA5}">
                      <a16:colId xmlns:a16="http://schemas.microsoft.com/office/drawing/2014/main" val="20000"/>
                    </a:ext>
                  </a:extLst>
                </a:gridCol>
                <a:gridCol w="3324225">
                  <a:extLst>
                    <a:ext uri="{9D8B030D-6E8A-4147-A177-3AD203B41FA5}">
                      <a16:colId xmlns:a16="http://schemas.microsoft.com/office/drawing/2014/main" val="20001"/>
                    </a:ext>
                  </a:extLst>
                </a:gridCol>
              </a:tblGrid>
              <a:tr h="466706">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宋体" pitchFamily="2" charset="-122"/>
                          <a:ea typeface="黑体" pitchFamily="2" charset="-122"/>
                        </a:rPr>
                        <a:t>产</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生</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式</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9" marB="287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rgbClr val="FF0000"/>
                          </a:solidFill>
                          <a:effectLst/>
                          <a:latin typeface="宋体" pitchFamily="2" charset="-122"/>
                          <a:ea typeface="黑体" pitchFamily="2" charset="-122"/>
                        </a:rPr>
                        <a:t>代 码 段</a:t>
                      </a:r>
                      <a:endParaRPr kumimoji="0" lang="zh-CN" altLang="en-US" sz="2400" b="0" i="0" u="none" strike="noStrike" cap="none" normalizeH="0" baseline="0">
                        <a:ln>
                          <a:noFill/>
                        </a:ln>
                        <a:solidFill>
                          <a:srgbClr val="FF0000"/>
                        </a:solidFill>
                        <a:effectLst/>
                        <a:latin typeface="Times New Roman" pitchFamily="18" charset="0"/>
                        <a:ea typeface="黑体" pitchFamily="2" charset="-122"/>
                      </a:endParaRPr>
                    </a:p>
                  </a:txBody>
                  <a:tcPr marL="54000" marR="54000" marT="28799" marB="2879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019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1"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L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0" i="1"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n</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9" marB="287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rgbClr val="FF0000"/>
                          </a:solidFill>
                          <a:effectLst/>
                          <a:latin typeface="Times New Roman" pitchFamily="18" charset="0"/>
                          <a:ea typeface="黑体" pitchFamily="2" charset="-122"/>
                        </a:rPr>
                        <a:t>print </a:t>
                      </a:r>
                      <a:r>
                        <a:rPr kumimoji="0" lang="en-US" altLang="zh-CN" sz="2400" b="1" i="0" u="none" strike="noStrike" cap="none" normalizeH="0" baseline="0">
                          <a:ln>
                            <a:noFill/>
                          </a:ln>
                          <a:solidFill>
                            <a:srgbClr val="FF0000"/>
                          </a:solidFill>
                          <a:effectLst/>
                          <a:latin typeface="Times New Roman" pitchFamily="18" charset="0"/>
                          <a:ea typeface="黑体" pitchFamily="2" charset="-122"/>
                        </a:rPr>
                        <a:t>(</a:t>
                      </a:r>
                      <a:r>
                        <a:rPr kumimoji="0" lang="en-US" altLang="zh-CN" sz="2400" b="1" i="1" u="none" strike="noStrike" cap="none" normalizeH="0" baseline="0">
                          <a:ln>
                            <a:noFill/>
                          </a:ln>
                          <a:solidFill>
                            <a:srgbClr val="FF0000"/>
                          </a:solidFill>
                          <a:effectLst/>
                          <a:latin typeface="Times New Roman" pitchFamily="18" charset="0"/>
                          <a:ea typeface="黑体" pitchFamily="2" charset="-122"/>
                        </a:rPr>
                        <a:t>stack</a:t>
                      </a:r>
                      <a:r>
                        <a:rPr kumimoji="0" lang="en-US" altLang="zh-CN" sz="2400" b="1" i="0" u="none" strike="noStrike" cap="none" normalizeH="0" baseline="0">
                          <a:ln>
                            <a:noFill/>
                          </a:ln>
                          <a:solidFill>
                            <a:srgbClr val="FF0000"/>
                          </a:solidFill>
                          <a:effectLst/>
                          <a:latin typeface="Times New Roman" pitchFamily="18" charset="0"/>
                          <a:ea typeface="黑体" pitchFamily="2" charset="-122"/>
                        </a:rPr>
                        <a:t> [ </a:t>
                      </a:r>
                      <a:r>
                        <a:rPr kumimoji="0" lang="en-US" altLang="zh-CN" sz="2400" b="1" i="1" u="none" strike="noStrike" cap="none" normalizeH="0" baseline="0">
                          <a:ln>
                            <a:noFill/>
                          </a:ln>
                          <a:solidFill>
                            <a:srgbClr val="FF0000"/>
                          </a:solidFill>
                          <a:effectLst/>
                          <a:latin typeface="Times New Roman" pitchFamily="18" charset="0"/>
                          <a:ea typeface="黑体" pitchFamily="2" charset="-122"/>
                        </a:rPr>
                        <a:t>top</a:t>
                      </a:r>
                      <a:r>
                        <a:rPr kumimoji="0" lang="en-US" altLang="zh-CN" sz="2400" b="1" i="0" u="none" strike="noStrike" cap="none" normalizeH="0" baseline="0">
                          <a:ln>
                            <a:noFill/>
                          </a:ln>
                          <a:solidFill>
                            <a:srgbClr val="FF0000"/>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rgbClr val="FF0000"/>
                          </a:solidFill>
                          <a:effectLst/>
                          <a:latin typeface="Times New Roman" pitchFamily="18" charset="0"/>
                          <a:ea typeface="黑体" pitchFamily="2" charset="-122"/>
                        </a:rPr>
                        <a:t>1].</a:t>
                      </a:r>
                      <a:r>
                        <a:rPr kumimoji="0" lang="en-US" altLang="zh-CN" sz="2400" b="1" i="1" u="none" strike="noStrike" cap="none" normalizeH="0" baseline="0" err="1">
                          <a:ln>
                            <a:noFill/>
                          </a:ln>
                          <a:solidFill>
                            <a:srgbClr val="FF0000"/>
                          </a:solidFill>
                          <a:effectLst/>
                          <a:latin typeface="Times New Roman" pitchFamily="18" charset="0"/>
                          <a:ea typeface="黑体" pitchFamily="2" charset="-122"/>
                        </a:rPr>
                        <a:t>val</a:t>
                      </a:r>
                      <a:r>
                        <a:rPr kumimoji="0" lang="en-US" altLang="zh-CN" sz="2400" b="1" i="0" u="none" strike="noStrike" cap="none" normalizeH="0" baseline="0">
                          <a:ln>
                            <a:noFill/>
                          </a:ln>
                          <a:solidFill>
                            <a:srgbClr val="FF0000"/>
                          </a:solidFill>
                          <a:effectLst/>
                          <a:latin typeface="Times New Roman" pitchFamily="18" charset="0"/>
                          <a:ea typeface="黑体" pitchFamily="2" charset="-122"/>
                        </a:rPr>
                        <a:t>)</a:t>
                      </a:r>
                    </a:p>
                  </a:txBody>
                  <a:tcPr marL="54000" marR="54000" marT="28799" marB="2879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8911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9" marB="287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800" b="1" i="1" u="none" strike="noStrike" cap="none" normalizeH="0" baseline="0">
                          <a:ln>
                            <a:noFill/>
                          </a:ln>
                          <a:solidFill>
                            <a:srgbClr val="FF0000"/>
                          </a:solidFill>
                          <a:effectLst/>
                          <a:latin typeface="Times New Roman" pitchFamily="18" charset="0"/>
                          <a:ea typeface="黑体" pitchFamily="2" charset="-122"/>
                        </a:rPr>
                        <a:t>stack</a:t>
                      </a:r>
                      <a:r>
                        <a:rPr kumimoji="0" lang="en-US" altLang="zh-CN" sz="1800" b="1" i="0" u="none" strike="noStrike" cap="none" normalizeH="0" baseline="0">
                          <a:ln>
                            <a:noFill/>
                          </a:ln>
                          <a:solidFill>
                            <a:srgbClr val="FF0000"/>
                          </a:solidFill>
                          <a:effectLst/>
                          <a:latin typeface="Times New Roman" pitchFamily="18" charset="0"/>
                          <a:ea typeface="黑体" pitchFamily="2" charset="-122"/>
                        </a:rPr>
                        <a:t>[</a:t>
                      </a:r>
                      <a:r>
                        <a:rPr kumimoji="0" lang="en-US" altLang="zh-CN" sz="1800" b="1" i="1" u="none" strike="noStrike" cap="none" normalizeH="0" baseline="0">
                          <a:ln>
                            <a:noFill/>
                          </a:ln>
                          <a:solidFill>
                            <a:srgbClr val="FF0000"/>
                          </a:solidFill>
                          <a:effectLst/>
                          <a:latin typeface="Times New Roman" pitchFamily="18" charset="0"/>
                          <a:ea typeface="黑体" pitchFamily="2" charset="-122"/>
                        </a:rPr>
                        <a:t>top </a:t>
                      </a:r>
                      <a:r>
                        <a:rPr kumimoji="0" lang="en-US" altLang="zh-CN" sz="1800" b="1" i="0" u="none" strike="noStrike" cap="none" normalizeH="0" baseline="0">
                          <a:ln>
                            <a:noFill/>
                          </a:ln>
                          <a:solidFill>
                            <a:srgbClr val="FF0000"/>
                          </a:solidFill>
                          <a:effectLst/>
                          <a:latin typeface="Times New Roman" pitchFamily="18" charset="0"/>
                          <a:ea typeface="黑体" pitchFamily="2" charset="-122"/>
                          <a:sym typeface="Symbol" pitchFamily="18" charset="2"/>
                        </a:rPr>
                        <a:t></a:t>
                      </a:r>
                      <a:r>
                        <a:rPr kumimoji="0" lang="en-US" altLang="zh-CN" sz="1800" b="1" i="0" u="none" strike="noStrike" cap="none" normalizeH="0" baseline="0">
                          <a:ln>
                            <a:noFill/>
                          </a:ln>
                          <a:solidFill>
                            <a:srgbClr val="FF0000"/>
                          </a:solidFill>
                          <a:effectLst/>
                          <a:latin typeface="Times New Roman" pitchFamily="18" charset="0"/>
                          <a:ea typeface="黑体" pitchFamily="2" charset="-122"/>
                        </a:rPr>
                        <a:t>2 ].</a:t>
                      </a:r>
                      <a:r>
                        <a:rPr kumimoji="0" lang="en-US" altLang="zh-CN" sz="1800" b="1" i="1" u="none" strike="noStrike" cap="none" normalizeH="0" baseline="0">
                          <a:ln>
                            <a:noFill/>
                          </a:ln>
                          <a:solidFill>
                            <a:srgbClr val="FF0000"/>
                          </a:solidFill>
                          <a:effectLst/>
                          <a:latin typeface="Times New Roman" pitchFamily="18" charset="0"/>
                          <a:ea typeface="黑体" pitchFamily="2" charset="-122"/>
                        </a:rPr>
                        <a:t> </a:t>
                      </a:r>
                      <a:r>
                        <a:rPr kumimoji="0" lang="en-US" altLang="zh-CN" sz="1800" b="1" i="1" u="none" strike="noStrike" cap="none" normalizeH="0" baseline="0" err="1">
                          <a:ln>
                            <a:noFill/>
                          </a:ln>
                          <a:solidFill>
                            <a:srgbClr val="FF0000"/>
                          </a:solidFill>
                          <a:effectLst/>
                          <a:latin typeface="Times New Roman" pitchFamily="18" charset="0"/>
                          <a:ea typeface="黑体" pitchFamily="2" charset="-122"/>
                        </a:rPr>
                        <a:t>val</a:t>
                      </a:r>
                      <a:r>
                        <a:rPr kumimoji="0" lang="en-US" altLang="zh-CN" sz="1800" b="1" i="0" u="none" strike="noStrike" cap="none" normalizeH="0" baseline="0">
                          <a:ln>
                            <a:noFill/>
                          </a:ln>
                          <a:solidFill>
                            <a:srgbClr val="FF0000"/>
                          </a:solidFill>
                          <a:effectLst/>
                          <a:latin typeface="Times New Roman" pitchFamily="18" charset="0"/>
                          <a:ea typeface="黑体" pitchFamily="2" charset="-122"/>
                        </a:rPr>
                        <a:t>  =</a:t>
                      </a:r>
                    </a:p>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800" b="1" i="1" u="none" strike="noStrike" cap="none" normalizeH="0" baseline="0">
                          <a:ln>
                            <a:noFill/>
                          </a:ln>
                          <a:solidFill>
                            <a:srgbClr val="FF0000"/>
                          </a:solidFill>
                          <a:effectLst/>
                          <a:latin typeface="Times New Roman" pitchFamily="18" charset="0"/>
                          <a:ea typeface="黑体" pitchFamily="2" charset="-122"/>
                        </a:rPr>
                        <a:t>stack</a:t>
                      </a:r>
                      <a:r>
                        <a:rPr kumimoji="0" lang="en-US" altLang="zh-CN" sz="1800" b="1" i="0" u="none" strike="noStrike" cap="none" normalizeH="0" baseline="0">
                          <a:ln>
                            <a:noFill/>
                          </a:ln>
                          <a:solidFill>
                            <a:srgbClr val="FF0000"/>
                          </a:solidFill>
                          <a:effectLst/>
                          <a:latin typeface="Times New Roman" pitchFamily="18" charset="0"/>
                          <a:ea typeface="黑体" pitchFamily="2" charset="-122"/>
                        </a:rPr>
                        <a:t>[</a:t>
                      </a:r>
                      <a:r>
                        <a:rPr kumimoji="0" lang="en-US" altLang="zh-CN" sz="1800" b="1" i="1" u="none" strike="noStrike" cap="none" normalizeH="0" baseline="0">
                          <a:ln>
                            <a:noFill/>
                          </a:ln>
                          <a:solidFill>
                            <a:srgbClr val="FF0000"/>
                          </a:solidFill>
                          <a:effectLst/>
                          <a:latin typeface="Times New Roman" pitchFamily="18" charset="0"/>
                          <a:ea typeface="黑体" pitchFamily="2" charset="-122"/>
                        </a:rPr>
                        <a:t>top </a:t>
                      </a:r>
                      <a:r>
                        <a:rPr kumimoji="0" lang="en-US" altLang="zh-CN" sz="1800" b="1" i="0" u="none" strike="noStrike" cap="none" normalizeH="0" baseline="0">
                          <a:ln>
                            <a:noFill/>
                          </a:ln>
                          <a:solidFill>
                            <a:srgbClr val="FF0000"/>
                          </a:solidFill>
                          <a:effectLst/>
                          <a:latin typeface="Times New Roman" pitchFamily="18" charset="0"/>
                          <a:ea typeface="黑体" pitchFamily="2" charset="-122"/>
                          <a:sym typeface="Symbol" pitchFamily="18" charset="2"/>
                        </a:rPr>
                        <a:t></a:t>
                      </a:r>
                      <a:r>
                        <a:rPr kumimoji="0" lang="en-US" altLang="zh-CN" sz="1800" b="1" i="0" u="none" strike="noStrike" cap="none" normalizeH="0" baseline="0">
                          <a:ln>
                            <a:noFill/>
                          </a:ln>
                          <a:solidFill>
                            <a:srgbClr val="FF0000"/>
                          </a:solidFill>
                          <a:effectLst/>
                          <a:latin typeface="Times New Roman" pitchFamily="18" charset="0"/>
                          <a:ea typeface="黑体" pitchFamily="2" charset="-122"/>
                        </a:rPr>
                        <a:t>2].</a:t>
                      </a:r>
                      <a:r>
                        <a:rPr kumimoji="0" lang="en-US" altLang="zh-CN" sz="1800" b="1" i="1" u="none" strike="noStrike" cap="none" normalizeH="0" baseline="0">
                          <a:ln>
                            <a:noFill/>
                          </a:ln>
                          <a:solidFill>
                            <a:srgbClr val="FF0000"/>
                          </a:solidFill>
                          <a:effectLst/>
                          <a:latin typeface="Times New Roman" pitchFamily="18" charset="0"/>
                          <a:ea typeface="黑体" pitchFamily="2" charset="-122"/>
                        </a:rPr>
                        <a:t> </a:t>
                      </a:r>
                      <a:r>
                        <a:rPr kumimoji="0" lang="en-US" altLang="zh-CN" sz="1800" b="1" i="1" u="none" strike="noStrike" cap="none" normalizeH="0" baseline="0" err="1">
                          <a:ln>
                            <a:noFill/>
                          </a:ln>
                          <a:solidFill>
                            <a:srgbClr val="FF0000"/>
                          </a:solidFill>
                          <a:effectLst/>
                          <a:latin typeface="Times New Roman" pitchFamily="18" charset="0"/>
                          <a:ea typeface="黑体" pitchFamily="2" charset="-122"/>
                        </a:rPr>
                        <a:t>val</a:t>
                      </a:r>
                      <a:r>
                        <a:rPr kumimoji="0" lang="en-US" altLang="zh-CN" sz="1800" b="1" i="0" u="none" strike="noStrike" cap="none" normalizeH="0" baseline="0">
                          <a:ln>
                            <a:noFill/>
                          </a:ln>
                          <a:solidFill>
                            <a:srgbClr val="FF0000"/>
                          </a:solidFill>
                          <a:effectLst/>
                          <a:latin typeface="Times New Roman" pitchFamily="18" charset="0"/>
                          <a:ea typeface="黑体" pitchFamily="2" charset="-122"/>
                        </a:rPr>
                        <a:t> +</a:t>
                      </a:r>
                      <a:r>
                        <a:rPr kumimoji="0" lang="en-US" altLang="zh-CN" sz="1800" b="1" i="1" u="none" strike="noStrike" cap="none" normalizeH="0" baseline="0">
                          <a:ln>
                            <a:noFill/>
                          </a:ln>
                          <a:solidFill>
                            <a:srgbClr val="FF0000"/>
                          </a:solidFill>
                          <a:effectLst/>
                          <a:latin typeface="Times New Roman" pitchFamily="18" charset="0"/>
                          <a:ea typeface="黑体" pitchFamily="2" charset="-122"/>
                        </a:rPr>
                        <a:t>stack</a:t>
                      </a:r>
                      <a:r>
                        <a:rPr kumimoji="0" lang="en-US" altLang="zh-CN" sz="1800" b="1" i="0" u="none" strike="noStrike" cap="none" normalizeH="0" baseline="0">
                          <a:ln>
                            <a:noFill/>
                          </a:ln>
                          <a:solidFill>
                            <a:srgbClr val="FF0000"/>
                          </a:solidFill>
                          <a:effectLst/>
                          <a:latin typeface="Times New Roman" pitchFamily="18" charset="0"/>
                          <a:ea typeface="黑体" pitchFamily="2" charset="-122"/>
                        </a:rPr>
                        <a:t>[</a:t>
                      </a:r>
                      <a:r>
                        <a:rPr kumimoji="0" lang="en-US" altLang="zh-CN" sz="1800" b="1" i="1" u="none" strike="noStrike" cap="none" normalizeH="0" baseline="0">
                          <a:ln>
                            <a:noFill/>
                          </a:ln>
                          <a:solidFill>
                            <a:srgbClr val="FF0000"/>
                          </a:solidFill>
                          <a:effectLst/>
                          <a:latin typeface="Times New Roman" pitchFamily="18" charset="0"/>
                          <a:ea typeface="黑体" pitchFamily="2" charset="-122"/>
                        </a:rPr>
                        <a:t>top</a:t>
                      </a:r>
                      <a:r>
                        <a:rPr kumimoji="0" lang="en-US" altLang="zh-CN" sz="1800" b="1" i="0" u="none" strike="noStrike" cap="none" normalizeH="0" baseline="0">
                          <a:ln>
                            <a:noFill/>
                          </a:ln>
                          <a:solidFill>
                            <a:srgbClr val="FF0000"/>
                          </a:solidFill>
                          <a:effectLst/>
                          <a:latin typeface="Times New Roman" pitchFamily="18" charset="0"/>
                          <a:ea typeface="黑体" pitchFamily="2" charset="-122"/>
                        </a:rPr>
                        <a:t>].</a:t>
                      </a:r>
                      <a:r>
                        <a:rPr kumimoji="0" lang="en-US" altLang="zh-CN" sz="1800" b="1" i="1" u="none" strike="noStrike" cap="none" normalizeH="0" baseline="0" err="1">
                          <a:ln>
                            <a:noFill/>
                          </a:ln>
                          <a:solidFill>
                            <a:srgbClr val="FF0000"/>
                          </a:solidFill>
                          <a:effectLst/>
                          <a:latin typeface="Times New Roman" pitchFamily="18" charset="0"/>
                          <a:ea typeface="黑体" pitchFamily="2" charset="-122"/>
                        </a:rPr>
                        <a:t>val</a:t>
                      </a:r>
                      <a:endParaRPr kumimoji="0" lang="en-US" altLang="zh-CN" sz="1800" b="1" i="1" u="none" strike="noStrike" cap="none" normalizeH="0" baseline="0">
                        <a:ln>
                          <a:noFill/>
                        </a:ln>
                        <a:solidFill>
                          <a:srgbClr val="FF0000"/>
                        </a:solidFill>
                        <a:effectLst/>
                        <a:latin typeface="Times New Roman" pitchFamily="18" charset="0"/>
                        <a:ea typeface="黑体" pitchFamily="2" charset="-122"/>
                      </a:endParaRPr>
                    </a:p>
                  </a:txBody>
                  <a:tcPr marL="54000" marR="54000" marT="28799" marB="2879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6706">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9" marB="287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9" marB="2879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6706">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400" b="1" i="0" u="none" strike="noStrike" cap="none" normalizeH="0" baseline="0">
                          <a:ln>
                            <a:noFill/>
                          </a:ln>
                          <a:solidFill>
                            <a:schemeClr val="tx1"/>
                          </a:solidFill>
                          <a:effectLst/>
                          <a:latin typeface="宋体" pitchFamily="2" charset="-122"/>
                          <a:ea typeface="黑体" pitchFamily="2" charset="-12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9" marB="287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宋体" pitchFamily="2" charset="-122"/>
                          <a:ea typeface="黑体" pitchFamily="2" charset="-12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F.val</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9" marB="2879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6706">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9" marB="287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F.val</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9" marB="2879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6706">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9" marB="287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F.val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E.val</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9" marB="2879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9686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digit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9" marB="287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F.val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0" u="none" strike="noStrike" cap="none" normalizeH="0" baseline="0" err="1">
                          <a:ln>
                            <a:noFill/>
                          </a:ln>
                          <a:solidFill>
                            <a:schemeClr val="tx1"/>
                          </a:solidFill>
                          <a:effectLst/>
                          <a:latin typeface="Times New Roman" pitchFamily="18" charset="0"/>
                          <a:ea typeface="黑体" pitchFamily="2" charset="-122"/>
                        </a:rPr>
                        <a:t>digit</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.lexval</a:t>
                      </a:r>
                      <a:endParaRPr kumimoji="0" lang="en-US" altLang="zh-CN" sz="2400" b="0" i="0" u="none" strike="noStrike" cap="none" normalizeH="0" baseline="0">
                        <a:ln>
                          <a:noFill/>
                        </a:ln>
                        <a:solidFill>
                          <a:schemeClr val="tx1"/>
                        </a:solidFill>
                        <a:effectLst/>
                        <a:latin typeface="Times New Roman" pitchFamily="18" charset="0"/>
                        <a:ea typeface="黑体" pitchFamily="2" charset="-122"/>
                      </a:endParaRPr>
                    </a:p>
                  </a:txBody>
                  <a:tcPr marL="54000" marR="54000" marT="28799" marB="2879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 name="日期占位符 1">
            <a:extLst>
              <a:ext uri="{FF2B5EF4-FFF2-40B4-BE49-F238E27FC236}">
                <a16:creationId xmlns:a16="http://schemas.microsoft.com/office/drawing/2014/main" id="{358DCE09-FC57-EF3E-5921-0F289F7FFD8A}"/>
              </a:ext>
            </a:extLst>
          </p:cNvPr>
          <p:cNvSpPr>
            <a:spLocks noGrp="1"/>
          </p:cNvSpPr>
          <p:nvPr>
            <p:ph type="dt" sz="half" idx="10"/>
          </p:nvPr>
        </p:nvSpPr>
        <p:spPr/>
        <p:txBody>
          <a:bodyPr/>
          <a:lstStyle/>
          <a:p>
            <a:fld id="{D8C2D726-2EC2-45B4-9FCD-3816C7B05927}"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33A48EC1-90F6-FFD7-1025-0763E84D6151}"/>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F592BE76-3701-3BFD-1254-722A6DD7A815}"/>
              </a:ext>
            </a:extLst>
          </p:cNvPr>
          <p:cNvSpPr>
            <a:spLocks noGrp="1"/>
          </p:cNvSpPr>
          <p:nvPr>
            <p:ph type="sldNum" sz="quarter" idx="12"/>
          </p:nvPr>
        </p:nvSpPr>
        <p:spPr/>
        <p:txBody>
          <a:bodyPr/>
          <a:lstStyle/>
          <a:p>
            <a:fld id="{094DEB03-EFC6-4C20-8FC8-295189A5386F}" type="slidenum">
              <a:rPr lang="zh-CN" altLang="en-US" smtClean="0"/>
              <a:pPr/>
              <a:t>29</a:t>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D48E0C60-4D41-4752-9464-96FCADF92362}"/>
              </a:ext>
            </a:extLst>
          </p:cNvPr>
          <p:cNvSpPr>
            <a:spLocks noGrp="1" noChangeArrowheads="1"/>
          </p:cNvSpPr>
          <p:nvPr>
            <p:ph type="title"/>
          </p:nvPr>
        </p:nvSpPr>
        <p:spPr/>
        <p:txBody>
          <a:bodyPr>
            <a:normAutofit fontScale="90000"/>
          </a:bodyPr>
          <a:lstStyle/>
          <a:p>
            <a:pPr eaLnBrk="1" hangingPunct="1"/>
            <a:r>
              <a:rPr lang="en-US" altLang="zh-CN"/>
              <a:t>4.2.3 </a:t>
            </a:r>
            <a:r>
              <a:rPr lang="en-US" altLang="zh-CN" b="1" i="1"/>
              <a:t>S</a:t>
            </a:r>
            <a:r>
              <a:rPr lang="zh-CN" altLang="en-US"/>
              <a:t>属性定义的自下而上计算</a:t>
            </a:r>
          </a:p>
        </p:txBody>
      </p:sp>
      <p:sp>
        <p:nvSpPr>
          <p:cNvPr id="69635" name="Rectangle 3">
            <a:extLst>
              <a:ext uri="{FF2B5EF4-FFF2-40B4-BE49-F238E27FC236}">
                <a16:creationId xmlns:a16="http://schemas.microsoft.com/office/drawing/2014/main" id="{FABABA4A-9078-4135-9FDF-565B8F162817}"/>
              </a:ext>
            </a:extLst>
          </p:cNvPr>
          <p:cNvSpPr>
            <a:spLocks noGrp="1" noChangeArrowheads="1"/>
          </p:cNvSpPr>
          <p:nvPr>
            <p:ph idx="1"/>
          </p:nvPr>
        </p:nvSpPr>
        <p:spPr/>
        <p:txBody>
          <a:bodyPr/>
          <a:lstStyle/>
          <a:p>
            <a:pPr eaLnBrk="1" hangingPunct="1">
              <a:spcBef>
                <a:spcPct val="0"/>
              </a:spcBef>
            </a:pPr>
            <a:r>
              <a:rPr lang="zh-CN" altLang="en-US" sz="2800">
                <a:latin typeface="宋体" panose="02010600030101010101" pitchFamily="2" charset="-122"/>
              </a:rPr>
              <a:t>台式计算器的语法制导定义改成栈操作代码</a:t>
            </a:r>
            <a:endParaRPr lang="zh-CN" altLang="en-US" sz="2800"/>
          </a:p>
          <a:p>
            <a:pPr eaLnBrk="1" hangingPunct="1"/>
            <a:endParaRPr lang="en-US" altLang="zh-CN" sz="2800"/>
          </a:p>
        </p:txBody>
      </p:sp>
      <p:graphicFrame>
        <p:nvGraphicFramePr>
          <p:cNvPr id="724996" name="Group 4">
            <a:extLst>
              <a:ext uri="{FF2B5EF4-FFF2-40B4-BE49-F238E27FC236}">
                <a16:creationId xmlns:a16="http://schemas.microsoft.com/office/drawing/2014/main" id="{E93D0F76-9488-4B57-8FA5-0B3DD6EB5085}"/>
              </a:ext>
            </a:extLst>
          </p:cNvPr>
          <p:cNvGraphicFramePr>
            <a:graphicFrameLocks noGrp="1"/>
          </p:cNvGraphicFramePr>
          <p:nvPr/>
        </p:nvGraphicFramePr>
        <p:xfrm>
          <a:off x="1108046" y="2514600"/>
          <a:ext cx="1676400" cy="1690689"/>
        </p:xfrm>
        <a:graphic>
          <a:graphicData uri="http://schemas.openxmlformats.org/drawingml/2006/table">
            <a:tbl>
              <a:tblPr/>
              <a:tblGrid>
                <a:gridCol w="719138">
                  <a:extLst>
                    <a:ext uri="{9D8B030D-6E8A-4147-A177-3AD203B41FA5}">
                      <a16:colId xmlns:a16="http://schemas.microsoft.com/office/drawing/2014/main" val="20000"/>
                    </a:ext>
                  </a:extLst>
                </a:gridCol>
                <a:gridCol w="957262">
                  <a:extLst>
                    <a:ext uri="{9D8B030D-6E8A-4147-A177-3AD203B41FA5}">
                      <a16:colId xmlns:a16="http://schemas.microsoft.com/office/drawing/2014/main" val="20001"/>
                    </a:ext>
                  </a:extLst>
                </a:gridCol>
              </a:tblGrid>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T</a:t>
                      </a: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val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9650" name="Rectangle 18">
            <a:extLst>
              <a:ext uri="{FF2B5EF4-FFF2-40B4-BE49-F238E27FC236}">
                <a16:creationId xmlns:a16="http://schemas.microsoft.com/office/drawing/2014/main" id="{5D42A959-875F-4F1F-AEEB-A0791AC7CCC1}"/>
              </a:ext>
            </a:extLst>
          </p:cNvPr>
          <p:cNvSpPr>
            <a:spLocks noChangeArrowheads="1"/>
          </p:cNvSpPr>
          <p:nvPr/>
        </p:nvSpPr>
        <p:spPr bwMode="auto">
          <a:xfrm>
            <a:off x="193646" y="5486400"/>
            <a:ext cx="2590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zh-CN" altLang="en-US" sz="2800" b="0"/>
              <a:t>栈</a:t>
            </a:r>
            <a:r>
              <a:rPr lang="zh-CN" altLang="en-US" sz="2800">
                <a:ea typeface="宋体" panose="02010600030101010101" pitchFamily="2" charset="-122"/>
              </a:rPr>
              <a:t>     </a:t>
            </a:r>
            <a:r>
              <a:rPr lang="en-US" altLang="zh-CN" sz="2800" b="1" i="1">
                <a:ea typeface="宋体" panose="02010600030101010101" pitchFamily="2" charset="-122"/>
              </a:rPr>
              <a:t>state   </a:t>
            </a:r>
            <a:r>
              <a:rPr lang="en-US" altLang="zh-CN" sz="2800" b="1" i="1" err="1">
                <a:ea typeface="宋体" panose="02010600030101010101" pitchFamily="2" charset="-122"/>
              </a:rPr>
              <a:t>val</a:t>
            </a:r>
            <a:endParaRPr lang="en-US" altLang="zh-CN" sz="2800" b="1" i="1">
              <a:ea typeface="宋体" panose="02010600030101010101" pitchFamily="2" charset="-122"/>
            </a:endParaRPr>
          </a:p>
        </p:txBody>
      </p:sp>
      <p:sp>
        <p:nvSpPr>
          <p:cNvPr id="69651" name="Line 19">
            <a:extLst>
              <a:ext uri="{FF2B5EF4-FFF2-40B4-BE49-F238E27FC236}">
                <a16:creationId xmlns:a16="http://schemas.microsoft.com/office/drawing/2014/main" id="{61850AA5-8D12-413D-9E9D-063342124D33}"/>
              </a:ext>
            </a:extLst>
          </p:cNvPr>
          <p:cNvSpPr>
            <a:spLocks noChangeShapeType="1"/>
          </p:cNvSpPr>
          <p:nvPr/>
        </p:nvSpPr>
        <p:spPr bwMode="auto">
          <a:xfrm>
            <a:off x="346046" y="3352800"/>
            <a:ext cx="685800"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69652" name="Rectangle 20">
            <a:extLst>
              <a:ext uri="{FF2B5EF4-FFF2-40B4-BE49-F238E27FC236}">
                <a16:creationId xmlns:a16="http://schemas.microsoft.com/office/drawing/2014/main" id="{5CEA921E-023F-4BE8-95C8-DC34930FF0B4}"/>
              </a:ext>
            </a:extLst>
          </p:cNvPr>
          <p:cNvSpPr>
            <a:spLocks noChangeArrowheads="1"/>
          </p:cNvSpPr>
          <p:nvPr/>
        </p:nvSpPr>
        <p:spPr bwMode="auto">
          <a:xfrm>
            <a:off x="346046" y="28194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i="1">
                <a:ea typeface="宋体" panose="02010600030101010101" pitchFamily="2" charset="-122"/>
              </a:rPr>
              <a:t>top</a:t>
            </a:r>
          </a:p>
        </p:txBody>
      </p:sp>
      <p:sp>
        <p:nvSpPr>
          <p:cNvPr id="69653" name="Line 21">
            <a:extLst>
              <a:ext uri="{FF2B5EF4-FFF2-40B4-BE49-F238E27FC236}">
                <a16:creationId xmlns:a16="http://schemas.microsoft.com/office/drawing/2014/main" id="{65EC3621-1983-4AE0-82C7-DF93FB43AE58}"/>
              </a:ext>
            </a:extLst>
          </p:cNvPr>
          <p:cNvSpPr>
            <a:spLocks noChangeShapeType="1"/>
          </p:cNvSpPr>
          <p:nvPr/>
        </p:nvSpPr>
        <p:spPr bwMode="auto">
          <a:xfrm flipV="1">
            <a:off x="498446" y="4114800"/>
            <a:ext cx="0" cy="121920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25014" name="Group 22">
            <a:extLst>
              <a:ext uri="{FF2B5EF4-FFF2-40B4-BE49-F238E27FC236}">
                <a16:creationId xmlns:a16="http://schemas.microsoft.com/office/drawing/2014/main" id="{94503984-2C71-42D0-A5FC-63011ADB137E}"/>
              </a:ext>
            </a:extLst>
          </p:cNvPr>
          <p:cNvGraphicFramePr>
            <a:graphicFrameLocks noGrp="1"/>
          </p:cNvGraphicFramePr>
          <p:nvPr/>
        </p:nvGraphicFramePr>
        <p:xfrm>
          <a:off x="2971800" y="2160000"/>
          <a:ext cx="5867400" cy="4049711"/>
        </p:xfrm>
        <a:graphic>
          <a:graphicData uri="http://schemas.openxmlformats.org/drawingml/2006/table">
            <a:tbl>
              <a:tblPr/>
              <a:tblGrid>
                <a:gridCol w="2543175">
                  <a:extLst>
                    <a:ext uri="{9D8B030D-6E8A-4147-A177-3AD203B41FA5}">
                      <a16:colId xmlns:a16="http://schemas.microsoft.com/office/drawing/2014/main" val="20000"/>
                    </a:ext>
                  </a:extLst>
                </a:gridCol>
                <a:gridCol w="3324225">
                  <a:extLst>
                    <a:ext uri="{9D8B030D-6E8A-4147-A177-3AD203B41FA5}">
                      <a16:colId xmlns:a16="http://schemas.microsoft.com/office/drawing/2014/main" val="20001"/>
                    </a:ext>
                  </a:extLst>
                </a:gridCol>
              </a:tblGrid>
              <a:tr h="466706">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宋体" pitchFamily="2" charset="-122"/>
                          <a:ea typeface="黑体" pitchFamily="2" charset="-122"/>
                        </a:rPr>
                        <a:t>产</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生</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式</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9" marB="287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rgbClr val="FF0000"/>
                          </a:solidFill>
                          <a:effectLst/>
                          <a:latin typeface="宋体" pitchFamily="2" charset="-122"/>
                          <a:ea typeface="黑体" pitchFamily="2" charset="-122"/>
                        </a:rPr>
                        <a:t>代 码 段</a:t>
                      </a:r>
                      <a:endParaRPr kumimoji="0" lang="zh-CN" altLang="en-US" sz="2400" b="0" i="0" u="none" strike="noStrike" cap="none" normalizeH="0" baseline="0">
                        <a:ln>
                          <a:noFill/>
                        </a:ln>
                        <a:solidFill>
                          <a:srgbClr val="FF0000"/>
                        </a:solidFill>
                        <a:effectLst/>
                        <a:latin typeface="Times New Roman" pitchFamily="18" charset="0"/>
                        <a:ea typeface="黑体" pitchFamily="2" charset="-122"/>
                      </a:endParaRPr>
                    </a:p>
                  </a:txBody>
                  <a:tcPr marL="54000" marR="54000" marT="28799" marB="2879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019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1"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L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0" i="1"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n</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9" marB="287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rgbClr val="FF0000"/>
                          </a:solidFill>
                          <a:effectLst/>
                          <a:latin typeface="Times New Roman" pitchFamily="18" charset="0"/>
                          <a:ea typeface="黑体" pitchFamily="2" charset="-122"/>
                        </a:rPr>
                        <a:t>print </a:t>
                      </a:r>
                      <a:r>
                        <a:rPr kumimoji="0" lang="en-US" altLang="zh-CN" sz="2400" b="1" i="0" u="none" strike="noStrike" cap="none" normalizeH="0" baseline="0">
                          <a:ln>
                            <a:noFill/>
                          </a:ln>
                          <a:solidFill>
                            <a:srgbClr val="FF0000"/>
                          </a:solidFill>
                          <a:effectLst/>
                          <a:latin typeface="Times New Roman" pitchFamily="18" charset="0"/>
                          <a:ea typeface="黑体" pitchFamily="2" charset="-122"/>
                        </a:rPr>
                        <a:t>(</a:t>
                      </a:r>
                      <a:r>
                        <a:rPr kumimoji="0" lang="en-US" altLang="zh-CN" sz="2400" b="1" i="1" u="none" strike="noStrike" cap="none" normalizeH="0" baseline="0">
                          <a:ln>
                            <a:noFill/>
                          </a:ln>
                          <a:solidFill>
                            <a:srgbClr val="FF0000"/>
                          </a:solidFill>
                          <a:effectLst/>
                          <a:latin typeface="Times New Roman" pitchFamily="18" charset="0"/>
                          <a:ea typeface="黑体" pitchFamily="2" charset="-122"/>
                        </a:rPr>
                        <a:t>stack</a:t>
                      </a:r>
                      <a:r>
                        <a:rPr kumimoji="0" lang="en-US" altLang="zh-CN" sz="2400" b="1" i="0" u="none" strike="noStrike" cap="none" normalizeH="0" baseline="0">
                          <a:ln>
                            <a:noFill/>
                          </a:ln>
                          <a:solidFill>
                            <a:srgbClr val="FF0000"/>
                          </a:solidFill>
                          <a:effectLst/>
                          <a:latin typeface="Times New Roman" pitchFamily="18" charset="0"/>
                          <a:ea typeface="黑体" pitchFamily="2" charset="-122"/>
                        </a:rPr>
                        <a:t> [ </a:t>
                      </a:r>
                      <a:r>
                        <a:rPr kumimoji="0" lang="en-US" altLang="zh-CN" sz="2400" b="1" i="1" u="none" strike="noStrike" cap="none" normalizeH="0" baseline="0">
                          <a:ln>
                            <a:noFill/>
                          </a:ln>
                          <a:solidFill>
                            <a:srgbClr val="FF0000"/>
                          </a:solidFill>
                          <a:effectLst/>
                          <a:latin typeface="Times New Roman" pitchFamily="18" charset="0"/>
                          <a:ea typeface="黑体" pitchFamily="2" charset="-122"/>
                        </a:rPr>
                        <a:t>top</a:t>
                      </a:r>
                      <a:r>
                        <a:rPr kumimoji="0" lang="en-US" altLang="zh-CN" sz="2400" b="1" i="0" u="none" strike="noStrike" cap="none" normalizeH="0" baseline="0">
                          <a:ln>
                            <a:noFill/>
                          </a:ln>
                          <a:solidFill>
                            <a:srgbClr val="FF0000"/>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rgbClr val="FF0000"/>
                          </a:solidFill>
                          <a:effectLst/>
                          <a:latin typeface="Times New Roman" pitchFamily="18" charset="0"/>
                          <a:ea typeface="黑体" pitchFamily="2" charset="-122"/>
                        </a:rPr>
                        <a:t>1].</a:t>
                      </a:r>
                      <a:r>
                        <a:rPr kumimoji="0" lang="en-US" altLang="zh-CN" sz="2400" b="1" i="1" u="none" strike="noStrike" cap="none" normalizeH="0" baseline="0" err="1">
                          <a:ln>
                            <a:noFill/>
                          </a:ln>
                          <a:solidFill>
                            <a:srgbClr val="FF0000"/>
                          </a:solidFill>
                          <a:effectLst/>
                          <a:latin typeface="Times New Roman" pitchFamily="18" charset="0"/>
                          <a:ea typeface="黑体" pitchFamily="2" charset="-122"/>
                        </a:rPr>
                        <a:t>val</a:t>
                      </a:r>
                      <a:r>
                        <a:rPr kumimoji="0" lang="en-US" altLang="zh-CN" sz="2400" b="1" i="0" u="none" strike="noStrike" cap="none" normalizeH="0" baseline="0">
                          <a:ln>
                            <a:noFill/>
                          </a:ln>
                          <a:solidFill>
                            <a:srgbClr val="FF0000"/>
                          </a:solidFill>
                          <a:effectLst/>
                          <a:latin typeface="Times New Roman" pitchFamily="18" charset="0"/>
                          <a:ea typeface="黑体" pitchFamily="2" charset="-122"/>
                        </a:rPr>
                        <a:t>)</a:t>
                      </a:r>
                    </a:p>
                  </a:txBody>
                  <a:tcPr marL="54000" marR="54000" marT="28799" marB="2879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8911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9" marB="287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3333CC"/>
                        </a:buClr>
                        <a:buSzPct val="60000"/>
                        <a:buFont typeface="Wingdings" pitchFamily="2" charset="2"/>
                        <a:buNone/>
                        <a:tabLst/>
                        <a:defRPr/>
                      </a:pP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stack</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top </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sym typeface="Symbol" pitchFamily="18" charset="2"/>
                        </a:rPr>
                        <a:t></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2 ].</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r>
                        <a:rPr kumimoji="0" lang="en-US" altLang="zh-CN" sz="1800" b="1" i="1" u="none" strike="noStrike" kern="1200" cap="none" spc="0" normalizeH="0" baseline="0" noProof="0" err="1">
                          <a:ln>
                            <a:noFill/>
                          </a:ln>
                          <a:solidFill>
                            <a:srgbClr val="FF0000"/>
                          </a:solidFill>
                          <a:effectLst/>
                          <a:uLnTx/>
                          <a:uFillTx/>
                          <a:latin typeface="Times New Roman" pitchFamily="18" charset="0"/>
                          <a:ea typeface="黑体" pitchFamily="2" charset="-122"/>
                          <a:cs typeface="+mn-cs"/>
                        </a:rPr>
                        <a:t>val</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p>
                    <a:p>
                      <a:pPr marL="0" marR="0" lvl="0" indent="0" algn="l" defTabSz="914400" rtl="0" eaLnBrk="1" fontAlgn="base" latinLnBrk="0" hangingPunct="1">
                        <a:lnSpc>
                          <a:spcPct val="100000"/>
                        </a:lnSpc>
                        <a:spcBef>
                          <a:spcPct val="0"/>
                        </a:spcBef>
                        <a:spcAft>
                          <a:spcPct val="0"/>
                        </a:spcAft>
                        <a:buClr>
                          <a:srgbClr val="3333CC"/>
                        </a:buClr>
                        <a:buSzPct val="60000"/>
                        <a:buFont typeface="Wingdings" pitchFamily="2" charset="2"/>
                        <a:buNone/>
                        <a:tabLst/>
                        <a:defRPr/>
                      </a:pP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stack</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top </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sym typeface="Symbol" pitchFamily="18" charset="2"/>
                        </a:rPr>
                        <a:t></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2].</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r>
                        <a:rPr kumimoji="0" lang="en-US" altLang="zh-CN" sz="1800" b="1" i="1" u="none" strike="noStrike" kern="1200" cap="none" spc="0" normalizeH="0" baseline="0" noProof="0" err="1">
                          <a:ln>
                            <a:noFill/>
                          </a:ln>
                          <a:solidFill>
                            <a:srgbClr val="FF0000"/>
                          </a:solidFill>
                          <a:effectLst/>
                          <a:uLnTx/>
                          <a:uFillTx/>
                          <a:latin typeface="Times New Roman" pitchFamily="18" charset="0"/>
                          <a:ea typeface="黑体" pitchFamily="2" charset="-122"/>
                          <a:cs typeface="+mn-cs"/>
                        </a:rPr>
                        <a:t>val</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stack</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top</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err="1">
                          <a:ln>
                            <a:noFill/>
                          </a:ln>
                          <a:solidFill>
                            <a:srgbClr val="FF0000"/>
                          </a:solidFill>
                          <a:effectLst/>
                          <a:uLnTx/>
                          <a:uFillTx/>
                          <a:latin typeface="Times New Roman" pitchFamily="18" charset="0"/>
                          <a:ea typeface="黑体" pitchFamily="2" charset="-122"/>
                          <a:cs typeface="+mn-cs"/>
                        </a:rPr>
                        <a:t>val</a:t>
                      </a:r>
                      <a:endPar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endParaRPr>
                    </a:p>
                  </a:txBody>
                  <a:tcPr marL="54000" marR="54000" marT="28799" marB="2879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6706">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9" marB="287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imes New Roman" pitchFamily="18" charset="0"/>
                        <a:ea typeface="黑体" pitchFamily="2" charset="-122"/>
                      </a:endParaRPr>
                    </a:p>
                  </a:txBody>
                  <a:tcPr marL="54000" marR="54000" marT="28799" marB="2879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6706">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400" b="1" i="0" u="none" strike="noStrike" cap="none" normalizeH="0" baseline="0">
                          <a:ln>
                            <a:noFill/>
                          </a:ln>
                          <a:solidFill>
                            <a:schemeClr val="tx1"/>
                          </a:solidFill>
                          <a:effectLst/>
                          <a:latin typeface="宋体" pitchFamily="2" charset="-122"/>
                          <a:ea typeface="黑体" pitchFamily="2" charset="-12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9" marB="287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宋体" pitchFamily="2" charset="-122"/>
                          <a:ea typeface="黑体" pitchFamily="2" charset="-12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F.val</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9" marB="2879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6706">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9" marB="287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F.val</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9" marB="2879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6706">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9" marB="287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F.val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E.val</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9" marB="2879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9686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digit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9" marB="287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F.val</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err="1">
                          <a:ln>
                            <a:noFill/>
                          </a:ln>
                          <a:solidFill>
                            <a:schemeClr val="tx1"/>
                          </a:solidFill>
                          <a:effectLst/>
                          <a:latin typeface="Times New Roman" pitchFamily="18" charset="0"/>
                          <a:ea typeface="黑体" pitchFamily="2" charset="-122"/>
                        </a:rPr>
                        <a:t>digit</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.lexval</a:t>
                      </a:r>
                      <a:endParaRPr kumimoji="0" lang="en-US" altLang="zh-CN" sz="2400" b="0" i="0" u="none" strike="noStrike" cap="none" normalizeH="0" baseline="0">
                        <a:ln>
                          <a:noFill/>
                        </a:ln>
                        <a:solidFill>
                          <a:schemeClr val="tx1"/>
                        </a:solidFill>
                        <a:effectLst/>
                        <a:latin typeface="Times New Roman" pitchFamily="18" charset="0"/>
                        <a:ea typeface="黑体" pitchFamily="2" charset="-122"/>
                      </a:endParaRPr>
                    </a:p>
                  </a:txBody>
                  <a:tcPr marL="54000" marR="54000" marT="28799" marB="2879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 name="日期占位符 1">
            <a:extLst>
              <a:ext uri="{FF2B5EF4-FFF2-40B4-BE49-F238E27FC236}">
                <a16:creationId xmlns:a16="http://schemas.microsoft.com/office/drawing/2014/main" id="{55AF258E-71A0-FBD3-93BD-D1AA6666731B}"/>
              </a:ext>
            </a:extLst>
          </p:cNvPr>
          <p:cNvSpPr>
            <a:spLocks noGrp="1"/>
          </p:cNvSpPr>
          <p:nvPr>
            <p:ph type="dt" sz="half" idx="10"/>
          </p:nvPr>
        </p:nvSpPr>
        <p:spPr/>
        <p:txBody>
          <a:bodyPr/>
          <a:lstStyle/>
          <a:p>
            <a:fld id="{B1F1E8CC-9144-4C47-86D6-32460F373792}"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DE984014-366C-4F71-5158-82E411573A2D}"/>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E554F362-0CEA-4AC8-674B-603DB8DE8D87}"/>
              </a:ext>
            </a:extLst>
          </p:cNvPr>
          <p:cNvSpPr>
            <a:spLocks noGrp="1"/>
          </p:cNvSpPr>
          <p:nvPr>
            <p:ph type="sldNum" sz="quarter" idx="12"/>
          </p:nvPr>
        </p:nvSpPr>
        <p:spPr/>
        <p:txBody>
          <a:bodyPr/>
          <a:lstStyle/>
          <a:p>
            <a:fld id="{094DEB03-EFC6-4C20-8FC8-295189A5386F}" type="slidenum">
              <a:rPr lang="zh-CN" altLang="en-US" smtClean="0"/>
              <a:pPr/>
              <a:t>30</a:t>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40C7BB50-4F5A-4778-80F1-A21AE02CBA12}"/>
              </a:ext>
            </a:extLst>
          </p:cNvPr>
          <p:cNvSpPr>
            <a:spLocks noGrp="1" noChangeArrowheads="1"/>
          </p:cNvSpPr>
          <p:nvPr>
            <p:ph type="title"/>
          </p:nvPr>
        </p:nvSpPr>
        <p:spPr/>
        <p:txBody>
          <a:bodyPr>
            <a:normAutofit fontScale="90000"/>
          </a:bodyPr>
          <a:lstStyle/>
          <a:p>
            <a:pPr eaLnBrk="1" hangingPunct="1"/>
            <a:r>
              <a:rPr lang="en-US" altLang="zh-CN"/>
              <a:t>4.2.3 </a:t>
            </a:r>
            <a:r>
              <a:rPr lang="en-US" altLang="zh-CN" b="1" i="1"/>
              <a:t>S</a:t>
            </a:r>
            <a:r>
              <a:rPr lang="zh-CN" altLang="en-US"/>
              <a:t>属性定义的自下而上计算</a:t>
            </a:r>
          </a:p>
        </p:txBody>
      </p:sp>
      <p:sp>
        <p:nvSpPr>
          <p:cNvPr id="70659" name="Rectangle 3">
            <a:extLst>
              <a:ext uri="{FF2B5EF4-FFF2-40B4-BE49-F238E27FC236}">
                <a16:creationId xmlns:a16="http://schemas.microsoft.com/office/drawing/2014/main" id="{A32EF2D9-8A3A-4EE2-9DC0-F0896CE08D83}"/>
              </a:ext>
            </a:extLst>
          </p:cNvPr>
          <p:cNvSpPr>
            <a:spLocks noGrp="1" noChangeArrowheads="1"/>
          </p:cNvSpPr>
          <p:nvPr>
            <p:ph idx="1"/>
          </p:nvPr>
        </p:nvSpPr>
        <p:spPr/>
        <p:txBody>
          <a:bodyPr/>
          <a:lstStyle/>
          <a:p>
            <a:pPr eaLnBrk="1" hangingPunct="1">
              <a:spcBef>
                <a:spcPct val="0"/>
              </a:spcBef>
            </a:pPr>
            <a:r>
              <a:rPr lang="zh-CN" altLang="en-US" sz="2800">
                <a:latin typeface="宋体" panose="02010600030101010101" pitchFamily="2" charset="-122"/>
              </a:rPr>
              <a:t>台式计算器的语法制导定义改成栈操作代码</a:t>
            </a:r>
            <a:endParaRPr lang="zh-CN" altLang="en-US" sz="2800"/>
          </a:p>
          <a:p>
            <a:pPr eaLnBrk="1" hangingPunct="1"/>
            <a:endParaRPr lang="en-US" altLang="zh-CN" sz="2800"/>
          </a:p>
        </p:txBody>
      </p:sp>
      <p:graphicFrame>
        <p:nvGraphicFramePr>
          <p:cNvPr id="726020" name="Group 4">
            <a:extLst>
              <a:ext uri="{FF2B5EF4-FFF2-40B4-BE49-F238E27FC236}">
                <a16:creationId xmlns:a16="http://schemas.microsoft.com/office/drawing/2014/main" id="{7670312A-88AE-436D-A6A0-18343808605B}"/>
              </a:ext>
            </a:extLst>
          </p:cNvPr>
          <p:cNvGraphicFramePr>
            <a:graphicFrameLocks noGrp="1"/>
          </p:cNvGraphicFramePr>
          <p:nvPr/>
        </p:nvGraphicFramePr>
        <p:xfrm>
          <a:off x="914400" y="2514600"/>
          <a:ext cx="1905000" cy="2819402"/>
        </p:xfrm>
        <a:graphic>
          <a:graphicData uri="http://schemas.openxmlformats.org/drawingml/2006/table">
            <a:tbl>
              <a:tblPr/>
              <a:tblGrid>
                <a:gridCol w="815975">
                  <a:extLst>
                    <a:ext uri="{9D8B030D-6E8A-4147-A177-3AD203B41FA5}">
                      <a16:colId xmlns:a16="http://schemas.microsoft.com/office/drawing/2014/main" val="20000"/>
                    </a:ext>
                  </a:extLst>
                </a:gridCol>
                <a:gridCol w="1089025">
                  <a:extLst>
                    <a:ext uri="{9D8B030D-6E8A-4147-A177-3AD203B41FA5}">
                      <a16:colId xmlns:a16="http://schemas.microsoft.com/office/drawing/2014/main" val="20001"/>
                    </a:ext>
                  </a:extLst>
                </a:gridCol>
              </a:tblGrid>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F</a:t>
                      </a: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val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5150">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a:ln>
                            <a:noFill/>
                          </a:ln>
                          <a:solidFill>
                            <a:schemeClr val="tx1"/>
                          </a:solidFill>
                          <a:effectLst/>
                          <a:latin typeface="宋体" panose="02010600030101010101" pitchFamily="2" charset="-122"/>
                          <a:ea typeface="黑体" panose="02010609060101010101" pitchFamily="49"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a:ln>
                            <a:noFill/>
                          </a:ln>
                          <a:solidFill>
                            <a:schemeClr val="tx1"/>
                          </a:solidFill>
                          <a:effectLst/>
                          <a:latin typeface="宋体" panose="02010600030101010101" pitchFamily="2" charset="-122"/>
                          <a:ea typeface="黑体" panose="02010609060101010101" pitchFamily="49"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T</a:t>
                      </a:r>
                      <a:r>
                        <a:rPr kumimoji="0" lang="en-US" altLang="zh-CN" sz="2800" b="1" i="0" u="none" strike="noStrike" cap="none" normalizeH="0" baseline="-25000">
                          <a:ln>
                            <a:noFill/>
                          </a:ln>
                          <a:solidFill>
                            <a:schemeClr val="tx1"/>
                          </a:solidFill>
                          <a:effectLst/>
                          <a:latin typeface="Times New Roman" panose="02020603050405020304" pitchFamily="18" charset="0"/>
                          <a:ea typeface="黑体" panose="02010609060101010101" pitchFamily="49" charset="-122"/>
                        </a:rPr>
                        <a:t>1</a:t>
                      </a:r>
                      <a:endPar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T</a:t>
                      </a:r>
                      <a:r>
                        <a:rPr kumimoji="0" lang="en-US" altLang="zh-CN" sz="2800" b="1" i="0" u="none" strike="noStrike" cap="none" normalizeH="0" baseline="-25000">
                          <a:ln>
                            <a:noFill/>
                          </a:ln>
                          <a:solidFill>
                            <a:schemeClr val="tx1"/>
                          </a:solidFill>
                          <a:effectLst/>
                          <a:latin typeface="Times New Roman" panose="02020603050405020304" pitchFamily="18" charset="0"/>
                          <a:ea typeface="黑体" panose="02010609060101010101" pitchFamily="49" charset="-122"/>
                        </a:rPr>
                        <a:t>1</a:t>
                      </a: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val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0680" name="Rectangle 24">
            <a:extLst>
              <a:ext uri="{FF2B5EF4-FFF2-40B4-BE49-F238E27FC236}">
                <a16:creationId xmlns:a16="http://schemas.microsoft.com/office/drawing/2014/main" id="{5CD98020-E0F0-4677-B0E1-88F1A24F8A08}"/>
              </a:ext>
            </a:extLst>
          </p:cNvPr>
          <p:cNvSpPr>
            <a:spLocks noChangeArrowheads="1"/>
          </p:cNvSpPr>
          <p:nvPr/>
        </p:nvSpPr>
        <p:spPr bwMode="auto">
          <a:xfrm>
            <a:off x="0" y="5486400"/>
            <a:ext cx="2590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zh-CN" altLang="en-US" sz="2800" b="0"/>
              <a:t>栈</a:t>
            </a:r>
            <a:r>
              <a:rPr lang="zh-CN" altLang="en-US" sz="2800">
                <a:ea typeface="宋体" panose="02010600030101010101" pitchFamily="2" charset="-122"/>
              </a:rPr>
              <a:t>     </a:t>
            </a:r>
            <a:r>
              <a:rPr lang="en-US" altLang="zh-CN" sz="2800" b="1" i="1">
                <a:ea typeface="宋体" panose="02010600030101010101" pitchFamily="2" charset="-122"/>
              </a:rPr>
              <a:t>state   </a:t>
            </a:r>
            <a:r>
              <a:rPr lang="en-US" altLang="zh-CN" sz="2800" b="1" i="1" err="1">
                <a:ea typeface="宋体" panose="02010600030101010101" pitchFamily="2" charset="-122"/>
              </a:rPr>
              <a:t>val</a:t>
            </a:r>
            <a:endParaRPr lang="en-US" altLang="zh-CN" sz="2800" b="1" i="1">
              <a:ea typeface="宋体" panose="02010600030101010101" pitchFamily="2" charset="-122"/>
            </a:endParaRPr>
          </a:p>
        </p:txBody>
      </p:sp>
      <p:sp>
        <p:nvSpPr>
          <p:cNvPr id="70681" name="Line 25">
            <a:extLst>
              <a:ext uri="{FF2B5EF4-FFF2-40B4-BE49-F238E27FC236}">
                <a16:creationId xmlns:a16="http://schemas.microsoft.com/office/drawing/2014/main" id="{FD32F51D-90AD-40C0-8DE0-16B38114B443}"/>
              </a:ext>
            </a:extLst>
          </p:cNvPr>
          <p:cNvSpPr>
            <a:spLocks noChangeShapeType="1"/>
          </p:cNvSpPr>
          <p:nvPr/>
        </p:nvSpPr>
        <p:spPr bwMode="auto">
          <a:xfrm>
            <a:off x="152400" y="3352800"/>
            <a:ext cx="685800"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70682" name="Rectangle 26">
            <a:extLst>
              <a:ext uri="{FF2B5EF4-FFF2-40B4-BE49-F238E27FC236}">
                <a16:creationId xmlns:a16="http://schemas.microsoft.com/office/drawing/2014/main" id="{FD75E51A-795E-4193-92FB-C2EEDB4A357A}"/>
              </a:ext>
            </a:extLst>
          </p:cNvPr>
          <p:cNvSpPr>
            <a:spLocks noChangeArrowheads="1"/>
          </p:cNvSpPr>
          <p:nvPr/>
        </p:nvSpPr>
        <p:spPr bwMode="auto">
          <a:xfrm>
            <a:off x="152400" y="28194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i="1">
                <a:ea typeface="宋体" panose="02010600030101010101" pitchFamily="2" charset="-122"/>
              </a:rPr>
              <a:t>top</a:t>
            </a:r>
          </a:p>
        </p:txBody>
      </p:sp>
      <p:sp>
        <p:nvSpPr>
          <p:cNvPr id="70683" name="Line 27">
            <a:extLst>
              <a:ext uri="{FF2B5EF4-FFF2-40B4-BE49-F238E27FC236}">
                <a16:creationId xmlns:a16="http://schemas.microsoft.com/office/drawing/2014/main" id="{CDFDD17D-D169-4366-8F10-0DB452BE5995}"/>
              </a:ext>
            </a:extLst>
          </p:cNvPr>
          <p:cNvSpPr>
            <a:spLocks noChangeShapeType="1"/>
          </p:cNvSpPr>
          <p:nvPr/>
        </p:nvSpPr>
        <p:spPr bwMode="auto">
          <a:xfrm flipV="1">
            <a:off x="304800" y="4114800"/>
            <a:ext cx="0" cy="121920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26044" name="Group 28">
            <a:extLst>
              <a:ext uri="{FF2B5EF4-FFF2-40B4-BE49-F238E27FC236}">
                <a16:creationId xmlns:a16="http://schemas.microsoft.com/office/drawing/2014/main" id="{ACC298F1-FC5A-4E48-98B6-7EF73941E03C}"/>
              </a:ext>
            </a:extLst>
          </p:cNvPr>
          <p:cNvGraphicFramePr>
            <a:graphicFrameLocks noGrp="1"/>
          </p:cNvGraphicFramePr>
          <p:nvPr/>
        </p:nvGraphicFramePr>
        <p:xfrm>
          <a:off x="2971800" y="2160000"/>
          <a:ext cx="5867400" cy="4371974"/>
        </p:xfrm>
        <a:graphic>
          <a:graphicData uri="http://schemas.openxmlformats.org/drawingml/2006/table">
            <a:tbl>
              <a:tblPr/>
              <a:tblGrid>
                <a:gridCol w="2543175">
                  <a:extLst>
                    <a:ext uri="{9D8B030D-6E8A-4147-A177-3AD203B41FA5}">
                      <a16:colId xmlns:a16="http://schemas.microsoft.com/office/drawing/2014/main" val="20000"/>
                    </a:ext>
                  </a:extLst>
                </a:gridCol>
                <a:gridCol w="3324225">
                  <a:extLst>
                    <a:ext uri="{9D8B030D-6E8A-4147-A177-3AD203B41FA5}">
                      <a16:colId xmlns:a16="http://schemas.microsoft.com/office/drawing/2014/main" val="20001"/>
                    </a:ext>
                  </a:extLst>
                </a:gridCol>
              </a:tblGrid>
              <a:tr h="46668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宋体" pitchFamily="2" charset="-122"/>
                          <a:ea typeface="黑体" pitchFamily="2" charset="-122"/>
                        </a:rPr>
                        <a:t>产</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生</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式</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rgbClr val="FF0000"/>
                          </a:solidFill>
                          <a:effectLst/>
                          <a:latin typeface="宋体" pitchFamily="2" charset="-122"/>
                          <a:ea typeface="黑体" pitchFamily="2" charset="-122"/>
                        </a:rPr>
                        <a:t>代 码 段</a:t>
                      </a:r>
                      <a:endParaRPr kumimoji="0" lang="zh-CN" altLang="en-US" sz="2400" b="0" i="0" u="none" strike="noStrike" cap="none" normalizeH="0" baseline="0">
                        <a:ln>
                          <a:noFill/>
                        </a:ln>
                        <a:solidFill>
                          <a:srgbClr val="FF0000"/>
                        </a:solidFill>
                        <a:effectLst/>
                        <a:latin typeface="Times New Roman" pitchFamily="18" charset="0"/>
                        <a:ea typeface="黑体" pitchFamily="2" charset="-122"/>
                      </a:endParaRP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017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1"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L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0" i="1"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n</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rgbClr val="FF0000"/>
                          </a:solidFill>
                          <a:effectLst/>
                          <a:latin typeface="Times New Roman" pitchFamily="18" charset="0"/>
                          <a:ea typeface="黑体" pitchFamily="2" charset="-122"/>
                        </a:rPr>
                        <a:t>print </a:t>
                      </a:r>
                      <a:r>
                        <a:rPr kumimoji="0" lang="en-US" altLang="zh-CN" sz="2400" b="1" i="0" u="none" strike="noStrike" cap="none" normalizeH="0" baseline="0">
                          <a:ln>
                            <a:noFill/>
                          </a:ln>
                          <a:solidFill>
                            <a:srgbClr val="FF0000"/>
                          </a:solidFill>
                          <a:effectLst/>
                          <a:latin typeface="Times New Roman" pitchFamily="18" charset="0"/>
                          <a:ea typeface="黑体" pitchFamily="2" charset="-122"/>
                        </a:rPr>
                        <a:t>(</a:t>
                      </a:r>
                      <a:r>
                        <a:rPr kumimoji="0" lang="en-US" altLang="zh-CN" sz="2400" b="1" i="1" u="none" strike="noStrike" cap="none" normalizeH="0" baseline="0">
                          <a:ln>
                            <a:noFill/>
                          </a:ln>
                          <a:solidFill>
                            <a:srgbClr val="FF0000"/>
                          </a:solidFill>
                          <a:effectLst/>
                          <a:latin typeface="Times New Roman" pitchFamily="18" charset="0"/>
                          <a:ea typeface="黑体" pitchFamily="2" charset="-122"/>
                        </a:rPr>
                        <a:t>stack</a:t>
                      </a:r>
                      <a:r>
                        <a:rPr kumimoji="0" lang="en-US" altLang="zh-CN" sz="2400" b="1" i="0" u="none" strike="noStrike" cap="none" normalizeH="0" baseline="0">
                          <a:ln>
                            <a:noFill/>
                          </a:ln>
                          <a:solidFill>
                            <a:srgbClr val="FF0000"/>
                          </a:solidFill>
                          <a:effectLst/>
                          <a:latin typeface="Times New Roman" pitchFamily="18" charset="0"/>
                          <a:ea typeface="黑体" pitchFamily="2" charset="-122"/>
                        </a:rPr>
                        <a:t> [ </a:t>
                      </a:r>
                      <a:r>
                        <a:rPr kumimoji="0" lang="en-US" altLang="zh-CN" sz="2400" b="1" i="1" u="none" strike="noStrike" cap="none" normalizeH="0" baseline="0">
                          <a:ln>
                            <a:noFill/>
                          </a:ln>
                          <a:solidFill>
                            <a:srgbClr val="FF0000"/>
                          </a:solidFill>
                          <a:effectLst/>
                          <a:latin typeface="Times New Roman" pitchFamily="18" charset="0"/>
                          <a:ea typeface="黑体" pitchFamily="2" charset="-122"/>
                        </a:rPr>
                        <a:t>top</a:t>
                      </a:r>
                      <a:r>
                        <a:rPr kumimoji="0" lang="en-US" altLang="zh-CN" sz="2400" b="1" i="0" u="none" strike="noStrike" cap="none" normalizeH="0" baseline="0">
                          <a:ln>
                            <a:noFill/>
                          </a:ln>
                          <a:solidFill>
                            <a:srgbClr val="FF0000"/>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rgbClr val="FF0000"/>
                          </a:solidFill>
                          <a:effectLst/>
                          <a:latin typeface="Times New Roman" pitchFamily="18" charset="0"/>
                          <a:ea typeface="黑体" pitchFamily="2" charset="-122"/>
                        </a:rPr>
                        <a:t>1].</a:t>
                      </a:r>
                      <a:r>
                        <a:rPr kumimoji="0" lang="en-US" altLang="zh-CN" sz="2400" b="1" i="1" u="none" strike="noStrike" cap="none" normalizeH="0" baseline="0" err="1">
                          <a:ln>
                            <a:noFill/>
                          </a:ln>
                          <a:solidFill>
                            <a:srgbClr val="FF0000"/>
                          </a:solidFill>
                          <a:effectLst/>
                          <a:latin typeface="Times New Roman" pitchFamily="18" charset="0"/>
                          <a:ea typeface="黑体" pitchFamily="2" charset="-122"/>
                        </a:rPr>
                        <a:t>val</a:t>
                      </a:r>
                      <a:r>
                        <a:rPr kumimoji="0" lang="en-US" altLang="zh-CN" sz="2400" b="1" i="0" u="none" strike="noStrike" cap="none" normalizeH="0" baseline="0">
                          <a:ln>
                            <a:noFill/>
                          </a:ln>
                          <a:solidFill>
                            <a:srgbClr val="FF0000"/>
                          </a:solidFill>
                          <a:effectLst/>
                          <a:latin typeface="Times New Roman" pitchFamily="18" charset="0"/>
                          <a:ea typeface="黑体" pitchFamily="2" charset="-122"/>
                        </a:rPr>
                        <a:t>)</a:t>
                      </a: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8911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3333CC"/>
                        </a:buClr>
                        <a:buSzPct val="60000"/>
                        <a:buFont typeface="Wingdings" pitchFamily="2" charset="2"/>
                        <a:buNone/>
                        <a:tabLst/>
                        <a:defRPr/>
                      </a:pP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stack</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top </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sym typeface="Symbol" pitchFamily="18" charset="2"/>
                        </a:rPr>
                        <a:t></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2 ].</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r>
                        <a:rPr kumimoji="0" lang="en-US" altLang="zh-CN" sz="1800" b="1" i="1" u="none" strike="noStrike" kern="1200" cap="none" spc="0" normalizeH="0" baseline="0" noProof="0" err="1">
                          <a:ln>
                            <a:noFill/>
                          </a:ln>
                          <a:solidFill>
                            <a:srgbClr val="FF0000"/>
                          </a:solidFill>
                          <a:effectLst/>
                          <a:uLnTx/>
                          <a:uFillTx/>
                          <a:latin typeface="Times New Roman" pitchFamily="18" charset="0"/>
                          <a:ea typeface="黑体" pitchFamily="2" charset="-122"/>
                          <a:cs typeface="+mn-cs"/>
                        </a:rPr>
                        <a:t>val</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p>
                    <a:p>
                      <a:pPr marL="0" marR="0" lvl="0" indent="0" algn="l" defTabSz="914400" rtl="0" eaLnBrk="1" fontAlgn="base" latinLnBrk="0" hangingPunct="1">
                        <a:lnSpc>
                          <a:spcPct val="100000"/>
                        </a:lnSpc>
                        <a:spcBef>
                          <a:spcPct val="0"/>
                        </a:spcBef>
                        <a:spcAft>
                          <a:spcPct val="0"/>
                        </a:spcAft>
                        <a:buClr>
                          <a:srgbClr val="3333CC"/>
                        </a:buClr>
                        <a:buSzPct val="60000"/>
                        <a:buFont typeface="Wingdings" pitchFamily="2" charset="2"/>
                        <a:buNone/>
                        <a:tabLst/>
                        <a:defRPr/>
                      </a:pP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stack</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top </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sym typeface="Symbol" pitchFamily="18" charset="2"/>
                        </a:rPr>
                        <a:t></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2].</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r>
                        <a:rPr kumimoji="0" lang="en-US" altLang="zh-CN" sz="1800" b="1" i="1" u="none" strike="noStrike" kern="1200" cap="none" spc="0" normalizeH="0" baseline="0" noProof="0" err="1">
                          <a:ln>
                            <a:noFill/>
                          </a:ln>
                          <a:solidFill>
                            <a:srgbClr val="FF0000"/>
                          </a:solidFill>
                          <a:effectLst/>
                          <a:uLnTx/>
                          <a:uFillTx/>
                          <a:latin typeface="Times New Roman" pitchFamily="18" charset="0"/>
                          <a:ea typeface="黑体" pitchFamily="2" charset="-122"/>
                          <a:cs typeface="+mn-cs"/>
                        </a:rPr>
                        <a:t>val</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stack</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top</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err="1">
                          <a:ln>
                            <a:noFill/>
                          </a:ln>
                          <a:solidFill>
                            <a:srgbClr val="FF0000"/>
                          </a:solidFill>
                          <a:effectLst/>
                          <a:uLnTx/>
                          <a:uFillTx/>
                          <a:latin typeface="Times New Roman" pitchFamily="18" charset="0"/>
                          <a:ea typeface="黑体" pitchFamily="2" charset="-122"/>
                          <a:cs typeface="+mn-cs"/>
                        </a:rPr>
                        <a:t>val</a:t>
                      </a:r>
                      <a:endPar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endParaRP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668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rgbClr val="FF0000"/>
                        </a:solidFill>
                        <a:effectLst/>
                        <a:latin typeface="Times New Roman" pitchFamily="18" charset="0"/>
                        <a:ea typeface="黑体" pitchFamily="2" charset="-122"/>
                      </a:endParaRP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8911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400" b="1" i="0" u="none" strike="noStrike" cap="none" normalizeH="0" baseline="0">
                          <a:ln>
                            <a:noFill/>
                          </a:ln>
                          <a:solidFill>
                            <a:schemeClr val="tx1"/>
                          </a:solidFill>
                          <a:effectLst/>
                          <a:latin typeface="宋体" pitchFamily="2" charset="-122"/>
                          <a:ea typeface="黑体" pitchFamily="2" charset="-12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3333CC"/>
                        </a:buClr>
                        <a:buSzPct val="60000"/>
                        <a:buFont typeface="Wingdings" pitchFamily="2" charset="2"/>
                        <a:buNone/>
                        <a:tabLst/>
                        <a:defRPr/>
                      </a:pP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stack</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top </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sym typeface="Symbol" pitchFamily="18" charset="2"/>
                        </a:rPr>
                        <a:t></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2 ].</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r>
                        <a:rPr kumimoji="0" lang="en-US" altLang="zh-CN" sz="1800" b="1" i="1" u="none" strike="noStrike" kern="1200" cap="none" spc="0" normalizeH="0" baseline="0" noProof="0" err="1">
                          <a:ln>
                            <a:noFill/>
                          </a:ln>
                          <a:solidFill>
                            <a:srgbClr val="FF0000"/>
                          </a:solidFill>
                          <a:effectLst/>
                          <a:uLnTx/>
                          <a:uFillTx/>
                          <a:latin typeface="Times New Roman" pitchFamily="18" charset="0"/>
                          <a:ea typeface="黑体" pitchFamily="2" charset="-122"/>
                          <a:cs typeface="+mn-cs"/>
                        </a:rPr>
                        <a:t>val</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p>
                    <a:p>
                      <a:pPr marL="0" marR="0" lvl="0" indent="0" algn="l" defTabSz="914400" rtl="0" eaLnBrk="1" fontAlgn="base" latinLnBrk="0" hangingPunct="1">
                        <a:lnSpc>
                          <a:spcPct val="100000"/>
                        </a:lnSpc>
                        <a:spcBef>
                          <a:spcPct val="0"/>
                        </a:spcBef>
                        <a:spcAft>
                          <a:spcPct val="0"/>
                        </a:spcAft>
                        <a:buClr>
                          <a:srgbClr val="3333CC"/>
                        </a:buClr>
                        <a:buSzPct val="60000"/>
                        <a:buFont typeface="Wingdings" pitchFamily="2" charset="2"/>
                        <a:buNone/>
                        <a:tabLst/>
                        <a:defRPr/>
                      </a:pP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stack</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top </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sym typeface="Symbol" pitchFamily="18" charset="2"/>
                        </a:rPr>
                        <a:t></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2].</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r>
                        <a:rPr kumimoji="0" lang="en-US" altLang="zh-CN" sz="1800" b="1" i="1" u="none" strike="noStrike" kern="1200" cap="none" spc="0" normalizeH="0" baseline="0" noProof="0" err="1">
                          <a:ln>
                            <a:noFill/>
                          </a:ln>
                          <a:solidFill>
                            <a:srgbClr val="FF0000"/>
                          </a:solidFill>
                          <a:effectLst/>
                          <a:uLnTx/>
                          <a:uFillTx/>
                          <a:latin typeface="Times New Roman" pitchFamily="18" charset="0"/>
                          <a:ea typeface="黑体" pitchFamily="2" charset="-122"/>
                          <a:cs typeface="+mn-cs"/>
                        </a:rPr>
                        <a:t>val</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sym typeface="Symbol" panose="05050102010706020507" pitchFamily="18" charset="2"/>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stack</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top</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err="1">
                          <a:ln>
                            <a:noFill/>
                          </a:ln>
                          <a:solidFill>
                            <a:srgbClr val="FF0000"/>
                          </a:solidFill>
                          <a:effectLst/>
                          <a:uLnTx/>
                          <a:uFillTx/>
                          <a:latin typeface="Times New Roman" pitchFamily="18" charset="0"/>
                          <a:ea typeface="黑体" pitchFamily="2" charset="-122"/>
                          <a:cs typeface="+mn-cs"/>
                        </a:rPr>
                        <a:t>val</a:t>
                      </a:r>
                      <a:endPar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endParaRP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668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F.val</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668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F.val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E.val</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9684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digit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F.val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0" u="none" strike="noStrike" cap="none" normalizeH="0" baseline="0" err="1">
                          <a:ln>
                            <a:noFill/>
                          </a:ln>
                          <a:solidFill>
                            <a:schemeClr val="tx1"/>
                          </a:solidFill>
                          <a:effectLst/>
                          <a:latin typeface="Times New Roman" pitchFamily="18" charset="0"/>
                          <a:ea typeface="黑体" pitchFamily="2" charset="-122"/>
                        </a:rPr>
                        <a:t>digit</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.lexval</a:t>
                      </a:r>
                      <a:endParaRPr kumimoji="0" lang="en-US" altLang="zh-CN" sz="2400" b="0" i="0" u="none" strike="noStrike" cap="none" normalizeH="0" baseline="0">
                        <a:ln>
                          <a:noFill/>
                        </a:ln>
                        <a:solidFill>
                          <a:schemeClr val="tx1"/>
                        </a:solidFill>
                        <a:effectLst/>
                        <a:latin typeface="Times New Roman" pitchFamily="18" charset="0"/>
                        <a:ea typeface="黑体" pitchFamily="2" charset="-122"/>
                      </a:endParaRP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 name="日期占位符 1">
            <a:extLst>
              <a:ext uri="{FF2B5EF4-FFF2-40B4-BE49-F238E27FC236}">
                <a16:creationId xmlns:a16="http://schemas.microsoft.com/office/drawing/2014/main" id="{F2F6B030-2FAB-0AD9-2B28-282777AE2868}"/>
              </a:ext>
            </a:extLst>
          </p:cNvPr>
          <p:cNvSpPr>
            <a:spLocks noGrp="1"/>
          </p:cNvSpPr>
          <p:nvPr>
            <p:ph type="dt" sz="half" idx="10"/>
          </p:nvPr>
        </p:nvSpPr>
        <p:spPr/>
        <p:txBody>
          <a:bodyPr/>
          <a:lstStyle/>
          <a:p>
            <a:fld id="{67F65C56-E32B-41B0-9743-A8B2FA34C4EF}"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2C481EFF-8F88-DBD3-5021-FE4F5AF08834}"/>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3143D0A9-FDCD-0C67-FE36-C83C8819C8B0}"/>
              </a:ext>
            </a:extLst>
          </p:cNvPr>
          <p:cNvSpPr>
            <a:spLocks noGrp="1"/>
          </p:cNvSpPr>
          <p:nvPr>
            <p:ph type="sldNum" sz="quarter" idx="12"/>
          </p:nvPr>
        </p:nvSpPr>
        <p:spPr/>
        <p:txBody>
          <a:bodyPr/>
          <a:lstStyle/>
          <a:p>
            <a:fld id="{094DEB03-EFC6-4C20-8FC8-295189A5386F}" type="slidenum">
              <a:rPr lang="zh-CN" altLang="en-US" smtClean="0"/>
              <a:pPr/>
              <a:t>31</a:t>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7380B5E8-64D4-478C-B54F-7CFF9E4DC5E0}"/>
              </a:ext>
            </a:extLst>
          </p:cNvPr>
          <p:cNvSpPr>
            <a:spLocks noGrp="1" noChangeArrowheads="1"/>
          </p:cNvSpPr>
          <p:nvPr>
            <p:ph type="title"/>
          </p:nvPr>
        </p:nvSpPr>
        <p:spPr/>
        <p:txBody>
          <a:bodyPr>
            <a:normAutofit fontScale="90000"/>
          </a:bodyPr>
          <a:lstStyle/>
          <a:p>
            <a:pPr eaLnBrk="1" hangingPunct="1"/>
            <a:r>
              <a:rPr lang="en-US" altLang="zh-CN"/>
              <a:t>4.2.3 </a:t>
            </a:r>
            <a:r>
              <a:rPr lang="en-US" altLang="zh-CN" b="1" i="1"/>
              <a:t>S</a:t>
            </a:r>
            <a:r>
              <a:rPr lang="zh-CN" altLang="en-US"/>
              <a:t>属性定义的自下而上计算</a:t>
            </a:r>
          </a:p>
        </p:txBody>
      </p:sp>
      <p:sp>
        <p:nvSpPr>
          <p:cNvPr id="71683" name="Rectangle 3">
            <a:extLst>
              <a:ext uri="{FF2B5EF4-FFF2-40B4-BE49-F238E27FC236}">
                <a16:creationId xmlns:a16="http://schemas.microsoft.com/office/drawing/2014/main" id="{BCB6F095-42B3-4BB0-8CF6-2FBE28C05FFB}"/>
              </a:ext>
            </a:extLst>
          </p:cNvPr>
          <p:cNvSpPr>
            <a:spLocks noGrp="1" noChangeArrowheads="1"/>
          </p:cNvSpPr>
          <p:nvPr>
            <p:ph idx="1"/>
          </p:nvPr>
        </p:nvSpPr>
        <p:spPr/>
        <p:txBody>
          <a:bodyPr/>
          <a:lstStyle/>
          <a:p>
            <a:pPr eaLnBrk="1" hangingPunct="1">
              <a:spcBef>
                <a:spcPct val="0"/>
              </a:spcBef>
            </a:pPr>
            <a:r>
              <a:rPr lang="zh-CN" altLang="en-US" sz="2800">
                <a:latin typeface="宋体" panose="02010600030101010101" pitchFamily="2" charset="-122"/>
              </a:rPr>
              <a:t>台式计算器的语法制导定义改成栈操作代码</a:t>
            </a:r>
            <a:endParaRPr lang="zh-CN" altLang="en-US" sz="2800"/>
          </a:p>
          <a:p>
            <a:pPr eaLnBrk="1" hangingPunct="1"/>
            <a:endParaRPr lang="en-US" altLang="zh-CN" sz="2800"/>
          </a:p>
        </p:txBody>
      </p:sp>
      <p:graphicFrame>
        <p:nvGraphicFramePr>
          <p:cNvPr id="727044" name="Group 4">
            <a:extLst>
              <a:ext uri="{FF2B5EF4-FFF2-40B4-BE49-F238E27FC236}">
                <a16:creationId xmlns:a16="http://schemas.microsoft.com/office/drawing/2014/main" id="{227BD25C-6FD5-4315-9370-5327291A3FD2}"/>
              </a:ext>
            </a:extLst>
          </p:cNvPr>
          <p:cNvGraphicFramePr>
            <a:graphicFrameLocks noGrp="1"/>
          </p:cNvGraphicFramePr>
          <p:nvPr/>
        </p:nvGraphicFramePr>
        <p:xfrm>
          <a:off x="1024156" y="2514600"/>
          <a:ext cx="1752600" cy="1690689"/>
        </p:xfrm>
        <a:graphic>
          <a:graphicData uri="http://schemas.openxmlformats.org/drawingml/2006/table">
            <a:tbl>
              <a:tblPr/>
              <a:tblGrid>
                <a:gridCol w="750888">
                  <a:extLst>
                    <a:ext uri="{9D8B030D-6E8A-4147-A177-3AD203B41FA5}">
                      <a16:colId xmlns:a16="http://schemas.microsoft.com/office/drawing/2014/main" val="20000"/>
                    </a:ext>
                  </a:extLst>
                </a:gridCol>
                <a:gridCol w="1001712">
                  <a:extLst>
                    <a:ext uri="{9D8B030D-6E8A-4147-A177-3AD203B41FA5}">
                      <a16:colId xmlns:a16="http://schemas.microsoft.com/office/drawing/2014/main" val="20001"/>
                    </a:ext>
                  </a:extLst>
                </a:gridCol>
              </a:tblGrid>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F</a:t>
                      </a: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val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71698" name="Rectangle 18">
            <a:extLst>
              <a:ext uri="{FF2B5EF4-FFF2-40B4-BE49-F238E27FC236}">
                <a16:creationId xmlns:a16="http://schemas.microsoft.com/office/drawing/2014/main" id="{21D3D7D0-36C4-4C3C-BB9F-9643419774E2}"/>
              </a:ext>
            </a:extLst>
          </p:cNvPr>
          <p:cNvSpPr>
            <a:spLocks noChangeArrowheads="1"/>
          </p:cNvSpPr>
          <p:nvPr/>
        </p:nvSpPr>
        <p:spPr bwMode="auto">
          <a:xfrm>
            <a:off x="109756" y="5486400"/>
            <a:ext cx="2590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zh-CN" altLang="en-US" sz="2800" b="0"/>
              <a:t>栈</a:t>
            </a:r>
            <a:r>
              <a:rPr lang="zh-CN" altLang="en-US" sz="2800">
                <a:ea typeface="宋体" panose="02010600030101010101" pitchFamily="2" charset="-122"/>
              </a:rPr>
              <a:t>     </a:t>
            </a:r>
            <a:r>
              <a:rPr lang="en-US" altLang="zh-CN" sz="2800" b="1" i="1">
                <a:ea typeface="宋体" panose="02010600030101010101" pitchFamily="2" charset="-122"/>
              </a:rPr>
              <a:t>state   </a:t>
            </a:r>
            <a:r>
              <a:rPr lang="en-US" altLang="zh-CN" sz="2800" b="1" i="1" err="1">
                <a:ea typeface="宋体" panose="02010600030101010101" pitchFamily="2" charset="-122"/>
              </a:rPr>
              <a:t>val</a:t>
            </a:r>
            <a:endParaRPr lang="en-US" altLang="zh-CN" sz="2800" b="1" i="1">
              <a:ea typeface="宋体" panose="02010600030101010101" pitchFamily="2" charset="-122"/>
            </a:endParaRPr>
          </a:p>
        </p:txBody>
      </p:sp>
      <p:sp>
        <p:nvSpPr>
          <p:cNvPr id="71699" name="Line 19">
            <a:extLst>
              <a:ext uri="{FF2B5EF4-FFF2-40B4-BE49-F238E27FC236}">
                <a16:creationId xmlns:a16="http://schemas.microsoft.com/office/drawing/2014/main" id="{A8973E2D-FB45-4832-B5C9-885582D73EFB}"/>
              </a:ext>
            </a:extLst>
          </p:cNvPr>
          <p:cNvSpPr>
            <a:spLocks noChangeShapeType="1"/>
          </p:cNvSpPr>
          <p:nvPr/>
        </p:nvSpPr>
        <p:spPr bwMode="auto">
          <a:xfrm>
            <a:off x="262156" y="3352800"/>
            <a:ext cx="685800"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71700" name="Rectangle 20">
            <a:extLst>
              <a:ext uri="{FF2B5EF4-FFF2-40B4-BE49-F238E27FC236}">
                <a16:creationId xmlns:a16="http://schemas.microsoft.com/office/drawing/2014/main" id="{A85CA80D-577A-4269-AC61-114B7F42DFEC}"/>
              </a:ext>
            </a:extLst>
          </p:cNvPr>
          <p:cNvSpPr>
            <a:spLocks noChangeArrowheads="1"/>
          </p:cNvSpPr>
          <p:nvPr/>
        </p:nvSpPr>
        <p:spPr bwMode="auto">
          <a:xfrm>
            <a:off x="262156" y="28194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i="1">
                <a:ea typeface="宋体" panose="02010600030101010101" pitchFamily="2" charset="-122"/>
              </a:rPr>
              <a:t>top</a:t>
            </a:r>
          </a:p>
        </p:txBody>
      </p:sp>
      <p:sp>
        <p:nvSpPr>
          <p:cNvPr id="71701" name="Line 21">
            <a:extLst>
              <a:ext uri="{FF2B5EF4-FFF2-40B4-BE49-F238E27FC236}">
                <a16:creationId xmlns:a16="http://schemas.microsoft.com/office/drawing/2014/main" id="{359F63EB-E37E-44E2-94C9-99E0277C32AE}"/>
              </a:ext>
            </a:extLst>
          </p:cNvPr>
          <p:cNvSpPr>
            <a:spLocks noChangeShapeType="1"/>
          </p:cNvSpPr>
          <p:nvPr/>
        </p:nvSpPr>
        <p:spPr bwMode="auto">
          <a:xfrm flipV="1">
            <a:off x="414556" y="4114800"/>
            <a:ext cx="0" cy="121920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27062" name="Group 22">
            <a:extLst>
              <a:ext uri="{FF2B5EF4-FFF2-40B4-BE49-F238E27FC236}">
                <a16:creationId xmlns:a16="http://schemas.microsoft.com/office/drawing/2014/main" id="{169A3065-3E79-4153-AC02-D0600777786A}"/>
              </a:ext>
            </a:extLst>
          </p:cNvPr>
          <p:cNvGraphicFramePr>
            <a:graphicFrameLocks noGrp="1"/>
          </p:cNvGraphicFramePr>
          <p:nvPr/>
        </p:nvGraphicFramePr>
        <p:xfrm>
          <a:off x="2971800" y="2160000"/>
          <a:ext cx="5867400" cy="4371974"/>
        </p:xfrm>
        <a:graphic>
          <a:graphicData uri="http://schemas.openxmlformats.org/drawingml/2006/table">
            <a:tbl>
              <a:tblPr/>
              <a:tblGrid>
                <a:gridCol w="2543175">
                  <a:extLst>
                    <a:ext uri="{9D8B030D-6E8A-4147-A177-3AD203B41FA5}">
                      <a16:colId xmlns:a16="http://schemas.microsoft.com/office/drawing/2014/main" val="20000"/>
                    </a:ext>
                  </a:extLst>
                </a:gridCol>
                <a:gridCol w="3324225">
                  <a:extLst>
                    <a:ext uri="{9D8B030D-6E8A-4147-A177-3AD203B41FA5}">
                      <a16:colId xmlns:a16="http://schemas.microsoft.com/office/drawing/2014/main" val="20001"/>
                    </a:ext>
                  </a:extLst>
                </a:gridCol>
              </a:tblGrid>
              <a:tr h="46668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宋体" pitchFamily="2" charset="-122"/>
                          <a:ea typeface="黑体" pitchFamily="2" charset="-122"/>
                        </a:rPr>
                        <a:t>产</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生</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式</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rgbClr val="FF0000"/>
                          </a:solidFill>
                          <a:effectLst/>
                          <a:latin typeface="宋体" pitchFamily="2" charset="-122"/>
                          <a:ea typeface="黑体" pitchFamily="2" charset="-122"/>
                        </a:rPr>
                        <a:t>代 码 段</a:t>
                      </a:r>
                      <a:endParaRPr kumimoji="0" lang="zh-CN" altLang="en-US" sz="2400" b="0" i="0" u="none" strike="noStrike" cap="none" normalizeH="0" baseline="0">
                        <a:ln>
                          <a:noFill/>
                        </a:ln>
                        <a:solidFill>
                          <a:srgbClr val="FF0000"/>
                        </a:solidFill>
                        <a:effectLst/>
                        <a:latin typeface="Times New Roman" pitchFamily="18" charset="0"/>
                        <a:ea typeface="黑体" pitchFamily="2" charset="-122"/>
                      </a:endParaRP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017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1"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L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0" i="1"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n</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rgbClr val="FF0000"/>
                          </a:solidFill>
                          <a:effectLst/>
                          <a:latin typeface="Times New Roman" pitchFamily="18" charset="0"/>
                          <a:ea typeface="黑体" pitchFamily="2" charset="-122"/>
                        </a:rPr>
                        <a:t>print </a:t>
                      </a:r>
                      <a:r>
                        <a:rPr kumimoji="0" lang="en-US" altLang="zh-CN" sz="2400" b="1" i="0" u="none" strike="noStrike" cap="none" normalizeH="0" baseline="0">
                          <a:ln>
                            <a:noFill/>
                          </a:ln>
                          <a:solidFill>
                            <a:srgbClr val="FF0000"/>
                          </a:solidFill>
                          <a:effectLst/>
                          <a:latin typeface="Times New Roman" pitchFamily="18" charset="0"/>
                          <a:ea typeface="黑体" pitchFamily="2" charset="-122"/>
                        </a:rPr>
                        <a:t>(</a:t>
                      </a:r>
                      <a:r>
                        <a:rPr kumimoji="0" lang="en-US" altLang="zh-CN" sz="2400" b="1" i="1" u="none" strike="noStrike" cap="none" normalizeH="0" baseline="0">
                          <a:ln>
                            <a:noFill/>
                          </a:ln>
                          <a:solidFill>
                            <a:srgbClr val="FF0000"/>
                          </a:solidFill>
                          <a:effectLst/>
                          <a:latin typeface="Times New Roman" pitchFamily="18" charset="0"/>
                          <a:ea typeface="黑体" pitchFamily="2" charset="-122"/>
                        </a:rPr>
                        <a:t>stack</a:t>
                      </a:r>
                      <a:r>
                        <a:rPr kumimoji="0" lang="en-US" altLang="zh-CN" sz="2400" b="1" i="0" u="none" strike="noStrike" cap="none" normalizeH="0" baseline="0">
                          <a:ln>
                            <a:noFill/>
                          </a:ln>
                          <a:solidFill>
                            <a:srgbClr val="FF0000"/>
                          </a:solidFill>
                          <a:effectLst/>
                          <a:latin typeface="Times New Roman" pitchFamily="18" charset="0"/>
                          <a:ea typeface="黑体" pitchFamily="2" charset="-122"/>
                        </a:rPr>
                        <a:t> [ </a:t>
                      </a:r>
                      <a:r>
                        <a:rPr kumimoji="0" lang="en-US" altLang="zh-CN" sz="2400" b="1" i="1" u="none" strike="noStrike" cap="none" normalizeH="0" baseline="0">
                          <a:ln>
                            <a:noFill/>
                          </a:ln>
                          <a:solidFill>
                            <a:srgbClr val="FF0000"/>
                          </a:solidFill>
                          <a:effectLst/>
                          <a:latin typeface="Times New Roman" pitchFamily="18" charset="0"/>
                          <a:ea typeface="黑体" pitchFamily="2" charset="-122"/>
                        </a:rPr>
                        <a:t>top</a:t>
                      </a:r>
                      <a:r>
                        <a:rPr kumimoji="0" lang="en-US" altLang="zh-CN" sz="2400" b="1" i="0" u="none" strike="noStrike" cap="none" normalizeH="0" baseline="0">
                          <a:ln>
                            <a:noFill/>
                          </a:ln>
                          <a:solidFill>
                            <a:srgbClr val="FF0000"/>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rgbClr val="FF0000"/>
                          </a:solidFill>
                          <a:effectLst/>
                          <a:latin typeface="Times New Roman" pitchFamily="18" charset="0"/>
                          <a:ea typeface="黑体" pitchFamily="2" charset="-122"/>
                        </a:rPr>
                        <a:t>1].</a:t>
                      </a:r>
                      <a:r>
                        <a:rPr kumimoji="0" lang="en-US" altLang="zh-CN" sz="2400" b="1" i="1" u="none" strike="noStrike" cap="none" normalizeH="0" baseline="0" err="1">
                          <a:ln>
                            <a:noFill/>
                          </a:ln>
                          <a:solidFill>
                            <a:srgbClr val="FF0000"/>
                          </a:solidFill>
                          <a:effectLst/>
                          <a:latin typeface="Times New Roman" pitchFamily="18" charset="0"/>
                          <a:ea typeface="黑体" pitchFamily="2" charset="-122"/>
                        </a:rPr>
                        <a:t>val</a:t>
                      </a:r>
                      <a:r>
                        <a:rPr kumimoji="0" lang="en-US" altLang="zh-CN" sz="2400" b="1" i="0" u="none" strike="noStrike" cap="none" normalizeH="0" baseline="0">
                          <a:ln>
                            <a:noFill/>
                          </a:ln>
                          <a:solidFill>
                            <a:srgbClr val="FF0000"/>
                          </a:solidFill>
                          <a:effectLst/>
                          <a:latin typeface="Times New Roman" pitchFamily="18" charset="0"/>
                          <a:ea typeface="黑体" pitchFamily="2" charset="-122"/>
                        </a:rPr>
                        <a:t>)</a:t>
                      </a: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8911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3333CC"/>
                        </a:buClr>
                        <a:buSzPct val="60000"/>
                        <a:buFont typeface="Wingdings" pitchFamily="2" charset="2"/>
                        <a:buNone/>
                        <a:tabLst/>
                        <a:defRPr/>
                      </a:pP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stack</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top </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sym typeface="Symbol" pitchFamily="18" charset="2"/>
                        </a:rPr>
                        <a:t></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2 ].</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r>
                        <a:rPr kumimoji="0" lang="en-US" altLang="zh-CN" sz="1800" b="1" i="1" u="none" strike="noStrike" kern="1200" cap="none" spc="0" normalizeH="0" baseline="0" noProof="0" err="1">
                          <a:ln>
                            <a:noFill/>
                          </a:ln>
                          <a:solidFill>
                            <a:srgbClr val="FF0000"/>
                          </a:solidFill>
                          <a:effectLst/>
                          <a:uLnTx/>
                          <a:uFillTx/>
                          <a:latin typeface="Times New Roman" pitchFamily="18" charset="0"/>
                          <a:ea typeface="黑体" pitchFamily="2" charset="-122"/>
                          <a:cs typeface="+mn-cs"/>
                        </a:rPr>
                        <a:t>val</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p>
                    <a:p>
                      <a:pPr marL="0" marR="0" lvl="0" indent="0" algn="l" defTabSz="914400" rtl="0" eaLnBrk="1" fontAlgn="base" latinLnBrk="0" hangingPunct="1">
                        <a:lnSpc>
                          <a:spcPct val="100000"/>
                        </a:lnSpc>
                        <a:spcBef>
                          <a:spcPct val="0"/>
                        </a:spcBef>
                        <a:spcAft>
                          <a:spcPct val="0"/>
                        </a:spcAft>
                        <a:buClr>
                          <a:srgbClr val="3333CC"/>
                        </a:buClr>
                        <a:buSzPct val="60000"/>
                        <a:buFont typeface="Wingdings" pitchFamily="2" charset="2"/>
                        <a:buNone/>
                        <a:tabLst/>
                        <a:defRPr/>
                      </a:pP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stack</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top </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sym typeface="Symbol" pitchFamily="18" charset="2"/>
                        </a:rPr>
                        <a:t></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2].</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r>
                        <a:rPr kumimoji="0" lang="en-US" altLang="zh-CN" sz="1800" b="1" i="1" u="none" strike="noStrike" kern="1200" cap="none" spc="0" normalizeH="0" baseline="0" noProof="0" err="1">
                          <a:ln>
                            <a:noFill/>
                          </a:ln>
                          <a:solidFill>
                            <a:srgbClr val="FF0000"/>
                          </a:solidFill>
                          <a:effectLst/>
                          <a:uLnTx/>
                          <a:uFillTx/>
                          <a:latin typeface="Times New Roman" pitchFamily="18" charset="0"/>
                          <a:ea typeface="黑体" pitchFamily="2" charset="-122"/>
                          <a:cs typeface="+mn-cs"/>
                        </a:rPr>
                        <a:t>val</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stack</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top</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err="1">
                          <a:ln>
                            <a:noFill/>
                          </a:ln>
                          <a:solidFill>
                            <a:srgbClr val="FF0000"/>
                          </a:solidFill>
                          <a:effectLst/>
                          <a:uLnTx/>
                          <a:uFillTx/>
                          <a:latin typeface="Times New Roman" pitchFamily="18" charset="0"/>
                          <a:ea typeface="黑体" pitchFamily="2" charset="-122"/>
                          <a:cs typeface="+mn-cs"/>
                        </a:rPr>
                        <a:t>val</a:t>
                      </a:r>
                      <a:endPar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endParaRP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668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rgbClr val="FF0000"/>
                        </a:solidFill>
                        <a:effectLst/>
                        <a:latin typeface="Times New Roman" pitchFamily="18" charset="0"/>
                        <a:ea typeface="黑体" pitchFamily="2" charset="-122"/>
                      </a:endParaRP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8911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400" b="1" i="0" u="none" strike="noStrike" cap="none" normalizeH="0" baseline="0">
                          <a:ln>
                            <a:noFill/>
                          </a:ln>
                          <a:solidFill>
                            <a:schemeClr val="tx1"/>
                          </a:solidFill>
                          <a:effectLst/>
                          <a:latin typeface="宋体" pitchFamily="2" charset="-122"/>
                          <a:ea typeface="黑体" pitchFamily="2" charset="-12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3333CC"/>
                        </a:buClr>
                        <a:buSzPct val="60000"/>
                        <a:buFont typeface="Wingdings" pitchFamily="2" charset="2"/>
                        <a:buNone/>
                        <a:tabLst/>
                        <a:defRPr/>
                      </a:pP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stack</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top </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sym typeface="Symbol" pitchFamily="18" charset="2"/>
                        </a:rPr>
                        <a:t></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2 ].</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r>
                        <a:rPr kumimoji="0" lang="en-US" altLang="zh-CN" sz="1800" b="1" i="1" u="none" strike="noStrike" kern="1200" cap="none" spc="0" normalizeH="0" baseline="0" noProof="0" err="1">
                          <a:ln>
                            <a:noFill/>
                          </a:ln>
                          <a:solidFill>
                            <a:srgbClr val="FF0000"/>
                          </a:solidFill>
                          <a:effectLst/>
                          <a:uLnTx/>
                          <a:uFillTx/>
                          <a:latin typeface="Times New Roman" pitchFamily="18" charset="0"/>
                          <a:ea typeface="黑体" pitchFamily="2" charset="-122"/>
                          <a:cs typeface="+mn-cs"/>
                        </a:rPr>
                        <a:t>val</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p>
                    <a:p>
                      <a:pPr marL="0" marR="0" lvl="0" indent="0" algn="l" defTabSz="914400" rtl="0" eaLnBrk="1" fontAlgn="base" latinLnBrk="0" hangingPunct="1">
                        <a:lnSpc>
                          <a:spcPct val="100000"/>
                        </a:lnSpc>
                        <a:spcBef>
                          <a:spcPct val="0"/>
                        </a:spcBef>
                        <a:spcAft>
                          <a:spcPct val="0"/>
                        </a:spcAft>
                        <a:buClr>
                          <a:srgbClr val="3333CC"/>
                        </a:buClr>
                        <a:buSzPct val="60000"/>
                        <a:buFont typeface="Wingdings" pitchFamily="2" charset="2"/>
                        <a:buNone/>
                        <a:tabLst/>
                        <a:defRPr/>
                      </a:pP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stack</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top </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sym typeface="Symbol" pitchFamily="18" charset="2"/>
                        </a:rPr>
                        <a:t></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2].</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r>
                        <a:rPr kumimoji="0" lang="en-US" altLang="zh-CN" sz="1800" b="1" i="1" u="none" strike="noStrike" kern="1200" cap="none" spc="0" normalizeH="0" baseline="0" noProof="0" err="1">
                          <a:ln>
                            <a:noFill/>
                          </a:ln>
                          <a:solidFill>
                            <a:srgbClr val="FF0000"/>
                          </a:solidFill>
                          <a:effectLst/>
                          <a:uLnTx/>
                          <a:uFillTx/>
                          <a:latin typeface="Times New Roman" pitchFamily="18" charset="0"/>
                          <a:ea typeface="黑体" pitchFamily="2" charset="-122"/>
                          <a:cs typeface="+mn-cs"/>
                        </a:rPr>
                        <a:t>val</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sym typeface="Symbol" panose="05050102010706020507" pitchFamily="18" charset="2"/>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stack</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top</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err="1">
                          <a:ln>
                            <a:noFill/>
                          </a:ln>
                          <a:solidFill>
                            <a:srgbClr val="FF0000"/>
                          </a:solidFill>
                          <a:effectLst/>
                          <a:uLnTx/>
                          <a:uFillTx/>
                          <a:latin typeface="Times New Roman" pitchFamily="18" charset="0"/>
                          <a:ea typeface="黑体" pitchFamily="2" charset="-122"/>
                          <a:cs typeface="+mn-cs"/>
                        </a:rPr>
                        <a:t>val</a:t>
                      </a:r>
                      <a:endPar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endParaRP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668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imes New Roman" pitchFamily="18" charset="0"/>
                        <a:ea typeface="黑体" pitchFamily="2" charset="-122"/>
                      </a:endParaRP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668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F.val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E.val</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9684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digit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F.val</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0" u="none" strike="noStrike" cap="none" normalizeH="0" baseline="0" err="1">
                          <a:ln>
                            <a:noFill/>
                          </a:ln>
                          <a:solidFill>
                            <a:schemeClr val="tx1"/>
                          </a:solidFill>
                          <a:effectLst/>
                          <a:latin typeface="Times New Roman" pitchFamily="18" charset="0"/>
                          <a:ea typeface="黑体" pitchFamily="2" charset="-122"/>
                        </a:rPr>
                        <a:t>digit</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.lexval</a:t>
                      </a:r>
                      <a:endParaRPr kumimoji="0" lang="en-US" altLang="zh-CN" sz="2400" b="0" i="0" u="none" strike="noStrike" cap="none" normalizeH="0" baseline="0">
                        <a:ln>
                          <a:noFill/>
                        </a:ln>
                        <a:solidFill>
                          <a:schemeClr val="tx1"/>
                        </a:solidFill>
                        <a:effectLst/>
                        <a:latin typeface="Times New Roman" pitchFamily="18" charset="0"/>
                        <a:ea typeface="黑体" pitchFamily="2" charset="-122"/>
                      </a:endParaRP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 name="日期占位符 1">
            <a:extLst>
              <a:ext uri="{FF2B5EF4-FFF2-40B4-BE49-F238E27FC236}">
                <a16:creationId xmlns:a16="http://schemas.microsoft.com/office/drawing/2014/main" id="{94AC82E5-9977-B10C-6CC4-6004FE929F84}"/>
              </a:ext>
            </a:extLst>
          </p:cNvPr>
          <p:cNvSpPr>
            <a:spLocks noGrp="1"/>
          </p:cNvSpPr>
          <p:nvPr>
            <p:ph type="dt" sz="half" idx="10"/>
          </p:nvPr>
        </p:nvSpPr>
        <p:spPr/>
        <p:txBody>
          <a:bodyPr/>
          <a:lstStyle/>
          <a:p>
            <a:fld id="{E5A2FACE-1D6F-4B4C-AB00-FE7432E0DFB6}"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45B5B9D9-D80D-D045-3EF8-B47B4782808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29475E85-3C97-AE1F-B764-9AA6BBE1B6D1}"/>
              </a:ext>
            </a:extLst>
          </p:cNvPr>
          <p:cNvSpPr>
            <a:spLocks noGrp="1"/>
          </p:cNvSpPr>
          <p:nvPr>
            <p:ph type="sldNum" sz="quarter" idx="12"/>
          </p:nvPr>
        </p:nvSpPr>
        <p:spPr/>
        <p:txBody>
          <a:bodyPr/>
          <a:lstStyle/>
          <a:p>
            <a:fld id="{094DEB03-EFC6-4C20-8FC8-295189A5386F}" type="slidenum">
              <a:rPr lang="zh-CN" altLang="en-US" smtClean="0"/>
              <a:pPr/>
              <a:t>32</a:t>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609ECCE6-BE3A-493B-9ACF-9F78E126FD13}"/>
              </a:ext>
            </a:extLst>
          </p:cNvPr>
          <p:cNvSpPr>
            <a:spLocks noGrp="1" noChangeArrowheads="1"/>
          </p:cNvSpPr>
          <p:nvPr>
            <p:ph type="title"/>
          </p:nvPr>
        </p:nvSpPr>
        <p:spPr/>
        <p:txBody>
          <a:bodyPr>
            <a:normAutofit fontScale="90000"/>
          </a:bodyPr>
          <a:lstStyle/>
          <a:p>
            <a:pPr eaLnBrk="1" hangingPunct="1"/>
            <a:r>
              <a:rPr lang="en-US" altLang="zh-CN"/>
              <a:t>4.2.3 </a:t>
            </a:r>
            <a:r>
              <a:rPr lang="en-US" altLang="zh-CN" b="1" i="1"/>
              <a:t>S</a:t>
            </a:r>
            <a:r>
              <a:rPr lang="zh-CN" altLang="en-US"/>
              <a:t>属性定义的自下而上计算</a:t>
            </a:r>
          </a:p>
        </p:txBody>
      </p:sp>
      <p:sp>
        <p:nvSpPr>
          <p:cNvPr id="72707" name="Rectangle 3">
            <a:extLst>
              <a:ext uri="{FF2B5EF4-FFF2-40B4-BE49-F238E27FC236}">
                <a16:creationId xmlns:a16="http://schemas.microsoft.com/office/drawing/2014/main" id="{3CC8EB48-4EB4-450B-83F7-EA1BE784B324}"/>
              </a:ext>
            </a:extLst>
          </p:cNvPr>
          <p:cNvSpPr>
            <a:spLocks noGrp="1" noChangeArrowheads="1"/>
          </p:cNvSpPr>
          <p:nvPr>
            <p:ph idx="1"/>
          </p:nvPr>
        </p:nvSpPr>
        <p:spPr/>
        <p:txBody>
          <a:bodyPr/>
          <a:lstStyle/>
          <a:p>
            <a:pPr eaLnBrk="1" hangingPunct="1">
              <a:spcBef>
                <a:spcPct val="0"/>
              </a:spcBef>
            </a:pPr>
            <a:r>
              <a:rPr lang="zh-CN" altLang="en-US" sz="2800">
                <a:latin typeface="宋体" panose="02010600030101010101" pitchFamily="2" charset="-122"/>
              </a:rPr>
              <a:t>台式计算器的语法制导定义改成栈操作代码</a:t>
            </a:r>
            <a:endParaRPr lang="zh-CN" altLang="en-US" sz="2800"/>
          </a:p>
          <a:p>
            <a:pPr eaLnBrk="1" hangingPunct="1"/>
            <a:endParaRPr lang="en-US" altLang="zh-CN" sz="2800"/>
          </a:p>
        </p:txBody>
      </p:sp>
      <p:graphicFrame>
        <p:nvGraphicFramePr>
          <p:cNvPr id="728068" name="Group 4">
            <a:extLst>
              <a:ext uri="{FF2B5EF4-FFF2-40B4-BE49-F238E27FC236}">
                <a16:creationId xmlns:a16="http://schemas.microsoft.com/office/drawing/2014/main" id="{03A0F74E-845A-4835-B55E-2DA81F53313F}"/>
              </a:ext>
            </a:extLst>
          </p:cNvPr>
          <p:cNvGraphicFramePr>
            <a:graphicFrameLocks noGrp="1"/>
          </p:cNvGraphicFramePr>
          <p:nvPr/>
        </p:nvGraphicFramePr>
        <p:xfrm>
          <a:off x="1074490" y="2514600"/>
          <a:ext cx="1676400" cy="2819402"/>
        </p:xfrm>
        <a:graphic>
          <a:graphicData uri="http://schemas.openxmlformats.org/drawingml/2006/table">
            <a:tbl>
              <a:tblPr/>
              <a:tblGrid>
                <a:gridCol w="719138">
                  <a:extLst>
                    <a:ext uri="{9D8B030D-6E8A-4147-A177-3AD203B41FA5}">
                      <a16:colId xmlns:a16="http://schemas.microsoft.com/office/drawing/2014/main" val="20000"/>
                    </a:ext>
                  </a:extLst>
                </a:gridCol>
                <a:gridCol w="957262">
                  <a:extLst>
                    <a:ext uri="{9D8B030D-6E8A-4147-A177-3AD203B41FA5}">
                      <a16:colId xmlns:a16="http://schemas.microsoft.com/office/drawing/2014/main" val="20001"/>
                    </a:ext>
                  </a:extLst>
                </a:gridCol>
              </a:tblGrid>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5150">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a:t>
                      </a: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r>
                        <a:rPr kumimoji="0" lang="en-US"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val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6356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2728" name="Rectangle 24">
            <a:extLst>
              <a:ext uri="{FF2B5EF4-FFF2-40B4-BE49-F238E27FC236}">
                <a16:creationId xmlns:a16="http://schemas.microsoft.com/office/drawing/2014/main" id="{8B6CD266-A43A-449D-8A99-2281148D5572}"/>
              </a:ext>
            </a:extLst>
          </p:cNvPr>
          <p:cNvSpPr>
            <a:spLocks noChangeArrowheads="1"/>
          </p:cNvSpPr>
          <p:nvPr/>
        </p:nvSpPr>
        <p:spPr bwMode="auto">
          <a:xfrm>
            <a:off x="160090" y="5486400"/>
            <a:ext cx="2590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zh-CN" altLang="en-US" sz="2800" b="0"/>
              <a:t>栈</a:t>
            </a:r>
            <a:r>
              <a:rPr lang="zh-CN" altLang="en-US" sz="2800">
                <a:ea typeface="宋体" panose="02010600030101010101" pitchFamily="2" charset="-122"/>
              </a:rPr>
              <a:t>     </a:t>
            </a:r>
            <a:r>
              <a:rPr lang="en-US" altLang="zh-CN" sz="2800" b="1" i="1">
                <a:ea typeface="宋体" panose="02010600030101010101" pitchFamily="2" charset="-122"/>
              </a:rPr>
              <a:t>state   </a:t>
            </a:r>
            <a:r>
              <a:rPr lang="en-US" altLang="zh-CN" sz="2800" b="1" i="1" err="1">
                <a:ea typeface="宋体" panose="02010600030101010101" pitchFamily="2" charset="-122"/>
              </a:rPr>
              <a:t>val</a:t>
            </a:r>
            <a:endParaRPr lang="en-US" altLang="zh-CN" sz="2800" b="1" i="1">
              <a:ea typeface="宋体" panose="02010600030101010101" pitchFamily="2" charset="-122"/>
            </a:endParaRPr>
          </a:p>
        </p:txBody>
      </p:sp>
      <p:sp>
        <p:nvSpPr>
          <p:cNvPr id="72729" name="Line 25">
            <a:extLst>
              <a:ext uri="{FF2B5EF4-FFF2-40B4-BE49-F238E27FC236}">
                <a16:creationId xmlns:a16="http://schemas.microsoft.com/office/drawing/2014/main" id="{9962F72B-DC59-4D0F-914F-D031E8D540A9}"/>
              </a:ext>
            </a:extLst>
          </p:cNvPr>
          <p:cNvSpPr>
            <a:spLocks noChangeShapeType="1"/>
          </p:cNvSpPr>
          <p:nvPr/>
        </p:nvSpPr>
        <p:spPr bwMode="auto">
          <a:xfrm>
            <a:off x="312490" y="3352800"/>
            <a:ext cx="685800"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72730" name="Rectangle 26">
            <a:extLst>
              <a:ext uri="{FF2B5EF4-FFF2-40B4-BE49-F238E27FC236}">
                <a16:creationId xmlns:a16="http://schemas.microsoft.com/office/drawing/2014/main" id="{B28E9A53-20C0-45B9-904D-65A900B896FE}"/>
              </a:ext>
            </a:extLst>
          </p:cNvPr>
          <p:cNvSpPr>
            <a:spLocks noChangeArrowheads="1"/>
          </p:cNvSpPr>
          <p:nvPr/>
        </p:nvSpPr>
        <p:spPr bwMode="auto">
          <a:xfrm>
            <a:off x="312490" y="28194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i="1">
                <a:ea typeface="宋体" panose="02010600030101010101" pitchFamily="2" charset="-122"/>
              </a:rPr>
              <a:t>top</a:t>
            </a:r>
          </a:p>
        </p:txBody>
      </p:sp>
      <p:sp>
        <p:nvSpPr>
          <p:cNvPr id="72731" name="Line 27">
            <a:extLst>
              <a:ext uri="{FF2B5EF4-FFF2-40B4-BE49-F238E27FC236}">
                <a16:creationId xmlns:a16="http://schemas.microsoft.com/office/drawing/2014/main" id="{A64E1692-EFD6-48BD-8D96-352CA777DC59}"/>
              </a:ext>
            </a:extLst>
          </p:cNvPr>
          <p:cNvSpPr>
            <a:spLocks noChangeShapeType="1"/>
          </p:cNvSpPr>
          <p:nvPr/>
        </p:nvSpPr>
        <p:spPr bwMode="auto">
          <a:xfrm flipV="1">
            <a:off x="464890" y="4114800"/>
            <a:ext cx="0" cy="121920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28092" name="Group 28">
            <a:extLst>
              <a:ext uri="{FF2B5EF4-FFF2-40B4-BE49-F238E27FC236}">
                <a16:creationId xmlns:a16="http://schemas.microsoft.com/office/drawing/2014/main" id="{AF9192AE-2C9D-4481-A83E-747F714B0B42}"/>
              </a:ext>
            </a:extLst>
          </p:cNvPr>
          <p:cNvGraphicFramePr>
            <a:graphicFrameLocks noGrp="1"/>
          </p:cNvGraphicFramePr>
          <p:nvPr/>
        </p:nvGraphicFramePr>
        <p:xfrm>
          <a:off x="2971800" y="2160000"/>
          <a:ext cx="5867400" cy="4371974"/>
        </p:xfrm>
        <a:graphic>
          <a:graphicData uri="http://schemas.openxmlformats.org/drawingml/2006/table">
            <a:tbl>
              <a:tblPr/>
              <a:tblGrid>
                <a:gridCol w="2543175">
                  <a:extLst>
                    <a:ext uri="{9D8B030D-6E8A-4147-A177-3AD203B41FA5}">
                      <a16:colId xmlns:a16="http://schemas.microsoft.com/office/drawing/2014/main" val="20000"/>
                    </a:ext>
                  </a:extLst>
                </a:gridCol>
                <a:gridCol w="3324225">
                  <a:extLst>
                    <a:ext uri="{9D8B030D-6E8A-4147-A177-3AD203B41FA5}">
                      <a16:colId xmlns:a16="http://schemas.microsoft.com/office/drawing/2014/main" val="20001"/>
                    </a:ext>
                  </a:extLst>
                </a:gridCol>
              </a:tblGrid>
              <a:tr h="46668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宋体" pitchFamily="2" charset="-122"/>
                          <a:ea typeface="黑体" pitchFamily="2" charset="-122"/>
                        </a:rPr>
                        <a:t>产</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生</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式</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rgbClr val="FF0000"/>
                          </a:solidFill>
                          <a:effectLst/>
                          <a:latin typeface="宋体" pitchFamily="2" charset="-122"/>
                          <a:ea typeface="黑体" pitchFamily="2" charset="-122"/>
                        </a:rPr>
                        <a:t>代 码 段</a:t>
                      </a:r>
                      <a:endParaRPr kumimoji="0" lang="zh-CN" altLang="en-US" sz="2400" b="0" i="0" u="none" strike="noStrike" cap="none" normalizeH="0" baseline="0">
                        <a:ln>
                          <a:noFill/>
                        </a:ln>
                        <a:solidFill>
                          <a:srgbClr val="FF0000"/>
                        </a:solidFill>
                        <a:effectLst/>
                        <a:latin typeface="Times New Roman" pitchFamily="18" charset="0"/>
                        <a:ea typeface="黑体" pitchFamily="2" charset="-122"/>
                      </a:endParaRP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017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1"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L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0" i="1"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n</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rgbClr val="FF0000"/>
                          </a:solidFill>
                          <a:effectLst/>
                          <a:latin typeface="Times New Roman" pitchFamily="18" charset="0"/>
                          <a:ea typeface="黑体" pitchFamily="2" charset="-122"/>
                        </a:rPr>
                        <a:t>print </a:t>
                      </a:r>
                      <a:r>
                        <a:rPr kumimoji="0" lang="en-US" altLang="zh-CN" sz="2400" b="1" i="0" u="none" strike="noStrike" cap="none" normalizeH="0" baseline="0">
                          <a:ln>
                            <a:noFill/>
                          </a:ln>
                          <a:solidFill>
                            <a:srgbClr val="FF0000"/>
                          </a:solidFill>
                          <a:effectLst/>
                          <a:latin typeface="Times New Roman" pitchFamily="18" charset="0"/>
                          <a:ea typeface="黑体" pitchFamily="2" charset="-122"/>
                        </a:rPr>
                        <a:t>(</a:t>
                      </a:r>
                      <a:r>
                        <a:rPr kumimoji="0" lang="en-US" altLang="zh-CN" sz="2400" b="1" i="1" u="none" strike="noStrike" cap="none" normalizeH="0" baseline="0">
                          <a:ln>
                            <a:noFill/>
                          </a:ln>
                          <a:solidFill>
                            <a:srgbClr val="FF0000"/>
                          </a:solidFill>
                          <a:effectLst/>
                          <a:latin typeface="Times New Roman" pitchFamily="18" charset="0"/>
                          <a:ea typeface="黑体" pitchFamily="2" charset="-122"/>
                        </a:rPr>
                        <a:t>stack</a:t>
                      </a:r>
                      <a:r>
                        <a:rPr kumimoji="0" lang="en-US" altLang="zh-CN" sz="2400" b="1" i="0" u="none" strike="noStrike" cap="none" normalizeH="0" baseline="0">
                          <a:ln>
                            <a:noFill/>
                          </a:ln>
                          <a:solidFill>
                            <a:srgbClr val="FF0000"/>
                          </a:solidFill>
                          <a:effectLst/>
                          <a:latin typeface="Times New Roman" pitchFamily="18" charset="0"/>
                          <a:ea typeface="黑体" pitchFamily="2" charset="-122"/>
                        </a:rPr>
                        <a:t> [ </a:t>
                      </a:r>
                      <a:r>
                        <a:rPr kumimoji="0" lang="en-US" altLang="zh-CN" sz="2400" b="1" i="1" u="none" strike="noStrike" cap="none" normalizeH="0" baseline="0">
                          <a:ln>
                            <a:noFill/>
                          </a:ln>
                          <a:solidFill>
                            <a:srgbClr val="FF0000"/>
                          </a:solidFill>
                          <a:effectLst/>
                          <a:latin typeface="Times New Roman" pitchFamily="18" charset="0"/>
                          <a:ea typeface="黑体" pitchFamily="2" charset="-122"/>
                        </a:rPr>
                        <a:t>top</a:t>
                      </a:r>
                      <a:r>
                        <a:rPr kumimoji="0" lang="en-US" altLang="zh-CN" sz="2400" b="1" i="0" u="none" strike="noStrike" cap="none" normalizeH="0" baseline="0">
                          <a:ln>
                            <a:noFill/>
                          </a:ln>
                          <a:solidFill>
                            <a:srgbClr val="FF0000"/>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rgbClr val="FF0000"/>
                          </a:solidFill>
                          <a:effectLst/>
                          <a:latin typeface="Times New Roman" pitchFamily="18" charset="0"/>
                          <a:ea typeface="黑体" pitchFamily="2" charset="-122"/>
                        </a:rPr>
                        <a:t>1].</a:t>
                      </a:r>
                      <a:r>
                        <a:rPr kumimoji="0" lang="en-US" altLang="zh-CN" sz="2400" b="1" i="1" u="none" strike="noStrike" cap="none" normalizeH="0" baseline="0" err="1">
                          <a:ln>
                            <a:noFill/>
                          </a:ln>
                          <a:solidFill>
                            <a:srgbClr val="FF0000"/>
                          </a:solidFill>
                          <a:effectLst/>
                          <a:latin typeface="Times New Roman" pitchFamily="18" charset="0"/>
                          <a:ea typeface="黑体" pitchFamily="2" charset="-122"/>
                        </a:rPr>
                        <a:t>val</a:t>
                      </a:r>
                      <a:r>
                        <a:rPr kumimoji="0" lang="en-US" altLang="zh-CN" sz="2400" b="1" i="0" u="none" strike="noStrike" cap="none" normalizeH="0" baseline="0">
                          <a:ln>
                            <a:noFill/>
                          </a:ln>
                          <a:solidFill>
                            <a:srgbClr val="FF0000"/>
                          </a:solidFill>
                          <a:effectLst/>
                          <a:latin typeface="Times New Roman" pitchFamily="18" charset="0"/>
                          <a:ea typeface="黑体" pitchFamily="2" charset="-122"/>
                        </a:rPr>
                        <a:t>)</a:t>
                      </a: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8911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3333CC"/>
                        </a:buClr>
                        <a:buSzPct val="60000"/>
                        <a:buFont typeface="Wingdings" pitchFamily="2" charset="2"/>
                        <a:buNone/>
                        <a:tabLst/>
                        <a:defRPr/>
                      </a:pP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stack</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top </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sym typeface="Symbol" pitchFamily="18" charset="2"/>
                        </a:rPr>
                        <a:t></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2 ].</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r>
                        <a:rPr kumimoji="0" lang="en-US" altLang="zh-CN" sz="1800" b="1" i="1" u="none" strike="noStrike" kern="1200" cap="none" spc="0" normalizeH="0" baseline="0" noProof="0" err="1">
                          <a:ln>
                            <a:noFill/>
                          </a:ln>
                          <a:solidFill>
                            <a:srgbClr val="FF0000"/>
                          </a:solidFill>
                          <a:effectLst/>
                          <a:uLnTx/>
                          <a:uFillTx/>
                          <a:latin typeface="Times New Roman" pitchFamily="18" charset="0"/>
                          <a:ea typeface="黑体" pitchFamily="2" charset="-122"/>
                          <a:cs typeface="+mn-cs"/>
                        </a:rPr>
                        <a:t>val</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p>
                    <a:p>
                      <a:pPr marL="0" marR="0" lvl="0" indent="0" algn="l" defTabSz="914400" rtl="0" eaLnBrk="1" fontAlgn="base" latinLnBrk="0" hangingPunct="1">
                        <a:lnSpc>
                          <a:spcPct val="100000"/>
                        </a:lnSpc>
                        <a:spcBef>
                          <a:spcPct val="0"/>
                        </a:spcBef>
                        <a:spcAft>
                          <a:spcPct val="0"/>
                        </a:spcAft>
                        <a:buClr>
                          <a:srgbClr val="3333CC"/>
                        </a:buClr>
                        <a:buSzPct val="60000"/>
                        <a:buFont typeface="Wingdings" pitchFamily="2" charset="2"/>
                        <a:buNone/>
                        <a:tabLst/>
                        <a:defRPr/>
                      </a:pP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stack</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top </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sym typeface="Symbol" pitchFamily="18" charset="2"/>
                        </a:rPr>
                        <a:t></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2].</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r>
                        <a:rPr kumimoji="0" lang="en-US" altLang="zh-CN" sz="1800" b="1" i="1" u="none" strike="noStrike" kern="1200" cap="none" spc="0" normalizeH="0" baseline="0" noProof="0" err="1">
                          <a:ln>
                            <a:noFill/>
                          </a:ln>
                          <a:solidFill>
                            <a:srgbClr val="FF0000"/>
                          </a:solidFill>
                          <a:effectLst/>
                          <a:uLnTx/>
                          <a:uFillTx/>
                          <a:latin typeface="Times New Roman" pitchFamily="18" charset="0"/>
                          <a:ea typeface="黑体" pitchFamily="2" charset="-122"/>
                          <a:cs typeface="+mn-cs"/>
                        </a:rPr>
                        <a:t>val</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stack</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top</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err="1">
                          <a:ln>
                            <a:noFill/>
                          </a:ln>
                          <a:solidFill>
                            <a:srgbClr val="FF0000"/>
                          </a:solidFill>
                          <a:effectLst/>
                          <a:uLnTx/>
                          <a:uFillTx/>
                          <a:latin typeface="Times New Roman" pitchFamily="18" charset="0"/>
                          <a:ea typeface="黑体" pitchFamily="2" charset="-122"/>
                          <a:cs typeface="+mn-cs"/>
                        </a:rPr>
                        <a:t>val</a:t>
                      </a:r>
                      <a:endPar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endParaRP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668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rgbClr val="FF0000"/>
                        </a:solidFill>
                        <a:effectLst/>
                        <a:latin typeface="Times New Roman" pitchFamily="18" charset="0"/>
                        <a:ea typeface="黑体" pitchFamily="2" charset="-122"/>
                      </a:endParaRP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8911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400" b="1" i="0" u="none" strike="noStrike" cap="none" normalizeH="0" baseline="0">
                          <a:ln>
                            <a:noFill/>
                          </a:ln>
                          <a:solidFill>
                            <a:schemeClr val="tx1"/>
                          </a:solidFill>
                          <a:effectLst/>
                          <a:latin typeface="宋体" pitchFamily="2" charset="-122"/>
                          <a:ea typeface="黑体" pitchFamily="2" charset="-12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3333CC"/>
                        </a:buClr>
                        <a:buSzPct val="60000"/>
                        <a:buFont typeface="Wingdings" pitchFamily="2" charset="2"/>
                        <a:buNone/>
                        <a:tabLst/>
                        <a:defRPr/>
                      </a:pP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stack</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top </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sym typeface="Symbol" pitchFamily="18" charset="2"/>
                        </a:rPr>
                        <a:t></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2 ].</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r>
                        <a:rPr kumimoji="0" lang="en-US" altLang="zh-CN" sz="1800" b="1" i="1" u="none" strike="noStrike" kern="1200" cap="none" spc="0" normalizeH="0" baseline="0" noProof="0" err="1">
                          <a:ln>
                            <a:noFill/>
                          </a:ln>
                          <a:solidFill>
                            <a:srgbClr val="FF0000"/>
                          </a:solidFill>
                          <a:effectLst/>
                          <a:uLnTx/>
                          <a:uFillTx/>
                          <a:latin typeface="Times New Roman" pitchFamily="18" charset="0"/>
                          <a:ea typeface="黑体" pitchFamily="2" charset="-122"/>
                          <a:cs typeface="+mn-cs"/>
                        </a:rPr>
                        <a:t>val</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p>
                    <a:p>
                      <a:pPr marL="0" marR="0" lvl="0" indent="0" algn="l" defTabSz="914400" rtl="0" eaLnBrk="1" fontAlgn="base" latinLnBrk="0" hangingPunct="1">
                        <a:lnSpc>
                          <a:spcPct val="100000"/>
                        </a:lnSpc>
                        <a:spcBef>
                          <a:spcPct val="0"/>
                        </a:spcBef>
                        <a:spcAft>
                          <a:spcPct val="0"/>
                        </a:spcAft>
                        <a:buClr>
                          <a:srgbClr val="3333CC"/>
                        </a:buClr>
                        <a:buSzPct val="60000"/>
                        <a:buFont typeface="Wingdings" pitchFamily="2" charset="2"/>
                        <a:buNone/>
                        <a:tabLst/>
                        <a:defRPr/>
                      </a:pP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stack</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top </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sym typeface="Symbol" pitchFamily="18" charset="2"/>
                        </a:rPr>
                        <a:t></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2].</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r>
                        <a:rPr kumimoji="0" lang="en-US" altLang="zh-CN" sz="1800" b="1" i="1" u="none" strike="noStrike" kern="1200" cap="none" spc="0" normalizeH="0" baseline="0" noProof="0" err="1">
                          <a:ln>
                            <a:noFill/>
                          </a:ln>
                          <a:solidFill>
                            <a:srgbClr val="FF0000"/>
                          </a:solidFill>
                          <a:effectLst/>
                          <a:uLnTx/>
                          <a:uFillTx/>
                          <a:latin typeface="Times New Roman" pitchFamily="18" charset="0"/>
                          <a:ea typeface="黑体" pitchFamily="2" charset="-122"/>
                          <a:cs typeface="+mn-cs"/>
                        </a:rPr>
                        <a:t>val</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sym typeface="Symbol" panose="05050102010706020507" pitchFamily="18" charset="2"/>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stack</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top</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err="1">
                          <a:ln>
                            <a:noFill/>
                          </a:ln>
                          <a:solidFill>
                            <a:srgbClr val="FF0000"/>
                          </a:solidFill>
                          <a:effectLst/>
                          <a:uLnTx/>
                          <a:uFillTx/>
                          <a:latin typeface="Times New Roman" pitchFamily="18" charset="0"/>
                          <a:ea typeface="黑体" pitchFamily="2" charset="-122"/>
                          <a:cs typeface="+mn-cs"/>
                        </a:rPr>
                        <a:t>val</a:t>
                      </a:r>
                      <a:endPar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endParaRP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668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2"/>
                        </a:solidFill>
                        <a:effectLst/>
                        <a:latin typeface="Times New Roman" pitchFamily="18" charset="0"/>
                        <a:ea typeface="黑体" pitchFamily="2" charset="-122"/>
                      </a:endParaRP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668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600" b="1" i="1" u="none" strike="noStrike" cap="none" normalizeH="0" baseline="0">
                          <a:ln>
                            <a:noFill/>
                          </a:ln>
                          <a:solidFill>
                            <a:srgbClr val="FF0000"/>
                          </a:solidFill>
                          <a:effectLst/>
                          <a:latin typeface="Times New Roman" pitchFamily="18" charset="0"/>
                          <a:ea typeface="黑体" pitchFamily="2" charset="-122"/>
                        </a:rPr>
                        <a:t>stack</a:t>
                      </a:r>
                      <a:r>
                        <a:rPr kumimoji="0" lang="en-US" altLang="zh-CN" sz="1600" b="1" i="0" u="none" strike="noStrike" cap="none" normalizeH="0" baseline="0">
                          <a:ln>
                            <a:noFill/>
                          </a:ln>
                          <a:solidFill>
                            <a:srgbClr val="FF0000"/>
                          </a:solidFill>
                          <a:effectLst/>
                          <a:latin typeface="Times New Roman" pitchFamily="18" charset="0"/>
                          <a:ea typeface="黑体" pitchFamily="2" charset="-122"/>
                        </a:rPr>
                        <a:t>[</a:t>
                      </a:r>
                      <a:r>
                        <a:rPr kumimoji="0" lang="en-US" altLang="zh-CN" sz="1600" b="1" i="1" u="none" strike="noStrike" cap="none" normalizeH="0" baseline="0">
                          <a:ln>
                            <a:noFill/>
                          </a:ln>
                          <a:solidFill>
                            <a:srgbClr val="FF0000"/>
                          </a:solidFill>
                          <a:effectLst/>
                          <a:latin typeface="Times New Roman" pitchFamily="18" charset="0"/>
                          <a:ea typeface="黑体" pitchFamily="2" charset="-122"/>
                        </a:rPr>
                        <a:t>top</a:t>
                      </a:r>
                      <a:r>
                        <a:rPr kumimoji="0" lang="en-US" altLang="zh-CN" sz="1600" b="1" i="0" u="none" strike="noStrike" cap="none" normalizeH="0" baseline="0">
                          <a:ln>
                            <a:noFill/>
                          </a:ln>
                          <a:solidFill>
                            <a:srgbClr val="FF0000"/>
                          </a:solidFill>
                          <a:effectLst/>
                          <a:latin typeface="Times New Roman" pitchFamily="18" charset="0"/>
                          <a:ea typeface="黑体" pitchFamily="2" charset="-122"/>
                          <a:sym typeface="Symbol" pitchFamily="18" charset="2"/>
                        </a:rPr>
                        <a:t></a:t>
                      </a:r>
                      <a:r>
                        <a:rPr kumimoji="0" lang="en-US" altLang="zh-CN" sz="1600" b="1" i="0" u="none" strike="noStrike" cap="none" normalizeH="0" baseline="0">
                          <a:ln>
                            <a:noFill/>
                          </a:ln>
                          <a:solidFill>
                            <a:srgbClr val="FF0000"/>
                          </a:solidFill>
                          <a:effectLst/>
                          <a:latin typeface="Times New Roman" pitchFamily="18" charset="0"/>
                          <a:ea typeface="黑体" pitchFamily="2" charset="-122"/>
                        </a:rPr>
                        <a:t>2].</a:t>
                      </a:r>
                      <a:r>
                        <a:rPr kumimoji="0" lang="en-US" altLang="zh-CN" sz="1600" b="1" i="1" u="none" strike="noStrike" cap="none" normalizeH="0" baseline="0" err="1">
                          <a:ln>
                            <a:noFill/>
                          </a:ln>
                          <a:solidFill>
                            <a:srgbClr val="FF0000"/>
                          </a:solidFill>
                          <a:effectLst/>
                          <a:latin typeface="Times New Roman" pitchFamily="18" charset="0"/>
                          <a:ea typeface="黑体" pitchFamily="2" charset="-122"/>
                        </a:rPr>
                        <a:t>val</a:t>
                      </a:r>
                      <a:r>
                        <a:rPr kumimoji="0" lang="en-US" altLang="zh-CN" sz="1600" b="1" i="1" u="none" strike="noStrike" cap="none" normalizeH="0" baseline="0">
                          <a:ln>
                            <a:noFill/>
                          </a:ln>
                          <a:solidFill>
                            <a:srgbClr val="FF0000"/>
                          </a:solidFill>
                          <a:effectLst/>
                          <a:latin typeface="Times New Roman" pitchFamily="18" charset="0"/>
                          <a:ea typeface="黑体" pitchFamily="2" charset="-122"/>
                        </a:rPr>
                        <a:t> </a:t>
                      </a:r>
                      <a:r>
                        <a:rPr kumimoji="0" lang="en-US" altLang="zh-CN" sz="1600" b="1" i="0" u="none" strike="noStrike" cap="none" normalizeH="0" baseline="0">
                          <a:ln>
                            <a:noFill/>
                          </a:ln>
                          <a:solidFill>
                            <a:srgbClr val="FF0000"/>
                          </a:solidFill>
                          <a:effectLst/>
                          <a:latin typeface="Times New Roman" pitchFamily="18" charset="0"/>
                          <a:ea typeface="黑体" pitchFamily="2" charset="-122"/>
                        </a:rPr>
                        <a:t>= </a:t>
                      </a:r>
                      <a:r>
                        <a:rPr kumimoji="0" lang="en-US" altLang="zh-CN" sz="1600" b="1" i="1" u="none" strike="noStrike" cap="none" normalizeH="0" baseline="0">
                          <a:ln>
                            <a:noFill/>
                          </a:ln>
                          <a:solidFill>
                            <a:srgbClr val="FF0000"/>
                          </a:solidFill>
                          <a:effectLst/>
                          <a:latin typeface="Times New Roman" pitchFamily="18" charset="0"/>
                          <a:ea typeface="黑体" pitchFamily="2" charset="-122"/>
                        </a:rPr>
                        <a:t>stack </a:t>
                      </a:r>
                      <a:r>
                        <a:rPr kumimoji="0" lang="en-US" altLang="zh-CN" sz="1600" b="1" i="0" u="none" strike="noStrike" cap="none" normalizeH="0" baseline="0">
                          <a:ln>
                            <a:noFill/>
                          </a:ln>
                          <a:solidFill>
                            <a:srgbClr val="FF0000"/>
                          </a:solidFill>
                          <a:effectLst/>
                          <a:latin typeface="Times New Roman" pitchFamily="18" charset="0"/>
                          <a:ea typeface="黑体" pitchFamily="2" charset="-122"/>
                        </a:rPr>
                        <a:t>[</a:t>
                      </a:r>
                      <a:r>
                        <a:rPr kumimoji="0" lang="en-US" altLang="zh-CN" sz="1600" b="1" i="1" u="none" strike="noStrike" cap="none" normalizeH="0" baseline="0">
                          <a:ln>
                            <a:noFill/>
                          </a:ln>
                          <a:solidFill>
                            <a:srgbClr val="FF0000"/>
                          </a:solidFill>
                          <a:effectLst/>
                          <a:latin typeface="Times New Roman" pitchFamily="18" charset="0"/>
                          <a:ea typeface="黑体" pitchFamily="2" charset="-122"/>
                        </a:rPr>
                        <a:t>top</a:t>
                      </a:r>
                      <a:r>
                        <a:rPr kumimoji="0" lang="en-US" altLang="zh-CN" sz="1600" b="1" i="0" u="none" strike="noStrike" cap="none" normalizeH="0" baseline="0">
                          <a:ln>
                            <a:noFill/>
                          </a:ln>
                          <a:solidFill>
                            <a:srgbClr val="FF0000"/>
                          </a:solidFill>
                          <a:effectLst/>
                          <a:latin typeface="Times New Roman" pitchFamily="18" charset="0"/>
                          <a:ea typeface="黑体" pitchFamily="2" charset="-122"/>
                        </a:rPr>
                        <a:t> </a:t>
                      </a:r>
                      <a:r>
                        <a:rPr kumimoji="0" lang="en-US" altLang="zh-CN" sz="1600" b="1" i="0" u="none" strike="noStrike" cap="none" normalizeH="0" baseline="0">
                          <a:ln>
                            <a:noFill/>
                          </a:ln>
                          <a:solidFill>
                            <a:srgbClr val="FF0000"/>
                          </a:solidFill>
                          <a:effectLst/>
                          <a:latin typeface="Times New Roman" pitchFamily="18" charset="0"/>
                          <a:ea typeface="黑体" pitchFamily="2" charset="-122"/>
                          <a:sym typeface="Symbol" pitchFamily="18" charset="2"/>
                        </a:rPr>
                        <a:t></a:t>
                      </a:r>
                      <a:r>
                        <a:rPr kumimoji="0" lang="en-US" altLang="zh-CN" sz="1600" b="1" i="0" u="none" strike="noStrike" cap="none" normalizeH="0" baseline="0">
                          <a:ln>
                            <a:noFill/>
                          </a:ln>
                          <a:solidFill>
                            <a:srgbClr val="FF0000"/>
                          </a:solidFill>
                          <a:effectLst/>
                          <a:latin typeface="Times New Roman" pitchFamily="18" charset="0"/>
                          <a:ea typeface="黑体" pitchFamily="2" charset="-122"/>
                        </a:rPr>
                        <a:t>1].</a:t>
                      </a:r>
                      <a:r>
                        <a:rPr kumimoji="0" lang="en-US" altLang="zh-CN" sz="1600" b="1" i="1" u="none" strike="noStrike" cap="none" normalizeH="0" baseline="0" err="1">
                          <a:ln>
                            <a:noFill/>
                          </a:ln>
                          <a:solidFill>
                            <a:srgbClr val="FF0000"/>
                          </a:solidFill>
                          <a:effectLst/>
                          <a:latin typeface="Times New Roman" pitchFamily="18" charset="0"/>
                          <a:ea typeface="黑体" pitchFamily="2" charset="-122"/>
                        </a:rPr>
                        <a:t>val</a:t>
                      </a:r>
                      <a:endParaRPr kumimoji="0" lang="en-US" altLang="zh-CN" sz="1600" b="1" i="1" u="none" strike="noStrike" cap="none" normalizeH="0" baseline="0">
                        <a:ln>
                          <a:noFill/>
                        </a:ln>
                        <a:solidFill>
                          <a:srgbClr val="FF0000"/>
                        </a:solidFill>
                        <a:effectLst/>
                        <a:latin typeface="Times New Roman" pitchFamily="18" charset="0"/>
                        <a:ea typeface="黑体" pitchFamily="2" charset="-122"/>
                      </a:endParaRP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9684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digit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F.val</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err="1">
                          <a:ln>
                            <a:noFill/>
                          </a:ln>
                          <a:solidFill>
                            <a:schemeClr val="tx1"/>
                          </a:solidFill>
                          <a:effectLst/>
                          <a:latin typeface="Times New Roman" pitchFamily="18" charset="0"/>
                          <a:ea typeface="黑体" pitchFamily="2" charset="-122"/>
                        </a:rPr>
                        <a:t>digit</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.lexval</a:t>
                      </a:r>
                      <a:endParaRPr kumimoji="0" lang="en-US" altLang="zh-CN" sz="2400" b="0" i="0" u="none" strike="noStrike" cap="none" normalizeH="0" baseline="0">
                        <a:ln>
                          <a:noFill/>
                        </a:ln>
                        <a:solidFill>
                          <a:schemeClr val="tx1"/>
                        </a:solidFill>
                        <a:effectLst/>
                        <a:latin typeface="Times New Roman" pitchFamily="18" charset="0"/>
                        <a:ea typeface="黑体" pitchFamily="2" charset="-122"/>
                      </a:endParaRP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 name="日期占位符 1">
            <a:extLst>
              <a:ext uri="{FF2B5EF4-FFF2-40B4-BE49-F238E27FC236}">
                <a16:creationId xmlns:a16="http://schemas.microsoft.com/office/drawing/2014/main" id="{3349E5EC-7F27-D1CD-80B0-83CC36FD13F7}"/>
              </a:ext>
            </a:extLst>
          </p:cNvPr>
          <p:cNvSpPr>
            <a:spLocks noGrp="1"/>
          </p:cNvSpPr>
          <p:nvPr>
            <p:ph type="dt" sz="half" idx="10"/>
          </p:nvPr>
        </p:nvSpPr>
        <p:spPr/>
        <p:txBody>
          <a:bodyPr/>
          <a:lstStyle/>
          <a:p>
            <a:fld id="{A58646E4-89B4-4593-8231-D8CD1225D703}"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D81AAECA-3BAB-A57D-DB4D-4DD7C232A156}"/>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29DA796D-991F-30F0-5641-7F36B320477D}"/>
              </a:ext>
            </a:extLst>
          </p:cNvPr>
          <p:cNvSpPr>
            <a:spLocks noGrp="1"/>
          </p:cNvSpPr>
          <p:nvPr>
            <p:ph type="sldNum" sz="quarter" idx="12"/>
          </p:nvPr>
        </p:nvSpPr>
        <p:spPr/>
        <p:txBody>
          <a:bodyPr/>
          <a:lstStyle/>
          <a:p>
            <a:fld id="{094DEB03-EFC6-4C20-8FC8-295189A5386F}" type="slidenum">
              <a:rPr lang="zh-CN" altLang="en-US" smtClean="0"/>
              <a:pPr/>
              <a:t>33</a:t>
            </a:fld>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48D43E17-C7AE-4D72-9FCD-753A3682DD4D}"/>
              </a:ext>
            </a:extLst>
          </p:cNvPr>
          <p:cNvSpPr>
            <a:spLocks noGrp="1" noChangeArrowheads="1"/>
          </p:cNvSpPr>
          <p:nvPr>
            <p:ph type="title"/>
          </p:nvPr>
        </p:nvSpPr>
        <p:spPr/>
        <p:txBody>
          <a:bodyPr>
            <a:normAutofit fontScale="90000"/>
          </a:bodyPr>
          <a:lstStyle/>
          <a:p>
            <a:pPr eaLnBrk="1" hangingPunct="1"/>
            <a:r>
              <a:rPr lang="en-US" altLang="zh-CN"/>
              <a:t>4.2.3 </a:t>
            </a:r>
            <a:r>
              <a:rPr lang="en-US" altLang="zh-CN" b="1" i="1"/>
              <a:t>S</a:t>
            </a:r>
            <a:r>
              <a:rPr lang="zh-CN" altLang="en-US"/>
              <a:t>属性定义的自下而上计算</a:t>
            </a:r>
          </a:p>
        </p:txBody>
      </p:sp>
      <p:sp>
        <p:nvSpPr>
          <p:cNvPr id="73731" name="Rectangle 3">
            <a:extLst>
              <a:ext uri="{FF2B5EF4-FFF2-40B4-BE49-F238E27FC236}">
                <a16:creationId xmlns:a16="http://schemas.microsoft.com/office/drawing/2014/main" id="{1B971ED4-8A1E-49F0-A9E1-BD163697E690}"/>
              </a:ext>
            </a:extLst>
          </p:cNvPr>
          <p:cNvSpPr>
            <a:spLocks noGrp="1" noChangeArrowheads="1"/>
          </p:cNvSpPr>
          <p:nvPr>
            <p:ph idx="1"/>
          </p:nvPr>
        </p:nvSpPr>
        <p:spPr/>
        <p:txBody>
          <a:bodyPr/>
          <a:lstStyle/>
          <a:p>
            <a:pPr eaLnBrk="1" hangingPunct="1">
              <a:spcBef>
                <a:spcPct val="0"/>
              </a:spcBef>
            </a:pPr>
            <a:r>
              <a:rPr lang="zh-CN" altLang="en-US" sz="2800">
                <a:latin typeface="宋体" panose="02010600030101010101" pitchFamily="2" charset="-122"/>
              </a:rPr>
              <a:t>台式计算器的语法制导定义改成栈操作代码</a:t>
            </a:r>
            <a:endParaRPr lang="zh-CN" altLang="en-US" sz="2800"/>
          </a:p>
          <a:p>
            <a:pPr eaLnBrk="1" hangingPunct="1"/>
            <a:endParaRPr lang="en-US" altLang="zh-CN" sz="2800"/>
          </a:p>
        </p:txBody>
      </p:sp>
      <p:graphicFrame>
        <p:nvGraphicFramePr>
          <p:cNvPr id="729092" name="Group 4">
            <a:extLst>
              <a:ext uri="{FF2B5EF4-FFF2-40B4-BE49-F238E27FC236}">
                <a16:creationId xmlns:a16="http://schemas.microsoft.com/office/drawing/2014/main" id="{9F2E85D2-8E76-4867-A967-5FC8307F5A7A}"/>
              </a:ext>
            </a:extLst>
          </p:cNvPr>
          <p:cNvGraphicFramePr>
            <a:graphicFrameLocks noGrp="1"/>
          </p:cNvGraphicFramePr>
          <p:nvPr/>
        </p:nvGraphicFramePr>
        <p:xfrm>
          <a:off x="762000" y="2514600"/>
          <a:ext cx="2057400" cy="2157412"/>
        </p:xfrm>
        <a:graphic>
          <a:graphicData uri="http://schemas.openxmlformats.org/drawingml/2006/table">
            <a:tbl>
              <a:tblPr/>
              <a:tblGrid>
                <a:gridCol w="987425">
                  <a:extLst>
                    <a:ext uri="{9D8B030D-6E8A-4147-A177-3AD203B41FA5}">
                      <a16:colId xmlns:a16="http://schemas.microsoft.com/office/drawing/2014/main" val="20000"/>
                    </a:ext>
                  </a:extLst>
                </a:gridCol>
                <a:gridCol w="1069975">
                  <a:extLst>
                    <a:ext uri="{9D8B030D-6E8A-4147-A177-3AD203B41FA5}">
                      <a16:colId xmlns:a16="http://schemas.microsoft.com/office/drawing/2014/main" val="20001"/>
                    </a:ext>
                  </a:extLst>
                </a:gridCol>
              </a:tblGrid>
              <a:tr h="56357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 . .</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 . .</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3025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digit</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digit.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1" i="1" u="none" strike="noStrike" cap="none" normalizeH="0" baseline="0">
                          <a:ln>
                            <a:noFill/>
                          </a:ln>
                          <a:solidFill>
                            <a:schemeClr val="tx1"/>
                          </a:solidFill>
                          <a:effectLst/>
                          <a:latin typeface="Times New Roman" pitchFamily="18" charset="0"/>
                          <a:ea typeface="黑体" pitchFamily="2" charset="-122"/>
                        </a:rPr>
                        <a:t>lexval</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357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 . .</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 . .</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73746" name="Rectangle 18">
            <a:extLst>
              <a:ext uri="{FF2B5EF4-FFF2-40B4-BE49-F238E27FC236}">
                <a16:creationId xmlns:a16="http://schemas.microsoft.com/office/drawing/2014/main" id="{E4693AD7-622F-4DB8-9DA8-B7F80B9811D7}"/>
              </a:ext>
            </a:extLst>
          </p:cNvPr>
          <p:cNvSpPr>
            <a:spLocks noChangeArrowheads="1"/>
          </p:cNvSpPr>
          <p:nvPr/>
        </p:nvSpPr>
        <p:spPr bwMode="auto">
          <a:xfrm>
            <a:off x="0" y="5486400"/>
            <a:ext cx="2590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zh-CN" altLang="en-US" sz="2800" b="0"/>
              <a:t>栈</a:t>
            </a:r>
            <a:r>
              <a:rPr lang="zh-CN" altLang="en-US" sz="2800">
                <a:ea typeface="宋体" panose="02010600030101010101" pitchFamily="2" charset="-122"/>
              </a:rPr>
              <a:t>     </a:t>
            </a:r>
            <a:r>
              <a:rPr lang="en-US" altLang="zh-CN" sz="2800" b="1" i="1">
                <a:ea typeface="宋体" panose="02010600030101010101" pitchFamily="2" charset="-122"/>
              </a:rPr>
              <a:t>state   </a:t>
            </a:r>
            <a:r>
              <a:rPr lang="en-US" altLang="zh-CN" sz="2800" b="1" i="1" err="1">
                <a:ea typeface="宋体" panose="02010600030101010101" pitchFamily="2" charset="-122"/>
              </a:rPr>
              <a:t>val</a:t>
            </a:r>
            <a:endParaRPr lang="en-US" altLang="zh-CN" sz="2800" b="1" i="1">
              <a:ea typeface="宋体" panose="02010600030101010101" pitchFamily="2" charset="-122"/>
            </a:endParaRPr>
          </a:p>
        </p:txBody>
      </p:sp>
      <p:sp>
        <p:nvSpPr>
          <p:cNvPr id="73747" name="Line 19">
            <a:extLst>
              <a:ext uri="{FF2B5EF4-FFF2-40B4-BE49-F238E27FC236}">
                <a16:creationId xmlns:a16="http://schemas.microsoft.com/office/drawing/2014/main" id="{39E8C9ED-9FC2-4CCF-A309-DA74A3B83F56}"/>
              </a:ext>
            </a:extLst>
          </p:cNvPr>
          <p:cNvSpPr>
            <a:spLocks noChangeShapeType="1"/>
          </p:cNvSpPr>
          <p:nvPr/>
        </p:nvSpPr>
        <p:spPr bwMode="auto">
          <a:xfrm>
            <a:off x="76200" y="3352800"/>
            <a:ext cx="685800"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73748" name="Rectangle 20">
            <a:extLst>
              <a:ext uri="{FF2B5EF4-FFF2-40B4-BE49-F238E27FC236}">
                <a16:creationId xmlns:a16="http://schemas.microsoft.com/office/drawing/2014/main" id="{67515A0D-4753-4120-ACDE-10DC610C354C}"/>
              </a:ext>
            </a:extLst>
          </p:cNvPr>
          <p:cNvSpPr>
            <a:spLocks noChangeArrowheads="1"/>
          </p:cNvSpPr>
          <p:nvPr/>
        </p:nvSpPr>
        <p:spPr bwMode="auto">
          <a:xfrm>
            <a:off x="152400" y="28194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i="1">
                <a:ea typeface="宋体" panose="02010600030101010101" pitchFamily="2" charset="-122"/>
              </a:rPr>
              <a:t>top</a:t>
            </a:r>
          </a:p>
        </p:txBody>
      </p:sp>
      <p:sp>
        <p:nvSpPr>
          <p:cNvPr id="73749" name="Line 21">
            <a:extLst>
              <a:ext uri="{FF2B5EF4-FFF2-40B4-BE49-F238E27FC236}">
                <a16:creationId xmlns:a16="http://schemas.microsoft.com/office/drawing/2014/main" id="{DBCAAC63-67E0-4A9C-9327-EF60F0526D24}"/>
              </a:ext>
            </a:extLst>
          </p:cNvPr>
          <p:cNvSpPr>
            <a:spLocks noChangeShapeType="1"/>
          </p:cNvSpPr>
          <p:nvPr/>
        </p:nvSpPr>
        <p:spPr bwMode="auto">
          <a:xfrm flipV="1">
            <a:off x="304800" y="4114800"/>
            <a:ext cx="0" cy="121920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29110" name="Group 22">
            <a:extLst>
              <a:ext uri="{FF2B5EF4-FFF2-40B4-BE49-F238E27FC236}">
                <a16:creationId xmlns:a16="http://schemas.microsoft.com/office/drawing/2014/main" id="{630DC1BD-1BE1-48FF-A271-A8C5EF174CE6}"/>
              </a:ext>
            </a:extLst>
          </p:cNvPr>
          <p:cNvGraphicFramePr>
            <a:graphicFrameLocks noGrp="1"/>
          </p:cNvGraphicFramePr>
          <p:nvPr/>
        </p:nvGraphicFramePr>
        <p:xfrm>
          <a:off x="2971800" y="2160000"/>
          <a:ext cx="5867400" cy="4371974"/>
        </p:xfrm>
        <a:graphic>
          <a:graphicData uri="http://schemas.openxmlformats.org/drawingml/2006/table">
            <a:tbl>
              <a:tblPr/>
              <a:tblGrid>
                <a:gridCol w="2543175">
                  <a:extLst>
                    <a:ext uri="{9D8B030D-6E8A-4147-A177-3AD203B41FA5}">
                      <a16:colId xmlns:a16="http://schemas.microsoft.com/office/drawing/2014/main" val="20000"/>
                    </a:ext>
                  </a:extLst>
                </a:gridCol>
                <a:gridCol w="3324225">
                  <a:extLst>
                    <a:ext uri="{9D8B030D-6E8A-4147-A177-3AD203B41FA5}">
                      <a16:colId xmlns:a16="http://schemas.microsoft.com/office/drawing/2014/main" val="20001"/>
                    </a:ext>
                  </a:extLst>
                </a:gridCol>
              </a:tblGrid>
              <a:tr h="46668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宋体" pitchFamily="2" charset="-122"/>
                          <a:ea typeface="黑体" pitchFamily="2" charset="-122"/>
                        </a:rPr>
                        <a:t>产</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生</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式</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rgbClr val="FF0000"/>
                          </a:solidFill>
                          <a:effectLst/>
                          <a:latin typeface="宋体" pitchFamily="2" charset="-122"/>
                          <a:ea typeface="黑体" pitchFamily="2" charset="-122"/>
                        </a:rPr>
                        <a:t>代 码 段</a:t>
                      </a:r>
                      <a:endParaRPr kumimoji="0" lang="zh-CN" altLang="en-US" sz="2400" b="0" i="0" u="none" strike="noStrike" cap="none" normalizeH="0" baseline="0">
                        <a:ln>
                          <a:noFill/>
                        </a:ln>
                        <a:solidFill>
                          <a:srgbClr val="FF0000"/>
                        </a:solidFill>
                        <a:effectLst/>
                        <a:latin typeface="Times New Roman" pitchFamily="18" charset="0"/>
                        <a:ea typeface="黑体" pitchFamily="2" charset="-122"/>
                      </a:endParaRP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017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1"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L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0" i="1"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n</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rgbClr val="FF0000"/>
                          </a:solidFill>
                          <a:effectLst/>
                          <a:latin typeface="Times New Roman" pitchFamily="18" charset="0"/>
                          <a:ea typeface="黑体" pitchFamily="2" charset="-122"/>
                        </a:rPr>
                        <a:t>print </a:t>
                      </a:r>
                      <a:r>
                        <a:rPr kumimoji="0" lang="en-US" altLang="zh-CN" sz="2400" b="1" i="0" u="none" strike="noStrike" cap="none" normalizeH="0" baseline="0">
                          <a:ln>
                            <a:noFill/>
                          </a:ln>
                          <a:solidFill>
                            <a:srgbClr val="FF0000"/>
                          </a:solidFill>
                          <a:effectLst/>
                          <a:latin typeface="Times New Roman" pitchFamily="18" charset="0"/>
                          <a:ea typeface="黑体" pitchFamily="2" charset="-122"/>
                        </a:rPr>
                        <a:t>(</a:t>
                      </a:r>
                      <a:r>
                        <a:rPr kumimoji="0" lang="en-US" altLang="zh-CN" sz="2400" b="1" i="1" u="none" strike="noStrike" cap="none" normalizeH="0" baseline="0">
                          <a:ln>
                            <a:noFill/>
                          </a:ln>
                          <a:solidFill>
                            <a:srgbClr val="FF0000"/>
                          </a:solidFill>
                          <a:effectLst/>
                          <a:latin typeface="Times New Roman" pitchFamily="18" charset="0"/>
                          <a:ea typeface="黑体" pitchFamily="2" charset="-122"/>
                        </a:rPr>
                        <a:t>stack</a:t>
                      </a:r>
                      <a:r>
                        <a:rPr kumimoji="0" lang="en-US" altLang="zh-CN" sz="2400" b="1" i="0" u="none" strike="noStrike" cap="none" normalizeH="0" baseline="0">
                          <a:ln>
                            <a:noFill/>
                          </a:ln>
                          <a:solidFill>
                            <a:srgbClr val="FF0000"/>
                          </a:solidFill>
                          <a:effectLst/>
                          <a:latin typeface="Times New Roman" pitchFamily="18" charset="0"/>
                          <a:ea typeface="黑体" pitchFamily="2" charset="-122"/>
                        </a:rPr>
                        <a:t> [ </a:t>
                      </a:r>
                      <a:r>
                        <a:rPr kumimoji="0" lang="en-US" altLang="zh-CN" sz="2400" b="1" i="1" u="none" strike="noStrike" cap="none" normalizeH="0" baseline="0">
                          <a:ln>
                            <a:noFill/>
                          </a:ln>
                          <a:solidFill>
                            <a:srgbClr val="FF0000"/>
                          </a:solidFill>
                          <a:effectLst/>
                          <a:latin typeface="Times New Roman" pitchFamily="18" charset="0"/>
                          <a:ea typeface="黑体" pitchFamily="2" charset="-122"/>
                        </a:rPr>
                        <a:t>top</a:t>
                      </a:r>
                      <a:r>
                        <a:rPr kumimoji="0" lang="en-US" altLang="zh-CN" sz="2400" b="1" i="0" u="none" strike="noStrike" cap="none" normalizeH="0" baseline="0">
                          <a:ln>
                            <a:noFill/>
                          </a:ln>
                          <a:solidFill>
                            <a:srgbClr val="FF0000"/>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rgbClr val="FF0000"/>
                          </a:solidFill>
                          <a:effectLst/>
                          <a:latin typeface="Times New Roman" pitchFamily="18" charset="0"/>
                          <a:ea typeface="黑体" pitchFamily="2" charset="-122"/>
                        </a:rPr>
                        <a:t>1].</a:t>
                      </a:r>
                      <a:r>
                        <a:rPr kumimoji="0" lang="en-US" altLang="zh-CN" sz="2400" b="1" i="1" u="none" strike="noStrike" cap="none" normalizeH="0" baseline="0" err="1">
                          <a:ln>
                            <a:noFill/>
                          </a:ln>
                          <a:solidFill>
                            <a:srgbClr val="FF0000"/>
                          </a:solidFill>
                          <a:effectLst/>
                          <a:latin typeface="Times New Roman" pitchFamily="18" charset="0"/>
                          <a:ea typeface="黑体" pitchFamily="2" charset="-122"/>
                        </a:rPr>
                        <a:t>val</a:t>
                      </a:r>
                      <a:r>
                        <a:rPr kumimoji="0" lang="en-US" altLang="zh-CN" sz="2400" b="1" i="0" u="none" strike="noStrike" cap="none" normalizeH="0" baseline="0">
                          <a:ln>
                            <a:noFill/>
                          </a:ln>
                          <a:solidFill>
                            <a:srgbClr val="FF0000"/>
                          </a:solidFill>
                          <a:effectLst/>
                          <a:latin typeface="Times New Roman" pitchFamily="18" charset="0"/>
                          <a:ea typeface="黑体" pitchFamily="2" charset="-122"/>
                        </a:rPr>
                        <a:t>)</a:t>
                      </a: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8911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3333CC"/>
                        </a:buClr>
                        <a:buSzPct val="60000"/>
                        <a:buFont typeface="Wingdings" pitchFamily="2" charset="2"/>
                        <a:buNone/>
                        <a:tabLst/>
                        <a:defRPr/>
                      </a:pP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stack</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top </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sym typeface="Symbol" pitchFamily="18" charset="2"/>
                        </a:rPr>
                        <a:t></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2 ].</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r>
                        <a:rPr kumimoji="0" lang="en-US" altLang="zh-CN" sz="1800" b="1" i="1" u="none" strike="noStrike" kern="1200" cap="none" spc="0" normalizeH="0" baseline="0" noProof="0" err="1">
                          <a:ln>
                            <a:noFill/>
                          </a:ln>
                          <a:solidFill>
                            <a:srgbClr val="FF0000"/>
                          </a:solidFill>
                          <a:effectLst/>
                          <a:uLnTx/>
                          <a:uFillTx/>
                          <a:latin typeface="Times New Roman" pitchFamily="18" charset="0"/>
                          <a:ea typeface="黑体" pitchFamily="2" charset="-122"/>
                          <a:cs typeface="+mn-cs"/>
                        </a:rPr>
                        <a:t>val</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p>
                    <a:p>
                      <a:pPr marL="0" marR="0" lvl="0" indent="0" algn="l" defTabSz="914400" rtl="0" eaLnBrk="1" fontAlgn="base" latinLnBrk="0" hangingPunct="1">
                        <a:lnSpc>
                          <a:spcPct val="100000"/>
                        </a:lnSpc>
                        <a:spcBef>
                          <a:spcPct val="0"/>
                        </a:spcBef>
                        <a:spcAft>
                          <a:spcPct val="0"/>
                        </a:spcAft>
                        <a:buClr>
                          <a:srgbClr val="3333CC"/>
                        </a:buClr>
                        <a:buSzPct val="60000"/>
                        <a:buFont typeface="Wingdings" pitchFamily="2" charset="2"/>
                        <a:buNone/>
                        <a:tabLst/>
                        <a:defRPr/>
                      </a:pP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stack</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top </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sym typeface="Symbol" pitchFamily="18" charset="2"/>
                        </a:rPr>
                        <a:t></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2].</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r>
                        <a:rPr kumimoji="0" lang="en-US" altLang="zh-CN" sz="1800" b="1" i="1" u="none" strike="noStrike" kern="1200" cap="none" spc="0" normalizeH="0" baseline="0" noProof="0" err="1">
                          <a:ln>
                            <a:noFill/>
                          </a:ln>
                          <a:solidFill>
                            <a:srgbClr val="FF0000"/>
                          </a:solidFill>
                          <a:effectLst/>
                          <a:uLnTx/>
                          <a:uFillTx/>
                          <a:latin typeface="Times New Roman" pitchFamily="18" charset="0"/>
                          <a:ea typeface="黑体" pitchFamily="2" charset="-122"/>
                          <a:cs typeface="+mn-cs"/>
                        </a:rPr>
                        <a:t>val</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stack</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top</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err="1">
                          <a:ln>
                            <a:noFill/>
                          </a:ln>
                          <a:solidFill>
                            <a:srgbClr val="FF0000"/>
                          </a:solidFill>
                          <a:effectLst/>
                          <a:uLnTx/>
                          <a:uFillTx/>
                          <a:latin typeface="Times New Roman" pitchFamily="18" charset="0"/>
                          <a:ea typeface="黑体" pitchFamily="2" charset="-122"/>
                          <a:cs typeface="+mn-cs"/>
                        </a:rPr>
                        <a:t>val</a:t>
                      </a:r>
                      <a:endPar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endParaRP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668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rgbClr val="FF0000"/>
                        </a:solidFill>
                        <a:effectLst/>
                        <a:latin typeface="Times New Roman" pitchFamily="18" charset="0"/>
                        <a:ea typeface="黑体" pitchFamily="2" charset="-122"/>
                      </a:endParaRP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8911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400" b="1" i="0" u="none" strike="noStrike" cap="none" normalizeH="0" baseline="0">
                          <a:ln>
                            <a:noFill/>
                          </a:ln>
                          <a:solidFill>
                            <a:schemeClr val="tx1"/>
                          </a:solidFill>
                          <a:effectLst/>
                          <a:latin typeface="宋体" pitchFamily="2" charset="-122"/>
                          <a:ea typeface="黑体" pitchFamily="2" charset="-12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3333CC"/>
                        </a:buClr>
                        <a:buSzPct val="60000"/>
                        <a:buFont typeface="Wingdings" pitchFamily="2" charset="2"/>
                        <a:buNone/>
                        <a:tabLst/>
                        <a:defRPr/>
                      </a:pP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stack</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top </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sym typeface="Symbol" pitchFamily="18" charset="2"/>
                        </a:rPr>
                        <a:t></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2 ].</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r>
                        <a:rPr kumimoji="0" lang="en-US" altLang="zh-CN" sz="1800" b="1" i="1" u="none" strike="noStrike" kern="1200" cap="none" spc="0" normalizeH="0" baseline="0" noProof="0" err="1">
                          <a:ln>
                            <a:noFill/>
                          </a:ln>
                          <a:solidFill>
                            <a:srgbClr val="FF0000"/>
                          </a:solidFill>
                          <a:effectLst/>
                          <a:uLnTx/>
                          <a:uFillTx/>
                          <a:latin typeface="Times New Roman" pitchFamily="18" charset="0"/>
                          <a:ea typeface="黑体" pitchFamily="2" charset="-122"/>
                          <a:cs typeface="+mn-cs"/>
                        </a:rPr>
                        <a:t>val</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p>
                    <a:p>
                      <a:pPr marL="0" marR="0" lvl="0" indent="0" algn="l" defTabSz="914400" rtl="0" eaLnBrk="1" fontAlgn="base" latinLnBrk="0" hangingPunct="1">
                        <a:lnSpc>
                          <a:spcPct val="100000"/>
                        </a:lnSpc>
                        <a:spcBef>
                          <a:spcPct val="0"/>
                        </a:spcBef>
                        <a:spcAft>
                          <a:spcPct val="0"/>
                        </a:spcAft>
                        <a:buClr>
                          <a:srgbClr val="3333CC"/>
                        </a:buClr>
                        <a:buSzPct val="60000"/>
                        <a:buFont typeface="Wingdings" pitchFamily="2" charset="2"/>
                        <a:buNone/>
                        <a:tabLst/>
                        <a:defRPr/>
                      </a:pP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stack</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top </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sym typeface="Symbol" pitchFamily="18" charset="2"/>
                        </a:rPr>
                        <a:t></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2].</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r>
                        <a:rPr kumimoji="0" lang="en-US" altLang="zh-CN" sz="1800" b="1" i="1" u="none" strike="noStrike" kern="1200" cap="none" spc="0" normalizeH="0" baseline="0" noProof="0" err="1">
                          <a:ln>
                            <a:noFill/>
                          </a:ln>
                          <a:solidFill>
                            <a:srgbClr val="FF0000"/>
                          </a:solidFill>
                          <a:effectLst/>
                          <a:uLnTx/>
                          <a:uFillTx/>
                          <a:latin typeface="Times New Roman" pitchFamily="18" charset="0"/>
                          <a:ea typeface="黑体" pitchFamily="2" charset="-122"/>
                          <a:cs typeface="+mn-cs"/>
                        </a:rPr>
                        <a:t>val</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 </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sym typeface="Symbol" panose="05050102010706020507" pitchFamily="18" charset="2"/>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stack</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top</a:t>
                      </a:r>
                      <a:r>
                        <a:rPr kumimoji="0" lang="en-US" altLang="zh-CN" sz="1800" b="1" i="0" u="none" strike="noStrike" kern="1200" cap="none" spc="0" normalizeH="0" baseline="0" noProof="0">
                          <a:ln>
                            <a:noFill/>
                          </a:ln>
                          <a:solidFill>
                            <a:srgbClr val="FF0000"/>
                          </a:solidFill>
                          <a:effectLst/>
                          <a:uLnTx/>
                          <a:uFillTx/>
                          <a:latin typeface="Times New Roman" pitchFamily="18" charset="0"/>
                          <a:ea typeface="黑体" pitchFamily="2" charset="-122"/>
                          <a:cs typeface="+mn-cs"/>
                        </a:rPr>
                        <a:t>].</a:t>
                      </a:r>
                      <a:r>
                        <a:rPr kumimoji="0" lang="en-US" altLang="zh-CN" sz="1800" b="1" i="1" u="none" strike="noStrike" kern="1200" cap="none" spc="0" normalizeH="0" baseline="0" noProof="0" err="1">
                          <a:ln>
                            <a:noFill/>
                          </a:ln>
                          <a:solidFill>
                            <a:srgbClr val="FF0000"/>
                          </a:solidFill>
                          <a:effectLst/>
                          <a:uLnTx/>
                          <a:uFillTx/>
                          <a:latin typeface="Times New Roman" pitchFamily="18" charset="0"/>
                          <a:ea typeface="黑体" pitchFamily="2" charset="-122"/>
                          <a:cs typeface="+mn-cs"/>
                        </a:rPr>
                        <a:t>val</a:t>
                      </a:r>
                      <a:endParaRPr kumimoji="0" lang="en-US" altLang="zh-CN" sz="1800" b="1" i="1" u="none" strike="noStrike" kern="1200" cap="none" spc="0" normalizeH="0" baseline="0" noProof="0">
                        <a:ln>
                          <a:noFill/>
                        </a:ln>
                        <a:solidFill>
                          <a:srgbClr val="FF0000"/>
                        </a:solidFill>
                        <a:effectLst/>
                        <a:uLnTx/>
                        <a:uFillTx/>
                        <a:latin typeface="Times New Roman" pitchFamily="18" charset="0"/>
                        <a:ea typeface="黑体" pitchFamily="2" charset="-122"/>
                        <a:cs typeface="+mn-cs"/>
                      </a:endParaRP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668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rgbClr val="FF0000"/>
                        </a:solidFill>
                        <a:effectLst/>
                        <a:latin typeface="Times New Roman" pitchFamily="18" charset="0"/>
                        <a:ea typeface="黑体" pitchFamily="2" charset="-122"/>
                      </a:endParaRP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668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600" b="1" i="1" u="none" strike="noStrike" cap="none" normalizeH="0" baseline="0">
                          <a:ln>
                            <a:noFill/>
                          </a:ln>
                          <a:solidFill>
                            <a:srgbClr val="FF0000"/>
                          </a:solidFill>
                          <a:effectLst/>
                          <a:latin typeface="Times New Roman" pitchFamily="18" charset="0"/>
                          <a:ea typeface="黑体" pitchFamily="2" charset="-122"/>
                        </a:rPr>
                        <a:t>stack</a:t>
                      </a:r>
                      <a:r>
                        <a:rPr kumimoji="0" lang="en-US" altLang="zh-CN" sz="1600" b="1" i="0" u="none" strike="noStrike" cap="none" normalizeH="0" baseline="0">
                          <a:ln>
                            <a:noFill/>
                          </a:ln>
                          <a:solidFill>
                            <a:srgbClr val="FF0000"/>
                          </a:solidFill>
                          <a:effectLst/>
                          <a:latin typeface="Times New Roman" pitchFamily="18" charset="0"/>
                          <a:ea typeface="黑体" pitchFamily="2" charset="-122"/>
                        </a:rPr>
                        <a:t>[</a:t>
                      </a:r>
                      <a:r>
                        <a:rPr kumimoji="0" lang="en-US" altLang="zh-CN" sz="1600" b="1" i="1" u="none" strike="noStrike" cap="none" normalizeH="0" baseline="0">
                          <a:ln>
                            <a:noFill/>
                          </a:ln>
                          <a:solidFill>
                            <a:srgbClr val="FF0000"/>
                          </a:solidFill>
                          <a:effectLst/>
                          <a:latin typeface="Times New Roman" pitchFamily="18" charset="0"/>
                          <a:ea typeface="黑体" pitchFamily="2" charset="-122"/>
                        </a:rPr>
                        <a:t>top</a:t>
                      </a:r>
                      <a:r>
                        <a:rPr kumimoji="0" lang="en-US" altLang="zh-CN" sz="1600" b="1" i="0" u="none" strike="noStrike" cap="none" normalizeH="0" baseline="0">
                          <a:ln>
                            <a:noFill/>
                          </a:ln>
                          <a:solidFill>
                            <a:srgbClr val="FF0000"/>
                          </a:solidFill>
                          <a:effectLst/>
                          <a:latin typeface="Times New Roman" pitchFamily="18" charset="0"/>
                          <a:ea typeface="黑体" pitchFamily="2" charset="-122"/>
                          <a:sym typeface="Symbol" pitchFamily="18" charset="2"/>
                        </a:rPr>
                        <a:t></a:t>
                      </a:r>
                      <a:r>
                        <a:rPr kumimoji="0" lang="en-US" altLang="zh-CN" sz="1600" b="1" i="0" u="none" strike="noStrike" cap="none" normalizeH="0" baseline="0">
                          <a:ln>
                            <a:noFill/>
                          </a:ln>
                          <a:solidFill>
                            <a:srgbClr val="FF0000"/>
                          </a:solidFill>
                          <a:effectLst/>
                          <a:latin typeface="Times New Roman" pitchFamily="18" charset="0"/>
                          <a:ea typeface="黑体" pitchFamily="2" charset="-122"/>
                        </a:rPr>
                        <a:t>2].</a:t>
                      </a:r>
                      <a:r>
                        <a:rPr kumimoji="0" lang="en-US" altLang="zh-CN" sz="1600" b="1" i="1" u="none" strike="noStrike" cap="none" normalizeH="0" baseline="0" err="1">
                          <a:ln>
                            <a:noFill/>
                          </a:ln>
                          <a:solidFill>
                            <a:srgbClr val="FF0000"/>
                          </a:solidFill>
                          <a:effectLst/>
                          <a:latin typeface="Times New Roman" pitchFamily="18" charset="0"/>
                          <a:ea typeface="黑体" pitchFamily="2" charset="-122"/>
                        </a:rPr>
                        <a:t>val</a:t>
                      </a:r>
                      <a:r>
                        <a:rPr kumimoji="0" lang="en-US" altLang="zh-CN" sz="1600" b="1" i="1" u="none" strike="noStrike" cap="none" normalizeH="0" baseline="0">
                          <a:ln>
                            <a:noFill/>
                          </a:ln>
                          <a:solidFill>
                            <a:srgbClr val="FF0000"/>
                          </a:solidFill>
                          <a:effectLst/>
                          <a:latin typeface="Times New Roman" pitchFamily="18" charset="0"/>
                          <a:ea typeface="黑体" pitchFamily="2" charset="-122"/>
                        </a:rPr>
                        <a:t> </a:t>
                      </a:r>
                      <a:r>
                        <a:rPr kumimoji="0" lang="en-US" altLang="zh-CN" sz="1600" b="1" i="0" u="none" strike="noStrike" cap="none" normalizeH="0" baseline="0">
                          <a:ln>
                            <a:noFill/>
                          </a:ln>
                          <a:solidFill>
                            <a:srgbClr val="FF0000"/>
                          </a:solidFill>
                          <a:effectLst/>
                          <a:latin typeface="Times New Roman" pitchFamily="18" charset="0"/>
                          <a:ea typeface="黑体" pitchFamily="2" charset="-122"/>
                        </a:rPr>
                        <a:t>= </a:t>
                      </a:r>
                      <a:r>
                        <a:rPr kumimoji="0" lang="en-US" altLang="zh-CN" sz="1600" b="1" i="1" u="none" strike="noStrike" cap="none" normalizeH="0" baseline="0">
                          <a:ln>
                            <a:noFill/>
                          </a:ln>
                          <a:solidFill>
                            <a:srgbClr val="FF0000"/>
                          </a:solidFill>
                          <a:effectLst/>
                          <a:latin typeface="Times New Roman" pitchFamily="18" charset="0"/>
                          <a:ea typeface="黑体" pitchFamily="2" charset="-122"/>
                        </a:rPr>
                        <a:t>stack </a:t>
                      </a:r>
                      <a:r>
                        <a:rPr kumimoji="0" lang="en-US" altLang="zh-CN" sz="1600" b="1" i="0" u="none" strike="noStrike" cap="none" normalizeH="0" baseline="0">
                          <a:ln>
                            <a:noFill/>
                          </a:ln>
                          <a:solidFill>
                            <a:srgbClr val="FF0000"/>
                          </a:solidFill>
                          <a:effectLst/>
                          <a:latin typeface="Times New Roman" pitchFamily="18" charset="0"/>
                          <a:ea typeface="黑体" pitchFamily="2" charset="-122"/>
                        </a:rPr>
                        <a:t>[</a:t>
                      </a:r>
                      <a:r>
                        <a:rPr kumimoji="0" lang="en-US" altLang="zh-CN" sz="1600" b="1" i="1" u="none" strike="noStrike" cap="none" normalizeH="0" baseline="0">
                          <a:ln>
                            <a:noFill/>
                          </a:ln>
                          <a:solidFill>
                            <a:srgbClr val="FF0000"/>
                          </a:solidFill>
                          <a:effectLst/>
                          <a:latin typeface="Times New Roman" pitchFamily="18" charset="0"/>
                          <a:ea typeface="黑体" pitchFamily="2" charset="-122"/>
                        </a:rPr>
                        <a:t>top</a:t>
                      </a:r>
                      <a:r>
                        <a:rPr kumimoji="0" lang="en-US" altLang="zh-CN" sz="1600" b="1" i="0" u="none" strike="noStrike" cap="none" normalizeH="0" baseline="0">
                          <a:ln>
                            <a:noFill/>
                          </a:ln>
                          <a:solidFill>
                            <a:srgbClr val="FF0000"/>
                          </a:solidFill>
                          <a:effectLst/>
                          <a:latin typeface="Times New Roman" pitchFamily="18" charset="0"/>
                          <a:ea typeface="黑体" pitchFamily="2" charset="-122"/>
                        </a:rPr>
                        <a:t> </a:t>
                      </a:r>
                      <a:r>
                        <a:rPr kumimoji="0" lang="en-US" altLang="zh-CN" sz="1600" b="1" i="0" u="none" strike="noStrike" cap="none" normalizeH="0" baseline="0">
                          <a:ln>
                            <a:noFill/>
                          </a:ln>
                          <a:solidFill>
                            <a:srgbClr val="FF0000"/>
                          </a:solidFill>
                          <a:effectLst/>
                          <a:latin typeface="Times New Roman" pitchFamily="18" charset="0"/>
                          <a:ea typeface="黑体" pitchFamily="2" charset="-122"/>
                          <a:sym typeface="Symbol" pitchFamily="18" charset="2"/>
                        </a:rPr>
                        <a:t></a:t>
                      </a:r>
                      <a:r>
                        <a:rPr kumimoji="0" lang="en-US" altLang="zh-CN" sz="1600" b="1" i="0" u="none" strike="noStrike" cap="none" normalizeH="0" baseline="0">
                          <a:ln>
                            <a:noFill/>
                          </a:ln>
                          <a:solidFill>
                            <a:srgbClr val="FF0000"/>
                          </a:solidFill>
                          <a:effectLst/>
                          <a:latin typeface="Times New Roman" pitchFamily="18" charset="0"/>
                          <a:ea typeface="黑体" pitchFamily="2" charset="-122"/>
                        </a:rPr>
                        <a:t>1].</a:t>
                      </a:r>
                      <a:r>
                        <a:rPr kumimoji="0" lang="en-US" altLang="zh-CN" sz="1600" b="1" i="1" u="none" strike="noStrike" cap="none" normalizeH="0" baseline="0" err="1">
                          <a:ln>
                            <a:noFill/>
                          </a:ln>
                          <a:solidFill>
                            <a:srgbClr val="FF0000"/>
                          </a:solidFill>
                          <a:effectLst/>
                          <a:latin typeface="Times New Roman" pitchFamily="18" charset="0"/>
                          <a:ea typeface="黑体" pitchFamily="2" charset="-122"/>
                        </a:rPr>
                        <a:t>val</a:t>
                      </a:r>
                      <a:endParaRPr kumimoji="0" lang="en-US" altLang="zh-CN" sz="1600" b="1" i="1" u="none" strike="noStrike" cap="none" normalizeH="0" baseline="0">
                        <a:ln>
                          <a:noFill/>
                        </a:ln>
                        <a:solidFill>
                          <a:srgbClr val="FF0000"/>
                        </a:solidFill>
                        <a:effectLst/>
                        <a:latin typeface="Times New Roman" pitchFamily="18" charset="0"/>
                        <a:ea typeface="黑体" pitchFamily="2" charset="-122"/>
                      </a:endParaRP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9684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F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digit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7" marB="28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imes New Roman" pitchFamily="18" charset="0"/>
                        <a:ea typeface="黑体" pitchFamily="2" charset="-122"/>
                      </a:endParaRPr>
                    </a:p>
                  </a:txBody>
                  <a:tcPr marL="54000" marR="54000" marT="28797" marB="28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 name="日期占位符 1">
            <a:extLst>
              <a:ext uri="{FF2B5EF4-FFF2-40B4-BE49-F238E27FC236}">
                <a16:creationId xmlns:a16="http://schemas.microsoft.com/office/drawing/2014/main" id="{31E1F209-0B03-E92C-5012-2D072D744D8A}"/>
              </a:ext>
            </a:extLst>
          </p:cNvPr>
          <p:cNvSpPr>
            <a:spLocks noGrp="1"/>
          </p:cNvSpPr>
          <p:nvPr>
            <p:ph type="dt" sz="half" idx="10"/>
          </p:nvPr>
        </p:nvSpPr>
        <p:spPr/>
        <p:txBody>
          <a:bodyPr/>
          <a:lstStyle/>
          <a:p>
            <a:fld id="{BC0B984B-5D93-4BAB-B7B5-7F33C23106CC}"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4148716B-A6AE-6ABC-78A4-7FAFCE020573}"/>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1345CDDD-6EDC-D172-91AB-7C3E537905EE}"/>
              </a:ext>
            </a:extLst>
          </p:cNvPr>
          <p:cNvSpPr>
            <a:spLocks noGrp="1"/>
          </p:cNvSpPr>
          <p:nvPr>
            <p:ph type="sldNum" sz="quarter" idx="12"/>
          </p:nvPr>
        </p:nvSpPr>
        <p:spPr/>
        <p:txBody>
          <a:bodyPr/>
          <a:lstStyle/>
          <a:p>
            <a:fld id="{094DEB03-EFC6-4C20-8FC8-295189A5386F}" type="slidenum">
              <a:rPr lang="zh-CN" altLang="en-US" smtClean="0"/>
              <a:pPr/>
              <a:t>34</a:t>
            </a:fld>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 name="组合 65">
            <a:extLst>
              <a:ext uri="{FF2B5EF4-FFF2-40B4-BE49-F238E27FC236}">
                <a16:creationId xmlns:a16="http://schemas.microsoft.com/office/drawing/2014/main" id="{3B31E2A3-1B41-44AF-990C-9975499BDBC2}"/>
              </a:ext>
            </a:extLst>
          </p:cNvPr>
          <p:cNvGrpSpPr/>
          <p:nvPr/>
        </p:nvGrpSpPr>
        <p:grpSpPr>
          <a:xfrm>
            <a:off x="670595" y="1819552"/>
            <a:ext cx="7800975" cy="4659313"/>
            <a:chOff x="665163" y="1106488"/>
            <a:chExt cx="7800975" cy="4659313"/>
          </a:xfrm>
        </p:grpSpPr>
        <p:sp>
          <p:nvSpPr>
            <p:cNvPr id="7" name="Line 5">
              <a:extLst>
                <a:ext uri="{FF2B5EF4-FFF2-40B4-BE49-F238E27FC236}">
                  <a16:creationId xmlns:a16="http://schemas.microsoft.com/office/drawing/2014/main" id="{27E602F6-5EFB-44CC-ACB5-6A61AAB62B4B}"/>
                </a:ext>
              </a:extLst>
            </p:cNvPr>
            <p:cNvSpPr>
              <a:spLocks noChangeShapeType="1"/>
            </p:cNvSpPr>
            <p:nvPr/>
          </p:nvSpPr>
          <p:spPr bwMode="auto">
            <a:xfrm>
              <a:off x="2620963" y="1106488"/>
              <a:ext cx="0" cy="4659313"/>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Line 6">
              <a:extLst>
                <a:ext uri="{FF2B5EF4-FFF2-40B4-BE49-F238E27FC236}">
                  <a16:creationId xmlns:a16="http://schemas.microsoft.com/office/drawing/2014/main" id="{16426760-127D-48AF-AD31-C24FFB784967}"/>
                </a:ext>
              </a:extLst>
            </p:cNvPr>
            <p:cNvSpPr>
              <a:spLocks noChangeShapeType="1"/>
            </p:cNvSpPr>
            <p:nvPr/>
          </p:nvSpPr>
          <p:spPr bwMode="auto">
            <a:xfrm>
              <a:off x="4565650" y="1106488"/>
              <a:ext cx="0" cy="4659313"/>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Line 7">
              <a:extLst>
                <a:ext uri="{FF2B5EF4-FFF2-40B4-BE49-F238E27FC236}">
                  <a16:creationId xmlns:a16="http://schemas.microsoft.com/office/drawing/2014/main" id="{AC703E09-C020-4389-8DB6-FB4E3F65B373}"/>
                </a:ext>
              </a:extLst>
            </p:cNvPr>
            <p:cNvSpPr>
              <a:spLocks noChangeShapeType="1"/>
            </p:cNvSpPr>
            <p:nvPr/>
          </p:nvSpPr>
          <p:spPr bwMode="auto">
            <a:xfrm>
              <a:off x="6508750" y="1106488"/>
              <a:ext cx="0" cy="4659313"/>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Line 8">
              <a:extLst>
                <a:ext uri="{FF2B5EF4-FFF2-40B4-BE49-F238E27FC236}">
                  <a16:creationId xmlns:a16="http://schemas.microsoft.com/office/drawing/2014/main" id="{3C187073-F501-41C6-B5B3-3E8B141A227A}"/>
                </a:ext>
              </a:extLst>
            </p:cNvPr>
            <p:cNvSpPr>
              <a:spLocks noChangeShapeType="1"/>
            </p:cNvSpPr>
            <p:nvPr/>
          </p:nvSpPr>
          <p:spPr bwMode="auto">
            <a:xfrm>
              <a:off x="665163" y="1635125"/>
              <a:ext cx="7800975" cy="0"/>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Line 9">
              <a:extLst>
                <a:ext uri="{FF2B5EF4-FFF2-40B4-BE49-F238E27FC236}">
                  <a16:creationId xmlns:a16="http://schemas.microsoft.com/office/drawing/2014/main" id="{1645A8B6-3383-4B05-A563-AD33D9606961}"/>
                </a:ext>
              </a:extLst>
            </p:cNvPr>
            <p:cNvSpPr>
              <a:spLocks noChangeShapeType="1"/>
            </p:cNvSpPr>
            <p:nvPr/>
          </p:nvSpPr>
          <p:spPr bwMode="auto">
            <a:xfrm>
              <a:off x="665163" y="2149475"/>
              <a:ext cx="7800975" cy="0"/>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Line 10">
              <a:extLst>
                <a:ext uri="{FF2B5EF4-FFF2-40B4-BE49-F238E27FC236}">
                  <a16:creationId xmlns:a16="http://schemas.microsoft.com/office/drawing/2014/main" id="{350C5774-6D51-4E25-A159-65394D185DBC}"/>
                </a:ext>
              </a:extLst>
            </p:cNvPr>
            <p:cNvSpPr>
              <a:spLocks noChangeShapeType="1"/>
            </p:cNvSpPr>
            <p:nvPr/>
          </p:nvSpPr>
          <p:spPr bwMode="auto">
            <a:xfrm>
              <a:off x="665163" y="2665413"/>
              <a:ext cx="7800975" cy="0"/>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Line 11">
              <a:extLst>
                <a:ext uri="{FF2B5EF4-FFF2-40B4-BE49-F238E27FC236}">
                  <a16:creationId xmlns:a16="http://schemas.microsoft.com/office/drawing/2014/main" id="{A150EBF7-14DB-47EA-8CF4-4D53D64BFA68}"/>
                </a:ext>
              </a:extLst>
            </p:cNvPr>
            <p:cNvSpPr>
              <a:spLocks noChangeShapeType="1"/>
            </p:cNvSpPr>
            <p:nvPr/>
          </p:nvSpPr>
          <p:spPr bwMode="auto">
            <a:xfrm>
              <a:off x="665163" y="3179763"/>
              <a:ext cx="7800975" cy="0"/>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Line 12">
              <a:extLst>
                <a:ext uri="{FF2B5EF4-FFF2-40B4-BE49-F238E27FC236}">
                  <a16:creationId xmlns:a16="http://schemas.microsoft.com/office/drawing/2014/main" id="{82979BB3-DBCC-4FE1-A345-79F7E646CE73}"/>
                </a:ext>
              </a:extLst>
            </p:cNvPr>
            <p:cNvSpPr>
              <a:spLocks noChangeShapeType="1"/>
            </p:cNvSpPr>
            <p:nvPr/>
          </p:nvSpPr>
          <p:spPr bwMode="auto">
            <a:xfrm>
              <a:off x="665163" y="3694113"/>
              <a:ext cx="7800975" cy="0"/>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Line 13">
              <a:extLst>
                <a:ext uri="{FF2B5EF4-FFF2-40B4-BE49-F238E27FC236}">
                  <a16:creationId xmlns:a16="http://schemas.microsoft.com/office/drawing/2014/main" id="{24424E10-4737-4F6D-8355-CD7D5C2F61F4}"/>
                </a:ext>
              </a:extLst>
            </p:cNvPr>
            <p:cNvSpPr>
              <a:spLocks noChangeShapeType="1"/>
            </p:cNvSpPr>
            <p:nvPr/>
          </p:nvSpPr>
          <p:spPr bwMode="auto">
            <a:xfrm>
              <a:off x="665163" y="4208463"/>
              <a:ext cx="7800975" cy="0"/>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Line 14">
              <a:extLst>
                <a:ext uri="{FF2B5EF4-FFF2-40B4-BE49-F238E27FC236}">
                  <a16:creationId xmlns:a16="http://schemas.microsoft.com/office/drawing/2014/main" id="{94AC7065-2BC8-4851-B631-A804C446D848}"/>
                </a:ext>
              </a:extLst>
            </p:cNvPr>
            <p:cNvSpPr>
              <a:spLocks noChangeShapeType="1"/>
            </p:cNvSpPr>
            <p:nvPr/>
          </p:nvSpPr>
          <p:spPr bwMode="auto">
            <a:xfrm>
              <a:off x="665163" y="4722813"/>
              <a:ext cx="7800975" cy="0"/>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Line 15">
              <a:extLst>
                <a:ext uri="{FF2B5EF4-FFF2-40B4-BE49-F238E27FC236}">
                  <a16:creationId xmlns:a16="http://schemas.microsoft.com/office/drawing/2014/main" id="{F0ABD1DB-7CD0-4974-B325-8D98DD763986}"/>
                </a:ext>
              </a:extLst>
            </p:cNvPr>
            <p:cNvSpPr>
              <a:spLocks noChangeShapeType="1"/>
            </p:cNvSpPr>
            <p:nvPr/>
          </p:nvSpPr>
          <p:spPr bwMode="auto">
            <a:xfrm>
              <a:off x="665163" y="5237163"/>
              <a:ext cx="7800975" cy="0"/>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Line 16">
              <a:extLst>
                <a:ext uri="{FF2B5EF4-FFF2-40B4-BE49-F238E27FC236}">
                  <a16:creationId xmlns:a16="http://schemas.microsoft.com/office/drawing/2014/main" id="{A8CEFD55-069F-4185-8DAA-158725AD6C3B}"/>
                </a:ext>
              </a:extLst>
            </p:cNvPr>
            <p:cNvSpPr>
              <a:spLocks noChangeShapeType="1"/>
            </p:cNvSpPr>
            <p:nvPr/>
          </p:nvSpPr>
          <p:spPr bwMode="auto">
            <a:xfrm>
              <a:off x="679450" y="1106488"/>
              <a:ext cx="0" cy="4659313"/>
            </a:xfrm>
            <a:prstGeom prst="line">
              <a:avLst/>
            </a:prstGeom>
            <a:noFill/>
            <a:ln w="2857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Line 17">
              <a:extLst>
                <a:ext uri="{FF2B5EF4-FFF2-40B4-BE49-F238E27FC236}">
                  <a16:creationId xmlns:a16="http://schemas.microsoft.com/office/drawing/2014/main" id="{60D0AB61-C8A2-4F95-AFE9-96C321C42EF0}"/>
                </a:ext>
              </a:extLst>
            </p:cNvPr>
            <p:cNvSpPr>
              <a:spLocks noChangeShapeType="1"/>
            </p:cNvSpPr>
            <p:nvPr/>
          </p:nvSpPr>
          <p:spPr bwMode="auto">
            <a:xfrm>
              <a:off x="8451850" y="1106488"/>
              <a:ext cx="0" cy="4659313"/>
            </a:xfrm>
            <a:prstGeom prst="line">
              <a:avLst/>
            </a:prstGeom>
            <a:noFill/>
            <a:ln w="2857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Line 18">
              <a:extLst>
                <a:ext uri="{FF2B5EF4-FFF2-40B4-BE49-F238E27FC236}">
                  <a16:creationId xmlns:a16="http://schemas.microsoft.com/office/drawing/2014/main" id="{6D8629DF-99D2-4BD4-BCC3-C88C48AD931C}"/>
                </a:ext>
              </a:extLst>
            </p:cNvPr>
            <p:cNvSpPr>
              <a:spLocks noChangeShapeType="1"/>
            </p:cNvSpPr>
            <p:nvPr/>
          </p:nvSpPr>
          <p:spPr bwMode="auto">
            <a:xfrm>
              <a:off x="665163" y="1120775"/>
              <a:ext cx="7800975" cy="0"/>
            </a:xfrm>
            <a:prstGeom prst="line">
              <a:avLst/>
            </a:prstGeom>
            <a:noFill/>
            <a:ln w="2857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Line 19">
              <a:extLst>
                <a:ext uri="{FF2B5EF4-FFF2-40B4-BE49-F238E27FC236}">
                  <a16:creationId xmlns:a16="http://schemas.microsoft.com/office/drawing/2014/main" id="{6A9FFB80-187E-4441-95F2-2D1811E5051E}"/>
                </a:ext>
              </a:extLst>
            </p:cNvPr>
            <p:cNvSpPr>
              <a:spLocks noChangeShapeType="1"/>
            </p:cNvSpPr>
            <p:nvPr/>
          </p:nvSpPr>
          <p:spPr bwMode="auto">
            <a:xfrm>
              <a:off x="665163" y="5751513"/>
              <a:ext cx="7800975" cy="0"/>
            </a:xfrm>
            <a:prstGeom prst="line">
              <a:avLst/>
            </a:prstGeom>
            <a:noFill/>
            <a:ln w="2857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Rectangle 20">
              <a:extLst>
                <a:ext uri="{FF2B5EF4-FFF2-40B4-BE49-F238E27FC236}">
                  <a16:creationId xmlns:a16="http://schemas.microsoft.com/office/drawing/2014/main" id="{1E40A068-8767-416E-B526-857F996253CA}"/>
                </a:ext>
              </a:extLst>
            </p:cNvPr>
            <p:cNvSpPr>
              <a:spLocks noChangeArrowheads="1"/>
            </p:cNvSpPr>
            <p:nvPr/>
          </p:nvSpPr>
          <p:spPr bwMode="auto">
            <a:xfrm>
              <a:off x="1346200" y="1187450"/>
              <a:ext cx="45720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输入</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3" name="Rectangle 21">
              <a:extLst>
                <a:ext uri="{FF2B5EF4-FFF2-40B4-BE49-F238E27FC236}">
                  <a16:creationId xmlns:a16="http://schemas.microsoft.com/office/drawing/2014/main" id="{80BC5F22-D07D-49AD-B098-881672E57C9C}"/>
                </a:ext>
              </a:extLst>
            </p:cNvPr>
            <p:cNvSpPr>
              <a:spLocks noChangeArrowheads="1"/>
            </p:cNvSpPr>
            <p:nvPr/>
          </p:nvSpPr>
          <p:spPr bwMode="auto">
            <a:xfrm>
              <a:off x="3303588" y="1169988"/>
              <a:ext cx="700088"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state</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4" name="Rectangle 22">
              <a:extLst>
                <a:ext uri="{FF2B5EF4-FFF2-40B4-BE49-F238E27FC236}">
                  <a16:creationId xmlns:a16="http://schemas.microsoft.com/office/drawing/2014/main" id="{149000EE-F641-4EDD-818A-6F2C21A0B8DB}"/>
                </a:ext>
              </a:extLst>
            </p:cNvPr>
            <p:cNvSpPr>
              <a:spLocks noChangeArrowheads="1"/>
            </p:cNvSpPr>
            <p:nvPr/>
          </p:nvSpPr>
          <p:spPr bwMode="auto">
            <a:xfrm>
              <a:off x="5351463" y="1169988"/>
              <a:ext cx="496888"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val</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5" name="Rectangle 23">
              <a:extLst>
                <a:ext uri="{FF2B5EF4-FFF2-40B4-BE49-F238E27FC236}">
                  <a16:creationId xmlns:a16="http://schemas.microsoft.com/office/drawing/2014/main" id="{F9B3725F-F950-4EEC-96C3-BD7B64415D8D}"/>
                </a:ext>
              </a:extLst>
            </p:cNvPr>
            <p:cNvSpPr>
              <a:spLocks noChangeArrowheads="1"/>
            </p:cNvSpPr>
            <p:nvPr/>
          </p:nvSpPr>
          <p:spPr bwMode="auto">
            <a:xfrm>
              <a:off x="6718300" y="1187450"/>
              <a:ext cx="91440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所用产生式</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grpSp>
        <p:nvGrpSpPr>
          <p:cNvPr id="67" name="组合 66">
            <a:extLst>
              <a:ext uri="{FF2B5EF4-FFF2-40B4-BE49-F238E27FC236}">
                <a16:creationId xmlns:a16="http://schemas.microsoft.com/office/drawing/2014/main" id="{89A56738-EEC0-40D2-B4DD-4173362118E6}"/>
              </a:ext>
            </a:extLst>
          </p:cNvPr>
          <p:cNvGrpSpPr/>
          <p:nvPr/>
        </p:nvGrpSpPr>
        <p:grpSpPr>
          <a:xfrm>
            <a:off x="1618332" y="2392639"/>
            <a:ext cx="3992563" cy="417513"/>
            <a:chOff x="1612900" y="1679575"/>
            <a:chExt cx="3992563" cy="417513"/>
          </a:xfrm>
        </p:grpSpPr>
        <p:sp>
          <p:nvSpPr>
            <p:cNvPr id="26" name="Rectangle 24">
              <a:extLst>
                <a:ext uri="{FF2B5EF4-FFF2-40B4-BE49-F238E27FC236}">
                  <a16:creationId xmlns:a16="http://schemas.microsoft.com/office/drawing/2014/main" id="{7F258069-DEDD-488F-AB41-CF641BF3E0DF}"/>
                </a:ext>
              </a:extLst>
            </p:cNvPr>
            <p:cNvSpPr>
              <a:spLocks noChangeArrowheads="1"/>
            </p:cNvSpPr>
            <p:nvPr/>
          </p:nvSpPr>
          <p:spPr bwMode="auto">
            <a:xfrm>
              <a:off x="1612900" y="1679575"/>
              <a:ext cx="1311275"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8+5*2n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7" name="Rectangle 25">
              <a:extLst>
                <a:ext uri="{FF2B5EF4-FFF2-40B4-BE49-F238E27FC236}">
                  <a16:creationId xmlns:a16="http://schemas.microsoft.com/office/drawing/2014/main" id="{16209659-E543-433A-9CE7-7F8C579AECC9}"/>
                </a:ext>
              </a:extLst>
            </p:cNvPr>
            <p:cNvSpPr>
              <a:spLocks noChangeArrowheads="1"/>
            </p:cNvSpPr>
            <p:nvPr/>
          </p:nvSpPr>
          <p:spPr bwMode="auto">
            <a:xfrm>
              <a:off x="3360738" y="1685925"/>
              <a:ext cx="223838"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a:ln>
                    <a:noFill/>
                  </a:ln>
                  <a:solidFill>
                    <a:srgbClr val="000000"/>
                  </a:solidFill>
                  <a:effectLst/>
                  <a:latin typeface="Times New Roman" panose="02020603050405020304" pitchFamily="18" charset="0"/>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8" name="Rectangle 26">
              <a:extLst>
                <a:ext uri="{FF2B5EF4-FFF2-40B4-BE49-F238E27FC236}">
                  <a16:creationId xmlns:a16="http://schemas.microsoft.com/office/drawing/2014/main" id="{9AD8F008-A381-47DB-88EA-520AB89ECA7F}"/>
                </a:ext>
              </a:extLst>
            </p:cNvPr>
            <p:cNvSpPr>
              <a:spLocks noChangeArrowheads="1"/>
            </p:cNvSpPr>
            <p:nvPr/>
          </p:nvSpPr>
          <p:spPr bwMode="auto">
            <a:xfrm>
              <a:off x="5381625" y="1685925"/>
              <a:ext cx="223838"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a:ln>
                    <a:noFill/>
                  </a:ln>
                  <a:solidFill>
                    <a:srgbClr val="000000"/>
                  </a:solidFill>
                  <a:effectLst/>
                  <a:latin typeface="Times New Roman" panose="02020603050405020304" pitchFamily="18" charset="0"/>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grpSp>
        <p:nvGrpSpPr>
          <p:cNvPr id="68" name="组合 67">
            <a:extLst>
              <a:ext uri="{FF2B5EF4-FFF2-40B4-BE49-F238E27FC236}">
                <a16:creationId xmlns:a16="http://schemas.microsoft.com/office/drawing/2014/main" id="{6041EC34-3442-41EA-A066-BDF94B561AB7}"/>
              </a:ext>
            </a:extLst>
          </p:cNvPr>
          <p:cNvGrpSpPr/>
          <p:nvPr/>
        </p:nvGrpSpPr>
        <p:grpSpPr>
          <a:xfrm>
            <a:off x="1770732" y="2906989"/>
            <a:ext cx="3136900" cy="411163"/>
            <a:chOff x="1765300" y="2193925"/>
            <a:chExt cx="3136900" cy="411163"/>
          </a:xfrm>
        </p:grpSpPr>
        <p:sp>
          <p:nvSpPr>
            <p:cNvPr id="29" name="Rectangle 27">
              <a:extLst>
                <a:ext uri="{FF2B5EF4-FFF2-40B4-BE49-F238E27FC236}">
                  <a16:creationId xmlns:a16="http://schemas.microsoft.com/office/drawing/2014/main" id="{A59A2629-0C9D-4E4D-AFBF-F05A3B8B5EC6}"/>
                </a:ext>
              </a:extLst>
            </p:cNvPr>
            <p:cNvSpPr>
              <a:spLocks noChangeArrowheads="1"/>
            </p:cNvSpPr>
            <p:nvPr/>
          </p:nvSpPr>
          <p:spPr bwMode="auto">
            <a:xfrm>
              <a:off x="1765300" y="2193925"/>
              <a:ext cx="1158875"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+5*2n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0" name="Rectangle 28">
              <a:extLst>
                <a:ext uri="{FF2B5EF4-FFF2-40B4-BE49-F238E27FC236}">
                  <a16:creationId xmlns:a16="http://schemas.microsoft.com/office/drawing/2014/main" id="{EF177123-9EA1-446B-9F36-6111FD8C9B78}"/>
                </a:ext>
              </a:extLst>
            </p:cNvPr>
            <p:cNvSpPr>
              <a:spLocks noChangeArrowheads="1"/>
            </p:cNvSpPr>
            <p:nvPr/>
          </p:nvSpPr>
          <p:spPr bwMode="auto">
            <a:xfrm>
              <a:off x="2751138" y="2193925"/>
              <a:ext cx="282575"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8</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1" name="Rectangle 29">
              <a:extLst>
                <a:ext uri="{FF2B5EF4-FFF2-40B4-BE49-F238E27FC236}">
                  <a16:creationId xmlns:a16="http://schemas.microsoft.com/office/drawing/2014/main" id="{350A1E3E-023F-45A9-8228-09120049106E}"/>
                </a:ext>
              </a:extLst>
            </p:cNvPr>
            <p:cNvSpPr>
              <a:spLocks noChangeArrowheads="1"/>
            </p:cNvSpPr>
            <p:nvPr/>
          </p:nvSpPr>
          <p:spPr bwMode="auto">
            <a:xfrm>
              <a:off x="4619625" y="2193925"/>
              <a:ext cx="282575"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8</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grpSp>
        <p:nvGrpSpPr>
          <p:cNvPr id="69" name="组合 68">
            <a:extLst>
              <a:ext uri="{FF2B5EF4-FFF2-40B4-BE49-F238E27FC236}">
                <a16:creationId xmlns:a16="http://schemas.microsoft.com/office/drawing/2014/main" id="{71265710-56E9-4814-99C9-4FF829FA9726}"/>
              </a:ext>
            </a:extLst>
          </p:cNvPr>
          <p:cNvGrpSpPr/>
          <p:nvPr/>
        </p:nvGrpSpPr>
        <p:grpSpPr>
          <a:xfrm>
            <a:off x="1770732" y="3395939"/>
            <a:ext cx="6172201" cy="454026"/>
            <a:chOff x="1765300" y="2682875"/>
            <a:chExt cx="6172201" cy="454026"/>
          </a:xfrm>
        </p:grpSpPr>
        <p:sp>
          <p:nvSpPr>
            <p:cNvPr id="32" name="Rectangle 30">
              <a:extLst>
                <a:ext uri="{FF2B5EF4-FFF2-40B4-BE49-F238E27FC236}">
                  <a16:creationId xmlns:a16="http://schemas.microsoft.com/office/drawing/2014/main" id="{1D33B595-8D26-431D-8D14-3087C49E4166}"/>
                </a:ext>
              </a:extLst>
            </p:cNvPr>
            <p:cNvSpPr>
              <a:spLocks noChangeArrowheads="1"/>
            </p:cNvSpPr>
            <p:nvPr/>
          </p:nvSpPr>
          <p:spPr bwMode="auto">
            <a:xfrm>
              <a:off x="1765300" y="2708275"/>
              <a:ext cx="969963"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+5*2n</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3" name="Rectangle 31">
              <a:extLst>
                <a:ext uri="{FF2B5EF4-FFF2-40B4-BE49-F238E27FC236}">
                  <a16:creationId xmlns:a16="http://schemas.microsoft.com/office/drawing/2014/main" id="{0FF707F5-BA40-4586-9A67-944B67E3D1F6}"/>
                </a:ext>
              </a:extLst>
            </p:cNvPr>
            <p:cNvSpPr>
              <a:spLocks noChangeArrowheads="1"/>
            </p:cNvSpPr>
            <p:nvPr/>
          </p:nvSpPr>
          <p:spPr bwMode="auto">
            <a:xfrm>
              <a:off x="2751138" y="2713038"/>
              <a:ext cx="342900"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F</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4" name="Rectangle 32">
              <a:extLst>
                <a:ext uri="{FF2B5EF4-FFF2-40B4-BE49-F238E27FC236}">
                  <a16:creationId xmlns:a16="http://schemas.microsoft.com/office/drawing/2014/main" id="{00F7C250-E15C-4BE1-AC03-6924BC8DCDBA}"/>
                </a:ext>
              </a:extLst>
            </p:cNvPr>
            <p:cNvSpPr>
              <a:spLocks noChangeArrowheads="1"/>
            </p:cNvSpPr>
            <p:nvPr/>
          </p:nvSpPr>
          <p:spPr bwMode="auto">
            <a:xfrm>
              <a:off x="4619625" y="2708275"/>
              <a:ext cx="295275"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8</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5" name="Rectangle 33">
              <a:extLst>
                <a:ext uri="{FF2B5EF4-FFF2-40B4-BE49-F238E27FC236}">
                  <a16:creationId xmlns:a16="http://schemas.microsoft.com/office/drawing/2014/main" id="{FB83AB44-7F66-4750-8A9E-E0CB5E7DDE26}"/>
                </a:ext>
              </a:extLst>
            </p:cNvPr>
            <p:cNvSpPr>
              <a:spLocks noChangeArrowheads="1"/>
            </p:cNvSpPr>
            <p:nvPr/>
          </p:nvSpPr>
          <p:spPr bwMode="auto">
            <a:xfrm>
              <a:off x="6562725" y="2714625"/>
              <a:ext cx="40481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F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6" name="Rectangle 34">
              <a:extLst>
                <a:ext uri="{FF2B5EF4-FFF2-40B4-BE49-F238E27FC236}">
                  <a16:creationId xmlns:a16="http://schemas.microsoft.com/office/drawing/2014/main" id="{29A4DB6B-7043-4CA9-9FB7-6B7B0ACF4CDF}"/>
                </a:ext>
              </a:extLst>
            </p:cNvPr>
            <p:cNvSpPr>
              <a:spLocks noChangeArrowheads="1"/>
            </p:cNvSpPr>
            <p:nvPr/>
          </p:nvSpPr>
          <p:spPr bwMode="auto">
            <a:xfrm>
              <a:off x="6837363" y="2682875"/>
              <a:ext cx="48577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Symbol" panose="05050102010706020507" pitchFamily="18" charset="2"/>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7" name="Rectangle 35">
              <a:extLst>
                <a:ext uri="{FF2B5EF4-FFF2-40B4-BE49-F238E27FC236}">
                  <a16:creationId xmlns:a16="http://schemas.microsoft.com/office/drawing/2014/main" id="{587ED288-8293-4CA7-9711-003EBE15C39B}"/>
                </a:ext>
              </a:extLst>
            </p:cNvPr>
            <p:cNvSpPr>
              <a:spLocks noChangeArrowheads="1"/>
            </p:cNvSpPr>
            <p:nvPr/>
          </p:nvSpPr>
          <p:spPr bwMode="auto">
            <a:xfrm>
              <a:off x="7215188" y="2709863"/>
              <a:ext cx="722313"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digit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grpSp>
        <p:nvGrpSpPr>
          <p:cNvPr id="70" name="组合 69">
            <a:extLst>
              <a:ext uri="{FF2B5EF4-FFF2-40B4-BE49-F238E27FC236}">
                <a16:creationId xmlns:a16="http://schemas.microsoft.com/office/drawing/2014/main" id="{CE290C31-943E-4EE4-8769-17C9EC61C719}"/>
              </a:ext>
            </a:extLst>
          </p:cNvPr>
          <p:cNvGrpSpPr/>
          <p:nvPr/>
        </p:nvGrpSpPr>
        <p:grpSpPr>
          <a:xfrm>
            <a:off x="1770732" y="3911877"/>
            <a:ext cx="5765800" cy="439738"/>
            <a:chOff x="1765300" y="3198813"/>
            <a:chExt cx="5765800" cy="439738"/>
          </a:xfrm>
        </p:grpSpPr>
        <p:sp>
          <p:nvSpPr>
            <p:cNvPr id="38" name="Rectangle 36">
              <a:extLst>
                <a:ext uri="{FF2B5EF4-FFF2-40B4-BE49-F238E27FC236}">
                  <a16:creationId xmlns:a16="http://schemas.microsoft.com/office/drawing/2014/main" id="{3DADE806-34F3-4F11-B501-5D1BEBE16ABC}"/>
                </a:ext>
              </a:extLst>
            </p:cNvPr>
            <p:cNvSpPr>
              <a:spLocks noChangeArrowheads="1"/>
            </p:cNvSpPr>
            <p:nvPr/>
          </p:nvSpPr>
          <p:spPr bwMode="auto">
            <a:xfrm>
              <a:off x="1765300" y="3225800"/>
              <a:ext cx="93027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+5*2n</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9" name="Rectangle 37">
              <a:extLst>
                <a:ext uri="{FF2B5EF4-FFF2-40B4-BE49-F238E27FC236}">
                  <a16:creationId xmlns:a16="http://schemas.microsoft.com/office/drawing/2014/main" id="{EF02EAA8-CCC1-4E5C-9B96-79CA04DA45A0}"/>
                </a:ext>
              </a:extLst>
            </p:cNvPr>
            <p:cNvSpPr>
              <a:spLocks noChangeArrowheads="1"/>
            </p:cNvSpPr>
            <p:nvPr/>
          </p:nvSpPr>
          <p:spPr bwMode="auto">
            <a:xfrm>
              <a:off x="2751138" y="3230563"/>
              <a:ext cx="311150"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0" name="Rectangle 38">
              <a:extLst>
                <a:ext uri="{FF2B5EF4-FFF2-40B4-BE49-F238E27FC236}">
                  <a16:creationId xmlns:a16="http://schemas.microsoft.com/office/drawing/2014/main" id="{08E3B16C-1587-4CDD-8D60-0251660E996E}"/>
                </a:ext>
              </a:extLst>
            </p:cNvPr>
            <p:cNvSpPr>
              <a:spLocks noChangeArrowheads="1"/>
            </p:cNvSpPr>
            <p:nvPr/>
          </p:nvSpPr>
          <p:spPr bwMode="auto">
            <a:xfrm>
              <a:off x="4619625" y="3225800"/>
              <a:ext cx="28257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8</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1" name="Rectangle 39">
              <a:extLst>
                <a:ext uri="{FF2B5EF4-FFF2-40B4-BE49-F238E27FC236}">
                  <a16:creationId xmlns:a16="http://schemas.microsoft.com/office/drawing/2014/main" id="{C09E2384-9491-47E1-8332-C48CE4AFC82A}"/>
                </a:ext>
              </a:extLst>
            </p:cNvPr>
            <p:cNvSpPr>
              <a:spLocks noChangeArrowheads="1"/>
            </p:cNvSpPr>
            <p:nvPr/>
          </p:nvSpPr>
          <p:spPr bwMode="auto">
            <a:xfrm>
              <a:off x="6562725" y="3232150"/>
              <a:ext cx="387350"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2" name="Rectangle 40">
              <a:extLst>
                <a:ext uri="{FF2B5EF4-FFF2-40B4-BE49-F238E27FC236}">
                  <a16:creationId xmlns:a16="http://schemas.microsoft.com/office/drawing/2014/main" id="{102F5560-3C29-4107-B2AB-CC6BA6324471}"/>
                </a:ext>
              </a:extLst>
            </p:cNvPr>
            <p:cNvSpPr>
              <a:spLocks noChangeArrowheads="1"/>
            </p:cNvSpPr>
            <p:nvPr/>
          </p:nvSpPr>
          <p:spPr bwMode="auto">
            <a:xfrm>
              <a:off x="6824663" y="3198813"/>
              <a:ext cx="487363"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Symbol" panose="05050102010706020507" pitchFamily="18" charset="2"/>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3" name="Rectangle 41">
              <a:extLst>
                <a:ext uri="{FF2B5EF4-FFF2-40B4-BE49-F238E27FC236}">
                  <a16:creationId xmlns:a16="http://schemas.microsoft.com/office/drawing/2014/main" id="{CAD5A62E-2AFF-44D2-89EB-CBDD89EDB19A}"/>
                </a:ext>
              </a:extLst>
            </p:cNvPr>
            <p:cNvSpPr>
              <a:spLocks noChangeArrowheads="1"/>
            </p:cNvSpPr>
            <p:nvPr/>
          </p:nvSpPr>
          <p:spPr bwMode="auto">
            <a:xfrm>
              <a:off x="7204075" y="3232150"/>
              <a:ext cx="327025"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F</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grpSp>
        <p:nvGrpSpPr>
          <p:cNvPr id="71" name="组合 70">
            <a:extLst>
              <a:ext uri="{FF2B5EF4-FFF2-40B4-BE49-F238E27FC236}">
                <a16:creationId xmlns:a16="http://schemas.microsoft.com/office/drawing/2014/main" id="{7F70ACD7-19A4-430E-B947-66D65C9C8BE5}"/>
              </a:ext>
            </a:extLst>
          </p:cNvPr>
          <p:cNvGrpSpPr/>
          <p:nvPr/>
        </p:nvGrpSpPr>
        <p:grpSpPr>
          <a:xfrm>
            <a:off x="1770732" y="4426227"/>
            <a:ext cx="5765800" cy="439738"/>
            <a:chOff x="1765300" y="3713163"/>
            <a:chExt cx="5765800" cy="439738"/>
          </a:xfrm>
        </p:grpSpPr>
        <p:sp>
          <p:nvSpPr>
            <p:cNvPr id="44" name="Rectangle 42">
              <a:extLst>
                <a:ext uri="{FF2B5EF4-FFF2-40B4-BE49-F238E27FC236}">
                  <a16:creationId xmlns:a16="http://schemas.microsoft.com/office/drawing/2014/main" id="{3C1657DE-3212-4B3C-8723-7E375144EB81}"/>
                </a:ext>
              </a:extLst>
            </p:cNvPr>
            <p:cNvSpPr>
              <a:spLocks noChangeArrowheads="1"/>
            </p:cNvSpPr>
            <p:nvPr/>
          </p:nvSpPr>
          <p:spPr bwMode="auto">
            <a:xfrm>
              <a:off x="1765300" y="3740150"/>
              <a:ext cx="93027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+5*2n</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5" name="Rectangle 43">
              <a:extLst>
                <a:ext uri="{FF2B5EF4-FFF2-40B4-BE49-F238E27FC236}">
                  <a16:creationId xmlns:a16="http://schemas.microsoft.com/office/drawing/2014/main" id="{458AD7FB-E38C-4B8B-BE66-D4D5B986159A}"/>
                </a:ext>
              </a:extLst>
            </p:cNvPr>
            <p:cNvSpPr>
              <a:spLocks noChangeArrowheads="1"/>
            </p:cNvSpPr>
            <p:nvPr/>
          </p:nvSpPr>
          <p:spPr bwMode="auto">
            <a:xfrm>
              <a:off x="2751138" y="3743325"/>
              <a:ext cx="328613"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E</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6" name="Rectangle 44">
              <a:extLst>
                <a:ext uri="{FF2B5EF4-FFF2-40B4-BE49-F238E27FC236}">
                  <a16:creationId xmlns:a16="http://schemas.microsoft.com/office/drawing/2014/main" id="{AC89EE1D-DBB2-41D3-B4DF-10965F6EC33D}"/>
                </a:ext>
              </a:extLst>
            </p:cNvPr>
            <p:cNvSpPr>
              <a:spLocks noChangeArrowheads="1"/>
            </p:cNvSpPr>
            <p:nvPr/>
          </p:nvSpPr>
          <p:spPr bwMode="auto">
            <a:xfrm>
              <a:off x="4619625" y="3740150"/>
              <a:ext cx="28257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8</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7" name="Rectangle 45">
              <a:extLst>
                <a:ext uri="{FF2B5EF4-FFF2-40B4-BE49-F238E27FC236}">
                  <a16:creationId xmlns:a16="http://schemas.microsoft.com/office/drawing/2014/main" id="{26EF8405-EF94-45B5-93DE-97313727051D}"/>
                </a:ext>
              </a:extLst>
            </p:cNvPr>
            <p:cNvSpPr>
              <a:spLocks noChangeArrowheads="1"/>
            </p:cNvSpPr>
            <p:nvPr/>
          </p:nvSpPr>
          <p:spPr bwMode="auto">
            <a:xfrm>
              <a:off x="6562725" y="3744913"/>
              <a:ext cx="404813"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E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8" name="Rectangle 46">
              <a:extLst>
                <a:ext uri="{FF2B5EF4-FFF2-40B4-BE49-F238E27FC236}">
                  <a16:creationId xmlns:a16="http://schemas.microsoft.com/office/drawing/2014/main" id="{3310DB82-B72A-4B8B-BBE5-476F60719013}"/>
                </a:ext>
              </a:extLst>
            </p:cNvPr>
            <p:cNvSpPr>
              <a:spLocks noChangeArrowheads="1"/>
            </p:cNvSpPr>
            <p:nvPr/>
          </p:nvSpPr>
          <p:spPr bwMode="auto">
            <a:xfrm>
              <a:off x="6842125" y="3713163"/>
              <a:ext cx="485775"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Symbol" panose="05050102010706020507" pitchFamily="18" charset="2"/>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9" name="Rectangle 47">
              <a:extLst>
                <a:ext uri="{FF2B5EF4-FFF2-40B4-BE49-F238E27FC236}">
                  <a16:creationId xmlns:a16="http://schemas.microsoft.com/office/drawing/2014/main" id="{3B01E6D6-477F-4B71-AE1A-07E96F4CDCE9}"/>
                </a:ext>
              </a:extLst>
            </p:cNvPr>
            <p:cNvSpPr>
              <a:spLocks noChangeArrowheads="1"/>
            </p:cNvSpPr>
            <p:nvPr/>
          </p:nvSpPr>
          <p:spPr bwMode="auto">
            <a:xfrm>
              <a:off x="7219950" y="3744913"/>
              <a:ext cx="311150"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grpSp>
        <p:nvGrpSpPr>
          <p:cNvPr id="72" name="组合 71">
            <a:extLst>
              <a:ext uri="{FF2B5EF4-FFF2-40B4-BE49-F238E27FC236}">
                <a16:creationId xmlns:a16="http://schemas.microsoft.com/office/drawing/2014/main" id="{36AD146A-577C-4467-943E-D117E1979486}"/>
              </a:ext>
            </a:extLst>
          </p:cNvPr>
          <p:cNvGrpSpPr/>
          <p:nvPr/>
        </p:nvGrpSpPr>
        <p:grpSpPr>
          <a:xfrm>
            <a:off x="1945357" y="4965977"/>
            <a:ext cx="3135313" cy="409575"/>
            <a:chOff x="1939925" y="4252913"/>
            <a:chExt cx="3135313" cy="409575"/>
          </a:xfrm>
        </p:grpSpPr>
        <p:sp>
          <p:nvSpPr>
            <p:cNvPr id="50" name="Rectangle 48">
              <a:extLst>
                <a:ext uri="{FF2B5EF4-FFF2-40B4-BE49-F238E27FC236}">
                  <a16:creationId xmlns:a16="http://schemas.microsoft.com/office/drawing/2014/main" id="{0EC2FB32-BFD9-4BF0-8564-EF4DB0F9C89F}"/>
                </a:ext>
              </a:extLst>
            </p:cNvPr>
            <p:cNvSpPr>
              <a:spLocks noChangeArrowheads="1"/>
            </p:cNvSpPr>
            <p:nvPr/>
          </p:nvSpPr>
          <p:spPr bwMode="auto">
            <a:xfrm>
              <a:off x="1939925" y="4252913"/>
              <a:ext cx="7556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5*2n</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1" name="Rectangle 49">
              <a:extLst>
                <a:ext uri="{FF2B5EF4-FFF2-40B4-BE49-F238E27FC236}">
                  <a16:creationId xmlns:a16="http://schemas.microsoft.com/office/drawing/2014/main" id="{C7D5C838-339C-48D5-9AE4-F29450C32187}"/>
                </a:ext>
              </a:extLst>
            </p:cNvPr>
            <p:cNvSpPr>
              <a:spLocks noChangeArrowheads="1"/>
            </p:cNvSpPr>
            <p:nvPr/>
          </p:nvSpPr>
          <p:spPr bwMode="auto">
            <a:xfrm>
              <a:off x="2674938" y="4257675"/>
              <a:ext cx="404813"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E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2" name="Rectangle 50">
              <a:extLst>
                <a:ext uri="{FF2B5EF4-FFF2-40B4-BE49-F238E27FC236}">
                  <a16:creationId xmlns:a16="http://schemas.microsoft.com/office/drawing/2014/main" id="{3C41A23E-23B9-4302-9EE2-49A82C20562E}"/>
                </a:ext>
              </a:extLst>
            </p:cNvPr>
            <p:cNvSpPr>
              <a:spLocks noChangeArrowheads="1"/>
            </p:cNvSpPr>
            <p:nvPr/>
          </p:nvSpPr>
          <p:spPr bwMode="auto">
            <a:xfrm>
              <a:off x="2954338" y="4252913"/>
              <a:ext cx="30321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3" name="Rectangle 51">
              <a:extLst>
                <a:ext uri="{FF2B5EF4-FFF2-40B4-BE49-F238E27FC236}">
                  <a16:creationId xmlns:a16="http://schemas.microsoft.com/office/drawing/2014/main" id="{2B846DC9-53A9-4544-999D-A3806B956B2F}"/>
                </a:ext>
              </a:extLst>
            </p:cNvPr>
            <p:cNvSpPr>
              <a:spLocks noChangeArrowheads="1"/>
            </p:cNvSpPr>
            <p:nvPr/>
          </p:nvSpPr>
          <p:spPr bwMode="auto">
            <a:xfrm>
              <a:off x="4619625" y="4252913"/>
              <a:ext cx="45561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8+</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grpSp>
        <p:nvGrpSpPr>
          <p:cNvPr id="73" name="组合 72">
            <a:extLst>
              <a:ext uri="{FF2B5EF4-FFF2-40B4-BE49-F238E27FC236}">
                <a16:creationId xmlns:a16="http://schemas.microsoft.com/office/drawing/2014/main" id="{D25A00AB-79AD-45F3-A4CC-4A6F52BF579E}"/>
              </a:ext>
            </a:extLst>
          </p:cNvPr>
          <p:cNvGrpSpPr/>
          <p:nvPr/>
        </p:nvGrpSpPr>
        <p:grpSpPr>
          <a:xfrm>
            <a:off x="2097757" y="5480327"/>
            <a:ext cx="3135313" cy="409575"/>
            <a:chOff x="2092325" y="4767263"/>
            <a:chExt cx="3135313" cy="409575"/>
          </a:xfrm>
        </p:grpSpPr>
        <p:sp>
          <p:nvSpPr>
            <p:cNvPr id="54" name="Rectangle 52">
              <a:extLst>
                <a:ext uri="{FF2B5EF4-FFF2-40B4-BE49-F238E27FC236}">
                  <a16:creationId xmlns:a16="http://schemas.microsoft.com/office/drawing/2014/main" id="{7B502FAF-204D-4C8A-8DB8-06D5C59EB183}"/>
                </a:ext>
              </a:extLst>
            </p:cNvPr>
            <p:cNvSpPr>
              <a:spLocks noChangeArrowheads="1"/>
            </p:cNvSpPr>
            <p:nvPr/>
          </p:nvSpPr>
          <p:spPr bwMode="auto">
            <a:xfrm>
              <a:off x="2092325" y="4767263"/>
              <a:ext cx="6032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*2n</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5" name="Rectangle 53">
              <a:extLst>
                <a:ext uri="{FF2B5EF4-FFF2-40B4-BE49-F238E27FC236}">
                  <a16:creationId xmlns:a16="http://schemas.microsoft.com/office/drawing/2014/main" id="{0F0AB461-FF0F-4720-B692-9DF282963A3A}"/>
                </a:ext>
              </a:extLst>
            </p:cNvPr>
            <p:cNvSpPr>
              <a:spLocks noChangeArrowheads="1"/>
            </p:cNvSpPr>
            <p:nvPr/>
          </p:nvSpPr>
          <p:spPr bwMode="auto">
            <a:xfrm>
              <a:off x="2674938" y="4772025"/>
              <a:ext cx="328613"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E</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6" name="Rectangle 54">
              <a:extLst>
                <a:ext uri="{FF2B5EF4-FFF2-40B4-BE49-F238E27FC236}">
                  <a16:creationId xmlns:a16="http://schemas.microsoft.com/office/drawing/2014/main" id="{6422731D-6B49-4698-B574-BD535F303794}"/>
                </a:ext>
              </a:extLst>
            </p:cNvPr>
            <p:cNvSpPr>
              <a:spLocks noChangeArrowheads="1"/>
            </p:cNvSpPr>
            <p:nvPr/>
          </p:nvSpPr>
          <p:spPr bwMode="auto">
            <a:xfrm>
              <a:off x="2878138" y="4767263"/>
              <a:ext cx="45561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+5</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7" name="Rectangle 55">
              <a:extLst>
                <a:ext uri="{FF2B5EF4-FFF2-40B4-BE49-F238E27FC236}">
                  <a16:creationId xmlns:a16="http://schemas.microsoft.com/office/drawing/2014/main" id="{102032B8-70CF-4B64-B465-CAA42DBB35F5}"/>
                </a:ext>
              </a:extLst>
            </p:cNvPr>
            <p:cNvSpPr>
              <a:spLocks noChangeArrowheads="1"/>
            </p:cNvSpPr>
            <p:nvPr/>
          </p:nvSpPr>
          <p:spPr bwMode="auto">
            <a:xfrm>
              <a:off x="4619625" y="4767263"/>
              <a:ext cx="60801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8+5</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grpSp>
        <p:nvGrpSpPr>
          <p:cNvPr id="74" name="组合 73">
            <a:extLst>
              <a:ext uri="{FF2B5EF4-FFF2-40B4-BE49-F238E27FC236}">
                <a16:creationId xmlns:a16="http://schemas.microsoft.com/office/drawing/2014/main" id="{D8BF4D1C-C6F9-4711-8618-28096A83946B}"/>
              </a:ext>
            </a:extLst>
          </p:cNvPr>
          <p:cNvGrpSpPr/>
          <p:nvPr/>
        </p:nvGrpSpPr>
        <p:grpSpPr>
          <a:xfrm>
            <a:off x="2097757" y="5969277"/>
            <a:ext cx="5845176" cy="441325"/>
            <a:chOff x="2092325" y="5256213"/>
            <a:chExt cx="5845176" cy="441325"/>
          </a:xfrm>
        </p:grpSpPr>
        <p:sp>
          <p:nvSpPr>
            <p:cNvPr id="58" name="Rectangle 56">
              <a:extLst>
                <a:ext uri="{FF2B5EF4-FFF2-40B4-BE49-F238E27FC236}">
                  <a16:creationId xmlns:a16="http://schemas.microsoft.com/office/drawing/2014/main" id="{490364CC-5541-4B96-AA9C-2DB2C3192721}"/>
                </a:ext>
              </a:extLst>
            </p:cNvPr>
            <p:cNvSpPr>
              <a:spLocks noChangeArrowheads="1"/>
            </p:cNvSpPr>
            <p:nvPr/>
          </p:nvSpPr>
          <p:spPr bwMode="auto">
            <a:xfrm>
              <a:off x="2092325" y="5281613"/>
              <a:ext cx="6032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*2n</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9" name="Rectangle 57">
              <a:extLst>
                <a:ext uri="{FF2B5EF4-FFF2-40B4-BE49-F238E27FC236}">
                  <a16:creationId xmlns:a16="http://schemas.microsoft.com/office/drawing/2014/main" id="{1AAFF6C9-67E6-4F5A-9141-2475D02F07A8}"/>
                </a:ext>
              </a:extLst>
            </p:cNvPr>
            <p:cNvSpPr>
              <a:spLocks noChangeArrowheads="1"/>
            </p:cNvSpPr>
            <p:nvPr/>
          </p:nvSpPr>
          <p:spPr bwMode="auto">
            <a:xfrm>
              <a:off x="2674938" y="5286375"/>
              <a:ext cx="32861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E</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0" name="Rectangle 58">
              <a:extLst>
                <a:ext uri="{FF2B5EF4-FFF2-40B4-BE49-F238E27FC236}">
                  <a16:creationId xmlns:a16="http://schemas.microsoft.com/office/drawing/2014/main" id="{F4992DC7-2901-4AD6-BE76-B350F1D3B996}"/>
                </a:ext>
              </a:extLst>
            </p:cNvPr>
            <p:cNvSpPr>
              <a:spLocks noChangeArrowheads="1"/>
            </p:cNvSpPr>
            <p:nvPr/>
          </p:nvSpPr>
          <p:spPr bwMode="auto">
            <a:xfrm>
              <a:off x="2878138" y="5281613"/>
              <a:ext cx="30321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1" name="Rectangle 59">
              <a:extLst>
                <a:ext uri="{FF2B5EF4-FFF2-40B4-BE49-F238E27FC236}">
                  <a16:creationId xmlns:a16="http://schemas.microsoft.com/office/drawing/2014/main" id="{32258C08-A127-4822-B488-FC9B03076C21}"/>
                </a:ext>
              </a:extLst>
            </p:cNvPr>
            <p:cNvSpPr>
              <a:spLocks noChangeArrowheads="1"/>
            </p:cNvSpPr>
            <p:nvPr/>
          </p:nvSpPr>
          <p:spPr bwMode="auto">
            <a:xfrm>
              <a:off x="3051175" y="5286375"/>
              <a:ext cx="32861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F</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2" name="Rectangle 60">
              <a:extLst>
                <a:ext uri="{FF2B5EF4-FFF2-40B4-BE49-F238E27FC236}">
                  <a16:creationId xmlns:a16="http://schemas.microsoft.com/office/drawing/2014/main" id="{F65B9A5B-A533-4FA2-A5B4-1B51B80D0C8B}"/>
                </a:ext>
              </a:extLst>
            </p:cNvPr>
            <p:cNvSpPr>
              <a:spLocks noChangeArrowheads="1"/>
            </p:cNvSpPr>
            <p:nvPr/>
          </p:nvSpPr>
          <p:spPr bwMode="auto">
            <a:xfrm>
              <a:off x="4619625" y="5281613"/>
              <a:ext cx="60801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8+5</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3" name="Rectangle 61">
              <a:extLst>
                <a:ext uri="{FF2B5EF4-FFF2-40B4-BE49-F238E27FC236}">
                  <a16:creationId xmlns:a16="http://schemas.microsoft.com/office/drawing/2014/main" id="{3C86CA30-0D72-4515-83AF-79A889756BFE}"/>
                </a:ext>
              </a:extLst>
            </p:cNvPr>
            <p:cNvSpPr>
              <a:spLocks noChangeArrowheads="1"/>
            </p:cNvSpPr>
            <p:nvPr/>
          </p:nvSpPr>
          <p:spPr bwMode="auto">
            <a:xfrm>
              <a:off x="6562725" y="5287963"/>
              <a:ext cx="404813"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F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4" name="Rectangle 62">
              <a:extLst>
                <a:ext uri="{FF2B5EF4-FFF2-40B4-BE49-F238E27FC236}">
                  <a16:creationId xmlns:a16="http://schemas.microsoft.com/office/drawing/2014/main" id="{6FEDB921-45DA-47EA-8AD4-547CE1C9A673}"/>
                </a:ext>
              </a:extLst>
            </p:cNvPr>
            <p:cNvSpPr>
              <a:spLocks noChangeArrowheads="1"/>
            </p:cNvSpPr>
            <p:nvPr/>
          </p:nvSpPr>
          <p:spPr bwMode="auto">
            <a:xfrm>
              <a:off x="6837363" y="5256213"/>
              <a:ext cx="48577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Symbol" panose="05050102010706020507" pitchFamily="18" charset="2"/>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5" name="Rectangle 63">
              <a:extLst>
                <a:ext uri="{FF2B5EF4-FFF2-40B4-BE49-F238E27FC236}">
                  <a16:creationId xmlns:a16="http://schemas.microsoft.com/office/drawing/2014/main" id="{80B2479C-50AA-44D7-88A8-8E5BB60905FD}"/>
                </a:ext>
              </a:extLst>
            </p:cNvPr>
            <p:cNvSpPr>
              <a:spLocks noChangeArrowheads="1"/>
            </p:cNvSpPr>
            <p:nvPr/>
          </p:nvSpPr>
          <p:spPr bwMode="auto">
            <a:xfrm>
              <a:off x="7215188" y="5283200"/>
              <a:ext cx="72231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digit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sp>
        <p:nvSpPr>
          <p:cNvPr id="77" name="标题 76">
            <a:extLst>
              <a:ext uri="{FF2B5EF4-FFF2-40B4-BE49-F238E27FC236}">
                <a16:creationId xmlns:a16="http://schemas.microsoft.com/office/drawing/2014/main" id="{BE0F15CC-E720-487C-8293-E08359796339}"/>
              </a:ext>
            </a:extLst>
          </p:cNvPr>
          <p:cNvSpPr>
            <a:spLocks noGrp="1"/>
          </p:cNvSpPr>
          <p:nvPr>
            <p:ph type="title"/>
          </p:nvPr>
        </p:nvSpPr>
        <p:spPr/>
        <p:txBody>
          <a:bodyPr>
            <a:normAutofit fontScale="90000"/>
          </a:bodyPr>
          <a:lstStyle/>
          <a:p>
            <a:r>
              <a:rPr lang="en-US" altLang="zh-CN"/>
              <a:t>4.2.3 </a:t>
            </a:r>
            <a:r>
              <a:rPr lang="en-US" altLang="zh-CN" b="1" i="1"/>
              <a:t>S</a:t>
            </a:r>
            <a:r>
              <a:rPr lang="zh-CN" altLang="en-US"/>
              <a:t>属性定义的自下而上计算</a:t>
            </a:r>
          </a:p>
        </p:txBody>
      </p:sp>
      <p:sp>
        <p:nvSpPr>
          <p:cNvPr id="78" name="内容占位符 77">
            <a:extLst>
              <a:ext uri="{FF2B5EF4-FFF2-40B4-BE49-F238E27FC236}">
                <a16:creationId xmlns:a16="http://schemas.microsoft.com/office/drawing/2014/main" id="{3190E55A-1BA7-4E06-8BA7-06A2ED73DEB3}"/>
              </a:ext>
            </a:extLst>
          </p:cNvPr>
          <p:cNvSpPr>
            <a:spLocks noGrp="1"/>
          </p:cNvSpPr>
          <p:nvPr>
            <p:ph idx="1"/>
          </p:nvPr>
        </p:nvSpPr>
        <p:spPr/>
        <p:txBody>
          <a:bodyPr/>
          <a:lstStyle/>
          <a:p>
            <a:r>
              <a:rPr lang="zh-CN" altLang="en-US" sz="3200" b="0"/>
              <a:t>翻译器面临</a:t>
            </a:r>
            <a:r>
              <a:rPr lang="en-US" altLang="zh-CN" sz="3200" b="1">
                <a:ea typeface="宋体" panose="02010600030101010101" pitchFamily="2" charset="-122"/>
              </a:rPr>
              <a:t>8+5*2n</a:t>
            </a:r>
            <a:r>
              <a:rPr lang="zh-CN" altLang="en-US" sz="3200" b="0"/>
              <a:t>时的动作</a:t>
            </a:r>
          </a:p>
          <a:p>
            <a:endParaRPr lang="zh-CN" altLang="en-US"/>
          </a:p>
        </p:txBody>
      </p:sp>
      <p:sp>
        <p:nvSpPr>
          <p:cNvPr id="2" name="日期占位符 1">
            <a:extLst>
              <a:ext uri="{FF2B5EF4-FFF2-40B4-BE49-F238E27FC236}">
                <a16:creationId xmlns:a16="http://schemas.microsoft.com/office/drawing/2014/main" id="{4A565132-7C24-CAE7-7DBD-6A04EFC44C6F}"/>
              </a:ext>
            </a:extLst>
          </p:cNvPr>
          <p:cNvSpPr>
            <a:spLocks noGrp="1"/>
          </p:cNvSpPr>
          <p:nvPr>
            <p:ph type="dt" sz="half" idx="10"/>
          </p:nvPr>
        </p:nvSpPr>
        <p:spPr/>
        <p:txBody>
          <a:bodyPr/>
          <a:lstStyle/>
          <a:p>
            <a:fld id="{F37C022D-280F-4C22-9C79-90D3DE866A6F}"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14FB79ED-7D11-4F83-D696-F8484736D31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6FCFB38E-21EA-6994-37BF-1CF5C87D99C2}"/>
              </a:ext>
            </a:extLst>
          </p:cNvPr>
          <p:cNvSpPr>
            <a:spLocks noGrp="1"/>
          </p:cNvSpPr>
          <p:nvPr>
            <p:ph type="sldNum" sz="quarter" idx="12"/>
          </p:nvPr>
        </p:nvSpPr>
        <p:spPr/>
        <p:txBody>
          <a:bodyPr/>
          <a:lstStyle/>
          <a:p>
            <a:fld id="{094DEB03-EFC6-4C20-8FC8-295189A5386F}" type="slidenum">
              <a:rPr lang="zh-CN" altLang="en-US" smtClean="0"/>
              <a:pPr/>
              <a:t>35</a:t>
            </a:fld>
            <a:endParaRPr lang="zh-CN" altLang="en-US"/>
          </a:p>
        </p:txBody>
      </p:sp>
    </p:spTree>
    <p:extLst>
      <p:ext uri="{BB962C8B-B14F-4D97-AF65-F5344CB8AC3E}">
        <p14:creationId xmlns:p14="http://schemas.microsoft.com/office/powerpoint/2010/main" val="672076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 calcmode="lin" valueType="num">
                                      <p:cBhvr additive="base">
                                        <p:cTn id="7" dur="500" fill="hold"/>
                                        <p:tgtEl>
                                          <p:spTgt spid="67"/>
                                        </p:tgtEl>
                                        <p:attrNameLst>
                                          <p:attrName>ppt_x</p:attrName>
                                        </p:attrNameLst>
                                      </p:cBhvr>
                                      <p:tavLst>
                                        <p:tav tm="0">
                                          <p:val>
                                            <p:strVal val="#ppt_x"/>
                                          </p:val>
                                        </p:tav>
                                        <p:tav tm="100000">
                                          <p:val>
                                            <p:strVal val="#ppt_x"/>
                                          </p:val>
                                        </p:tav>
                                      </p:tavLst>
                                    </p:anim>
                                    <p:anim calcmode="lin" valueType="num">
                                      <p:cBhvr additive="base">
                                        <p:cTn id="8" dur="500" fill="hold"/>
                                        <p:tgtEl>
                                          <p:spTgt spid="6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8"/>
                                        </p:tgtEl>
                                        <p:attrNameLst>
                                          <p:attrName>style.visibility</p:attrName>
                                        </p:attrNameLst>
                                      </p:cBhvr>
                                      <p:to>
                                        <p:strVal val="visible"/>
                                      </p:to>
                                    </p:set>
                                    <p:anim calcmode="lin" valueType="num">
                                      <p:cBhvr additive="base">
                                        <p:cTn id="13" dur="500" fill="hold"/>
                                        <p:tgtEl>
                                          <p:spTgt spid="68"/>
                                        </p:tgtEl>
                                        <p:attrNameLst>
                                          <p:attrName>ppt_x</p:attrName>
                                        </p:attrNameLst>
                                      </p:cBhvr>
                                      <p:tavLst>
                                        <p:tav tm="0">
                                          <p:val>
                                            <p:strVal val="#ppt_x"/>
                                          </p:val>
                                        </p:tav>
                                        <p:tav tm="100000">
                                          <p:val>
                                            <p:strVal val="#ppt_x"/>
                                          </p:val>
                                        </p:tav>
                                      </p:tavLst>
                                    </p:anim>
                                    <p:anim calcmode="lin" valueType="num">
                                      <p:cBhvr additive="base">
                                        <p:cTn id="14"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9"/>
                                        </p:tgtEl>
                                        <p:attrNameLst>
                                          <p:attrName>style.visibility</p:attrName>
                                        </p:attrNameLst>
                                      </p:cBhvr>
                                      <p:to>
                                        <p:strVal val="visible"/>
                                      </p:to>
                                    </p:set>
                                    <p:anim calcmode="lin" valueType="num">
                                      <p:cBhvr additive="base">
                                        <p:cTn id="19" dur="500" fill="hold"/>
                                        <p:tgtEl>
                                          <p:spTgt spid="69"/>
                                        </p:tgtEl>
                                        <p:attrNameLst>
                                          <p:attrName>ppt_x</p:attrName>
                                        </p:attrNameLst>
                                      </p:cBhvr>
                                      <p:tavLst>
                                        <p:tav tm="0">
                                          <p:val>
                                            <p:strVal val="#ppt_x"/>
                                          </p:val>
                                        </p:tav>
                                        <p:tav tm="100000">
                                          <p:val>
                                            <p:strVal val="#ppt_x"/>
                                          </p:val>
                                        </p:tav>
                                      </p:tavLst>
                                    </p:anim>
                                    <p:anim calcmode="lin" valueType="num">
                                      <p:cBhvr additive="base">
                                        <p:cTn id="20"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0"/>
                                        </p:tgtEl>
                                        <p:attrNameLst>
                                          <p:attrName>style.visibility</p:attrName>
                                        </p:attrNameLst>
                                      </p:cBhvr>
                                      <p:to>
                                        <p:strVal val="visible"/>
                                      </p:to>
                                    </p:set>
                                    <p:anim calcmode="lin" valueType="num">
                                      <p:cBhvr additive="base">
                                        <p:cTn id="25" dur="500" fill="hold"/>
                                        <p:tgtEl>
                                          <p:spTgt spid="70"/>
                                        </p:tgtEl>
                                        <p:attrNameLst>
                                          <p:attrName>ppt_x</p:attrName>
                                        </p:attrNameLst>
                                      </p:cBhvr>
                                      <p:tavLst>
                                        <p:tav tm="0">
                                          <p:val>
                                            <p:strVal val="#ppt_x"/>
                                          </p:val>
                                        </p:tav>
                                        <p:tav tm="100000">
                                          <p:val>
                                            <p:strVal val="#ppt_x"/>
                                          </p:val>
                                        </p:tav>
                                      </p:tavLst>
                                    </p:anim>
                                    <p:anim calcmode="lin" valueType="num">
                                      <p:cBhvr additive="base">
                                        <p:cTn id="26"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1"/>
                                        </p:tgtEl>
                                        <p:attrNameLst>
                                          <p:attrName>style.visibility</p:attrName>
                                        </p:attrNameLst>
                                      </p:cBhvr>
                                      <p:to>
                                        <p:strVal val="visible"/>
                                      </p:to>
                                    </p:set>
                                    <p:anim calcmode="lin" valueType="num">
                                      <p:cBhvr additive="base">
                                        <p:cTn id="31" dur="500" fill="hold"/>
                                        <p:tgtEl>
                                          <p:spTgt spid="71"/>
                                        </p:tgtEl>
                                        <p:attrNameLst>
                                          <p:attrName>ppt_x</p:attrName>
                                        </p:attrNameLst>
                                      </p:cBhvr>
                                      <p:tavLst>
                                        <p:tav tm="0">
                                          <p:val>
                                            <p:strVal val="#ppt_x"/>
                                          </p:val>
                                        </p:tav>
                                        <p:tav tm="100000">
                                          <p:val>
                                            <p:strVal val="#ppt_x"/>
                                          </p:val>
                                        </p:tav>
                                      </p:tavLst>
                                    </p:anim>
                                    <p:anim calcmode="lin" valueType="num">
                                      <p:cBhvr additive="base">
                                        <p:cTn id="32"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2"/>
                                        </p:tgtEl>
                                        <p:attrNameLst>
                                          <p:attrName>style.visibility</p:attrName>
                                        </p:attrNameLst>
                                      </p:cBhvr>
                                      <p:to>
                                        <p:strVal val="visible"/>
                                      </p:to>
                                    </p:set>
                                    <p:anim calcmode="lin" valueType="num">
                                      <p:cBhvr additive="base">
                                        <p:cTn id="37" dur="500" fill="hold"/>
                                        <p:tgtEl>
                                          <p:spTgt spid="72"/>
                                        </p:tgtEl>
                                        <p:attrNameLst>
                                          <p:attrName>ppt_x</p:attrName>
                                        </p:attrNameLst>
                                      </p:cBhvr>
                                      <p:tavLst>
                                        <p:tav tm="0">
                                          <p:val>
                                            <p:strVal val="#ppt_x"/>
                                          </p:val>
                                        </p:tav>
                                        <p:tav tm="100000">
                                          <p:val>
                                            <p:strVal val="#ppt_x"/>
                                          </p:val>
                                        </p:tav>
                                      </p:tavLst>
                                    </p:anim>
                                    <p:anim calcmode="lin" valueType="num">
                                      <p:cBhvr additive="base">
                                        <p:cTn id="38"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3"/>
                                        </p:tgtEl>
                                        <p:attrNameLst>
                                          <p:attrName>style.visibility</p:attrName>
                                        </p:attrNameLst>
                                      </p:cBhvr>
                                      <p:to>
                                        <p:strVal val="visible"/>
                                      </p:to>
                                    </p:set>
                                    <p:anim calcmode="lin" valueType="num">
                                      <p:cBhvr additive="base">
                                        <p:cTn id="43" dur="500" fill="hold"/>
                                        <p:tgtEl>
                                          <p:spTgt spid="73"/>
                                        </p:tgtEl>
                                        <p:attrNameLst>
                                          <p:attrName>ppt_x</p:attrName>
                                        </p:attrNameLst>
                                      </p:cBhvr>
                                      <p:tavLst>
                                        <p:tav tm="0">
                                          <p:val>
                                            <p:strVal val="#ppt_x"/>
                                          </p:val>
                                        </p:tav>
                                        <p:tav tm="100000">
                                          <p:val>
                                            <p:strVal val="#ppt_x"/>
                                          </p:val>
                                        </p:tav>
                                      </p:tavLst>
                                    </p:anim>
                                    <p:anim calcmode="lin" valueType="num">
                                      <p:cBhvr additive="base">
                                        <p:cTn id="44"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74"/>
                                        </p:tgtEl>
                                        <p:attrNameLst>
                                          <p:attrName>style.visibility</p:attrName>
                                        </p:attrNameLst>
                                      </p:cBhvr>
                                      <p:to>
                                        <p:strVal val="visible"/>
                                      </p:to>
                                    </p:set>
                                    <p:anim calcmode="lin" valueType="num">
                                      <p:cBhvr additive="base">
                                        <p:cTn id="49" dur="500" fill="hold"/>
                                        <p:tgtEl>
                                          <p:spTgt spid="74"/>
                                        </p:tgtEl>
                                        <p:attrNameLst>
                                          <p:attrName>ppt_x</p:attrName>
                                        </p:attrNameLst>
                                      </p:cBhvr>
                                      <p:tavLst>
                                        <p:tav tm="0">
                                          <p:val>
                                            <p:strVal val="#ppt_x"/>
                                          </p:val>
                                        </p:tav>
                                        <p:tav tm="100000">
                                          <p:val>
                                            <p:strVal val="#ppt_x"/>
                                          </p:val>
                                        </p:tav>
                                      </p:tavLst>
                                    </p:anim>
                                    <p:anim calcmode="lin" valueType="num">
                                      <p:cBhvr additive="base">
                                        <p:cTn id="50"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 name="组合 81">
            <a:extLst>
              <a:ext uri="{FF2B5EF4-FFF2-40B4-BE49-F238E27FC236}">
                <a16:creationId xmlns:a16="http://schemas.microsoft.com/office/drawing/2014/main" id="{E1DF432B-9453-4538-A4BB-6C8CEBB545FF}"/>
              </a:ext>
            </a:extLst>
          </p:cNvPr>
          <p:cNvGrpSpPr/>
          <p:nvPr/>
        </p:nvGrpSpPr>
        <p:grpSpPr>
          <a:xfrm>
            <a:off x="2098674" y="2372905"/>
            <a:ext cx="5438775" cy="441325"/>
            <a:chOff x="2092325" y="1643063"/>
            <a:chExt cx="5438775" cy="441325"/>
          </a:xfrm>
        </p:grpSpPr>
        <p:sp>
          <p:nvSpPr>
            <p:cNvPr id="26" name="Rectangle 24">
              <a:extLst>
                <a:ext uri="{FF2B5EF4-FFF2-40B4-BE49-F238E27FC236}">
                  <a16:creationId xmlns:a16="http://schemas.microsoft.com/office/drawing/2014/main" id="{4A297563-FB87-43F0-B663-938F80EE1A9D}"/>
                </a:ext>
              </a:extLst>
            </p:cNvPr>
            <p:cNvSpPr>
              <a:spLocks noChangeArrowheads="1"/>
            </p:cNvSpPr>
            <p:nvPr/>
          </p:nvSpPr>
          <p:spPr bwMode="auto">
            <a:xfrm>
              <a:off x="2092325" y="1668463"/>
              <a:ext cx="60325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*2n</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7" name="Rectangle 25">
              <a:extLst>
                <a:ext uri="{FF2B5EF4-FFF2-40B4-BE49-F238E27FC236}">
                  <a16:creationId xmlns:a16="http://schemas.microsoft.com/office/drawing/2014/main" id="{244C2F29-A714-4F00-B06F-54863F34770A}"/>
                </a:ext>
              </a:extLst>
            </p:cNvPr>
            <p:cNvSpPr>
              <a:spLocks noChangeArrowheads="1"/>
            </p:cNvSpPr>
            <p:nvPr/>
          </p:nvSpPr>
          <p:spPr bwMode="auto">
            <a:xfrm>
              <a:off x="2674938" y="1673226"/>
              <a:ext cx="32861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E</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8" name="Rectangle 26">
              <a:extLst>
                <a:ext uri="{FF2B5EF4-FFF2-40B4-BE49-F238E27FC236}">
                  <a16:creationId xmlns:a16="http://schemas.microsoft.com/office/drawing/2014/main" id="{ABAB9E9E-BBAC-4D43-B5D1-5CA64B90DA0F}"/>
                </a:ext>
              </a:extLst>
            </p:cNvPr>
            <p:cNvSpPr>
              <a:spLocks noChangeArrowheads="1"/>
            </p:cNvSpPr>
            <p:nvPr/>
          </p:nvSpPr>
          <p:spPr bwMode="auto">
            <a:xfrm>
              <a:off x="2878138" y="1668463"/>
              <a:ext cx="303213"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9" name="Rectangle 27">
              <a:extLst>
                <a:ext uri="{FF2B5EF4-FFF2-40B4-BE49-F238E27FC236}">
                  <a16:creationId xmlns:a16="http://schemas.microsoft.com/office/drawing/2014/main" id="{F95712C0-A361-4F96-8D2C-F788BF84D7C3}"/>
                </a:ext>
              </a:extLst>
            </p:cNvPr>
            <p:cNvSpPr>
              <a:spLocks noChangeArrowheads="1"/>
            </p:cNvSpPr>
            <p:nvPr/>
          </p:nvSpPr>
          <p:spPr bwMode="auto">
            <a:xfrm>
              <a:off x="3051175" y="1673226"/>
              <a:ext cx="31115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0" name="Rectangle 28">
              <a:extLst>
                <a:ext uri="{FF2B5EF4-FFF2-40B4-BE49-F238E27FC236}">
                  <a16:creationId xmlns:a16="http://schemas.microsoft.com/office/drawing/2014/main" id="{3A266DDC-258D-49BE-852E-C7D9F572ADAC}"/>
                </a:ext>
              </a:extLst>
            </p:cNvPr>
            <p:cNvSpPr>
              <a:spLocks noChangeArrowheads="1"/>
            </p:cNvSpPr>
            <p:nvPr/>
          </p:nvSpPr>
          <p:spPr bwMode="auto">
            <a:xfrm>
              <a:off x="4619625" y="1668463"/>
              <a:ext cx="608013"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8+5</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1" name="Rectangle 29">
              <a:extLst>
                <a:ext uri="{FF2B5EF4-FFF2-40B4-BE49-F238E27FC236}">
                  <a16:creationId xmlns:a16="http://schemas.microsoft.com/office/drawing/2014/main" id="{93A080B8-5A5E-479B-9B6F-6C59E412FE50}"/>
                </a:ext>
              </a:extLst>
            </p:cNvPr>
            <p:cNvSpPr>
              <a:spLocks noChangeArrowheads="1"/>
            </p:cNvSpPr>
            <p:nvPr/>
          </p:nvSpPr>
          <p:spPr bwMode="auto">
            <a:xfrm>
              <a:off x="6562725" y="1674813"/>
              <a:ext cx="38735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2" name="Rectangle 30">
              <a:extLst>
                <a:ext uri="{FF2B5EF4-FFF2-40B4-BE49-F238E27FC236}">
                  <a16:creationId xmlns:a16="http://schemas.microsoft.com/office/drawing/2014/main" id="{BF3DB8CA-6E0F-4B76-95F1-ECDBD451198C}"/>
                </a:ext>
              </a:extLst>
            </p:cNvPr>
            <p:cNvSpPr>
              <a:spLocks noChangeArrowheads="1"/>
            </p:cNvSpPr>
            <p:nvPr/>
          </p:nvSpPr>
          <p:spPr bwMode="auto">
            <a:xfrm>
              <a:off x="6824663" y="1643063"/>
              <a:ext cx="48736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Symbol" panose="05050102010706020507" pitchFamily="18" charset="2"/>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3" name="Rectangle 31">
              <a:extLst>
                <a:ext uri="{FF2B5EF4-FFF2-40B4-BE49-F238E27FC236}">
                  <a16:creationId xmlns:a16="http://schemas.microsoft.com/office/drawing/2014/main" id="{3C435748-3DA0-46C8-96BE-655F9A9667A7}"/>
                </a:ext>
              </a:extLst>
            </p:cNvPr>
            <p:cNvSpPr>
              <a:spLocks noChangeArrowheads="1"/>
            </p:cNvSpPr>
            <p:nvPr/>
          </p:nvSpPr>
          <p:spPr bwMode="auto">
            <a:xfrm>
              <a:off x="7204075" y="1674813"/>
              <a:ext cx="32702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F</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grpSp>
        <p:nvGrpSpPr>
          <p:cNvPr id="83" name="组合 82">
            <a:extLst>
              <a:ext uri="{FF2B5EF4-FFF2-40B4-BE49-F238E27FC236}">
                <a16:creationId xmlns:a16="http://schemas.microsoft.com/office/drawing/2014/main" id="{6FED653A-C679-4CD6-AAE6-183184750DA7}"/>
              </a:ext>
            </a:extLst>
          </p:cNvPr>
          <p:cNvGrpSpPr/>
          <p:nvPr/>
        </p:nvGrpSpPr>
        <p:grpSpPr>
          <a:xfrm>
            <a:off x="2251074" y="2915830"/>
            <a:ext cx="3135313" cy="409576"/>
            <a:chOff x="2244725" y="2185988"/>
            <a:chExt cx="3135313" cy="409576"/>
          </a:xfrm>
        </p:grpSpPr>
        <p:sp>
          <p:nvSpPr>
            <p:cNvPr id="34" name="Rectangle 32">
              <a:extLst>
                <a:ext uri="{FF2B5EF4-FFF2-40B4-BE49-F238E27FC236}">
                  <a16:creationId xmlns:a16="http://schemas.microsoft.com/office/drawing/2014/main" id="{05B97EEB-1F1D-493D-95F4-5A6CAC6829F3}"/>
                </a:ext>
              </a:extLst>
            </p:cNvPr>
            <p:cNvSpPr>
              <a:spLocks noChangeArrowheads="1"/>
            </p:cNvSpPr>
            <p:nvPr/>
          </p:nvSpPr>
          <p:spPr bwMode="auto">
            <a:xfrm>
              <a:off x="2244725" y="2185988"/>
              <a:ext cx="4508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2n</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5" name="Rectangle 33">
              <a:extLst>
                <a:ext uri="{FF2B5EF4-FFF2-40B4-BE49-F238E27FC236}">
                  <a16:creationId xmlns:a16="http://schemas.microsoft.com/office/drawing/2014/main" id="{4276EFE1-F88D-4E1F-9C73-29B46AB99694}"/>
                </a:ext>
              </a:extLst>
            </p:cNvPr>
            <p:cNvSpPr>
              <a:spLocks noChangeArrowheads="1"/>
            </p:cNvSpPr>
            <p:nvPr/>
          </p:nvSpPr>
          <p:spPr bwMode="auto">
            <a:xfrm>
              <a:off x="2674938" y="2190751"/>
              <a:ext cx="328613"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E</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6" name="Rectangle 34">
              <a:extLst>
                <a:ext uri="{FF2B5EF4-FFF2-40B4-BE49-F238E27FC236}">
                  <a16:creationId xmlns:a16="http://schemas.microsoft.com/office/drawing/2014/main" id="{205032D1-7051-4534-9646-B0B39643709D}"/>
                </a:ext>
              </a:extLst>
            </p:cNvPr>
            <p:cNvSpPr>
              <a:spLocks noChangeArrowheads="1"/>
            </p:cNvSpPr>
            <p:nvPr/>
          </p:nvSpPr>
          <p:spPr bwMode="auto">
            <a:xfrm>
              <a:off x="2878138" y="2185988"/>
              <a:ext cx="30321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7" name="Rectangle 35">
              <a:extLst>
                <a:ext uri="{FF2B5EF4-FFF2-40B4-BE49-F238E27FC236}">
                  <a16:creationId xmlns:a16="http://schemas.microsoft.com/office/drawing/2014/main" id="{B6AAF248-D5CD-449B-B46F-FD414AFE439E}"/>
                </a:ext>
              </a:extLst>
            </p:cNvPr>
            <p:cNvSpPr>
              <a:spLocks noChangeArrowheads="1"/>
            </p:cNvSpPr>
            <p:nvPr/>
          </p:nvSpPr>
          <p:spPr bwMode="auto">
            <a:xfrm>
              <a:off x="3051175" y="2190751"/>
              <a:ext cx="463550"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8" name="Rectangle 36">
              <a:extLst>
                <a:ext uri="{FF2B5EF4-FFF2-40B4-BE49-F238E27FC236}">
                  <a16:creationId xmlns:a16="http://schemas.microsoft.com/office/drawing/2014/main" id="{60D26558-4CDD-4F5C-93A5-BEFA0AEAC6AF}"/>
                </a:ext>
              </a:extLst>
            </p:cNvPr>
            <p:cNvSpPr>
              <a:spLocks noChangeArrowheads="1"/>
            </p:cNvSpPr>
            <p:nvPr/>
          </p:nvSpPr>
          <p:spPr bwMode="auto">
            <a:xfrm>
              <a:off x="4619625" y="2185988"/>
              <a:ext cx="76041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8+5*</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grpSp>
        <p:nvGrpSpPr>
          <p:cNvPr id="84" name="组合 83">
            <a:extLst>
              <a:ext uri="{FF2B5EF4-FFF2-40B4-BE49-F238E27FC236}">
                <a16:creationId xmlns:a16="http://schemas.microsoft.com/office/drawing/2014/main" id="{70EE79E6-5A6D-4F83-B745-63FDA81FA3C5}"/>
              </a:ext>
            </a:extLst>
          </p:cNvPr>
          <p:cNvGrpSpPr/>
          <p:nvPr/>
        </p:nvGrpSpPr>
        <p:grpSpPr>
          <a:xfrm>
            <a:off x="2403474" y="3428593"/>
            <a:ext cx="3135313" cy="409575"/>
            <a:chOff x="2397125" y="2698751"/>
            <a:chExt cx="3135313" cy="409575"/>
          </a:xfrm>
        </p:grpSpPr>
        <p:sp>
          <p:nvSpPr>
            <p:cNvPr id="39" name="Rectangle 37">
              <a:extLst>
                <a:ext uri="{FF2B5EF4-FFF2-40B4-BE49-F238E27FC236}">
                  <a16:creationId xmlns:a16="http://schemas.microsoft.com/office/drawing/2014/main" id="{1334F717-9408-4FA8-B741-1E731AE97C77}"/>
                </a:ext>
              </a:extLst>
            </p:cNvPr>
            <p:cNvSpPr>
              <a:spLocks noChangeArrowheads="1"/>
            </p:cNvSpPr>
            <p:nvPr/>
          </p:nvSpPr>
          <p:spPr bwMode="auto">
            <a:xfrm>
              <a:off x="2397125" y="2698751"/>
              <a:ext cx="2984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n</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0" name="Rectangle 38">
              <a:extLst>
                <a:ext uri="{FF2B5EF4-FFF2-40B4-BE49-F238E27FC236}">
                  <a16:creationId xmlns:a16="http://schemas.microsoft.com/office/drawing/2014/main" id="{1CA44209-A62F-4476-B98D-9AFAD13F1438}"/>
                </a:ext>
              </a:extLst>
            </p:cNvPr>
            <p:cNvSpPr>
              <a:spLocks noChangeArrowheads="1"/>
            </p:cNvSpPr>
            <p:nvPr/>
          </p:nvSpPr>
          <p:spPr bwMode="auto">
            <a:xfrm>
              <a:off x="2674938" y="2703513"/>
              <a:ext cx="328613"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E</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1" name="Rectangle 39">
              <a:extLst>
                <a:ext uri="{FF2B5EF4-FFF2-40B4-BE49-F238E27FC236}">
                  <a16:creationId xmlns:a16="http://schemas.microsoft.com/office/drawing/2014/main" id="{577942B5-F3B8-485B-BD7A-64BFB23F9DCB}"/>
                </a:ext>
              </a:extLst>
            </p:cNvPr>
            <p:cNvSpPr>
              <a:spLocks noChangeArrowheads="1"/>
            </p:cNvSpPr>
            <p:nvPr/>
          </p:nvSpPr>
          <p:spPr bwMode="auto">
            <a:xfrm>
              <a:off x="2878138" y="2698751"/>
              <a:ext cx="30321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2" name="Rectangle 40">
              <a:extLst>
                <a:ext uri="{FF2B5EF4-FFF2-40B4-BE49-F238E27FC236}">
                  <a16:creationId xmlns:a16="http://schemas.microsoft.com/office/drawing/2014/main" id="{5707B440-9091-44C7-B074-CCB397E0AC45}"/>
                </a:ext>
              </a:extLst>
            </p:cNvPr>
            <p:cNvSpPr>
              <a:spLocks noChangeArrowheads="1"/>
            </p:cNvSpPr>
            <p:nvPr/>
          </p:nvSpPr>
          <p:spPr bwMode="auto">
            <a:xfrm>
              <a:off x="3051175" y="2703513"/>
              <a:ext cx="463550"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3" name="Rectangle 41">
              <a:extLst>
                <a:ext uri="{FF2B5EF4-FFF2-40B4-BE49-F238E27FC236}">
                  <a16:creationId xmlns:a16="http://schemas.microsoft.com/office/drawing/2014/main" id="{4B03C290-4B76-43B2-A8BB-116260538668}"/>
                </a:ext>
              </a:extLst>
            </p:cNvPr>
            <p:cNvSpPr>
              <a:spLocks noChangeArrowheads="1"/>
            </p:cNvSpPr>
            <p:nvPr/>
          </p:nvSpPr>
          <p:spPr bwMode="auto">
            <a:xfrm>
              <a:off x="3390900" y="2698751"/>
              <a:ext cx="280988"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2</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4" name="Rectangle 42">
              <a:extLst>
                <a:ext uri="{FF2B5EF4-FFF2-40B4-BE49-F238E27FC236}">
                  <a16:creationId xmlns:a16="http://schemas.microsoft.com/office/drawing/2014/main" id="{1DAF417A-27DB-4D83-9CD7-A475B7BD441E}"/>
                </a:ext>
              </a:extLst>
            </p:cNvPr>
            <p:cNvSpPr>
              <a:spLocks noChangeArrowheads="1"/>
            </p:cNvSpPr>
            <p:nvPr/>
          </p:nvSpPr>
          <p:spPr bwMode="auto">
            <a:xfrm>
              <a:off x="4619625" y="2698751"/>
              <a:ext cx="91281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8+5*2</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grpSp>
        <p:nvGrpSpPr>
          <p:cNvPr id="92" name="组合 91">
            <a:extLst>
              <a:ext uri="{FF2B5EF4-FFF2-40B4-BE49-F238E27FC236}">
                <a16:creationId xmlns:a16="http://schemas.microsoft.com/office/drawing/2014/main" id="{CFBB732F-32C7-44BE-9B25-2B63D052E986}"/>
              </a:ext>
            </a:extLst>
          </p:cNvPr>
          <p:cNvGrpSpPr/>
          <p:nvPr/>
        </p:nvGrpSpPr>
        <p:grpSpPr>
          <a:xfrm>
            <a:off x="671512" y="1825218"/>
            <a:ext cx="7800975" cy="4681538"/>
            <a:chOff x="671512" y="1825218"/>
            <a:chExt cx="7800975" cy="4681538"/>
          </a:xfrm>
        </p:grpSpPr>
        <p:sp>
          <p:nvSpPr>
            <p:cNvPr id="7" name="Line 5">
              <a:extLst>
                <a:ext uri="{FF2B5EF4-FFF2-40B4-BE49-F238E27FC236}">
                  <a16:creationId xmlns:a16="http://schemas.microsoft.com/office/drawing/2014/main" id="{3FC962AE-AA85-496B-9BC3-418B8B9ADC88}"/>
                </a:ext>
              </a:extLst>
            </p:cNvPr>
            <p:cNvSpPr>
              <a:spLocks noChangeShapeType="1"/>
            </p:cNvSpPr>
            <p:nvPr/>
          </p:nvSpPr>
          <p:spPr bwMode="auto">
            <a:xfrm>
              <a:off x="2627312" y="1825218"/>
              <a:ext cx="0" cy="4681538"/>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Line 6">
              <a:extLst>
                <a:ext uri="{FF2B5EF4-FFF2-40B4-BE49-F238E27FC236}">
                  <a16:creationId xmlns:a16="http://schemas.microsoft.com/office/drawing/2014/main" id="{8E3103D6-FFFF-4584-8F24-E99E56355BB7}"/>
                </a:ext>
              </a:extLst>
            </p:cNvPr>
            <p:cNvSpPr>
              <a:spLocks noChangeShapeType="1"/>
            </p:cNvSpPr>
            <p:nvPr/>
          </p:nvSpPr>
          <p:spPr bwMode="auto">
            <a:xfrm>
              <a:off x="4571999" y="1825218"/>
              <a:ext cx="0" cy="4681538"/>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Line 7">
              <a:extLst>
                <a:ext uri="{FF2B5EF4-FFF2-40B4-BE49-F238E27FC236}">
                  <a16:creationId xmlns:a16="http://schemas.microsoft.com/office/drawing/2014/main" id="{51903F81-2449-4B9D-A585-9C3E6038AE63}"/>
                </a:ext>
              </a:extLst>
            </p:cNvPr>
            <p:cNvSpPr>
              <a:spLocks noChangeShapeType="1"/>
            </p:cNvSpPr>
            <p:nvPr/>
          </p:nvSpPr>
          <p:spPr bwMode="auto">
            <a:xfrm>
              <a:off x="6515099" y="1825218"/>
              <a:ext cx="0" cy="4681538"/>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Line 8">
              <a:extLst>
                <a:ext uri="{FF2B5EF4-FFF2-40B4-BE49-F238E27FC236}">
                  <a16:creationId xmlns:a16="http://schemas.microsoft.com/office/drawing/2014/main" id="{F0350DA3-7BFD-4320-96AF-1D5DA3D42A7F}"/>
                </a:ext>
              </a:extLst>
            </p:cNvPr>
            <p:cNvSpPr>
              <a:spLocks noChangeShapeType="1"/>
            </p:cNvSpPr>
            <p:nvPr/>
          </p:nvSpPr>
          <p:spPr bwMode="auto">
            <a:xfrm>
              <a:off x="671512" y="2353855"/>
              <a:ext cx="7800975" cy="0"/>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Line 9">
              <a:extLst>
                <a:ext uri="{FF2B5EF4-FFF2-40B4-BE49-F238E27FC236}">
                  <a16:creationId xmlns:a16="http://schemas.microsoft.com/office/drawing/2014/main" id="{E3EADC27-17E7-4524-AA8E-129457246AE1}"/>
                </a:ext>
              </a:extLst>
            </p:cNvPr>
            <p:cNvSpPr>
              <a:spLocks noChangeShapeType="1"/>
            </p:cNvSpPr>
            <p:nvPr/>
          </p:nvSpPr>
          <p:spPr bwMode="auto">
            <a:xfrm>
              <a:off x="671512" y="2869793"/>
              <a:ext cx="7800975" cy="0"/>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Line 10">
              <a:extLst>
                <a:ext uri="{FF2B5EF4-FFF2-40B4-BE49-F238E27FC236}">
                  <a16:creationId xmlns:a16="http://schemas.microsoft.com/office/drawing/2014/main" id="{B45FE053-EAAB-423B-B9C0-E2800943331A}"/>
                </a:ext>
              </a:extLst>
            </p:cNvPr>
            <p:cNvSpPr>
              <a:spLocks noChangeShapeType="1"/>
            </p:cNvSpPr>
            <p:nvPr/>
          </p:nvSpPr>
          <p:spPr bwMode="auto">
            <a:xfrm>
              <a:off x="671512" y="3384143"/>
              <a:ext cx="7800975" cy="0"/>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Line 11">
              <a:extLst>
                <a:ext uri="{FF2B5EF4-FFF2-40B4-BE49-F238E27FC236}">
                  <a16:creationId xmlns:a16="http://schemas.microsoft.com/office/drawing/2014/main" id="{5D14D4A6-D66A-4EDD-8AF3-FBA76185E38A}"/>
                </a:ext>
              </a:extLst>
            </p:cNvPr>
            <p:cNvSpPr>
              <a:spLocks noChangeShapeType="1"/>
            </p:cNvSpPr>
            <p:nvPr/>
          </p:nvSpPr>
          <p:spPr bwMode="auto">
            <a:xfrm>
              <a:off x="671512" y="3898493"/>
              <a:ext cx="7800975" cy="0"/>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Line 12">
              <a:extLst>
                <a:ext uri="{FF2B5EF4-FFF2-40B4-BE49-F238E27FC236}">
                  <a16:creationId xmlns:a16="http://schemas.microsoft.com/office/drawing/2014/main" id="{FF10CD1F-E4E6-42B0-BC7D-91C0DBD4A6EC}"/>
                </a:ext>
              </a:extLst>
            </p:cNvPr>
            <p:cNvSpPr>
              <a:spLocks noChangeShapeType="1"/>
            </p:cNvSpPr>
            <p:nvPr/>
          </p:nvSpPr>
          <p:spPr bwMode="auto">
            <a:xfrm>
              <a:off x="671512" y="4412843"/>
              <a:ext cx="7800975" cy="0"/>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Line 13">
              <a:extLst>
                <a:ext uri="{FF2B5EF4-FFF2-40B4-BE49-F238E27FC236}">
                  <a16:creationId xmlns:a16="http://schemas.microsoft.com/office/drawing/2014/main" id="{838E0E82-8090-4C75-9A8D-AF3A594247B9}"/>
                </a:ext>
              </a:extLst>
            </p:cNvPr>
            <p:cNvSpPr>
              <a:spLocks noChangeShapeType="1"/>
            </p:cNvSpPr>
            <p:nvPr/>
          </p:nvSpPr>
          <p:spPr bwMode="auto">
            <a:xfrm>
              <a:off x="671512" y="4947830"/>
              <a:ext cx="7800975" cy="0"/>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Line 14">
              <a:extLst>
                <a:ext uri="{FF2B5EF4-FFF2-40B4-BE49-F238E27FC236}">
                  <a16:creationId xmlns:a16="http://schemas.microsoft.com/office/drawing/2014/main" id="{5B610EEA-FB63-492A-91F5-93D63444D152}"/>
                </a:ext>
              </a:extLst>
            </p:cNvPr>
            <p:cNvSpPr>
              <a:spLocks noChangeShapeType="1"/>
            </p:cNvSpPr>
            <p:nvPr/>
          </p:nvSpPr>
          <p:spPr bwMode="auto">
            <a:xfrm>
              <a:off x="671512" y="5462180"/>
              <a:ext cx="7800975" cy="0"/>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Line 15">
              <a:extLst>
                <a:ext uri="{FF2B5EF4-FFF2-40B4-BE49-F238E27FC236}">
                  <a16:creationId xmlns:a16="http://schemas.microsoft.com/office/drawing/2014/main" id="{F7329129-2519-46C6-AA78-39567F04FC29}"/>
                </a:ext>
              </a:extLst>
            </p:cNvPr>
            <p:cNvSpPr>
              <a:spLocks noChangeShapeType="1"/>
            </p:cNvSpPr>
            <p:nvPr/>
          </p:nvSpPr>
          <p:spPr bwMode="auto">
            <a:xfrm>
              <a:off x="671512" y="5978118"/>
              <a:ext cx="7800975" cy="0"/>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Line 16">
              <a:extLst>
                <a:ext uri="{FF2B5EF4-FFF2-40B4-BE49-F238E27FC236}">
                  <a16:creationId xmlns:a16="http://schemas.microsoft.com/office/drawing/2014/main" id="{0578C21D-CB37-49FC-8CAE-DC8F9D3C9E3C}"/>
                </a:ext>
              </a:extLst>
            </p:cNvPr>
            <p:cNvSpPr>
              <a:spLocks noChangeShapeType="1"/>
            </p:cNvSpPr>
            <p:nvPr/>
          </p:nvSpPr>
          <p:spPr bwMode="auto">
            <a:xfrm>
              <a:off x="685799" y="1825218"/>
              <a:ext cx="0" cy="4681538"/>
            </a:xfrm>
            <a:prstGeom prst="line">
              <a:avLst/>
            </a:prstGeom>
            <a:noFill/>
            <a:ln w="2857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Line 17">
              <a:extLst>
                <a:ext uri="{FF2B5EF4-FFF2-40B4-BE49-F238E27FC236}">
                  <a16:creationId xmlns:a16="http://schemas.microsoft.com/office/drawing/2014/main" id="{2394003A-63D7-4987-ADA1-28C49527416F}"/>
                </a:ext>
              </a:extLst>
            </p:cNvPr>
            <p:cNvSpPr>
              <a:spLocks noChangeShapeType="1"/>
            </p:cNvSpPr>
            <p:nvPr/>
          </p:nvSpPr>
          <p:spPr bwMode="auto">
            <a:xfrm>
              <a:off x="8458199" y="1825218"/>
              <a:ext cx="0" cy="4681538"/>
            </a:xfrm>
            <a:prstGeom prst="line">
              <a:avLst/>
            </a:prstGeom>
            <a:noFill/>
            <a:ln w="2857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Line 18">
              <a:extLst>
                <a:ext uri="{FF2B5EF4-FFF2-40B4-BE49-F238E27FC236}">
                  <a16:creationId xmlns:a16="http://schemas.microsoft.com/office/drawing/2014/main" id="{B6E04430-B4AE-485F-AC25-50109ECA53DE}"/>
                </a:ext>
              </a:extLst>
            </p:cNvPr>
            <p:cNvSpPr>
              <a:spLocks noChangeShapeType="1"/>
            </p:cNvSpPr>
            <p:nvPr/>
          </p:nvSpPr>
          <p:spPr bwMode="auto">
            <a:xfrm>
              <a:off x="671512" y="1839505"/>
              <a:ext cx="7800975" cy="0"/>
            </a:xfrm>
            <a:prstGeom prst="line">
              <a:avLst/>
            </a:prstGeom>
            <a:noFill/>
            <a:ln w="2857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Line 19">
              <a:extLst>
                <a:ext uri="{FF2B5EF4-FFF2-40B4-BE49-F238E27FC236}">
                  <a16:creationId xmlns:a16="http://schemas.microsoft.com/office/drawing/2014/main" id="{2DBF468B-A414-4B72-8B1A-C6B2932C6F41}"/>
                </a:ext>
              </a:extLst>
            </p:cNvPr>
            <p:cNvSpPr>
              <a:spLocks noChangeShapeType="1"/>
            </p:cNvSpPr>
            <p:nvPr/>
          </p:nvSpPr>
          <p:spPr bwMode="auto">
            <a:xfrm>
              <a:off x="671512" y="6492468"/>
              <a:ext cx="7800975" cy="0"/>
            </a:xfrm>
            <a:prstGeom prst="line">
              <a:avLst/>
            </a:prstGeom>
            <a:noFill/>
            <a:ln w="2857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Rectangle 20">
              <a:extLst>
                <a:ext uri="{FF2B5EF4-FFF2-40B4-BE49-F238E27FC236}">
                  <a16:creationId xmlns:a16="http://schemas.microsoft.com/office/drawing/2014/main" id="{2BBD8F42-56BF-48CF-9BFC-82D5A87A1A13}"/>
                </a:ext>
              </a:extLst>
            </p:cNvPr>
            <p:cNvSpPr>
              <a:spLocks noChangeArrowheads="1"/>
            </p:cNvSpPr>
            <p:nvPr/>
          </p:nvSpPr>
          <p:spPr bwMode="auto">
            <a:xfrm>
              <a:off x="1352549" y="1906180"/>
              <a:ext cx="45720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输入</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3" name="Rectangle 21">
              <a:extLst>
                <a:ext uri="{FF2B5EF4-FFF2-40B4-BE49-F238E27FC236}">
                  <a16:creationId xmlns:a16="http://schemas.microsoft.com/office/drawing/2014/main" id="{BA00CB66-20FD-49EB-BF1B-04579D9C2F96}"/>
                </a:ext>
              </a:extLst>
            </p:cNvPr>
            <p:cNvSpPr>
              <a:spLocks noChangeArrowheads="1"/>
            </p:cNvSpPr>
            <p:nvPr/>
          </p:nvSpPr>
          <p:spPr bwMode="auto">
            <a:xfrm>
              <a:off x="3309937" y="1888718"/>
              <a:ext cx="700088"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state</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4" name="Rectangle 22">
              <a:extLst>
                <a:ext uri="{FF2B5EF4-FFF2-40B4-BE49-F238E27FC236}">
                  <a16:creationId xmlns:a16="http://schemas.microsoft.com/office/drawing/2014/main" id="{9AE9B4EE-5C76-4A5D-9B15-83999E364A8A}"/>
                </a:ext>
              </a:extLst>
            </p:cNvPr>
            <p:cNvSpPr>
              <a:spLocks noChangeArrowheads="1"/>
            </p:cNvSpPr>
            <p:nvPr/>
          </p:nvSpPr>
          <p:spPr bwMode="auto">
            <a:xfrm>
              <a:off x="5357812" y="1888718"/>
              <a:ext cx="496888"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val</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5" name="Rectangle 23">
              <a:extLst>
                <a:ext uri="{FF2B5EF4-FFF2-40B4-BE49-F238E27FC236}">
                  <a16:creationId xmlns:a16="http://schemas.microsoft.com/office/drawing/2014/main" id="{710FFDE6-71CD-49FB-9FE3-B9320B2332E4}"/>
                </a:ext>
              </a:extLst>
            </p:cNvPr>
            <p:cNvSpPr>
              <a:spLocks noChangeArrowheads="1"/>
            </p:cNvSpPr>
            <p:nvPr/>
          </p:nvSpPr>
          <p:spPr bwMode="auto">
            <a:xfrm>
              <a:off x="6724649" y="1906180"/>
              <a:ext cx="91440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所用产生式</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grpSp>
        <p:nvGrpSpPr>
          <p:cNvPr id="93" name="组合 92">
            <a:extLst>
              <a:ext uri="{FF2B5EF4-FFF2-40B4-BE49-F238E27FC236}">
                <a16:creationId xmlns:a16="http://schemas.microsoft.com/office/drawing/2014/main" id="{6C827C96-2FF9-4130-967B-DE2997090804}"/>
              </a:ext>
            </a:extLst>
          </p:cNvPr>
          <p:cNvGrpSpPr/>
          <p:nvPr/>
        </p:nvGrpSpPr>
        <p:grpSpPr>
          <a:xfrm>
            <a:off x="2403474" y="3917543"/>
            <a:ext cx="5540376" cy="439738"/>
            <a:chOff x="2403474" y="3917543"/>
            <a:chExt cx="5540376" cy="439738"/>
          </a:xfrm>
        </p:grpSpPr>
        <p:sp>
          <p:nvSpPr>
            <p:cNvPr id="48" name="Rectangle 46">
              <a:extLst>
                <a:ext uri="{FF2B5EF4-FFF2-40B4-BE49-F238E27FC236}">
                  <a16:creationId xmlns:a16="http://schemas.microsoft.com/office/drawing/2014/main" id="{3A7D379A-5ED5-452F-B99A-850C4D5281A3}"/>
                </a:ext>
              </a:extLst>
            </p:cNvPr>
            <p:cNvSpPr>
              <a:spLocks noChangeArrowheads="1"/>
            </p:cNvSpPr>
            <p:nvPr/>
          </p:nvSpPr>
          <p:spPr bwMode="auto">
            <a:xfrm>
              <a:off x="3057524" y="3947705"/>
              <a:ext cx="666750"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T*F</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5" name="Rectangle 43">
              <a:extLst>
                <a:ext uri="{FF2B5EF4-FFF2-40B4-BE49-F238E27FC236}">
                  <a16:creationId xmlns:a16="http://schemas.microsoft.com/office/drawing/2014/main" id="{ACB1CBA9-2EB5-45C0-8BE2-499EDED83C15}"/>
                </a:ext>
              </a:extLst>
            </p:cNvPr>
            <p:cNvSpPr>
              <a:spLocks noChangeArrowheads="1"/>
            </p:cNvSpPr>
            <p:nvPr/>
          </p:nvSpPr>
          <p:spPr bwMode="auto">
            <a:xfrm>
              <a:off x="2403474" y="3942943"/>
              <a:ext cx="2984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n</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6" name="Rectangle 44">
              <a:extLst>
                <a:ext uri="{FF2B5EF4-FFF2-40B4-BE49-F238E27FC236}">
                  <a16:creationId xmlns:a16="http://schemas.microsoft.com/office/drawing/2014/main" id="{3B776426-D057-4872-95BF-9EC32EEDEB8D}"/>
                </a:ext>
              </a:extLst>
            </p:cNvPr>
            <p:cNvSpPr>
              <a:spLocks noChangeArrowheads="1"/>
            </p:cNvSpPr>
            <p:nvPr/>
          </p:nvSpPr>
          <p:spPr bwMode="auto">
            <a:xfrm>
              <a:off x="2681287" y="3947705"/>
              <a:ext cx="328613"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E</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7" name="Rectangle 45">
              <a:extLst>
                <a:ext uri="{FF2B5EF4-FFF2-40B4-BE49-F238E27FC236}">
                  <a16:creationId xmlns:a16="http://schemas.microsoft.com/office/drawing/2014/main" id="{9D7A319C-F077-4B1B-87AF-56487DA148A5}"/>
                </a:ext>
              </a:extLst>
            </p:cNvPr>
            <p:cNvSpPr>
              <a:spLocks noChangeArrowheads="1"/>
            </p:cNvSpPr>
            <p:nvPr/>
          </p:nvSpPr>
          <p:spPr bwMode="auto">
            <a:xfrm>
              <a:off x="2884487" y="3942943"/>
              <a:ext cx="30321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9" name="Rectangle 47">
              <a:extLst>
                <a:ext uri="{FF2B5EF4-FFF2-40B4-BE49-F238E27FC236}">
                  <a16:creationId xmlns:a16="http://schemas.microsoft.com/office/drawing/2014/main" id="{62886FD4-3A98-48DC-964E-089468C84532}"/>
                </a:ext>
              </a:extLst>
            </p:cNvPr>
            <p:cNvSpPr>
              <a:spLocks noChangeArrowheads="1"/>
            </p:cNvSpPr>
            <p:nvPr/>
          </p:nvSpPr>
          <p:spPr bwMode="auto">
            <a:xfrm>
              <a:off x="4625974" y="3942943"/>
              <a:ext cx="91281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8+5*2</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0" name="Rectangle 48">
              <a:extLst>
                <a:ext uri="{FF2B5EF4-FFF2-40B4-BE49-F238E27FC236}">
                  <a16:creationId xmlns:a16="http://schemas.microsoft.com/office/drawing/2014/main" id="{C39973FC-B9B8-4BEC-8A97-377EB7BFE0B0}"/>
                </a:ext>
              </a:extLst>
            </p:cNvPr>
            <p:cNvSpPr>
              <a:spLocks noChangeArrowheads="1"/>
            </p:cNvSpPr>
            <p:nvPr/>
          </p:nvSpPr>
          <p:spPr bwMode="auto">
            <a:xfrm>
              <a:off x="6569074" y="3949293"/>
              <a:ext cx="404813"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F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1" name="Rectangle 49">
              <a:extLst>
                <a:ext uri="{FF2B5EF4-FFF2-40B4-BE49-F238E27FC236}">
                  <a16:creationId xmlns:a16="http://schemas.microsoft.com/office/drawing/2014/main" id="{74EC502F-6B7E-4178-A197-3525CA23D8C2}"/>
                </a:ext>
              </a:extLst>
            </p:cNvPr>
            <p:cNvSpPr>
              <a:spLocks noChangeArrowheads="1"/>
            </p:cNvSpPr>
            <p:nvPr/>
          </p:nvSpPr>
          <p:spPr bwMode="auto">
            <a:xfrm>
              <a:off x="6843712" y="3917543"/>
              <a:ext cx="485775"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Symbol" panose="05050102010706020507" pitchFamily="18" charset="2"/>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2" name="Rectangle 50">
              <a:extLst>
                <a:ext uri="{FF2B5EF4-FFF2-40B4-BE49-F238E27FC236}">
                  <a16:creationId xmlns:a16="http://schemas.microsoft.com/office/drawing/2014/main" id="{7A8EB80A-304D-4D4F-8C44-2CF93CA8A217}"/>
                </a:ext>
              </a:extLst>
            </p:cNvPr>
            <p:cNvSpPr>
              <a:spLocks noChangeArrowheads="1"/>
            </p:cNvSpPr>
            <p:nvPr/>
          </p:nvSpPr>
          <p:spPr bwMode="auto">
            <a:xfrm>
              <a:off x="7221537" y="3944530"/>
              <a:ext cx="72231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digit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grpSp>
        <p:nvGrpSpPr>
          <p:cNvPr id="86" name="组合 85">
            <a:extLst>
              <a:ext uri="{FF2B5EF4-FFF2-40B4-BE49-F238E27FC236}">
                <a16:creationId xmlns:a16="http://schemas.microsoft.com/office/drawing/2014/main" id="{BF875737-2DB5-4FA4-891B-3982100FD5CE}"/>
              </a:ext>
            </a:extLst>
          </p:cNvPr>
          <p:cNvGrpSpPr/>
          <p:nvPr/>
        </p:nvGrpSpPr>
        <p:grpSpPr>
          <a:xfrm>
            <a:off x="2403474" y="4435068"/>
            <a:ext cx="5600701" cy="441325"/>
            <a:chOff x="2397125" y="3705226"/>
            <a:chExt cx="5600701" cy="441325"/>
          </a:xfrm>
        </p:grpSpPr>
        <p:sp>
          <p:nvSpPr>
            <p:cNvPr id="53" name="Rectangle 51">
              <a:extLst>
                <a:ext uri="{FF2B5EF4-FFF2-40B4-BE49-F238E27FC236}">
                  <a16:creationId xmlns:a16="http://schemas.microsoft.com/office/drawing/2014/main" id="{1B239E9F-A6CA-45EC-9392-FD2D6BE248F6}"/>
                </a:ext>
              </a:extLst>
            </p:cNvPr>
            <p:cNvSpPr>
              <a:spLocks noChangeArrowheads="1"/>
            </p:cNvSpPr>
            <p:nvPr/>
          </p:nvSpPr>
          <p:spPr bwMode="auto">
            <a:xfrm>
              <a:off x="2397125" y="3727451"/>
              <a:ext cx="2984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n</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4" name="Rectangle 52">
              <a:extLst>
                <a:ext uri="{FF2B5EF4-FFF2-40B4-BE49-F238E27FC236}">
                  <a16:creationId xmlns:a16="http://schemas.microsoft.com/office/drawing/2014/main" id="{C09E1BDA-E6C0-4ECE-A0DF-93F69715253F}"/>
                </a:ext>
              </a:extLst>
            </p:cNvPr>
            <p:cNvSpPr>
              <a:spLocks noChangeArrowheads="1"/>
            </p:cNvSpPr>
            <p:nvPr/>
          </p:nvSpPr>
          <p:spPr bwMode="auto">
            <a:xfrm>
              <a:off x="2674938" y="3732213"/>
              <a:ext cx="32861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E</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5" name="Rectangle 53">
              <a:extLst>
                <a:ext uri="{FF2B5EF4-FFF2-40B4-BE49-F238E27FC236}">
                  <a16:creationId xmlns:a16="http://schemas.microsoft.com/office/drawing/2014/main" id="{CE584957-AC2D-44E1-8089-CF92D1138933}"/>
                </a:ext>
              </a:extLst>
            </p:cNvPr>
            <p:cNvSpPr>
              <a:spLocks noChangeArrowheads="1"/>
            </p:cNvSpPr>
            <p:nvPr/>
          </p:nvSpPr>
          <p:spPr bwMode="auto">
            <a:xfrm>
              <a:off x="2878138" y="3727451"/>
              <a:ext cx="30321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6" name="Rectangle 54">
              <a:extLst>
                <a:ext uri="{FF2B5EF4-FFF2-40B4-BE49-F238E27FC236}">
                  <a16:creationId xmlns:a16="http://schemas.microsoft.com/office/drawing/2014/main" id="{0D4F9DB1-7AC7-480D-B70E-5136C3E2E6E6}"/>
                </a:ext>
              </a:extLst>
            </p:cNvPr>
            <p:cNvSpPr>
              <a:spLocks noChangeArrowheads="1"/>
            </p:cNvSpPr>
            <p:nvPr/>
          </p:nvSpPr>
          <p:spPr bwMode="auto">
            <a:xfrm>
              <a:off x="3051175" y="3732213"/>
              <a:ext cx="31115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7" name="Rectangle 55">
              <a:extLst>
                <a:ext uri="{FF2B5EF4-FFF2-40B4-BE49-F238E27FC236}">
                  <a16:creationId xmlns:a16="http://schemas.microsoft.com/office/drawing/2014/main" id="{8303C365-A110-41A7-A9C3-4526823C72C2}"/>
                </a:ext>
              </a:extLst>
            </p:cNvPr>
            <p:cNvSpPr>
              <a:spLocks noChangeArrowheads="1"/>
            </p:cNvSpPr>
            <p:nvPr/>
          </p:nvSpPr>
          <p:spPr bwMode="auto">
            <a:xfrm>
              <a:off x="4619625" y="3727451"/>
              <a:ext cx="76041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8+10</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8" name="Rectangle 56">
              <a:extLst>
                <a:ext uri="{FF2B5EF4-FFF2-40B4-BE49-F238E27FC236}">
                  <a16:creationId xmlns:a16="http://schemas.microsoft.com/office/drawing/2014/main" id="{1E78416D-0A76-4E57-A2B1-088A2E6CD6D4}"/>
                </a:ext>
              </a:extLst>
            </p:cNvPr>
            <p:cNvSpPr>
              <a:spLocks noChangeArrowheads="1"/>
            </p:cNvSpPr>
            <p:nvPr/>
          </p:nvSpPr>
          <p:spPr bwMode="auto">
            <a:xfrm>
              <a:off x="6562725" y="3736976"/>
              <a:ext cx="387350"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9" name="Rectangle 57">
              <a:extLst>
                <a:ext uri="{FF2B5EF4-FFF2-40B4-BE49-F238E27FC236}">
                  <a16:creationId xmlns:a16="http://schemas.microsoft.com/office/drawing/2014/main" id="{2E065FFF-1AF4-42CB-AABE-7B9AFC20EC2F}"/>
                </a:ext>
              </a:extLst>
            </p:cNvPr>
            <p:cNvSpPr>
              <a:spLocks noChangeArrowheads="1"/>
            </p:cNvSpPr>
            <p:nvPr/>
          </p:nvSpPr>
          <p:spPr bwMode="auto">
            <a:xfrm>
              <a:off x="6824663" y="3705226"/>
              <a:ext cx="48736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Symbol" panose="05050102010706020507" pitchFamily="18" charset="2"/>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0" name="Rectangle 58">
              <a:extLst>
                <a:ext uri="{FF2B5EF4-FFF2-40B4-BE49-F238E27FC236}">
                  <a16:creationId xmlns:a16="http://schemas.microsoft.com/office/drawing/2014/main" id="{1BC64DE6-D68C-4FB1-9A52-BC0895442AE3}"/>
                </a:ext>
              </a:extLst>
            </p:cNvPr>
            <p:cNvSpPr>
              <a:spLocks noChangeArrowheads="1"/>
            </p:cNvSpPr>
            <p:nvPr/>
          </p:nvSpPr>
          <p:spPr bwMode="auto">
            <a:xfrm>
              <a:off x="7204075" y="3736976"/>
              <a:ext cx="309563"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1" name="Rectangle 59">
              <a:extLst>
                <a:ext uri="{FF2B5EF4-FFF2-40B4-BE49-F238E27FC236}">
                  <a16:creationId xmlns:a16="http://schemas.microsoft.com/office/drawing/2014/main" id="{C5A27A63-C050-4A09-9A67-124621261759}"/>
                </a:ext>
              </a:extLst>
            </p:cNvPr>
            <p:cNvSpPr>
              <a:spLocks noChangeArrowheads="1"/>
            </p:cNvSpPr>
            <p:nvPr/>
          </p:nvSpPr>
          <p:spPr bwMode="auto">
            <a:xfrm>
              <a:off x="7439025" y="3749676"/>
              <a:ext cx="307975"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宋体" panose="02010600030101010101" pitchFamily="2" charset="-122"/>
                  <a:ea typeface="宋体" panose="02010600030101010101" pitchFamily="2" charset="-122"/>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2" name="Rectangle 60">
              <a:extLst>
                <a:ext uri="{FF2B5EF4-FFF2-40B4-BE49-F238E27FC236}">
                  <a16:creationId xmlns:a16="http://schemas.microsoft.com/office/drawing/2014/main" id="{9F3DDA67-86E8-4C90-B493-99ECF3C226E6}"/>
                </a:ext>
              </a:extLst>
            </p:cNvPr>
            <p:cNvSpPr>
              <a:spLocks noChangeArrowheads="1"/>
            </p:cNvSpPr>
            <p:nvPr/>
          </p:nvSpPr>
          <p:spPr bwMode="auto">
            <a:xfrm>
              <a:off x="7669213" y="3736976"/>
              <a:ext cx="328613"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F</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grpSp>
        <p:nvGrpSpPr>
          <p:cNvPr id="87" name="组合 86">
            <a:extLst>
              <a:ext uri="{FF2B5EF4-FFF2-40B4-BE49-F238E27FC236}">
                <a16:creationId xmlns:a16="http://schemas.microsoft.com/office/drawing/2014/main" id="{2D27FF75-BFE8-4180-924B-056A9B2D3E0F}"/>
              </a:ext>
            </a:extLst>
          </p:cNvPr>
          <p:cNvGrpSpPr/>
          <p:nvPr/>
        </p:nvGrpSpPr>
        <p:grpSpPr>
          <a:xfrm>
            <a:off x="2403474" y="4966880"/>
            <a:ext cx="5637213" cy="441325"/>
            <a:chOff x="2397125" y="4237038"/>
            <a:chExt cx="5637213" cy="441325"/>
          </a:xfrm>
        </p:grpSpPr>
        <p:sp>
          <p:nvSpPr>
            <p:cNvPr id="63" name="Rectangle 61">
              <a:extLst>
                <a:ext uri="{FF2B5EF4-FFF2-40B4-BE49-F238E27FC236}">
                  <a16:creationId xmlns:a16="http://schemas.microsoft.com/office/drawing/2014/main" id="{97B84383-2733-424F-B1C5-FFB32A31BF11}"/>
                </a:ext>
              </a:extLst>
            </p:cNvPr>
            <p:cNvSpPr>
              <a:spLocks noChangeArrowheads="1"/>
            </p:cNvSpPr>
            <p:nvPr/>
          </p:nvSpPr>
          <p:spPr bwMode="auto">
            <a:xfrm>
              <a:off x="2397125" y="4262438"/>
              <a:ext cx="29845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n</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4" name="Rectangle 62">
              <a:extLst>
                <a:ext uri="{FF2B5EF4-FFF2-40B4-BE49-F238E27FC236}">
                  <a16:creationId xmlns:a16="http://schemas.microsoft.com/office/drawing/2014/main" id="{6A16BF8A-B109-4144-9CA4-4D467A982C37}"/>
                </a:ext>
              </a:extLst>
            </p:cNvPr>
            <p:cNvSpPr>
              <a:spLocks noChangeArrowheads="1"/>
            </p:cNvSpPr>
            <p:nvPr/>
          </p:nvSpPr>
          <p:spPr bwMode="auto">
            <a:xfrm>
              <a:off x="2674938" y="4267201"/>
              <a:ext cx="32861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E</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5" name="Rectangle 63">
              <a:extLst>
                <a:ext uri="{FF2B5EF4-FFF2-40B4-BE49-F238E27FC236}">
                  <a16:creationId xmlns:a16="http://schemas.microsoft.com/office/drawing/2014/main" id="{673F59EA-C48F-4217-B0E4-499A119CB015}"/>
                </a:ext>
              </a:extLst>
            </p:cNvPr>
            <p:cNvSpPr>
              <a:spLocks noChangeArrowheads="1"/>
            </p:cNvSpPr>
            <p:nvPr/>
          </p:nvSpPr>
          <p:spPr bwMode="auto">
            <a:xfrm>
              <a:off x="4619625" y="4262438"/>
              <a:ext cx="434975"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18</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6" name="Rectangle 64">
              <a:extLst>
                <a:ext uri="{FF2B5EF4-FFF2-40B4-BE49-F238E27FC236}">
                  <a16:creationId xmlns:a16="http://schemas.microsoft.com/office/drawing/2014/main" id="{B0C85333-B9E1-4CCB-8ABF-4BDB438D787B}"/>
                </a:ext>
              </a:extLst>
            </p:cNvPr>
            <p:cNvSpPr>
              <a:spLocks noChangeArrowheads="1"/>
            </p:cNvSpPr>
            <p:nvPr/>
          </p:nvSpPr>
          <p:spPr bwMode="auto">
            <a:xfrm>
              <a:off x="6562725" y="4268788"/>
              <a:ext cx="40481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E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7" name="Rectangle 65">
              <a:extLst>
                <a:ext uri="{FF2B5EF4-FFF2-40B4-BE49-F238E27FC236}">
                  <a16:creationId xmlns:a16="http://schemas.microsoft.com/office/drawing/2014/main" id="{FA3765AD-FCB5-44A8-8EFE-8EBF99F4B029}"/>
                </a:ext>
              </a:extLst>
            </p:cNvPr>
            <p:cNvSpPr>
              <a:spLocks noChangeArrowheads="1"/>
            </p:cNvSpPr>
            <p:nvPr/>
          </p:nvSpPr>
          <p:spPr bwMode="auto">
            <a:xfrm>
              <a:off x="6842125" y="4237038"/>
              <a:ext cx="48577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Symbol" panose="05050102010706020507" pitchFamily="18" charset="2"/>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8" name="Rectangle 66">
              <a:extLst>
                <a:ext uri="{FF2B5EF4-FFF2-40B4-BE49-F238E27FC236}">
                  <a16:creationId xmlns:a16="http://schemas.microsoft.com/office/drawing/2014/main" id="{EB4BEAA9-360E-4882-A578-67B529847986}"/>
                </a:ext>
              </a:extLst>
            </p:cNvPr>
            <p:cNvSpPr>
              <a:spLocks noChangeArrowheads="1"/>
            </p:cNvSpPr>
            <p:nvPr/>
          </p:nvSpPr>
          <p:spPr bwMode="auto">
            <a:xfrm>
              <a:off x="7219950" y="4268788"/>
              <a:ext cx="32702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E</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9" name="Rectangle 67">
              <a:extLst>
                <a:ext uri="{FF2B5EF4-FFF2-40B4-BE49-F238E27FC236}">
                  <a16:creationId xmlns:a16="http://schemas.microsoft.com/office/drawing/2014/main" id="{9F6E41D2-7828-4DA5-813D-82F0548027EE}"/>
                </a:ext>
              </a:extLst>
            </p:cNvPr>
            <p:cNvSpPr>
              <a:spLocks noChangeArrowheads="1"/>
            </p:cNvSpPr>
            <p:nvPr/>
          </p:nvSpPr>
          <p:spPr bwMode="auto">
            <a:xfrm>
              <a:off x="7473950" y="4264026"/>
              <a:ext cx="379413"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70" name="Rectangle 68">
              <a:extLst>
                <a:ext uri="{FF2B5EF4-FFF2-40B4-BE49-F238E27FC236}">
                  <a16:creationId xmlns:a16="http://schemas.microsoft.com/office/drawing/2014/main" id="{F0AA13C5-6A9D-4436-9DA7-BE3792B470F7}"/>
                </a:ext>
              </a:extLst>
            </p:cNvPr>
            <p:cNvSpPr>
              <a:spLocks noChangeArrowheads="1"/>
            </p:cNvSpPr>
            <p:nvPr/>
          </p:nvSpPr>
          <p:spPr bwMode="auto">
            <a:xfrm>
              <a:off x="7723188" y="4268788"/>
              <a:ext cx="31115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grpSp>
        <p:nvGrpSpPr>
          <p:cNvPr id="88" name="组合 87">
            <a:extLst>
              <a:ext uri="{FF2B5EF4-FFF2-40B4-BE49-F238E27FC236}">
                <a16:creationId xmlns:a16="http://schemas.microsoft.com/office/drawing/2014/main" id="{C6ADAB29-7F99-437F-83DF-DBF4963EE48A}"/>
              </a:ext>
            </a:extLst>
          </p:cNvPr>
          <p:cNvGrpSpPr/>
          <p:nvPr/>
        </p:nvGrpSpPr>
        <p:grpSpPr>
          <a:xfrm>
            <a:off x="2681287" y="5506630"/>
            <a:ext cx="2484437" cy="434975"/>
            <a:chOff x="2674938" y="4776788"/>
            <a:chExt cx="2484437" cy="434975"/>
          </a:xfrm>
        </p:grpSpPr>
        <p:sp>
          <p:nvSpPr>
            <p:cNvPr id="71" name="Rectangle 69">
              <a:extLst>
                <a:ext uri="{FF2B5EF4-FFF2-40B4-BE49-F238E27FC236}">
                  <a16:creationId xmlns:a16="http://schemas.microsoft.com/office/drawing/2014/main" id="{CA1D5302-2F60-4FBB-BD26-15E181855692}"/>
                </a:ext>
              </a:extLst>
            </p:cNvPr>
            <p:cNvSpPr>
              <a:spLocks noChangeArrowheads="1"/>
            </p:cNvSpPr>
            <p:nvPr/>
          </p:nvSpPr>
          <p:spPr bwMode="auto">
            <a:xfrm>
              <a:off x="2674938" y="4781551"/>
              <a:ext cx="422275"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E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72" name="Rectangle 70">
              <a:extLst>
                <a:ext uri="{FF2B5EF4-FFF2-40B4-BE49-F238E27FC236}">
                  <a16:creationId xmlns:a16="http://schemas.microsoft.com/office/drawing/2014/main" id="{9EADE948-5F62-42FE-90ED-D6A627F10F4D}"/>
                </a:ext>
              </a:extLst>
            </p:cNvPr>
            <p:cNvSpPr>
              <a:spLocks noChangeArrowheads="1"/>
            </p:cNvSpPr>
            <p:nvPr/>
          </p:nvSpPr>
          <p:spPr bwMode="auto">
            <a:xfrm>
              <a:off x="2954338" y="4776788"/>
              <a:ext cx="312738"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n</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73" name="Rectangle 71">
              <a:extLst>
                <a:ext uri="{FF2B5EF4-FFF2-40B4-BE49-F238E27FC236}">
                  <a16:creationId xmlns:a16="http://schemas.microsoft.com/office/drawing/2014/main" id="{EACDC886-BF4C-4D7D-9658-6E026712318B}"/>
                </a:ext>
              </a:extLst>
            </p:cNvPr>
            <p:cNvSpPr>
              <a:spLocks noChangeArrowheads="1"/>
            </p:cNvSpPr>
            <p:nvPr/>
          </p:nvSpPr>
          <p:spPr bwMode="auto">
            <a:xfrm>
              <a:off x="4619625" y="4776788"/>
              <a:ext cx="452438"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18</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74" name="Rectangle 72">
              <a:extLst>
                <a:ext uri="{FF2B5EF4-FFF2-40B4-BE49-F238E27FC236}">
                  <a16:creationId xmlns:a16="http://schemas.microsoft.com/office/drawing/2014/main" id="{FEFC82D9-8BAC-471F-874E-FA8EA4FAEF97}"/>
                </a:ext>
              </a:extLst>
            </p:cNvPr>
            <p:cNvSpPr>
              <a:spLocks noChangeArrowheads="1"/>
            </p:cNvSpPr>
            <p:nvPr/>
          </p:nvSpPr>
          <p:spPr bwMode="auto">
            <a:xfrm>
              <a:off x="4924425" y="4783138"/>
              <a:ext cx="2349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a:ln>
                    <a:noFill/>
                  </a:ln>
                  <a:solidFill>
                    <a:srgbClr val="000000"/>
                  </a:solidFill>
                  <a:effectLst/>
                  <a:latin typeface="Times New Roman" panose="02020603050405020304" pitchFamily="18" charset="0"/>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grpSp>
        <p:nvGrpSpPr>
          <p:cNvPr id="89" name="组合 88">
            <a:extLst>
              <a:ext uri="{FF2B5EF4-FFF2-40B4-BE49-F238E27FC236}">
                <a16:creationId xmlns:a16="http://schemas.microsoft.com/office/drawing/2014/main" id="{7C14ED04-91AD-41E0-8E07-C1861567D3E1}"/>
              </a:ext>
            </a:extLst>
          </p:cNvPr>
          <p:cNvGrpSpPr/>
          <p:nvPr/>
        </p:nvGrpSpPr>
        <p:grpSpPr>
          <a:xfrm>
            <a:off x="2681287" y="5997168"/>
            <a:ext cx="5095875" cy="439738"/>
            <a:chOff x="2674938" y="5267326"/>
            <a:chExt cx="5095875" cy="439738"/>
          </a:xfrm>
        </p:grpSpPr>
        <p:sp>
          <p:nvSpPr>
            <p:cNvPr id="75" name="Rectangle 73">
              <a:extLst>
                <a:ext uri="{FF2B5EF4-FFF2-40B4-BE49-F238E27FC236}">
                  <a16:creationId xmlns:a16="http://schemas.microsoft.com/office/drawing/2014/main" id="{CCC394CD-5C4E-4031-ADC5-4D6B459C66F9}"/>
                </a:ext>
              </a:extLst>
            </p:cNvPr>
            <p:cNvSpPr>
              <a:spLocks noChangeArrowheads="1"/>
            </p:cNvSpPr>
            <p:nvPr/>
          </p:nvSpPr>
          <p:spPr bwMode="auto">
            <a:xfrm>
              <a:off x="2674938" y="5297488"/>
              <a:ext cx="311150"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L</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76" name="Rectangle 74">
              <a:extLst>
                <a:ext uri="{FF2B5EF4-FFF2-40B4-BE49-F238E27FC236}">
                  <a16:creationId xmlns:a16="http://schemas.microsoft.com/office/drawing/2014/main" id="{ED7057A5-8ECD-4B74-889A-9E67FC48982F}"/>
                </a:ext>
              </a:extLst>
            </p:cNvPr>
            <p:cNvSpPr>
              <a:spLocks noChangeArrowheads="1"/>
            </p:cNvSpPr>
            <p:nvPr/>
          </p:nvSpPr>
          <p:spPr bwMode="auto">
            <a:xfrm>
              <a:off x="4619625" y="5294313"/>
              <a:ext cx="43497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18</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77" name="Rectangle 75">
              <a:extLst>
                <a:ext uri="{FF2B5EF4-FFF2-40B4-BE49-F238E27FC236}">
                  <a16:creationId xmlns:a16="http://schemas.microsoft.com/office/drawing/2014/main" id="{181BF99D-75A4-472B-BDC9-166A3F8476A7}"/>
                </a:ext>
              </a:extLst>
            </p:cNvPr>
            <p:cNvSpPr>
              <a:spLocks noChangeArrowheads="1"/>
            </p:cNvSpPr>
            <p:nvPr/>
          </p:nvSpPr>
          <p:spPr bwMode="auto">
            <a:xfrm>
              <a:off x="6562725" y="5299076"/>
              <a:ext cx="387350"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L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78" name="Rectangle 76">
              <a:extLst>
                <a:ext uri="{FF2B5EF4-FFF2-40B4-BE49-F238E27FC236}">
                  <a16:creationId xmlns:a16="http://schemas.microsoft.com/office/drawing/2014/main" id="{5C2991C8-AB10-4E7B-B625-3A80FEDB8A07}"/>
                </a:ext>
              </a:extLst>
            </p:cNvPr>
            <p:cNvSpPr>
              <a:spLocks noChangeArrowheads="1"/>
            </p:cNvSpPr>
            <p:nvPr/>
          </p:nvSpPr>
          <p:spPr bwMode="auto">
            <a:xfrm>
              <a:off x="6813550" y="5267326"/>
              <a:ext cx="485775"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Symbol" panose="05050102010706020507" pitchFamily="18" charset="2"/>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79" name="Rectangle 77">
              <a:extLst>
                <a:ext uri="{FF2B5EF4-FFF2-40B4-BE49-F238E27FC236}">
                  <a16:creationId xmlns:a16="http://schemas.microsoft.com/office/drawing/2014/main" id="{BC2B2C75-55DB-451F-9B6B-CF2B28C0DCBE}"/>
                </a:ext>
              </a:extLst>
            </p:cNvPr>
            <p:cNvSpPr>
              <a:spLocks noChangeArrowheads="1"/>
            </p:cNvSpPr>
            <p:nvPr/>
          </p:nvSpPr>
          <p:spPr bwMode="auto">
            <a:xfrm>
              <a:off x="7191375" y="5299076"/>
              <a:ext cx="327025"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1" u="none" strike="noStrike" cap="none" normalizeH="0" baseline="0">
                  <a:ln>
                    <a:noFill/>
                  </a:ln>
                  <a:solidFill>
                    <a:srgbClr val="000000"/>
                  </a:solidFill>
                  <a:effectLst/>
                  <a:latin typeface="Times New Roman" panose="02020603050405020304" pitchFamily="18" charset="0"/>
                </a:rPr>
                <a:t>E</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80" name="Rectangle 78">
              <a:extLst>
                <a:ext uri="{FF2B5EF4-FFF2-40B4-BE49-F238E27FC236}">
                  <a16:creationId xmlns:a16="http://schemas.microsoft.com/office/drawing/2014/main" id="{BC77A050-4CFC-4231-B4E4-5C66334FA3E1}"/>
                </a:ext>
              </a:extLst>
            </p:cNvPr>
            <p:cNvSpPr>
              <a:spLocks noChangeArrowheads="1"/>
            </p:cNvSpPr>
            <p:nvPr/>
          </p:nvSpPr>
          <p:spPr bwMode="auto">
            <a:xfrm>
              <a:off x="7470775" y="5295901"/>
              <a:ext cx="300038"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Times New Roman" panose="02020603050405020304" pitchFamily="18" charset="0"/>
                </a:rPr>
                <a:t>n</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sp>
        <p:nvSpPr>
          <p:cNvPr id="90" name="标题 89">
            <a:extLst>
              <a:ext uri="{FF2B5EF4-FFF2-40B4-BE49-F238E27FC236}">
                <a16:creationId xmlns:a16="http://schemas.microsoft.com/office/drawing/2014/main" id="{08414A11-0938-407D-A733-5DC681B7845F}"/>
              </a:ext>
            </a:extLst>
          </p:cNvPr>
          <p:cNvSpPr>
            <a:spLocks noGrp="1"/>
          </p:cNvSpPr>
          <p:nvPr>
            <p:ph type="title"/>
          </p:nvPr>
        </p:nvSpPr>
        <p:spPr/>
        <p:txBody>
          <a:bodyPr>
            <a:normAutofit fontScale="90000"/>
          </a:bodyPr>
          <a:lstStyle/>
          <a:p>
            <a:r>
              <a:rPr lang="en-US" altLang="zh-CN"/>
              <a:t>4.2.3 </a:t>
            </a:r>
            <a:r>
              <a:rPr lang="en-US" altLang="zh-CN" b="1" i="1"/>
              <a:t>S</a:t>
            </a:r>
            <a:r>
              <a:rPr lang="zh-CN" altLang="en-US"/>
              <a:t>属性定义的自下而上计算</a:t>
            </a:r>
          </a:p>
        </p:txBody>
      </p:sp>
      <p:sp>
        <p:nvSpPr>
          <p:cNvPr id="91" name="内容占位符 90">
            <a:extLst>
              <a:ext uri="{FF2B5EF4-FFF2-40B4-BE49-F238E27FC236}">
                <a16:creationId xmlns:a16="http://schemas.microsoft.com/office/drawing/2014/main" id="{666A1937-D1AC-4987-B1F8-4237DB8CC21A}"/>
              </a:ext>
            </a:extLst>
          </p:cNvPr>
          <p:cNvSpPr>
            <a:spLocks noGrp="1"/>
          </p:cNvSpPr>
          <p:nvPr>
            <p:ph idx="1"/>
          </p:nvPr>
        </p:nvSpPr>
        <p:spPr/>
        <p:txBody>
          <a:bodyPr/>
          <a:lstStyle/>
          <a:p>
            <a:r>
              <a:rPr lang="zh-CN" altLang="en-US" sz="3200" b="0"/>
              <a:t>翻译器面临</a:t>
            </a:r>
            <a:r>
              <a:rPr lang="en-US" altLang="zh-CN" sz="3200" b="1">
                <a:ea typeface="宋体" panose="02010600030101010101" pitchFamily="2" charset="-122"/>
              </a:rPr>
              <a:t>8+5*2n</a:t>
            </a:r>
            <a:r>
              <a:rPr lang="zh-CN" altLang="en-US" sz="3200" b="0"/>
              <a:t>时的动作</a:t>
            </a:r>
          </a:p>
          <a:p>
            <a:endParaRPr lang="zh-CN" altLang="en-US"/>
          </a:p>
        </p:txBody>
      </p:sp>
      <p:sp>
        <p:nvSpPr>
          <p:cNvPr id="2" name="日期占位符 1">
            <a:extLst>
              <a:ext uri="{FF2B5EF4-FFF2-40B4-BE49-F238E27FC236}">
                <a16:creationId xmlns:a16="http://schemas.microsoft.com/office/drawing/2014/main" id="{4413CE9B-3D1B-7E37-822D-2337C5307CC2}"/>
              </a:ext>
            </a:extLst>
          </p:cNvPr>
          <p:cNvSpPr>
            <a:spLocks noGrp="1"/>
          </p:cNvSpPr>
          <p:nvPr>
            <p:ph type="dt" sz="half" idx="10"/>
          </p:nvPr>
        </p:nvSpPr>
        <p:spPr/>
        <p:txBody>
          <a:bodyPr/>
          <a:lstStyle/>
          <a:p>
            <a:fld id="{8001D7F5-DC2C-4065-8C89-89415D511420}"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1DBF07B4-BB2F-7F85-BA0E-24647BF9248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08ECE4BE-E030-5251-A821-DAE7637C2CC4}"/>
              </a:ext>
            </a:extLst>
          </p:cNvPr>
          <p:cNvSpPr>
            <a:spLocks noGrp="1"/>
          </p:cNvSpPr>
          <p:nvPr>
            <p:ph type="sldNum" sz="quarter" idx="12"/>
          </p:nvPr>
        </p:nvSpPr>
        <p:spPr/>
        <p:txBody>
          <a:bodyPr/>
          <a:lstStyle/>
          <a:p>
            <a:fld id="{094DEB03-EFC6-4C20-8FC8-295189A5386F}" type="slidenum">
              <a:rPr lang="zh-CN" altLang="en-US" smtClean="0"/>
              <a:pPr/>
              <a:t>36</a:t>
            </a:fld>
            <a:endParaRPr lang="zh-CN" altLang="en-US"/>
          </a:p>
        </p:txBody>
      </p:sp>
    </p:spTree>
    <p:extLst>
      <p:ext uri="{BB962C8B-B14F-4D97-AF65-F5344CB8AC3E}">
        <p14:creationId xmlns:p14="http://schemas.microsoft.com/office/powerpoint/2010/main" val="4090644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3"/>
                                        </p:tgtEl>
                                        <p:attrNameLst>
                                          <p:attrName>style.visibility</p:attrName>
                                        </p:attrNameLst>
                                      </p:cBhvr>
                                      <p:to>
                                        <p:strVal val="visible"/>
                                      </p:to>
                                    </p:set>
                                    <p:anim calcmode="lin" valueType="num">
                                      <p:cBhvr additive="base">
                                        <p:cTn id="7" dur="500" fill="hold"/>
                                        <p:tgtEl>
                                          <p:spTgt spid="83"/>
                                        </p:tgtEl>
                                        <p:attrNameLst>
                                          <p:attrName>ppt_x</p:attrName>
                                        </p:attrNameLst>
                                      </p:cBhvr>
                                      <p:tavLst>
                                        <p:tav tm="0">
                                          <p:val>
                                            <p:strVal val="#ppt_x"/>
                                          </p:val>
                                        </p:tav>
                                        <p:tav tm="100000">
                                          <p:val>
                                            <p:strVal val="#ppt_x"/>
                                          </p:val>
                                        </p:tav>
                                      </p:tavLst>
                                    </p:anim>
                                    <p:anim calcmode="lin" valueType="num">
                                      <p:cBhvr additive="base">
                                        <p:cTn id="8" dur="500" fill="hold"/>
                                        <p:tgtEl>
                                          <p:spTgt spid="8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4"/>
                                        </p:tgtEl>
                                        <p:attrNameLst>
                                          <p:attrName>style.visibility</p:attrName>
                                        </p:attrNameLst>
                                      </p:cBhvr>
                                      <p:to>
                                        <p:strVal val="visible"/>
                                      </p:to>
                                    </p:set>
                                    <p:anim calcmode="lin" valueType="num">
                                      <p:cBhvr additive="base">
                                        <p:cTn id="13" dur="500" fill="hold"/>
                                        <p:tgtEl>
                                          <p:spTgt spid="84"/>
                                        </p:tgtEl>
                                        <p:attrNameLst>
                                          <p:attrName>ppt_x</p:attrName>
                                        </p:attrNameLst>
                                      </p:cBhvr>
                                      <p:tavLst>
                                        <p:tav tm="0">
                                          <p:val>
                                            <p:strVal val="#ppt_x"/>
                                          </p:val>
                                        </p:tav>
                                        <p:tav tm="100000">
                                          <p:val>
                                            <p:strVal val="#ppt_x"/>
                                          </p:val>
                                        </p:tav>
                                      </p:tavLst>
                                    </p:anim>
                                    <p:anim calcmode="lin" valueType="num">
                                      <p:cBhvr additive="base">
                                        <p:cTn id="14" dur="500" fill="hold"/>
                                        <p:tgtEl>
                                          <p:spTgt spid="8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3"/>
                                        </p:tgtEl>
                                        <p:attrNameLst>
                                          <p:attrName>style.visibility</p:attrName>
                                        </p:attrNameLst>
                                      </p:cBhvr>
                                      <p:to>
                                        <p:strVal val="visible"/>
                                      </p:to>
                                    </p:set>
                                    <p:anim calcmode="lin" valueType="num">
                                      <p:cBhvr additive="base">
                                        <p:cTn id="19" dur="500" fill="hold"/>
                                        <p:tgtEl>
                                          <p:spTgt spid="93"/>
                                        </p:tgtEl>
                                        <p:attrNameLst>
                                          <p:attrName>ppt_x</p:attrName>
                                        </p:attrNameLst>
                                      </p:cBhvr>
                                      <p:tavLst>
                                        <p:tav tm="0">
                                          <p:val>
                                            <p:strVal val="#ppt_x"/>
                                          </p:val>
                                        </p:tav>
                                        <p:tav tm="100000">
                                          <p:val>
                                            <p:strVal val="#ppt_x"/>
                                          </p:val>
                                        </p:tav>
                                      </p:tavLst>
                                    </p:anim>
                                    <p:anim calcmode="lin" valueType="num">
                                      <p:cBhvr additive="base">
                                        <p:cTn id="20" dur="500" fill="hold"/>
                                        <p:tgtEl>
                                          <p:spTgt spid="9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6"/>
                                        </p:tgtEl>
                                        <p:attrNameLst>
                                          <p:attrName>style.visibility</p:attrName>
                                        </p:attrNameLst>
                                      </p:cBhvr>
                                      <p:to>
                                        <p:strVal val="visible"/>
                                      </p:to>
                                    </p:set>
                                    <p:anim calcmode="lin" valueType="num">
                                      <p:cBhvr additive="base">
                                        <p:cTn id="25" dur="500" fill="hold"/>
                                        <p:tgtEl>
                                          <p:spTgt spid="86"/>
                                        </p:tgtEl>
                                        <p:attrNameLst>
                                          <p:attrName>ppt_x</p:attrName>
                                        </p:attrNameLst>
                                      </p:cBhvr>
                                      <p:tavLst>
                                        <p:tav tm="0">
                                          <p:val>
                                            <p:strVal val="#ppt_x"/>
                                          </p:val>
                                        </p:tav>
                                        <p:tav tm="100000">
                                          <p:val>
                                            <p:strVal val="#ppt_x"/>
                                          </p:val>
                                        </p:tav>
                                      </p:tavLst>
                                    </p:anim>
                                    <p:anim calcmode="lin" valueType="num">
                                      <p:cBhvr additive="base">
                                        <p:cTn id="26" dur="500" fill="hold"/>
                                        <p:tgtEl>
                                          <p:spTgt spid="8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7"/>
                                        </p:tgtEl>
                                        <p:attrNameLst>
                                          <p:attrName>style.visibility</p:attrName>
                                        </p:attrNameLst>
                                      </p:cBhvr>
                                      <p:to>
                                        <p:strVal val="visible"/>
                                      </p:to>
                                    </p:set>
                                    <p:anim calcmode="lin" valueType="num">
                                      <p:cBhvr additive="base">
                                        <p:cTn id="31" dur="500" fill="hold"/>
                                        <p:tgtEl>
                                          <p:spTgt spid="87"/>
                                        </p:tgtEl>
                                        <p:attrNameLst>
                                          <p:attrName>ppt_x</p:attrName>
                                        </p:attrNameLst>
                                      </p:cBhvr>
                                      <p:tavLst>
                                        <p:tav tm="0">
                                          <p:val>
                                            <p:strVal val="#ppt_x"/>
                                          </p:val>
                                        </p:tav>
                                        <p:tav tm="100000">
                                          <p:val>
                                            <p:strVal val="#ppt_x"/>
                                          </p:val>
                                        </p:tav>
                                      </p:tavLst>
                                    </p:anim>
                                    <p:anim calcmode="lin" valueType="num">
                                      <p:cBhvr additive="base">
                                        <p:cTn id="32" dur="500" fill="hold"/>
                                        <p:tgtEl>
                                          <p:spTgt spid="8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8"/>
                                        </p:tgtEl>
                                        <p:attrNameLst>
                                          <p:attrName>style.visibility</p:attrName>
                                        </p:attrNameLst>
                                      </p:cBhvr>
                                      <p:to>
                                        <p:strVal val="visible"/>
                                      </p:to>
                                    </p:set>
                                    <p:anim calcmode="lin" valueType="num">
                                      <p:cBhvr additive="base">
                                        <p:cTn id="37" dur="500" fill="hold"/>
                                        <p:tgtEl>
                                          <p:spTgt spid="88"/>
                                        </p:tgtEl>
                                        <p:attrNameLst>
                                          <p:attrName>ppt_x</p:attrName>
                                        </p:attrNameLst>
                                      </p:cBhvr>
                                      <p:tavLst>
                                        <p:tav tm="0">
                                          <p:val>
                                            <p:strVal val="#ppt_x"/>
                                          </p:val>
                                        </p:tav>
                                        <p:tav tm="100000">
                                          <p:val>
                                            <p:strVal val="#ppt_x"/>
                                          </p:val>
                                        </p:tav>
                                      </p:tavLst>
                                    </p:anim>
                                    <p:anim calcmode="lin" valueType="num">
                                      <p:cBhvr additive="base">
                                        <p:cTn id="38" dur="500" fill="hold"/>
                                        <p:tgtEl>
                                          <p:spTgt spid="8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89"/>
                                        </p:tgtEl>
                                        <p:attrNameLst>
                                          <p:attrName>style.visibility</p:attrName>
                                        </p:attrNameLst>
                                      </p:cBhvr>
                                      <p:to>
                                        <p:strVal val="visible"/>
                                      </p:to>
                                    </p:set>
                                    <p:anim calcmode="lin" valueType="num">
                                      <p:cBhvr additive="base">
                                        <p:cTn id="43" dur="500" fill="hold"/>
                                        <p:tgtEl>
                                          <p:spTgt spid="89"/>
                                        </p:tgtEl>
                                        <p:attrNameLst>
                                          <p:attrName>ppt_x</p:attrName>
                                        </p:attrNameLst>
                                      </p:cBhvr>
                                      <p:tavLst>
                                        <p:tav tm="0">
                                          <p:val>
                                            <p:strVal val="#ppt_x"/>
                                          </p:val>
                                        </p:tav>
                                        <p:tav tm="100000">
                                          <p:val>
                                            <p:strVal val="#ppt_x"/>
                                          </p:val>
                                        </p:tav>
                                      </p:tavLst>
                                    </p:anim>
                                    <p:anim calcmode="lin" valueType="num">
                                      <p:cBhvr additive="base">
                                        <p:cTn id="44" dur="500" fill="hold"/>
                                        <p:tgtEl>
                                          <p:spTgt spid="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576472EC-7AD0-47EC-B620-441B2D8D7194}"/>
              </a:ext>
            </a:extLst>
          </p:cNvPr>
          <p:cNvSpPr>
            <a:spLocks noGrp="1" noChangeArrowheads="1"/>
          </p:cNvSpPr>
          <p:nvPr>
            <p:ph type="title"/>
          </p:nvPr>
        </p:nvSpPr>
        <p:spPr/>
        <p:txBody>
          <a:bodyPr>
            <a:normAutofit fontScale="90000"/>
          </a:bodyPr>
          <a:lstStyle/>
          <a:p>
            <a:pPr eaLnBrk="1" hangingPunct="1"/>
            <a:r>
              <a:rPr lang="en-US" altLang="zh-CN"/>
              <a:t>4.2.3 </a:t>
            </a:r>
            <a:r>
              <a:rPr lang="en-US" altLang="zh-CN" b="1" i="1"/>
              <a:t>S</a:t>
            </a:r>
            <a:r>
              <a:rPr lang="zh-CN" altLang="en-US"/>
              <a:t>属性定义的自下而上计算</a:t>
            </a:r>
          </a:p>
        </p:txBody>
      </p:sp>
      <p:sp>
        <p:nvSpPr>
          <p:cNvPr id="4" name="文本框 3">
            <a:extLst>
              <a:ext uri="{FF2B5EF4-FFF2-40B4-BE49-F238E27FC236}">
                <a16:creationId xmlns:a16="http://schemas.microsoft.com/office/drawing/2014/main" id="{D0A59E88-4FDD-4303-8072-D2BCE2DFC4F2}"/>
              </a:ext>
            </a:extLst>
          </p:cNvPr>
          <p:cNvSpPr txBox="1"/>
          <p:nvPr/>
        </p:nvSpPr>
        <p:spPr>
          <a:xfrm>
            <a:off x="163585" y="1335107"/>
            <a:ext cx="8816829" cy="5293757"/>
          </a:xfrm>
          <a:prstGeom prst="rect">
            <a:avLst/>
          </a:prstGeom>
          <a:solidFill>
            <a:schemeClr val="bg1">
              <a:lumMod val="95000"/>
            </a:schemeClr>
          </a:solidFill>
        </p:spPr>
        <p:style>
          <a:lnRef idx="0">
            <a:schemeClr val="accent3"/>
          </a:lnRef>
          <a:fillRef idx="3">
            <a:schemeClr val="accent3"/>
          </a:fillRef>
          <a:effectRef idx="3">
            <a:schemeClr val="accent3"/>
          </a:effectRef>
          <a:fontRef idx="minor">
            <a:schemeClr val="lt1"/>
          </a:fontRef>
        </p:style>
        <p:txBody>
          <a:bodyPr wrap="square">
            <a:spAutoFit/>
          </a:bodyPr>
          <a:lstStyle/>
          <a:p>
            <a:r>
              <a:rPr lang="en-US" altLang="zh-CN" sz="1600">
                <a:solidFill>
                  <a:srgbClr val="000000"/>
                </a:solidFill>
                <a:latin typeface="Consolas" panose="020B0609020204030204" pitchFamily="49" charset="0"/>
              </a:rPr>
              <a:t>prog : prog </a:t>
            </a:r>
            <a:r>
              <a:rPr lang="en-US" altLang="zh-CN" sz="1600" err="1">
                <a:solidFill>
                  <a:srgbClr val="000000"/>
                </a:solidFill>
                <a:latin typeface="Consolas" panose="020B0609020204030204" pitchFamily="49" charset="0"/>
              </a:rPr>
              <a:t>expln</a:t>
            </a:r>
            <a:endParaRPr lang="en-US" altLang="zh-CN" sz="1600">
              <a:solidFill>
                <a:srgbClr val="000000"/>
              </a:solidFill>
              <a:latin typeface="Consolas" panose="020B0609020204030204" pitchFamily="49" charset="0"/>
            </a:endParaRPr>
          </a:p>
          <a:p>
            <a:r>
              <a:rPr lang="en-US" altLang="zh-CN" sz="1600">
                <a:solidFill>
                  <a:srgbClr val="000000"/>
                </a:solidFill>
                <a:latin typeface="Consolas" panose="020B0609020204030204" pitchFamily="49" charset="0"/>
              </a:rPr>
              <a:t>     | </a:t>
            </a:r>
            <a:r>
              <a:rPr lang="en-US" altLang="zh-CN" sz="1600" err="1">
                <a:solidFill>
                  <a:srgbClr val="000000"/>
                </a:solidFill>
                <a:latin typeface="Consolas" panose="020B0609020204030204" pitchFamily="49" charset="0"/>
              </a:rPr>
              <a:t>expln</a:t>
            </a:r>
            <a:endParaRPr lang="en-US" altLang="zh-CN" sz="1600">
              <a:solidFill>
                <a:srgbClr val="000000"/>
              </a:solidFill>
              <a:latin typeface="Consolas" panose="020B0609020204030204" pitchFamily="49" charset="0"/>
            </a:endParaRPr>
          </a:p>
          <a:p>
            <a:r>
              <a:rPr lang="en-US" altLang="zh-CN" sz="1600">
                <a:solidFill>
                  <a:srgbClr val="000000"/>
                </a:solidFill>
                <a:latin typeface="Consolas" panose="020B0609020204030204" pitchFamily="49" charset="0"/>
              </a:rPr>
              <a:t>     ;</a:t>
            </a:r>
          </a:p>
          <a:p>
            <a:br>
              <a:rPr lang="en-US" altLang="zh-CN" sz="1600">
                <a:solidFill>
                  <a:srgbClr val="000000"/>
                </a:solidFill>
                <a:latin typeface="Consolas" panose="020B0609020204030204" pitchFamily="49" charset="0"/>
              </a:rPr>
            </a:br>
            <a:r>
              <a:rPr lang="en-US" altLang="zh-CN" sz="1600" err="1">
                <a:solidFill>
                  <a:srgbClr val="000000"/>
                </a:solidFill>
                <a:latin typeface="Consolas" panose="020B0609020204030204" pitchFamily="49" charset="0"/>
              </a:rPr>
              <a:t>expln</a:t>
            </a:r>
            <a:r>
              <a:rPr lang="en-US" altLang="zh-CN" sz="1600">
                <a:solidFill>
                  <a:srgbClr val="000000"/>
                </a:solidFill>
                <a:latin typeface="Consolas" panose="020B0609020204030204" pitchFamily="49" charset="0"/>
              </a:rPr>
              <a:t>   : expr ENTER {</a:t>
            </a:r>
            <a:r>
              <a:rPr lang="en-US" altLang="zh-CN" sz="1600" err="1">
                <a:solidFill>
                  <a:srgbClr val="000000"/>
                </a:solidFill>
                <a:latin typeface="Consolas" panose="020B0609020204030204" pitchFamily="49" charset="0"/>
              </a:rPr>
              <a:t>printf</a:t>
            </a:r>
            <a:r>
              <a:rPr lang="en-US" altLang="zh-CN" sz="1600">
                <a:solidFill>
                  <a:srgbClr val="000000"/>
                </a:solidFill>
                <a:latin typeface="Consolas" panose="020B0609020204030204" pitchFamily="49" charset="0"/>
              </a:rPr>
              <a:t>(</a:t>
            </a:r>
            <a:r>
              <a:rPr lang="en-US" altLang="zh-CN" sz="1600">
                <a:solidFill>
                  <a:srgbClr val="A31515"/>
                </a:solidFill>
                <a:latin typeface="Consolas" panose="020B0609020204030204" pitchFamily="49" charset="0"/>
              </a:rPr>
              <a:t>"\</a:t>
            </a:r>
            <a:r>
              <a:rPr lang="en-US" altLang="zh-CN" sz="1600" err="1">
                <a:solidFill>
                  <a:srgbClr val="A31515"/>
                </a:solidFill>
                <a:latin typeface="Consolas" panose="020B0609020204030204" pitchFamily="49" charset="0"/>
              </a:rPr>
              <a:t>nThe</a:t>
            </a:r>
            <a:r>
              <a:rPr lang="en-US" altLang="zh-CN" sz="1600">
                <a:solidFill>
                  <a:srgbClr val="A31515"/>
                </a:solidFill>
                <a:latin typeface="Consolas" panose="020B0609020204030204" pitchFamily="49" charset="0"/>
              </a:rPr>
              <a:t> value of the expression is %</a:t>
            </a:r>
            <a:r>
              <a:rPr lang="en-US" altLang="zh-CN" sz="1600" err="1">
                <a:solidFill>
                  <a:srgbClr val="A31515"/>
                </a:solidFill>
                <a:latin typeface="Consolas" panose="020B0609020204030204" pitchFamily="49" charset="0"/>
              </a:rPr>
              <a:t>lf</a:t>
            </a:r>
            <a:r>
              <a:rPr lang="en-US" altLang="zh-CN" sz="1600">
                <a:solidFill>
                  <a:srgbClr val="A31515"/>
                </a:solidFill>
                <a:latin typeface="Consolas" panose="020B0609020204030204" pitchFamily="49" charset="0"/>
              </a:rPr>
              <a:t>.\n"</a:t>
            </a:r>
            <a:r>
              <a:rPr lang="en-US" altLang="zh-CN" sz="1600">
                <a:solidFill>
                  <a:srgbClr val="000000"/>
                </a:solidFill>
                <a:latin typeface="Consolas" panose="020B0609020204030204" pitchFamily="49" charset="0"/>
              </a:rPr>
              <a:t>, $</a:t>
            </a:r>
            <a:r>
              <a:rPr lang="en-US" altLang="zh-CN" sz="1600">
                <a:solidFill>
                  <a:srgbClr val="098658"/>
                </a:solidFill>
                <a:latin typeface="Consolas" panose="020B0609020204030204" pitchFamily="49" charset="0"/>
              </a:rPr>
              <a:t>1</a:t>
            </a:r>
            <a:r>
              <a:rPr lang="en-US" altLang="zh-CN" sz="1600">
                <a:solidFill>
                  <a:srgbClr val="000000"/>
                </a:solidFill>
                <a:latin typeface="Consolas" panose="020B0609020204030204" pitchFamily="49" charset="0"/>
              </a:rPr>
              <a:t>);}</a:t>
            </a:r>
          </a:p>
          <a:p>
            <a:r>
              <a:rPr lang="en-US" altLang="zh-CN" sz="1600">
                <a:solidFill>
                  <a:srgbClr val="000000"/>
                </a:solidFill>
                <a:latin typeface="Consolas" panose="020B0609020204030204" pitchFamily="49" charset="0"/>
              </a:rPr>
              <a:t>        ;</a:t>
            </a:r>
          </a:p>
          <a:p>
            <a:r>
              <a:rPr lang="en-US" altLang="zh-CN" sz="1600">
                <a:solidFill>
                  <a:srgbClr val="000000"/>
                </a:solidFill>
                <a:latin typeface="Consolas" panose="020B0609020204030204" pitchFamily="49" charset="0"/>
              </a:rPr>
              <a:t>      </a:t>
            </a:r>
          </a:p>
          <a:p>
            <a:r>
              <a:rPr lang="en-US" altLang="zh-CN" sz="1600">
                <a:solidFill>
                  <a:srgbClr val="000000"/>
                </a:solidFill>
                <a:latin typeface="Consolas" panose="020B0609020204030204" pitchFamily="49" charset="0"/>
              </a:rPr>
              <a:t>expr  : expr PLUS term  {$$ = $</a:t>
            </a:r>
            <a:r>
              <a:rPr lang="en-US" altLang="zh-CN" sz="1600">
                <a:solidFill>
                  <a:srgbClr val="098658"/>
                </a:solidFill>
                <a:latin typeface="Consolas" panose="020B0609020204030204" pitchFamily="49" charset="0"/>
              </a:rPr>
              <a:t>1</a:t>
            </a:r>
            <a:r>
              <a:rPr lang="en-US" altLang="zh-CN" sz="1600">
                <a:solidFill>
                  <a:srgbClr val="000000"/>
                </a:solidFill>
                <a:latin typeface="Consolas" panose="020B0609020204030204" pitchFamily="49" charset="0"/>
              </a:rPr>
              <a:t> + $</a:t>
            </a:r>
            <a:r>
              <a:rPr lang="en-US" altLang="zh-CN" sz="1600">
                <a:solidFill>
                  <a:srgbClr val="098658"/>
                </a:solidFill>
                <a:latin typeface="Consolas" panose="020B0609020204030204" pitchFamily="49" charset="0"/>
              </a:rPr>
              <a:t>3</a:t>
            </a:r>
            <a:r>
              <a:rPr lang="en-US" altLang="zh-CN" sz="1600">
                <a:solidFill>
                  <a:srgbClr val="000000"/>
                </a:solidFill>
                <a:latin typeface="Consolas" panose="020B0609020204030204" pitchFamily="49" charset="0"/>
              </a:rPr>
              <a:t>;}</a:t>
            </a:r>
          </a:p>
          <a:p>
            <a:r>
              <a:rPr lang="en-US" altLang="zh-CN" sz="1600">
                <a:solidFill>
                  <a:srgbClr val="000000"/>
                </a:solidFill>
                <a:latin typeface="Consolas" panose="020B0609020204030204" pitchFamily="49" charset="0"/>
              </a:rPr>
              <a:t>      | expr MINUS term {$$ = $</a:t>
            </a:r>
            <a:r>
              <a:rPr lang="en-US" altLang="zh-CN" sz="1600">
                <a:solidFill>
                  <a:srgbClr val="098658"/>
                </a:solidFill>
                <a:latin typeface="Consolas" panose="020B0609020204030204" pitchFamily="49" charset="0"/>
              </a:rPr>
              <a:t>1</a:t>
            </a:r>
            <a:r>
              <a:rPr lang="en-US" altLang="zh-CN" sz="1600">
                <a:solidFill>
                  <a:srgbClr val="000000"/>
                </a:solidFill>
                <a:latin typeface="Consolas" panose="020B0609020204030204" pitchFamily="49" charset="0"/>
              </a:rPr>
              <a:t> - $</a:t>
            </a:r>
            <a:r>
              <a:rPr lang="en-US" altLang="zh-CN" sz="1600">
                <a:solidFill>
                  <a:srgbClr val="098658"/>
                </a:solidFill>
                <a:latin typeface="Consolas" panose="020B0609020204030204" pitchFamily="49" charset="0"/>
              </a:rPr>
              <a:t>3</a:t>
            </a:r>
            <a:r>
              <a:rPr lang="en-US" altLang="zh-CN" sz="1600">
                <a:solidFill>
                  <a:srgbClr val="000000"/>
                </a:solidFill>
                <a:latin typeface="Consolas" panose="020B0609020204030204" pitchFamily="49" charset="0"/>
              </a:rPr>
              <a:t>;}</a:t>
            </a:r>
          </a:p>
          <a:p>
            <a:r>
              <a:rPr lang="en-US" altLang="zh-CN" sz="1600">
                <a:solidFill>
                  <a:srgbClr val="000000"/>
                </a:solidFill>
                <a:latin typeface="Consolas" panose="020B0609020204030204" pitchFamily="49" charset="0"/>
              </a:rPr>
              <a:t>      | term  </a:t>
            </a:r>
          </a:p>
          <a:p>
            <a:r>
              <a:rPr lang="en-US" altLang="zh-CN" sz="1600">
                <a:solidFill>
                  <a:srgbClr val="000000"/>
                </a:solidFill>
                <a:latin typeface="Consolas" panose="020B0609020204030204" pitchFamily="49" charset="0"/>
              </a:rPr>
              <a:t>      ;</a:t>
            </a:r>
          </a:p>
          <a:p>
            <a:r>
              <a:rPr lang="en-US" altLang="zh-CN" sz="1600">
                <a:solidFill>
                  <a:srgbClr val="000000"/>
                </a:solidFill>
                <a:latin typeface="Consolas" panose="020B0609020204030204" pitchFamily="49" charset="0"/>
              </a:rPr>
              <a:t> </a:t>
            </a:r>
          </a:p>
          <a:p>
            <a:r>
              <a:rPr lang="en-US" altLang="zh-CN" sz="1600">
                <a:solidFill>
                  <a:srgbClr val="000000"/>
                </a:solidFill>
                <a:latin typeface="Consolas" panose="020B0609020204030204" pitchFamily="49" charset="0"/>
              </a:rPr>
              <a:t>term  : term TIMES factor  {$$ = $</a:t>
            </a:r>
            <a:r>
              <a:rPr lang="en-US" altLang="zh-CN" sz="1600">
                <a:solidFill>
                  <a:srgbClr val="098658"/>
                </a:solidFill>
                <a:latin typeface="Consolas" panose="020B0609020204030204" pitchFamily="49" charset="0"/>
              </a:rPr>
              <a:t>1</a:t>
            </a:r>
            <a:r>
              <a:rPr lang="en-US" altLang="zh-CN" sz="1600">
                <a:solidFill>
                  <a:srgbClr val="000000"/>
                </a:solidFill>
                <a:latin typeface="Consolas" panose="020B0609020204030204" pitchFamily="49" charset="0"/>
              </a:rPr>
              <a:t> * $</a:t>
            </a:r>
            <a:r>
              <a:rPr lang="en-US" altLang="zh-CN" sz="1600">
                <a:solidFill>
                  <a:srgbClr val="098658"/>
                </a:solidFill>
                <a:latin typeface="Consolas" panose="020B0609020204030204" pitchFamily="49" charset="0"/>
              </a:rPr>
              <a:t>3</a:t>
            </a:r>
            <a:r>
              <a:rPr lang="en-US" altLang="zh-CN" sz="1600">
                <a:solidFill>
                  <a:srgbClr val="000000"/>
                </a:solidFill>
                <a:latin typeface="Consolas" panose="020B0609020204030204" pitchFamily="49" charset="0"/>
              </a:rPr>
              <a:t>;}</a:t>
            </a:r>
          </a:p>
          <a:p>
            <a:r>
              <a:rPr lang="en-US" altLang="zh-CN" sz="1600">
                <a:solidFill>
                  <a:srgbClr val="000000"/>
                </a:solidFill>
                <a:latin typeface="Consolas" panose="020B0609020204030204" pitchFamily="49" charset="0"/>
              </a:rPr>
              <a:t>      | term DIVIDE factor {$$ = $</a:t>
            </a:r>
            <a:r>
              <a:rPr lang="en-US" altLang="zh-CN" sz="1600">
                <a:solidFill>
                  <a:srgbClr val="098658"/>
                </a:solidFill>
                <a:latin typeface="Consolas" panose="020B0609020204030204" pitchFamily="49" charset="0"/>
              </a:rPr>
              <a:t>1</a:t>
            </a:r>
            <a:r>
              <a:rPr lang="en-US" altLang="zh-CN" sz="1600">
                <a:solidFill>
                  <a:srgbClr val="000000"/>
                </a:solidFill>
                <a:latin typeface="Consolas" panose="020B0609020204030204" pitchFamily="49" charset="0"/>
              </a:rPr>
              <a:t> / $</a:t>
            </a:r>
            <a:r>
              <a:rPr lang="en-US" altLang="zh-CN" sz="1600">
                <a:solidFill>
                  <a:srgbClr val="098658"/>
                </a:solidFill>
                <a:latin typeface="Consolas" panose="020B0609020204030204" pitchFamily="49" charset="0"/>
              </a:rPr>
              <a:t>3</a:t>
            </a:r>
            <a:r>
              <a:rPr lang="en-US" altLang="zh-CN" sz="1600">
                <a:solidFill>
                  <a:srgbClr val="000000"/>
                </a:solidFill>
                <a:latin typeface="Consolas" panose="020B0609020204030204" pitchFamily="49" charset="0"/>
              </a:rPr>
              <a:t>;}</a:t>
            </a:r>
          </a:p>
          <a:p>
            <a:r>
              <a:rPr lang="en-US" altLang="zh-CN" sz="1600">
                <a:solidFill>
                  <a:srgbClr val="000000"/>
                </a:solidFill>
                <a:latin typeface="Consolas" panose="020B0609020204030204" pitchFamily="49" charset="0"/>
              </a:rPr>
              <a:t>      | factor</a:t>
            </a:r>
          </a:p>
          <a:p>
            <a:r>
              <a:rPr lang="en-US" altLang="zh-CN" sz="1600">
                <a:solidFill>
                  <a:srgbClr val="000000"/>
                </a:solidFill>
                <a:latin typeface="Consolas" panose="020B0609020204030204" pitchFamily="49" charset="0"/>
              </a:rPr>
              <a:t>      ;</a:t>
            </a:r>
          </a:p>
          <a:p>
            <a:r>
              <a:rPr lang="en-US" altLang="zh-CN" sz="1600">
                <a:solidFill>
                  <a:srgbClr val="000000"/>
                </a:solidFill>
                <a:latin typeface="Consolas" panose="020B0609020204030204" pitchFamily="49" charset="0"/>
              </a:rPr>
              <a:t>      </a:t>
            </a:r>
          </a:p>
          <a:p>
            <a:r>
              <a:rPr lang="en-US" altLang="zh-CN" sz="1600">
                <a:solidFill>
                  <a:srgbClr val="000000"/>
                </a:solidFill>
                <a:latin typeface="Consolas" panose="020B0609020204030204" pitchFamily="49" charset="0"/>
              </a:rPr>
              <a:t>factor  : LPAREN expr RPAREN {$$ = $</a:t>
            </a:r>
            <a:r>
              <a:rPr lang="en-US" altLang="zh-CN" sz="1600">
                <a:solidFill>
                  <a:srgbClr val="098658"/>
                </a:solidFill>
                <a:latin typeface="Consolas" panose="020B0609020204030204" pitchFamily="49" charset="0"/>
              </a:rPr>
              <a:t>2</a:t>
            </a:r>
            <a:r>
              <a:rPr lang="en-US" altLang="zh-CN" sz="1600">
                <a:solidFill>
                  <a:srgbClr val="000000"/>
                </a:solidFill>
                <a:latin typeface="Consolas" panose="020B0609020204030204" pitchFamily="49" charset="0"/>
              </a:rPr>
              <a:t>;}</a:t>
            </a:r>
          </a:p>
          <a:p>
            <a:r>
              <a:rPr lang="en-US" altLang="zh-CN" sz="1600">
                <a:solidFill>
                  <a:srgbClr val="000000"/>
                </a:solidFill>
                <a:latin typeface="Consolas" panose="020B0609020204030204" pitchFamily="49" charset="0"/>
              </a:rPr>
              <a:t>        | MINUS factor  {$$ = - $</a:t>
            </a:r>
            <a:r>
              <a:rPr lang="en-US" altLang="zh-CN" sz="1600">
                <a:solidFill>
                  <a:srgbClr val="098658"/>
                </a:solidFill>
                <a:latin typeface="Consolas" panose="020B0609020204030204" pitchFamily="49" charset="0"/>
              </a:rPr>
              <a:t>2</a:t>
            </a:r>
            <a:r>
              <a:rPr lang="en-US" altLang="zh-CN" sz="1600">
                <a:solidFill>
                  <a:srgbClr val="000000"/>
                </a:solidFill>
                <a:latin typeface="Consolas" panose="020B0609020204030204" pitchFamily="49" charset="0"/>
              </a:rPr>
              <a:t>;}</a:t>
            </a:r>
          </a:p>
          <a:p>
            <a:r>
              <a:rPr lang="en-US" altLang="zh-CN" sz="1600">
                <a:solidFill>
                  <a:srgbClr val="000000"/>
                </a:solidFill>
                <a:latin typeface="Consolas" panose="020B0609020204030204" pitchFamily="49" charset="0"/>
              </a:rPr>
              <a:t>        | NUM           {$$ = $</a:t>
            </a:r>
            <a:r>
              <a:rPr lang="en-US" altLang="zh-CN" sz="1600">
                <a:solidFill>
                  <a:srgbClr val="098658"/>
                </a:solidFill>
                <a:latin typeface="Consolas" panose="020B0609020204030204" pitchFamily="49" charset="0"/>
              </a:rPr>
              <a:t>1</a:t>
            </a:r>
            <a:r>
              <a:rPr lang="en-US" altLang="zh-CN" sz="1600">
                <a:solidFill>
                  <a:srgbClr val="000000"/>
                </a:solidFill>
                <a:latin typeface="Consolas" panose="020B0609020204030204" pitchFamily="49" charset="0"/>
              </a:rPr>
              <a:t>;}</a:t>
            </a:r>
          </a:p>
          <a:p>
            <a:r>
              <a:rPr lang="en-US" altLang="zh-CN" sz="1600">
                <a:solidFill>
                  <a:srgbClr val="000000"/>
                </a:solidFill>
                <a:latin typeface="Consolas" panose="020B0609020204030204" pitchFamily="49" charset="0"/>
              </a:rPr>
              <a:t>        ;</a:t>
            </a:r>
          </a:p>
        </p:txBody>
      </p:sp>
      <p:sp>
        <p:nvSpPr>
          <p:cNvPr id="5" name="文本框 4">
            <a:extLst>
              <a:ext uri="{FF2B5EF4-FFF2-40B4-BE49-F238E27FC236}">
                <a16:creationId xmlns:a16="http://schemas.microsoft.com/office/drawing/2014/main" id="{DB5A1713-0175-494A-AC32-772400C7EFA8}"/>
              </a:ext>
            </a:extLst>
          </p:cNvPr>
          <p:cNvSpPr txBox="1"/>
          <p:nvPr/>
        </p:nvSpPr>
        <p:spPr>
          <a:xfrm>
            <a:off x="5331208" y="3068180"/>
            <a:ext cx="3499676" cy="1200329"/>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none" rtlCol="0">
            <a:spAutoFit/>
          </a:bodyPr>
          <a:lstStyle/>
          <a:p>
            <a:r>
              <a:rPr lang="zh-CN" altLang="en-US" sz="2400"/>
              <a:t>实验</a:t>
            </a:r>
            <a:r>
              <a:rPr lang="en-US" altLang="zh-CN" sz="2400"/>
              <a:t>5</a:t>
            </a:r>
            <a:r>
              <a:rPr lang="zh-CN" altLang="en-US" sz="2400"/>
              <a:t>的示例代码</a:t>
            </a:r>
            <a:endParaRPr lang="en-US" altLang="zh-CN" sz="2400"/>
          </a:p>
          <a:p>
            <a:r>
              <a:rPr lang="en-US" altLang="zh-CN" sz="2400" b="1"/>
              <a:t>calculator0</a:t>
            </a:r>
            <a:r>
              <a:rPr lang="zh-CN" altLang="en-US" sz="2400"/>
              <a:t>是一个用语义</a:t>
            </a:r>
            <a:endParaRPr lang="en-US" altLang="zh-CN" sz="2400"/>
          </a:p>
          <a:p>
            <a:r>
              <a:rPr lang="zh-CN" altLang="en-US" sz="2400"/>
              <a:t>计算表达式结果的例子</a:t>
            </a:r>
            <a:endParaRPr lang="en-US" altLang="zh-CN" sz="2400"/>
          </a:p>
        </p:txBody>
      </p:sp>
      <p:sp>
        <p:nvSpPr>
          <p:cNvPr id="2" name="日期占位符 1">
            <a:extLst>
              <a:ext uri="{FF2B5EF4-FFF2-40B4-BE49-F238E27FC236}">
                <a16:creationId xmlns:a16="http://schemas.microsoft.com/office/drawing/2014/main" id="{E94632BC-8678-44FA-C4A7-7D8AED2FD83F}"/>
              </a:ext>
            </a:extLst>
          </p:cNvPr>
          <p:cNvSpPr>
            <a:spLocks noGrp="1"/>
          </p:cNvSpPr>
          <p:nvPr>
            <p:ph type="dt" sz="half" idx="10"/>
          </p:nvPr>
        </p:nvSpPr>
        <p:spPr/>
        <p:txBody>
          <a:bodyPr/>
          <a:lstStyle/>
          <a:p>
            <a:fld id="{B5726BA3-4FDD-4757-B676-9A34EED84B78}"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AE5087BF-C374-8DC6-ED35-C959C6DE1CDE}"/>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6" name="灯片编号占位符 5">
            <a:extLst>
              <a:ext uri="{FF2B5EF4-FFF2-40B4-BE49-F238E27FC236}">
                <a16:creationId xmlns:a16="http://schemas.microsoft.com/office/drawing/2014/main" id="{6C687419-E063-0F01-9EF6-176F31C5EB48}"/>
              </a:ext>
            </a:extLst>
          </p:cNvPr>
          <p:cNvSpPr>
            <a:spLocks noGrp="1"/>
          </p:cNvSpPr>
          <p:nvPr>
            <p:ph type="sldNum" sz="quarter" idx="12"/>
          </p:nvPr>
        </p:nvSpPr>
        <p:spPr/>
        <p:txBody>
          <a:bodyPr/>
          <a:lstStyle/>
          <a:p>
            <a:fld id="{094DEB03-EFC6-4C20-8FC8-295189A5386F}" type="slidenum">
              <a:rPr lang="zh-CN" altLang="en-US" smtClean="0"/>
              <a:pPr/>
              <a:t>37</a:t>
            </a:fld>
            <a:endParaRPr lang="zh-CN" altLang="en-US"/>
          </a:p>
        </p:txBody>
      </p:sp>
    </p:spTree>
    <p:extLst>
      <p:ext uri="{BB962C8B-B14F-4D97-AF65-F5344CB8AC3E}">
        <p14:creationId xmlns:p14="http://schemas.microsoft.com/office/powerpoint/2010/main" val="2811519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576472EC-7AD0-47EC-B620-441B2D8D7194}"/>
              </a:ext>
            </a:extLst>
          </p:cNvPr>
          <p:cNvSpPr>
            <a:spLocks noGrp="1" noChangeArrowheads="1"/>
          </p:cNvSpPr>
          <p:nvPr>
            <p:ph type="title"/>
          </p:nvPr>
        </p:nvSpPr>
        <p:spPr/>
        <p:txBody>
          <a:bodyPr>
            <a:normAutofit fontScale="90000"/>
          </a:bodyPr>
          <a:lstStyle/>
          <a:p>
            <a:pPr eaLnBrk="1" hangingPunct="1"/>
            <a:r>
              <a:rPr lang="en-US" altLang="zh-CN"/>
              <a:t>4.2.3 </a:t>
            </a:r>
            <a:r>
              <a:rPr lang="en-US" altLang="zh-CN" b="1" i="1"/>
              <a:t>S</a:t>
            </a:r>
            <a:r>
              <a:rPr lang="zh-CN" altLang="en-US"/>
              <a:t>属性定义的自下而上计算</a:t>
            </a:r>
          </a:p>
        </p:txBody>
      </p:sp>
      <p:sp>
        <p:nvSpPr>
          <p:cNvPr id="4" name="文本框 3">
            <a:extLst>
              <a:ext uri="{FF2B5EF4-FFF2-40B4-BE49-F238E27FC236}">
                <a16:creationId xmlns:a16="http://schemas.microsoft.com/office/drawing/2014/main" id="{D0A59E88-4FDD-4303-8072-D2BCE2DFC4F2}"/>
              </a:ext>
            </a:extLst>
          </p:cNvPr>
          <p:cNvSpPr txBox="1"/>
          <p:nvPr/>
        </p:nvSpPr>
        <p:spPr>
          <a:xfrm>
            <a:off x="113251" y="971133"/>
            <a:ext cx="8917497" cy="5786199"/>
          </a:xfrm>
          <a:prstGeom prst="rect">
            <a:avLst/>
          </a:prstGeom>
          <a:solidFill>
            <a:schemeClr val="bg1">
              <a:lumMod val="95000"/>
            </a:schemeClr>
          </a:solidFill>
        </p:spPr>
        <p:style>
          <a:lnRef idx="0">
            <a:schemeClr val="accent3"/>
          </a:lnRef>
          <a:fillRef idx="3">
            <a:schemeClr val="accent3"/>
          </a:fillRef>
          <a:effectRef idx="3">
            <a:schemeClr val="accent3"/>
          </a:effectRef>
          <a:fontRef idx="minor">
            <a:schemeClr val="lt1"/>
          </a:fontRef>
        </p:style>
        <p:txBody>
          <a:bodyPr wrap="square">
            <a:spAutoFit/>
          </a:bodyPr>
          <a:lstStyle>
            <a:defPPr>
              <a:defRPr lang="en-US"/>
            </a:defPPr>
            <a:lvl1pPr>
              <a:defRPr sz="1600">
                <a:solidFill>
                  <a:srgbClr val="000000"/>
                </a:solidFill>
                <a:latin typeface="Consolas" panose="020B06090202040302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a:t> </a:t>
            </a:r>
            <a:r>
              <a:rPr lang="en-US" altLang="zh-CN"/>
              <a:t>/* </a:t>
            </a:r>
            <a:r>
              <a:rPr lang="zh-CN" altLang="en-US"/>
              <a:t>文法：</a:t>
            </a:r>
            <a:r>
              <a:rPr lang="en-US" altLang="zh-CN"/>
              <a:t>program--&gt; PROGRAM ID; </a:t>
            </a:r>
            <a:r>
              <a:rPr lang="en-US" altLang="zh-CN" err="1"/>
              <a:t>vardec</a:t>
            </a:r>
            <a:r>
              <a:rPr lang="en-US" altLang="zh-CN"/>
              <a:t> BEGIN </a:t>
            </a:r>
            <a:r>
              <a:rPr lang="en-US" altLang="zh-CN" err="1"/>
              <a:t>stmts</a:t>
            </a:r>
            <a:r>
              <a:rPr lang="en-US" altLang="zh-CN"/>
              <a:t> END. </a:t>
            </a:r>
          </a:p>
          <a:p>
            <a:r>
              <a:rPr lang="en-US" altLang="zh-CN"/>
              <a:t>  *       </a:t>
            </a:r>
            <a:r>
              <a:rPr lang="en-US" altLang="zh-CN" err="1"/>
              <a:t>vardec</a:t>
            </a:r>
            <a:r>
              <a:rPr lang="en-US" altLang="zh-CN"/>
              <a:t>--&gt;   VAR </a:t>
            </a:r>
            <a:r>
              <a:rPr lang="en-US" altLang="zh-CN" err="1"/>
              <a:t>declist</a:t>
            </a:r>
            <a:r>
              <a:rPr lang="en-US" altLang="zh-CN"/>
              <a:t> </a:t>
            </a:r>
          </a:p>
          <a:p>
            <a:r>
              <a:rPr lang="en-US" altLang="zh-CN"/>
              <a:t>  *       </a:t>
            </a:r>
            <a:r>
              <a:rPr lang="en-US" altLang="zh-CN" err="1"/>
              <a:t>declist</a:t>
            </a:r>
            <a:r>
              <a:rPr lang="en-US" altLang="zh-CN"/>
              <a:t>--&gt;  ID:INTEGER;</a:t>
            </a:r>
          </a:p>
          <a:p>
            <a:r>
              <a:rPr lang="en-US" altLang="zh-CN"/>
              <a:t>  *       </a:t>
            </a:r>
            <a:r>
              <a:rPr lang="en-US" altLang="zh-CN" err="1"/>
              <a:t>stmts</a:t>
            </a:r>
            <a:r>
              <a:rPr lang="en-US" altLang="zh-CN"/>
              <a:t>--&gt; ID := exp</a:t>
            </a:r>
          </a:p>
          <a:p>
            <a:r>
              <a:rPr lang="en-US" altLang="zh-CN"/>
              <a:t>  *       exp--&gt; INT */</a:t>
            </a:r>
          </a:p>
          <a:p>
            <a:r>
              <a:rPr lang="en-US" altLang="zh-CN"/>
              <a:t>program:    PROGRAM ID SEMICOLON </a:t>
            </a:r>
            <a:r>
              <a:rPr lang="en-US" altLang="zh-CN" err="1"/>
              <a:t>vardec</a:t>
            </a:r>
            <a:r>
              <a:rPr lang="en-US" altLang="zh-CN"/>
              <a:t> BEGINN </a:t>
            </a:r>
            <a:r>
              <a:rPr lang="en-US" altLang="zh-CN" err="1"/>
              <a:t>stmts</a:t>
            </a:r>
            <a:r>
              <a:rPr lang="en-US" altLang="zh-CN"/>
              <a:t> END PERIOD </a:t>
            </a:r>
          </a:p>
          <a:p>
            <a:r>
              <a:rPr lang="en-US" altLang="zh-CN"/>
              <a:t>            {program = </a:t>
            </a:r>
            <a:r>
              <a:rPr lang="en-US" altLang="zh-CN" err="1"/>
              <a:t>A_Prog</a:t>
            </a:r>
            <a:r>
              <a:rPr lang="en-US" altLang="zh-CN"/>
              <a:t>($2, $4, $6);}</a:t>
            </a:r>
          </a:p>
          <a:p>
            <a:r>
              <a:rPr lang="en-US" altLang="zh-CN"/>
              <a:t>            ;</a:t>
            </a:r>
          </a:p>
          <a:p>
            <a:br>
              <a:rPr lang="en-US" altLang="zh-CN"/>
            </a:br>
            <a:r>
              <a:rPr lang="en-US" altLang="zh-CN" err="1"/>
              <a:t>vardec</a:t>
            </a:r>
            <a:r>
              <a:rPr lang="en-US" altLang="zh-CN"/>
              <a:t>:     VAR </a:t>
            </a:r>
            <a:r>
              <a:rPr lang="en-US" altLang="zh-CN" err="1"/>
              <a:t>declist</a:t>
            </a:r>
            <a:r>
              <a:rPr lang="en-US" altLang="zh-CN"/>
              <a:t>     {$$ = $2;}</a:t>
            </a:r>
          </a:p>
          <a:p>
            <a:r>
              <a:rPr lang="en-US" altLang="zh-CN"/>
              <a:t>            ;</a:t>
            </a:r>
          </a:p>
          <a:p>
            <a:br>
              <a:rPr lang="en-US" altLang="zh-CN"/>
            </a:br>
            <a:r>
              <a:rPr lang="en-US" altLang="zh-CN" err="1"/>
              <a:t>declist</a:t>
            </a:r>
            <a:r>
              <a:rPr lang="en-US" altLang="zh-CN"/>
              <a:t>:    ID COLON INTEGER SEMICOLON  </a:t>
            </a:r>
          </a:p>
          <a:p>
            <a:r>
              <a:rPr lang="en-US" altLang="zh-CN"/>
              <a:t>            {$$ = </a:t>
            </a:r>
            <a:r>
              <a:rPr lang="en-US" altLang="zh-CN" err="1"/>
              <a:t>A_DecList</a:t>
            </a:r>
            <a:r>
              <a:rPr lang="en-US" altLang="zh-CN"/>
              <a:t>(</a:t>
            </a:r>
            <a:r>
              <a:rPr lang="en-US" altLang="zh-CN" err="1"/>
              <a:t>A_VarDec</a:t>
            </a:r>
            <a:r>
              <a:rPr lang="en-US" altLang="zh-CN"/>
              <a:t>(</a:t>
            </a:r>
            <a:r>
              <a:rPr lang="en-US" altLang="zh-CN" err="1"/>
              <a:t>A_VarList</a:t>
            </a:r>
            <a:r>
              <a:rPr lang="en-US" altLang="zh-CN"/>
              <a:t>(</a:t>
            </a:r>
            <a:r>
              <a:rPr lang="en-US" altLang="zh-CN" err="1"/>
              <a:t>A_Id</a:t>
            </a:r>
            <a:r>
              <a:rPr lang="en-US" altLang="zh-CN"/>
              <a:t>($1), NULL), </a:t>
            </a:r>
            <a:r>
              <a:rPr lang="en-US" altLang="zh-CN" err="1"/>
              <a:t>T_int</a:t>
            </a:r>
            <a:r>
              <a:rPr lang="en-US" altLang="zh-CN"/>
              <a:t>), NULL);}</a:t>
            </a:r>
          </a:p>
          <a:p>
            <a:r>
              <a:rPr lang="en-US" altLang="zh-CN"/>
              <a:t>            ;</a:t>
            </a:r>
          </a:p>
          <a:p>
            <a:br>
              <a:rPr lang="en-US" altLang="zh-CN"/>
            </a:br>
            <a:r>
              <a:rPr lang="en-US" altLang="zh-CN" err="1"/>
              <a:t>stmts</a:t>
            </a:r>
            <a:r>
              <a:rPr lang="en-US" altLang="zh-CN"/>
              <a:t>:      ID ASSIGN exp</a:t>
            </a:r>
          </a:p>
          <a:p>
            <a:r>
              <a:rPr lang="en-US" altLang="zh-CN"/>
              <a:t>            {$$ = </a:t>
            </a:r>
            <a:r>
              <a:rPr lang="en-US" altLang="zh-CN" err="1"/>
              <a:t>A_StmList</a:t>
            </a:r>
            <a:r>
              <a:rPr lang="en-US" altLang="zh-CN"/>
              <a:t>(</a:t>
            </a:r>
            <a:r>
              <a:rPr lang="en-US" altLang="zh-CN" err="1"/>
              <a:t>A_Assign</a:t>
            </a:r>
            <a:r>
              <a:rPr lang="en-US" altLang="zh-CN"/>
              <a:t>(</a:t>
            </a:r>
            <a:r>
              <a:rPr lang="en-US" altLang="zh-CN" err="1"/>
              <a:t>A_Id</a:t>
            </a:r>
            <a:r>
              <a:rPr lang="en-US" altLang="zh-CN"/>
              <a:t>($1), $3), NULL);}                        </a:t>
            </a:r>
          </a:p>
          <a:p>
            <a:r>
              <a:rPr lang="en-US" altLang="zh-CN"/>
              <a:t>            ;</a:t>
            </a:r>
          </a:p>
          <a:p>
            <a:br>
              <a:rPr lang="en-US" altLang="zh-CN"/>
            </a:br>
            <a:r>
              <a:rPr lang="en-US" altLang="zh-CN"/>
              <a:t>exp:        INT {$$ = </a:t>
            </a:r>
            <a:r>
              <a:rPr lang="en-US" altLang="zh-CN" err="1"/>
              <a:t>A_IntExp</a:t>
            </a:r>
            <a:r>
              <a:rPr lang="en-US" altLang="zh-CN"/>
              <a:t>($1);}</a:t>
            </a:r>
          </a:p>
          <a:p>
            <a:r>
              <a:rPr lang="en-US" altLang="zh-CN"/>
              <a:t>            ;</a:t>
            </a:r>
          </a:p>
        </p:txBody>
      </p:sp>
      <p:sp>
        <p:nvSpPr>
          <p:cNvPr id="5" name="文本框 4">
            <a:extLst>
              <a:ext uri="{FF2B5EF4-FFF2-40B4-BE49-F238E27FC236}">
                <a16:creationId xmlns:a16="http://schemas.microsoft.com/office/drawing/2014/main" id="{DB5A1713-0175-494A-AC32-772400C7EFA8}"/>
              </a:ext>
            </a:extLst>
          </p:cNvPr>
          <p:cNvSpPr txBox="1"/>
          <p:nvPr/>
        </p:nvSpPr>
        <p:spPr>
          <a:xfrm>
            <a:off x="5373154" y="2551891"/>
            <a:ext cx="3262432" cy="1569660"/>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none" rtlCol="0">
            <a:spAutoFit/>
          </a:bodyPr>
          <a:lstStyle/>
          <a:p>
            <a:r>
              <a:rPr lang="zh-CN" altLang="en-US" sz="2400"/>
              <a:t>实验</a:t>
            </a:r>
            <a:r>
              <a:rPr lang="en-US" altLang="zh-CN" sz="2400"/>
              <a:t>8</a:t>
            </a:r>
            <a:r>
              <a:rPr lang="zh-CN" altLang="en-US" sz="2400"/>
              <a:t>的示例代码</a:t>
            </a:r>
            <a:endParaRPr lang="en-US" altLang="zh-CN" sz="2400"/>
          </a:p>
          <a:p>
            <a:r>
              <a:rPr lang="en-US" altLang="zh-CN" sz="2400" b="1"/>
              <a:t>Parser1</a:t>
            </a:r>
            <a:r>
              <a:rPr lang="zh-CN" altLang="en-US" sz="2400"/>
              <a:t>是一个用语义</a:t>
            </a:r>
            <a:endParaRPr lang="en-US" altLang="zh-CN" sz="2400"/>
          </a:p>
          <a:p>
            <a:r>
              <a:rPr lang="zh-CN" altLang="en-US" sz="2400"/>
              <a:t>构造</a:t>
            </a:r>
            <a:r>
              <a:rPr lang="zh-CN" altLang="en-US" sz="2400">
                <a:solidFill>
                  <a:srgbClr val="FF0000"/>
                </a:solidFill>
              </a:rPr>
              <a:t>语法分析树</a:t>
            </a:r>
            <a:r>
              <a:rPr lang="zh-CN" altLang="en-US" sz="2400"/>
              <a:t>的例子</a:t>
            </a:r>
            <a:endParaRPr lang="en-US" altLang="zh-CN" sz="2400"/>
          </a:p>
          <a:p>
            <a:r>
              <a:rPr lang="zh-CN" altLang="en-US" sz="2400"/>
              <a:t>（不是抽象语法树）</a:t>
            </a:r>
            <a:endParaRPr lang="en-US" altLang="zh-CN" sz="2400"/>
          </a:p>
        </p:txBody>
      </p:sp>
      <p:sp>
        <p:nvSpPr>
          <p:cNvPr id="2" name="日期占位符 1">
            <a:extLst>
              <a:ext uri="{FF2B5EF4-FFF2-40B4-BE49-F238E27FC236}">
                <a16:creationId xmlns:a16="http://schemas.microsoft.com/office/drawing/2014/main" id="{A905DCA8-8A08-26E5-45CD-44E3C1118BD9}"/>
              </a:ext>
            </a:extLst>
          </p:cNvPr>
          <p:cNvSpPr>
            <a:spLocks noGrp="1"/>
          </p:cNvSpPr>
          <p:nvPr>
            <p:ph type="dt" sz="half" idx="10"/>
          </p:nvPr>
        </p:nvSpPr>
        <p:spPr/>
        <p:txBody>
          <a:bodyPr/>
          <a:lstStyle/>
          <a:p>
            <a:fld id="{CFF6E970-4441-4A70-B6BA-2EF30A3765F5}"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1C826512-C7D3-D0F3-586C-FB06C671E283}"/>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6" name="灯片编号占位符 5">
            <a:extLst>
              <a:ext uri="{FF2B5EF4-FFF2-40B4-BE49-F238E27FC236}">
                <a16:creationId xmlns:a16="http://schemas.microsoft.com/office/drawing/2014/main" id="{0506ECDC-5683-38F4-74A1-731624753373}"/>
              </a:ext>
            </a:extLst>
          </p:cNvPr>
          <p:cNvSpPr>
            <a:spLocks noGrp="1"/>
          </p:cNvSpPr>
          <p:nvPr>
            <p:ph type="sldNum" sz="quarter" idx="12"/>
          </p:nvPr>
        </p:nvSpPr>
        <p:spPr/>
        <p:txBody>
          <a:bodyPr/>
          <a:lstStyle/>
          <a:p>
            <a:fld id="{094DEB03-EFC6-4C20-8FC8-295189A5386F}" type="slidenum">
              <a:rPr lang="zh-CN" altLang="en-US" smtClean="0"/>
              <a:pPr/>
              <a:t>38</a:t>
            </a:fld>
            <a:endParaRPr lang="zh-CN" altLang="en-US"/>
          </a:p>
        </p:txBody>
      </p:sp>
    </p:spTree>
    <p:extLst>
      <p:ext uri="{BB962C8B-B14F-4D97-AF65-F5344CB8AC3E}">
        <p14:creationId xmlns:p14="http://schemas.microsoft.com/office/powerpoint/2010/main" val="2100743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B4FEF776-6CFE-4DF4-80FF-26BCC80694DF}"/>
              </a:ext>
            </a:extLst>
          </p:cNvPr>
          <p:cNvSpPr>
            <a:spLocks noGrp="1" noChangeArrowheads="1"/>
          </p:cNvSpPr>
          <p:nvPr>
            <p:ph type="title"/>
          </p:nvPr>
        </p:nvSpPr>
        <p:spPr/>
        <p:txBody>
          <a:bodyPr/>
          <a:lstStyle/>
          <a:p>
            <a:r>
              <a:rPr lang="en-US" altLang="zh-CN"/>
              <a:t>4.3 </a:t>
            </a:r>
            <a:r>
              <a:rPr lang="en-US" altLang="zh-CN" b="1" i="1"/>
              <a:t>L</a:t>
            </a:r>
            <a:r>
              <a:rPr lang="zh-CN" altLang="en-US"/>
              <a:t>属性定义的自上而下计算</a:t>
            </a:r>
          </a:p>
        </p:txBody>
      </p:sp>
      <p:sp>
        <p:nvSpPr>
          <p:cNvPr id="730115" name="Rectangle 3">
            <a:extLst>
              <a:ext uri="{FF2B5EF4-FFF2-40B4-BE49-F238E27FC236}">
                <a16:creationId xmlns:a16="http://schemas.microsoft.com/office/drawing/2014/main" id="{4A957EC0-8F4D-44D5-9550-9314215120D9}"/>
              </a:ext>
            </a:extLst>
          </p:cNvPr>
          <p:cNvSpPr>
            <a:spLocks noGrp="1" noChangeArrowheads="1"/>
          </p:cNvSpPr>
          <p:nvPr>
            <p:ph idx="1"/>
          </p:nvPr>
        </p:nvSpPr>
        <p:spPr/>
        <p:txBody>
          <a:bodyPr>
            <a:normAutofit/>
          </a:bodyPr>
          <a:lstStyle/>
          <a:p>
            <a:pPr>
              <a:spcBef>
                <a:spcPct val="0"/>
              </a:spcBef>
            </a:pPr>
            <a:r>
              <a:rPr lang="zh-CN" altLang="en-US">
                <a:latin typeface="宋体" panose="02010600030101010101" pitchFamily="2" charset="-122"/>
              </a:rPr>
              <a:t>边分析边翻译的方式能否用于继承属性</a:t>
            </a:r>
            <a:r>
              <a:rPr lang="zh-CN" altLang="en-US"/>
              <a:t>？</a:t>
            </a:r>
            <a:endParaRPr lang="zh-CN" altLang="en-US">
              <a:latin typeface="宋体" panose="02010600030101010101" pitchFamily="2" charset="-122"/>
            </a:endParaRPr>
          </a:p>
          <a:p>
            <a:pPr>
              <a:spcBef>
                <a:spcPct val="0"/>
              </a:spcBef>
            </a:pPr>
            <a:r>
              <a:rPr lang="zh-CN" altLang="en-US">
                <a:latin typeface="宋体" panose="02010600030101010101" pitchFamily="2" charset="-122"/>
              </a:rPr>
              <a:t>如果属性信息是自左向右流动，那么就有可能在分析的同时完成属性计算</a:t>
            </a:r>
          </a:p>
          <a:p>
            <a:pPr>
              <a:spcBef>
                <a:spcPct val="0"/>
              </a:spcBef>
            </a:pPr>
            <a:endParaRPr lang="zh-CN" altLang="en-US">
              <a:latin typeface="宋体" panose="02010600030101010101" pitchFamily="2" charset="-122"/>
            </a:endParaRPr>
          </a:p>
        </p:txBody>
      </p:sp>
      <p:sp>
        <p:nvSpPr>
          <p:cNvPr id="2" name="日期占位符 1">
            <a:extLst>
              <a:ext uri="{FF2B5EF4-FFF2-40B4-BE49-F238E27FC236}">
                <a16:creationId xmlns:a16="http://schemas.microsoft.com/office/drawing/2014/main" id="{8A059A07-8FD2-05B8-961A-0195115ADF51}"/>
              </a:ext>
            </a:extLst>
          </p:cNvPr>
          <p:cNvSpPr>
            <a:spLocks noGrp="1"/>
          </p:cNvSpPr>
          <p:nvPr>
            <p:ph type="dt" sz="half" idx="10"/>
          </p:nvPr>
        </p:nvSpPr>
        <p:spPr/>
        <p:txBody>
          <a:bodyPr/>
          <a:lstStyle/>
          <a:p>
            <a:fld id="{CFBF2A2C-0421-4D9C-BE4E-D65DFCB721CC}"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E193E23F-8FFA-703E-27DD-EF90FFC7472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6CC73BA2-0DD8-5E3A-39B7-926E850D42F2}"/>
              </a:ext>
            </a:extLst>
          </p:cNvPr>
          <p:cNvSpPr>
            <a:spLocks noGrp="1"/>
          </p:cNvSpPr>
          <p:nvPr>
            <p:ph type="sldNum" sz="quarter" idx="12"/>
          </p:nvPr>
        </p:nvSpPr>
        <p:spPr/>
        <p:txBody>
          <a:bodyPr/>
          <a:lstStyle/>
          <a:p>
            <a:fld id="{094DEB03-EFC6-4C20-8FC8-295189A5386F}" type="slidenum">
              <a:rPr lang="zh-CN" altLang="en-US" smtClean="0"/>
              <a:pPr/>
              <a:t>39</a:t>
            </a:fld>
            <a:endParaRPr lang="zh-CN" altLang="en-US"/>
          </a:p>
        </p:txBody>
      </p:sp>
      <p:grpSp>
        <p:nvGrpSpPr>
          <p:cNvPr id="5" name="Group 4">
            <a:extLst>
              <a:ext uri="{FF2B5EF4-FFF2-40B4-BE49-F238E27FC236}">
                <a16:creationId xmlns:a16="http://schemas.microsoft.com/office/drawing/2014/main" id="{FAF4EB95-311B-3BA3-A1F6-FD704018FC7A}"/>
              </a:ext>
            </a:extLst>
          </p:cNvPr>
          <p:cNvGrpSpPr>
            <a:grpSpLocks/>
          </p:cNvGrpSpPr>
          <p:nvPr/>
        </p:nvGrpSpPr>
        <p:grpSpPr bwMode="auto">
          <a:xfrm>
            <a:off x="342900" y="2750602"/>
            <a:ext cx="8458200" cy="3878262"/>
            <a:chOff x="288" y="1392"/>
            <a:chExt cx="5328" cy="2443"/>
          </a:xfrm>
        </p:grpSpPr>
        <p:sp>
          <p:nvSpPr>
            <p:cNvPr id="6" name="Rectangle 5">
              <a:extLst>
                <a:ext uri="{FF2B5EF4-FFF2-40B4-BE49-F238E27FC236}">
                  <a16:creationId xmlns:a16="http://schemas.microsoft.com/office/drawing/2014/main" id="{04B19F71-E313-0F29-7FE7-AB55157BE514}"/>
                </a:ext>
              </a:extLst>
            </p:cNvPr>
            <p:cNvSpPr>
              <a:spLocks noChangeArrowheads="1"/>
            </p:cNvSpPr>
            <p:nvPr/>
          </p:nvSpPr>
          <p:spPr bwMode="auto">
            <a:xfrm>
              <a:off x="2012" y="1392"/>
              <a:ext cx="246"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D</a:t>
              </a:r>
            </a:p>
          </p:txBody>
        </p:sp>
        <p:sp>
          <p:nvSpPr>
            <p:cNvPr id="7" name="Rectangle 6">
              <a:extLst>
                <a:ext uri="{FF2B5EF4-FFF2-40B4-BE49-F238E27FC236}">
                  <a16:creationId xmlns:a16="http://schemas.microsoft.com/office/drawing/2014/main" id="{D6133DD0-DA68-E02B-EB89-CDE2B058583E}"/>
                </a:ext>
              </a:extLst>
            </p:cNvPr>
            <p:cNvSpPr>
              <a:spLocks noChangeArrowheads="1"/>
            </p:cNvSpPr>
            <p:nvPr/>
          </p:nvSpPr>
          <p:spPr bwMode="auto">
            <a:xfrm>
              <a:off x="288" y="2483"/>
              <a:ext cx="90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    int</a:t>
              </a:r>
            </a:p>
          </p:txBody>
        </p:sp>
        <p:sp>
          <p:nvSpPr>
            <p:cNvPr id="8" name="Rectangle 7">
              <a:extLst>
                <a:ext uri="{FF2B5EF4-FFF2-40B4-BE49-F238E27FC236}">
                  <a16:creationId xmlns:a16="http://schemas.microsoft.com/office/drawing/2014/main" id="{D341BD60-159F-025F-228B-F6DF200A7FB8}"/>
                </a:ext>
              </a:extLst>
            </p:cNvPr>
            <p:cNvSpPr>
              <a:spLocks noChangeArrowheads="1"/>
            </p:cNvSpPr>
            <p:nvPr/>
          </p:nvSpPr>
          <p:spPr bwMode="auto">
            <a:xfrm>
              <a:off x="550" y="1964"/>
              <a:ext cx="369"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T</a:t>
              </a:r>
            </a:p>
          </p:txBody>
        </p:sp>
        <p:sp>
          <p:nvSpPr>
            <p:cNvPr id="9" name="Line 8">
              <a:extLst>
                <a:ext uri="{FF2B5EF4-FFF2-40B4-BE49-F238E27FC236}">
                  <a16:creationId xmlns:a16="http://schemas.microsoft.com/office/drawing/2014/main" id="{F12618CC-B7B3-9D4B-4F94-465A4EF4647A}"/>
                </a:ext>
              </a:extLst>
            </p:cNvPr>
            <p:cNvSpPr>
              <a:spLocks noChangeShapeType="1"/>
            </p:cNvSpPr>
            <p:nvPr/>
          </p:nvSpPr>
          <p:spPr bwMode="auto">
            <a:xfrm flipH="1">
              <a:off x="721" y="1632"/>
              <a:ext cx="1168" cy="33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0" name="Rectangle 9">
              <a:extLst>
                <a:ext uri="{FF2B5EF4-FFF2-40B4-BE49-F238E27FC236}">
                  <a16:creationId xmlns:a16="http://schemas.microsoft.com/office/drawing/2014/main" id="{56A23DDF-EBFF-19DD-247D-F197D3FA9C9D}"/>
                </a:ext>
              </a:extLst>
            </p:cNvPr>
            <p:cNvSpPr>
              <a:spLocks noChangeArrowheads="1"/>
            </p:cNvSpPr>
            <p:nvPr/>
          </p:nvSpPr>
          <p:spPr bwMode="auto">
            <a:xfrm>
              <a:off x="3533" y="2462"/>
              <a:ext cx="246"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11" name="Line 10">
              <a:extLst>
                <a:ext uri="{FF2B5EF4-FFF2-40B4-BE49-F238E27FC236}">
                  <a16:creationId xmlns:a16="http://schemas.microsoft.com/office/drawing/2014/main" id="{59A7EE35-B65B-E251-45E6-8008DFEE06C2}"/>
                </a:ext>
              </a:extLst>
            </p:cNvPr>
            <p:cNvSpPr>
              <a:spLocks noChangeShapeType="1"/>
            </p:cNvSpPr>
            <p:nvPr/>
          </p:nvSpPr>
          <p:spPr bwMode="auto">
            <a:xfrm>
              <a:off x="645" y="2282"/>
              <a:ext cx="0" cy="29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 name="Line 11">
              <a:extLst>
                <a:ext uri="{FF2B5EF4-FFF2-40B4-BE49-F238E27FC236}">
                  <a16:creationId xmlns:a16="http://schemas.microsoft.com/office/drawing/2014/main" id="{86081EE9-CA03-74F8-1233-BD2504CBAC04}"/>
                </a:ext>
              </a:extLst>
            </p:cNvPr>
            <p:cNvSpPr>
              <a:spLocks noChangeShapeType="1"/>
            </p:cNvSpPr>
            <p:nvPr/>
          </p:nvSpPr>
          <p:spPr bwMode="auto">
            <a:xfrm>
              <a:off x="3840" y="2304"/>
              <a:ext cx="660" cy="191"/>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 name="Line 12">
              <a:extLst>
                <a:ext uri="{FF2B5EF4-FFF2-40B4-BE49-F238E27FC236}">
                  <a16:creationId xmlns:a16="http://schemas.microsoft.com/office/drawing/2014/main" id="{F9FAD022-2414-1FEB-CEF8-4CBF4178A707}"/>
                </a:ext>
              </a:extLst>
            </p:cNvPr>
            <p:cNvSpPr>
              <a:spLocks noChangeShapeType="1"/>
            </p:cNvSpPr>
            <p:nvPr/>
          </p:nvSpPr>
          <p:spPr bwMode="auto">
            <a:xfrm flipH="1">
              <a:off x="2654" y="2294"/>
              <a:ext cx="660" cy="19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 name="Rectangle 13">
              <a:extLst>
                <a:ext uri="{FF2B5EF4-FFF2-40B4-BE49-F238E27FC236}">
                  <a16:creationId xmlns:a16="http://schemas.microsoft.com/office/drawing/2014/main" id="{4753B608-6D59-E6FC-CB09-F70CEFE22592}"/>
                </a:ext>
              </a:extLst>
            </p:cNvPr>
            <p:cNvSpPr>
              <a:spLocks noChangeArrowheads="1"/>
            </p:cNvSpPr>
            <p:nvPr/>
          </p:nvSpPr>
          <p:spPr bwMode="auto">
            <a:xfrm>
              <a:off x="4534" y="2488"/>
              <a:ext cx="56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id</a:t>
              </a:r>
              <a:r>
                <a:rPr lang="en-US" altLang="zh-CN" sz="2800" b="1" baseline="-25000">
                  <a:ea typeface="宋体" panose="02010600030101010101" pitchFamily="2" charset="-122"/>
                </a:rPr>
                <a:t>3</a:t>
              </a:r>
            </a:p>
          </p:txBody>
        </p:sp>
        <p:sp>
          <p:nvSpPr>
            <p:cNvPr id="15" name="Rectangle 14">
              <a:extLst>
                <a:ext uri="{FF2B5EF4-FFF2-40B4-BE49-F238E27FC236}">
                  <a16:creationId xmlns:a16="http://schemas.microsoft.com/office/drawing/2014/main" id="{ED3FF581-BEC6-488F-FE5D-4F2B78190EAF}"/>
                </a:ext>
              </a:extLst>
            </p:cNvPr>
            <p:cNvSpPr>
              <a:spLocks noChangeArrowheads="1"/>
            </p:cNvSpPr>
            <p:nvPr/>
          </p:nvSpPr>
          <p:spPr bwMode="auto">
            <a:xfrm>
              <a:off x="3500" y="1972"/>
              <a:ext cx="337"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L</a:t>
              </a:r>
            </a:p>
          </p:txBody>
        </p:sp>
        <p:sp>
          <p:nvSpPr>
            <p:cNvPr id="16" name="Line 15">
              <a:extLst>
                <a:ext uri="{FF2B5EF4-FFF2-40B4-BE49-F238E27FC236}">
                  <a16:creationId xmlns:a16="http://schemas.microsoft.com/office/drawing/2014/main" id="{308CCED4-DA54-E9C9-B039-D917B9364112}"/>
                </a:ext>
              </a:extLst>
            </p:cNvPr>
            <p:cNvSpPr>
              <a:spLocks noChangeShapeType="1"/>
            </p:cNvSpPr>
            <p:nvPr/>
          </p:nvSpPr>
          <p:spPr bwMode="auto">
            <a:xfrm>
              <a:off x="2320" y="1632"/>
              <a:ext cx="1168" cy="33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7" name="Line 16">
              <a:extLst>
                <a:ext uri="{FF2B5EF4-FFF2-40B4-BE49-F238E27FC236}">
                  <a16:creationId xmlns:a16="http://schemas.microsoft.com/office/drawing/2014/main" id="{E5FDD746-6003-EEAB-5485-F7FA3CFB58A7}"/>
                </a:ext>
              </a:extLst>
            </p:cNvPr>
            <p:cNvSpPr>
              <a:spLocks noChangeShapeType="1"/>
            </p:cNvSpPr>
            <p:nvPr/>
          </p:nvSpPr>
          <p:spPr bwMode="auto">
            <a:xfrm>
              <a:off x="1444" y="3252"/>
              <a:ext cx="0" cy="29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8" name="Line 17">
              <a:extLst>
                <a:ext uri="{FF2B5EF4-FFF2-40B4-BE49-F238E27FC236}">
                  <a16:creationId xmlns:a16="http://schemas.microsoft.com/office/drawing/2014/main" id="{687A0BD9-D568-A123-71DC-6FDE0C4FE39F}"/>
                </a:ext>
              </a:extLst>
            </p:cNvPr>
            <p:cNvSpPr>
              <a:spLocks noChangeShapeType="1"/>
            </p:cNvSpPr>
            <p:nvPr/>
          </p:nvSpPr>
          <p:spPr bwMode="auto">
            <a:xfrm>
              <a:off x="2443" y="2779"/>
              <a:ext cx="0" cy="29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9" name="Line 18">
              <a:extLst>
                <a:ext uri="{FF2B5EF4-FFF2-40B4-BE49-F238E27FC236}">
                  <a16:creationId xmlns:a16="http://schemas.microsoft.com/office/drawing/2014/main" id="{AC6D7EE2-E272-AF66-DCFA-04F8268815B1}"/>
                </a:ext>
              </a:extLst>
            </p:cNvPr>
            <p:cNvSpPr>
              <a:spLocks noChangeShapeType="1"/>
            </p:cNvSpPr>
            <p:nvPr/>
          </p:nvSpPr>
          <p:spPr bwMode="auto">
            <a:xfrm>
              <a:off x="3597" y="2295"/>
              <a:ext cx="0" cy="29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0" name="Rectangle 19">
              <a:extLst>
                <a:ext uri="{FF2B5EF4-FFF2-40B4-BE49-F238E27FC236}">
                  <a16:creationId xmlns:a16="http://schemas.microsoft.com/office/drawing/2014/main" id="{B2CE892F-3527-0ED0-564D-562C8BE20654}"/>
                </a:ext>
              </a:extLst>
            </p:cNvPr>
            <p:cNvSpPr>
              <a:spLocks noChangeArrowheads="1"/>
            </p:cNvSpPr>
            <p:nvPr/>
          </p:nvSpPr>
          <p:spPr bwMode="auto">
            <a:xfrm>
              <a:off x="2377" y="2484"/>
              <a:ext cx="291"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L</a:t>
              </a:r>
            </a:p>
          </p:txBody>
        </p:sp>
        <p:sp>
          <p:nvSpPr>
            <p:cNvPr id="21" name="Rectangle 20">
              <a:extLst>
                <a:ext uri="{FF2B5EF4-FFF2-40B4-BE49-F238E27FC236}">
                  <a16:creationId xmlns:a16="http://schemas.microsoft.com/office/drawing/2014/main" id="{B96C55EB-E2EE-B317-E88A-BB81DD1DA629}"/>
                </a:ext>
              </a:extLst>
            </p:cNvPr>
            <p:cNvSpPr>
              <a:spLocks noChangeArrowheads="1"/>
            </p:cNvSpPr>
            <p:nvPr/>
          </p:nvSpPr>
          <p:spPr bwMode="auto">
            <a:xfrm>
              <a:off x="1377" y="2959"/>
              <a:ext cx="274"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L</a:t>
              </a:r>
            </a:p>
          </p:txBody>
        </p:sp>
        <p:sp>
          <p:nvSpPr>
            <p:cNvPr id="22" name="Line 21">
              <a:extLst>
                <a:ext uri="{FF2B5EF4-FFF2-40B4-BE49-F238E27FC236}">
                  <a16:creationId xmlns:a16="http://schemas.microsoft.com/office/drawing/2014/main" id="{1769532A-54D3-F059-EB64-3642551AB14C}"/>
                </a:ext>
              </a:extLst>
            </p:cNvPr>
            <p:cNvSpPr>
              <a:spLocks noChangeShapeType="1"/>
            </p:cNvSpPr>
            <p:nvPr/>
          </p:nvSpPr>
          <p:spPr bwMode="auto">
            <a:xfrm flipH="1">
              <a:off x="1536" y="2784"/>
              <a:ext cx="660" cy="191"/>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3" name="Line 22">
              <a:extLst>
                <a:ext uri="{FF2B5EF4-FFF2-40B4-BE49-F238E27FC236}">
                  <a16:creationId xmlns:a16="http://schemas.microsoft.com/office/drawing/2014/main" id="{0525BEA5-8B65-09CA-3250-35BE84DD021F}"/>
                </a:ext>
              </a:extLst>
            </p:cNvPr>
            <p:cNvSpPr>
              <a:spLocks noChangeShapeType="1"/>
            </p:cNvSpPr>
            <p:nvPr/>
          </p:nvSpPr>
          <p:spPr bwMode="auto">
            <a:xfrm>
              <a:off x="2689" y="2820"/>
              <a:ext cx="660" cy="19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4" name="Rectangle 23">
              <a:extLst>
                <a:ext uri="{FF2B5EF4-FFF2-40B4-BE49-F238E27FC236}">
                  <a16:creationId xmlns:a16="http://schemas.microsoft.com/office/drawing/2014/main" id="{B06AC29F-5EDF-7B50-7559-CF22EA3FE109}"/>
                </a:ext>
              </a:extLst>
            </p:cNvPr>
            <p:cNvSpPr>
              <a:spLocks noChangeArrowheads="1"/>
            </p:cNvSpPr>
            <p:nvPr/>
          </p:nvSpPr>
          <p:spPr bwMode="auto">
            <a:xfrm>
              <a:off x="3273" y="2997"/>
              <a:ext cx="568"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id</a:t>
              </a:r>
              <a:r>
                <a:rPr lang="en-US" altLang="zh-CN" sz="2800" b="1" baseline="-25000">
                  <a:ea typeface="宋体" panose="02010600030101010101" pitchFamily="2" charset="-122"/>
                </a:rPr>
                <a:t>2</a:t>
              </a:r>
            </a:p>
          </p:txBody>
        </p:sp>
        <p:sp>
          <p:nvSpPr>
            <p:cNvPr id="25" name="Rectangle 24">
              <a:extLst>
                <a:ext uri="{FF2B5EF4-FFF2-40B4-BE49-F238E27FC236}">
                  <a16:creationId xmlns:a16="http://schemas.microsoft.com/office/drawing/2014/main" id="{7E9E827C-588F-5F60-0AB8-EA5A67035983}"/>
                </a:ext>
              </a:extLst>
            </p:cNvPr>
            <p:cNvSpPr>
              <a:spLocks noChangeArrowheads="1"/>
            </p:cNvSpPr>
            <p:nvPr/>
          </p:nvSpPr>
          <p:spPr bwMode="auto">
            <a:xfrm>
              <a:off x="1319" y="3509"/>
              <a:ext cx="568"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id</a:t>
              </a:r>
              <a:r>
                <a:rPr lang="en-US" altLang="zh-CN" sz="2800" b="1" baseline="-25000">
                  <a:ea typeface="宋体" panose="02010600030101010101" pitchFamily="2" charset="-122"/>
                </a:rPr>
                <a:t>1</a:t>
              </a:r>
            </a:p>
          </p:txBody>
        </p:sp>
        <p:sp>
          <p:nvSpPr>
            <p:cNvPr id="26" name="Rectangle 25">
              <a:extLst>
                <a:ext uri="{FF2B5EF4-FFF2-40B4-BE49-F238E27FC236}">
                  <a16:creationId xmlns:a16="http://schemas.microsoft.com/office/drawing/2014/main" id="{64574DE1-A334-72CD-677B-423CCFEC7FC4}"/>
                </a:ext>
              </a:extLst>
            </p:cNvPr>
            <p:cNvSpPr>
              <a:spLocks noChangeArrowheads="1"/>
            </p:cNvSpPr>
            <p:nvPr/>
          </p:nvSpPr>
          <p:spPr bwMode="auto">
            <a:xfrm>
              <a:off x="2365" y="2945"/>
              <a:ext cx="246"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27" name="Rectangle 26">
              <a:extLst>
                <a:ext uri="{FF2B5EF4-FFF2-40B4-BE49-F238E27FC236}">
                  <a16:creationId xmlns:a16="http://schemas.microsoft.com/office/drawing/2014/main" id="{D5E9874A-B990-332C-891E-78B2DE4A0DFB}"/>
                </a:ext>
              </a:extLst>
            </p:cNvPr>
            <p:cNvSpPr>
              <a:spLocks noChangeArrowheads="1"/>
            </p:cNvSpPr>
            <p:nvPr/>
          </p:nvSpPr>
          <p:spPr bwMode="auto">
            <a:xfrm>
              <a:off x="1729" y="3532"/>
              <a:ext cx="67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1 </a:t>
              </a:r>
              <a:r>
                <a:rPr lang="en-US" altLang="zh-CN" sz="2800" b="1" i="1">
                  <a:ea typeface="宋体" panose="02010600030101010101" pitchFamily="2" charset="-122"/>
                </a:rPr>
                <a:t>entry</a:t>
              </a:r>
            </a:p>
          </p:txBody>
        </p:sp>
        <p:sp>
          <p:nvSpPr>
            <p:cNvPr id="28" name="Rectangle 27">
              <a:extLst>
                <a:ext uri="{FF2B5EF4-FFF2-40B4-BE49-F238E27FC236}">
                  <a16:creationId xmlns:a16="http://schemas.microsoft.com/office/drawing/2014/main" id="{3115EC44-AB85-457D-B808-D4D9AE4B4839}"/>
                </a:ext>
              </a:extLst>
            </p:cNvPr>
            <p:cNvSpPr>
              <a:spLocks noChangeArrowheads="1"/>
            </p:cNvSpPr>
            <p:nvPr/>
          </p:nvSpPr>
          <p:spPr bwMode="auto">
            <a:xfrm>
              <a:off x="1670" y="2985"/>
              <a:ext cx="274"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10</a:t>
              </a:r>
            </a:p>
          </p:txBody>
        </p:sp>
        <p:sp>
          <p:nvSpPr>
            <p:cNvPr id="29" name="Line 28">
              <a:extLst>
                <a:ext uri="{FF2B5EF4-FFF2-40B4-BE49-F238E27FC236}">
                  <a16:creationId xmlns:a16="http://schemas.microsoft.com/office/drawing/2014/main" id="{48DFCD0E-0605-E83F-1BE0-C0ABA857776B}"/>
                </a:ext>
              </a:extLst>
            </p:cNvPr>
            <p:cNvSpPr>
              <a:spLocks noChangeShapeType="1"/>
            </p:cNvSpPr>
            <p:nvPr/>
          </p:nvSpPr>
          <p:spPr bwMode="auto">
            <a:xfrm flipV="1">
              <a:off x="1811" y="3241"/>
              <a:ext cx="0" cy="345"/>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30" name="Rectangle 29">
              <a:extLst>
                <a:ext uri="{FF2B5EF4-FFF2-40B4-BE49-F238E27FC236}">
                  <a16:creationId xmlns:a16="http://schemas.microsoft.com/office/drawing/2014/main" id="{67700B1E-505C-71F3-E8BD-EEFDCABF0EEA}"/>
                </a:ext>
              </a:extLst>
            </p:cNvPr>
            <p:cNvSpPr>
              <a:spLocks noChangeArrowheads="1"/>
            </p:cNvSpPr>
            <p:nvPr/>
          </p:nvSpPr>
          <p:spPr bwMode="auto">
            <a:xfrm>
              <a:off x="3712" y="3046"/>
              <a:ext cx="674"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2 </a:t>
              </a:r>
              <a:r>
                <a:rPr lang="en-US" altLang="zh-CN" sz="2800" b="1" i="1">
                  <a:ea typeface="宋体" panose="02010600030101010101" pitchFamily="2" charset="-122"/>
                </a:rPr>
                <a:t>entry</a:t>
              </a:r>
            </a:p>
          </p:txBody>
        </p:sp>
        <p:sp>
          <p:nvSpPr>
            <p:cNvPr id="31" name="Rectangle 30">
              <a:extLst>
                <a:ext uri="{FF2B5EF4-FFF2-40B4-BE49-F238E27FC236}">
                  <a16:creationId xmlns:a16="http://schemas.microsoft.com/office/drawing/2014/main" id="{64C87FD5-0548-CCE4-D661-0F076536D963}"/>
                </a:ext>
              </a:extLst>
            </p:cNvPr>
            <p:cNvSpPr>
              <a:spLocks noChangeArrowheads="1"/>
            </p:cNvSpPr>
            <p:nvPr/>
          </p:nvSpPr>
          <p:spPr bwMode="auto">
            <a:xfrm>
              <a:off x="4942" y="2527"/>
              <a:ext cx="674"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3 </a:t>
              </a:r>
              <a:r>
                <a:rPr lang="en-US" altLang="zh-CN" sz="2800" b="1" i="1">
                  <a:ea typeface="宋体" panose="02010600030101010101" pitchFamily="2" charset="-122"/>
                </a:rPr>
                <a:t>entry</a:t>
              </a:r>
            </a:p>
          </p:txBody>
        </p:sp>
        <p:sp>
          <p:nvSpPr>
            <p:cNvPr id="32" name="Rectangle 31">
              <a:extLst>
                <a:ext uri="{FF2B5EF4-FFF2-40B4-BE49-F238E27FC236}">
                  <a16:creationId xmlns:a16="http://schemas.microsoft.com/office/drawing/2014/main" id="{997B6BC3-FB47-8116-B61F-578D586D2128}"/>
                </a:ext>
              </a:extLst>
            </p:cNvPr>
            <p:cNvSpPr>
              <a:spLocks noChangeArrowheads="1"/>
            </p:cNvSpPr>
            <p:nvPr/>
          </p:nvSpPr>
          <p:spPr bwMode="auto">
            <a:xfrm>
              <a:off x="731" y="2983"/>
              <a:ext cx="428"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in </a:t>
              </a:r>
              <a:r>
                <a:rPr lang="en-US" altLang="zh-CN" sz="2800" b="1">
                  <a:ea typeface="宋体" panose="02010600030101010101" pitchFamily="2" charset="-122"/>
                </a:rPr>
                <a:t>9</a:t>
              </a:r>
            </a:p>
          </p:txBody>
        </p:sp>
        <p:sp>
          <p:nvSpPr>
            <p:cNvPr id="33" name="Rectangle 32">
              <a:extLst>
                <a:ext uri="{FF2B5EF4-FFF2-40B4-BE49-F238E27FC236}">
                  <a16:creationId xmlns:a16="http://schemas.microsoft.com/office/drawing/2014/main" id="{4DB38FE2-4698-7B8A-7EC2-CD78A7E531B4}"/>
                </a:ext>
              </a:extLst>
            </p:cNvPr>
            <p:cNvSpPr>
              <a:spLocks noChangeArrowheads="1"/>
            </p:cNvSpPr>
            <p:nvPr/>
          </p:nvSpPr>
          <p:spPr bwMode="auto">
            <a:xfrm>
              <a:off x="2730" y="2501"/>
              <a:ext cx="274"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8</a:t>
              </a:r>
            </a:p>
          </p:txBody>
        </p:sp>
        <p:sp>
          <p:nvSpPr>
            <p:cNvPr id="34" name="Rectangle 33">
              <a:extLst>
                <a:ext uri="{FF2B5EF4-FFF2-40B4-BE49-F238E27FC236}">
                  <a16:creationId xmlns:a16="http://schemas.microsoft.com/office/drawing/2014/main" id="{B82D0832-EE33-0BE7-DEEF-7B6346621233}"/>
                </a:ext>
              </a:extLst>
            </p:cNvPr>
            <p:cNvSpPr>
              <a:spLocks noChangeArrowheads="1"/>
            </p:cNvSpPr>
            <p:nvPr/>
          </p:nvSpPr>
          <p:spPr bwMode="auto">
            <a:xfrm>
              <a:off x="1764" y="2498"/>
              <a:ext cx="428"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in </a:t>
              </a:r>
              <a:r>
                <a:rPr lang="en-US" altLang="zh-CN" sz="2800" b="1">
                  <a:ea typeface="宋体" panose="02010600030101010101" pitchFamily="2" charset="-122"/>
                </a:rPr>
                <a:t>7</a:t>
              </a:r>
            </a:p>
          </p:txBody>
        </p:sp>
        <p:sp>
          <p:nvSpPr>
            <p:cNvPr id="35" name="Rectangle 34">
              <a:extLst>
                <a:ext uri="{FF2B5EF4-FFF2-40B4-BE49-F238E27FC236}">
                  <a16:creationId xmlns:a16="http://schemas.microsoft.com/office/drawing/2014/main" id="{8303630B-DE5A-1740-3050-E21987C52C5D}"/>
                </a:ext>
              </a:extLst>
            </p:cNvPr>
            <p:cNvSpPr>
              <a:spLocks noChangeArrowheads="1"/>
            </p:cNvSpPr>
            <p:nvPr/>
          </p:nvSpPr>
          <p:spPr bwMode="auto">
            <a:xfrm>
              <a:off x="3841" y="2003"/>
              <a:ext cx="274"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6</a:t>
              </a:r>
            </a:p>
          </p:txBody>
        </p:sp>
        <p:sp>
          <p:nvSpPr>
            <p:cNvPr id="36" name="Rectangle 35">
              <a:extLst>
                <a:ext uri="{FF2B5EF4-FFF2-40B4-BE49-F238E27FC236}">
                  <a16:creationId xmlns:a16="http://schemas.microsoft.com/office/drawing/2014/main" id="{26DBFB4F-7F69-F402-0F8E-F5268640397C}"/>
                </a:ext>
              </a:extLst>
            </p:cNvPr>
            <p:cNvSpPr>
              <a:spLocks noChangeArrowheads="1"/>
            </p:cNvSpPr>
            <p:nvPr/>
          </p:nvSpPr>
          <p:spPr bwMode="auto">
            <a:xfrm>
              <a:off x="2838" y="1977"/>
              <a:ext cx="56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in </a:t>
              </a:r>
              <a:r>
                <a:rPr lang="en-US" altLang="zh-CN" sz="2800" b="1">
                  <a:ea typeface="宋体" panose="02010600030101010101" pitchFamily="2" charset="-122"/>
                </a:rPr>
                <a:t>5</a:t>
              </a:r>
            </a:p>
          </p:txBody>
        </p:sp>
        <p:sp>
          <p:nvSpPr>
            <p:cNvPr id="37" name="Rectangle 36">
              <a:extLst>
                <a:ext uri="{FF2B5EF4-FFF2-40B4-BE49-F238E27FC236}">
                  <a16:creationId xmlns:a16="http://schemas.microsoft.com/office/drawing/2014/main" id="{F4B7012B-9890-9D03-F063-E49B1D4F6A38}"/>
                </a:ext>
              </a:extLst>
            </p:cNvPr>
            <p:cNvSpPr>
              <a:spLocks noChangeArrowheads="1"/>
            </p:cNvSpPr>
            <p:nvPr/>
          </p:nvSpPr>
          <p:spPr bwMode="auto">
            <a:xfrm>
              <a:off x="887" y="2003"/>
              <a:ext cx="613"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4 </a:t>
              </a:r>
              <a:r>
                <a:rPr lang="en-US" altLang="zh-CN" sz="2800" b="1" i="1">
                  <a:ea typeface="宋体" panose="02010600030101010101" pitchFamily="2" charset="-122"/>
                </a:rPr>
                <a:t>type</a:t>
              </a:r>
            </a:p>
          </p:txBody>
        </p:sp>
        <p:sp>
          <p:nvSpPr>
            <p:cNvPr id="38" name="Line 37">
              <a:extLst>
                <a:ext uri="{FF2B5EF4-FFF2-40B4-BE49-F238E27FC236}">
                  <a16:creationId xmlns:a16="http://schemas.microsoft.com/office/drawing/2014/main" id="{8A60F9C1-48B2-AAA3-A393-938B786C5902}"/>
                </a:ext>
              </a:extLst>
            </p:cNvPr>
            <p:cNvSpPr>
              <a:spLocks noChangeShapeType="1"/>
            </p:cNvSpPr>
            <p:nvPr/>
          </p:nvSpPr>
          <p:spPr bwMode="auto">
            <a:xfrm flipH="1">
              <a:off x="2084" y="2331"/>
              <a:ext cx="660" cy="19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39" name="Line 38">
              <a:extLst>
                <a:ext uri="{FF2B5EF4-FFF2-40B4-BE49-F238E27FC236}">
                  <a16:creationId xmlns:a16="http://schemas.microsoft.com/office/drawing/2014/main" id="{774F8301-90D9-B064-6756-11FD356F3B27}"/>
                </a:ext>
              </a:extLst>
            </p:cNvPr>
            <p:cNvSpPr>
              <a:spLocks noChangeShapeType="1"/>
            </p:cNvSpPr>
            <p:nvPr/>
          </p:nvSpPr>
          <p:spPr bwMode="auto">
            <a:xfrm flipH="1">
              <a:off x="1056" y="2736"/>
              <a:ext cx="660" cy="19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0" name="Line 39">
              <a:extLst>
                <a:ext uri="{FF2B5EF4-FFF2-40B4-BE49-F238E27FC236}">
                  <a16:creationId xmlns:a16="http://schemas.microsoft.com/office/drawing/2014/main" id="{1E971157-6F8E-4A1D-F2C8-148E7F592019}"/>
                </a:ext>
              </a:extLst>
            </p:cNvPr>
            <p:cNvSpPr>
              <a:spLocks noChangeShapeType="1"/>
            </p:cNvSpPr>
            <p:nvPr/>
          </p:nvSpPr>
          <p:spPr bwMode="auto">
            <a:xfrm flipH="1" flipV="1">
              <a:off x="4130" y="2244"/>
              <a:ext cx="1060" cy="33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1" name="Line 40">
              <a:extLst>
                <a:ext uri="{FF2B5EF4-FFF2-40B4-BE49-F238E27FC236}">
                  <a16:creationId xmlns:a16="http://schemas.microsoft.com/office/drawing/2014/main" id="{48192DD9-CC26-2632-0CD8-1A6F0C858CD6}"/>
                </a:ext>
              </a:extLst>
            </p:cNvPr>
            <p:cNvSpPr>
              <a:spLocks noChangeShapeType="1"/>
            </p:cNvSpPr>
            <p:nvPr/>
          </p:nvSpPr>
          <p:spPr bwMode="auto">
            <a:xfrm flipH="1" flipV="1">
              <a:off x="2945" y="2741"/>
              <a:ext cx="1060" cy="33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2" name="Freeform 41">
              <a:extLst>
                <a:ext uri="{FF2B5EF4-FFF2-40B4-BE49-F238E27FC236}">
                  <a16:creationId xmlns:a16="http://schemas.microsoft.com/office/drawing/2014/main" id="{1E0ACE41-F63D-8541-3188-953E97CD07C1}"/>
                </a:ext>
              </a:extLst>
            </p:cNvPr>
            <p:cNvSpPr>
              <a:spLocks/>
            </p:cNvSpPr>
            <p:nvPr/>
          </p:nvSpPr>
          <p:spPr bwMode="auto">
            <a:xfrm>
              <a:off x="1135" y="1815"/>
              <a:ext cx="1906" cy="268"/>
            </a:xfrm>
            <a:custGeom>
              <a:avLst/>
              <a:gdLst>
                <a:gd name="T0" fmla="*/ 0 w 1860"/>
                <a:gd name="T1" fmla="*/ 101 h 315"/>
                <a:gd name="T2" fmla="*/ 427 w 1860"/>
                <a:gd name="T3" fmla="*/ 38 h 315"/>
                <a:gd name="T4" fmla="*/ 1140 w 1860"/>
                <a:gd name="T5" fmla="*/ 0 h 315"/>
                <a:gd name="T6" fmla="*/ 1795 w 1860"/>
                <a:gd name="T7" fmla="*/ 39 h 315"/>
                <a:gd name="T8" fmla="*/ 2206 w 1860"/>
                <a:gd name="T9" fmla="*/ 92 h 315"/>
                <a:gd name="T10" fmla="*/ 0 60000 65536"/>
                <a:gd name="T11" fmla="*/ 0 60000 65536"/>
                <a:gd name="T12" fmla="*/ 0 60000 65536"/>
                <a:gd name="T13" fmla="*/ 0 60000 65536"/>
                <a:gd name="T14" fmla="*/ 0 60000 65536"/>
                <a:gd name="T15" fmla="*/ 0 w 1860"/>
                <a:gd name="T16" fmla="*/ 0 h 315"/>
                <a:gd name="T17" fmla="*/ 1860 w 1860"/>
                <a:gd name="T18" fmla="*/ 315 h 315"/>
              </a:gdLst>
              <a:ahLst/>
              <a:cxnLst>
                <a:cxn ang="T10">
                  <a:pos x="T0" y="T1"/>
                </a:cxn>
                <a:cxn ang="T11">
                  <a:pos x="T2" y="T3"/>
                </a:cxn>
                <a:cxn ang="T12">
                  <a:pos x="T4" y="T5"/>
                </a:cxn>
                <a:cxn ang="T13">
                  <a:pos x="T6" y="T7"/>
                </a:cxn>
                <a:cxn ang="T14">
                  <a:pos x="T8" y="T9"/>
                </a:cxn>
              </a:cxnLst>
              <a:rect l="T15" t="T16" r="T17" b="T18"/>
              <a:pathLst>
                <a:path w="1860" h="315">
                  <a:moveTo>
                    <a:pt x="0" y="315"/>
                  </a:moveTo>
                  <a:cubicBezTo>
                    <a:pt x="60" y="282"/>
                    <a:pt x="200" y="171"/>
                    <a:pt x="360" y="119"/>
                  </a:cubicBezTo>
                  <a:cubicBezTo>
                    <a:pt x="520" y="67"/>
                    <a:pt x="768" y="0"/>
                    <a:pt x="960" y="0"/>
                  </a:cubicBezTo>
                  <a:cubicBezTo>
                    <a:pt x="1152" y="0"/>
                    <a:pt x="1365" y="73"/>
                    <a:pt x="1515" y="120"/>
                  </a:cubicBezTo>
                  <a:cubicBezTo>
                    <a:pt x="1665" y="167"/>
                    <a:pt x="1788" y="251"/>
                    <a:pt x="1860" y="285"/>
                  </a:cubicBezTo>
                </a:path>
              </a:pathLst>
            </a:custGeom>
            <a:noFill/>
            <a:ln w="38100">
              <a:solidFill>
                <a:srgbClr val="C00000"/>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C00000"/>
                </a:solidFill>
              </a:endParaRPr>
            </a:p>
          </p:txBody>
        </p:sp>
        <p:sp>
          <p:nvSpPr>
            <p:cNvPr id="43" name="Freeform 42">
              <a:extLst>
                <a:ext uri="{FF2B5EF4-FFF2-40B4-BE49-F238E27FC236}">
                  <a16:creationId xmlns:a16="http://schemas.microsoft.com/office/drawing/2014/main" id="{34C01C5F-EB11-3736-4CB9-1983B09B3BF7}"/>
                </a:ext>
              </a:extLst>
            </p:cNvPr>
            <p:cNvSpPr>
              <a:spLocks/>
            </p:cNvSpPr>
            <p:nvPr/>
          </p:nvSpPr>
          <p:spPr bwMode="auto">
            <a:xfrm>
              <a:off x="965" y="3282"/>
              <a:ext cx="754" cy="142"/>
            </a:xfrm>
            <a:custGeom>
              <a:avLst/>
              <a:gdLst>
                <a:gd name="T0" fmla="*/ 0 w 736"/>
                <a:gd name="T1" fmla="*/ 0 h 167"/>
                <a:gd name="T2" fmla="*/ 410 w 736"/>
                <a:gd name="T3" fmla="*/ 53 h 167"/>
                <a:gd name="T4" fmla="*/ 871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38100">
              <a:solidFill>
                <a:srgbClr val="C00000"/>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44" name="Freeform 43">
              <a:extLst>
                <a:ext uri="{FF2B5EF4-FFF2-40B4-BE49-F238E27FC236}">
                  <a16:creationId xmlns:a16="http://schemas.microsoft.com/office/drawing/2014/main" id="{E354FFB5-B34B-38BA-6C9A-53E99E4120F2}"/>
                </a:ext>
              </a:extLst>
            </p:cNvPr>
            <p:cNvSpPr>
              <a:spLocks/>
            </p:cNvSpPr>
            <p:nvPr/>
          </p:nvSpPr>
          <p:spPr bwMode="auto">
            <a:xfrm>
              <a:off x="2016" y="2784"/>
              <a:ext cx="754" cy="142"/>
            </a:xfrm>
            <a:custGeom>
              <a:avLst/>
              <a:gdLst>
                <a:gd name="T0" fmla="*/ 0 w 736"/>
                <a:gd name="T1" fmla="*/ 0 h 167"/>
                <a:gd name="T2" fmla="*/ 410 w 736"/>
                <a:gd name="T3" fmla="*/ 53 h 167"/>
                <a:gd name="T4" fmla="*/ 871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38100">
              <a:solidFill>
                <a:srgbClr val="C00000"/>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45" name="Freeform 44">
              <a:extLst>
                <a:ext uri="{FF2B5EF4-FFF2-40B4-BE49-F238E27FC236}">
                  <a16:creationId xmlns:a16="http://schemas.microsoft.com/office/drawing/2014/main" id="{B526A8F4-2B6C-0DA9-B910-0A351519A6A5}"/>
                </a:ext>
              </a:extLst>
            </p:cNvPr>
            <p:cNvSpPr>
              <a:spLocks/>
            </p:cNvSpPr>
            <p:nvPr/>
          </p:nvSpPr>
          <p:spPr bwMode="auto">
            <a:xfrm>
              <a:off x="3086" y="2289"/>
              <a:ext cx="755" cy="142"/>
            </a:xfrm>
            <a:custGeom>
              <a:avLst/>
              <a:gdLst>
                <a:gd name="T0" fmla="*/ 0 w 736"/>
                <a:gd name="T1" fmla="*/ 0 h 167"/>
                <a:gd name="T2" fmla="*/ 413 w 736"/>
                <a:gd name="T3" fmla="*/ 53 h 167"/>
                <a:gd name="T4" fmla="*/ 879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38100">
              <a:solidFill>
                <a:srgbClr val="C00000"/>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238776A3-25E0-422C-B045-8255391501AC}"/>
              </a:ext>
            </a:extLst>
          </p:cNvPr>
          <p:cNvSpPr>
            <a:spLocks noGrp="1" noChangeArrowheads="1"/>
          </p:cNvSpPr>
          <p:nvPr>
            <p:ph type="title"/>
          </p:nvPr>
        </p:nvSpPr>
        <p:spPr/>
        <p:txBody>
          <a:bodyPr>
            <a:normAutofit fontScale="90000"/>
          </a:bodyPr>
          <a:lstStyle/>
          <a:p>
            <a:r>
              <a:rPr lang="en-US" altLang="zh-CN"/>
              <a:t>4.3.1 </a:t>
            </a:r>
            <a:r>
              <a:rPr lang="zh-CN" altLang="en-US"/>
              <a:t>变量类型声明的</a:t>
            </a:r>
            <a:r>
              <a:rPr lang="en-US" altLang="zh-CN" b="1" i="1"/>
              <a:t>L</a:t>
            </a:r>
            <a:r>
              <a:rPr lang="zh-CN" altLang="en-US"/>
              <a:t>属性定义</a:t>
            </a:r>
          </a:p>
        </p:txBody>
      </p:sp>
      <p:sp>
        <p:nvSpPr>
          <p:cNvPr id="731139" name="Rectangle 3">
            <a:extLst>
              <a:ext uri="{FF2B5EF4-FFF2-40B4-BE49-F238E27FC236}">
                <a16:creationId xmlns:a16="http://schemas.microsoft.com/office/drawing/2014/main" id="{56DDCFA2-8194-4BA7-858C-B42C30CC3C53}"/>
              </a:ext>
            </a:extLst>
          </p:cNvPr>
          <p:cNvSpPr>
            <a:spLocks noGrp="1" noChangeArrowheads="1"/>
          </p:cNvSpPr>
          <p:nvPr>
            <p:ph idx="1"/>
          </p:nvPr>
        </p:nvSpPr>
        <p:spPr/>
        <p:txBody>
          <a:bodyPr>
            <a:normAutofit/>
          </a:bodyPr>
          <a:lstStyle/>
          <a:p>
            <a:pPr algn="just">
              <a:spcBef>
                <a:spcPct val="0"/>
              </a:spcBef>
            </a:pPr>
            <a:r>
              <a:rPr lang="en-US" altLang="zh-CN" sz="2800" b="1" i="1"/>
              <a:t>L</a:t>
            </a:r>
            <a:r>
              <a:rPr lang="zh-CN" altLang="en-US" sz="2800"/>
              <a:t>属性定义：如果每个产生式</a:t>
            </a:r>
            <a:r>
              <a:rPr lang="en-US" altLang="zh-CN" sz="2800" b="1" i="1"/>
              <a:t>A </a:t>
            </a:r>
            <a:r>
              <a:rPr lang="en-US" altLang="zh-CN" sz="2800" b="1">
                <a:sym typeface="Symbol" panose="05050102010706020507" pitchFamily="18" charset="2"/>
              </a:rPr>
              <a:t></a:t>
            </a:r>
            <a:r>
              <a:rPr lang="en-US" altLang="zh-CN" sz="2800" b="1" i="1"/>
              <a:t>X</a:t>
            </a:r>
            <a:r>
              <a:rPr lang="en-US" altLang="zh-CN" sz="2800" b="1" baseline="-30000"/>
              <a:t>1</a:t>
            </a:r>
            <a:r>
              <a:rPr lang="en-US" altLang="zh-CN" sz="2800" b="1"/>
              <a:t> </a:t>
            </a:r>
            <a:r>
              <a:rPr lang="en-US" altLang="zh-CN" sz="2800" b="1" i="1"/>
              <a:t>X</a:t>
            </a:r>
            <a:r>
              <a:rPr lang="en-US" altLang="zh-CN" sz="2800" b="1" baseline="-30000"/>
              <a:t>2</a:t>
            </a:r>
            <a:r>
              <a:rPr lang="en-US" altLang="zh-CN" sz="2800" b="1"/>
              <a:t> … </a:t>
            </a:r>
            <a:r>
              <a:rPr lang="en-US" altLang="zh-CN" sz="2800" b="1" i="1" err="1"/>
              <a:t>X</a:t>
            </a:r>
            <a:r>
              <a:rPr lang="en-US" altLang="zh-CN" sz="2800" b="1" i="1" baseline="-30000" err="1"/>
              <a:t>n</a:t>
            </a:r>
            <a:r>
              <a:rPr lang="en-US" altLang="zh-CN" sz="2800" b="1">
                <a:latin typeface="宋体" panose="02010600030101010101" pitchFamily="2" charset="-122"/>
              </a:rPr>
              <a:t> </a:t>
            </a:r>
            <a:r>
              <a:rPr lang="zh-CN" altLang="en-US" sz="2800"/>
              <a:t>的每条语义规则计算的属性是</a:t>
            </a:r>
            <a:r>
              <a:rPr lang="en-US" altLang="zh-CN" sz="2800" b="1" i="1"/>
              <a:t>A</a:t>
            </a:r>
            <a:r>
              <a:rPr lang="zh-CN" altLang="en-US" sz="2800"/>
              <a:t>的综合属性；或者是</a:t>
            </a:r>
            <a:r>
              <a:rPr lang="en-US" altLang="zh-CN" sz="2800" b="1" i="1" err="1"/>
              <a:t>X</a:t>
            </a:r>
            <a:r>
              <a:rPr lang="en-US" altLang="zh-CN" sz="2800" b="1" i="1" baseline="-30000" err="1"/>
              <a:t>j</a:t>
            </a:r>
            <a:r>
              <a:rPr lang="en-US" altLang="zh-CN" sz="2800" b="1" i="1"/>
              <a:t> </a:t>
            </a:r>
            <a:r>
              <a:rPr lang="zh-CN" altLang="en-US" sz="2800"/>
              <a:t>的</a:t>
            </a:r>
            <a:r>
              <a:rPr lang="zh-CN" altLang="en-US" sz="2800">
                <a:solidFill>
                  <a:schemeClr val="accent1"/>
                </a:solidFill>
              </a:rPr>
              <a:t>继承属性</a:t>
            </a:r>
            <a:r>
              <a:rPr lang="zh-CN" altLang="en-US" sz="2800"/>
              <a:t>，</a:t>
            </a:r>
            <a:r>
              <a:rPr lang="en-US" altLang="zh-CN" sz="2800" b="1"/>
              <a:t>1 </a:t>
            </a:r>
            <a:r>
              <a:rPr lang="en-US" altLang="zh-CN" sz="2800" b="1">
                <a:sym typeface="Symbol" panose="05050102010706020507" pitchFamily="18" charset="2"/>
              </a:rPr>
              <a:t></a:t>
            </a:r>
            <a:r>
              <a:rPr lang="en-US" altLang="zh-CN" sz="2800" b="1"/>
              <a:t> </a:t>
            </a:r>
            <a:r>
              <a:rPr lang="en-US" altLang="zh-CN" sz="2800" b="1" i="1"/>
              <a:t>j </a:t>
            </a:r>
            <a:r>
              <a:rPr lang="en-US" altLang="zh-CN" sz="2800" b="1">
                <a:sym typeface="Symbol" panose="05050102010706020507" pitchFamily="18" charset="2"/>
              </a:rPr>
              <a:t></a:t>
            </a:r>
            <a:r>
              <a:rPr lang="en-US" altLang="zh-CN" sz="2800" b="1"/>
              <a:t> </a:t>
            </a:r>
            <a:r>
              <a:rPr lang="en-US" altLang="zh-CN" sz="2800" b="1" i="1"/>
              <a:t>n</a:t>
            </a:r>
            <a:r>
              <a:rPr lang="en-US" altLang="zh-CN" sz="2800">
                <a:latin typeface="宋体" panose="02010600030101010101" pitchFamily="2" charset="-122"/>
              </a:rPr>
              <a:t>, </a:t>
            </a:r>
            <a:r>
              <a:rPr lang="zh-CN" altLang="en-US" sz="2800"/>
              <a:t>但它仅依赖：</a:t>
            </a:r>
            <a:endParaRPr lang="zh-CN" altLang="en-US" sz="2800">
              <a:latin typeface="宋体" panose="02010600030101010101" pitchFamily="2" charset="-122"/>
            </a:endParaRPr>
          </a:p>
          <a:p>
            <a:pPr lvl="1" algn="just">
              <a:spcBef>
                <a:spcPct val="0"/>
              </a:spcBef>
            </a:pPr>
            <a:r>
              <a:rPr lang="zh-CN" altLang="en-US" sz="2400"/>
              <a:t>该产生式中</a:t>
            </a:r>
            <a:r>
              <a:rPr lang="en-US" altLang="zh-CN" sz="2400" b="1" i="1" err="1"/>
              <a:t>X</a:t>
            </a:r>
            <a:r>
              <a:rPr lang="en-US" altLang="zh-CN" sz="2400" b="1" i="1" baseline="-30000" err="1"/>
              <a:t>j</a:t>
            </a:r>
            <a:r>
              <a:rPr lang="zh-CN" altLang="en-US" sz="2400">
                <a:solidFill>
                  <a:schemeClr val="accent1"/>
                </a:solidFill>
              </a:rPr>
              <a:t>左边符号</a:t>
            </a:r>
            <a:r>
              <a:rPr lang="en-US" altLang="zh-CN" sz="2400" b="1" i="1"/>
              <a:t>X</a:t>
            </a:r>
            <a:r>
              <a:rPr lang="en-US" altLang="zh-CN" sz="2400" b="1" baseline="-30000"/>
              <a:t>1</a:t>
            </a:r>
            <a:r>
              <a:rPr lang="en-US" altLang="zh-CN" sz="2400" b="1"/>
              <a:t>, </a:t>
            </a:r>
            <a:r>
              <a:rPr lang="en-US" altLang="zh-CN" sz="2400" b="1" i="1"/>
              <a:t>X</a:t>
            </a:r>
            <a:r>
              <a:rPr lang="en-US" altLang="zh-CN" sz="2400" b="1" baseline="-30000"/>
              <a:t>2</a:t>
            </a:r>
            <a:r>
              <a:rPr lang="en-US" altLang="zh-CN" sz="2400" b="1"/>
              <a:t>, …, </a:t>
            </a:r>
            <a:r>
              <a:rPr lang="en-US" altLang="zh-CN" sz="2400" b="1" i="1"/>
              <a:t>X</a:t>
            </a:r>
            <a:r>
              <a:rPr lang="en-US" altLang="zh-CN" sz="2400" b="1" i="1" baseline="-30000"/>
              <a:t>j</a:t>
            </a:r>
            <a:r>
              <a:rPr lang="en-US" altLang="zh-CN" sz="2400" b="1" baseline="-30000"/>
              <a:t>-1</a:t>
            </a:r>
            <a:r>
              <a:rPr lang="zh-CN" altLang="en-US" sz="2400"/>
              <a:t>的属性；</a:t>
            </a:r>
            <a:endParaRPr lang="zh-CN" altLang="en-US" sz="2400">
              <a:latin typeface="宋体" panose="02010600030101010101" pitchFamily="2" charset="-122"/>
            </a:endParaRPr>
          </a:p>
          <a:p>
            <a:pPr lvl="1" algn="just">
              <a:spcBef>
                <a:spcPct val="0"/>
              </a:spcBef>
            </a:pPr>
            <a:r>
              <a:rPr lang="en-US" altLang="zh-CN" sz="2400" b="1" i="1"/>
              <a:t>A</a:t>
            </a:r>
            <a:r>
              <a:rPr lang="zh-CN" altLang="en-US" sz="2400"/>
              <a:t>的继承属性</a:t>
            </a:r>
          </a:p>
          <a:p>
            <a:pPr algn="just">
              <a:spcBef>
                <a:spcPct val="0"/>
              </a:spcBef>
            </a:pPr>
            <a:r>
              <a:rPr lang="en-US" altLang="zh-CN" sz="2400" b="1" i="1"/>
              <a:t>S</a:t>
            </a:r>
            <a:r>
              <a:rPr lang="zh-CN" altLang="en-US" sz="2800"/>
              <a:t>属性定义属于</a:t>
            </a:r>
            <a:r>
              <a:rPr lang="en-US" altLang="zh-CN" sz="2800" b="1" i="1"/>
              <a:t>L</a:t>
            </a:r>
            <a:r>
              <a:rPr lang="zh-CN" altLang="en-US" sz="2800"/>
              <a:t>属性定义</a:t>
            </a:r>
          </a:p>
        </p:txBody>
      </p:sp>
      <p:sp>
        <p:nvSpPr>
          <p:cNvPr id="2" name="日期占位符 1">
            <a:extLst>
              <a:ext uri="{FF2B5EF4-FFF2-40B4-BE49-F238E27FC236}">
                <a16:creationId xmlns:a16="http://schemas.microsoft.com/office/drawing/2014/main" id="{251F99A1-C2E1-EE26-F85C-669E111BF40B}"/>
              </a:ext>
            </a:extLst>
          </p:cNvPr>
          <p:cNvSpPr>
            <a:spLocks noGrp="1"/>
          </p:cNvSpPr>
          <p:nvPr>
            <p:ph type="dt" sz="half" idx="10"/>
          </p:nvPr>
        </p:nvSpPr>
        <p:spPr/>
        <p:txBody>
          <a:bodyPr/>
          <a:lstStyle/>
          <a:p>
            <a:fld id="{48C748F2-A012-4751-9D03-EAE6C58C0269}"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B766A304-41D6-B447-30F3-84783A9F243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4E5950EA-4A59-F2E7-1AD3-349B0701020F}"/>
              </a:ext>
            </a:extLst>
          </p:cNvPr>
          <p:cNvSpPr>
            <a:spLocks noGrp="1"/>
          </p:cNvSpPr>
          <p:nvPr>
            <p:ph type="sldNum" sz="quarter" idx="12"/>
          </p:nvPr>
        </p:nvSpPr>
        <p:spPr/>
        <p:txBody>
          <a:bodyPr/>
          <a:lstStyle/>
          <a:p>
            <a:fld id="{094DEB03-EFC6-4C20-8FC8-295189A5386F}" type="slidenum">
              <a:rPr lang="zh-CN" altLang="en-US" smtClean="0"/>
              <a:pPr/>
              <a:t>40</a:t>
            </a:fld>
            <a:endParaRPr lang="zh-CN" altLang="en-US"/>
          </a:p>
        </p:txBody>
      </p:sp>
      <p:graphicFrame>
        <p:nvGraphicFramePr>
          <p:cNvPr id="5" name="Group 4">
            <a:extLst>
              <a:ext uri="{FF2B5EF4-FFF2-40B4-BE49-F238E27FC236}">
                <a16:creationId xmlns:a16="http://schemas.microsoft.com/office/drawing/2014/main" id="{07E9999E-12BD-E744-43FD-EE64573901C8}"/>
              </a:ext>
            </a:extLst>
          </p:cNvPr>
          <p:cNvGraphicFramePr>
            <a:graphicFrameLocks/>
          </p:cNvGraphicFramePr>
          <p:nvPr>
            <p:extLst>
              <p:ext uri="{D42A27DB-BD31-4B8C-83A1-F6EECF244321}">
                <p14:modId xmlns:p14="http://schemas.microsoft.com/office/powerpoint/2010/main" val="722569060"/>
              </p:ext>
            </p:extLst>
          </p:nvPr>
        </p:nvGraphicFramePr>
        <p:xfrm>
          <a:off x="2010255" y="3859747"/>
          <a:ext cx="5123489" cy="2829648"/>
        </p:xfrm>
        <a:graphic>
          <a:graphicData uri="http://schemas.openxmlformats.org/drawingml/2006/table">
            <a:tbl>
              <a:tblPr/>
              <a:tblGrid>
                <a:gridCol w="1484242">
                  <a:extLst>
                    <a:ext uri="{9D8B030D-6E8A-4147-A177-3AD203B41FA5}">
                      <a16:colId xmlns:a16="http://schemas.microsoft.com/office/drawing/2014/main" val="20000"/>
                    </a:ext>
                  </a:extLst>
                </a:gridCol>
                <a:gridCol w="3639247">
                  <a:extLst>
                    <a:ext uri="{9D8B030D-6E8A-4147-A177-3AD203B41FA5}">
                      <a16:colId xmlns:a16="http://schemas.microsoft.com/office/drawing/2014/main" val="20001"/>
                    </a:ext>
                  </a:extLst>
                </a:gridCol>
              </a:tblGrid>
              <a:tr h="30953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宋体" pitchFamily="2" charset="-122"/>
                          <a:ea typeface="黑体" pitchFamily="2" charset="-122"/>
                        </a:rPr>
                        <a:t>产生式</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宋体" pitchFamily="2" charset="-122"/>
                          <a:ea typeface="黑体" pitchFamily="2" charset="-122"/>
                        </a:rPr>
                        <a:t>语</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义</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规</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则</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953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D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TL</a:t>
                      </a:r>
                      <a:endParaRPr kumimoji="0" lang="en-US" altLang="zh-CN" sz="2400" b="0" i="0" u="none" strike="noStrike" cap="none" normalizeH="0" baseline="0">
                        <a:ln>
                          <a:noFill/>
                        </a:ln>
                        <a:solidFill>
                          <a:schemeClr val="tx1"/>
                        </a:solidFill>
                        <a:effectLst/>
                        <a:latin typeface="Times New Roman" pitchFamily="18" charset="0"/>
                        <a:ea typeface="黑体" pitchFamily="2" charset="-122"/>
                      </a:endParaRP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rgbClr val="C00000"/>
                          </a:solidFill>
                          <a:effectLst/>
                          <a:latin typeface="Times New Roman" pitchFamily="18" charset="0"/>
                          <a:ea typeface="黑体" pitchFamily="2" charset="-122"/>
                        </a:rPr>
                        <a:t>L</a:t>
                      </a:r>
                      <a:r>
                        <a:rPr kumimoji="0" lang="en-US" altLang="zh-CN" sz="2400" b="1" i="0" u="none" strike="noStrike" cap="none" normalizeH="0" baseline="0">
                          <a:ln>
                            <a:noFill/>
                          </a:ln>
                          <a:solidFill>
                            <a:srgbClr val="C00000"/>
                          </a:solidFill>
                          <a:effectLst/>
                          <a:latin typeface="Times New Roman" pitchFamily="18" charset="0"/>
                          <a:ea typeface="黑体" pitchFamily="2" charset="-122"/>
                        </a:rPr>
                        <a:t>.</a:t>
                      </a:r>
                      <a:r>
                        <a:rPr kumimoji="0" lang="en-US" altLang="zh-CN" sz="2400" b="1" i="1" u="none" strike="noStrike" cap="none" normalizeH="0" baseline="0">
                          <a:ln>
                            <a:noFill/>
                          </a:ln>
                          <a:solidFill>
                            <a:srgbClr val="C00000"/>
                          </a:solidFill>
                          <a:effectLst/>
                          <a:latin typeface="Times New Roman" pitchFamily="18" charset="0"/>
                          <a:ea typeface="黑体" pitchFamily="2" charset="-122"/>
                        </a:rPr>
                        <a:t>in</a:t>
                      </a:r>
                      <a:r>
                        <a:rPr kumimoji="0" lang="en-US" altLang="zh-CN" sz="2400" b="1" i="0" u="none" strike="noStrike" cap="none" normalizeH="0" baseline="0">
                          <a:ln>
                            <a:noFill/>
                          </a:ln>
                          <a:solidFill>
                            <a:srgbClr val="C00000"/>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0" err="1">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type</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88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int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 type</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integer</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88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real</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 type</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real</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4173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L</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L</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rgbClr val="C00000"/>
                          </a:solidFill>
                          <a:effectLst/>
                          <a:latin typeface="Times New Roman" pitchFamily="18" charset="0"/>
                          <a:ea typeface="黑体" pitchFamily="2" charset="-122"/>
                        </a:rPr>
                        <a:t>L</a:t>
                      </a:r>
                      <a:r>
                        <a:rPr kumimoji="0" lang="en-US" altLang="zh-CN" sz="2400" b="1" i="0" u="none" strike="noStrike" cap="none" normalizeH="0" baseline="-30000">
                          <a:ln>
                            <a:noFill/>
                          </a:ln>
                          <a:solidFill>
                            <a:srgbClr val="C00000"/>
                          </a:solidFill>
                          <a:effectLst/>
                          <a:latin typeface="Times New Roman" pitchFamily="18" charset="0"/>
                          <a:ea typeface="黑体" pitchFamily="2" charset="-122"/>
                        </a:rPr>
                        <a:t>1</a:t>
                      </a:r>
                      <a:r>
                        <a:rPr kumimoji="0" lang="en-US" altLang="zh-CN" sz="2400" b="1" i="1" u="none" strike="noStrike" cap="none" normalizeH="0" baseline="0">
                          <a:ln>
                            <a:noFill/>
                          </a:ln>
                          <a:solidFill>
                            <a:srgbClr val="C00000"/>
                          </a:solidFill>
                          <a:effectLst/>
                          <a:latin typeface="Times New Roman" pitchFamily="18" charset="0"/>
                          <a:ea typeface="黑体" pitchFamily="2" charset="-122"/>
                        </a:rPr>
                        <a:t>.in</a:t>
                      </a:r>
                      <a:r>
                        <a:rPr kumimoji="0" lang="en-US" altLang="zh-CN" sz="2400" b="1" i="0" u="none" strike="noStrike" cap="none" normalizeH="0" baseline="0">
                          <a:ln>
                            <a:noFill/>
                          </a:ln>
                          <a:solidFill>
                            <a:srgbClr val="C00000"/>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rgbClr val="C00000"/>
                          </a:solidFill>
                          <a:effectLst/>
                          <a:latin typeface="Times New Roman" pitchFamily="18" charset="0"/>
                          <a:ea typeface="黑体" pitchFamily="2" charset="-122"/>
                        </a:rPr>
                        <a:t>L</a:t>
                      </a:r>
                      <a:r>
                        <a:rPr kumimoji="0" lang="en-US" altLang="zh-CN" sz="2400" b="1" i="0" u="none" strike="noStrike" cap="none" normalizeH="0" baseline="0">
                          <a:ln>
                            <a:noFill/>
                          </a:ln>
                          <a:solidFill>
                            <a:srgbClr val="C00000"/>
                          </a:solidFill>
                          <a:effectLst/>
                          <a:latin typeface="Times New Roman" pitchFamily="18" charset="0"/>
                          <a:ea typeface="黑体" pitchFamily="2" charset="-122"/>
                        </a:rPr>
                        <a:t>.</a:t>
                      </a:r>
                      <a:r>
                        <a:rPr kumimoji="0" lang="en-US" altLang="zh-CN" sz="2400" b="1" i="1" u="none" strike="noStrike" cap="none" normalizeH="0" baseline="0">
                          <a:ln>
                            <a:noFill/>
                          </a:ln>
                          <a:solidFill>
                            <a:srgbClr val="C00000"/>
                          </a:solidFill>
                          <a:effectLst/>
                          <a:latin typeface="Times New Roman" pitchFamily="18" charset="0"/>
                          <a:ea typeface="黑体" pitchFamily="2" charset="-122"/>
                        </a:rPr>
                        <a:t>in</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addtype</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err="1">
                          <a:ln>
                            <a:noFill/>
                          </a:ln>
                          <a:solidFill>
                            <a:schemeClr val="tx1"/>
                          </a:solidFill>
                          <a:effectLst/>
                          <a:latin typeface="Times New Roman" pitchFamily="18" charset="0"/>
                          <a:ea typeface="黑体" pitchFamily="2" charset="-122"/>
                        </a:rPr>
                        <a:t>id.</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entry</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rgbClr val="C00000"/>
                          </a:solidFill>
                          <a:effectLst/>
                          <a:latin typeface="Times New Roman" pitchFamily="18" charset="0"/>
                          <a:ea typeface="黑体" pitchFamily="2" charset="-122"/>
                        </a:rPr>
                        <a:t>L</a:t>
                      </a:r>
                      <a:r>
                        <a:rPr kumimoji="0" lang="en-US" altLang="zh-CN" sz="2400" b="1" i="0" u="none" strike="noStrike" cap="none" normalizeH="0" baseline="0">
                          <a:ln>
                            <a:noFill/>
                          </a:ln>
                          <a:solidFill>
                            <a:srgbClr val="C00000"/>
                          </a:solidFill>
                          <a:effectLst/>
                          <a:latin typeface="Times New Roman" pitchFamily="18" charset="0"/>
                          <a:ea typeface="黑体" pitchFamily="2" charset="-122"/>
                        </a:rPr>
                        <a:t>.</a:t>
                      </a:r>
                      <a:r>
                        <a:rPr kumimoji="0" lang="en-US" altLang="zh-CN" sz="2400" b="1" i="1" u="none" strike="noStrike" cap="none" normalizeH="0" baseline="0">
                          <a:ln>
                            <a:noFill/>
                          </a:ln>
                          <a:solidFill>
                            <a:srgbClr val="C00000"/>
                          </a:solidFill>
                          <a:effectLst/>
                          <a:latin typeface="Times New Roman" pitchFamily="18" charset="0"/>
                          <a:ea typeface="黑体" pitchFamily="2" charset="-122"/>
                        </a:rPr>
                        <a:t>in</a:t>
                      </a:r>
                      <a:r>
                        <a:rPr kumimoji="0" lang="en-US" altLang="zh-CN" sz="2400" b="1" i="0" u="none" strike="noStrike" cap="none" normalizeH="0" baseline="0">
                          <a:ln>
                            <a:noFill/>
                          </a:ln>
                          <a:solidFill>
                            <a:srgbClr val="C00000"/>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88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L</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addtype</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err="1">
                          <a:ln>
                            <a:noFill/>
                          </a:ln>
                          <a:solidFill>
                            <a:schemeClr val="tx1"/>
                          </a:solidFill>
                          <a:effectLst/>
                          <a:latin typeface="Times New Roman" pitchFamily="18" charset="0"/>
                          <a:ea typeface="黑体" pitchFamily="2" charset="-122"/>
                        </a:rPr>
                        <a:t>id.</a:t>
                      </a:r>
                      <a:r>
                        <a:rPr kumimoji="0" lang="en-US" altLang="zh-CN" sz="2400" b="1" i="1" u="none" strike="noStrike" cap="none" normalizeH="0" baseline="0" err="1">
                          <a:ln>
                            <a:noFill/>
                          </a:ln>
                          <a:solidFill>
                            <a:schemeClr val="tx1"/>
                          </a:solidFill>
                          <a:effectLst/>
                          <a:latin typeface="Times New Roman" pitchFamily="18" charset="0"/>
                          <a:ea typeface="黑体" pitchFamily="2" charset="-122"/>
                        </a:rPr>
                        <a:t>entry</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rgbClr val="C00000"/>
                          </a:solidFill>
                          <a:effectLst/>
                          <a:latin typeface="Times New Roman" pitchFamily="18" charset="0"/>
                          <a:ea typeface="黑体" pitchFamily="2" charset="-122"/>
                        </a:rPr>
                        <a:t>L</a:t>
                      </a:r>
                      <a:r>
                        <a:rPr kumimoji="0" lang="en-US" altLang="zh-CN" sz="2400" b="1" i="0" u="none" strike="noStrike" cap="none" normalizeH="0" baseline="0">
                          <a:ln>
                            <a:noFill/>
                          </a:ln>
                          <a:solidFill>
                            <a:srgbClr val="C00000"/>
                          </a:solidFill>
                          <a:effectLst/>
                          <a:latin typeface="Times New Roman" pitchFamily="18" charset="0"/>
                          <a:ea typeface="黑体" pitchFamily="2" charset="-122"/>
                        </a:rPr>
                        <a:t>.</a:t>
                      </a:r>
                      <a:r>
                        <a:rPr kumimoji="0" lang="en-US" altLang="zh-CN" sz="2400" b="1" i="1" u="none" strike="noStrike" cap="none" normalizeH="0" baseline="0">
                          <a:ln>
                            <a:noFill/>
                          </a:ln>
                          <a:solidFill>
                            <a:srgbClr val="C00000"/>
                          </a:solidFill>
                          <a:effectLst/>
                          <a:latin typeface="Times New Roman" pitchFamily="18" charset="0"/>
                          <a:ea typeface="黑体" pitchFamily="2" charset="-122"/>
                        </a:rPr>
                        <a:t>in</a:t>
                      </a:r>
                      <a:r>
                        <a:rPr kumimoji="0" lang="en-US" altLang="zh-CN" sz="2400" b="1" i="0" u="none" strike="noStrike" cap="none" normalizeH="0" baseline="0">
                          <a:ln>
                            <a:noFill/>
                          </a:ln>
                          <a:solidFill>
                            <a:srgbClr val="C00000"/>
                          </a:solidFill>
                          <a:effectLst/>
                          <a:latin typeface="Times New Roman" pitchFamily="18" charset="0"/>
                          <a:ea typeface="黑体" pitchFamily="2" charset="-122"/>
                        </a:rPr>
                        <a:t> </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3113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1D4FDB3B-2CB1-404A-AEC9-750861463A0C}"/>
              </a:ext>
            </a:extLst>
          </p:cNvPr>
          <p:cNvSpPr>
            <a:spLocks noGrp="1" noChangeArrowheads="1"/>
          </p:cNvSpPr>
          <p:nvPr>
            <p:ph type="title"/>
          </p:nvPr>
        </p:nvSpPr>
        <p:spPr/>
        <p:txBody>
          <a:bodyPr>
            <a:normAutofit fontScale="90000"/>
          </a:bodyPr>
          <a:lstStyle/>
          <a:p>
            <a:r>
              <a:rPr lang="en-US" altLang="zh-CN"/>
              <a:t>4.3.1 </a:t>
            </a:r>
            <a:r>
              <a:rPr lang="zh-CN" altLang="en-US"/>
              <a:t>变量类型声明的</a:t>
            </a:r>
            <a:r>
              <a:rPr lang="en-US" altLang="zh-CN" b="1" i="1"/>
              <a:t>L</a:t>
            </a:r>
            <a:r>
              <a:rPr lang="zh-CN" altLang="en-US"/>
              <a:t>属性定义</a:t>
            </a:r>
          </a:p>
        </p:txBody>
      </p:sp>
      <p:sp>
        <p:nvSpPr>
          <p:cNvPr id="19459" name="Rectangle 3">
            <a:extLst>
              <a:ext uri="{FF2B5EF4-FFF2-40B4-BE49-F238E27FC236}">
                <a16:creationId xmlns:a16="http://schemas.microsoft.com/office/drawing/2014/main" id="{51481D1D-D925-478B-AC86-E87C413FEAF2}"/>
              </a:ext>
            </a:extLst>
          </p:cNvPr>
          <p:cNvSpPr>
            <a:spLocks noGrp="1" noChangeArrowheads="1"/>
          </p:cNvSpPr>
          <p:nvPr>
            <p:ph idx="1"/>
          </p:nvPr>
        </p:nvSpPr>
        <p:spPr/>
        <p:txBody>
          <a:bodyPr/>
          <a:lstStyle/>
          <a:p>
            <a:pPr>
              <a:defRPr/>
            </a:pPr>
            <a:r>
              <a:rPr lang="zh-CN" altLang="en-US"/>
              <a:t>由上例可知，如果语义规则都在归约时执行会出现问题： </a:t>
            </a:r>
            <a:r>
              <a:rPr lang="en-US" altLang="zh-CN" b="1" i="1"/>
              <a:t>L</a:t>
            </a:r>
            <a:r>
              <a:rPr lang="en-US" altLang="zh-CN" b="1"/>
              <a:t>.</a:t>
            </a:r>
            <a:r>
              <a:rPr lang="en-US" altLang="zh-CN" b="1" i="1"/>
              <a:t>in</a:t>
            </a:r>
            <a:r>
              <a:rPr lang="en-US" altLang="zh-CN" b="1"/>
              <a:t> = </a:t>
            </a:r>
            <a:r>
              <a:rPr lang="en-US" altLang="zh-CN" b="1" i="1" err="1"/>
              <a:t>T</a:t>
            </a:r>
            <a:r>
              <a:rPr lang="en-US" altLang="zh-CN" b="1" err="1"/>
              <a:t>.</a:t>
            </a:r>
            <a:r>
              <a:rPr lang="en-US" altLang="zh-CN" b="1" i="1" err="1"/>
              <a:t>type</a:t>
            </a:r>
            <a:endParaRPr lang="en-US" altLang="zh-CN"/>
          </a:p>
          <a:p>
            <a:pPr lvl="1" eaLnBrk="1" hangingPunct="1">
              <a:defRPr/>
            </a:pPr>
            <a:r>
              <a:rPr lang="en-US" altLang="zh-CN" b="1" i="1"/>
              <a:t>D </a:t>
            </a:r>
            <a:r>
              <a:rPr lang="en-US" altLang="zh-CN" b="1">
                <a:sym typeface="Symbol" panose="05050102010706020507" pitchFamily="18" charset="2"/>
              </a:rPr>
              <a:t></a:t>
            </a:r>
            <a:r>
              <a:rPr lang="en-US" altLang="zh-CN" b="1"/>
              <a:t> </a:t>
            </a:r>
            <a:r>
              <a:rPr lang="en-US" altLang="zh-CN" b="1" i="1"/>
              <a:t>TL</a:t>
            </a:r>
            <a:r>
              <a:rPr lang="en-US" altLang="zh-CN"/>
              <a:t> 	  </a:t>
            </a:r>
            <a:r>
              <a:rPr lang="en-US" altLang="zh-CN" b="1" i="1"/>
              <a:t>L</a:t>
            </a:r>
            <a:r>
              <a:rPr lang="en-US" altLang="zh-CN" b="1"/>
              <a:t>.</a:t>
            </a:r>
            <a:r>
              <a:rPr lang="en-US" altLang="zh-CN" b="1" i="1"/>
              <a:t>in</a:t>
            </a:r>
            <a:r>
              <a:rPr lang="en-US" altLang="zh-CN" b="1"/>
              <a:t> = </a:t>
            </a:r>
            <a:r>
              <a:rPr lang="en-US" altLang="zh-CN" b="1" i="1" err="1"/>
              <a:t>T</a:t>
            </a:r>
            <a:r>
              <a:rPr lang="en-US" altLang="zh-CN" b="1" err="1"/>
              <a:t>.</a:t>
            </a:r>
            <a:r>
              <a:rPr lang="en-US" altLang="zh-CN" b="1" i="1" err="1"/>
              <a:t>type</a:t>
            </a:r>
            <a:endParaRPr lang="en-US" altLang="zh-CN" b="1" i="1"/>
          </a:p>
          <a:p>
            <a:pPr lvl="1" eaLnBrk="1" hangingPunct="1">
              <a:defRPr/>
            </a:pPr>
            <a:r>
              <a:rPr lang="en-US" altLang="zh-CN" b="1" i="1"/>
              <a:t>L</a:t>
            </a:r>
            <a:r>
              <a:rPr lang="en-US" altLang="zh-CN" b="1">
                <a:sym typeface="Symbol" panose="05050102010706020507" pitchFamily="18" charset="2"/>
              </a:rPr>
              <a:t></a:t>
            </a:r>
            <a:r>
              <a:rPr lang="en-US" altLang="zh-CN" b="1"/>
              <a:t> </a:t>
            </a:r>
            <a:r>
              <a:rPr lang="en-US" altLang="zh-CN" b="1" i="1"/>
              <a:t>L</a:t>
            </a:r>
            <a:r>
              <a:rPr lang="en-US" altLang="zh-CN" b="1" baseline="-30000"/>
              <a:t>1</a:t>
            </a:r>
            <a:r>
              <a:rPr lang="en-US" altLang="zh-CN" b="1"/>
              <a:t>,</a:t>
            </a:r>
            <a:r>
              <a:rPr lang="en-US" altLang="zh-CN"/>
              <a:t> </a:t>
            </a:r>
            <a:r>
              <a:rPr lang="en-US" altLang="zh-CN" b="1"/>
              <a:t>id</a:t>
            </a:r>
            <a:r>
              <a:rPr lang="en-US" altLang="zh-CN"/>
              <a:t> 	  </a:t>
            </a:r>
            <a:r>
              <a:rPr lang="en-US" altLang="zh-CN" b="1" i="1"/>
              <a:t>L</a:t>
            </a:r>
            <a:r>
              <a:rPr lang="en-US" altLang="zh-CN" b="1" baseline="-30000"/>
              <a:t>1</a:t>
            </a:r>
            <a:r>
              <a:rPr lang="en-US" altLang="zh-CN" b="1" i="1"/>
              <a:t>.in</a:t>
            </a:r>
            <a:r>
              <a:rPr lang="en-US" altLang="zh-CN" b="1"/>
              <a:t> = </a:t>
            </a:r>
            <a:r>
              <a:rPr lang="en-US" altLang="zh-CN" b="1" i="1"/>
              <a:t>L</a:t>
            </a:r>
            <a:r>
              <a:rPr lang="en-US" altLang="zh-CN" b="1"/>
              <a:t>.</a:t>
            </a:r>
            <a:r>
              <a:rPr lang="en-US" altLang="zh-CN" b="1" i="1"/>
              <a:t>in</a:t>
            </a:r>
            <a:r>
              <a:rPr lang="en-US" altLang="zh-CN" b="1"/>
              <a:t>;</a:t>
            </a:r>
            <a:endParaRPr lang="en-US" altLang="zh-CN"/>
          </a:p>
          <a:p>
            <a:pPr marL="457200" lvl="1" indent="0" eaLnBrk="1" hangingPunct="1">
              <a:buFont typeface="Wingdings" panose="05000000000000000000" pitchFamily="2" charset="2"/>
              <a:buNone/>
              <a:defRPr/>
            </a:pPr>
            <a:r>
              <a:rPr lang="en-US" altLang="zh-CN" b="1"/>
              <a:t>                            </a:t>
            </a:r>
            <a:r>
              <a:rPr lang="en-US" altLang="zh-CN" b="1" i="1" err="1"/>
              <a:t>addtype</a:t>
            </a:r>
            <a:r>
              <a:rPr lang="en-US" altLang="zh-CN" b="1"/>
              <a:t> (</a:t>
            </a:r>
            <a:r>
              <a:rPr lang="en-US" altLang="zh-CN" b="1" err="1"/>
              <a:t>id.</a:t>
            </a:r>
            <a:r>
              <a:rPr lang="en-US" altLang="zh-CN" b="1" i="1" err="1"/>
              <a:t>entry</a:t>
            </a:r>
            <a:r>
              <a:rPr lang="en-US" altLang="zh-CN" b="1"/>
              <a:t>, </a:t>
            </a:r>
            <a:r>
              <a:rPr lang="en-US" altLang="zh-CN" b="1" i="1"/>
              <a:t>L</a:t>
            </a:r>
            <a:r>
              <a:rPr lang="en-US" altLang="zh-CN" b="1"/>
              <a:t>.</a:t>
            </a:r>
            <a:r>
              <a:rPr lang="en-US" altLang="zh-CN" b="1" i="1"/>
              <a:t>in</a:t>
            </a:r>
            <a:r>
              <a:rPr lang="en-US" altLang="zh-CN" b="1"/>
              <a:t> )</a:t>
            </a:r>
            <a:r>
              <a:rPr lang="en-US" altLang="zh-CN"/>
              <a:t> </a:t>
            </a:r>
          </a:p>
          <a:p>
            <a:pPr>
              <a:defRPr/>
            </a:pPr>
            <a:r>
              <a:rPr lang="zh-CN" altLang="en-US"/>
              <a:t>由此可知，需要考虑语义规则执行时机，以及反映语义规则执行时机的描述方法</a:t>
            </a:r>
            <a:endParaRPr lang="en-US" altLang="zh-CN"/>
          </a:p>
          <a:p>
            <a:pPr>
              <a:defRPr/>
            </a:pPr>
            <a:r>
              <a:rPr lang="zh-CN" altLang="en-US"/>
              <a:t>使用翻译方案来解决这个问题</a:t>
            </a:r>
          </a:p>
        </p:txBody>
      </p:sp>
      <p:sp>
        <p:nvSpPr>
          <p:cNvPr id="2" name="日期占位符 1">
            <a:extLst>
              <a:ext uri="{FF2B5EF4-FFF2-40B4-BE49-F238E27FC236}">
                <a16:creationId xmlns:a16="http://schemas.microsoft.com/office/drawing/2014/main" id="{355828E5-C2BF-F397-EA22-60D32BF2064E}"/>
              </a:ext>
            </a:extLst>
          </p:cNvPr>
          <p:cNvSpPr>
            <a:spLocks noGrp="1"/>
          </p:cNvSpPr>
          <p:nvPr>
            <p:ph type="dt" sz="half" idx="10"/>
          </p:nvPr>
        </p:nvSpPr>
        <p:spPr/>
        <p:txBody>
          <a:bodyPr/>
          <a:lstStyle/>
          <a:p>
            <a:fld id="{F6B6373B-4B6E-4DF5-A487-22C5A1F043E6}"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052C6FDD-004E-47BA-9956-4C9BB74B7ABD}"/>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5879C8E9-187E-8F02-30DA-E12403152294}"/>
              </a:ext>
            </a:extLst>
          </p:cNvPr>
          <p:cNvSpPr>
            <a:spLocks noGrp="1"/>
          </p:cNvSpPr>
          <p:nvPr>
            <p:ph type="sldNum" sz="quarter" idx="12"/>
          </p:nvPr>
        </p:nvSpPr>
        <p:spPr/>
        <p:txBody>
          <a:bodyPr/>
          <a:lstStyle/>
          <a:p>
            <a:fld id="{094DEB03-EFC6-4C20-8FC8-295189A5386F}" type="slidenum">
              <a:rPr lang="zh-CN" altLang="en-US" smtClean="0"/>
              <a:pPr/>
              <a:t>41</a:t>
            </a:fld>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C7A8DF-D1CD-4F3C-9EB7-69F1F712C486}"/>
              </a:ext>
            </a:extLst>
          </p:cNvPr>
          <p:cNvSpPr>
            <a:spLocks noGrp="1"/>
          </p:cNvSpPr>
          <p:nvPr>
            <p:ph type="title"/>
          </p:nvPr>
        </p:nvSpPr>
        <p:spPr/>
        <p:txBody>
          <a:bodyPr>
            <a:normAutofit fontScale="90000"/>
          </a:bodyPr>
          <a:lstStyle/>
          <a:p>
            <a:r>
              <a:rPr lang="en-US" altLang="zh-CN"/>
              <a:t>4.3.2 </a:t>
            </a:r>
            <a:r>
              <a:rPr lang="zh-CN" altLang="en-US"/>
              <a:t>使用翻译方案计算</a:t>
            </a:r>
            <a:r>
              <a:rPr lang="en-US" altLang="zh-CN" b="1" i="1"/>
              <a:t>L</a:t>
            </a:r>
            <a:r>
              <a:rPr lang="zh-CN" altLang="en-US"/>
              <a:t>属性定义</a:t>
            </a:r>
          </a:p>
        </p:txBody>
      </p:sp>
      <p:sp>
        <p:nvSpPr>
          <p:cNvPr id="3" name="内容占位符 2">
            <a:extLst>
              <a:ext uri="{FF2B5EF4-FFF2-40B4-BE49-F238E27FC236}">
                <a16:creationId xmlns:a16="http://schemas.microsoft.com/office/drawing/2014/main" id="{3335BA62-7C4C-4A89-8BFE-5524D5E653F3}"/>
              </a:ext>
            </a:extLst>
          </p:cNvPr>
          <p:cNvSpPr>
            <a:spLocks noGrp="1"/>
          </p:cNvSpPr>
          <p:nvPr>
            <p:ph idx="1"/>
          </p:nvPr>
        </p:nvSpPr>
        <p:spPr/>
        <p:txBody>
          <a:bodyPr/>
          <a:lstStyle/>
          <a:p>
            <a:r>
              <a:rPr lang="en-US" altLang="zh-CN"/>
              <a:t>L</a:t>
            </a:r>
            <a:r>
              <a:rPr lang="zh-CN" altLang="en-US"/>
              <a:t>属性的自上而下计算时转换为翻译方案的规则</a:t>
            </a:r>
            <a:endParaRPr lang="en-US" altLang="zh-CN"/>
          </a:p>
          <a:p>
            <a:pPr lvl="1"/>
            <a:r>
              <a:rPr lang="zh-CN" altLang="en-US"/>
              <a:t>将计算某个非终结符</a:t>
            </a:r>
            <a:r>
              <a:rPr lang="en-US" altLang="zh-CN" b="1" i="1"/>
              <a:t>A</a:t>
            </a:r>
            <a:r>
              <a:rPr lang="zh-CN" altLang="en-US"/>
              <a:t>的</a:t>
            </a:r>
            <a:r>
              <a:rPr lang="zh-CN" altLang="en-US">
                <a:solidFill>
                  <a:srgbClr val="FF0000"/>
                </a:solidFill>
              </a:rPr>
              <a:t>继承属性</a:t>
            </a:r>
            <a:r>
              <a:rPr lang="zh-CN" altLang="en-US"/>
              <a:t>的动作插入到产生式右部中</a:t>
            </a:r>
            <a:r>
              <a:rPr lang="zh-CN" altLang="en-US">
                <a:solidFill>
                  <a:schemeClr val="accent1"/>
                </a:solidFill>
              </a:rPr>
              <a:t>紧靠在</a:t>
            </a:r>
            <a:r>
              <a:rPr lang="en-US" altLang="zh-CN" b="1" i="1">
                <a:solidFill>
                  <a:schemeClr val="accent1"/>
                </a:solidFill>
              </a:rPr>
              <a:t>A</a:t>
            </a:r>
            <a:r>
              <a:rPr lang="zh-CN" altLang="en-US">
                <a:solidFill>
                  <a:schemeClr val="accent1"/>
                </a:solidFill>
              </a:rPr>
              <a:t>的本次出现之前</a:t>
            </a:r>
            <a:r>
              <a:rPr lang="zh-CN" altLang="en-US"/>
              <a:t>的位置上</a:t>
            </a:r>
            <a:endParaRPr lang="en-US" altLang="zh-CN"/>
          </a:p>
          <a:p>
            <a:pPr lvl="1"/>
            <a:r>
              <a:rPr lang="zh-CN" altLang="en-US"/>
              <a:t>将计算一个产生式左部符号的</a:t>
            </a:r>
            <a:r>
              <a:rPr lang="zh-CN" altLang="en-US">
                <a:solidFill>
                  <a:srgbClr val="FF0000"/>
                </a:solidFill>
              </a:rPr>
              <a:t>综合属性</a:t>
            </a:r>
            <a:r>
              <a:rPr lang="zh-CN" altLang="en-US"/>
              <a:t>的动作放在这个产生式右部的</a:t>
            </a:r>
            <a:r>
              <a:rPr lang="zh-CN" altLang="en-US">
                <a:solidFill>
                  <a:schemeClr val="accent1"/>
                </a:solidFill>
              </a:rPr>
              <a:t>最右端</a:t>
            </a:r>
          </a:p>
        </p:txBody>
      </p:sp>
      <p:sp>
        <p:nvSpPr>
          <p:cNvPr id="4" name="日期占位符 3">
            <a:extLst>
              <a:ext uri="{FF2B5EF4-FFF2-40B4-BE49-F238E27FC236}">
                <a16:creationId xmlns:a16="http://schemas.microsoft.com/office/drawing/2014/main" id="{EFF1E7E3-1D74-7365-5773-FE890CA8B00A}"/>
              </a:ext>
            </a:extLst>
          </p:cNvPr>
          <p:cNvSpPr>
            <a:spLocks noGrp="1"/>
          </p:cNvSpPr>
          <p:nvPr>
            <p:ph type="dt" sz="half" idx="10"/>
          </p:nvPr>
        </p:nvSpPr>
        <p:spPr/>
        <p:txBody>
          <a:bodyPr/>
          <a:lstStyle/>
          <a:p>
            <a:fld id="{661CF3D4-6AA8-4133-87DB-CF1FACF88660}" type="datetime2">
              <a:rPr lang="zh-CN" altLang="en-US" smtClean="0"/>
              <a:t>2025年4月30日</a:t>
            </a:fld>
            <a:endParaRPr lang="zh-CN" altLang="en-US"/>
          </a:p>
        </p:txBody>
      </p:sp>
      <p:sp>
        <p:nvSpPr>
          <p:cNvPr id="5" name="页脚占位符 4">
            <a:extLst>
              <a:ext uri="{FF2B5EF4-FFF2-40B4-BE49-F238E27FC236}">
                <a16:creationId xmlns:a16="http://schemas.microsoft.com/office/drawing/2014/main" id="{13A1D88C-46DF-703E-E27B-0B370136384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6" name="灯片编号占位符 5">
            <a:extLst>
              <a:ext uri="{FF2B5EF4-FFF2-40B4-BE49-F238E27FC236}">
                <a16:creationId xmlns:a16="http://schemas.microsoft.com/office/drawing/2014/main" id="{DA7F299F-289E-4ED0-0567-AFF184AD443D}"/>
              </a:ext>
            </a:extLst>
          </p:cNvPr>
          <p:cNvSpPr>
            <a:spLocks noGrp="1"/>
          </p:cNvSpPr>
          <p:nvPr>
            <p:ph type="sldNum" sz="quarter" idx="12"/>
          </p:nvPr>
        </p:nvSpPr>
        <p:spPr/>
        <p:txBody>
          <a:bodyPr/>
          <a:lstStyle/>
          <a:p>
            <a:fld id="{094DEB03-EFC6-4C20-8FC8-295189A5386F}" type="slidenum">
              <a:rPr lang="zh-CN" altLang="en-US" smtClean="0"/>
              <a:pPr/>
              <a:t>42</a:t>
            </a:fld>
            <a:endParaRPr lang="zh-CN" altLang="en-US"/>
          </a:p>
        </p:txBody>
      </p:sp>
    </p:spTree>
    <p:extLst>
      <p:ext uri="{BB962C8B-B14F-4D97-AF65-F5344CB8AC3E}">
        <p14:creationId xmlns:p14="http://schemas.microsoft.com/office/powerpoint/2010/main" val="34713654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C8F905FF-E0BC-570E-7A6C-013EE0C24DEE}"/>
              </a:ext>
            </a:extLst>
          </p:cNvPr>
          <p:cNvGrpSpPr/>
          <p:nvPr/>
        </p:nvGrpSpPr>
        <p:grpSpPr>
          <a:xfrm>
            <a:off x="8297026" y="324885"/>
            <a:ext cx="726264" cy="849516"/>
            <a:chOff x="3886580" y="847497"/>
            <a:chExt cx="4416280" cy="5165754"/>
          </a:xfrm>
        </p:grpSpPr>
        <p:sp>
          <p:nvSpPr>
            <p:cNvPr id="9" name="任意多边形: 形状 8">
              <a:extLst>
                <a:ext uri="{FF2B5EF4-FFF2-40B4-BE49-F238E27FC236}">
                  <a16:creationId xmlns:a16="http://schemas.microsoft.com/office/drawing/2014/main" id="{397E0FA3-F336-6C9A-F1C3-0B0CB2D35EE5}"/>
                </a:ext>
              </a:extLst>
            </p:cNvPr>
            <p:cNvSpPr/>
            <p:nvPr/>
          </p:nvSpPr>
          <p:spPr>
            <a:xfrm>
              <a:off x="3886580" y="1439608"/>
              <a:ext cx="4046882" cy="4573643"/>
            </a:xfrm>
            <a:custGeom>
              <a:avLst/>
              <a:gdLst>
                <a:gd name="connsiteX0" fmla="*/ 4037552 w 4046882"/>
                <a:gd name="connsiteY0" fmla="*/ 4388107 h 4573643"/>
                <a:gd name="connsiteX1" fmla="*/ -1048 w 4046882"/>
                <a:gd name="connsiteY1" fmla="*/ 4466592 h 4573643"/>
                <a:gd name="connsiteX2" fmla="*/ 362997 w 4046882"/>
                <a:gd name="connsiteY2" fmla="*/ -61 h 4573643"/>
                <a:gd name="connsiteX3" fmla="*/ 3770566 w 4046882"/>
                <a:gd name="connsiteY3" fmla="*/ 184629 h 4573643"/>
                <a:gd name="connsiteX4" fmla="*/ 4037552 w 4046882"/>
                <a:gd name="connsiteY4" fmla="*/ 4388107 h 457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6882" h="4573643">
                  <a:moveTo>
                    <a:pt x="4037552" y="4388107"/>
                  </a:moveTo>
                  <a:cubicBezTo>
                    <a:pt x="2836355" y="4647758"/>
                    <a:pt x="1278826" y="4596418"/>
                    <a:pt x="-1048" y="4466592"/>
                  </a:cubicBezTo>
                  <a:cubicBezTo>
                    <a:pt x="120205" y="2977711"/>
                    <a:pt x="241554" y="1488820"/>
                    <a:pt x="362997" y="-61"/>
                  </a:cubicBezTo>
                  <a:lnTo>
                    <a:pt x="3770566" y="184629"/>
                  </a:lnTo>
                  <a:cubicBezTo>
                    <a:pt x="3822287" y="1224378"/>
                    <a:pt x="4096607" y="3668874"/>
                    <a:pt x="4037552" y="4388107"/>
                  </a:cubicBezTo>
                  <a:close/>
                </a:path>
              </a:pathLst>
            </a:custGeom>
            <a:solidFill>
              <a:srgbClr val="CCCCCC"/>
            </a:solidFill>
            <a:ln w="9525" cap="flat">
              <a:noFill/>
              <a:prstDash val="solid"/>
              <a:miter/>
            </a:ln>
          </p:spPr>
          <p:txBody>
            <a:bodyPr rtlCol="0" anchor="ctr"/>
            <a:lstStyle/>
            <a:p>
              <a:endParaRPr lang="zh-CN" altLang="en-US"/>
            </a:p>
          </p:txBody>
        </p:sp>
        <p:sp>
          <p:nvSpPr>
            <p:cNvPr id="10" name="任意多边形: 形状 9">
              <a:extLst>
                <a:ext uri="{FF2B5EF4-FFF2-40B4-BE49-F238E27FC236}">
                  <a16:creationId xmlns:a16="http://schemas.microsoft.com/office/drawing/2014/main" id="{E7DC6F6F-F679-0683-56EF-B403E6414B15}"/>
                </a:ext>
              </a:extLst>
            </p:cNvPr>
            <p:cNvSpPr/>
            <p:nvPr/>
          </p:nvSpPr>
          <p:spPr>
            <a:xfrm>
              <a:off x="4054888" y="1158049"/>
              <a:ext cx="4046982" cy="4573558"/>
            </a:xfrm>
            <a:custGeom>
              <a:avLst/>
              <a:gdLst>
                <a:gd name="connsiteX0" fmla="*/ 4037552 w 4046982"/>
                <a:gd name="connsiteY0" fmla="*/ 4388107 h 4573558"/>
                <a:gd name="connsiteX1" fmla="*/ -1048 w 4046982"/>
                <a:gd name="connsiteY1" fmla="*/ 4466497 h 4573558"/>
                <a:gd name="connsiteX2" fmla="*/ 363093 w 4046982"/>
                <a:gd name="connsiteY2" fmla="*/ -61 h 4573558"/>
                <a:gd name="connsiteX3" fmla="*/ 3770661 w 4046982"/>
                <a:gd name="connsiteY3" fmla="*/ 184533 h 4573558"/>
                <a:gd name="connsiteX4" fmla="*/ 4037552 w 4046982"/>
                <a:gd name="connsiteY4" fmla="*/ 4388107 h 4573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6982" h="4573558">
                  <a:moveTo>
                    <a:pt x="4037552" y="4388107"/>
                  </a:moveTo>
                  <a:cubicBezTo>
                    <a:pt x="2836355" y="4647663"/>
                    <a:pt x="1278826" y="4596323"/>
                    <a:pt x="-1048" y="4466497"/>
                  </a:cubicBezTo>
                  <a:cubicBezTo>
                    <a:pt x="120300" y="2977673"/>
                    <a:pt x="241649" y="1488820"/>
                    <a:pt x="363093" y="-61"/>
                  </a:cubicBezTo>
                  <a:lnTo>
                    <a:pt x="3770661" y="184533"/>
                  </a:lnTo>
                  <a:cubicBezTo>
                    <a:pt x="3822668" y="1224663"/>
                    <a:pt x="4096988" y="3669540"/>
                    <a:pt x="4037552" y="4388107"/>
                  </a:cubicBezTo>
                  <a:close/>
                </a:path>
              </a:pathLst>
            </a:custGeom>
            <a:solidFill>
              <a:srgbClr val="FEEDE6"/>
            </a:solidFill>
            <a:ln w="9525" cap="flat">
              <a:noFill/>
              <a:prstDash val="solid"/>
              <a:miter/>
            </a:ln>
          </p:spPr>
          <p:txBody>
            <a:bodyPr rtlCol="0" anchor="ctr"/>
            <a:lstStyle/>
            <a:p>
              <a:endParaRPr lang="zh-CN" altLang="en-US"/>
            </a:p>
          </p:txBody>
        </p:sp>
        <p:sp>
          <p:nvSpPr>
            <p:cNvPr id="11" name="任意多边形: 形状 10">
              <a:extLst>
                <a:ext uri="{FF2B5EF4-FFF2-40B4-BE49-F238E27FC236}">
                  <a16:creationId xmlns:a16="http://schemas.microsoft.com/office/drawing/2014/main" id="{B20A0907-7AF7-992C-C009-A53C4724FA7F}"/>
                </a:ext>
              </a:extLst>
            </p:cNvPr>
            <p:cNvSpPr/>
            <p:nvPr/>
          </p:nvSpPr>
          <p:spPr>
            <a:xfrm>
              <a:off x="4031375" y="1134474"/>
              <a:ext cx="4093714" cy="4620816"/>
            </a:xfrm>
            <a:custGeom>
              <a:avLst/>
              <a:gdLst>
                <a:gd name="connsiteX0" fmla="*/ 1998330 w 4093714"/>
                <a:gd name="connsiteY0" fmla="*/ 4620755 h 4620816"/>
                <a:gd name="connsiteX1" fmla="*/ 20083 w 4093714"/>
                <a:gd name="connsiteY1" fmla="*/ 4513504 h 4620816"/>
                <a:gd name="connsiteX2" fmla="*/ -968 w 4093714"/>
                <a:gd name="connsiteY2" fmla="*/ 4488167 h 4620816"/>
                <a:gd name="connsiteX3" fmla="*/ 363173 w 4093714"/>
                <a:gd name="connsiteY3" fmla="*/ 21609 h 4620816"/>
                <a:gd name="connsiteX4" fmla="*/ 387843 w 4093714"/>
                <a:gd name="connsiteY4" fmla="*/ -13 h 4620816"/>
                <a:gd name="connsiteX5" fmla="*/ 3795412 w 4093714"/>
                <a:gd name="connsiteY5" fmla="*/ 184582 h 4620816"/>
                <a:gd name="connsiteX6" fmla="*/ 3817700 w 4093714"/>
                <a:gd name="connsiteY6" fmla="*/ 206965 h 4620816"/>
                <a:gd name="connsiteX7" fmla="*/ 3932000 w 4093714"/>
                <a:gd name="connsiteY7" fmla="*/ 1703248 h 4620816"/>
                <a:gd name="connsiteX8" fmla="*/ 4084400 w 4093714"/>
                <a:gd name="connsiteY8" fmla="*/ 4413587 h 4620816"/>
                <a:gd name="connsiteX9" fmla="*/ 4065922 w 4093714"/>
                <a:gd name="connsiteY9" fmla="*/ 4434636 h 4620816"/>
                <a:gd name="connsiteX10" fmla="*/ 1998330 w 4093714"/>
                <a:gd name="connsiteY10" fmla="*/ 4620755 h 4620816"/>
                <a:gd name="connsiteX11" fmla="*/ 47800 w 4093714"/>
                <a:gd name="connsiteY11" fmla="*/ 4468927 h 4620816"/>
                <a:gd name="connsiteX12" fmla="*/ 4038775 w 4093714"/>
                <a:gd name="connsiteY12" fmla="*/ 4392727 h 4620816"/>
                <a:gd name="connsiteX13" fmla="*/ 3884947 w 4093714"/>
                <a:gd name="connsiteY13" fmla="*/ 1707629 h 4620816"/>
                <a:gd name="connsiteX14" fmla="*/ 3771504 w 4093714"/>
                <a:gd name="connsiteY14" fmla="*/ 231254 h 4620816"/>
                <a:gd name="connsiteX15" fmla="*/ 408227 w 4093714"/>
                <a:gd name="connsiteY15" fmla="*/ 48184 h 4620816"/>
                <a:gd name="connsiteX16" fmla="*/ 4061065 w 4093714"/>
                <a:gd name="connsiteY16" fmla="*/ 4411777 h 4620816"/>
                <a:gd name="connsiteX17" fmla="*/ 4061065 w 4093714"/>
                <a:gd name="connsiteY17" fmla="*/ 4411777 h 4620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093714" h="4620816">
                  <a:moveTo>
                    <a:pt x="1998330" y="4620755"/>
                  </a:moveTo>
                  <a:cubicBezTo>
                    <a:pt x="1287289" y="4620755"/>
                    <a:pt x="592726" y="4571606"/>
                    <a:pt x="20083" y="4513504"/>
                  </a:cubicBezTo>
                  <a:cubicBezTo>
                    <a:pt x="7319" y="4512199"/>
                    <a:pt x="-2015" y="4500931"/>
                    <a:pt x="-968" y="4488167"/>
                  </a:cubicBezTo>
                  <a:lnTo>
                    <a:pt x="363173" y="21609"/>
                  </a:lnTo>
                  <a:cubicBezTo>
                    <a:pt x="364031" y="8838"/>
                    <a:pt x="375079" y="-829"/>
                    <a:pt x="387843" y="-13"/>
                  </a:cubicBezTo>
                  <a:lnTo>
                    <a:pt x="3795412" y="184582"/>
                  </a:lnTo>
                  <a:cubicBezTo>
                    <a:pt x="3807414" y="185286"/>
                    <a:pt x="3817034" y="194926"/>
                    <a:pt x="3817700" y="206965"/>
                  </a:cubicBezTo>
                  <a:cubicBezTo>
                    <a:pt x="3836084" y="575488"/>
                    <a:pt x="3882756" y="1123270"/>
                    <a:pt x="3932000" y="1703248"/>
                  </a:cubicBezTo>
                  <a:cubicBezTo>
                    <a:pt x="4021536" y="2755284"/>
                    <a:pt x="4122500" y="3947719"/>
                    <a:pt x="4084400" y="4413587"/>
                  </a:cubicBezTo>
                  <a:cubicBezTo>
                    <a:pt x="4083544" y="4423902"/>
                    <a:pt x="4076018" y="4432446"/>
                    <a:pt x="4065922" y="4434636"/>
                  </a:cubicBezTo>
                  <a:cubicBezTo>
                    <a:pt x="3430509" y="4571987"/>
                    <a:pt x="2706323" y="4620755"/>
                    <a:pt x="1998330" y="4620755"/>
                  </a:cubicBezTo>
                  <a:close/>
                  <a:moveTo>
                    <a:pt x="47800" y="4468927"/>
                  </a:moveTo>
                  <a:cubicBezTo>
                    <a:pt x="1180704" y="4583227"/>
                    <a:pt x="2782238" y="4659998"/>
                    <a:pt x="4038775" y="4392727"/>
                  </a:cubicBezTo>
                  <a:cubicBezTo>
                    <a:pt x="4073160" y="3918858"/>
                    <a:pt x="3973243" y="2744902"/>
                    <a:pt x="3884947" y="1707629"/>
                  </a:cubicBezTo>
                  <a:cubicBezTo>
                    <a:pt x="3836560" y="1138225"/>
                    <a:pt x="3790745" y="599776"/>
                    <a:pt x="3771504" y="231254"/>
                  </a:cubicBezTo>
                  <a:lnTo>
                    <a:pt x="408227" y="48184"/>
                  </a:lnTo>
                  <a:close/>
                  <a:moveTo>
                    <a:pt x="4061065" y="4411777"/>
                  </a:moveTo>
                  <a:lnTo>
                    <a:pt x="4061065" y="4411777"/>
                  </a:lnTo>
                  <a:close/>
                </a:path>
              </a:pathLst>
            </a:custGeom>
            <a:solidFill>
              <a:srgbClr val="454E5F"/>
            </a:solidFill>
            <a:ln w="9525" cap="flat">
              <a:noFill/>
              <a:prstDash val="solid"/>
              <a:miter/>
            </a:ln>
          </p:spPr>
          <p:txBody>
            <a:bodyPr rtlCol="0" anchor="ctr"/>
            <a:lstStyle/>
            <a:p>
              <a:endParaRPr lang="zh-CN" altLang="en-US"/>
            </a:p>
          </p:txBody>
        </p:sp>
        <p:sp>
          <p:nvSpPr>
            <p:cNvPr id="13" name="任意多边形: 形状 12">
              <a:extLst>
                <a:ext uri="{FF2B5EF4-FFF2-40B4-BE49-F238E27FC236}">
                  <a16:creationId xmlns:a16="http://schemas.microsoft.com/office/drawing/2014/main" id="{73DCC9E1-1400-FC06-894D-3D88704C1294}"/>
                </a:ext>
              </a:extLst>
            </p:cNvPr>
            <p:cNvSpPr/>
            <p:nvPr/>
          </p:nvSpPr>
          <p:spPr>
            <a:xfrm>
              <a:off x="4246340" y="1138332"/>
              <a:ext cx="4033378" cy="4474152"/>
            </a:xfrm>
            <a:custGeom>
              <a:avLst/>
              <a:gdLst>
                <a:gd name="connsiteX0" fmla="*/ 4030694 w 4033378"/>
                <a:gd name="connsiteY0" fmla="*/ 4188939 h 4474152"/>
                <a:gd name="connsiteX1" fmla="*/ -1048 w 4033378"/>
                <a:gd name="connsiteY1" fmla="*/ 4436589 h 4474152"/>
                <a:gd name="connsiteX2" fmla="*/ 176308 w 4033378"/>
                <a:gd name="connsiteY2" fmla="*/ -61 h 4474152"/>
                <a:gd name="connsiteX3" fmla="*/ 3588544 w 4033378"/>
                <a:gd name="connsiteY3" fmla="*/ 39468 h 4474152"/>
                <a:gd name="connsiteX4" fmla="*/ 4030694 w 4033378"/>
                <a:gd name="connsiteY4" fmla="*/ 4188939 h 4474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3378" h="4474152">
                  <a:moveTo>
                    <a:pt x="4030694" y="4188939"/>
                  </a:moveTo>
                  <a:cubicBezTo>
                    <a:pt x="2841308" y="4496406"/>
                    <a:pt x="1283112" y="4511075"/>
                    <a:pt x="-1048" y="4436589"/>
                  </a:cubicBezTo>
                  <a:cubicBezTo>
                    <a:pt x="58102" y="2957737"/>
                    <a:pt x="117252" y="1478857"/>
                    <a:pt x="176308" y="-61"/>
                  </a:cubicBezTo>
                  <a:lnTo>
                    <a:pt x="3588544" y="39468"/>
                  </a:lnTo>
                  <a:cubicBezTo>
                    <a:pt x="3683984" y="1066548"/>
                    <a:pt x="4060126" y="3474754"/>
                    <a:pt x="4030694" y="4188939"/>
                  </a:cubicBezTo>
                  <a:close/>
                </a:path>
              </a:pathLst>
            </a:custGeom>
            <a:solidFill>
              <a:srgbClr val="F9DE8D"/>
            </a:solidFill>
            <a:ln w="9525" cap="flat">
              <a:noFill/>
              <a:prstDash val="solid"/>
              <a:miter/>
            </a:ln>
          </p:spPr>
          <p:txBody>
            <a:bodyPr rtlCol="0" anchor="ctr"/>
            <a:lstStyle/>
            <a:p>
              <a:endParaRPr lang="zh-CN" altLang="en-US"/>
            </a:p>
          </p:txBody>
        </p:sp>
        <p:sp>
          <p:nvSpPr>
            <p:cNvPr id="14" name="任意多边形: 形状 13">
              <a:extLst>
                <a:ext uri="{FF2B5EF4-FFF2-40B4-BE49-F238E27FC236}">
                  <a16:creationId xmlns:a16="http://schemas.microsoft.com/office/drawing/2014/main" id="{4BC18051-0AF8-2A21-21E5-5D71C12FA63C}"/>
                </a:ext>
              </a:extLst>
            </p:cNvPr>
            <p:cNvSpPr/>
            <p:nvPr/>
          </p:nvSpPr>
          <p:spPr>
            <a:xfrm>
              <a:off x="4222892" y="1114329"/>
              <a:ext cx="4079968" cy="4521612"/>
            </a:xfrm>
            <a:custGeom>
              <a:avLst/>
              <a:gdLst>
                <a:gd name="connsiteX0" fmla="*/ 1275319 w 4079968"/>
                <a:gd name="connsiteY0" fmla="*/ 4521552 h 4521612"/>
                <a:gd name="connsiteX1" fmla="*/ 21066 w 4079968"/>
                <a:gd name="connsiteY1" fmla="*/ 4483452 h 4521612"/>
                <a:gd name="connsiteX2" fmla="*/ -1031 w 4079968"/>
                <a:gd name="connsiteY2" fmla="*/ 4459068 h 4521612"/>
                <a:gd name="connsiteX3" fmla="*/ 176324 w 4079968"/>
                <a:gd name="connsiteY3" fmla="*/ 22418 h 4521612"/>
                <a:gd name="connsiteX4" fmla="*/ 199755 w 4079968"/>
                <a:gd name="connsiteY4" fmla="*/ -61 h 4521612"/>
                <a:gd name="connsiteX5" fmla="*/ 199755 w 4079968"/>
                <a:gd name="connsiteY5" fmla="*/ -61 h 4521612"/>
                <a:gd name="connsiteX6" fmla="*/ 3611991 w 4079968"/>
                <a:gd name="connsiteY6" fmla="*/ 39468 h 4521612"/>
                <a:gd name="connsiteX7" fmla="*/ 3635042 w 4079968"/>
                <a:gd name="connsiteY7" fmla="*/ 60708 h 4521612"/>
                <a:gd name="connsiteX8" fmla="*/ 3811826 w 4079968"/>
                <a:gd name="connsiteY8" fmla="*/ 1537083 h 4521612"/>
                <a:gd name="connsiteX9" fmla="*/ 4077287 w 4079968"/>
                <a:gd name="connsiteY9" fmla="*/ 4213609 h 4521612"/>
                <a:gd name="connsiteX10" fmla="*/ 4059666 w 4079968"/>
                <a:gd name="connsiteY10" fmla="*/ 4235326 h 4521612"/>
                <a:gd name="connsiteX11" fmla="*/ 1275319 w 4079968"/>
                <a:gd name="connsiteY11" fmla="*/ 4521552 h 4521612"/>
                <a:gd name="connsiteX12" fmla="*/ 46594 w 4079968"/>
                <a:gd name="connsiteY12" fmla="*/ 4438208 h 4521612"/>
                <a:gd name="connsiteX13" fmla="*/ 4031187 w 4079968"/>
                <a:gd name="connsiteY13" fmla="*/ 4194559 h 4521612"/>
                <a:gd name="connsiteX14" fmla="*/ 3765439 w 4079968"/>
                <a:gd name="connsiteY14" fmla="*/ 1543370 h 4521612"/>
                <a:gd name="connsiteX15" fmla="*/ 3590465 w 4079968"/>
                <a:gd name="connsiteY15" fmla="*/ 86045 h 4521612"/>
                <a:gd name="connsiteX16" fmla="*/ 222139 w 4079968"/>
                <a:gd name="connsiteY16" fmla="*/ 47088 h 4521612"/>
                <a:gd name="connsiteX17" fmla="*/ 4053952 w 4079968"/>
                <a:gd name="connsiteY17" fmla="*/ 4212942 h 4521612"/>
                <a:gd name="connsiteX18" fmla="*/ 4053952 w 4079968"/>
                <a:gd name="connsiteY18" fmla="*/ 4212942 h 452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079968" h="4521612">
                  <a:moveTo>
                    <a:pt x="1275319" y="4521552"/>
                  </a:moveTo>
                  <a:cubicBezTo>
                    <a:pt x="825167" y="4521552"/>
                    <a:pt x="397113" y="4505645"/>
                    <a:pt x="21066" y="4483452"/>
                  </a:cubicBezTo>
                  <a:cubicBezTo>
                    <a:pt x="8303" y="4482680"/>
                    <a:pt x="-1508" y="4471851"/>
                    <a:pt x="-1031" y="4459068"/>
                  </a:cubicBezTo>
                  <a:lnTo>
                    <a:pt x="176324" y="22418"/>
                  </a:lnTo>
                  <a:cubicBezTo>
                    <a:pt x="176800" y="9851"/>
                    <a:pt x="187182" y="-72"/>
                    <a:pt x="199755" y="-61"/>
                  </a:cubicBezTo>
                  <a:lnTo>
                    <a:pt x="199755" y="-61"/>
                  </a:lnTo>
                  <a:lnTo>
                    <a:pt x="3611991" y="39468"/>
                  </a:lnTo>
                  <a:cubicBezTo>
                    <a:pt x="3623993" y="39566"/>
                    <a:pt x="3633993" y="48754"/>
                    <a:pt x="3635042" y="60708"/>
                  </a:cubicBezTo>
                  <a:cubicBezTo>
                    <a:pt x="3668855" y="424754"/>
                    <a:pt x="3738293" y="965107"/>
                    <a:pt x="3811826" y="1537083"/>
                  </a:cubicBezTo>
                  <a:cubicBezTo>
                    <a:pt x="3945176" y="2574737"/>
                    <a:pt x="4096337" y="3750789"/>
                    <a:pt x="4077287" y="4213609"/>
                  </a:cubicBezTo>
                  <a:cubicBezTo>
                    <a:pt x="4076812" y="4223934"/>
                    <a:pt x="4069668" y="4232744"/>
                    <a:pt x="4059666" y="4235326"/>
                  </a:cubicBezTo>
                  <a:cubicBezTo>
                    <a:pt x="3212512" y="4454687"/>
                    <a:pt x="2197719" y="4521552"/>
                    <a:pt x="1275319" y="4521552"/>
                  </a:cubicBezTo>
                  <a:close/>
                  <a:moveTo>
                    <a:pt x="46594" y="4438208"/>
                  </a:moveTo>
                  <a:cubicBezTo>
                    <a:pt x="1183212" y="4503359"/>
                    <a:pt x="2786554" y="4512503"/>
                    <a:pt x="4031187" y="4194559"/>
                  </a:cubicBezTo>
                  <a:cubicBezTo>
                    <a:pt x="4045665" y="3724024"/>
                    <a:pt x="3896884" y="2566355"/>
                    <a:pt x="3765439" y="1543370"/>
                  </a:cubicBezTo>
                  <a:cubicBezTo>
                    <a:pt x="3693240" y="981395"/>
                    <a:pt x="3625041" y="450757"/>
                    <a:pt x="3590465" y="86045"/>
                  </a:cubicBezTo>
                  <a:lnTo>
                    <a:pt x="222139" y="47088"/>
                  </a:lnTo>
                  <a:close/>
                  <a:moveTo>
                    <a:pt x="4053952" y="4212942"/>
                  </a:moveTo>
                  <a:lnTo>
                    <a:pt x="4053952" y="4212942"/>
                  </a:lnTo>
                  <a:close/>
                </a:path>
              </a:pathLst>
            </a:custGeom>
            <a:solidFill>
              <a:srgbClr val="454E5F"/>
            </a:solidFill>
            <a:ln w="9525" cap="flat">
              <a:noFill/>
              <a:prstDash val="solid"/>
              <a:miter/>
            </a:ln>
          </p:spPr>
          <p:txBody>
            <a:bodyPr rtlCol="0" anchor="ctr"/>
            <a:lstStyle/>
            <a:p>
              <a:endParaRPr lang="zh-CN" altLang="en-US"/>
            </a:p>
          </p:txBody>
        </p:sp>
        <p:sp>
          <p:nvSpPr>
            <p:cNvPr id="15" name="任意多边形: 形状 14">
              <a:extLst>
                <a:ext uri="{FF2B5EF4-FFF2-40B4-BE49-F238E27FC236}">
                  <a16:creationId xmlns:a16="http://schemas.microsoft.com/office/drawing/2014/main" id="{B947F4FA-F230-5CCC-56E8-9D5920FFE2D7}"/>
                </a:ext>
              </a:extLst>
            </p:cNvPr>
            <p:cNvSpPr/>
            <p:nvPr/>
          </p:nvSpPr>
          <p:spPr>
            <a:xfrm>
              <a:off x="4367878" y="1021600"/>
              <a:ext cx="3884107" cy="4498518"/>
            </a:xfrm>
            <a:custGeom>
              <a:avLst/>
              <a:gdLst>
                <a:gd name="connsiteX0" fmla="*/ 3878580 w 3884107"/>
                <a:gd name="connsiteY0" fmla="*/ 3461565 h 4498518"/>
                <a:gd name="connsiteX1" fmla="*/ 3871056 w 3884107"/>
                <a:gd name="connsiteY1" fmla="*/ 3856186 h 4498518"/>
                <a:gd name="connsiteX2" fmla="*/ 3850291 w 3884107"/>
                <a:gd name="connsiteY2" fmla="*/ 3870569 h 4498518"/>
                <a:gd name="connsiteX3" fmla="*/ 3833146 w 3884107"/>
                <a:gd name="connsiteY3" fmla="*/ 3882380 h 4498518"/>
                <a:gd name="connsiteX4" fmla="*/ 3148584 w 3884107"/>
                <a:gd name="connsiteY4" fmla="*/ 4320530 h 4498518"/>
                <a:gd name="connsiteX5" fmla="*/ 3039619 w 3884107"/>
                <a:gd name="connsiteY5" fmla="*/ 4385872 h 4498518"/>
                <a:gd name="connsiteX6" fmla="*/ 2977420 w 3884107"/>
                <a:gd name="connsiteY6" fmla="*/ 4422638 h 4498518"/>
                <a:gd name="connsiteX7" fmla="*/ 2914937 w 3884107"/>
                <a:gd name="connsiteY7" fmla="*/ 4459119 h 4498518"/>
                <a:gd name="connsiteX8" fmla="*/ 2852452 w 3884107"/>
                <a:gd name="connsiteY8" fmla="*/ 4495409 h 4498518"/>
                <a:gd name="connsiteX9" fmla="*/ 2847404 w 3884107"/>
                <a:gd name="connsiteY9" fmla="*/ 4498457 h 4498518"/>
                <a:gd name="connsiteX10" fmla="*/ 2233137 w 3884107"/>
                <a:gd name="connsiteY10" fmla="*/ 4485217 h 4498518"/>
                <a:gd name="connsiteX11" fmla="*/ 6572 w 3884107"/>
                <a:gd name="connsiteY11" fmla="*/ 4431306 h 4498518"/>
                <a:gd name="connsiteX12" fmla="*/ 75153 w 3884107"/>
                <a:gd name="connsiteY12" fmla="*/ 114861 h 4498518"/>
                <a:gd name="connsiteX13" fmla="*/ 3768663 w 3884107"/>
                <a:gd name="connsiteY13" fmla="*/ 32375 h 4498518"/>
                <a:gd name="connsiteX14" fmla="*/ 3878580 w 3884107"/>
                <a:gd name="connsiteY14" fmla="*/ 3461565 h 4498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84107" h="4498518">
                  <a:moveTo>
                    <a:pt x="3878580" y="3461565"/>
                  </a:moveTo>
                  <a:cubicBezTo>
                    <a:pt x="3876676" y="3593391"/>
                    <a:pt x="3874199" y="3724932"/>
                    <a:pt x="3871056" y="3856186"/>
                  </a:cubicBezTo>
                  <a:lnTo>
                    <a:pt x="3850291" y="3870569"/>
                  </a:lnTo>
                  <a:cubicBezTo>
                    <a:pt x="3844577" y="3874570"/>
                    <a:pt x="3838862" y="3878570"/>
                    <a:pt x="3833146" y="3882380"/>
                  </a:cubicBezTo>
                  <a:cubicBezTo>
                    <a:pt x="3608928" y="4034780"/>
                    <a:pt x="3380708" y="4180827"/>
                    <a:pt x="3148584" y="4320530"/>
                  </a:cubicBezTo>
                  <a:cubicBezTo>
                    <a:pt x="3112295" y="4342438"/>
                    <a:pt x="3076004" y="4364221"/>
                    <a:pt x="3039619" y="4385872"/>
                  </a:cubicBezTo>
                  <a:cubicBezTo>
                    <a:pt x="3018854" y="4398254"/>
                    <a:pt x="2998185" y="4410446"/>
                    <a:pt x="2977420" y="4422638"/>
                  </a:cubicBezTo>
                  <a:lnTo>
                    <a:pt x="2914937" y="4459119"/>
                  </a:lnTo>
                  <a:cubicBezTo>
                    <a:pt x="2894172" y="4471311"/>
                    <a:pt x="2873313" y="4483408"/>
                    <a:pt x="2852452" y="4495409"/>
                  </a:cubicBezTo>
                  <a:lnTo>
                    <a:pt x="2847404" y="4498457"/>
                  </a:lnTo>
                  <a:cubicBezTo>
                    <a:pt x="2642521" y="4495409"/>
                    <a:pt x="2437829" y="4490999"/>
                    <a:pt x="2233137" y="4485217"/>
                  </a:cubicBezTo>
                  <a:cubicBezTo>
                    <a:pt x="1491139" y="4465024"/>
                    <a:pt x="749809" y="4433877"/>
                    <a:pt x="6572" y="4431306"/>
                  </a:cubicBezTo>
                  <a:cubicBezTo>
                    <a:pt x="-14573" y="2992078"/>
                    <a:pt x="8287" y="1553260"/>
                    <a:pt x="75153" y="114861"/>
                  </a:cubicBezTo>
                  <a:cubicBezTo>
                    <a:pt x="1314260" y="-15060"/>
                    <a:pt x="2524031" y="-22870"/>
                    <a:pt x="3768663" y="32375"/>
                  </a:cubicBezTo>
                  <a:cubicBezTo>
                    <a:pt x="3866865" y="1159849"/>
                    <a:pt x="3895249" y="2321328"/>
                    <a:pt x="3878580" y="3461565"/>
                  </a:cubicBezTo>
                  <a:close/>
                </a:path>
              </a:pathLst>
            </a:custGeom>
            <a:solidFill>
              <a:srgbClr val="FFFFFF"/>
            </a:solidFill>
            <a:ln w="9525" cap="flat">
              <a:noFill/>
              <a:prstDash val="solid"/>
              <a:miter/>
            </a:ln>
          </p:spPr>
          <p:txBody>
            <a:bodyPr rtlCol="0" anchor="ctr"/>
            <a:lstStyle/>
            <a:p>
              <a:endParaRPr lang="zh-CN" altLang="en-US"/>
            </a:p>
          </p:txBody>
        </p:sp>
        <p:sp>
          <p:nvSpPr>
            <p:cNvPr id="16" name="任意多边形: 形状 15">
              <a:extLst>
                <a:ext uri="{FF2B5EF4-FFF2-40B4-BE49-F238E27FC236}">
                  <a16:creationId xmlns:a16="http://schemas.microsoft.com/office/drawing/2014/main" id="{EBEDD75D-8F07-6DA0-D536-B9CE943B11CF}"/>
                </a:ext>
              </a:extLst>
            </p:cNvPr>
            <p:cNvSpPr/>
            <p:nvPr/>
          </p:nvSpPr>
          <p:spPr>
            <a:xfrm>
              <a:off x="7221378" y="4762500"/>
              <a:ext cx="997839" cy="754570"/>
            </a:xfrm>
            <a:custGeom>
              <a:avLst/>
              <a:gdLst>
                <a:gd name="connsiteX0" fmla="*/ 996791 w 997839"/>
                <a:gd name="connsiteY0" fmla="*/ 129669 h 754570"/>
                <a:gd name="connsiteX1" fmla="*/ 979646 w 997839"/>
                <a:gd name="connsiteY1" fmla="*/ 141480 h 754570"/>
                <a:gd name="connsiteX2" fmla="*/ 295084 w 997839"/>
                <a:gd name="connsiteY2" fmla="*/ 579631 h 754570"/>
                <a:gd name="connsiteX3" fmla="*/ 186119 w 997839"/>
                <a:gd name="connsiteY3" fmla="*/ 644972 h 754570"/>
                <a:gd name="connsiteX4" fmla="*/ 123920 w 997839"/>
                <a:gd name="connsiteY4" fmla="*/ 681738 h 754570"/>
                <a:gd name="connsiteX5" fmla="*/ 61437 w 997839"/>
                <a:gd name="connsiteY5" fmla="*/ 718219 h 754570"/>
                <a:gd name="connsiteX6" fmla="*/ -1048 w 997839"/>
                <a:gd name="connsiteY6" fmla="*/ 754509 h 754570"/>
                <a:gd name="connsiteX7" fmla="*/ 205835 w 997839"/>
                <a:gd name="connsiteY7" fmla="*/ 125002 h 754570"/>
                <a:gd name="connsiteX8" fmla="*/ 242887 w 997839"/>
                <a:gd name="connsiteY8" fmla="*/ -61 h 754570"/>
                <a:gd name="connsiteX9" fmla="*/ 330041 w 997839"/>
                <a:gd name="connsiteY9" fmla="*/ 10988 h 754570"/>
                <a:gd name="connsiteX10" fmla="*/ 336614 w 997839"/>
                <a:gd name="connsiteY10" fmla="*/ 11845 h 754570"/>
                <a:gd name="connsiteX11" fmla="*/ 339948 w 997839"/>
                <a:gd name="connsiteY11" fmla="*/ 12512 h 754570"/>
                <a:gd name="connsiteX12" fmla="*/ 382238 w 997839"/>
                <a:gd name="connsiteY12" fmla="*/ 20513 h 754570"/>
                <a:gd name="connsiteX13" fmla="*/ 433196 w 997839"/>
                <a:gd name="connsiteY13" fmla="*/ 31467 h 754570"/>
                <a:gd name="connsiteX14" fmla="*/ 717423 w 997839"/>
                <a:gd name="connsiteY14" fmla="*/ 87569 h 754570"/>
                <a:gd name="connsiteX15" fmla="*/ 996791 w 997839"/>
                <a:gd name="connsiteY15" fmla="*/ 129669 h 754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97839" h="754570">
                  <a:moveTo>
                    <a:pt x="996791" y="129669"/>
                  </a:moveTo>
                  <a:cubicBezTo>
                    <a:pt x="991076" y="133670"/>
                    <a:pt x="985362" y="137670"/>
                    <a:pt x="979646" y="141480"/>
                  </a:cubicBezTo>
                  <a:cubicBezTo>
                    <a:pt x="755428" y="293880"/>
                    <a:pt x="527208" y="439927"/>
                    <a:pt x="295084" y="579631"/>
                  </a:cubicBezTo>
                  <a:cubicBezTo>
                    <a:pt x="258794" y="601538"/>
                    <a:pt x="222504" y="623321"/>
                    <a:pt x="186119" y="644972"/>
                  </a:cubicBezTo>
                  <a:cubicBezTo>
                    <a:pt x="165354" y="657354"/>
                    <a:pt x="144685" y="669547"/>
                    <a:pt x="123920" y="681738"/>
                  </a:cubicBezTo>
                  <a:lnTo>
                    <a:pt x="61437" y="718219"/>
                  </a:lnTo>
                  <a:cubicBezTo>
                    <a:pt x="40672" y="730411"/>
                    <a:pt x="19812" y="742508"/>
                    <a:pt x="-1048" y="754509"/>
                  </a:cubicBezTo>
                  <a:cubicBezTo>
                    <a:pt x="73438" y="546674"/>
                    <a:pt x="142399" y="336838"/>
                    <a:pt x="205835" y="125002"/>
                  </a:cubicBezTo>
                  <a:cubicBezTo>
                    <a:pt x="218504" y="83349"/>
                    <a:pt x="230886" y="41658"/>
                    <a:pt x="242887" y="-61"/>
                  </a:cubicBezTo>
                  <a:cubicBezTo>
                    <a:pt x="271462" y="4416"/>
                    <a:pt x="300989" y="7368"/>
                    <a:pt x="330041" y="10988"/>
                  </a:cubicBezTo>
                  <a:lnTo>
                    <a:pt x="336614" y="11845"/>
                  </a:lnTo>
                  <a:lnTo>
                    <a:pt x="339948" y="12512"/>
                  </a:lnTo>
                  <a:cubicBezTo>
                    <a:pt x="353854" y="15560"/>
                    <a:pt x="368523" y="17465"/>
                    <a:pt x="382238" y="20513"/>
                  </a:cubicBezTo>
                  <a:lnTo>
                    <a:pt x="433196" y="31467"/>
                  </a:lnTo>
                  <a:cubicBezTo>
                    <a:pt x="527590" y="51850"/>
                    <a:pt x="621983" y="71662"/>
                    <a:pt x="717423" y="87569"/>
                  </a:cubicBezTo>
                  <a:cubicBezTo>
                    <a:pt x="810292" y="103190"/>
                    <a:pt x="903352" y="117001"/>
                    <a:pt x="996791" y="129669"/>
                  </a:cubicBezTo>
                  <a:close/>
                </a:path>
              </a:pathLst>
            </a:custGeom>
            <a:solidFill>
              <a:srgbClr val="CCCCCC"/>
            </a:solidFill>
            <a:ln w="9525" cap="flat">
              <a:noFill/>
              <a:prstDash val="solid"/>
              <a:miter/>
            </a:ln>
          </p:spPr>
          <p:txBody>
            <a:bodyPr rtlCol="0" anchor="ctr"/>
            <a:lstStyle/>
            <a:p>
              <a:endParaRPr lang="zh-CN" altLang="en-US"/>
            </a:p>
          </p:txBody>
        </p:sp>
        <p:sp>
          <p:nvSpPr>
            <p:cNvPr id="17" name="任意多边形: 形状 16">
              <a:extLst>
                <a:ext uri="{FF2B5EF4-FFF2-40B4-BE49-F238E27FC236}">
                  <a16:creationId xmlns:a16="http://schemas.microsoft.com/office/drawing/2014/main" id="{BB1A1992-CAC6-0EFB-153B-5F9490BDA195}"/>
                </a:ext>
              </a:extLst>
            </p:cNvPr>
            <p:cNvSpPr/>
            <p:nvPr/>
          </p:nvSpPr>
          <p:spPr>
            <a:xfrm>
              <a:off x="4345043" y="998169"/>
              <a:ext cx="3930892" cy="4545674"/>
            </a:xfrm>
            <a:custGeom>
              <a:avLst/>
              <a:gdLst>
                <a:gd name="connsiteX0" fmla="*/ 2870239 w 3930892"/>
                <a:gd name="connsiteY0" fmla="*/ 4545605 h 4545674"/>
                <a:gd name="connsiteX1" fmla="*/ 2870239 w 3930892"/>
                <a:gd name="connsiteY1" fmla="*/ 4545605 h 4545674"/>
                <a:gd name="connsiteX2" fmla="*/ 2255687 w 3930892"/>
                <a:gd name="connsiteY2" fmla="*/ 4532365 h 4545674"/>
                <a:gd name="connsiteX3" fmla="*/ 1636561 w 3930892"/>
                <a:gd name="connsiteY3" fmla="*/ 4513792 h 4545674"/>
                <a:gd name="connsiteX4" fmla="*/ 29884 w 3930892"/>
                <a:gd name="connsiteY4" fmla="*/ 4478454 h 4545674"/>
                <a:gd name="connsiteX5" fmla="*/ 6548 w 3930892"/>
                <a:gd name="connsiteY5" fmla="*/ 4455403 h 4545674"/>
                <a:gd name="connsiteX6" fmla="*/ 75128 w 3930892"/>
                <a:gd name="connsiteY6" fmla="*/ 137245 h 4545674"/>
                <a:gd name="connsiteX7" fmla="*/ 96082 w 3930892"/>
                <a:gd name="connsiteY7" fmla="*/ 114956 h 4545674"/>
                <a:gd name="connsiteX8" fmla="*/ 3793116 w 3930892"/>
                <a:gd name="connsiteY8" fmla="*/ 32374 h 4545674"/>
                <a:gd name="connsiteX9" fmla="*/ 3815499 w 3930892"/>
                <a:gd name="connsiteY9" fmla="*/ 53806 h 4545674"/>
                <a:gd name="connsiteX10" fmla="*/ 3925418 w 3930892"/>
                <a:gd name="connsiteY10" fmla="*/ 3485282 h 4545674"/>
                <a:gd name="connsiteX11" fmla="*/ 3917893 w 3930892"/>
                <a:gd name="connsiteY11" fmla="*/ 3880189 h 4545674"/>
                <a:gd name="connsiteX12" fmla="*/ 3907797 w 3930892"/>
                <a:gd name="connsiteY12" fmla="*/ 3899239 h 4545674"/>
                <a:gd name="connsiteX13" fmla="*/ 3886937 w 3930892"/>
                <a:gd name="connsiteY13" fmla="*/ 3913621 h 4545674"/>
                <a:gd name="connsiteX14" fmla="*/ 3869602 w 3930892"/>
                <a:gd name="connsiteY14" fmla="*/ 3925528 h 4545674"/>
                <a:gd name="connsiteX15" fmla="*/ 3183802 w 3930892"/>
                <a:gd name="connsiteY15" fmla="*/ 4364535 h 4545674"/>
                <a:gd name="connsiteX16" fmla="*/ 3074550 w 3930892"/>
                <a:gd name="connsiteY16" fmla="*/ 4429972 h 4545674"/>
                <a:gd name="connsiteX17" fmla="*/ 3012352 w 3930892"/>
                <a:gd name="connsiteY17" fmla="*/ 4466833 h 4545674"/>
                <a:gd name="connsiteX18" fmla="*/ 2949867 w 3930892"/>
                <a:gd name="connsiteY18" fmla="*/ 4503410 h 4545674"/>
                <a:gd name="connsiteX19" fmla="*/ 2887098 w 3930892"/>
                <a:gd name="connsiteY19" fmla="*/ 4539795 h 4545674"/>
                <a:gd name="connsiteX20" fmla="*/ 2881765 w 3930892"/>
                <a:gd name="connsiteY20" fmla="*/ 4542938 h 4545674"/>
                <a:gd name="connsiteX21" fmla="*/ 2870239 w 3930892"/>
                <a:gd name="connsiteY21" fmla="*/ 4545605 h 4545674"/>
                <a:gd name="connsiteX22" fmla="*/ 52458 w 3930892"/>
                <a:gd name="connsiteY22" fmla="*/ 4431305 h 4545674"/>
                <a:gd name="connsiteX23" fmla="*/ 1637514 w 3930892"/>
                <a:gd name="connsiteY23" fmla="*/ 4466548 h 4545674"/>
                <a:gd name="connsiteX24" fmla="*/ 2256639 w 3930892"/>
                <a:gd name="connsiteY24" fmla="*/ 4485598 h 4545674"/>
                <a:gd name="connsiteX25" fmla="*/ 2864048 w 3930892"/>
                <a:gd name="connsiteY25" fmla="*/ 4498742 h 4545674"/>
                <a:gd name="connsiteX26" fmla="*/ 2926055 w 3930892"/>
                <a:gd name="connsiteY26" fmla="*/ 4462738 h 4545674"/>
                <a:gd name="connsiteX27" fmla="*/ 2988539 w 3930892"/>
                <a:gd name="connsiteY27" fmla="*/ 4426162 h 4545674"/>
                <a:gd name="connsiteX28" fmla="*/ 3050452 w 3930892"/>
                <a:gd name="connsiteY28" fmla="*/ 4389490 h 4545674"/>
                <a:gd name="connsiteX29" fmla="*/ 3159417 w 3930892"/>
                <a:gd name="connsiteY29" fmla="*/ 4324244 h 4545674"/>
                <a:gd name="connsiteX30" fmla="*/ 3842836 w 3930892"/>
                <a:gd name="connsiteY30" fmla="*/ 3886094 h 4545674"/>
                <a:gd name="connsiteX31" fmla="*/ 3859696 w 3930892"/>
                <a:gd name="connsiteY31" fmla="*/ 3874474 h 4545674"/>
                <a:gd name="connsiteX32" fmla="*/ 3870840 w 3930892"/>
                <a:gd name="connsiteY32" fmla="*/ 3866759 h 4545674"/>
                <a:gd name="connsiteX33" fmla="*/ 3878079 w 3930892"/>
                <a:gd name="connsiteY33" fmla="*/ 3484235 h 4545674"/>
                <a:gd name="connsiteX34" fmla="*/ 3878079 w 3930892"/>
                <a:gd name="connsiteY34" fmla="*/ 3484235 h 4545674"/>
                <a:gd name="connsiteX35" fmla="*/ 3770066 w 3930892"/>
                <a:gd name="connsiteY35" fmla="*/ 77904 h 4545674"/>
                <a:gd name="connsiteX36" fmla="*/ 120562 w 3930892"/>
                <a:gd name="connsiteY36" fmla="*/ 159152 h 4545674"/>
                <a:gd name="connsiteX37" fmla="*/ 52458 w 3930892"/>
                <a:gd name="connsiteY37" fmla="*/ 4431686 h 4545674"/>
                <a:gd name="connsiteX38" fmla="*/ 3893891 w 3930892"/>
                <a:gd name="connsiteY38" fmla="*/ 3878855 h 4545674"/>
                <a:gd name="connsiteX39" fmla="*/ 3893891 w 3930892"/>
                <a:gd name="connsiteY39" fmla="*/ 3878855 h 454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930892" h="4545674">
                  <a:moveTo>
                    <a:pt x="2870239" y="4545605"/>
                  </a:moveTo>
                  <a:lnTo>
                    <a:pt x="2870239" y="4545605"/>
                  </a:lnTo>
                  <a:cubicBezTo>
                    <a:pt x="2686025" y="4542938"/>
                    <a:pt x="2485048" y="4538557"/>
                    <a:pt x="2255687" y="4532365"/>
                  </a:cubicBezTo>
                  <a:cubicBezTo>
                    <a:pt x="2049184" y="4526746"/>
                    <a:pt x="1839348" y="4520174"/>
                    <a:pt x="1636561" y="4513792"/>
                  </a:cubicBezTo>
                  <a:cubicBezTo>
                    <a:pt x="1110305" y="4497314"/>
                    <a:pt x="566047" y="4480264"/>
                    <a:pt x="29884" y="4478454"/>
                  </a:cubicBezTo>
                  <a:cubicBezTo>
                    <a:pt x="17121" y="4478454"/>
                    <a:pt x="6738" y="4468176"/>
                    <a:pt x="6548" y="4455403"/>
                  </a:cubicBezTo>
                  <a:cubicBezTo>
                    <a:pt x="-14598" y="3021891"/>
                    <a:pt x="8453" y="1569328"/>
                    <a:pt x="75128" y="137245"/>
                  </a:cubicBezTo>
                  <a:cubicBezTo>
                    <a:pt x="75699" y="125668"/>
                    <a:pt x="84557" y="116210"/>
                    <a:pt x="96082" y="114956"/>
                  </a:cubicBezTo>
                  <a:cubicBezTo>
                    <a:pt x="1223652" y="-3249"/>
                    <a:pt x="2398371" y="-29538"/>
                    <a:pt x="3793116" y="32374"/>
                  </a:cubicBezTo>
                  <a:cubicBezTo>
                    <a:pt x="3804927" y="32901"/>
                    <a:pt x="3814452" y="42063"/>
                    <a:pt x="3815499" y="53806"/>
                  </a:cubicBezTo>
                  <a:cubicBezTo>
                    <a:pt x="3906464" y="1098984"/>
                    <a:pt x="3943421" y="2253509"/>
                    <a:pt x="3925418" y="3485282"/>
                  </a:cubicBezTo>
                  <a:cubicBezTo>
                    <a:pt x="3923609" y="3613679"/>
                    <a:pt x="3921037" y="3746553"/>
                    <a:pt x="3917893" y="3880189"/>
                  </a:cubicBezTo>
                  <a:cubicBezTo>
                    <a:pt x="3917799" y="3887799"/>
                    <a:pt x="3914084" y="3894905"/>
                    <a:pt x="3907797" y="3899239"/>
                  </a:cubicBezTo>
                  <a:lnTo>
                    <a:pt x="3886937" y="3913621"/>
                  </a:lnTo>
                  <a:cubicBezTo>
                    <a:pt x="3881318" y="3917622"/>
                    <a:pt x="3875412" y="3921622"/>
                    <a:pt x="3869602" y="3925528"/>
                  </a:cubicBezTo>
                  <a:cubicBezTo>
                    <a:pt x="3653194" y="4072879"/>
                    <a:pt x="3422499" y="4220803"/>
                    <a:pt x="3183802" y="4364535"/>
                  </a:cubicBezTo>
                  <a:cubicBezTo>
                    <a:pt x="3147417" y="4386538"/>
                    <a:pt x="3111126" y="4408350"/>
                    <a:pt x="3074550" y="4429972"/>
                  </a:cubicBezTo>
                  <a:cubicBezTo>
                    <a:pt x="3053881" y="4442354"/>
                    <a:pt x="3033117" y="4454546"/>
                    <a:pt x="3012352" y="4466833"/>
                  </a:cubicBezTo>
                  <a:lnTo>
                    <a:pt x="2949867" y="4503410"/>
                  </a:lnTo>
                  <a:cubicBezTo>
                    <a:pt x="2929008" y="4515601"/>
                    <a:pt x="2908054" y="4527727"/>
                    <a:pt x="2887098" y="4539795"/>
                  </a:cubicBezTo>
                  <a:cubicBezTo>
                    <a:pt x="2885764" y="4540652"/>
                    <a:pt x="2883764" y="4541890"/>
                    <a:pt x="2881765" y="4542938"/>
                  </a:cubicBezTo>
                  <a:cubicBezTo>
                    <a:pt x="2878240" y="4544786"/>
                    <a:pt x="2874239" y="4545710"/>
                    <a:pt x="2870239" y="4545605"/>
                  </a:cubicBezTo>
                  <a:close/>
                  <a:moveTo>
                    <a:pt x="52458" y="4431305"/>
                  </a:moveTo>
                  <a:cubicBezTo>
                    <a:pt x="581857" y="4433496"/>
                    <a:pt x="1118401" y="4450355"/>
                    <a:pt x="1637514" y="4466548"/>
                  </a:cubicBezTo>
                  <a:cubicBezTo>
                    <a:pt x="1840396" y="4472930"/>
                    <a:pt x="2050232" y="4479502"/>
                    <a:pt x="2256639" y="4485598"/>
                  </a:cubicBezTo>
                  <a:cubicBezTo>
                    <a:pt x="2483142" y="4491694"/>
                    <a:pt x="2681930" y="4495980"/>
                    <a:pt x="2864048" y="4498742"/>
                  </a:cubicBezTo>
                  <a:cubicBezTo>
                    <a:pt x="2885193" y="4486646"/>
                    <a:pt x="2905577" y="4474739"/>
                    <a:pt x="2926055" y="4462738"/>
                  </a:cubicBezTo>
                  <a:lnTo>
                    <a:pt x="2988539" y="4426162"/>
                  </a:lnTo>
                  <a:cubicBezTo>
                    <a:pt x="3009114" y="4414094"/>
                    <a:pt x="3029782" y="4401873"/>
                    <a:pt x="3050452" y="4389490"/>
                  </a:cubicBezTo>
                  <a:cubicBezTo>
                    <a:pt x="3086932" y="4367898"/>
                    <a:pt x="3123223" y="4346152"/>
                    <a:pt x="3159417" y="4324244"/>
                  </a:cubicBezTo>
                  <a:cubicBezTo>
                    <a:pt x="3397542" y="4180702"/>
                    <a:pt x="3627000" y="4033446"/>
                    <a:pt x="3842836" y="3886094"/>
                  </a:cubicBezTo>
                  <a:lnTo>
                    <a:pt x="3859696" y="3874474"/>
                  </a:lnTo>
                  <a:lnTo>
                    <a:pt x="3870840" y="3866759"/>
                  </a:lnTo>
                  <a:cubicBezTo>
                    <a:pt x="3873888" y="3737314"/>
                    <a:pt x="3876269" y="3608631"/>
                    <a:pt x="3878079" y="3484235"/>
                  </a:cubicBezTo>
                  <a:lnTo>
                    <a:pt x="3878079" y="3484235"/>
                  </a:lnTo>
                  <a:cubicBezTo>
                    <a:pt x="3895986" y="2262082"/>
                    <a:pt x="3859600" y="1116224"/>
                    <a:pt x="3770066" y="77904"/>
                  </a:cubicBezTo>
                  <a:cubicBezTo>
                    <a:pt x="2394942" y="17706"/>
                    <a:pt x="1234035" y="43519"/>
                    <a:pt x="120562" y="159152"/>
                  </a:cubicBezTo>
                  <a:cubicBezTo>
                    <a:pt x="54839" y="1576186"/>
                    <a:pt x="32074" y="3013319"/>
                    <a:pt x="52458" y="4431686"/>
                  </a:cubicBezTo>
                  <a:close/>
                  <a:moveTo>
                    <a:pt x="3893891" y="3878855"/>
                  </a:moveTo>
                  <a:lnTo>
                    <a:pt x="3893891" y="3878855"/>
                  </a:lnTo>
                  <a:close/>
                </a:path>
              </a:pathLst>
            </a:custGeom>
            <a:solidFill>
              <a:srgbClr val="454E5F"/>
            </a:solidFill>
            <a:ln w="9525" cap="flat">
              <a:noFill/>
              <a:prstDash val="solid"/>
              <a:miter/>
            </a:ln>
          </p:spPr>
          <p:txBody>
            <a:bodyPr rtlCol="0" anchor="ctr"/>
            <a:lstStyle/>
            <a:p>
              <a:endParaRPr lang="zh-CN" altLang="en-US"/>
            </a:p>
          </p:txBody>
        </p:sp>
        <p:sp>
          <p:nvSpPr>
            <p:cNvPr id="18" name="任意多边形: 形状 17">
              <a:extLst>
                <a:ext uri="{FF2B5EF4-FFF2-40B4-BE49-F238E27FC236}">
                  <a16:creationId xmlns:a16="http://schemas.microsoft.com/office/drawing/2014/main" id="{25BB6C91-09D1-683E-92EE-473C8D948627}"/>
                </a:ext>
              </a:extLst>
            </p:cNvPr>
            <p:cNvSpPr/>
            <p:nvPr/>
          </p:nvSpPr>
          <p:spPr>
            <a:xfrm>
              <a:off x="7192825" y="4744368"/>
              <a:ext cx="1071306" cy="799467"/>
            </a:xfrm>
            <a:custGeom>
              <a:avLst/>
              <a:gdLst>
                <a:gd name="connsiteX0" fmla="*/ 22457 w 1071306"/>
                <a:gd name="connsiteY0" fmla="*/ 799406 h 799467"/>
                <a:gd name="connsiteX1" fmla="*/ 14933 w 1071306"/>
                <a:gd name="connsiteY1" fmla="*/ 798168 h 799467"/>
                <a:gd name="connsiteX2" fmla="*/ 169 w 1071306"/>
                <a:gd name="connsiteY2" fmla="*/ 768450 h 799467"/>
                <a:gd name="connsiteX3" fmla="*/ 252486 w 1071306"/>
                <a:gd name="connsiteY3" fmla="*/ 15975 h 799467"/>
                <a:gd name="connsiteX4" fmla="*/ 278013 w 1071306"/>
                <a:gd name="connsiteY4" fmla="*/ 163 h 799467"/>
                <a:gd name="connsiteX5" fmla="*/ 1049538 w 1071306"/>
                <a:gd name="connsiteY5" fmla="*/ 110463 h 799467"/>
                <a:gd name="connsiteX6" fmla="*/ 1070112 w 1071306"/>
                <a:gd name="connsiteY6" fmla="*/ 136475 h 799467"/>
                <a:gd name="connsiteX7" fmla="*/ 1044013 w 1071306"/>
                <a:gd name="connsiteY7" fmla="*/ 157002 h 799467"/>
                <a:gd name="connsiteX8" fmla="*/ 1042966 w 1071306"/>
                <a:gd name="connsiteY8" fmla="*/ 156850 h 799467"/>
                <a:gd name="connsiteX9" fmla="*/ 290491 w 1071306"/>
                <a:gd name="connsiteY9" fmla="*/ 49408 h 799467"/>
                <a:gd name="connsiteX10" fmla="*/ 44460 w 1071306"/>
                <a:gd name="connsiteY10" fmla="*/ 783595 h 799467"/>
                <a:gd name="connsiteX11" fmla="*/ 22457 w 1071306"/>
                <a:gd name="connsiteY11" fmla="*/ 799406 h 799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1306" h="799467">
                  <a:moveTo>
                    <a:pt x="22457" y="799406"/>
                  </a:moveTo>
                  <a:cubicBezTo>
                    <a:pt x="19886" y="799415"/>
                    <a:pt x="17314" y="798996"/>
                    <a:pt x="14933" y="798168"/>
                  </a:cubicBezTo>
                  <a:cubicBezTo>
                    <a:pt x="2645" y="794015"/>
                    <a:pt x="-3926" y="780727"/>
                    <a:pt x="169" y="768450"/>
                  </a:cubicBezTo>
                  <a:lnTo>
                    <a:pt x="252486" y="15975"/>
                  </a:lnTo>
                  <a:cubicBezTo>
                    <a:pt x="256105" y="5249"/>
                    <a:pt x="266773" y="-1389"/>
                    <a:pt x="278013" y="163"/>
                  </a:cubicBezTo>
                  <a:lnTo>
                    <a:pt x="1049538" y="110463"/>
                  </a:lnTo>
                  <a:cubicBezTo>
                    <a:pt x="1062397" y="111977"/>
                    <a:pt x="1071541" y="123617"/>
                    <a:pt x="1070112" y="136475"/>
                  </a:cubicBezTo>
                  <a:cubicBezTo>
                    <a:pt x="1068588" y="149325"/>
                    <a:pt x="1056873" y="158516"/>
                    <a:pt x="1044013" y="157002"/>
                  </a:cubicBezTo>
                  <a:cubicBezTo>
                    <a:pt x="1043728" y="156964"/>
                    <a:pt x="1043347" y="156907"/>
                    <a:pt x="1042966" y="156850"/>
                  </a:cubicBezTo>
                  <a:lnTo>
                    <a:pt x="290491" y="49408"/>
                  </a:lnTo>
                  <a:lnTo>
                    <a:pt x="44460" y="783595"/>
                  </a:lnTo>
                  <a:cubicBezTo>
                    <a:pt x="41222" y="793005"/>
                    <a:pt x="32363" y="799339"/>
                    <a:pt x="22457" y="799406"/>
                  </a:cubicBezTo>
                  <a:close/>
                </a:path>
              </a:pathLst>
            </a:custGeom>
            <a:solidFill>
              <a:srgbClr val="454E5F"/>
            </a:solidFill>
            <a:ln w="9525" cap="flat">
              <a:noFill/>
              <a:prstDash val="solid"/>
              <a:miter/>
            </a:ln>
          </p:spPr>
          <p:txBody>
            <a:bodyPr rtlCol="0" anchor="ctr"/>
            <a:lstStyle/>
            <a:p>
              <a:endParaRPr lang="zh-CN" altLang="en-US"/>
            </a:p>
          </p:txBody>
        </p:sp>
        <p:sp>
          <p:nvSpPr>
            <p:cNvPr id="19" name="任意多边形: 形状 18">
              <a:extLst>
                <a:ext uri="{FF2B5EF4-FFF2-40B4-BE49-F238E27FC236}">
                  <a16:creationId xmlns:a16="http://schemas.microsoft.com/office/drawing/2014/main" id="{1063DAF7-4B86-471F-12B7-F0736E8F60C9}"/>
                </a:ext>
              </a:extLst>
            </p:cNvPr>
            <p:cNvSpPr/>
            <p:nvPr/>
          </p:nvSpPr>
          <p:spPr>
            <a:xfrm>
              <a:off x="5268960" y="847497"/>
              <a:ext cx="1885313" cy="835451"/>
            </a:xfrm>
            <a:custGeom>
              <a:avLst/>
              <a:gdLst>
                <a:gd name="connsiteX0" fmla="*/ 1884124 w 1885313"/>
                <a:gd name="connsiteY0" fmla="*/ 380691 h 835451"/>
                <a:gd name="connsiteX1" fmla="*/ 1882886 w 1885313"/>
                <a:gd name="connsiteY1" fmla="*/ 403074 h 835451"/>
                <a:gd name="connsiteX2" fmla="*/ 1880789 w 1885313"/>
                <a:gd name="connsiteY2" fmla="*/ 410694 h 835451"/>
                <a:gd name="connsiteX3" fmla="*/ 1838308 w 1885313"/>
                <a:gd name="connsiteY3" fmla="*/ 445556 h 835451"/>
                <a:gd name="connsiteX4" fmla="*/ 1715436 w 1885313"/>
                <a:gd name="connsiteY4" fmla="*/ 508230 h 835451"/>
                <a:gd name="connsiteX5" fmla="*/ 1157557 w 1885313"/>
                <a:gd name="connsiteY5" fmla="*/ 792361 h 835451"/>
                <a:gd name="connsiteX6" fmla="*/ 1050401 w 1885313"/>
                <a:gd name="connsiteY6" fmla="*/ 832747 h 835451"/>
                <a:gd name="connsiteX7" fmla="*/ 876855 w 1885313"/>
                <a:gd name="connsiteY7" fmla="*/ 802362 h 835451"/>
                <a:gd name="connsiteX8" fmla="*/ 584437 w 1885313"/>
                <a:gd name="connsiteY8" fmla="*/ 695016 h 835451"/>
                <a:gd name="connsiteX9" fmla="*/ 340311 w 1885313"/>
                <a:gd name="connsiteY9" fmla="*/ 594908 h 835451"/>
                <a:gd name="connsiteX10" fmla="*/ 215248 w 1885313"/>
                <a:gd name="connsiteY10" fmla="*/ 535281 h 835451"/>
                <a:gd name="connsiteX11" fmla="*/ 126094 w 1885313"/>
                <a:gd name="connsiteY11" fmla="*/ 478131 h 835451"/>
                <a:gd name="connsiteX12" fmla="*/ 118475 w 1885313"/>
                <a:gd name="connsiteY12" fmla="*/ 438603 h 835451"/>
                <a:gd name="connsiteX13" fmla="*/ 105520 w 1885313"/>
                <a:gd name="connsiteY13" fmla="*/ 215241 h 835451"/>
                <a:gd name="connsiteX14" fmla="*/ 30463 w 1885313"/>
                <a:gd name="connsiteY14" fmla="*/ 218385 h 835451"/>
                <a:gd name="connsiteX15" fmla="*/ 27701 w 1885313"/>
                <a:gd name="connsiteY15" fmla="*/ 218385 h 835451"/>
                <a:gd name="connsiteX16" fmla="*/ 10461 w 1885313"/>
                <a:gd name="connsiteY16" fmla="*/ 215908 h 835451"/>
                <a:gd name="connsiteX17" fmla="*/ 1983 w 1885313"/>
                <a:gd name="connsiteY17" fmla="*/ 183904 h 835451"/>
                <a:gd name="connsiteX18" fmla="*/ 65801 w 1885313"/>
                <a:gd name="connsiteY18" fmla="*/ 73224 h 835451"/>
                <a:gd name="connsiteX19" fmla="*/ 140477 w 1885313"/>
                <a:gd name="connsiteY19" fmla="*/ 19693 h 835451"/>
                <a:gd name="connsiteX20" fmla="*/ 466042 w 1885313"/>
                <a:gd name="connsiteY20" fmla="*/ 16169 h 835451"/>
                <a:gd name="connsiteX21" fmla="*/ 1826497 w 1885313"/>
                <a:gd name="connsiteY21" fmla="*/ 167 h 835451"/>
                <a:gd name="connsiteX22" fmla="*/ 1859644 w 1885313"/>
                <a:gd name="connsiteY22" fmla="*/ 4739 h 835451"/>
                <a:gd name="connsiteX23" fmla="*/ 1880028 w 1885313"/>
                <a:gd name="connsiteY23" fmla="*/ 113609 h 835451"/>
                <a:gd name="connsiteX24" fmla="*/ 1884124 w 1885313"/>
                <a:gd name="connsiteY24" fmla="*/ 380691 h 83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885313" h="835451">
                  <a:moveTo>
                    <a:pt x="1884124" y="380691"/>
                  </a:moveTo>
                  <a:cubicBezTo>
                    <a:pt x="1884504" y="388177"/>
                    <a:pt x="1884124" y="395683"/>
                    <a:pt x="1882886" y="403074"/>
                  </a:cubicBezTo>
                  <a:cubicBezTo>
                    <a:pt x="1882409" y="405675"/>
                    <a:pt x="1881743" y="408227"/>
                    <a:pt x="1880789" y="410694"/>
                  </a:cubicBezTo>
                  <a:cubicBezTo>
                    <a:pt x="1874027" y="428316"/>
                    <a:pt x="1855834" y="438698"/>
                    <a:pt x="1838308" y="445556"/>
                  </a:cubicBezTo>
                  <a:cubicBezTo>
                    <a:pt x="1795446" y="462224"/>
                    <a:pt x="1756203" y="486704"/>
                    <a:pt x="1715436" y="508230"/>
                  </a:cubicBezTo>
                  <a:cubicBezTo>
                    <a:pt x="1530936" y="605957"/>
                    <a:pt x="1344723" y="699873"/>
                    <a:pt x="1157557" y="792361"/>
                  </a:cubicBezTo>
                  <a:cubicBezTo>
                    <a:pt x="1123172" y="809316"/>
                    <a:pt x="1088119" y="826461"/>
                    <a:pt x="1050401" y="832747"/>
                  </a:cubicBezTo>
                  <a:cubicBezTo>
                    <a:pt x="991726" y="842272"/>
                    <a:pt x="932004" y="824651"/>
                    <a:pt x="876855" y="802362"/>
                  </a:cubicBezTo>
                  <a:cubicBezTo>
                    <a:pt x="780176" y="763310"/>
                    <a:pt x="681973" y="731877"/>
                    <a:pt x="584437" y="695016"/>
                  </a:cubicBezTo>
                  <a:cubicBezTo>
                    <a:pt x="502236" y="663869"/>
                    <a:pt x="420512" y="631008"/>
                    <a:pt x="340311" y="594908"/>
                  </a:cubicBezTo>
                  <a:cubicBezTo>
                    <a:pt x="298212" y="575858"/>
                    <a:pt x="256492" y="555979"/>
                    <a:pt x="215248" y="535281"/>
                  </a:cubicBezTo>
                  <a:cubicBezTo>
                    <a:pt x="188483" y="521756"/>
                    <a:pt x="140191" y="506706"/>
                    <a:pt x="126094" y="478131"/>
                  </a:cubicBezTo>
                  <a:cubicBezTo>
                    <a:pt x="120950" y="465587"/>
                    <a:pt x="118380" y="452157"/>
                    <a:pt x="118475" y="438603"/>
                  </a:cubicBezTo>
                  <a:cubicBezTo>
                    <a:pt x="114379" y="364212"/>
                    <a:pt x="109902" y="289632"/>
                    <a:pt x="105520" y="215241"/>
                  </a:cubicBezTo>
                  <a:cubicBezTo>
                    <a:pt x="80660" y="218856"/>
                    <a:pt x="55514" y="219909"/>
                    <a:pt x="30463" y="218385"/>
                  </a:cubicBezTo>
                  <a:lnTo>
                    <a:pt x="27701" y="218385"/>
                  </a:lnTo>
                  <a:cubicBezTo>
                    <a:pt x="21891" y="219888"/>
                    <a:pt x="15604" y="218996"/>
                    <a:pt x="10461" y="215908"/>
                  </a:cubicBezTo>
                  <a:cubicBezTo>
                    <a:pt x="-493" y="209271"/>
                    <a:pt x="-4303" y="195113"/>
                    <a:pt x="1983" y="183904"/>
                  </a:cubicBezTo>
                  <a:cubicBezTo>
                    <a:pt x="24272" y="147582"/>
                    <a:pt x="45513" y="110688"/>
                    <a:pt x="65801" y="73224"/>
                  </a:cubicBezTo>
                  <a:cubicBezTo>
                    <a:pt x="85708" y="36266"/>
                    <a:pt x="94376" y="20265"/>
                    <a:pt x="140477" y="19693"/>
                  </a:cubicBezTo>
                  <a:cubicBezTo>
                    <a:pt x="248967" y="18677"/>
                    <a:pt x="357552" y="17502"/>
                    <a:pt x="466042" y="16169"/>
                  </a:cubicBezTo>
                  <a:cubicBezTo>
                    <a:pt x="919623" y="10835"/>
                    <a:pt x="1373108" y="5501"/>
                    <a:pt x="1826497" y="167"/>
                  </a:cubicBezTo>
                  <a:cubicBezTo>
                    <a:pt x="1837737" y="-689"/>
                    <a:pt x="1849072" y="870"/>
                    <a:pt x="1859644" y="4739"/>
                  </a:cubicBezTo>
                  <a:cubicBezTo>
                    <a:pt x="1890219" y="18741"/>
                    <a:pt x="1878694" y="86368"/>
                    <a:pt x="1880028" y="113609"/>
                  </a:cubicBezTo>
                  <a:cubicBezTo>
                    <a:pt x="1882791" y="202668"/>
                    <a:pt x="1882791" y="291727"/>
                    <a:pt x="1884124" y="380691"/>
                  </a:cubicBezTo>
                  <a:close/>
                </a:path>
              </a:pathLst>
            </a:custGeom>
            <a:solidFill>
              <a:srgbClr val="F89192"/>
            </a:solidFill>
            <a:ln w="9525" cap="flat">
              <a:noFill/>
              <a:prstDash val="solid"/>
              <a:miter/>
            </a:ln>
          </p:spPr>
          <p:txBody>
            <a:bodyPr rtlCol="0" anchor="ctr"/>
            <a:lstStyle/>
            <a:p>
              <a:endParaRPr lang="zh-CN" altLang="en-US"/>
            </a:p>
          </p:txBody>
        </p:sp>
        <p:sp>
          <p:nvSpPr>
            <p:cNvPr id="20" name="任意多边形: 形状 19">
              <a:extLst>
                <a:ext uri="{FF2B5EF4-FFF2-40B4-BE49-F238E27FC236}">
                  <a16:creationId xmlns:a16="http://schemas.microsoft.com/office/drawing/2014/main" id="{4149D953-B5AD-8BA7-444B-F96ADD39D2F0}"/>
                </a:ext>
              </a:extLst>
            </p:cNvPr>
            <p:cNvSpPr/>
            <p:nvPr/>
          </p:nvSpPr>
          <p:spPr>
            <a:xfrm>
              <a:off x="5268960" y="847497"/>
              <a:ext cx="1885313" cy="834880"/>
            </a:xfrm>
            <a:custGeom>
              <a:avLst/>
              <a:gdLst>
                <a:gd name="connsiteX0" fmla="*/ 1880219 w 1885313"/>
                <a:gd name="connsiteY0" fmla="*/ 113609 h 834880"/>
                <a:gd name="connsiteX1" fmla="*/ 1859835 w 1885313"/>
                <a:gd name="connsiteY1" fmla="*/ 4739 h 834880"/>
                <a:gd name="connsiteX2" fmla="*/ 1826688 w 1885313"/>
                <a:gd name="connsiteY2" fmla="*/ 167 h 834880"/>
                <a:gd name="connsiteX3" fmla="*/ 466042 w 1885313"/>
                <a:gd name="connsiteY3" fmla="*/ 15597 h 834880"/>
                <a:gd name="connsiteX4" fmla="*/ 140477 w 1885313"/>
                <a:gd name="connsiteY4" fmla="*/ 19122 h 834880"/>
                <a:gd name="connsiteX5" fmla="*/ 65801 w 1885313"/>
                <a:gd name="connsiteY5" fmla="*/ 72652 h 834880"/>
                <a:gd name="connsiteX6" fmla="*/ 1983 w 1885313"/>
                <a:gd name="connsiteY6" fmla="*/ 183333 h 834880"/>
                <a:gd name="connsiteX7" fmla="*/ 10461 w 1885313"/>
                <a:gd name="connsiteY7" fmla="*/ 215337 h 834880"/>
                <a:gd name="connsiteX8" fmla="*/ 27701 w 1885313"/>
                <a:gd name="connsiteY8" fmla="*/ 217813 h 834880"/>
                <a:gd name="connsiteX9" fmla="*/ 30463 w 1885313"/>
                <a:gd name="connsiteY9" fmla="*/ 217813 h 834880"/>
                <a:gd name="connsiteX10" fmla="*/ 105520 w 1885313"/>
                <a:gd name="connsiteY10" fmla="*/ 214670 h 834880"/>
                <a:gd name="connsiteX11" fmla="*/ 118475 w 1885313"/>
                <a:gd name="connsiteY11" fmla="*/ 438031 h 834880"/>
                <a:gd name="connsiteX12" fmla="*/ 126094 w 1885313"/>
                <a:gd name="connsiteY12" fmla="*/ 477560 h 834880"/>
                <a:gd name="connsiteX13" fmla="*/ 215248 w 1885313"/>
                <a:gd name="connsiteY13" fmla="*/ 534710 h 834880"/>
                <a:gd name="connsiteX14" fmla="*/ 340311 w 1885313"/>
                <a:gd name="connsiteY14" fmla="*/ 594336 h 834880"/>
                <a:gd name="connsiteX15" fmla="*/ 584437 w 1885313"/>
                <a:gd name="connsiteY15" fmla="*/ 694444 h 834880"/>
                <a:gd name="connsiteX16" fmla="*/ 876855 w 1885313"/>
                <a:gd name="connsiteY16" fmla="*/ 801791 h 834880"/>
                <a:gd name="connsiteX17" fmla="*/ 1050401 w 1885313"/>
                <a:gd name="connsiteY17" fmla="*/ 832175 h 834880"/>
                <a:gd name="connsiteX18" fmla="*/ 1157557 w 1885313"/>
                <a:gd name="connsiteY18" fmla="*/ 791790 h 834880"/>
                <a:gd name="connsiteX19" fmla="*/ 1715436 w 1885313"/>
                <a:gd name="connsiteY19" fmla="*/ 507659 h 834880"/>
                <a:gd name="connsiteX20" fmla="*/ 1838308 w 1885313"/>
                <a:gd name="connsiteY20" fmla="*/ 444984 h 834880"/>
                <a:gd name="connsiteX21" fmla="*/ 1880789 w 1885313"/>
                <a:gd name="connsiteY21" fmla="*/ 410123 h 834880"/>
                <a:gd name="connsiteX22" fmla="*/ 1882886 w 1885313"/>
                <a:gd name="connsiteY22" fmla="*/ 402503 h 834880"/>
                <a:gd name="connsiteX23" fmla="*/ 1884124 w 1885313"/>
                <a:gd name="connsiteY23" fmla="*/ 380119 h 834880"/>
                <a:gd name="connsiteX24" fmla="*/ 1880219 w 1885313"/>
                <a:gd name="connsiteY24" fmla="*/ 113609 h 834880"/>
                <a:gd name="connsiteX25" fmla="*/ 1833927 w 1885313"/>
                <a:gd name="connsiteY25" fmla="*/ 396216 h 834880"/>
                <a:gd name="connsiteX26" fmla="*/ 1208992 w 1885313"/>
                <a:gd name="connsiteY26" fmla="*/ 717304 h 834880"/>
                <a:gd name="connsiteX27" fmla="*/ 1021921 w 1885313"/>
                <a:gd name="connsiteY27" fmla="*/ 792552 h 834880"/>
                <a:gd name="connsiteX28" fmla="*/ 1016491 w 1885313"/>
                <a:gd name="connsiteY28" fmla="*/ 795028 h 834880"/>
                <a:gd name="connsiteX29" fmla="*/ 348407 w 1885313"/>
                <a:gd name="connsiteY29" fmla="*/ 547378 h 834880"/>
                <a:gd name="connsiteX30" fmla="*/ 166766 w 1885313"/>
                <a:gd name="connsiteY30" fmla="*/ 456510 h 834880"/>
                <a:gd name="connsiteX31" fmla="*/ 143620 w 1885313"/>
                <a:gd name="connsiteY31" fmla="*/ 65984 h 834880"/>
                <a:gd name="connsiteX32" fmla="*/ 795130 w 1885313"/>
                <a:gd name="connsiteY32" fmla="*/ 58650 h 834880"/>
                <a:gd name="connsiteX33" fmla="*/ 1471405 w 1885313"/>
                <a:gd name="connsiteY33" fmla="*/ 50935 h 834880"/>
                <a:gd name="connsiteX34" fmla="*/ 1831165 w 1885313"/>
                <a:gd name="connsiteY34" fmla="*/ 46934 h 834880"/>
                <a:gd name="connsiteX35" fmla="*/ 1833927 w 1885313"/>
                <a:gd name="connsiteY35" fmla="*/ 396216 h 83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885313" h="834880">
                  <a:moveTo>
                    <a:pt x="1880219" y="113609"/>
                  </a:moveTo>
                  <a:cubicBezTo>
                    <a:pt x="1879362" y="86368"/>
                    <a:pt x="1890410" y="18359"/>
                    <a:pt x="1859835" y="4739"/>
                  </a:cubicBezTo>
                  <a:cubicBezTo>
                    <a:pt x="1849262" y="870"/>
                    <a:pt x="1837927" y="-689"/>
                    <a:pt x="1826688" y="167"/>
                  </a:cubicBezTo>
                  <a:cubicBezTo>
                    <a:pt x="1373108" y="5120"/>
                    <a:pt x="919527" y="10263"/>
                    <a:pt x="466042" y="15597"/>
                  </a:cubicBezTo>
                  <a:cubicBezTo>
                    <a:pt x="357552" y="16804"/>
                    <a:pt x="248967" y="17978"/>
                    <a:pt x="140477" y="19122"/>
                  </a:cubicBezTo>
                  <a:cubicBezTo>
                    <a:pt x="94757" y="19693"/>
                    <a:pt x="85708" y="35695"/>
                    <a:pt x="65801" y="72652"/>
                  </a:cubicBezTo>
                  <a:cubicBezTo>
                    <a:pt x="45894" y="109609"/>
                    <a:pt x="24272" y="147042"/>
                    <a:pt x="1983" y="183333"/>
                  </a:cubicBezTo>
                  <a:cubicBezTo>
                    <a:pt x="-4303" y="194542"/>
                    <a:pt x="-493" y="208699"/>
                    <a:pt x="10461" y="215337"/>
                  </a:cubicBezTo>
                  <a:cubicBezTo>
                    <a:pt x="15604" y="218425"/>
                    <a:pt x="21891" y="219316"/>
                    <a:pt x="27701" y="217813"/>
                  </a:cubicBezTo>
                  <a:lnTo>
                    <a:pt x="30463" y="217813"/>
                  </a:lnTo>
                  <a:cubicBezTo>
                    <a:pt x="55514" y="219337"/>
                    <a:pt x="80660" y="218285"/>
                    <a:pt x="105520" y="214670"/>
                  </a:cubicBezTo>
                  <a:cubicBezTo>
                    <a:pt x="109902" y="289060"/>
                    <a:pt x="114379" y="363641"/>
                    <a:pt x="118475" y="438031"/>
                  </a:cubicBezTo>
                  <a:cubicBezTo>
                    <a:pt x="118380" y="451585"/>
                    <a:pt x="120950" y="465015"/>
                    <a:pt x="126094" y="477560"/>
                  </a:cubicBezTo>
                  <a:cubicBezTo>
                    <a:pt x="140191" y="506611"/>
                    <a:pt x="188483" y="521375"/>
                    <a:pt x="215248" y="534710"/>
                  </a:cubicBezTo>
                  <a:cubicBezTo>
                    <a:pt x="256492" y="555541"/>
                    <a:pt x="298212" y="575410"/>
                    <a:pt x="340311" y="594336"/>
                  </a:cubicBezTo>
                  <a:cubicBezTo>
                    <a:pt x="420512" y="630436"/>
                    <a:pt x="502236" y="663297"/>
                    <a:pt x="584437" y="694444"/>
                  </a:cubicBezTo>
                  <a:cubicBezTo>
                    <a:pt x="681973" y="731306"/>
                    <a:pt x="780176" y="762738"/>
                    <a:pt x="876855" y="801791"/>
                  </a:cubicBezTo>
                  <a:cubicBezTo>
                    <a:pt x="932004" y="824079"/>
                    <a:pt x="991726" y="841700"/>
                    <a:pt x="1050401" y="832175"/>
                  </a:cubicBezTo>
                  <a:cubicBezTo>
                    <a:pt x="1088501" y="825889"/>
                    <a:pt x="1123172" y="808744"/>
                    <a:pt x="1157557" y="791790"/>
                  </a:cubicBezTo>
                  <a:cubicBezTo>
                    <a:pt x="1344723" y="699302"/>
                    <a:pt x="1530936" y="605385"/>
                    <a:pt x="1715436" y="507659"/>
                  </a:cubicBezTo>
                  <a:cubicBezTo>
                    <a:pt x="1756203" y="486132"/>
                    <a:pt x="1795446" y="461653"/>
                    <a:pt x="1838308" y="444984"/>
                  </a:cubicBezTo>
                  <a:cubicBezTo>
                    <a:pt x="1855834" y="438126"/>
                    <a:pt x="1874027" y="427744"/>
                    <a:pt x="1880789" y="410123"/>
                  </a:cubicBezTo>
                  <a:cubicBezTo>
                    <a:pt x="1881743" y="407656"/>
                    <a:pt x="1882409" y="405103"/>
                    <a:pt x="1882886" y="402503"/>
                  </a:cubicBezTo>
                  <a:cubicBezTo>
                    <a:pt x="1884124" y="395111"/>
                    <a:pt x="1884504" y="387606"/>
                    <a:pt x="1884124" y="380119"/>
                  </a:cubicBezTo>
                  <a:cubicBezTo>
                    <a:pt x="1882791" y="291727"/>
                    <a:pt x="1882791" y="202668"/>
                    <a:pt x="1880219" y="113609"/>
                  </a:cubicBezTo>
                  <a:close/>
                  <a:moveTo>
                    <a:pt x="1833927" y="396216"/>
                  </a:moveTo>
                  <a:cubicBezTo>
                    <a:pt x="1618376" y="488990"/>
                    <a:pt x="1421399" y="618244"/>
                    <a:pt x="1208992" y="717304"/>
                  </a:cubicBezTo>
                  <a:cubicBezTo>
                    <a:pt x="1148127" y="746031"/>
                    <a:pt x="1085738" y="771158"/>
                    <a:pt x="1021921" y="792552"/>
                  </a:cubicBezTo>
                  <a:cubicBezTo>
                    <a:pt x="1020015" y="793190"/>
                    <a:pt x="1018206" y="794018"/>
                    <a:pt x="1016491" y="795028"/>
                  </a:cubicBezTo>
                  <a:cubicBezTo>
                    <a:pt x="790844" y="721209"/>
                    <a:pt x="564530" y="646724"/>
                    <a:pt x="348407" y="547378"/>
                  </a:cubicBezTo>
                  <a:cubicBezTo>
                    <a:pt x="286876" y="519184"/>
                    <a:pt x="226297" y="488895"/>
                    <a:pt x="166766" y="456510"/>
                  </a:cubicBezTo>
                  <a:cubicBezTo>
                    <a:pt x="159050" y="326271"/>
                    <a:pt x="151336" y="196096"/>
                    <a:pt x="143620" y="65984"/>
                  </a:cubicBezTo>
                  <a:lnTo>
                    <a:pt x="795130" y="58650"/>
                  </a:lnTo>
                  <a:lnTo>
                    <a:pt x="1471405" y="50935"/>
                  </a:lnTo>
                  <a:lnTo>
                    <a:pt x="1831165" y="46934"/>
                  </a:lnTo>
                  <a:cubicBezTo>
                    <a:pt x="1836404" y="163330"/>
                    <a:pt x="1837356" y="279757"/>
                    <a:pt x="1833927" y="396216"/>
                  </a:cubicBezTo>
                  <a:close/>
                </a:path>
              </a:pathLst>
            </a:custGeom>
            <a:solidFill>
              <a:srgbClr val="454E5F"/>
            </a:solidFill>
            <a:ln w="9525" cap="flat">
              <a:noFill/>
              <a:prstDash val="solid"/>
              <a:miter/>
            </a:ln>
          </p:spPr>
          <p:txBody>
            <a:bodyPr rtlCol="0" anchor="ctr"/>
            <a:lstStyle/>
            <a:p>
              <a:endParaRPr lang="zh-CN" altLang="en-US"/>
            </a:p>
          </p:txBody>
        </p:sp>
        <p:sp>
          <p:nvSpPr>
            <p:cNvPr id="21" name="任意多边形: 形状 20">
              <a:extLst>
                <a:ext uri="{FF2B5EF4-FFF2-40B4-BE49-F238E27FC236}">
                  <a16:creationId xmlns:a16="http://schemas.microsoft.com/office/drawing/2014/main" id="{9E145088-4578-7AC7-C0B1-80E90AA7ED8E}"/>
                </a:ext>
              </a:extLst>
            </p:cNvPr>
            <p:cNvSpPr/>
            <p:nvPr/>
          </p:nvSpPr>
          <p:spPr>
            <a:xfrm>
              <a:off x="4678394" y="2111406"/>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2"/>
                    <a:pt x="3233451" y="9464"/>
                  </a:cubicBezTo>
                  <a:cubicBezTo>
                    <a:pt x="3233451" y="4206"/>
                    <a:pt x="3237738" y="-61"/>
                    <a:pt x="3242976" y="-61"/>
                  </a:cubicBezTo>
                  <a:lnTo>
                    <a:pt x="3257264" y="-61"/>
                  </a:lnTo>
                  <a:cubicBezTo>
                    <a:pt x="3262503" y="-61"/>
                    <a:pt x="3266789" y="4206"/>
                    <a:pt x="3266789" y="9464"/>
                  </a:cubicBezTo>
                  <a:cubicBezTo>
                    <a:pt x="3266789" y="14722"/>
                    <a:pt x="3262503" y="18989"/>
                    <a:pt x="3257264" y="18989"/>
                  </a:cubicBezTo>
                  <a:close/>
                  <a:moveTo>
                    <a:pt x="3149251" y="18989"/>
                  </a:moveTo>
                  <a:lnTo>
                    <a:pt x="3102292" y="18989"/>
                  </a:lnTo>
                  <a:cubicBezTo>
                    <a:pt x="3097054" y="18989"/>
                    <a:pt x="3092767" y="14722"/>
                    <a:pt x="3092767" y="9464"/>
                  </a:cubicBezTo>
                  <a:cubicBezTo>
                    <a:pt x="3092767" y="4206"/>
                    <a:pt x="3097054" y="-61"/>
                    <a:pt x="3102292" y="-61"/>
                  </a:cubicBezTo>
                  <a:lnTo>
                    <a:pt x="3149251" y="-61"/>
                  </a:lnTo>
                  <a:cubicBezTo>
                    <a:pt x="3154490" y="-61"/>
                    <a:pt x="3158776" y="4206"/>
                    <a:pt x="3158776" y="9464"/>
                  </a:cubicBezTo>
                  <a:cubicBezTo>
                    <a:pt x="3158776" y="14722"/>
                    <a:pt x="3154490" y="18989"/>
                    <a:pt x="3149251" y="18989"/>
                  </a:cubicBezTo>
                  <a:close/>
                  <a:moveTo>
                    <a:pt x="3008566" y="18989"/>
                  </a:moveTo>
                  <a:lnTo>
                    <a:pt x="2961704" y="18989"/>
                  </a:lnTo>
                  <a:cubicBezTo>
                    <a:pt x="2956465" y="18989"/>
                    <a:pt x="2952179" y="14722"/>
                    <a:pt x="2952179" y="9464"/>
                  </a:cubicBezTo>
                  <a:cubicBezTo>
                    <a:pt x="2952179" y="4206"/>
                    <a:pt x="2956465" y="-61"/>
                    <a:pt x="2961704" y="-61"/>
                  </a:cubicBezTo>
                  <a:lnTo>
                    <a:pt x="3008566" y="-61"/>
                  </a:lnTo>
                  <a:cubicBezTo>
                    <a:pt x="3013805" y="-61"/>
                    <a:pt x="3018091" y="4206"/>
                    <a:pt x="3018091" y="9464"/>
                  </a:cubicBezTo>
                  <a:cubicBezTo>
                    <a:pt x="3018091" y="14722"/>
                    <a:pt x="3013805" y="18989"/>
                    <a:pt x="3008566" y="18989"/>
                  </a:cubicBezTo>
                  <a:close/>
                  <a:moveTo>
                    <a:pt x="2867977" y="18989"/>
                  </a:moveTo>
                  <a:lnTo>
                    <a:pt x="2821019" y="18989"/>
                  </a:lnTo>
                  <a:cubicBezTo>
                    <a:pt x="2815780" y="18989"/>
                    <a:pt x="2811494" y="14722"/>
                    <a:pt x="2811494" y="9464"/>
                  </a:cubicBezTo>
                  <a:cubicBezTo>
                    <a:pt x="2811494" y="4206"/>
                    <a:pt x="2815780" y="-61"/>
                    <a:pt x="2821019" y="-61"/>
                  </a:cubicBezTo>
                  <a:lnTo>
                    <a:pt x="2867977" y="-61"/>
                  </a:lnTo>
                  <a:cubicBezTo>
                    <a:pt x="2873216" y="-61"/>
                    <a:pt x="2877502" y="4206"/>
                    <a:pt x="2877502" y="9464"/>
                  </a:cubicBezTo>
                  <a:cubicBezTo>
                    <a:pt x="2877502" y="14722"/>
                    <a:pt x="2873216" y="18989"/>
                    <a:pt x="2867977" y="18989"/>
                  </a:cubicBezTo>
                  <a:close/>
                  <a:moveTo>
                    <a:pt x="2727293" y="18989"/>
                  </a:moveTo>
                  <a:lnTo>
                    <a:pt x="2680430" y="18989"/>
                  </a:lnTo>
                  <a:cubicBezTo>
                    <a:pt x="2675191" y="18989"/>
                    <a:pt x="2670905" y="14722"/>
                    <a:pt x="2670905" y="9464"/>
                  </a:cubicBezTo>
                  <a:cubicBezTo>
                    <a:pt x="2670905" y="4206"/>
                    <a:pt x="2675191" y="-61"/>
                    <a:pt x="2680430" y="-61"/>
                  </a:cubicBezTo>
                  <a:lnTo>
                    <a:pt x="2727293" y="-61"/>
                  </a:lnTo>
                  <a:cubicBezTo>
                    <a:pt x="2732532" y="-61"/>
                    <a:pt x="2736818" y="4206"/>
                    <a:pt x="2736818" y="9464"/>
                  </a:cubicBezTo>
                  <a:cubicBezTo>
                    <a:pt x="2736818" y="14722"/>
                    <a:pt x="2732532" y="18989"/>
                    <a:pt x="2727293" y="18989"/>
                  </a:cubicBezTo>
                  <a:close/>
                  <a:moveTo>
                    <a:pt x="2586705" y="18989"/>
                  </a:moveTo>
                  <a:lnTo>
                    <a:pt x="2539841" y="18989"/>
                  </a:lnTo>
                  <a:cubicBezTo>
                    <a:pt x="2534602" y="18989"/>
                    <a:pt x="2530316" y="14722"/>
                    <a:pt x="2530316" y="9464"/>
                  </a:cubicBezTo>
                  <a:cubicBezTo>
                    <a:pt x="2530316" y="4206"/>
                    <a:pt x="2534602" y="-61"/>
                    <a:pt x="2539841" y="-61"/>
                  </a:cubicBezTo>
                  <a:lnTo>
                    <a:pt x="2586705" y="-61"/>
                  </a:lnTo>
                  <a:cubicBezTo>
                    <a:pt x="2591943" y="-61"/>
                    <a:pt x="2596230" y="4206"/>
                    <a:pt x="2596230" y="9464"/>
                  </a:cubicBezTo>
                  <a:cubicBezTo>
                    <a:pt x="2596230" y="14722"/>
                    <a:pt x="2591943" y="18989"/>
                    <a:pt x="2586705" y="18989"/>
                  </a:cubicBezTo>
                  <a:close/>
                  <a:moveTo>
                    <a:pt x="2446020" y="18989"/>
                  </a:moveTo>
                  <a:lnTo>
                    <a:pt x="2399157" y="18989"/>
                  </a:lnTo>
                  <a:cubicBezTo>
                    <a:pt x="2393918" y="18989"/>
                    <a:pt x="2389632" y="14722"/>
                    <a:pt x="2389632" y="9464"/>
                  </a:cubicBezTo>
                  <a:cubicBezTo>
                    <a:pt x="2389632" y="4206"/>
                    <a:pt x="2393918" y="-61"/>
                    <a:pt x="2399157" y="-61"/>
                  </a:cubicBezTo>
                  <a:lnTo>
                    <a:pt x="2445639" y="-61"/>
                  </a:lnTo>
                  <a:cubicBezTo>
                    <a:pt x="2450878" y="-61"/>
                    <a:pt x="2455164" y="4206"/>
                    <a:pt x="2455164" y="9464"/>
                  </a:cubicBezTo>
                  <a:cubicBezTo>
                    <a:pt x="2455164" y="14722"/>
                    <a:pt x="2450878" y="18989"/>
                    <a:pt x="2445639" y="18989"/>
                  </a:cubicBezTo>
                  <a:close/>
                  <a:moveTo>
                    <a:pt x="2305431" y="18989"/>
                  </a:moveTo>
                  <a:lnTo>
                    <a:pt x="2258568" y="18989"/>
                  </a:lnTo>
                  <a:cubicBezTo>
                    <a:pt x="2253330" y="18989"/>
                    <a:pt x="2249043" y="14722"/>
                    <a:pt x="2249043" y="9464"/>
                  </a:cubicBezTo>
                  <a:cubicBezTo>
                    <a:pt x="2249043" y="4206"/>
                    <a:pt x="2253330" y="-61"/>
                    <a:pt x="2258568" y="-61"/>
                  </a:cubicBezTo>
                  <a:lnTo>
                    <a:pt x="2305431" y="-61"/>
                  </a:lnTo>
                  <a:cubicBezTo>
                    <a:pt x="2310669" y="-61"/>
                    <a:pt x="2314956" y="4206"/>
                    <a:pt x="2314956" y="9464"/>
                  </a:cubicBezTo>
                  <a:cubicBezTo>
                    <a:pt x="2314956" y="14722"/>
                    <a:pt x="2310669" y="18989"/>
                    <a:pt x="2305431" y="18989"/>
                  </a:cubicBezTo>
                  <a:close/>
                  <a:moveTo>
                    <a:pt x="2164747" y="18989"/>
                  </a:moveTo>
                  <a:lnTo>
                    <a:pt x="2117883" y="18989"/>
                  </a:lnTo>
                  <a:cubicBezTo>
                    <a:pt x="2112645" y="18989"/>
                    <a:pt x="2108358" y="14722"/>
                    <a:pt x="2108358" y="9464"/>
                  </a:cubicBezTo>
                  <a:cubicBezTo>
                    <a:pt x="2108358" y="4206"/>
                    <a:pt x="2112645" y="-61"/>
                    <a:pt x="2117883" y="-61"/>
                  </a:cubicBezTo>
                  <a:lnTo>
                    <a:pt x="2164747" y="-61"/>
                  </a:lnTo>
                  <a:cubicBezTo>
                    <a:pt x="2169986" y="-61"/>
                    <a:pt x="2174272" y="4206"/>
                    <a:pt x="2174272" y="9464"/>
                  </a:cubicBezTo>
                  <a:cubicBezTo>
                    <a:pt x="2174272" y="14722"/>
                    <a:pt x="2169986" y="18989"/>
                    <a:pt x="2164747" y="18989"/>
                  </a:cubicBezTo>
                  <a:close/>
                  <a:moveTo>
                    <a:pt x="2024158" y="18989"/>
                  </a:moveTo>
                  <a:lnTo>
                    <a:pt x="1977294" y="18989"/>
                  </a:lnTo>
                  <a:cubicBezTo>
                    <a:pt x="1972056" y="18989"/>
                    <a:pt x="1967769" y="14722"/>
                    <a:pt x="1967769" y="9464"/>
                  </a:cubicBezTo>
                  <a:cubicBezTo>
                    <a:pt x="1967769" y="4206"/>
                    <a:pt x="1972056" y="-61"/>
                    <a:pt x="1977294" y="-61"/>
                  </a:cubicBezTo>
                  <a:lnTo>
                    <a:pt x="2024158" y="-61"/>
                  </a:lnTo>
                  <a:cubicBezTo>
                    <a:pt x="2029397" y="-61"/>
                    <a:pt x="2033683" y="4206"/>
                    <a:pt x="2033683" y="9464"/>
                  </a:cubicBezTo>
                  <a:cubicBezTo>
                    <a:pt x="2033683" y="14722"/>
                    <a:pt x="2029397" y="18989"/>
                    <a:pt x="2024158" y="18989"/>
                  </a:cubicBezTo>
                  <a:close/>
                  <a:moveTo>
                    <a:pt x="1883568" y="18989"/>
                  </a:moveTo>
                  <a:lnTo>
                    <a:pt x="1836611" y="18989"/>
                  </a:lnTo>
                  <a:cubicBezTo>
                    <a:pt x="1831372" y="18989"/>
                    <a:pt x="1827086" y="14722"/>
                    <a:pt x="1827086" y="9464"/>
                  </a:cubicBezTo>
                  <a:cubicBezTo>
                    <a:pt x="1827086" y="4206"/>
                    <a:pt x="1831372" y="-61"/>
                    <a:pt x="1836611" y="-61"/>
                  </a:cubicBezTo>
                  <a:lnTo>
                    <a:pt x="1883664" y="-61"/>
                  </a:lnTo>
                  <a:cubicBezTo>
                    <a:pt x="1888903" y="-61"/>
                    <a:pt x="1893189" y="4206"/>
                    <a:pt x="1893189" y="9464"/>
                  </a:cubicBezTo>
                  <a:cubicBezTo>
                    <a:pt x="1893189" y="14722"/>
                    <a:pt x="1888903" y="18989"/>
                    <a:pt x="1883664"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3" y="18989"/>
                  </a:moveTo>
                  <a:lnTo>
                    <a:pt x="1274064" y="18989"/>
                  </a:lnTo>
                  <a:cubicBezTo>
                    <a:pt x="1268825" y="18989"/>
                    <a:pt x="1264539" y="14722"/>
                    <a:pt x="1264539" y="9464"/>
                  </a:cubicBezTo>
                  <a:cubicBezTo>
                    <a:pt x="1264539" y="4206"/>
                    <a:pt x="1268825" y="-61"/>
                    <a:pt x="1274064" y="-61"/>
                  </a:cubicBezTo>
                  <a:lnTo>
                    <a:pt x="1320927" y="-61"/>
                  </a:lnTo>
                  <a:cubicBezTo>
                    <a:pt x="1326165" y="-61"/>
                    <a:pt x="1330452" y="4206"/>
                    <a:pt x="1330452" y="9464"/>
                  </a:cubicBezTo>
                  <a:cubicBezTo>
                    <a:pt x="1330452" y="14722"/>
                    <a:pt x="1326165" y="18989"/>
                    <a:pt x="1320927"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8" y="18989"/>
                    <a:pt x="983361" y="14722"/>
                    <a:pt x="983361" y="9464"/>
                  </a:cubicBezTo>
                  <a:cubicBezTo>
                    <a:pt x="983361" y="4206"/>
                    <a:pt x="987648"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4" y="-61"/>
                    <a:pt x="908590" y="4206"/>
                    <a:pt x="908590" y="9464"/>
                  </a:cubicBezTo>
                  <a:cubicBezTo>
                    <a:pt x="908590" y="14722"/>
                    <a:pt x="904304" y="18989"/>
                    <a:pt x="899065" y="18989"/>
                  </a:cubicBezTo>
                  <a:close/>
                  <a:moveTo>
                    <a:pt x="758475" y="18989"/>
                  </a:moveTo>
                  <a:lnTo>
                    <a:pt x="712089" y="18989"/>
                  </a:lnTo>
                  <a:cubicBezTo>
                    <a:pt x="706850" y="18989"/>
                    <a:pt x="702564" y="14722"/>
                    <a:pt x="702564" y="9464"/>
                  </a:cubicBezTo>
                  <a:cubicBezTo>
                    <a:pt x="702564" y="4206"/>
                    <a:pt x="706850" y="-61"/>
                    <a:pt x="712089" y="-61"/>
                  </a:cubicBezTo>
                  <a:lnTo>
                    <a:pt x="758952" y="-61"/>
                  </a:lnTo>
                  <a:cubicBezTo>
                    <a:pt x="764190" y="-61"/>
                    <a:pt x="768477" y="4206"/>
                    <a:pt x="768477" y="9464"/>
                  </a:cubicBezTo>
                  <a:cubicBezTo>
                    <a:pt x="768477" y="14722"/>
                    <a:pt x="764190" y="18989"/>
                    <a:pt x="758952" y="18989"/>
                  </a:cubicBezTo>
                  <a:close/>
                  <a:moveTo>
                    <a:pt x="617791" y="18989"/>
                  </a:moveTo>
                  <a:lnTo>
                    <a:pt x="570929" y="18989"/>
                  </a:lnTo>
                  <a:cubicBezTo>
                    <a:pt x="565690" y="18989"/>
                    <a:pt x="561404" y="14722"/>
                    <a:pt x="561404" y="9464"/>
                  </a:cubicBezTo>
                  <a:cubicBezTo>
                    <a:pt x="561404" y="4206"/>
                    <a:pt x="565690" y="-61"/>
                    <a:pt x="570929"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30" y="18989"/>
                  </a:moveTo>
                  <a:lnTo>
                    <a:pt x="149066" y="18989"/>
                  </a:lnTo>
                  <a:cubicBezTo>
                    <a:pt x="143827" y="18989"/>
                    <a:pt x="139541" y="14722"/>
                    <a:pt x="139541" y="9464"/>
                  </a:cubicBezTo>
                  <a:cubicBezTo>
                    <a:pt x="139541" y="4206"/>
                    <a:pt x="143827" y="-61"/>
                    <a:pt x="149066" y="-61"/>
                  </a:cubicBezTo>
                  <a:lnTo>
                    <a:pt x="195930" y="-61"/>
                  </a:lnTo>
                  <a:cubicBezTo>
                    <a:pt x="201168" y="-61"/>
                    <a:pt x="205455" y="4206"/>
                    <a:pt x="205455" y="9464"/>
                  </a:cubicBezTo>
                  <a:cubicBezTo>
                    <a:pt x="205455" y="14722"/>
                    <a:pt x="201168" y="18989"/>
                    <a:pt x="195930"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A46398DE-E0E3-94B2-BC14-331FE24E69BC}"/>
                </a:ext>
              </a:extLst>
            </p:cNvPr>
            <p:cNvSpPr/>
            <p:nvPr/>
          </p:nvSpPr>
          <p:spPr>
            <a:xfrm>
              <a:off x="4678489" y="2617851"/>
              <a:ext cx="3267741" cy="19050"/>
            </a:xfrm>
            <a:custGeom>
              <a:avLst/>
              <a:gdLst>
                <a:gd name="connsiteX0" fmla="*/ 3257168 w 3267741"/>
                <a:gd name="connsiteY0" fmla="*/ 18989 h 19050"/>
                <a:gd name="connsiteX1" fmla="*/ 3242881 w 3267741"/>
                <a:gd name="connsiteY1" fmla="*/ 18989 h 19050"/>
                <a:gd name="connsiteX2" fmla="*/ 3233356 w 3267741"/>
                <a:gd name="connsiteY2" fmla="*/ 9464 h 19050"/>
                <a:gd name="connsiteX3" fmla="*/ 3242881 w 3267741"/>
                <a:gd name="connsiteY3" fmla="*/ -61 h 19050"/>
                <a:gd name="connsiteX4" fmla="*/ 3257168 w 3267741"/>
                <a:gd name="connsiteY4" fmla="*/ -61 h 19050"/>
                <a:gd name="connsiteX5" fmla="*/ 3266693 w 3267741"/>
                <a:gd name="connsiteY5" fmla="*/ 9464 h 19050"/>
                <a:gd name="connsiteX6" fmla="*/ 3257168 w 3267741"/>
                <a:gd name="connsiteY6" fmla="*/ 18989 h 19050"/>
                <a:gd name="connsiteX7" fmla="*/ 3149155 w 3267741"/>
                <a:gd name="connsiteY7" fmla="*/ 18989 h 19050"/>
                <a:gd name="connsiteX8" fmla="*/ 3102196 w 3267741"/>
                <a:gd name="connsiteY8" fmla="*/ 18989 h 19050"/>
                <a:gd name="connsiteX9" fmla="*/ 3092671 w 3267741"/>
                <a:gd name="connsiteY9" fmla="*/ 9464 h 19050"/>
                <a:gd name="connsiteX10" fmla="*/ 3102196 w 3267741"/>
                <a:gd name="connsiteY10" fmla="*/ -61 h 19050"/>
                <a:gd name="connsiteX11" fmla="*/ 3149155 w 3267741"/>
                <a:gd name="connsiteY11" fmla="*/ -61 h 19050"/>
                <a:gd name="connsiteX12" fmla="*/ 3158680 w 3267741"/>
                <a:gd name="connsiteY12" fmla="*/ 9464 h 19050"/>
                <a:gd name="connsiteX13" fmla="*/ 3149155 w 3267741"/>
                <a:gd name="connsiteY13" fmla="*/ 18989 h 19050"/>
                <a:gd name="connsiteX14" fmla="*/ 3008471 w 3267741"/>
                <a:gd name="connsiteY14" fmla="*/ 18989 h 19050"/>
                <a:gd name="connsiteX15" fmla="*/ 2961609 w 3267741"/>
                <a:gd name="connsiteY15" fmla="*/ 18989 h 19050"/>
                <a:gd name="connsiteX16" fmla="*/ 2952084 w 3267741"/>
                <a:gd name="connsiteY16" fmla="*/ 9464 h 19050"/>
                <a:gd name="connsiteX17" fmla="*/ 2961609 w 3267741"/>
                <a:gd name="connsiteY17" fmla="*/ -61 h 19050"/>
                <a:gd name="connsiteX18" fmla="*/ 3008471 w 3267741"/>
                <a:gd name="connsiteY18" fmla="*/ -61 h 19050"/>
                <a:gd name="connsiteX19" fmla="*/ 3017996 w 3267741"/>
                <a:gd name="connsiteY19" fmla="*/ 9464 h 19050"/>
                <a:gd name="connsiteX20" fmla="*/ 3008471 w 3267741"/>
                <a:gd name="connsiteY20" fmla="*/ 18989 h 19050"/>
                <a:gd name="connsiteX21" fmla="*/ 2867882 w 3267741"/>
                <a:gd name="connsiteY21" fmla="*/ 18989 h 19050"/>
                <a:gd name="connsiteX22" fmla="*/ 2820924 w 3267741"/>
                <a:gd name="connsiteY22" fmla="*/ 18989 h 19050"/>
                <a:gd name="connsiteX23" fmla="*/ 2811399 w 3267741"/>
                <a:gd name="connsiteY23" fmla="*/ 9464 h 19050"/>
                <a:gd name="connsiteX24" fmla="*/ 2820924 w 3267741"/>
                <a:gd name="connsiteY24" fmla="*/ -61 h 19050"/>
                <a:gd name="connsiteX25" fmla="*/ 2867882 w 3267741"/>
                <a:gd name="connsiteY25" fmla="*/ -61 h 19050"/>
                <a:gd name="connsiteX26" fmla="*/ 2877407 w 3267741"/>
                <a:gd name="connsiteY26" fmla="*/ 9464 h 19050"/>
                <a:gd name="connsiteX27" fmla="*/ 2867882 w 3267741"/>
                <a:gd name="connsiteY27" fmla="*/ 18989 h 19050"/>
                <a:gd name="connsiteX28" fmla="*/ 2727197 w 3267741"/>
                <a:gd name="connsiteY28" fmla="*/ 18989 h 19050"/>
                <a:gd name="connsiteX29" fmla="*/ 2680335 w 3267741"/>
                <a:gd name="connsiteY29" fmla="*/ 18989 h 19050"/>
                <a:gd name="connsiteX30" fmla="*/ 2670810 w 3267741"/>
                <a:gd name="connsiteY30" fmla="*/ 9464 h 19050"/>
                <a:gd name="connsiteX31" fmla="*/ 2680335 w 3267741"/>
                <a:gd name="connsiteY31" fmla="*/ -61 h 19050"/>
                <a:gd name="connsiteX32" fmla="*/ 2727197 w 3267741"/>
                <a:gd name="connsiteY32" fmla="*/ -61 h 19050"/>
                <a:gd name="connsiteX33" fmla="*/ 2736722 w 3267741"/>
                <a:gd name="connsiteY33" fmla="*/ 9464 h 19050"/>
                <a:gd name="connsiteX34" fmla="*/ 2727197 w 3267741"/>
                <a:gd name="connsiteY34" fmla="*/ 18989 h 19050"/>
                <a:gd name="connsiteX35" fmla="*/ 2586609 w 3267741"/>
                <a:gd name="connsiteY35" fmla="*/ 18989 h 19050"/>
                <a:gd name="connsiteX36" fmla="*/ 2539746 w 3267741"/>
                <a:gd name="connsiteY36" fmla="*/ 18989 h 19050"/>
                <a:gd name="connsiteX37" fmla="*/ 2530221 w 3267741"/>
                <a:gd name="connsiteY37" fmla="*/ 9464 h 19050"/>
                <a:gd name="connsiteX38" fmla="*/ 2539746 w 3267741"/>
                <a:gd name="connsiteY38" fmla="*/ -61 h 19050"/>
                <a:gd name="connsiteX39" fmla="*/ 2586609 w 3267741"/>
                <a:gd name="connsiteY39" fmla="*/ -61 h 19050"/>
                <a:gd name="connsiteX40" fmla="*/ 2596134 w 3267741"/>
                <a:gd name="connsiteY40" fmla="*/ 9464 h 19050"/>
                <a:gd name="connsiteX41" fmla="*/ 2586609 w 3267741"/>
                <a:gd name="connsiteY41" fmla="*/ 18989 h 19050"/>
                <a:gd name="connsiteX42" fmla="*/ 2445544 w 3267741"/>
                <a:gd name="connsiteY42" fmla="*/ 18989 h 19050"/>
                <a:gd name="connsiteX43" fmla="*/ 2398680 w 3267741"/>
                <a:gd name="connsiteY43" fmla="*/ 18989 h 19050"/>
                <a:gd name="connsiteX44" fmla="*/ 2389155 w 3267741"/>
                <a:gd name="connsiteY44" fmla="*/ 9464 h 19050"/>
                <a:gd name="connsiteX45" fmla="*/ 2398680 w 3267741"/>
                <a:gd name="connsiteY45" fmla="*/ -61 h 19050"/>
                <a:gd name="connsiteX46" fmla="*/ 2445544 w 3267741"/>
                <a:gd name="connsiteY46" fmla="*/ -61 h 19050"/>
                <a:gd name="connsiteX47" fmla="*/ 2455069 w 3267741"/>
                <a:gd name="connsiteY47" fmla="*/ 9464 h 19050"/>
                <a:gd name="connsiteX48" fmla="*/ 2445544 w 3267741"/>
                <a:gd name="connsiteY48" fmla="*/ 18989 h 19050"/>
                <a:gd name="connsiteX49" fmla="*/ 2304954 w 3267741"/>
                <a:gd name="connsiteY49" fmla="*/ 18989 h 19050"/>
                <a:gd name="connsiteX50" fmla="*/ 2258091 w 3267741"/>
                <a:gd name="connsiteY50" fmla="*/ 18989 h 19050"/>
                <a:gd name="connsiteX51" fmla="*/ 2248566 w 3267741"/>
                <a:gd name="connsiteY51" fmla="*/ 9464 h 19050"/>
                <a:gd name="connsiteX52" fmla="*/ 2258091 w 3267741"/>
                <a:gd name="connsiteY52" fmla="*/ -61 h 19050"/>
                <a:gd name="connsiteX53" fmla="*/ 2304954 w 3267741"/>
                <a:gd name="connsiteY53" fmla="*/ -61 h 19050"/>
                <a:gd name="connsiteX54" fmla="*/ 2314479 w 3267741"/>
                <a:gd name="connsiteY54" fmla="*/ 9464 h 19050"/>
                <a:gd name="connsiteX55" fmla="*/ 2304954 w 3267741"/>
                <a:gd name="connsiteY55" fmla="*/ 18989 h 19050"/>
                <a:gd name="connsiteX56" fmla="*/ 2164270 w 3267741"/>
                <a:gd name="connsiteY56" fmla="*/ 18989 h 19050"/>
                <a:gd name="connsiteX57" fmla="*/ 2117408 w 3267741"/>
                <a:gd name="connsiteY57" fmla="*/ 18989 h 19050"/>
                <a:gd name="connsiteX58" fmla="*/ 2107883 w 3267741"/>
                <a:gd name="connsiteY58" fmla="*/ 9464 h 19050"/>
                <a:gd name="connsiteX59" fmla="*/ 2117408 w 3267741"/>
                <a:gd name="connsiteY59" fmla="*/ -61 h 19050"/>
                <a:gd name="connsiteX60" fmla="*/ 2164270 w 3267741"/>
                <a:gd name="connsiteY60" fmla="*/ -61 h 19050"/>
                <a:gd name="connsiteX61" fmla="*/ 2173795 w 3267741"/>
                <a:gd name="connsiteY61" fmla="*/ 9464 h 19050"/>
                <a:gd name="connsiteX62" fmla="*/ 2164270 w 3267741"/>
                <a:gd name="connsiteY62" fmla="*/ 18989 h 19050"/>
                <a:gd name="connsiteX63" fmla="*/ 2023681 w 3267741"/>
                <a:gd name="connsiteY63" fmla="*/ 18989 h 19050"/>
                <a:gd name="connsiteX64" fmla="*/ 1976819 w 3267741"/>
                <a:gd name="connsiteY64" fmla="*/ 18989 h 19050"/>
                <a:gd name="connsiteX65" fmla="*/ 1967294 w 3267741"/>
                <a:gd name="connsiteY65" fmla="*/ 9464 h 19050"/>
                <a:gd name="connsiteX66" fmla="*/ 1976819 w 3267741"/>
                <a:gd name="connsiteY66" fmla="*/ -61 h 19050"/>
                <a:gd name="connsiteX67" fmla="*/ 2023681 w 3267741"/>
                <a:gd name="connsiteY67" fmla="*/ -61 h 19050"/>
                <a:gd name="connsiteX68" fmla="*/ 2033206 w 3267741"/>
                <a:gd name="connsiteY68" fmla="*/ 9464 h 19050"/>
                <a:gd name="connsiteX69" fmla="*/ 2023681 w 3267741"/>
                <a:gd name="connsiteY69" fmla="*/ 18989 h 19050"/>
                <a:gd name="connsiteX70" fmla="*/ 1883568 w 3267741"/>
                <a:gd name="connsiteY70" fmla="*/ 18989 h 19050"/>
                <a:gd name="connsiteX71" fmla="*/ 1836610 w 3267741"/>
                <a:gd name="connsiteY71" fmla="*/ 18989 h 19050"/>
                <a:gd name="connsiteX72" fmla="*/ 1827085 w 3267741"/>
                <a:gd name="connsiteY72" fmla="*/ 9464 h 19050"/>
                <a:gd name="connsiteX73" fmla="*/ 1836610 w 3267741"/>
                <a:gd name="connsiteY73" fmla="*/ -61 h 19050"/>
                <a:gd name="connsiteX74" fmla="*/ 1883568 w 3267741"/>
                <a:gd name="connsiteY74" fmla="*/ -61 h 19050"/>
                <a:gd name="connsiteX75" fmla="*/ 1893093 w 3267741"/>
                <a:gd name="connsiteY75" fmla="*/ 9464 h 19050"/>
                <a:gd name="connsiteX76" fmla="*/ 1883568 w 3267741"/>
                <a:gd name="connsiteY76" fmla="*/ 18989 h 19050"/>
                <a:gd name="connsiteX77" fmla="*/ 1742884 w 3267741"/>
                <a:gd name="connsiteY77" fmla="*/ 18989 h 19050"/>
                <a:gd name="connsiteX78" fmla="*/ 1696022 w 3267741"/>
                <a:gd name="connsiteY78" fmla="*/ 18989 h 19050"/>
                <a:gd name="connsiteX79" fmla="*/ 1686497 w 3267741"/>
                <a:gd name="connsiteY79" fmla="*/ 9464 h 19050"/>
                <a:gd name="connsiteX80" fmla="*/ 1696022 w 3267741"/>
                <a:gd name="connsiteY80" fmla="*/ -61 h 19050"/>
                <a:gd name="connsiteX81" fmla="*/ 1742884 w 3267741"/>
                <a:gd name="connsiteY81" fmla="*/ -61 h 19050"/>
                <a:gd name="connsiteX82" fmla="*/ 1752409 w 3267741"/>
                <a:gd name="connsiteY82" fmla="*/ 9464 h 19050"/>
                <a:gd name="connsiteX83" fmla="*/ 1742884 w 3267741"/>
                <a:gd name="connsiteY83" fmla="*/ 18989 h 19050"/>
                <a:gd name="connsiteX84" fmla="*/ 1602295 w 3267741"/>
                <a:gd name="connsiteY84" fmla="*/ 18989 h 19050"/>
                <a:gd name="connsiteX85" fmla="*/ 1555337 w 3267741"/>
                <a:gd name="connsiteY85" fmla="*/ 18989 h 19050"/>
                <a:gd name="connsiteX86" fmla="*/ 1545812 w 3267741"/>
                <a:gd name="connsiteY86" fmla="*/ 9464 h 19050"/>
                <a:gd name="connsiteX87" fmla="*/ 1555337 w 3267741"/>
                <a:gd name="connsiteY87" fmla="*/ -61 h 19050"/>
                <a:gd name="connsiteX88" fmla="*/ 1602295 w 3267741"/>
                <a:gd name="connsiteY88" fmla="*/ -61 h 19050"/>
                <a:gd name="connsiteX89" fmla="*/ 1611820 w 3267741"/>
                <a:gd name="connsiteY89" fmla="*/ 9464 h 19050"/>
                <a:gd name="connsiteX90" fmla="*/ 1602295 w 3267741"/>
                <a:gd name="connsiteY90" fmla="*/ 18989 h 19050"/>
                <a:gd name="connsiteX91" fmla="*/ 1461610 w 3267741"/>
                <a:gd name="connsiteY91" fmla="*/ 18989 h 19050"/>
                <a:gd name="connsiteX92" fmla="*/ 1414748 w 3267741"/>
                <a:gd name="connsiteY92" fmla="*/ 18989 h 19050"/>
                <a:gd name="connsiteX93" fmla="*/ 1405223 w 3267741"/>
                <a:gd name="connsiteY93" fmla="*/ 9464 h 19050"/>
                <a:gd name="connsiteX94" fmla="*/ 1414748 w 3267741"/>
                <a:gd name="connsiteY94" fmla="*/ -61 h 19050"/>
                <a:gd name="connsiteX95" fmla="*/ 1461610 w 3267741"/>
                <a:gd name="connsiteY95" fmla="*/ -61 h 19050"/>
                <a:gd name="connsiteX96" fmla="*/ 1471135 w 3267741"/>
                <a:gd name="connsiteY96" fmla="*/ 9464 h 19050"/>
                <a:gd name="connsiteX97" fmla="*/ 1461610 w 3267741"/>
                <a:gd name="connsiteY97" fmla="*/ 18989 h 19050"/>
                <a:gd name="connsiteX98" fmla="*/ 1321021 w 3267741"/>
                <a:gd name="connsiteY98" fmla="*/ 18989 h 19050"/>
                <a:gd name="connsiteX99" fmla="*/ 1273968 w 3267741"/>
                <a:gd name="connsiteY99" fmla="*/ 18989 h 19050"/>
                <a:gd name="connsiteX100" fmla="*/ 1264443 w 3267741"/>
                <a:gd name="connsiteY100" fmla="*/ 9464 h 19050"/>
                <a:gd name="connsiteX101" fmla="*/ 1273968 w 3267741"/>
                <a:gd name="connsiteY101" fmla="*/ -61 h 19050"/>
                <a:gd name="connsiteX102" fmla="*/ 1320832 w 3267741"/>
                <a:gd name="connsiteY102" fmla="*/ -61 h 19050"/>
                <a:gd name="connsiteX103" fmla="*/ 1330357 w 3267741"/>
                <a:gd name="connsiteY103" fmla="*/ 9464 h 19050"/>
                <a:gd name="connsiteX104" fmla="*/ 1320832 w 3267741"/>
                <a:gd name="connsiteY104" fmla="*/ 18989 h 19050"/>
                <a:gd name="connsiteX105" fmla="*/ 1180338 w 3267741"/>
                <a:gd name="connsiteY105" fmla="*/ 18989 h 19050"/>
                <a:gd name="connsiteX106" fmla="*/ 1133475 w 3267741"/>
                <a:gd name="connsiteY106" fmla="*/ 18989 h 19050"/>
                <a:gd name="connsiteX107" fmla="*/ 1123950 w 3267741"/>
                <a:gd name="connsiteY107" fmla="*/ 9464 h 19050"/>
                <a:gd name="connsiteX108" fmla="*/ 1133475 w 3267741"/>
                <a:gd name="connsiteY108" fmla="*/ -61 h 19050"/>
                <a:gd name="connsiteX109" fmla="*/ 1180338 w 3267741"/>
                <a:gd name="connsiteY109" fmla="*/ -61 h 19050"/>
                <a:gd name="connsiteX110" fmla="*/ 1189863 w 3267741"/>
                <a:gd name="connsiteY110" fmla="*/ 9464 h 19050"/>
                <a:gd name="connsiteX111" fmla="*/ 1180338 w 3267741"/>
                <a:gd name="connsiteY111" fmla="*/ 18989 h 19050"/>
                <a:gd name="connsiteX112" fmla="*/ 1039749 w 3267741"/>
                <a:gd name="connsiteY112" fmla="*/ 18989 h 19050"/>
                <a:gd name="connsiteX113" fmla="*/ 992886 w 3267741"/>
                <a:gd name="connsiteY113" fmla="*/ 18989 h 19050"/>
                <a:gd name="connsiteX114" fmla="*/ 983361 w 3267741"/>
                <a:gd name="connsiteY114" fmla="*/ 9464 h 19050"/>
                <a:gd name="connsiteX115" fmla="*/ 992886 w 3267741"/>
                <a:gd name="connsiteY115" fmla="*/ -61 h 19050"/>
                <a:gd name="connsiteX116" fmla="*/ 1039749 w 3267741"/>
                <a:gd name="connsiteY116" fmla="*/ -61 h 19050"/>
                <a:gd name="connsiteX117" fmla="*/ 1049274 w 3267741"/>
                <a:gd name="connsiteY117" fmla="*/ 9464 h 19050"/>
                <a:gd name="connsiteX118" fmla="*/ 1039749 w 3267741"/>
                <a:gd name="connsiteY118" fmla="*/ 18989 h 19050"/>
                <a:gd name="connsiteX119" fmla="*/ 899065 w 3267741"/>
                <a:gd name="connsiteY119" fmla="*/ 18989 h 19050"/>
                <a:gd name="connsiteX120" fmla="*/ 852201 w 3267741"/>
                <a:gd name="connsiteY120" fmla="*/ 18989 h 19050"/>
                <a:gd name="connsiteX121" fmla="*/ 842676 w 3267741"/>
                <a:gd name="connsiteY121" fmla="*/ 9464 h 19050"/>
                <a:gd name="connsiteX122" fmla="*/ 852201 w 3267741"/>
                <a:gd name="connsiteY122" fmla="*/ -61 h 19050"/>
                <a:gd name="connsiteX123" fmla="*/ 899065 w 3267741"/>
                <a:gd name="connsiteY123" fmla="*/ -61 h 19050"/>
                <a:gd name="connsiteX124" fmla="*/ 908590 w 3267741"/>
                <a:gd name="connsiteY124" fmla="*/ 9464 h 19050"/>
                <a:gd name="connsiteX125" fmla="*/ 899065 w 3267741"/>
                <a:gd name="connsiteY125" fmla="*/ 18989 h 19050"/>
                <a:gd name="connsiteX126" fmla="*/ 758475 w 3267741"/>
                <a:gd name="connsiteY126" fmla="*/ 18989 h 19050"/>
                <a:gd name="connsiteX127" fmla="*/ 711993 w 3267741"/>
                <a:gd name="connsiteY127" fmla="*/ 18989 h 19050"/>
                <a:gd name="connsiteX128" fmla="*/ 702468 w 3267741"/>
                <a:gd name="connsiteY128" fmla="*/ 9464 h 19050"/>
                <a:gd name="connsiteX129" fmla="*/ 711993 w 3267741"/>
                <a:gd name="connsiteY129" fmla="*/ -61 h 19050"/>
                <a:gd name="connsiteX130" fmla="*/ 758857 w 3267741"/>
                <a:gd name="connsiteY130" fmla="*/ -61 h 19050"/>
                <a:gd name="connsiteX131" fmla="*/ 768382 w 3267741"/>
                <a:gd name="connsiteY131" fmla="*/ 9464 h 19050"/>
                <a:gd name="connsiteX132" fmla="*/ 758857 w 3267741"/>
                <a:gd name="connsiteY132" fmla="*/ 18989 h 19050"/>
                <a:gd name="connsiteX133" fmla="*/ 617791 w 3267741"/>
                <a:gd name="connsiteY133" fmla="*/ 18989 h 19050"/>
                <a:gd name="connsiteX134" fmla="*/ 570928 w 3267741"/>
                <a:gd name="connsiteY134" fmla="*/ 18989 h 19050"/>
                <a:gd name="connsiteX135" fmla="*/ 561403 w 3267741"/>
                <a:gd name="connsiteY135" fmla="*/ 9464 h 19050"/>
                <a:gd name="connsiteX136" fmla="*/ 570928 w 3267741"/>
                <a:gd name="connsiteY136" fmla="*/ -61 h 19050"/>
                <a:gd name="connsiteX137" fmla="*/ 617791 w 3267741"/>
                <a:gd name="connsiteY137" fmla="*/ -61 h 19050"/>
                <a:gd name="connsiteX138" fmla="*/ 627316 w 3267741"/>
                <a:gd name="connsiteY138" fmla="*/ 9464 h 19050"/>
                <a:gd name="connsiteX139" fmla="*/ 617791 w 3267741"/>
                <a:gd name="connsiteY139" fmla="*/ 18989 h 19050"/>
                <a:gd name="connsiteX140" fmla="*/ 477202 w 3267741"/>
                <a:gd name="connsiteY140" fmla="*/ 18989 h 19050"/>
                <a:gd name="connsiteX141" fmla="*/ 430340 w 3267741"/>
                <a:gd name="connsiteY141" fmla="*/ 18989 h 19050"/>
                <a:gd name="connsiteX142" fmla="*/ 420815 w 3267741"/>
                <a:gd name="connsiteY142" fmla="*/ 9464 h 19050"/>
                <a:gd name="connsiteX143" fmla="*/ 430340 w 3267741"/>
                <a:gd name="connsiteY143" fmla="*/ -61 h 19050"/>
                <a:gd name="connsiteX144" fmla="*/ 477202 w 3267741"/>
                <a:gd name="connsiteY144" fmla="*/ -61 h 19050"/>
                <a:gd name="connsiteX145" fmla="*/ 486727 w 3267741"/>
                <a:gd name="connsiteY145" fmla="*/ 9464 h 19050"/>
                <a:gd name="connsiteX146" fmla="*/ 477202 w 3267741"/>
                <a:gd name="connsiteY146" fmla="*/ 18989 h 19050"/>
                <a:gd name="connsiteX147" fmla="*/ 336613 w 3267741"/>
                <a:gd name="connsiteY147" fmla="*/ 18989 h 19050"/>
                <a:gd name="connsiteX148" fmla="*/ 289655 w 3267741"/>
                <a:gd name="connsiteY148" fmla="*/ 18989 h 19050"/>
                <a:gd name="connsiteX149" fmla="*/ 280130 w 3267741"/>
                <a:gd name="connsiteY149" fmla="*/ 9464 h 19050"/>
                <a:gd name="connsiteX150" fmla="*/ 289655 w 3267741"/>
                <a:gd name="connsiteY150" fmla="*/ -61 h 19050"/>
                <a:gd name="connsiteX151" fmla="*/ 336613 w 3267741"/>
                <a:gd name="connsiteY151" fmla="*/ -61 h 19050"/>
                <a:gd name="connsiteX152" fmla="*/ 346138 w 3267741"/>
                <a:gd name="connsiteY152" fmla="*/ 9464 h 19050"/>
                <a:gd name="connsiteX153" fmla="*/ 336613 w 3267741"/>
                <a:gd name="connsiteY153" fmla="*/ 18989 h 19050"/>
                <a:gd name="connsiteX154" fmla="*/ 195928 w 3267741"/>
                <a:gd name="connsiteY154" fmla="*/ 18989 h 19050"/>
                <a:gd name="connsiteX155" fmla="*/ 149066 w 3267741"/>
                <a:gd name="connsiteY155" fmla="*/ 18989 h 19050"/>
                <a:gd name="connsiteX156" fmla="*/ 139541 w 3267741"/>
                <a:gd name="connsiteY156" fmla="*/ 9464 h 19050"/>
                <a:gd name="connsiteX157" fmla="*/ 149066 w 3267741"/>
                <a:gd name="connsiteY157" fmla="*/ -61 h 19050"/>
                <a:gd name="connsiteX158" fmla="*/ 195928 w 3267741"/>
                <a:gd name="connsiteY158" fmla="*/ -61 h 19050"/>
                <a:gd name="connsiteX159" fmla="*/ 205453 w 3267741"/>
                <a:gd name="connsiteY159" fmla="*/ 9464 h 19050"/>
                <a:gd name="connsiteX160" fmla="*/ 195928 w 3267741"/>
                <a:gd name="connsiteY160" fmla="*/ 18989 h 19050"/>
                <a:gd name="connsiteX161" fmla="*/ 55340 w 3267741"/>
                <a:gd name="connsiteY161" fmla="*/ 18989 h 19050"/>
                <a:gd name="connsiteX162" fmla="*/ 8477 w 3267741"/>
                <a:gd name="connsiteY162" fmla="*/ 18989 h 19050"/>
                <a:gd name="connsiteX163" fmla="*/ -1048 w 3267741"/>
                <a:gd name="connsiteY163" fmla="*/ 9464 h 19050"/>
                <a:gd name="connsiteX164" fmla="*/ 8477 w 3267741"/>
                <a:gd name="connsiteY164" fmla="*/ -61 h 19050"/>
                <a:gd name="connsiteX165" fmla="*/ 55340 w 3267741"/>
                <a:gd name="connsiteY165" fmla="*/ -61 h 19050"/>
                <a:gd name="connsiteX166" fmla="*/ 64865 w 3267741"/>
                <a:gd name="connsiteY166" fmla="*/ 9464 h 19050"/>
                <a:gd name="connsiteX167" fmla="*/ 55340 w 3267741"/>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741" h="19050">
                  <a:moveTo>
                    <a:pt x="3257168" y="18989"/>
                  </a:moveTo>
                  <a:lnTo>
                    <a:pt x="3242881" y="18989"/>
                  </a:lnTo>
                  <a:cubicBezTo>
                    <a:pt x="3237643" y="18989"/>
                    <a:pt x="3233356" y="14722"/>
                    <a:pt x="3233356" y="9464"/>
                  </a:cubicBezTo>
                  <a:cubicBezTo>
                    <a:pt x="3233356" y="4206"/>
                    <a:pt x="3237643" y="-61"/>
                    <a:pt x="3242881" y="-61"/>
                  </a:cubicBezTo>
                  <a:lnTo>
                    <a:pt x="3257168" y="-61"/>
                  </a:lnTo>
                  <a:cubicBezTo>
                    <a:pt x="3262408" y="-61"/>
                    <a:pt x="3266693" y="4206"/>
                    <a:pt x="3266693" y="9464"/>
                  </a:cubicBezTo>
                  <a:cubicBezTo>
                    <a:pt x="3266693" y="14722"/>
                    <a:pt x="3262408" y="18989"/>
                    <a:pt x="3257168" y="18989"/>
                  </a:cubicBezTo>
                  <a:close/>
                  <a:moveTo>
                    <a:pt x="3149155" y="18989"/>
                  </a:moveTo>
                  <a:lnTo>
                    <a:pt x="3102196" y="18989"/>
                  </a:lnTo>
                  <a:cubicBezTo>
                    <a:pt x="3096958" y="18989"/>
                    <a:pt x="3092671" y="14722"/>
                    <a:pt x="3092671" y="9464"/>
                  </a:cubicBezTo>
                  <a:cubicBezTo>
                    <a:pt x="3092671" y="4206"/>
                    <a:pt x="3096958" y="-61"/>
                    <a:pt x="3102196" y="-61"/>
                  </a:cubicBezTo>
                  <a:lnTo>
                    <a:pt x="3149155" y="-61"/>
                  </a:lnTo>
                  <a:cubicBezTo>
                    <a:pt x="3154394" y="-61"/>
                    <a:pt x="3158680" y="4206"/>
                    <a:pt x="3158680" y="9464"/>
                  </a:cubicBezTo>
                  <a:cubicBezTo>
                    <a:pt x="3158680" y="14722"/>
                    <a:pt x="3154394" y="18989"/>
                    <a:pt x="3149155" y="18989"/>
                  </a:cubicBezTo>
                  <a:close/>
                  <a:moveTo>
                    <a:pt x="3008471" y="18989"/>
                  </a:moveTo>
                  <a:lnTo>
                    <a:pt x="2961609" y="18989"/>
                  </a:lnTo>
                  <a:cubicBezTo>
                    <a:pt x="2956369" y="18989"/>
                    <a:pt x="2952084" y="14722"/>
                    <a:pt x="2952084" y="9464"/>
                  </a:cubicBezTo>
                  <a:cubicBezTo>
                    <a:pt x="2952084" y="4206"/>
                    <a:pt x="2956369" y="-61"/>
                    <a:pt x="2961609" y="-61"/>
                  </a:cubicBezTo>
                  <a:lnTo>
                    <a:pt x="3008471" y="-61"/>
                  </a:lnTo>
                  <a:cubicBezTo>
                    <a:pt x="3013710" y="-61"/>
                    <a:pt x="3017996" y="4206"/>
                    <a:pt x="3017996" y="9464"/>
                  </a:cubicBezTo>
                  <a:cubicBezTo>
                    <a:pt x="3017996" y="14722"/>
                    <a:pt x="3013710" y="18989"/>
                    <a:pt x="3008471" y="18989"/>
                  </a:cubicBezTo>
                  <a:close/>
                  <a:moveTo>
                    <a:pt x="2867882" y="18989"/>
                  </a:moveTo>
                  <a:lnTo>
                    <a:pt x="2820924" y="18989"/>
                  </a:lnTo>
                  <a:cubicBezTo>
                    <a:pt x="2815685" y="18989"/>
                    <a:pt x="2811399" y="14722"/>
                    <a:pt x="2811399" y="9464"/>
                  </a:cubicBezTo>
                  <a:cubicBezTo>
                    <a:pt x="2811399" y="4206"/>
                    <a:pt x="2815685" y="-61"/>
                    <a:pt x="2820924" y="-61"/>
                  </a:cubicBezTo>
                  <a:lnTo>
                    <a:pt x="2867882" y="-61"/>
                  </a:lnTo>
                  <a:cubicBezTo>
                    <a:pt x="2873121" y="-61"/>
                    <a:pt x="2877407" y="4206"/>
                    <a:pt x="2877407" y="9464"/>
                  </a:cubicBezTo>
                  <a:cubicBezTo>
                    <a:pt x="2877407" y="14722"/>
                    <a:pt x="2873121" y="18989"/>
                    <a:pt x="2867882" y="18989"/>
                  </a:cubicBezTo>
                  <a:close/>
                  <a:moveTo>
                    <a:pt x="2727197" y="18989"/>
                  </a:moveTo>
                  <a:lnTo>
                    <a:pt x="2680335" y="18989"/>
                  </a:lnTo>
                  <a:cubicBezTo>
                    <a:pt x="2675096" y="18989"/>
                    <a:pt x="2670810" y="14722"/>
                    <a:pt x="2670810" y="9464"/>
                  </a:cubicBezTo>
                  <a:cubicBezTo>
                    <a:pt x="2670810" y="4206"/>
                    <a:pt x="2675096" y="-61"/>
                    <a:pt x="2680335" y="-61"/>
                  </a:cubicBezTo>
                  <a:lnTo>
                    <a:pt x="2727197" y="-61"/>
                  </a:lnTo>
                  <a:cubicBezTo>
                    <a:pt x="2732436" y="-61"/>
                    <a:pt x="2736722" y="4206"/>
                    <a:pt x="2736722" y="9464"/>
                  </a:cubicBezTo>
                  <a:cubicBezTo>
                    <a:pt x="2736722" y="14722"/>
                    <a:pt x="2732436" y="18989"/>
                    <a:pt x="2727197" y="18989"/>
                  </a:cubicBezTo>
                  <a:close/>
                  <a:moveTo>
                    <a:pt x="2586609" y="18989"/>
                  </a:moveTo>
                  <a:lnTo>
                    <a:pt x="2539746" y="18989"/>
                  </a:lnTo>
                  <a:cubicBezTo>
                    <a:pt x="2534507" y="18989"/>
                    <a:pt x="2530221" y="14722"/>
                    <a:pt x="2530221" y="9464"/>
                  </a:cubicBezTo>
                  <a:cubicBezTo>
                    <a:pt x="2530221" y="4206"/>
                    <a:pt x="2534507" y="-61"/>
                    <a:pt x="2539746" y="-61"/>
                  </a:cubicBezTo>
                  <a:lnTo>
                    <a:pt x="2586609" y="-61"/>
                  </a:lnTo>
                  <a:cubicBezTo>
                    <a:pt x="2591847" y="-61"/>
                    <a:pt x="2596134" y="4206"/>
                    <a:pt x="2596134" y="9464"/>
                  </a:cubicBezTo>
                  <a:cubicBezTo>
                    <a:pt x="2596134" y="14722"/>
                    <a:pt x="2591847" y="18989"/>
                    <a:pt x="2586609" y="18989"/>
                  </a:cubicBezTo>
                  <a:close/>
                  <a:moveTo>
                    <a:pt x="2445544" y="18989"/>
                  </a:moveTo>
                  <a:lnTo>
                    <a:pt x="2398680" y="18989"/>
                  </a:lnTo>
                  <a:cubicBezTo>
                    <a:pt x="2393442" y="18989"/>
                    <a:pt x="2389155" y="14722"/>
                    <a:pt x="2389155" y="9464"/>
                  </a:cubicBezTo>
                  <a:cubicBezTo>
                    <a:pt x="2389155" y="4206"/>
                    <a:pt x="2393442" y="-61"/>
                    <a:pt x="2398680" y="-61"/>
                  </a:cubicBezTo>
                  <a:lnTo>
                    <a:pt x="2445544" y="-61"/>
                  </a:lnTo>
                  <a:cubicBezTo>
                    <a:pt x="2450783" y="-61"/>
                    <a:pt x="2455069" y="4206"/>
                    <a:pt x="2455069" y="9464"/>
                  </a:cubicBezTo>
                  <a:cubicBezTo>
                    <a:pt x="2455069" y="14722"/>
                    <a:pt x="2450783" y="18989"/>
                    <a:pt x="2445544" y="18989"/>
                  </a:cubicBezTo>
                  <a:close/>
                  <a:moveTo>
                    <a:pt x="2304954" y="18989"/>
                  </a:moveTo>
                  <a:lnTo>
                    <a:pt x="2258091" y="18989"/>
                  </a:lnTo>
                  <a:cubicBezTo>
                    <a:pt x="2252853" y="18989"/>
                    <a:pt x="2248566" y="14722"/>
                    <a:pt x="2248566" y="9464"/>
                  </a:cubicBezTo>
                  <a:cubicBezTo>
                    <a:pt x="2248566" y="4206"/>
                    <a:pt x="2252853" y="-61"/>
                    <a:pt x="2258091" y="-61"/>
                  </a:cubicBezTo>
                  <a:lnTo>
                    <a:pt x="2304954" y="-61"/>
                  </a:lnTo>
                  <a:cubicBezTo>
                    <a:pt x="2310194" y="-61"/>
                    <a:pt x="2314479" y="4206"/>
                    <a:pt x="2314479" y="9464"/>
                  </a:cubicBezTo>
                  <a:cubicBezTo>
                    <a:pt x="2314479" y="14722"/>
                    <a:pt x="2310194" y="18989"/>
                    <a:pt x="2304954" y="18989"/>
                  </a:cubicBezTo>
                  <a:close/>
                  <a:moveTo>
                    <a:pt x="2164270" y="18989"/>
                  </a:moveTo>
                  <a:lnTo>
                    <a:pt x="2117408" y="18989"/>
                  </a:lnTo>
                  <a:cubicBezTo>
                    <a:pt x="2112169" y="18989"/>
                    <a:pt x="2107883" y="14722"/>
                    <a:pt x="2107883" y="9464"/>
                  </a:cubicBezTo>
                  <a:cubicBezTo>
                    <a:pt x="2107883" y="4206"/>
                    <a:pt x="2112169" y="-61"/>
                    <a:pt x="2117408" y="-61"/>
                  </a:cubicBezTo>
                  <a:lnTo>
                    <a:pt x="2164270" y="-61"/>
                  </a:lnTo>
                  <a:cubicBezTo>
                    <a:pt x="2169509" y="-61"/>
                    <a:pt x="2173795" y="4206"/>
                    <a:pt x="2173795" y="9464"/>
                  </a:cubicBezTo>
                  <a:cubicBezTo>
                    <a:pt x="2173795" y="14722"/>
                    <a:pt x="2169509" y="18989"/>
                    <a:pt x="2164270" y="18989"/>
                  </a:cubicBezTo>
                  <a:close/>
                  <a:moveTo>
                    <a:pt x="2023681" y="18989"/>
                  </a:moveTo>
                  <a:lnTo>
                    <a:pt x="1976819" y="18989"/>
                  </a:lnTo>
                  <a:cubicBezTo>
                    <a:pt x="1971579" y="18989"/>
                    <a:pt x="1967294" y="14722"/>
                    <a:pt x="1967294" y="9464"/>
                  </a:cubicBezTo>
                  <a:cubicBezTo>
                    <a:pt x="1967294" y="4206"/>
                    <a:pt x="1971579" y="-61"/>
                    <a:pt x="1976819" y="-61"/>
                  </a:cubicBezTo>
                  <a:lnTo>
                    <a:pt x="2023681" y="-61"/>
                  </a:lnTo>
                  <a:cubicBezTo>
                    <a:pt x="2028920" y="-61"/>
                    <a:pt x="2033206" y="4206"/>
                    <a:pt x="2033206" y="9464"/>
                  </a:cubicBezTo>
                  <a:cubicBezTo>
                    <a:pt x="2033206" y="14722"/>
                    <a:pt x="2028920" y="18989"/>
                    <a:pt x="2023681" y="18989"/>
                  </a:cubicBezTo>
                  <a:close/>
                  <a:moveTo>
                    <a:pt x="1883568" y="18989"/>
                  </a:moveTo>
                  <a:lnTo>
                    <a:pt x="1836610" y="18989"/>
                  </a:lnTo>
                  <a:cubicBezTo>
                    <a:pt x="1831372" y="18989"/>
                    <a:pt x="1827085" y="14722"/>
                    <a:pt x="1827085" y="9464"/>
                  </a:cubicBezTo>
                  <a:cubicBezTo>
                    <a:pt x="1827085" y="4206"/>
                    <a:pt x="1831372" y="-61"/>
                    <a:pt x="1836610" y="-61"/>
                  </a:cubicBezTo>
                  <a:lnTo>
                    <a:pt x="1883568" y="-61"/>
                  </a:lnTo>
                  <a:cubicBezTo>
                    <a:pt x="1888808" y="-61"/>
                    <a:pt x="1893093" y="4206"/>
                    <a:pt x="1893093" y="9464"/>
                  </a:cubicBezTo>
                  <a:cubicBezTo>
                    <a:pt x="1893093" y="14722"/>
                    <a:pt x="1888808" y="18989"/>
                    <a:pt x="1883568"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1" y="18989"/>
                  </a:moveTo>
                  <a:lnTo>
                    <a:pt x="1273968" y="18989"/>
                  </a:lnTo>
                  <a:cubicBezTo>
                    <a:pt x="1268729" y="18989"/>
                    <a:pt x="1264443" y="14722"/>
                    <a:pt x="1264443" y="9464"/>
                  </a:cubicBezTo>
                  <a:cubicBezTo>
                    <a:pt x="1264443" y="4206"/>
                    <a:pt x="1268729" y="-61"/>
                    <a:pt x="1273968" y="-61"/>
                  </a:cubicBezTo>
                  <a:lnTo>
                    <a:pt x="1320832" y="-61"/>
                  </a:lnTo>
                  <a:cubicBezTo>
                    <a:pt x="1326070" y="-61"/>
                    <a:pt x="1330357" y="4206"/>
                    <a:pt x="1330357" y="9464"/>
                  </a:cubicBezTo>
                  <a:cubicBezTo>
                    <a:pt x="1330357" y="14722"/>
                    <a:pt x="1326070" y="18989"/>
                    <a:pt x="1320832"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6" y="18989"/>
                    <a:pt x="983361" y="14722"/>
                    <a:pt x="983361" y="9464"/>
                  </a:cubicBezTo>
                  <a:cubicBezTo>
                    <a:pt x="983361" y="4206"/>
                    <a:pt x="987646"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3" y="-61"/>
                    <a:pt x="908590" y="4206"/>
                    <a:pt x="908590" y="9464"/>
                  </a:cubicBezTo>
                  <a:cubicBezTo>
                    <a:pt x="908590" y="14722"/>
                    <a:pt x="904303" y="18989"/>
                    <a:pt x="899065" y="18989"/>
                  </a:cubicBezTo>
                  <a:close/>
                  <a:moveTo>
                    <a:pt x="758475" y="18989"/>
                  </a:moveTo>
                  <a:lnTo>
                    <a:pt x="711993" y="18989"/>
                  </a:lnTo>
                  <a:cubicBezTo>
                    <a:pt x="706754" y="18989"/>
                    <a:pt x="702468" y="14722"/>
                    <a:pt x="702468" y="9464"/>
                  </a:cubicBezTo>
                  <a:cubicBezTo>
                    <a:pt x="702468" y="4206"/>
                    <a:pt x="706754" y="-61"/>
                    <a:pt x="711993" y="-61"/>
                  </a:cubicBezTo>
                  <a:lnTo>
                    <a:pt x="758857" y="-61"/>
                  </a:lnTo>
                  <a:cubicBezTo>
                    <a:pt x="764095" y="-61"/>
                    <a:pt x="768382" y="4206"/>
                    <a:pt x="768382" y="9464"/>
                  </a:cubicBezTo>
                  <a:cubicBezTo>
                    <a:pt x="768382" y="14722"/>
                    <a:pt x="764095" y="18989"/>
                    <a:pt x="758857" y="18989"/>
                  </a:cubicBezTo>
                  <a:close/>
                  <a:moveTo>
                    <a:pt x="617791" y="18989"/>
                  </a:moveTo>
                  <a:lnTo>
                    <a:pt x="570928" y="18989"/>
                  </a:lnTo>
                  <a:cubicBezTo>
                    <a:pt x="565690" y="18989"/>
                    <a:pt x="561403" y="14722"/>
                    <a:pt x="561403" y="9464"/>
                  </a:cubicBezTo>
                  <a:cubicBezTo>
                    <a:pt x="561403" y="4206"/>
                    <a:pt x="565690" y="-61"/>
                    <a:pt x="570928"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28" y="18989"/>
                  </a:moveTo>
                  <a:lnTo>
                    <a:pt x="149066" y="18989"/>
                  </a:lnTo>
                  <a:cubicBezTo>
                    <a:pt x="143827" y="18989"/>
                    <a:pt x="139541" y="14722"/>
                    <a:pt x="139541" y="9464"/>
                  </a:cubicBezTo>
                  <a:cubicBezTo>
                    <a:pt x="139541" y="4206"/>
                    <a:pt x="143827" y="-61"/>
                    <a:pt x="149066" y="-61"/>
                  </a:cubicBezTo>
                  <a:lnTo>
                    <a:pt x="195928" y="-61"/>
                  </a:lnTo>
                  <a:cubicBezTo>
                    <a:pt x="201168" y="-61"/>
                    <a:pt x="205453" y="4206"/>
                    <a:pt x="205453" y="9464"/>
                  </a:cubicBezTo>
                  <a:cubicBezTo>
                    <a:pt x="205453" y="14722"/>
                    <a:pt x="201168" y="18989"/>
                    <a:pt x="195928"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70917EA3-57A9-4CD3-BA29-F6397F7907CF}"/>
                </a:ext>
              </a:extLst>
            </p:cNvPr>
            <p:cNvSpPr/>
            <p:nvPr/>
          </p:nvSpPr>
          <p:spPr>
            <a:xfrm>
              <a:off x="4678394" y="3124009"/>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1"/>
                    <a:pt x="3233451" y="9464"/>
                  </a:cubicBezTo>
                  <a:cubicBezTo>
                    <a:pt x="3233451" y="4206"/>
                    <a:pt x="3237738" y="-61"/>
                    <a:pt x="3242976" y="-61"/>
                  </a:cubicBezTo>
                  <a:lnTo>
                    <a:pt x="3257264" y="-61"/>
                  </a:lnTo>
                  <a:cubicBezTo>
                    <a:pt x="3262503" y="-61"/>
                    <a:pt x="3266789" y="4206"/>
                    <a:pt x="3266789" y="9464"/>
                  </a:cubicBezTo>
                  <a:cubicBezTo>
                    <a:pt x="3266789" y="14721"/>
                    <a:pt x="3262503" y="18989"/>
                    <a:pt x="3257264" y="18989"/>
                  </a:cubicBezTo>
                  <a:close/>
                  <a:moveTo>
                    <a:pt x="3149251" y="18989"/>
                  </a:moveTo>
                  <a:lnTo>
                    <a:pt x="3102292" y="18989"/>
                  </a:lnTo>
                  <a:cubicBezTo>
                    <a:pt x="3097054" y="18989"/>
                    <a:pt x="3092767" y="14721"/>
                    <a:pt x="3092767" y="9464"/>
                  </a:cubicBezTo>
                  <a:cubicBezTo>
                    <a:pt x="3092767" y="4206"/>
                    <a:pt x="3097054" y="-61"/>
                    <a:pt x="3102292" y="-61"/>
                  </a:cubicBezTo>
                  <a:lnTo>
                    <a:pt x="3149251" y="-61"/>
                  </a:lnTo>
                  <a:cubicBezTo>
                    <a:pt x="3154490" y="-61"/>
                    <a:pt x="3158776" y="4206"/>
                    <a:pt x="3158776" y="9464"/>
                  </a:cubicBezTo>
                  <a:cubicBezTo>
                    <a:pt x="3158776" y="14721"/>
                    <a:pt x="3154490" y="18989"/>
                    <a:pt x="3149251" y="18989"/>
                  </a:cubicBezTo>
                  <a:close/>
                  <a:moveTo>
                    <a:pt x="3008566" y="18989"/>
                  </a:moveTo>
                  <a:lnTo>
                    <a:pt x="2961704" y="18989"/>
                  </a:lnTo>
                  <a:cubicBezTo>
                    <a:pt x="2956465" y="18989"/>
                    <a:pt x="2952179" y="14721"/>
                    <a:pt x="2952179" y="9464"/>
                  </a:cubicBezTo>
                  <a:cubicBezTo>
                    <a:pt x="2952179" y="4206"/>
                    <a:pt x="2956465" y="-61"/>
                    <a:pt x="2961704" y="-61"/>
                  </a:cubicBezTo>
                  <a:lnTo>
                    <a:pt x="3008566" y="-61"/>
                  </a:lnTo>
                  <a:cubicBezTo>
                    <a:pt x="3013805" y="-61"/>
                    <a:pt x="3018091" y="4206"/>
                    <a:pt x="3018091" y="9464"/>
                  </a:cubicBezTo>
                  <a:cubicBezTo>
                    <a:pt x="3018091" y="14721"/>
                    <a:pt x="3013805" y="18989"/>
                    <a:pt x="3008566" y="18989"/>
                  </a:cubicBezTo>
                  <a:close/>
                  <a:moveTo>
                    <a:pt x="2867977" y="18989"/>
                  </a:moveTo>
                  <a:lnTo>
                    <a:pt x="2821019" y="18989"/>
                  </a:lnTo>
                  <a:cubicBezTo>
                    <a:pt x="2815780" y="18989"/>
                    <a:pt x="2811494" y="14721"/>
                    <a:pt x="2811494" y="9464"/>
                  </a:cubicBezTo>
                  <a:cubicBezTo>
                    <a:pt x="2811494" y="4206"/>
                    <a:pt x="2815780" y="-61"/>
                    <a:pt x="2821019" y="-61"/>
                  </a:cubicBezTo>
                  <a:lnTo>
                    <a:pt x="2867977" y="-61"/>
                  </a:lnTo>
                  <a:cubicBezTo>
                    <a:pt x="2873216" y="-61"/>
                    <a:pt x="2877502" y="4206"/>
                    <a:pt x="2877502" y="9464"/>
                  </a:cubicBezTo>
                  <a:cubicBezTo>
                    <a:pt x="2877502" y="14721"/>
                    <a:pt x="2873216" y="18989"/>
                    <a:pt x="2867977" y="18989"/>
                  </a:cubicBezTo>
                  <a:close/>
                  <a:moveTo>
                    <a:pt x="2727293" y="18989"/>
                  </a:moveTo>
                  <a:lnTo>
                    <a:pt x="2680430" y="18989"/>
                  </a:lnTo>
                  <a:cubicBezTo>
                    <a:pt x="2675191" y="18989"/>
                    <a:pt x="2670905" y="14721"/>
                    <a:pt x="2670905" y="9464"/>
                  </a:cubicBezTo>
                  <a:cubicBezTo>
                    <a:pt x="2670905" y="4206"/>
                    <a:pt x="2675191" y="-61"/>
                    <a:pt x="2680430" y="-61"/>
                  </a:cubicBezTo>
                  <a:lnTo>
                    <a:pt x="2727293" y="-61"/>
                  </a:lnTo>
                  <a:cubicBezTo>
                    <a:pt x="2732532" y="-61"/>
                    <a:pt x="2736818" y="4206"/>
                    <a:pt x="2736818" y="9464"/>
                  </a:cubicBezTo>
                  <a:cubicBezTo>
                    <a:pt x="2736818" y="14721"/>
                    <a:pt x="2732532" y="18989"/>
                    <a:pt x="2727293" y="18989"/>
                  </a:cubicBezTo>
                  <a:close/>
                  <a:moveTo>
                    <a:pt x="2586705" y="18989"/>
                  </a:moveTo>
                  <a:lnTo>
                    <a:pt x="2539841" y="18989"/>
                  </a:lnTo>
                  <a:cubicBezTo>
                    <a:pt x="2534602" y="18989"/>
                    <a:pt x="2530316" y="14721"/>
                    <a:pt x="2530316" y="9464"/>
                  </a:cubicBezTo>
                  <a:cubicBezTo>
                    <a:pt x="2530316" y="4206"/>
                    <a:pt x="2534602" y="-61"/>
                    <a:pt x="2539841" y="-61"/>
                  </a:cubicBezTo>
                  <a:lnTo>
                    <a:pt x="2586705" y="-61"/>
                  </a:lnTo>
                  <a:cubicBezTo>
                    <a:pt x="2591943" y="-61"/>
                    <a:pt x="2596230" y="4206"/>
                    <a:pt x="2596230" y="9464"/>
                  </a:cubicBezTo>
                  <a:cubicBezTo>
                    <a:pt x="2596230" y="14721"/>
                    <a:pt x="2591943" y="18989"/>
                    <a:pt x="2586705" y="18989"/>
                  </a:cubicBezTo>
                  <a:close/>
                  <a:moveTo>
                    <a:pt x="2446020" y="18989"/>
                  </a:moveTo>
                  <a:lnTo>
                    <a:pt x="2399157" y="18989"/>
                  </a:lnTo>
                  <a:cubicBezTo>
                    <a:pt x="2393918" y="18989"/>
                    <a:pt x="2389632" y="14721"/>
                    <a:pt x="2389632" y="9464"/>
                  </a:cubicBezTo>
                  <a:cubicBezTo>
                    <a:pt x="2389632" y="4206"/>
                    <a:pt x="2393918" y="-61"/>
                    <a:pt x="2399157" y="-61"/>
                  </a:cubicBezTo>
                  <a:lnTo>
                    <a:pt x="2445639" y="-61"/>
                  </a:lnTo>
                  <a:cubicBezTo>
                    <a:pt x="2450878" y="-61"/>
                    <a:pt x="2455164" y="4206"/>
                    <a:pt x="2455164" y="9464"/>
                  </a:cubicBezTo>
                  <a:cubicBezTo>
                    <a:pt x="2455164" y="14721"/>
                    <a:pt x="2450878" y="18989"/>
                    <a:pt x="2445639" y="18989"/>
                  </a:cubicBezTo>
                  <a:close/>
                  <a:moveTo>
                    <a:pt x="2305431" y="18989"/>
                  </a:moveTo>
                  <a:lnTo>
                    <a:pt x="2258568" y="18989"/>
                  </a:lnTo>
                  <a:cubicBezTo>
                    <a:pt x="2253330" y="18989"/>
                    <a:pt x="2249043" y="14721"/>
                    <a:pt x="2249043" y="9464"/>
                  </a:cubicBezTo>
                  <a:cubicBezTo>
                    <a:pt x="2249043" y="4206"/>
                    <a:pt x="2253330" y="-61"/>
                    <a:pt x="2258568" y="-61"/>
                  </a:cubicBezTo>
                  <a:lnTo>
                    <a:pt x="2305431" y="-61"/>
                  </a:lnTo>
                  <a:cubicBezTo>
                    <a:pt x="2310669" y="-61"/>
                    <a:pt x="2314956" y="4206"/>
                    <a:pt x="2314956" y="9464"/>
                  </a:cubicBezTo>
                  <a:cubicBezTo>
                    <a:pt x="2314956" y="14721"/>
                    <a:pt x="2310669" y="18989"/>
                    <a:pt x="2305431" y="18989"/>
                  </a:cubicBezTo>
                  <a:close/>
                  <a:moveTo>
                    <a:pt x="2164747" y="18989"/>
                  </a:moveTo>
                  <a:lnTo>
                    <a:pt x="2117883" y="18989"/>
                  </a:lnTo>
                  <a:cubicBezTo>
                    <a:pt x="2112645" y="18989"/>
                    <a:pt x="2108358" y="14721"/>
                    <a:pt x="2108358" y="9464"/>
                  </a:cubicBezTo>
                  <a:cubicBezTo>
                    <a:pt x="2108358" y="4206"/>
                    <a:pt x="2112645" y="-61"/>
                    <a:pt x="2117883" y="-61"/>
                  </a:cubicBezTo>
                  <a:lnTo>
                    <a:pt x="2164747" y="-61"/>
                  </a:lnTo>
                  <a:cubicBezTo>
                    <a:pt x="2169986" y="-61"/>
                    <a:pt x="2174272" y="4206"/>
                    <a:pt x="2174272" y="9464"/>
                  </a:cubicBezTo>
                  <a:cubicBezTo>
                    <a:pt x="2174272" y="14721"/>
                    <a:pt x="2169986" y="18989"/>
                    <a:pt x="2164747" y="18989"/>
                  </a:cubicBezTo>
                  <a:close/>
                  <a:moveTo>
                    <a:pt x="2024158" y="18989"/>
                  </a:moveTo>
                  <a:lnTo>
                    <a:pt x="1977294" y="18989"/>
                  </a:lnTo>
                  <a:cubicBezTo>
                    <a:pt x="1972056" y="18989"/>
                    <a:pt x="1967769" y="14721"/>
                    <a:pt x="1967769" y="9464"/>
                  </a:cubicBezTo>
                  <a:cubicBezTo>
                    <a:pt x="1967769" y="4206"/>
                    <a:pt x="1972056" y="-61"/>
                    <a:pt x="1977294" y="-61"/>
                  </a:cubicBezTo>
                  <a:lnTo>
                    <a:pt x="2024158" y="-61"/>
                  </a:lnTo>
                  <a:cubicBezTo>
                    <a:pt x="2029397" y="-61"/>
                    <a:pt x="2033683" y="4206"/>
                    <a:pt x="2033683" y="9464"/>
                  </a:cubicBezTo>
                  <a:cubicBezTo>
                    <a:pt x="2033683" y="14721"/>
                    <a:pt x="2029397" y="18989"/>
                    <a:pt x="2024158" y="18989"/>
                  </a:cubicBezTo>
                  <a:close/>
                  <a:moveTo>
                    <a:pt x="1883568" y="18989"/>
                  </a:moveTo>
                  <a:lnTo>
                    <a:pt x="1836611" y="18989"/>
                  </a:lnTo>
                  <a:cubicBezTo>
                    <a:pt x="1831372" y="18989"/>
                    <a:pt x="1827086" y="14721"/>
                    <a:pt x="1827086" y="9464"/>
                  </a:cubicBezTo>
                  <a:cubicBezTo>
                    <a:pt x="1827086" y="4206"/>
                    <a:pt x="1831372" y="-61"/>
                    <a:pt x="1836611" y="-61"/>
                  </a:cubicBezTo>
                  <a:lnTo>
                    <a:pt x="1883664" y="-61"/>
                  </a:lnTo>
                  <a:cubicBezTo>
                    <a:pt x="1888903" y="-61"/>
                    <a:pt x="1893189" y="4206"/>
                    <a:pt x="1893189" y="9464"/>
                  </a:cubicBezTo>
                  <a:cubicBezTo>
                    <a:pt x="1893189" y="14721"/>
                    <a:pt x="1888903" y="18989"/>
                    <a:pt x="1883664" y="18989"/>
                  </a:cubicBezTo>
                  <a:close/>
                  <a:moveTo>
                    <a:pt x="1742884" y="18989"/>
                  </a:moveTo>
                  <a:lnTo>
                    <a:pt x="1696022" y="18989"/>
                  </a:lnTo>
                  <a:cubicBezTo>
                    <a:pt x="1690783" y="18989"/>
                    <a:pt x="1686497" y="14721"/>
                    <a:pt x="1686497" y="9464"/>
                  </a:cubicBezTo>
                  <a:cubicBezTo>
                    <a:pt x="1686497" y="4206"/>
                    <a:pt x="1690783" y="-61"/>
                    <a:pt x="1696022" y="-61"/>
                  </a:cubicBezTo>
                  <a:lnTo>
                    <a:pt x="1742884" y="-61"/>
                  </a:lnTo>
                  <a:cubicBezTo>
                    <a:pt x="1748123" y="-61"/>
                    <a:pt x="1752409" y="4206"/>
                    <a:pt x="1752409" y="9464"/>
                  </a:cubicBezTo>
                  <a:cubicBezTo>
                    <a:pt x="1752409" y="14721"/>
                    <a:pt x="1748123" y="18989"/>
                    <a:pt x="1742884" y="18989"/>
                  </a:cubicBezTo>
                  <a:close/>
                  <a:moveTo>
                    <a:pt x="1602295" y="18989"/>
                  </a:moveTo>
                  <a:lnTo>
                    <a:pt x="1555337" y="18989"/>
                  </a:lnTo>
                  <a:cubicBezTo>
                    <a:pt x="1550098" y="18989"/>
                    <a:pt x="1545812" y="14721"/>
                    <a:pt x="1545812" y="9464"/>
                  </a:cubicBezTo>
                  <a:cubicBezTo>
                    <a:pt x="1545812" y="4206"/>
                    <a:pt x="1550098" y="-61"/>
                    <a:pt x="1555337" y="-61"/>
                  </a:cubicBezTo>
                  <a:lnTo>
                    <a:pt x="1602295" y="-61"/>
                  </a:lnTo>
                  <a:cubicBezTo>
                    <a:pt x="1607534" y="-61"/>
                    <a:pt x="1611820" y="4206"/>
                    <a:pt x="1611820" y="9464"/>
                  </a:cubicBezTo>
                  <a:cubicBezTo>
                    <a:pt x="1611820" y="14721"/>
                    <a:pt x="1607534" y="18989"/>
                    <a:pt x="1602295" y="18989"/>
                  </a:cubicBezTo>
                  <a:close/>
                  <a:moveTo>
                    <a:pt x="1461610" y="18989"/>
                  </a:moveTo>
                  <a:lnTo>
                    <a:pt x="1414748" y="18989"/>
                  </a:lnTo>
                  <a:cubicBezTo>
                    <a:pt x="1409509" y="18989"/>
                    <a:pt x="1405223" y="14721"/>
                    <a:pt x="1405223" y="9464"/>
                  </a:cubicBezTo>
                  <a:cubicBezTo>
                    <a:pt x="1405223" y="4206"/>
                    <a:pt x="1409509" y="-61"/>
                    <a:pt x="1414748" y="-61"/>
                  </a:cubicBezTo>
                  <a:lnTo>
                    <a:pt x="1461610" y="-61"/>
                  </a:lnTo>
                  <a:cubicBezTo>
                    <a:pt x="1466850" y="-61"/>
                    <a:pt x="1471135" y="4206"/>
                    <a:pt x="1471135" y="9464"/>
                  </a:cubicBezTo>
                  <a:cubicBezTo>
                    <a:pt x="1471135" y="14721"/>
                    <a:pt x="1466850" y="18989"/>
                    <a:pt x="1461610" y="18989"/>
                  </a:cubicBezTo>
                  <a:close/>
                  <a:moveTo>
                    <a:pt x="1321023" y="18989"/>
                  </a:moveTo>
                  <a:lnTo>
                    <a:pt x="1274064" y="18989"/>
                  </a:lnTo>
                  <a:cubicBezTo>
                    <a:pt x="1268825" y="18989"/>
                    <a:pt x="1264539" y="14721"/>
                    <a:pt x="1264539" y="9464"/>
                  </a:cubicBezTo>
                  <a:cubicBezTo>
                    <a:pt x="1264539" y="4206"/>
                    <a:pt x="1268825" y="-61"/>
                    <a:pt x="1274064" y="-61"/>
                  </a:cubicBezTo>
                  <a:lnTo>
                    <a:pt x="1320927" y="-61"/>
                  </a:lnTo>
                  <a:cubicBezTo>
                    <a:pt x="1326165" y="-61"/>
                    <a:pt x="1330452" y="4206"/>
                    <a:pt x="1330452" y="9464"/>
                  </a:cubicBezTo>
                  <a:cubicBezTo>
                    <a:pt x="1330452" y="14721"/>
                    <a:pt x="1326165" y="18989"/>
                    <a:pt x="1320927" y="18989"/>
                  </a:cubicBezTo>
                  <a:close/>
                  <a:moveTo>
                    <a:pt x="1180338" y="18989"/>
                  </a:moveTo>
                  <a:lnTo>
                    <a:pt x="1133475" y="18989"/>
                  </a:lnTo>
                  <a:cubicBezTo>
                    <a:pt x="1128235" y="18989"/>
                    <a:pt x="1123950" y="14721"/>
                    <a:pt x="1123950" y="9464"/>
                  </a:cubicBezTo>
                  <a:cubicBezTo>
                    <a:pt x="1123950" y="4206"/>
                    <a:pt x="1128235" y="-61"/>
                    <a:pt x="1133475" y="-61"/>
                  </a:cubicBezTo>
                  <a:lnTo>
                    <a:pt x="1180338" y="-61"/>
                  </a:lnTo>
                  <a:cubicBezTo>
                    <a:pt x="1185576" y="-61"/>
                    <a:pt x="1189863" y="4206"/>
                    <a:pt x="1189863" y="9464"/>
                  </a:cubicBezTo>
                  <a:cubicBezTo>
                    <a:pt x="1189863" y="14721"/>
                    <a:pt x="1185576" y="18989"/>
                    <a:pt x="1180338" y="18989"/>
                  </a:cubicBezTo>
                  <a:close/>
                  <a:moveTo>
                    <a:pt x="1039749" y="18989"/>
                  </a:moveTo>
                  <a:lnTo>
                    <a:pt x="992886" y="18989"/>
                  </a:lnTo>
                  <a:cubicBezTo>
                    <a:pt x="987648" y="18989"/>
                    <a:pt x="983361" y="14721"/>
                    <a:pt x="983361" y="9464"/>
                  </a:cubicBezTo>
                  <a:cubicBezTo>
                    <a:pt x="983361" y="4206"/>
                    <a:pt x="987648" y="-61"/>
                    <a:pt x="992886" y="-61"/>
                  </a:cubicBezTo>
                  <a:lnTo>
                    <a:pt x="1039749" y="-61"/>
                  </a:lnTo>
                  <a:cubicBezTo>
                    <a:pt x="1044987" y="-61"/>
                    <a:pt x="1049274" y="4206"/>
                    <a:pt x="1049274" y="9464"/>
                  </a:cubicBezTo>
                  <a:cubicBezTo>
                    <a:pt x="1049274" y="14721"/>
                    <a:pt x="1044987" y="18989"/>
                    <a:pt x="1039749" y="18989"/>
                  </a:cubicBezTo>
                  <a:close/>
                  <a:moveTo>
                    <a:pt x="899065" y="18989"/>
                  </a:moveTo>
                  <a:lnTo>
                    <a:pt x="852201" y="18989"/>
                  </a:lnTo>
                  <a:cubicBezTo>
                    <a:pt x="846963" y="18989"/>
                    <a:pt x="842676" y="14721"/>
                    <a:pt x="842676" y="9464"/>
                  </a:cubicBezTo>
                  <a:cubicBezTo>
                    <a:pt x="842676" y="4206"/>
                    <a:pt x="846963" y="-61"/>
                    <a:pt x="852201" y="-61"/>
                  </a:cubicBezTo>
                  <a:lnTo>
                    <a:pt x="899065" y="-61"/>
                  </a:lnTo>
                  <a:cubicBezTo>
                    <a:pt x="904304" y="-61"/>
                    <a:pt x="908590" y="4206"/>
                    <a:pt x="908590" y="9464"/>
                  </a:cubicBezTo>
                  <a:cubicBezTo>
                    <a:pt x="908590" y="14721"/>
                    <a:pt x="904304" y="18989"/>
                    <a:pt x="899065" y="18989"/>
                  </a:cubicBezTo>
                  <a:close/>
                  <a:moveTo>
                    <a:pt x="758475" y="18989"/>
                  </a:moveTo>
                  <a:lnTo>
                    <a:pt x="712089" y="18989"/>
                  </a:lnTo>
                  <a:cubicBezTo>
                    <a:pt x="706850" y="18989"/>
                    <a:pt x="702564" y="14721"/>
                    <a:pt x="702564" y="9464"/>
                  </a:cubicBezTo>
                  <a:cubicBezTo>
                    <a:pt x="702564" y="4206"/>
                    <a:pt x="706850" y="-61"/>
                    <a:pt x="712089" y="-61"/>
                  </a:cubicBezTo>
                  <a:lnTo>
                    <a:pt x="758952" y="-61"/>
                  </a:lnTo>
                  <a:cubicBezTo>
                    <a:pt x="764190" y="-61"/>
                    <a:pt x="768477" y="4206"/>
                    <a:pt x="768477" y="9464"/>
                  </a:cubicBezTo>
                  <a:cubicBezTo>
                    <a:pt x="768477" y="14721"/>
                    <a:pt x="764190" y="18989"/>
                    <a:pt x="758952" y="18989"/>
                  </a:cubicBezTo>
                  <a:close/>
                  <a:moveTo>
                    <a:pt x="617791" y="18989"/>
                  </a:moveTo>
                  <a:lnTo>
                    <a:pt x="570929" y="18989"/>
                  </a:lnTo>
                  <a:cubicBezTo>
                    <a:pt x="565690" y="18989"/>
                    <a:pt x="561404" y="14721"/>
                    <a:pt x="561404" y="9464"/>
                  </a:cubicBezTo>
                  <a:cubicBezTo>
                    <a:pt x="561404" y="4206"/>
                    <a:pt x="565690" y="-61"/>
                    <a:pt x="570929" y="-61"/>
                  </a:cubicBezTo>
                  <a:lnTo>
                    <a:pt x="617791" y="-61"/>
                  </a:lnTo>
                  <a:cubicBezTo>
                    <a:pt x="623030" y="-61"/>
                    <a:pt x="627316" y="4206"/>
                    <a:pt x="627316" y="9464"/>
                  </a:cubicBezTo>
                  <a:cubicBezTo>
                    <a:pt x="627316" y="14721"/>
                    <a:pt x="623030" y="18989"/>
                    <a:pt x="617791" y="18989"/>
                  </a:cubicBezTo>
                  <a:close/>
                  <a:moveTo>
                    <a:pt x="477202" y="18989"/>
                  </a:moveTo>
                  <a:lnTo>
                    <a:pt x="430340" y="18989"/>
                  </a:lnTo>
                  <a:cubicBezTo>
                    <a:pt x="425100" y="18989"/>
                    <a:pt x="420815" y="14721"/>
                    <a:pt x="420815" y="9464"/>
                  </a:cubicBezTo>
                  <a:cubicBezTo>
                    <a:pt x="420815" y="4206"/>
                    <a:pt x="425100" y="-61"/>
                    <a:pt x="430340" y="-61"/>
                  </a:cubicBezTo>
                  <a:lnTo>
                    <a:pt x="477202" y="-61"/>
                  </a:lnTo>
                  <a:cubicBezTo>
                    <a:pt x="482441" y="-61"/>
                    <a:pt x="486727" y="4206"/>
                    <a:pt x="486727" y="9464"/>
                  </a:cubicBezTo>
                  <a:cubicBezTo>
                    <a:pt x="486727" y="14721"/>
                    <a:pt x="482441" y="18989"/>
                    <a:pt x="477202" y="18989"/>
                  </a:cubicBezTo>
                  <a:close/>
                  <a:moveTo>
                    <a:pt x="336613" y="18989"/>
                  </a:moveTo>
                  <a:lnTo>
                    <a:pt x="289655" y="18989"/>
                  </a:lnTo>
                  <a:cubicBezTo>
                    <a:pt x="284416" y="18989"/>
                    <a:pt x="280130" y="14721"/>
                    <a:pt x="280130" y="9464"/>
                  </a:cubicBezTo>
                  <a:cubicBezTo>
                    <a:pt x="280130" y="4206"/>
                    <a:pt x="284416" y="-61"/>
                    <a:pt x="289655" y="-61"/>
                  </a:cubicBezTo>
                  <a:lnTo>
                    <a:pt x="336613" y="-61"/>
                  </a:lnTo>
                  <a:cubicBezTo>
                    <a:pt x="341852" y="-61"/>
                    <a:pt x="346138" y="4206"/>
                    <a:pt x="346138" y="9464"/>
                  </a:cubicBezTo>
                  <a:cubicBezTo>
                    <a:pt x="346138" y="14721"/>
                    <a:pt x="341852" y="18989"/>
                    <a:pt x="336613" y="18989"/>
                  </a:cubicBezTo>
                  <a:close/>
                  <a:moveTo>
                    <a:pt x="195930" y="18989"/>
                  </a:moveTo>
                  <a:lnTo>
                    <a:pt x="149066" y="18989"/>
                  </a:lnTo>
                  <a:cubicBezTo>
                    <a:pt x="143827" y="18989"/>
                    <a:pt x="139541" y="14721"/>
                    <a:pt x="139541" y="9464"/>
                  </a:cubicBezTo>
                  <a:cubicBezTo>
                    <a:pt x="139541" y="4206"/>
                    <a:pt x="143827" y="-61"/>
                    <a:pt x="149066" y="-61"/>
                  </a:cubicBezTo>
                  <a:lnTo>
                    <a:pt x="195930" y="-61"/>
                  </a:lnTo>
                  <a:cubicBezTo>
                    <a:pt x="201168" y="-61"/>
                    <a:pt x="205455" y="4206"/>
                    <a:pt x="205455" y="9464"/>
                  </a:cubicBezTo>
                  <a:cubicBezTo>
                    <a:pt x="205455" y="14721"/>
                    <a:pt x="201168" y="18989"/>
                    <a:pt x="195930" y="18989"/>
                  </a:cubicBezTo>
                  <a:close/>
                  <a:moveTo>
                    <a:pt x="55340" y="18989"/>
                  </a:moveTo>
                  <a:lnTo>
                    <a:pt x="8477" y="18989"/>
                  </a:lnTo>
                  <a:cubicBezTo>
                    <a:pt x="3238" y="18989"/>
                    <a:pt x="-1048" y="14721"/>
                    <a:pt x="-1048" y="9464"/>
                  </a:cubicBezTo>
                  <a:cubicBezTo>
                    <a:pt x="-1048" y="4206"/>
                    <a:pt x="3238" y="-61"/>
                    <a:pt x="8477" y="-61"/>
                  </a:cubicBezTo>
                  <a:lnTo>
                    <a:pt x="55340" y="-61"/>
                  </a:lnTo>
                  <a:cubicBezTo>
                    <a:pt x="60579" y="-61"/>
                    <a:pt x="64865" y="4206"/>
                    <a:pt x="64865" y="9464"/>
                  </a:cubicBezTo>
                  <a:cubicBezTo>
                    <a:pt x="64865" y="14721"/>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E25A9F6F-BB7A-F2EF-5964-D3922D1DACB4}"/>
                </a:ext>
              </a:extLst>
            </p:cNvPr>
            <p:cNvSpPr/>
            <p:nvPr/>
          </p:nvSpPr>
          <p:spPr>
            <a:xfrm>
              <a:off x="4678394" y="3630263"/>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2"/>
                    <a:pt x="3233451" y="9464"/>
                  </a:cubicBezTo>
                  <a:cubicBezTo>
                    <a:pt x="3233451" y="4206"/>
                    <a:pt x="3237738" y="-61"/>
                    <a:pt x="3242976" y="-61"/>
                  </a:cubicBezTo>
                  <a:lnTo>
                    <a:pt x="3257264" y="-61"/>
                  </a:lnTo>
                  <a:cubicBezTo>
                    <a:pt x="3262503" y="-61"/>
                    <a:pt x="3266789" y="4206"/>
                    <a:pt x="3266789" y="9464"/>
                  </a:cubicBezTo>
                  <a:cubicBezTo>
                    <a:pt x="3266789" y="14722"/>
                    <a:pt x="3262503" y="18989"/>
                    <a:pt x="3257264" y="18989"/>
                  </a:cubicBezTo>
                  <a:close/>
                  <a:moveTo>
                    <a:pt x="3149251" y="18989"/>
                  </a:moveTo>
                  <a:lnTo>
                    <a:pt x="3102292" y="18989"/>
                  </a:lnTo>
                  <a:cubicBezTo>
                    <a:pt x="3097054" y="18989"/>
                    <a:pt x="3092767" y="14722"/>
                    <a:pt x="3092767" y="9464"/>
                  </a:cubicBezTo>
                  <a:cubicBezTo>
                    <a:pt x="3092767" y="4206"/>
                    <a:pt x="3097054" y="-61"/>
                    <a:pt x="3102292" y="-61"/>
                  </a:cubicBezTo>
                  <a:lnTo>
                    <a:pt x="3149251" y="-61"/>
                  </a:lnTo>
                  <a:cubicBezTo>
                    <a:pt x="3154490" y="-61"/>
                    <a:pt x="3158776" y="4206"/>
                    <a:pt x="3158776" y="9464"/>
                  </a:cubicBezTo>
                  <a:cubicBezTo>
                    <a:pt x="3158776" y="14722"/>
                    <a:pt x="3154490" y="18989"/>
                    <a:pt x="3149251" y="18989"/>
                  </a:cubicBezTo>
                  <a:close/>
                  <a:moveTo>
                    <a:pt x="3008566" y="18989"/>
                  </a:moveTo>
                  <a:lnTo>
                    <a:pt x="2961704" y="18989"/>
                  </a:lnTo>
                  <a:cubicBezTo>
                    <a:pt x="2956465" y="18989"/>
                    <a:pt x="2952179" y="14722"/>
                    <a:pt x="2952179" y="9464"/>
                  </a:cubicBezTo>
                  <a:cubicBezTo>
                    <a:pt x="2952179" y="4206"/>
                    <a:pt x="2956465" y="-61"/>
                    <a:pt x="2961704" y="-61"/>
                  </a:cubicBezTo>
                  <a:lnTo>
                    <a:pt x="3008566" y="-61"/>
                  </a:lnTo>
                  <a:cubicBezTo>
                    <a:pt x="3013805" y="-61"/>
                    <a:pt x="3018091" y="4206"/>
                    <a:pt x="3018091" y="9464"/>
                  </a:cubicBezTo>
                  <a:cubicBezTo>
                    <a:pt x="3018091" y="14722"/>
                    <a:pt x="3013805" y="18989"/>
                    <a:pt x="3008566" y="18989"/>
                  </a:cubicBezTo>
                  <a:close/>
                  <a:moveTo>
                    <a:pt x="2867977" y="18989"/>
                  </a:moveTo>
                  <a:lnTo>
                    <a:pt x="2821019" y="18989"/>
                  </a:lnTo>
                  <a:cubicBezTo>
                    <a:pt x="2815780" y="18989"/>
                    <a:pt x="2811494" y="14722"/>
                    <a:pt x="2811494" y="9464"/>
                  </a:cubicBezTo>
                  <a:cubicBezTo>
                    <a:pt x="2811494" y="4206"/>
                    <a:pt x="2815780" y="-61"/>
                    <a:pt x="2821019" y="-61"/>
                  </a:cubicBezTo>
                  <a:lnTo>
                    <a:pt x="2867977" y="-61"/>
                  </a:lnTo>
                  <a:cubicBezTo>
                    <a:pt x="2873216" y="-61"/>
                    <a:pt x="2877502" y="4206"/>
                    <a:pt x="2877502" y="9464"/>
                  </a:cubicBezTo>
                  <a:cubicBezTo>
                    <a:pt x="2877502" y="14722"/>
                    <a:pt x="2873216" y="18989"/>
                    <a:pt x="2867977" y="18989"/>
                  </a:cubicBezTo>
                  <a:close/>
                  <a:moveTo>
                    <a:pt x="2727293" y="18989"/>
                  </a:moveTo>
                  <a:lnTo>
                    <a:pt x="2680430" y="18989"/>
                  </a:lnTo>
                  <a:cubicBezTo>
                    <a:pt x="2675191" y="18989"/>
                    <a:pt x="2670905" y="14722"/>
                    <a:pt x="2670905" y="9464"/>
                  </a:cubicBezTo>
                  <a:cubicBezTo>
                    <a:pt x="2670905" y="4206"/>
                    <a:pt x="2675191" y="-61"/>
                    <a:pt x="2680430" y="-61"/>
                  </a:cubicBezTo>
                  <a:lnTo>
                    <a:pt x="2727293" y="-61"/>
                  </a:lnTo>
                  <a:cubicBezTo>
                    <a:pt x="2732532" y="-61"/>
                    <a:pt x="2736818" y="4206"/>
                    <a:pt x="2736818" y="9464"/>
                  </a:cubicBezTo>
                  <a:cubicBezTo>
                    <a:pt x="2736818" y="14722"/>
                    <a:pt x="2732532" y="18989"/>
                    <a:pt x="2727293" y="18989"/>
                  </a:cubicBezTo>
                  <a:close/>
                  <a:moveTo>
                    <a:pt x="2586705" y="18989"/>
                  </a:moveTo>
                  <a:lnTo>
                    <a:pt x="2539841" y="18989"/>
                  </a:lnTo>
                  <a:cubicBezTo>
                    <a:pt x="2534602" y="18989"/>
                    <a:pt x="2530316" y="14722"/>
                    <a:pt x="2530316" y="9464"/>
                  </a:cubicBezTo>
                  <a:cubicBezTo>
                    <a:pt x="2530316" y="4206"/>
                    <a:pt x="2534602" y="-61"/>
                    <a:pt x="2539841" y="-61"/>
                  </a:cubicBezTo>
                  <a:lnTo>
                    <a:pt x="2586705" y="-61"/>
                  </a:lnTo>
                  <a:cubicBezTo>
                    <a:pt x="2591943" y="-61"/>
                    <a:pt x="2596230" y="4206"/>
                    <a:pt x="2596230" y="9464"/>
                  </a:cubicBezTo>
                  <a:cubicBezTo>
                    <a:pt x="2596230" y="14722"/>
                    <a:pt x="2591943" y="18989"/>
                    <a:pt x="2586705" y="18989"/>
                  </a:cubicBezTo>
                  <a:close/>
                  <a:moveTo>
                    <a:pt x="2446020" y="18989"/>
                  </a:moveTo>
                  <a:lnTo>
                    <a:pt x="2399157" y="18989"/>
                  </a:lnTo>
                  <a:cubicBezTo>
                    <a:pt x="2393918" y="18989"/>
                    <a:pt x="2389632" y="14722"/>
                    <a:pt x="2389632" y="9464"/>
                  </a:cubicBezTo>
                  <a:cubicBezTo>
                    <a:pt x="2389632" y="4206"/>
                    <a:pt x="2393918" y="-61"/>
                    <a:pt x="2399157" y="-61"/>
                  </a:cubicBezTo>
                  <a:lnTo>
                    <a:pt x="2445639" y="-61"/>
                  </a:lnTo>
                  <a:cubicBezTo>
                    <a:pt x="2450878" y="-61"/>
                    <a:pt x="2455164" y="4206"/>
                    <a:pt x="2455164" y="9464"/>
                  </a:cubicBezTo>
                  <a:cubicBezTo>
                    <a:pt x="2455164" y="14722"/>
                    <a:pt x="2450878" y="18989"/>
                    <a:pt x="2445639" y="18989"/>
                  </a:cubicBezTo>
                  <a:close/>
                  <a:moveTo>
                    <a:pt x="2305431" y="18989"/>
                  </a:moveTo>
                  <a:lnTo>
                    <a:pt x="2258568" y="18989"/>
                  </a:lnTo>
                  <a:cubicBezTo>
                    <a:pt x="2253330" y="18989"/>
                    <a:pt x="2249043" y="14722"/>
                    <a:pt x="2249043" y="9464"/>
                  </a:cubicBezTo>
                  <a:cubicBezTo>
                    <a:pt x="2249043" y="4206"/>
                    <a:pt x="2253330" y="-61"/>
                    <a:pt x="2258568" y="-61"/>
                  </a:cubicBezTo>
                  <a:lnTo>
                    <a:pt x="2305431" y="-61"/>
                  </a:lnTo>
                  <a:cubicBezTo>
                    <a:pt x="2310669" y="-61"/>
                    <a:pt x="2314956" y="4206"/>
                    <a:pt x="2314956" y="9464"/>
                  </a:cubicBezTo>
                  <a:cubicBezTo>
                    <a:pt x="2314956" y="14722"/>
                    <a:pt x="2310669" y="18989"/>
                    <a:pt x="2305431" y="18989"/>
                  </a:cubicBezTo>
                  <a:close/>
                  <a:moveTo>
                    <a:pt x="2164747" y="18989"/>
                  </a:moveTo>
                  <a:lnTo>
                    <a:pt x="2117883" y="18989"/>
                  </a:lnTo>
                  <a:cubicBezTo>
                    <a:pt x="2112645" y="18989"/>
                    <a:pt x="2108358" y="14722"/>
                    <a:pt x="2108358" y="9464"/>
                  </a:cubicBezTo>
                  <a:cubicBezTo>
                    <a:pt x="2108358" y="4206"/>
                    <a:pt x="2112645" y="-61"/>
                    <a:pt x="2117883" y="-61"/>
                  </a:cubicBezTo>
                  <a:lnTo>
                    <a:pt x="2164747" y="-61"/>
                  </a:lnTo>
                  <a:cubicBezTo>
                    <a:pt x="2169986" y="-61"/>
                    <a:pt x="2174272" y="4206"/>
                    <a:pt x="2174272" y="9464"/>
                  </a:cubicBezTo>
                  <a:cubicBezTo>
                    <a:pt x="2174272" y="14722"/>
                    <a:pt x="2169986" y="18989"/>
                    <a:pt x="2164747" y="18989"/>
                  </a:cubicBezTo>
                  <a:close/>
                  <a:moveTo>
                    <a:pt x="2024158" y="18989"/>
                  </a:moveTo>
                  <a:lnTo>
                    <a:pt x="1977294" y="18989"/>
                  </a:lnTo>
                  <a:cubicBezTo>
                    <a:pt x="1972056" y="18989"/>
                    <a:pt x="1967769" y="14722"/>
                    <a:pt x="1967769" y="9464"/>
                  </a:cubicBezTo>
                  <a:cubicBezTo>
                    <a:pt x="1967769" y="4206"/>
                    <a:pt x="1972056" y="-61"/>
                    <a:pt x="1977294" y="-61"/>
                  </a:cubicBezTo>
                  <a:lnTo>
                    <a:pt x="2024158" y="-61"/>
                  </a:lnTo>
                  <a:cubicBezTo>
                    <a:pt x="2029397" y="-61"/>
                    <a:pt x="2033683" y="4206"/>
                    <a:pt x="2033683" y="9464"/>
                  </a:cubicBezTo>
                  <a:cubicBezTo>
                    <a:pt x="2033683" y="14722"/>
                    <a:pt x="2029397" y="18989"/>
                    <a:pt x="2024158" y="18989"/>
                  </a:cubicBezTo>
                  <a:close/>
                  <a:moveTo>
                    <a:pt x="1883568" y="18989"/>
                  </a:moveTo>
                  <a:lnTo>
                    <a:pt x="1836611" y="18989"/>
                  </a:lnTo>
                  <a:cubicBezTo>
                    <a:pt x="1831372" y="18989"/>
                    <a:pt x="1827086" y="14722"/>
                    <a:pt x="1827086" y="9464"/>
                  </a:cubicBezTo>
                  <a:cubicBezTo>
                    <a:pt x="1827086" y="4206"/>
                    <a:pt x="1831372" y="-61"/>
                    <a:pt x="1836611" y="-61"/>
                  </a:cubicBezTo>
                  <a:lnTo>
                    <a:pt x="1883664" y="-61"/>
                  </a:lnTo>
                  <a:cubicBezTo>
                    <a:pt x="1888903" y="-61"/>
                    <a:pt x="1893189" y="4206"/>
                    <a:pt x="1893189" y="9464"/>
                  </a:cubicBezTo>
                  <a:cubicBezTo>
                    <a:pt x="1893189" y="14722"/>
                    <a:pt x="1888903" y="18989"/>
                    <a:pt x="1883664"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3" y="18989"/>
                  </a:moveTo>
                  <a:lnTo>
                    <a:pt x="1274064" y="18989"/>
                  </a:lnTo>
                  <a:cubicBezTo>
                    <a:pt x="1268825" y="18989"/>
                    <a:pt x="1264539" y="14722"/>
                    <a:pt x="1264539" y="9464"/>
                  </a:cubicBezTo>
                  <a:cubicBezTo>
                    <a:pt x="1264539" y="4206"/>
                    <a:pt x="1268825" y="-61"/>
                    <a:pt x="1274064" y="-61"/>
                  </a:cubicBezTo>
                  <a:lnTo>
                    <a:pt x="1320927" y="-61"/>
                  </a:lnTo>
                  <a:cubicBezTo>
                    <a:pt x="1326165" y="-61"/>
                    <a:pt x="1330452" y="4206"/>
                    <a:pt x="1330452" y="9464"/>
                  </a:cubicBezTo>
                  <a:cubicBezTo>
                    <a:pt x="1330452" y="14722"/>
                    <a:pt x="1326165" y="18989"/>
                    <a:pt x="1320927"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8" y="18989"/>
                    <a:pt x="983361" y="14722"/>
                    <a:pt x="983361" y="9464"/>
                  </a:cubicBezTo>
                  <a:cubicBezTo>
                    <a:pt x="983361" y="4206"/>
                    <a:pt x="987648"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4" y="-61"/>
                    <a:pt x="908590" y="4206"/>
                    <a:pt x="908590" y="9464"/>
                  </a:cubicBezTo>
                  <a:cubicBezTo>
                    <a:pt x="908590" y="14722"/>
                    <a:pt x="904304" y="18989"/>
                    <a:pt x="899065" y="18989"/>
                  </a:cubicBezTo>
                  <a:close/>
                  <a:moveTo>
                    <a:pt x="758475" y="18989"/>
                  </a:moveTo>
                  <a:lnTo>
                    <a:pt x="712089" y="18989"/>
                  </a:lnTo>
                  <a:cubicBezTo>
                    <a:pt x="706850" y="18989"/>
                    <a:pt x="702564" y="14722"/>
                    <a:pt x="702564" y="9464"/>
                  </a:cubicBezTo>
                  <a:cubicBezTo>
                    <a:pt x="702564" y="4206"/>
                    <a:pt x="706850" y="-61"/>
                    <a:pt x="712089" y="-61"/>
                  </a:cubicBezTo>
                  <a:lnTo>
                    <a:pt x="758952" y="-61"/>
                  </a:lnTo>
                  <a:cubicBezTo>
                    <a:pt x="764190" y="-61"/>
                    <a:pt x="768477" y="4206"/>
                    <a:pt x="768477" y="9464"/>
                  </a:cubicBezTo>
                  <a:cubicBezTo>
                    <a:pt x="768477" y="14722"/>
                    <a:pt x="764190" y="18989"/>
                    <a:pt x="758952" y="18989"/>
                  </a:cubicBezTo>
                  <a:close/>
                  <a:moveTo>
                    <a:pt x="617791" y="18989"/>
                  </a:moveTo>
                  <a:lnTo>
                    <a:pt x="570929" y="18989"/>
                  </a:lnTo>
                  <a:cubicBezTo>
                    <a:pt x="565690" y="18989"/>
                    <a:pt x="561404" y="14722"/>
                    <a:pt x="561404" y="9464"/>
                  </a:cubicBezTo>
                  <a:cubicBezTo>
                    <a:pt x="561404" y="4206"/>
                    <a:pt x="565690" y="-61"/>
                    <a:pt x="570929"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30" y="18989"/>
                  </a:moveTo>
                  <a:lnTo>
                    <a:pt x="149066" y="18989"/>
                  </a:lnTo>
                  <a:cubicBezTo>
                    <a:pt x="143827" y="18989"/>
                    <a:pt x="139541" y="14722"/>
                    <a:pt x="139541" y="9464"/>
                  </a:cubicBezTo>
                  <a:cubicBezTo>
                    <a:pt x="139541" y="4206"/>
                    <a:pt x="143827" y="-61"/>
                    <a:pt x="149066" y="-61"/>
                  </a:cubicBezTo>
                  <a:lnTo>
                    <a:pt x="195930" y="-61"/>
                  </a:lnTo>
                  <a:cubicBezTo>
                    <a:pt x="201168" y="-61"/>
                    <a:pt x="205455" y="4206"/>
                    <a:pt x="205455" y="9464"/>
                  </a:cubicBezTo>
                  <a:cubicBezTo>
                    <a:pt x="205455" y="14722"/>
                    <a:pt x="201168" y="18989"/>
                    <a:pt x="195930"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5" name="任意多边形: 形状 24">
              <a:extLst>
                <a:ext uri="{FF2B5EF4-FFF2-40B4-BE49-F238E27FC236}">
                  <a16:creationId xmlns:a16="http://schemas.microsoft.com/office/drawing/2014/main" id="{ADDAE77C-52FD-56D5-943D-CE05AC78949D}"/>
                </a:ext>
              </a:extLst>
            </p:cNvPr>
            <p:cNvSpPr/>
            <p:nvPr/>
          </p:nvSpPr>
          <p:spPr>
            <a:xfrm>
              <a:off x="4678394" y="4136517"/>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2"/>
                    <a:pt x="3233451" y="9464"/>
                  </a:cubicBezTo>
                  <a:cubicBezTo>
                    <a:pt x="3233451" y="4206"/>
                    <a:pt x="3237738" y="-61"/>
                    <a:pt x="3242976" y="-61"/>
                  </a:cubicBezTo>
                  <a:lnTo>
                    <a:pt x="3257264" y="-61"/>
                  </a:lnTo>
                  <a:cubicBezTo>
                    <a:pt x="3262503" y="-61"/>
                    <a:pt x="3266789" y="4206"/>
                    <a:pt x="3266789" y="9464"/>
                  </a:cubicBezTo>
                  <a:cubicBezTo>
                    <a:pt x="3266789" y="14722"/>
                    <a:pt x="3262503" y="18989"/>
                    <a:pt x="3257264" y="18989"/>
                  </a:cubicBezTo>
                  <a:close/>
                  <a:moveTo>
                    <a:pt x="3149251" y="18989"/>
                  </a:moveTo>
                  <a:lnTo>
                    <a:pt x="3102292" y="18989"/>
                  </a:lnTo>
                  <a:cubicBezTo>
                    <a:pt x="3097054" y="18989"/>
                    <a:pt x="3092767" y="14722"/>
                    <a:pt x="3092767" y="9464"/>
                  </a:cubicBezTo>
                  <a:cubicBezTo>
                    <a:pt x="3092767" y="4206"/>
                    <a:pt x="3097054" y="-61"/>
                    <a:pt x="3102292" y="-61"/>
                  </a:cubicBezTo>
                  <a:lnTo>
                    <a:pt x="3149251" y="-61"/>
                  </a:lnTo>
                  <a:cubicBezTo>
                    <a:pt x="3154490" y="-61"/>
                    <a:pt x="3158776" y="4206"/>
                    <a:pt x="3158776" y="9464"/>
                  </a:cubicBezTo>
                  <a:cubicBezTo>
                    <a:pt x="3158776" y="14722"/>
                    <a:pt x="3154490" y="18989"/>
                    <a:pt x="3149251" y="18989"/>
                  </a:cubicBezTo>
                  <a:close/>
                  <a:moveTo>
                    <a:pt x="3008566" y="18989"/>
                  </a:moveTo>
                  <a:lnTo>
                    <a:pt x="2961704" y="18989"/>
                  </a:lnTo>
                  <a:cubicBezTo>
                    <a:pt x="2956465" y="18989"/>
                    <a:pt x="2952179" y="14722"/>
                    <a:pt x="2952179" y="9464"/>
                  </a:cubicBezTo>
                  <a:cubicBezTo>
                    <a:pt x="2952179" y="4206"/>
                    <a:pt x="2956465" y="-61"/>
                    <a:pt x="2961704" y="-61"/>
                  </a:cubicBezTo>
                  <a:lnTo>
                    <a:pt x="3008566" y="-61"/>
                  </a:lnTo>
                  <a:cubicBezTo>
                    <a:pt x="3013805" y="-61"/>
                    <a:pt x="3018091" y="4206"/>
                    <a:pt x="3018091" y="9464"/>
                  </a:cubicBezTo>
                  <a:cubicBezTo>
                    <a:pt x="3018091" y="14722"/>
                    <a:pt x="3013805" y="18989"/>
                    <a:pt x="3008566" y="18989"/>
                  </a:cubicBezTo>
                  <a:close/>
                  <a:moveTo>
                    <a:pt x="2867977" y="18989"/>
                  </a:moveTo>
                  <a:lnTo>
                    <a:pt x="2821019" y="18989"/>
                  </a:lnTo>
                  <a:cubicBezTo>
                    <a:pt x="2815780" y="18989"/>
                    <a:pt x="2811494" y="14722"/>
                    <a:pt x="2811494" y="9464"/>
                  </a:cubicBezTo>
                  <a:cubicBezTo>
                    <a:pt x="2811494" y="4206"/>
                    <a:pt x="2815780" y="-61"/>
                    <a:pt x="2821019" y="-61"/>
                  </a:cubicBezTo>
                  <a:lnTo>
                    <a:pt x="2867977" y="-61"/>
                  </a:lnTo>
                  <a:cubicBezTo>
                    <a:pt x="2873216" y="-61"/>
                    <a:pt x="2877502" y="4206"/>
                    <a:pt x="2877502" y="9464"/>
                  </a:cubicBezTo>
                  <a:cubicBezTo>
                    <a:pt x="2877502" y="14722"/>
                    <a:pt x="2873216" y="18989"/>
                    <a:pt x="2867977" y="18989"/>
                  </a:cubicBezTo>
                  <a:close/>
                  <a:moveTo>
                    <a:pt x="2727293" y="18989"/>
                  </a:moveTo>
                  <a:lnTo>
                    <a:pt x="2680430" y="18989"/>
                  </a:lnTo>
                  <a:cubicBezTo>
                    <a:pt x="2675191" y="18989"/>
                    <a:pt x="2670905" y="14722"/>
                    <a:pt x="2670905" y="9464"/>
                  </a:cubicBezTo>
                  <a:cubicBezTo>
                    <a:pt x="2670905" y="4206"/>
                    <a:pt x="2675191" y="-61"/>
                    <a:pt x="2680430" y="-61"/>
                  </a:cubicBezTo>
                  <a:lnTo>
                    <a:pt x="2727293" y="-61"/>
                  </a:lnTo>
                  <a:cubicBezTo>
                    <a:pt x="2732532" y="-61"/>
                    <a:pt x="2736818" y="4206"/>
                    <a:pt x="2736818" y="9464"/>
                  </a:cubicBezTo>
                  <a:cubicBezTo>
                    <a:pt x="2736818" y="14722"/>
                    <a:pt x="2732532" y="18989"/>
                    <a:pt x="2727293" y="18989"/>
                  </a:cubicBezTo>
                  <a:close/>
                  <a:moveTo>
                    <a:pt x="2586705" y="18989"/>
                  </a:moveTo>
                  <a:lnTo>
                    <a:pt x="2539841" y="18989"/>
                  </a:lnTo>
                  <a:cubicBezTo>
                    <a:pt x="2534602" y="18989"/>
                    <a:pt x="2530316" y="14722"/>
                    <a:pt x="2530316" y="9464"/>
                  </a:cubicBezTo>
                  <a:cubicBezTo>
                    <a:pt x="2530316" y="4206"/>
                    <a:pt x="2534602" y="-61"/>
                    <a:pt x="2539841" y="-61"/>
                  </a:cubicBezTo>
                  <a:lnTo>
                    <a:pt x="2586705" y="-61"/>
                  </a:lnTo>
                  <a:cubicBezTo>
                    <a:pt x="2591943" y="-61"/>
                    <a:pt x="2596230" y="4206"/>
                    <a:pt x="2596230" y="9464"/>
                  </a:cubicBezTo>
                  <a:cubicBezTo>
                    <a:pt x="2596230" y="14722"/>
                    <a:pt x="2591943" y="18989"/>
                    <a:pt x="2586705" y="18989"/>
                  </a:cubicBezTo>
                  <a:close/>
                  <a:moveTo>
                    <a:pt x="2446020" y="18989"/>
                  </a:moveTo>
                  <a:lnTo>
                    <a:pt x="2399157" y="18989"/>
                  </a:lnTo>
                  <a:cubicBezTo>
                    <a:pt x="2393918" y="18989"/>
                    <a:pt x="2389632" y="14722"/>
                    <a:pt x="2389632" y="9464"/>
                  </a:cubicBezTo>
                  <a:cubicBezTo>
                    <a:pt x="2389632" y="4206"/>
                    <a:pt x="2393918" y="-61"/>
                    <a:pt x="2399157" y="-61"/>
                  </a:cubicBezTo>
                  <a:lnTo>
                    <a:pt x="2445639" y="-61"/>
                  </a:lnTo>
                  <a:cubicBezTo>
                    <a:pt x="2450878" y="-61"/>
                    <a:pt x="2455164" y="4206"/>
                    <a:pt x="2455164" y="9464"/>
                  </a:cubicBezTo>
                  <a:cubicBezTo>
                    <a:pt x="2455164" y="14722"/>
                    <a:pt x="2450878" y="18989"/>
                    <a:pt x="2445639" y="18989"/>
                  </a:cubicBezTo>
                  <a:close/>
                  <a:moveTo>
                    <a:pt x="2305431" y="18989"/>
                  </a:moveTo>
                  <a:lnTo>
                    <a:pt x="2258568" y="18989"/>
                  </a:lnTo>
                  <a:cubicBezTo>
                    <a:pt x="2253330" y="18989"/>
                    <a:pt x="2249043" y="14722"/>
                    <a:pt x="2249043" y="9464"/>
                  </a:cubicBezTo>
                  <a:cubicBezTo>
                    <a:pt x="2249043" y="4206"/>
                    <a:pt x="2253330" y="-61"/>
                    <a:pt x="2258568" y="-61"/>
                  </a:cubicBezTo>
                  <a:lnTo>
                    <a:pt x="2305431" y="-61"/>
                  </a:lnTo>
                  <a:cubicBezTo>
                    <a:pt x="2310669" y="-61"/>
                    <a:pt x="2314956" y="4206"/>
                    <a:pt x="2314956" y="9464"/>
                  </a:cubicBezTo>
                  <a:cubicBezTo>
                    <a:pt x="2314956" y="14722"/>
                    <a:pt x="2310669" y="18989"/>
                    <a:pt x="2305431" y="18989"/>
                  </a:cubicBezTo>
                  <a:close/>
                  <a:moveTo>
                    <a:pt x="2164747" y="18989"/>
                  </a:moveTo>
                  <a:lnTo>
                    <a:pt x="2117883" y="18989"/>
                  </a:lnTo>
                  <a:cubicBezTo>
                    <a:pt x="2112645" y="18989"/>
                    <a:pt x="2108358" y="14722"/>
                    <a:pt x="2108358" y="9464"/>
                  </a:cubicBezTo>
                  <a:cubicBezTo>
                    <a:pt x="2108358" y="4206"/>
                    <a:pt x="2112645" y="-61"/>
                    <a:pt x="2117883" y="-61"/>
                  </a:cubicBezTo>
                  <a:lnTo>
                    <a:pt x="2164747" y="-61"/>
                  </a:lnTo>
                  <a:cubicBezTo>
                    <a:pt x="2169986" y="-61"/>
                    <a:pt x="2174272" y="4206"/>
                    <a:pt x="2174272" y="9464"/>
                  </a:cubicBezTo>
                  <a:cubicBezTo>
                    <a:pt x="2174272" y="14722"/>
                    <a:pt x="2169986" y="18989"/>
                    <a:pt x="2164747" y="18989"/>
                  </a:cubicBezTo>
                  <a:close/>
                  <a:moveTo>
                    <a:pt x="2024158" y="18989"/>
                  </a:moveTo>
                  <a:lnTo>
                    <a:pt x="1977294" y="18989"/>
                  </a:lnTo>
                  <a:cubicBezTo>
                    <a:pt x="1972056" y="18989"/>
                    <a:pt x="1967769" y="14722"/>
                    <a:pt x="1967769" y="9464"/>
                  </a:cubicBezTo>
                  <a:cubicBezTo>
                    <a:pt x="1967769" y="4206"/>
                    <a:pt x="1972056" y="-61"/>
                    <a:pt x="1977294" y="-61"/>
                  </a:cubicBezTo>
                  <a:lnTo>
                    <a:pt x="2024158" y="-61"/>
                  </a:lnTo>
                  <a:cubicBezTo>
                    <a:pt x="2029397" y="-61"/>
                    <a:pt x="2033683" y="4206"/>
                    <a:pt x="2033683" y="9464"/>
                  </a:cubicBezTo>
                  <a:cubicBezTo>
                    <a:pt x="2033683" y="14722"/>
                    <a:pt x="2029397" y="18989"/>
                    <a:pt x="2024158" y="18989"/>
                  </a:cubicBezTo>
                  <a:close/>
                  <a:moveTo>
                    <a:pt x="1883568" y="18989"/>
                  </a:moveTo>
                  <a:lnTo>
                    <a:pt x="1836611" y="18989"/>
                  </a:lnTo>
                  <a:cubicBezTo>
                    <a:pt x="1831372" y="18989"/>
                    <a:pt x="1827086" y="14722"/>
                    <a:pt x="1827086" y="9464"/>
                  </a:cubicBezTo>
                  <a:cubicBezTo>
                    <a:pt x="1827086" y="4206"/>
                    <a:pt x="1831372" y="-61"/>
                    <a:pt x="1836611" y="-61"/>
                  </a:cubicBezTo>
                  <a:lnTo>
                    <a:pt x="1883664" y="-61"/>
                  </a:lnTo>
                  <a:cubicBezTo>
                    <a:pt x="1888903" y="-61"/>
                    <a:pt x="1893189" y="4206"/>
                    <a:pt x="1893189" y="9464"/>
                  </a:cubicBezTo>
                  <a:cubicBezTo>
                    <a:pt x="1893189" y="14722"/>
                    <a:pt x="1888903" y="18989"/>
                    <a:pt x="1883664"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3" y="18989"/>
                  </a:moveTo>
                  <a:lnTo>
                    <a:pt x="1274064" y="18989"/>
                  </a:lnTo>
                  <a:cubicBezTo>
                    <a:pt x="1268825" y="18989"/>
                    <a:pt x="1264539" y="14722"/>
                    <a:pt x="1264539" y="9464"/>
                  </a:cubicBezTo>
                  <a:cubicBezTo>
                    <a:pt x="1264539" y="4206"/>
                    <a:pt x="1268825" y="-61"/>
                    <a:pt x="1274064" y="-61"/>
                  </a:cubicBezTo>
                  <a:lnTo>
                    <a:pt x="1320927" y="-61"/>
                  </a:lnTo>
                  <a:cubicBezTo>
                    <a:pt x="1326165" y="-61"/>
                    <a:pt x="1330452" y="4206"/>
                    <a:pt x="1330452" y="9464"/>
                  </a:cubicBezTo>
                  <a:cubicBezTo>
                    <a:pt x="1330452" y="14722"/>
                    <a:pt x="1326165" y="18989"/>
                    <a:pt x="1320927"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8" y="18989"/>
                    <a:pt x="983361" y="14722"/>
                    <a:pt x="983361" y="9464"/>
                  </a:cubicBezTo>
                  <a:cubicBezTo>
                    <a:pt x="983361" y="4206"/>
                    <a:pt x="987648"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4" y="-61"/>
                    <a:pt x="908590" y="4206"/>
                    <a:pt x="908590" y="9464"/>
                  </a:cubicBezTo>
                  <a:cubicBezTo>
                    <a:pt x="908590" y="14722"/>
                    <a:pt x="904304" y="18989"/>
                    <a:pt x="899065" y="18989"/>
                  </a:cubicBezTo>
                  <a:close/>
                  <a:moveTo>
                    <a:pt x="758475" y="18989"/>
                  </a:moveTo>
                  <a:lnTo>
                    <a:pt x="712089" y="18989"/>
                  </a:lnTo>
                  <a:cubicBezTo>
                    <a:pt x="706850" y="18989"/>
                    <a:pt x="702564" y="14722"/>
                    <a:pt x="702564" y="9464"/>
                  </a:cubicBezTo>
                  <a:cubicBezTo>
                    <a:pt x="702564" y="4206"/>
                    <a:pt x="706850" y="-61"/>
                    <a:pt x="712089" y="-61"/>
                  </a:cubicBezTo>
                  <a:lnTo>
                    <a:pt x="758952" y="-61"/>
                  </a:lnTo>
                  <a:cubicBezTo>
                    <a:pt x="764190" y="-61"/>
                    <a:pt x="768477" y="4206"/>
                    <a:pt x="768477" y="9464"/>
                  </a:cubicBezTo>
                  <a:cubicBezTo>
                    <a:pt x="768477" y="14722"/>
                    <a:pt x="764190" y="18989"/>
                    <a:pt x="758952" y="18989"/>
                  </a:cubicBezTo>
                  <a:close/>
                  <a:moveTo>
                    <a:pt x="617791" y="18989"/>
                  </a:moveTo>
                  <a:lnTo>
                    <a:pt x="570929" y="18989"/>
                  </a:lnTo>
                  <a:cubicBezTo>
                    <a:pt x="565690" y="18989"/>
                    <a:pt x="561404" y="14722"/>
                    <a:pt x="561404" y="9464"/>
                  </a:cubicBezTo>
                  <a:cubicBezTo>
                    <a:pt x="561404" y="4206"/>
                    <a:pt x="565690" y="-61"/>
                    <a:pt x="570929"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30" y="18989"/>
                  </a:moveTo>
                  <a:lnTo>
                    <a:pt x="149066" y="18989"/>
                  </a:lnTo>
                  <a:cubicBezTo>
                    <a:pt x="143827" y="18989"/>
                    <a:pt x="139541" y="14722"/>
                    <a:pt x="139541" y="9464"/>
                  </a:cubicBezTo>
                  <a:cubicBezTo>
                    <a:pt x="139541" y="4206"/>
                    <a:pt x="143827" y="-61"/>
                    <a:pt x="149066" y="-61"/>
                  </a:cubicBezTo>
                  <a:lnTo>
                    <a:pt x="195930" y="-61"/>
                  </a:lnTo>
                  <a:cubicBezTo>
                    <a:pt x="201168" y="-61"/>
                    <a:pt x="205455" y="4206"/>
                    <a:pt x="205455" y="9464"/>
                  </a:cubicBezTo>
                  <a:cubicBezTo>
                    <a:pt x="205455" y="14722"/>
                    <a:pt x="201168" y="18989"/>
                    <a:pt x="195930"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6" name="任意多边形: 形状 25">
              <a:extLst>
                <a:ext uri="{FF2B5EF4-FFF2-40B4-BE49-F238E27FC236}">
                  <a16:creationId xmlns:a16="http://schemas.microsoft.com/office/drawing/2014/main" id="{6A5D472A-9D68-3054-F0EE-FAE7391322BC}"/>
                </a:ext>
              </a:extLst>
            </p:cNvPr>
            <p:cNvSpPr/>
            <p:nvPr/>
          </p:nvSpPr>
          <p:spPr>
            <a:xfrm>
              <a:off x="4678680" y="4645437"/>
              <a:ext cx="2315908" cy="19526"/>
            </a:xfrm>
            <a:custGeom>
              <a:avLst/>
              <a:gdLst>
                <a:gd name="connsiteX0" fmla="*/ 1180052 w 2315908"/>
                <a:gd name="connsiteY0" fmla="*/ 19465 h 19526"/>
                <a:gd name="connsiteX1" fmla="*/ 1133189 w 2315908"/>
                <a:gd name="connsiteY1" fmla="*/ 19465 h 19526"/>
                <a:gd name="connsiteX2" fmla="*/ 1123664 w 2315908"/>
                <a:gd name="connsiteY2" fmla="*/ 9940 h 19526"/>
                <a:gd name="connsiteX3" fmla="*/ 1133189 w 2315908"/>
                <a:gd name="connsiteY3" fmla="*/ 415 h 19526"/>
                <a:gd name="connsiteX4" fmla="*/ 1180052 w 2315908"/>
                <a:gd name="connsiteY4" fmla="*/ 415 h 19526"/>
                <a:gd name="connsiteX5" fmla="*/ 1189577 w 2315908"/>
                <a:gd name="connsiteY5" fmla="*/ 9940 h 19526"/>
                <a:gd name="connsiteX6" fmla="*/ 1180052 w 2315908"/>
                <a:gd name="connsiteY6" fmla="*/ 19465 h 19526"/>
                <a:gd name="connsiteX7" fmla="*/ 1273778 w 2315908"/>
                <a:gd name="connsiteY7" fmla="*/ 19465 h 19526"/>
                <a:gd name="connsiteX8" fmla="*/ 1264253 w 2315908"/>
                <a:gd name="connsiteY8" fmla="*/ 9940 h 19526"/>
                <a:gd name="connsiteX9" fmla="*/ 1273778 w 2315908"/>
                <a:gd name="connsiteY9" fmla="*/ 415 h 19526"/>
                <a:gd name="connsiteX10" fmla="*/ 1320641 w 2315908"/>
                <a:gd name="connsiteY10" fmla="*/ 415 h 19526"/>
                <a:gd name="connsiteX11" fmla="*/ 1330166 w 2315908"/>
                <a:gd name="connsiteY11" fmla="*/ 9940 h 19526"/>
                <a:gd name="connsiteX12" fmla="*/ 1320641 w 2315908"/>
                <a:gd name="connsiteY12" fmla="*/ 19465 h 19526"/>
                <a:gd name="connsiteX13" fmla="*/ 1039463 w 2315908"/>
                <a:gd name="connsiteY13" fmla="*/ 19465 h 19526"/>
                <a:gd name="connsiteX14" fmla="*/ 992504 w 2315908"/>
                <a:gd name="connsiteY14" fmla="*/ 19465 h 19526"/>
                <a:gd name="connsiteX15" fmla="*/ 982979 w 2315908"/>
                <a:gd name="connsiteY15" fmla="*/ 9940 h 19526"/>
                <a:gd name="connsiteX16" fmla="*/ 992504 w 2315908"/>
                <a:gd name="connsiteY16" fmla="*/ 415 h 19526"/>
                <a:gd name="connsiteX17" fmla="*/ 1039463 w 2315908"/>
                <a:gd name="connsiteY17" fmla="*/ 415 h 19526"/>
                <a:gd name="connsiteX18" fmla="*/ 1048988 w 2315908"/>
                <a:gd name="connsiteY18" fmla="*/ 9940 h 19526"/>
                <a:gd name="connsiteX19" fmla="*/ 1039463 w 2315908"/>
                <a:gd name="connsiteY19" fmla="*/ 19465 h 19526"/>
                <a:gd name="connsiteX20" fmla="*/ 1414462 w 2315908"/>
                <a:gd name="connsiteY20" fmla="*/ 19465 h 19526"/>
                <a:gd name="connsiteX21" fmla="*/ 1404937 w 2315908"/>
                <a:gd name="connsiteY21" fmla="*/ 9940 h 19526"/>
                <a:gd name="connsiteX22" fmla="*/ 1414462 w 2315908"/>
                <a:gd name="connsiteY22" fmla="*/ 415 h 19526"/>
                <a:gd name="connsiteX23" fmla="*/ 1461324 w 2315908"/>
                <a:gd name="connsiteY23" fmla="*/ 415 h 19526"/>
                <a:gd name="connsiteX24" fmla="*/ 1470849 w 2315908"/>
                <a:gd name="connsiteY24" fmla="*/ 9940 h 19526"/>
                <a:gd name="connsiteX25" fmla="*/ 1461324 w 2315908"/>
                <a:gd name="connsiteY25" fmla="*/ 19465 h 19526"/>
                <a:gd name="connsiteX26" fmla="*/ 898779 w 2315908"/>
                <a:gd name="connsiteY26" fmla="*/ 19465 h 19526"/>
                <a:gd name="connsiteX27" fmla="*/ 851915 w 2315908"/>
                <a:gd name="connsiteY27" fmla="*/ 19465 h 19526"/>
                <a:gd name="connsiteX28" fmla="*/ 842390 w 2315908"/>
                <a:gd name="connsiteY28" fmla="*/ 9940 h 19526"/>
                <a:gd name="connsiteX29" fmla="*/ 851915 w 2315908"/>
                <a:gd name="connsiteY29" fmla="*/ 415 h 19526"/>
                <a:gd name="connsiteX30" fmla="*/ 898779 w 2315908"/>
                <a:gd name="connsiteY30" fmla="*/ 415 h 19526"/>
                <a:gd name="connsiteX31" fmla="*/ 908304 w 2315908"/>
                <a:gd name="connsiteY31" fmla="*/ 9940 h 19526"/>
                <a:gd name="connsiteX32" fmla="*/ 898779 w 2315908"/>
                <a:gd name="connsiteY32" fmla="*/ 19465 h 19526"/>
                <a:gd name="connsiteX33" fmla="*/ 1555051 w 2315908"/>
                <a:gd name="connsiteY33" fmla="*/ 19465 h 19526"/>
                <a:gd name="connsiteX34" fmla="*/ 1545526 w 2315908"/>
                <a:gd name="connsiteY34" fmla="*/ 9940 h 19526"/>
                <a:gd name="connsiteX35" fmla="*/ 1555051 w 2315908"/>
                <a:gd name="connsiteY35" fmla="*/ 415 h 19526"/>
                <a:gd name="connsiteX36" fmla="*/ 1601914 w 2315908"/>
                <a:gd name="connsiteY36" fmla="*/ 415 h 19526"/>
                <a:gd name="connsiteX37" fmla="*/ 1611439 w 2315908"/>
                <a:gd name="connsiteY37" fmla="*/ 9940 h 19526"/>
                <a:gd name="connsiteX38" fmla="*/ 1601914 w 2315908"/>
                <a:gd name="connsiteY38" fmla="*/ 19465 h 19526"/>
                <a:gd name="connsiteX39" fmla="*/ 758189 w 2315908"/>
                <a:gd name="connsiteY39" fmla="*/ 19465 h 19526"/>
                <a:gd name="connsiteX40" fmla="*/ 711231 w 2315908"/>
                <a:gd name="connsiteY40" fmla="*/ 19465 h 19526"/>
                <a:gd name="connsiteX41" fmla="*/ 701706 w 2315908"/>
                <a:gd name="connsiteY41" fmla="*/ 9940 h 19526"/>
                <a:gd name="connsiteX42" fmla="*/ 711231 w 2315908"/>
                <a:gd name="connsiteY42" fmla="*/ 415 h 19526"/>
                <a:gd name="connsiteX43" fmla="*/ 758094 w 2315908"/>
                <a:gd name="connsiteY43" fmla="*/ 415 h 19526"/>
                <a:gd name="connsiteX44" fmla="*/ 767619 w 2315908"/>
                <a:gd name="connsiteY44" fmla="*/ 9940 h 19526"/>
                <a:gd name="connsiteX45" fmla="*/ 758094 w 2315908"/>
                <a:gd name="connsiteY45" fmla="*/ 19465 h 19526"/>
                <a:gd name="connsiteX46" fmla="*/ 1695640 w 2315908"/>
                <a:gd name="connsiteY46" fmla="*/ 19465 h 19526"/>
                <a:gd name="connsiteX47" fmla="*/ 1686115 w 2315908"/>
                <a:gd name="connsiteY47" fmla="*/ 9940 h 19526"/>
                <a:gd name="connsiteX48" fmla="*/ 1695640 w 2315908"/>
                <a:gd name="connsiteY48" fmla="*/ 415 h 19526"/>
                <a:gd name="connsiteX49" fmla="*/ 1742503 w 2315908"/>
                <a:gd name="connsiteY49" fmla="*/ 415 h 19526"/>
                <a:gd name="connsiteX50" fmla="*/ 1742503 w 2315908"/>
                <a:gd name="connsiteY50" fmla="*/ 415 h 19526"/>
                <a:gd name="connsiteX51" fmla="*/ 1752028 w 2315908"/>
                <a:gd name="connsiteY51" fmla="*/ 9940 h 19526"/>
                <a:gd name="connsiteX52" fmla="*/ 1742503 w 2315908"/>
                <a:gd name="connsiteY52" fmla="*/ 19465 h 19526"/>
                <a:gd name="connsiteX53" fmla="*/ 1695545 w 2315908"/>
                <a:gd name="connsiteY53" fmla="*/ 19465 h 19526"/>
                <a:gd name="connsiteX54" fmla="*/ 617505 w 2315908"/>
                <a:gd name="connsiteY54" fmla="*/ 19465 h 19526"/>
                <a:gd name="connsiteX55" fmla="*/ 617505 w 2315908"/>
                <a:gd name="connsiteY55" fmla="*/ 19465 h 19526"/>
                <a:gd name="connsiteX56" fmla="*/ 570643 w 2315908"/>
                <a:gd name="connsiteY56" fmla="*/ 19465 h 19526"/>
                <a:gd name="connsiteX57" fmla="*/ 561118 w 2315908"/>
                <a:gd name="connsiteY57" fmla="*/ 9940 h 19526"/>
                <a:gd name="connsiteX58" fmla="*/ 570643 w 2315908"/>
                <a:gd name="connsiteY58" fmla="*/ 415 h 19526"/>
                <a:gd name="connsiteX59" fmla="*/ 570643 w 2315908"/>
                <a:gd name="connsiteY59" fmla="*/ 415 h 19526"/>
                <a:gd name="connsiteX60" fmla="*/ 617600 w 2315908"/>
                <a:gd name="connsiteY60" fmla="*/ 415 h 19526"/>
                <a:gd name="connsiteX61" fmla="*/ 627125 w 2315908"/>
                <a:gd name="connsiteY61" fmla="*/ 9940 h 19526"/>
                <a:gd name="connsiteX62" fmla="*/ 617600 w 2315908"/>
                <a:gd name="connsiteY62" fmla="*/ 19465 h 19526"/>
                <a:gd name="connsiteX63" fmla="*/ 1836705 w 2315908"/>
                <a:gd name="connsiteY63" fmla="*/ 19465 h 19526"/>
                <a:gd name="connsiteX64" fmla="*/ 1827180 w 2315908"/>
                <a:gd name="connsiteY64" fmla="*/ 9940 h 19526"/>
                <a:gd name="connsiteX65" fmla="*/ 1836705 w 2315908"/>
                <a:gd name="connsiteY65" fmla="*/ 415 h 19526"/>
                <a:gd name="connsiteX66" fmla="*/ 1883568 w 2315908"/>
                <a:gd name="connsiteY66" fmla="*/ 415 h 19526"/>
                <a:gd name="connsiteX67" fmla="*/ 1883568 w 2315908"/>
                <a:gd name="connsiteY67" fmla="*/ 415 h 19526"/>
                <a:gd name="connsiteX68" fmla="*/ 1893093 w 2315908"/>
                <a:gd name="connsiteY68" fmla="*/ 9940 h 19526"/>
                <a:gd name="connsiteX69" fmla="*/ 1883568 w 2315908"/>
                <a:gd name="connsiteY69" fmla="*/ 19465 h 19526"/>
                <a:gd name="connsiteX70" fmla="*/ 477297 w 2315908"/>
                <a:gd name="connsiteY70" fmla="*/ 19465 h 19526"/>
                <a:gd name="connsiteX71" fmla="*/ 430339 w 2315908"/>
                <a:gd name="connsiteY71" fmla="*/ 19465 h 19526"/>
                <a:gd name="connsiteX72" fmla="*/ 420814 w 2315908"/>
                <a:gd name="connsiteY72" fmla="*/ 9940 h 19526"/>
                <a:gd name="connsiteX73" fmla="*/ 430339 w 2315908"/>
                <a:gd name="connsiteY73" fmla="*/ 415 h 19526"/>
                <a:gd name="connsiteX74" fmla="*/ 430339 w 2315908"/>
                <a:gd name="connsiteY74" fmla="*/ 415 h 19526"/>
                <a:gd name="connsiteX75" fmla="*/ 477202 w 2315908"/>
                <a:gd name="connsiteY75" fmla="*/ 415 h 19526"/>
                <a:gd name="connsiteX76" fmla="*/ 486727 w 2315908"/>
                <a:gd name="connsiteY76" fmla="*/ 9940 h 19526"/>
                <a:gd name="connsiteX77" fmla="*/ 477202 w 2315908"/>
                <a:gd name="connsiteY77" fmla="*/ 19465 h 19526"/>
                <a:gd name="connsiteX78" fmla="*/ 1977294 w 2315908"/>
                <a:gd name="connsiteY78" fmla="*/ 19465 h 19526"/>
                <a:gd name="connsiteX79" fmla="*/ 1967769 w 2315908"/>
                <a:gd name="connsiteY79" fmla="*/ 9940 h 19526"/>
                <a:gd name="connsiteX80" fmla="*/ 1977294 w 2315908"/>
                <a:gd name="connsiteY80" fmla="*/ 415 h 19526"/>
                <a:gd name="connsiteX81" fmla="*/ 2024158 w 2315908"/>
                <a:gd name="connsiteY81" fmla="*/ 415 h 19526"/>
                <a:gd name="connsiteX82" fmla="*/ 2024158 w 2315908"/>
                <a:gd name="connsiteY82" fmla="*/ 415 h 19526"/>
                <a:gd name="connsiteX83" fmla="*/ 2033683 w 2315908"/>
                <a:gd name="connsiteY83" fmla="*/ 9940 h 19526"/>
                <a:gd name="connsiteX84" fmla="*/ 2024158 w 2315908"/>
                <a:gd name="connsiteY84" fmla="*/ 19465 h 19526"/>
                <a:gd name="connsiteX85" fmla="*/ 1977294 w 2315908"/>
                <a:gd name="connsiteY85" fmla="*/ 19465 h 19526"/>
                <a:gd name="connsiteX86" fmla="*/ 336708 w 2315908"/>
                <a:gd name="connsiteY86" fmla="*/ 19465 h 19526"/>
                <a:gd name="connsiteX87" fmla="*/ 336708 w 2315908"/>
                <a:gd name="connsiteY87" fmla="*/ 19465 h 19526"/>
                <a:gd name="connsiteX88" fmla="*/ 289845 w 2315908"/>
                <a:gd name="connsiteY88" fmla="*/ 19465 h 19526"/>
                <a:gd name="connsiteX89" fmla="*/ 280320 w 2315908"/>
                <a:gd name="connsiteY89" fmla="*/ 9940 h 19526"/>
                <a:gd name="connsiteX90" fmla="*/ 289845 w 2315908"/>
                <a:gd name="connsiteY90" fmla="*/ 415 h 19526"/>
                <a:gd name="connsiteX91" fmla="*/ 289845 w 2315908"/>
                <a:gd name="connsiteY91" fmla="*/ 415 h 19526"/>
                <a:gd name="connsiteX92" fmla="*/ 336708 w 2315908"/>
                <a:gd name="connsiteY92" fmla="*/ 415 h 19526"/>
                <a:gd name="connsiteX93" fmla="*/ 346233 w 2315908"/>
                <a:gd name="connsiteY93" fmla="*/ 9940 h 19526"/>
                <a:gd name="connsiteX94" fmla="*/ 336708 w 2315908"/>
                <a:gd name="connsiteY94" fmla="*/ 19465 h 19526"/>
                <a:gd name="connsiteX95" fmla="*/ 2117883 w 2315908"/>
                <a:gd name="connsiteY95" fmla="*/ 19465 h 19526"/>
                <a:gd name="connsiteX96" fmla="*/ 2108358 w 2315908"/>
                <a:gd name="connsiteY96" fmla="*/ 9940 h 19526"/>
                <a:gd name="connsiteX97" fmla="*/ 2117883 w 2315908"/>
                <a:gd name="connsiteY97" fmla="*/ 415 h 19526"/>
                <a:gd name="connsiteX98" fmla="*/ 2164747 w 2315908"/>
                <a:gd name="connsiteY98" fmla="*/ 415 h 19526"/>
                <a:gd name="connsiteX99" fmla="*/ 2164747 w 2315908"/>
                <a:gd name="connsiteY99" fmla="*/ 415 h 19526"/>
                <a:gd name="connsiteX100" fmla="*/ 2174272 w 2315908"/>
                <a:gd name="connsiteY100" fmla="*/ 9940 h 19526"/>
                <a:gd name="connsiteX101" fmla="*/ 2164747 w 2315908"/>
                <a:gd name="connsiteY101" fmla="*/ 19465 h 19526"/>
                <a:gd name="connsiteX102" fmla="*/ 2117883 w 2315908"/>
                <a:gd name="connsiteY102" fmla="*/ 19465 h 19526"/>
                <a:gd name="connsiteX103" fmla="*/ 195928 w 2315908"/>
                <a:gd name="connsiteY103" fmla="*/ 19465 h 19526"/>
                <a:gd name="connsiteX104" fmla="*/ 195928 w 2315908"/>
                <a:gd name="connsiteY104" fmla="*/ 19465 h 19526"/>
                <a:gd name="connsiteX105" fmla="*/ 149066 w 2315908"/>
                <a:gd name="connsiteY105" fmla="*/ 19465 h 19526"/>
                <a:gd name="connsiteX106" fmla="*/ 139541 w 2315908"/>
                <a:gd name="connsiteY106" fmla="*/ 9940 h 19526"/>
                <a:gd name="connsiteX107" fmla="*/ 149066 w 2315908"/>
                <a:gd name="connsiteY107" fmla="*/ 415 h 19526"/>
                <a:gd name="connsiteX108" fmla="*/ 149066 w 2315908"/>
                <a:gd name="connsiteY108" fmla="*/ 415 h 19526"/>
                <a:gd name="connsiteX109" fmla="*/ 196024 w 2315908"/>
                <a:gd name="connsiteY109" fmla="*/ 415 h 19526"/>
                <a:gd name="connsiteX110" fmla="*/ 205549 w 2315908"/>
                <a:gd name="connsiteY110" fmla="*/ 9940 h 19526"/>
                <a:gd name="connsiteX111" fmla="*/ 196024 w 2315908"/>
                <a:gd name="connsiteY111" fmla="*/ 19465 h 19526"/>
                <a:gd name="connsiteX112" fmla="*/ 2258472 w 2315908"/>
                <a:gd name="connsiteY112" fmla="*/ 18989 h 19526"/>
                <a:gd name="connsiteX113" fmla="*/ 2248947 w 2315908"/>
                <a:gd name="connsiteY113" fmla="*/ 9464 h 19526"/>
                <a:gd name="connsiteX114" fmla="*/ 2258472 w 2315908"/>
                <a:gd name="connsiteY114" fmla="*/ -61 h 19526"/>
                <a:gd name="connsiteX115" fmla="*/ 2305336 w 2315908"/>
                <a:gd name="connsiteY115" fmla="*/ -61 h 19526"/>
                <a:gd name="connsiteX116" fmla="*/ 2305336 w 2315908"/>
                <a:gd name="connsiteY116" fmla="*/ -61 h 19526"/>
                <a:gd name="connsiteX117" fmla="*/ 2314861 w 2315908"/>
                <a:gd name="connsiteY117" fmla="*/ 9464 h 19526"/>
                <a:gd name="connsiteX118" fmla="*/ 2305336 w 2315908"/>
                <a:gd name="connsiteY118" fmla="*/ 18989 h 19526"/>
                <a:gd name="connsiteX119" fmla="*/ 2258377 w 2315908"/>
                <a:gd name="connsiteY119" fmla="*/ 18989 h 19526"/>
                <a:gd name="connsiteX120" fmla="*/ 55339 w 2315908"/>
                <a:gd name="connsiteY120" fmla="*/ 18989 h 19526"/>
                <a:gd name="connsiteX121" fmla="*/ 55339 w 2315908"/>
                <a:gd name="connsiteY121" fmla="*/ 18989 h 19526"/>
                <a:gd name="connsiteX122" fmla="*/ 8477 w 2315908"/>
                <a:gd name="connsiteY122" fmla="*/ 18989 h 19526"/>
                <a:gd name="connsiteX123" fmla="*/ -1048 w 2315908"/>
                <a:gd name="connsiteY123" fmla="*/ 9464 h 19526"/>
                <a:gd name="connsiteX124" fmla="*/ 8477 w 2315908"/>
                <a:gd name="connsiteY124" fmla="*/ -61 h 19526"/>
                <a:gd name="connsiteX125" fmla="*/ 8477 w 2315908"/>
                <a:gd name="connsiteY125" fmla="*/ -61 h 19526"/>
                <a:gd name="connsiteX126" fmla="*/ 55339 w 2315908"/>
                <a:gd name="connsiteY126" fmla="*/ -61 h 19526"/>
                <a:gd name="connsiteX127" fmla="*/ 64864 w 2315908"/>
                <a:gd name="connsiteY127" fmla="*/ 9464 h 19526"/>
                <a:gd name="connsiteX128" fmla="*/ 55339 w 2315908"/>
                <a:gd name="connsiteY128" fmla="*/ 18989 h 19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315908" h="19526">
                  <a:moveTo>
                    <a:pt x="1180052" y="19465"/>
                  </a:moveTo>
                  <a:lnTo>
                    <a:pt x="1133189" y="19465"/>
                  </a:lnTo>
                  <a:cubicBezTo>
                    <a:pt x="1127949" y="19465"/>
                    <a:pt x="1123664" y="15198"/>
                    <a:pt x="1123664" y="9940"/>
                  </a:cubicBezTo>
                  <a:cubicBezTo>
                    <a:pt x="1123664" y="4682"/>
                    <a:pt x="1127949" y="415"/>
                    <a:pt x="1133189" y="415"/>
                  </a:cubicBezTo>
                  <a:lnTo>
                    <a:pt x="1180052" y="415"/>
                  </a:lnTo>
                  <a:cubicBezTo>
                    <a:pt x="1185290" y="415"/>
                    <a:pt x="1189577" y="4682"/>
                    <a:pt x="1189577" y="9940"/>
                  </a:cubicBezTo>
                  <a:cubicBezTo>
                    <a:pt x="1189577" y="15198"/>
                    <a:pt x="1185290" y="19465"/>
                    <a:pt x="1180052" y="19465"/>
                  </a:cubicBezTo>
                  <a:close/>
                  <a:moveTo>
                    <a:pt x="1273778" y="19465"/>
                  </a:moveTo>
                  <a:cubicBezTo>
                    <a:pt x="1268539" y="19465"/>
                    <a:pt x="1264253" y="15198"/>
                    <a:pt x="1264253" y="9940"/>
                  </a:cubicBezTo>
                  <a:cubicBezTo>
                    <a:pt x="1264253" y="4682"/>
                    <a:pt x="1268539" y="415"/>
                    <a:pt x="1273778" y="415"/>
                  </a:cubicBezTo>
                  <a:lnTo>
                    <a:pt x="1320641" y="415"/>
                  </a:lnTo>
                  <a:cubicBezTo>
                    <a:pt x="1325879" y="415"/>
                    <a:pt x="1330166" y="4682"/>
                    <a:pt x="1330166" y="9940"/>
                  </a:cubicBezTo>
                  <a:cubicBezTo>
                    <a:pt x="1330166" y="15198"/>
                    <a:pt x="1325879" y="19465"/>
                    <a:pt x="1320641" y="19465"/>
                  </a:cubicBezTo>
                  <a:close/>
                  <a:moveTo>
                    <a:pt x="1039463" y="19465"/>
                  </a:moveTo>
                  <a:lnTo>
                    <a:pt x="992504" y="19465"/>
                  </a:lnTo>
                  <a:cubicBezTo>
                    <a:pt x="987266" y="19465"/>
                    <a:pt x="982979" y="15198"/>
                    <a:pt x="982979" y="9940"/>
                  </a:cubicBezTo>
                  <a:cubicBezTo>
                    <a:pt x="982979" y="4682"/>
                    <a:pt x="987266" y="415"/>
                    <a:pt x="992504" y="415"/>
                  </a:cubicBezTo>
                  <a:lnTo>
                    <a:pt x="1039463" y="415"/>
                  </a:lnTo>
                  <a:cubicBezTo>
                    <a:pt x="1044701" y="415"/>
                    <a:pt x="1048988" y="4682"/>
                    <a:pt x="1048988" y="9940"/>
                  </a:cubicBezTo>
                  <a:cubicBezTo>
                    <a:pt x="1048988" y="15198"/>
                    <a:pt x="1044701" y="19465"/>
                    <a:pt x="1039463" y="19465"/>
                  </a:cubicBezTo>
                  <a:close/>
                  <a:moveTo>
                    <a:pt x="1414462" y="19465"/>
                  </a:moveTo>
                  <a:cubicBezTo>
                    <a:pt x="1409223" y="19465"/>
                    <a:pt x="1404937" y="15198"/>
                    <a:pt x="1404937" y="9940"/>
                  </a:cubicBezTo>
                  <a:cubicBezTo>
                    <a:pt x="1404937" y="4682"/>
                    <a:pt x="1409223" y="415"/>
                    <a:pt x="1414462" y="415"/>
                  </a:cubicBezTo>
                  <a:lnTo>
                    <a:pt x="1461324" y="415"/>
                  </a:lnTo>
                  <a:cubicBezTo>
                    <a:pt x="1466564" y="415"/>
                    <a:pt x="1470849" y="4682"/>
                    <a:pt x="1470849" y="9940"/>
                  </a:cubicBezTo>
                  <a:cubicBezTo>
                    <a:pt x="1470849" y="15198"/>
                    <a:pt x="1466564" y="19465"/>
                    <a:pt x="1461324" y="19465"/>
                  </a:cubicBezTo>
                  <a:close/>
                  <a:moveTo>
                    <a:pt x="898779" y="19465"/>
                  </a:moveTo>
                  <a:lnTo>
                    <a:pt x="851915" y="19465"/>
                  </a:lnTo>
                  <a:cubicBezTo>
                    <a:pt x="846677" y="19465"/>
                    <a:pt x="842390" y="15198"/>
                    <a:pt x="842390" y="9940"/>
                  </a:cubicBezTo>
                  <a:cubicBezTo>
                    <a:pt x="842390" y="4682"/>
                    <a:pt x="846677" y="415"/>
                    <a:pt x="851915" y="415"/>
                  </a:cubicBezTo>
                  <a:lnTo>
                    <a:pt x="898779" y="415"/>
                  </a:lnTo>
                  <a:cubicBezTo>
                    <a:pt x="904018" y="415"/>
                    <a:pt x="908304" y="4682"/>
                    <a:pt x="908304" y="9940"/>
                  </a:cubicBezTo>
                  <a:cubicBezTo>
                    <a:pt x="908304" y="15198"/>
                    <a:pt x="904018" y="19465"/>
                    <a:pt x="898779" y="19465"/>
                  </a:cubicBezTo>
                  <a:close/>
                  <a:moveTo>
                    <a:pt x="1555051" y="19465"/>
                  </a:moveTo>
                  <a:cubicBezTo>
                    <a:pt x="1549812" y="19465"/>
                    <a:pt x="1545526" y="15198"/>
                    <a:pt x="1545526" y="9940"/>
                  </a:cubicBezTo>
                  <a:cubicBezTo>
                    <a:pt x="1545526" y="4682"/>
                    <a:pt x="1549812" y="415"/>
                    <a:pt x="1555051" y="415"/>
                  </a:cubicBezTo>
                  <a:lnTo>
                    <a:pt x="1601914" y="415"/>
                  </a:lnTo>
                  <a:cubicBezTo>
                    <a:pt x="1607153" y="415"/>
                    <a:pt x="1611439" y="4682"/>
                    <a:pt x="1611439" y="9940"/>
                  </a:cubicBezTo>
                  <a:cubicBezTo>
                    <a:pt x="1611439" y="15198"/>
                    <a:pt x="1607153" y="19465"/>
                    <a:pt x="1601914" y="19465"/>
                  </a:cubicBezTo>
                  <a:close/>
                  <a:moveTo>
                    <a:pt x="758189" y="19465"/>
                  </a:moveTo>
                  <a:lnTo>
                    <a:pt x="711231" y="19465"/>
                  </a:lnTo>
                  <a:cubicBezTo>
                    <a:pt x="705993" y="19465"/>
                    <a:pt x="701706" y="15198"/>
                    <a:pt x="701706" y="9940"/>
                  </a:cubicBezTo>
                  <a:cubicBezTo>
                    <a:pt x="701706" y="4682"/>
                    <a:pt x="705993" y="415"/>
                    <a:pt x="711231" y="415"/>
                  </a:cubicBezTo>
                  <a:lnTo>
                    <a:pt x="758094" y="415"/>
                  </a:lnTo>
                  <a:cubicBezTo>
                    <a:pt x="763333" y="415"/>
                    <a:pt x="767619" y="4682"/>
                    <a:pt x="767619" y="9940"/>
                  </a:cubicBezTo>
                  <a:cubicBezTo>
                    <a:pt x="767619" y="15198"/>
                    <a:pt x="763333" y="19465"/>
                    <a:pt x="758094" y="19465"/>
                  </a:cubicBezTo>
                  <a:close/>
                  <a:moveTo>
                    <a:pt x="1695640" y="19465"/>
                  </a:moveTo>
                  <a:cubicBezTo>
                    <a:pt x="1690401" y="19465"/>
                    <a:pt x="1686115" y="15198"/>
                    <a:pt x="1686115" y="9940"/>
                  </a:cubicBezTo>
                  <a:cubicBezTo>
                    <a:pt x="1686115" y="4682"/>
                    <a:pt x="1690401" y="415"/>
                    <a:pt x="1695640" y="415"/>
                  </a:cubicBezTo>
                  <a:lnTo>
                    <a:pt x="1742503" y="415"/>
                  </a:lnTo>
                  <a:lnTo>
                    <a:pt x="1742503" y="415"/>
                  </a:lnTo>
                  <a:cubicBezTo>
                    <a:pt x="1747742" y="415"/>
                    <a:pt x="1752028" y="4682"/>
                    <a:pt x="1752028" y="9940"/>
                  </a:cubicBezTo>
                  <a:cubicBezTo>
                    <a:pt x="1752028" y="15198"/>
                    <a:pt x="1747742" y="19465"/>
                    <a:pt x="1742503" y="19465"/>
                  </a:cubicBezTo>
                  <a:lnTo>
                    <a:pt x="1695545" y="19465"/>
                  </a:lnTo>
                  <a:close/>
                  <a:moveTo>
                    <a:pt x="617505" y="19465"/>
                  </a:moveTo>
                  <a:lnTo>
                    <a:pt x="617505" y="19465"/>
                  </a:lnTo>
                  <a:lnTo>
                    <a:pt x="570643" y="19465"/>
                  </a:lnTo>
                  <a:cubicBezTo>
                    <a:pt x="565404" y="19465"/>
                    <a:pt x="561118" y="15198"/>
                    <a:pt x="561118" y="9940"/>
                  </a:cubicBezTo>
                  <a:cubicBezTo>
                    <a:pt x="561118" y="4682"/>
                    <a:pt x="565404" y="415"/>
                    <a:pt x="570643" y="415"/>
                  </a:cubicBezTo>
                  <a:lnTo>
                    <a:pt x="570643" y="415"/>
                  </a:lnTo>
                  <a:lnTo>
                    <a:pt x="617600" y="415"/>
                  </a:lnTo>
                  <a:cubicBezTo>
                    <a:pt x="622840" y="415"/>
                    <a:pt x="627125" y="4682"/>
                    <a:pt x="627125" y="9940"/>
                  </a:cubicBezTo>
                  <a:cubicBezTo>
                    <a:pt x="627125" y="15198"/>
                    <a:pt x="622840" y="19465"/>
                    <a:pt x="617600" y="19465"/>
                  </a:cubicBezTo>
                  <a:close/>
                  <a:moveTo>
                    <a:pt x="1836705" y="19465"/>
                  </a:moveTo>
                  <a:cubicBezTo>
                    <a:pt x="1831467" y="19465"/>
                    <a:pt x="1827180" y="15198"/>
                    <a:pt x="1827180" y="9940"/>
                  </a:cubicBezTo>
                  <a:cubicBezTo>
                    <a:pt x="1827180" y="4682"/>
                    <a:pt x="1831467" y="415"/>
                    <a:pt x="1836705" y="415"/>
                  </a:cubicBezTo>
                  <a:lnTo>
                    <a:pt x="1883568" y="415"/>
                  </a:lnTo>
                  <a:lnTo>
                    <a:pt x="1883568" y="415"/>
                  </a:lnTo>
                  <a:cubicBezTo>
                    <a:pt x="1888807" y="415"/>
                    <a:pt x="1893093" y="4682"/>
                    <a:pt x="1893093" y="9940"/>
                  </a:cubicBezTo>
                  <a:cubicBezTo>
                    <a:pt x="1893093" y="15198"/>
                    <a:pt x="1888807" y="19465"/>
                    <a:pt x="1883568" y="19465"/>
                  </a:cubicBezTo>
                  <a:close/>
                  <a:moveTo>
                    <a:pt x="477297" y="19465"/>
                  </a:moveTo>
                  <a:lnTo>
                    <a:pt x="430339" y="19465"/>
                  </a:lnTo>
                  <a:cubicBezTo>
                    <a:pt x="425100" y="19465"/>
                    <a:pt x="420814" y="15198"/>
                    <a:pt x="420814" y="9940"/>
                  </a:cubicBezTo>
                  <a:cubicBezTo>
                    <a:pt x="420814" y="4682"/>
                    <a:pt x="425100" y="415"/>
                    <a:pt x="430339" y="415"/>
                  </a:cubicBezTo>
                  <a:lnTo>
                    <a:pt x="430339" y="415"/>
                  </a:lnTo>
                  <a:lnTo>
                    <a:pt x="477202" y="415"/>
                  </a:lnTo>
                  <a:cubicBezTo>
                    <a:pt x="482441" y="415"/>
                    <a:pt x="486727" y="4682"/>
                    <a:pt x="486727" y="9940"/>
                  </a:cubicBezTo>
                  <a:cubicBezTo>
                    <a:pt x="486727" y="15198"/>
                    <a:pt x="482441" y="19465"/>
                    <a:pt x="477202" y="19465"/>
                  </a:cubicBezTo>
                  <a:close/>
                  <a:moveTo>
                    <a:pt x="1977294" y="19465"/>
                  </a:moveTo>
                  <a:cubicBezTo>
                    <a:pt x="1972056" y="19465"/>
                    <a:pt x="1967769" y="15198"/>
                    <a:pt x="1967769" y="9940"/>
                  </a:cubicBezTo>
                  <a:cubicBezTo>
                    <a:pt x="1967769" y="4682"/>
                    <a:pt x="1972056" y="415"/>
                    <a:pt x="1977294" y="415"/>
                  </a:cubicBezTo>
                  <a:lnTo>
                    <a:pt x="2024158" y="415"/>
                  </a:lnTo>
                  <a:lnTo>
                    <a:pt x="2024158" y="415"/>
                  </a:lnTo>
                  <a:cubicBezTo>
                    <a:pt x="2029396" y="415"/>
                    <a:pt x="2033683" y="4682"/>
                    <a:pt x="2033683" y="9940"/>
                  </a:cubicBezTo>
                  <a:cubicBezTo>
                    <a:pt x="2033683" y="15198"/>
                    <a:pt x="2029396" y="19465"/>
                    <a:pt x="2024158" y="19465"/>
                  </a:cubicBezTo>
                  <a:lnTo>
                    <a:pt x="1977294" y="19465"/>
                  </a:lnTo>
                  <a:close/>
                  <a:moveTo>
                    <a:pt x="336708" y="19465"/>
                  </a:moveTo>
                  <a:lnTo>
                    <a:pt x="336708" y="19465"/>
                  </a:lnTo>
                  <a:lnTo>
                    <a:pt x="289845" y="19465"/>
                  </a:lnTo>
                  <a:cubicBezTo>
                    <a:pt x="284607" y="19465"/>
                    <a:pt x="280320" y="15198"/>
                    <a:pt x="280320" y="9940"/>
                  </a:cubicBezTo>
                  <a:cubicBezTo>
                    <a:pt x="280320" y="4682"/>
                    <a:pt x="284607" y="415"/>
                    <a:pt x="289845" y="415"/>
                  </a:cubicBezTo>
                  <a:lnTo>
                    <a:pt x="289845" y="415"/>
                  </a:lnTo>
                  <a:lnTo>
                    <a:pt x="336708" y="415"/>
                  </a:lnTo>
                  <a:cubicBezTo>
                    <a:pt x="341947" y="415"/>
                    <a:pt x="346233" y="4682"/>
                    <a:pt x="346233" y="9940"/>
                  </a:cubicBezTo>
                  <a:cubicBezTo>
                    <a:pt x="346233" y="15198"/>
                    <a:pt x="341947" y="19465"/>
                    <a:pt x="336708" y="19465"/>
                  </a:cubicBezTo>
                  <a:close/>
                  <a:moveTo>
                    <a:pt x="2117883" y="19465"/>
                  </a:moveTo>
                  <a:cubicBezTo>
                    <a:pt x="2112644" y="19465"/>
                    <a:pt x="2108358" y="15198"/>
                    <a:pt x="2108358" y="9940"/>
                  </a:cubicBezTo>
                  <a:cubicBezTo>
                    <a:pt x="2108358" y="4682"/>
                    <a:pt x="2112644" y="415"/>
                    <a:pt x="2117883" y="415"/>
                  </a:cubicBezTo>
                  <a:lnTo>
                    <a:pt x="2164747" y="415"/>
                  </a:lnTo>
                  <a:lnTo>
                    <a:pt x="2164747" y="415"/>
                  </a:lnTo>
                  <a:cubicBezTo>
                    <a:pt x="2169985" y="415"/>
                    <a:pt x="2174272" y="4682"/>
                    <a:pt x="2174272" y="9940"/>
                  </a:cubicBezTo>
                  <a:cubicBezTo>
                    <a:pt x="2174272" y="15198"/>
                    <a:pt x="2169985" y="19465"/>
                    <a:pt x="2164747" y="19465"/>
                  </a:cubicBezTo>
                  <a:lnTo>
                    <a:pt x="2117883" y="19465"/>
                  </a:lnTo>
                  <a:close/>
                  <a:moveTo>
                    <a:pt x="195928" y="19465"/>
                  </a:moveTo>
                  <a:lnTo>
                    <a:pt x="195928" y="19465"/>
                  </a:lnTo>
                  <a:lnTo>
                    <a:pt x="149066" y="19465"/>
                  </a:lnTo>
                  <a:cubicBezTo>
                    <a:pt x="143827" y="19465"/>
                    <a:pt x="139541" y="15198"/>
                    <a:pt x="139541" y="9940"/>
                  </a:cubicBezTo>
                  <a:cubicBezTo>
                    <a:pt x="139541" y="4682"/>
                    <a:pt x="143827" y="415"/>
                    <a:pt x="149066" y="415"/>
                  </a:cubicBezTo>
                  <a:lnTo>
                    <a:pt x="149066" y="415"/>
                  </a:lnTo>
                  <a:lnTo>
                    <a:pt x="196024" y="415"/>
                  </a:lnTo>
                  <a:cubicBezTo>
                    <a:pt x="201263" y="415"/>
                    <a:pt x="205549" y="4682"/>
                    <a:pt x="205549" y="9940"/>
                  </a:cubicBezTo>
                  <a:cubicBezTo>
                    <a:pt x="205549" y="15198"/>
                    <a:pt x="201263" y="19465"/>
                    <a:pt x="196024" y="19465"/>
                  </a:cubicBezTo>
                  <a:close/>
                  <a:moveTo>
                    <a:pt x="2258472" y="18989"/>
                  </a:moveTo>
                  <a:cubicBezTo>
                    <a:pt x="2253233" y="18989"/>
                    <a:pt x="2248947" y="14722"/>
                    <a:pt x="2248947" y="9464"/>
                  </a:cubicBezTo>
                  <a:cubicBezTo>
                    <a:pt x="2248947" y="4206"/>
                    <a:pt x="2253233" y="-61"/>
                    <a:pt x="2258472" y="-61"/>
                  </a:cubicBezTo>
                  <a:lnTo>
                    <a:pt x="2305336" y="-61"/>
                  </a:lnTo>
                  <a:lnTo>
                    <a:pt x="2305336" y="-61"/>
                  </a:lnTo>
                  <a:cubicBezTo>
                    <a:pt x="2310574" y="-61"/>
                    <a:pt x="2314861" y="4206"/>
                    <a:pt x="2314861" y="9464"/>
                  </a:cubicBezTo>
                  <a:cubicBezTo>
                    <a:pt x="2314861" y="14722"/>
                    <a:pt x="2310574" y="18989"/>
                    <a:pt x="2305336" y="18989"/>
                  </a:cubicBezTo>
                  <a:lnTo>
                    <a:pt x="2258377" y="18989"/>
                  </a:lnTo>
                  <a:close/>
                  <a:moveTo>
                    <a:pt x="55339" y="18989"/>
                  </a:moveTo>
                  <a:lnTo>
                    <a:pt x="55339" y="18989"/>
                  </a:lnTo>
                  <a:lnTo>
                    <a:pt x="8477" y="18989"/>
                  </a:lnTo>
                  <a:cubicBezTo>
                    <a:pt x="3238" y="18989"/>
                    <a:pt x="-1048" y="14722"/>
                    <a:pt x="-1048" y="9464"/>
                  </a:cubicBezTo>
                  <a:cubicBezTo>
                    <a:pt x="-1048" y="4206"/>
                    <a:pt x="3238" y="-61"/>
                    <a:pt x="8477" y="-61"/>
                  </a:cubicBezTo>
                  <a:lnTo>
                    <a:pt x="8477" y="-61"/>
                  </a:lnTo>
                  <a:lnTo>
                    <a:pt x="55339" y="-61"/>
                  </a:lnTo>
                  <a:cubicBezTo>
                    <a:pt x="60579" y="-61"/>
                    <a:pt x="64864" y="4206"/>
                    <a:pt x="64864" y="9464"/>
                  </a:cubicBezTo>
                  <a:cubicBezTo>
                    <a:pt x="64864" y="14722"/>
                    <a:pt x="60579" y="18989"/>
                    <a:pt x="55339" y="18989"/>
                  </a:cubicBezTo>
                  <a:close/>
                </a:path>
              </a:pathLst>
            </a:custGeom>
            <a:solidFill>
              <a:srgbClr val="454E5F"/>
            </a:solidFill>
            <a:ln w="9525" cap="flat">
              <a:noFill/>
              <a:prstDash val="solid"/>
              <a:miter/>
            </a:ln>
          </p:spPr>
          <p:txBody>
            <a:bodyPr rtlCol="0" anchor="ctr"/>
            <a:lstStyle/>
            <a:p>
              <a:endParaRPr lang="zh-CN" altLang="en-US"/>
            </a:p>
          </p:txBody>
        </p:sp>
        <p:sp>
          <p:nvSpPr>
            <p:cNvPr id="27" name="任意多边形: 形状 26">
              <a:extLst>
                <a:ext uri="{FF2B5EF4-FFF2-40B4-BE49-F238E27FC236}">
                  <a16:creationId xmlns:a16="http://schemas.microsoft.com/office/drawing/2014/main" id="{899012B3-ED62-AC23-897F-95A1C57274D0}"/>
                </a:ext>
              </a:extLst>
            </p:cNvPr>
            <p:cNvSpPr/>
            <p:nvPr/>
          </p:nvSpPr>
          <p:spPr>
            <a:xfrm>
              <a:off x="4678680" y="5151691"/>
              <a:ext cx="2315908" cy="19526"/>
            </a:xfrm>
            <a:custGeom>
              <a:avLst/>
              <a:gdLst>
                <a:gd name="connsiteX0" fmla="*/ 1180052 w 2315908"/>
                <a:gd name="connsiteY0" fmla="*/ 19465 h 19526"/>
                <a:gd name="connsiteX1" fmla="*/ 1133189 w 2315908"/>
                <a:gd name="connsiteY1" fmla="*/ 19465 h 19526"/>
                <a:gd name="connsiteX2" fmla="*/ 1123664 w 2315908"/>
                <a:gd name="connsiteY2" fmla="*/ 9940 h 19526"/>
                <a:gd name="connsiteX3" fmla="*/ 1133189 w 2315908"/>
                <a:gd name="connsiteY3" fmla="*/ 415 h 19526"/>
                <a:gd name="connsiteX4" fmla="*/ 1180052 w 2315908"/>
                <a:gd name="connsiteY4" fmla="*/ 415 h 19526"/>
                <a:gd name="connsiteX5" fmla="*/ 1189577 w 2315908"/>
                <a:gd name="connsiteY5" fmla="*/ 9940 h 19526"/>
                <a:gd name="connsiteX6" fmla="*/ 1180052 w 2315908"/>
                <a:gd name="connsiteY6" fmla="*/ 19465 h 19526"/>
                <a:gd name="connsiteX7" fmla="*/ 1273778 w 2315908"/>
                <a:gd name="connsiteY7" fmla="*/ 19465 h 19526"/>
                <a:gd name="connsiteX8" fmla="*/ 1264253 w 2315908"/>
                <a:gd name="connsiteY8" fmla="*/ 9940 h 19526"/>
                <a:gd name="connsiteX9" fmla="*/ 1273778 w 2315908"/>
                <a:gd name="connsiteY9" fmla="*/ 415 h 19526"/>
                <a:gd name="connsiteX10" fmla="*/ 1320641 w 2315908"/>
                <a:gd name="connsiteY10" fmla="*/ 415 h 19526"/>
                <a:gd name="connsiteX11" fmla="*/ 1330166 w 2315908"/>
                <a:gd name="connsiteY11" fmla="*/ 9940 h 19526"/>
                <a:gd name="connsiteX12" fmla="*/ 1320641 w 2315908"/>
                <a:gd name="connsiteY12" fmla="*/ 19465 h 19526"/>
                <a:gd name="connsiteX13" fmla="*/ 1039463 w 2315908"/>
                <a:gd name="connsiteY13" fmla="*/ 19465 h 19526"/>
                <a:gd name="connsiteX14" fmla="*/ 992504 w 2315908"/>
                <a:gd name="connsiteY14" fmla="*/ 19465 h 19526"/>
                <a:gd name="connsiteX15" fmla="*/ 982979 w 2315908"/>
                <a:gd name="connsiteY15" fmla="*/ 9940 h 19526"/>
                <a:gd name="connsiteX16" fmla="*/ 992504 w 2315908"/>
                <a:gd name="connsiteY16" fmla="*/ 415 h 19526"/>
                <a:gd name="connsiteX17" fmla="*/ 1039463 w 2315908"/>
                <a:gd name="connsiteY17" fmla="*/ 415 h 19526"/>
                <a:gd name="connsiteX18" fmla="*/ 1048988 w 2315908"/>
                <a:gd name="connsiteY18" fmla="*/ 9940 h 19526"/>
                <a:gd name="connsiteX19" fmla="*/ 1039463 w 2315908"/>
                <a:gd name="connsiteY19" fmla="*/ 19465 h 19526"/>
                <a:gd name="connsiteX20" fmla="*/ 1414462 w 2315908"/>
                <a:gd name="connsiteY20" fmla="*/ 19465 h 19526"/>
                <a:gd name="connsiteX21" fmla="*/ 1404937 w 2315908"/>
                <a:gd name="connsiteY21" fmla="*/ 9940 h 19526"/>
                <a:gd name="connsiteX22" fmla="*/ 1414462 w 2315908"/>
                <a:gd name="connsiteY22" fmla="*/ 415 h 19526"/>
                <a:gd name="connsiteX23" fmla="*/ 1461324 w 2315908"/>
                <a:gd name="connsiteY23" fmla="*/ 415 h 19526"/>
                <a:gd name="connsiteX24" fmla="*/ 1470849 w 2315908"/>
                <a:gd name="connsiteY24" fmla="*/ 9940 h 19526"/>
                <a:gd name="connsiteX25" fmla="*/ 1461324 w 2315908"/>
                <a:gd name="connsiteY25" fmla="*/ 19465 h 19526"/>
                <a:gd name="connsiteX26" fmla="*/ 898779 w 2315908"/>
                <a:gd name="connsiteY26" fmla="*/ 19465 h 19526"/>
                <a:gd name="connsiteX27" fmla="*/ 851915 w 2315908"/>
                <a:gd name="connsiteY27" fmla="*/ 19465 h 19526"/>
                <a:gd name="connsiteX28" fmla="*/ 842390 w 2315908"/>
                <a:gd name="connsiteY28" fmla="*/ 9940 h 19526"/>
                <a:gd name="connsiteX29" fmla="*/ 851915 w 2315908"/>
                <a:gd name="connsiteY29" fmla="*/ 415 h 19526"/>
                <a:gd name="connsiteX30" fmla="*/ 898779 w 2315908"/>
                <a:gd name="connsiteY30" fmla="*/ 415 h 19526"/>
                <a:gd name="connsiteX31" fmla="*/ 908304 w 2315908"/>
                <a:gd name="connsiteY31" fmla="*/ 9940 h 19526"/>
                <a:gd name="connsiteX32" fmla="*/ 898779 w 2315908"/>
                <a:gd name="connsiteY32" fmla="*/ 19274 h 19526"/>
                <a:gd name="connsiteX33" fmla="*/ 1555051 w 2315908"/>
                <a:gd name="connsiteY33" fmla="*/ 19465 h 19526"/>
                <a:gd name="connsiteX34" fmla="*/ 1545526 w 2315908"/>
                <a:gd name="connsiteY34" fmla="*/ 9940 h 19526"/>
                <a:gd name="connsiteX35" fmla="*/ 1555051 w 2315908"/>
                <a:gd name="connsiteY35" fmla="*/ 415 h 19526"/>
                <a:gd name="connsiteX36" fmla="*/ 1601914 w 2315908"/>
                <a:gd name="connsiteY36" fmla="*/ 415 h 19526"/>
                <a:gd name="connsiteX37" fmla="*/ 1611439 w 2315908"/>
                <a:gd name="connsiteY37" fmla="*/ 9940 h 19526"/>
                <a:gd name="connsiteX38" fmla="*/ 1601914 w 2315908"/>
                <a:gd name="connsiteY38" fmla="*/ 19465 h 19526"/>
                <a:gd name="connsiteX39" fmla="*/ 758189 w 2315908"/>
                <a:gd name="connsiteY39" fmla="*/ 19465 h 19526"/>
                <a:gd name="connsiteX40" fmla="*/ 711231 w 2315908"/>
                <a:gd name="connsiteY40" fmla="*/ 19465 h 19526"/>
                <a:gd name="connsiteX41" fmla="*/ 701706 w 2315908"/>
                <a:gd name="connsiteY41" fmla="*/ 9940 h 19526"/>
                <a:gd name="connsiteX42" fmla="*/ 711231 w 2315908"/>
                <a:gd name="connsiteY42" fmla="*/ 415 h 19526"/>
                <a:gd name="connsiteX43" fmla="*/ 758094 w 2315908"/>
                <a:gd name="connsiteY43" fmla="*/ 415 h 19526"/>
                <a:gd name="connsiteX44" fmla="*/ 767619 w 2315908"/>
                <a:gd name="connsiteY44" fmla="*/ 9940 h 19526"/>
                <a:gd name="connsiteX45" fmla="*/ 758094 w 2315908"/>
                <a:gd name="connsiteY45" fmla="*/ 19465 h 19526"/>
                <a:gd name="connsiteX46" fmla="*/ 1695640 w 2315908"/>
                <a:gd name="connsiteY46" fmla="*/ 19465 h 19526"/>
                <a:gd name="connsiteX47" fmla="*/ 1686115 w 2315908"/>
                <a:gd name="connsiteY47" fmla="*/ 9940 h 19526"/>
                <a:gd name="connsiteX48" fmla="*/ 1695640 w 2315908"/>
                <a:gd name="connsiteY48" fmla="*/ 415 h 19526"/>
                <a:gd name="connsiteX49" fmla="*/ 1742598 w 2315908"/>
                <a:gd name="connsiteY49" fmla="*/ 415 h 19526"/>
                <a:gd name="connsiteX50" fmla="*/ 1752123 w 2315908"/>
                <a:gd name="connsiteY50" fmla="*/ 9940 h 19526"/>
                <a:gd name="connsiteX51" fmla="*/ 1742598 w 2315908"/>
                <a:gd name="connsiteY51" fmla="*/ 19465 h 19526"/>
                <a:gd name="connsiteX52" fmla="*/ 1695736 w 2315908"/>
                <a:gd name="connsiteY52" fmla="*/ 19465 h 19526"/>
                <a:gd name="connsiteX53" fmla="*/ 617505 w 2315908"/>
                <a:gd name="connsiteY53" fmla="*/ 19465 h 19526"/>
                <a:gd name="connsiteX54" fmla="*/ 617505 w 2315908"/>
                <a:gd name="connsiteY54" fmla="*/ 19465 h 19526"/>
                <a:gd name="connsiteX55" fmla="*/ 570643 w 2315908"/>
                <a:gd name="connsiteY55" fmla="*/ 19465 h 19526"/>
                <a:gd name="connsiteX56" fmla="*/ 561118 w 2315908"/>
                <a:gd name="connsiteY56" fmla="*/ 9940 h 19526"/>
                <a:gd name="connsiteX57" fmla="*/ 570643 w 2315908"/>
                <a:gd name="connsiteY57" fmla="*/ 415 h 19526"/>
                <a:gd name="connsiteX58" fmla="*/ 617600 w 2315908"/>
                <a:gd name="connsiteY58" fmla="*/ 415 h 19526"/>
                <a:gd name="connsiteX59" fmla="*/ 627125 w 2315908"/>
                <a:gd name="connsiteY59" fmla="*/ 9940 h 19526"/>
                <a:gd name="connsiteX60" fmla="*/ 617600 w 2315908"/>
                <a:gd name="connsiteY60" fmla="*/ 19465 h 19526"/>
                <a:gd name="connsiteX61" fmla="*/ 1836705 w 2315908"/>
                <a:gd name="connsiteY61" fmla="*/ 19465 h 19526"/>
                <a:gd name="connsiteX62" fmla="*/ 1827180 w 2315908"/>
                <a:gd name="connsiteY62" fmla="*/ 9940 h 19526"/>
                <a:gd name="connsiteX63" fmla="*/ 1836705 w 2315908"/>
                <a:gd name="connsiteY63" fmla="*/ 415 h 19526"/>
                <a:gd name="connsiteX64" fmla="*/ 1883568 w 2315908"/>
                <a:gd name="connsiteY64" fmla="*/ 415 h 19526"/>
                <a:gd name="connsiteX65" fmla="*/ 1883568 w 2315908"/>
                <a:gd name="connsiteY65" fmla="*/ 415 h 19526"/>
                <a:gd name="connsiteX66" fmla="*/ 1893093 w 2315908"/>
                <a:gd name="connsiteY66" fmla="*/ 9940 h 19526"/>
                <a:gd name="connsiteX67" fmla="*/ 1883568 w 2315908"/>
                <a:gd name="connsiteY67" fmla="*/ 19465 h 19526"/>
                <a:gd name="connsiteX68" fmla="*/ 1836705 w 2315908"/>
                <a:gd name="connsiteY68" fmla="*/ 19465 h 19526"/>
                <a:gd name="connsiteX69" fmla="*/ 477297 w 2315908"/>
                <a:gd name="connsiteY69" fmla="*/ 19465 h 19526"/>
                <a:gd name="connsiteX70" fmla="*/ 477297 w 2315908"/>
                <a:gd name="connsiteY70" fmla="*/ 19465 h 19526"/>
                <a:gd name="connsiteX71" fmla="*/ 430339 w 2315908"/>
                <a:gd name="connsiteY71" fmla="*/ 19465 h 19526"/>
                <a:gd name="connsiteX72" fmla="*/ 420814 w 2315908"/>
                <a:gd name="connsiteY72" fmla="*/ 9940 h 19526"/>
                <a:gd name="connsiteX73" fmla="*/ 430339 w 2315908"/>
                <a:gd name="connsiteY73" fmla="*/ 415 h 19526"/>
                <a:gd name="connsiteX74" fmla="*/ 430339 w 2315908"/>
                <a:gd name="connsiteY74" fmla="*/ 415 h 19526"/>
                <a:gd name="connsiteX75" fmla="*/ 477202 w 2315908"/>
                <a:gd name="connsiteY75" fmla="*/ 415 h 19526"/>
                <a:gd name="connsiteX76" fmla="*/ 486727 w 2315908"/>
                <a:gd name="connsiteY76" fmla="*/ 9940 h 19526"/>
                <a:gd name="connsiteX77" fmla="*/ 476916 w 2315908"/>
                <a:gd name="connsiteY77" fmla="*/ 18798 h 19526"/>
                <a:gd name="connsiteX78" fmla="*/ 1977294 w 2315908"/>
                <a:gd name="connsiteY78" fmla="*/ 19465 h 19526"/>
                <a:gd name="connsiteX79" fmla="*/ 1967769 w 2315908"/>
                <a:gd name="connsiteY79" fmla="*/ 9940 h 19526"/>
                <a:gd name="connsiteX80" fmla="*/ 1977294 w 2315908"/>
                <a:gd name="connsiteY80" fmla="*/ 415 h 19526"/>
                <a:gd name="connsiteX81" fmla="*/ 2024158 w 2315908"/>
                <a:gd name="connsiteY81" fmla="*/ 415 h 19526"/>
                <a:gd name="connsiteX82" fmla="*/ 2024158 w 2315908"/>
                <a:gd name="connsiteY82" fmla="*/ 415 h 19526"/>
                <a:gd name="connsiteX83" fmla="*/ 2033683 w 2315908"/>
                <a:gd name="connsiteY83" fmla="*/ 9940 h 19526"/>
                <a:gd name="connsiteX84" fmla="*/ 2024158 w 2315908"/>
                <a:gd name="connsiteY84" fmla="*/ 19465 h 19526"/>
                <a:gd name="connsiteX85" fmla="*/ 1977294 w 2315908"/>
                <a:gd name="connsiteY85" fmla="*/ 19465 h 19526"/>
                <a:gd name="connsiteX86" fmla="*/ 336708 w 2315908"/>
                <a:gd name="connsiteY86" fmla="*/ 19465 h 19526"/>
                <a:gd name="connsiteX87" fmla="*/ 336708 w 2315908"/>
                <a:gd name="connsiteY87" fmla="*/ 19465 h 19526"/>
                <a:gd name="connsiteX88" fmla="*/ 289845 w 2315908"/>
                <a:gd name="connsiteY88" fmla="*/ 19465 h 19526"/>
                <a:gd name="connsiteX89" fmla="*/ 280320 w 2315908"/>
                <a:gd name="connsiteY89" fmla="*/ 9940 h 19526"/>
                <a:gd name="connsiteX90" fmla="*/ 289845 w 2315908"/>
                <a:gd name="connsiteY90" fmla="*/ 415 h 19526"/>
                <a:gd name="connsiteX91" fmla="*/ 289845 w 2315908"/>
                <a:gd name="connsiteY91" fmla="*/ 415 h 19526"/>
                <a:gd name="connsiteX92" fmla="*/ 336708 w 2315908"/>
                <a:gd name="connsiteY92" fmla="*/ 415 h 19526"/>
                <a:gd name="connsiteX93" fmla="*/ 346233 w 2315908"/>
                <a:gd name="connsiteY93" fmla="*/ 9940 h 19526"/>
                <a:gd name="connsiteX94" fmla="*/ 336327 w 2315908"/>
                <a:gd name="connsiteY94" fmla="*/ 17846 h 19526"/>
                <a:gd name="connsiteX95" fmla="*/ 2117883 w 2315908"/>
                <a:gd name="connsiteY95" fmla="*/ 19465 h 19526"/>
                <a:gd name="connsiteX96" fmla="*/ 2108358 w 2315908"/>
                <a:gd name="connsiteY96" fmla="*/ 9940 h 19526"/>
                <a:gd name="connsiteX97" fmla="*/ 2117883 w 2315908"/>
                <a:gd name="connsiteY97" fmla="*/ 415 h 19526"/>
                <a:gd name="connsiteX98" fmla="*/ 2164747 w 2315908"/>
                <a:gd name="connsiteY98" fmla="*/ 415 h 19526"/>
                <a:gd name="connsiteX99" fmla="*/ 2164747 w 2315908"/>
                <a:gd name="connsiteY99" fmla="*/ 415 h 19526"/>
                <a:gd name="connsiteX100" fmla="*/ 2174272 w 2315908"/>
                <a:gd name="connsiteY100" fmla="*/ 9940 h 19526"/>
                <a:gd name="connsiteX101" fmla="*/ 2164747 w 2315908"/>
                <a:gd name="connsiteY101" fmla="*/ 19465 h 19526"/>
                <a:gd name="connsiteX102" fmla="*/ 2117883 w 2315908"/>
                <a:gd name="connsiteY102" fmla="*/ 19465 h 19526"/>
                <a:gd name="connsiteX103" fmla="*/ 195928 w 2315908"/>
                <a:gd name="connsiteY103" fmla="*/ 19465 h 19526"/>
                <a:gd name="connsiteX104" fmla="*/ 195928 w 2315908"/>
                <a:gd name="connsiteY104" fmla="*/ 19465 h 19526"/>
                <a:gd name="connsiteX105" fmla="*/ 149066 w 2315908"/>
                <a:gd name="connsiteY105" fmla="*/ 19465 h 19526"/>
                <a:gd name="connsiteX106" fmla="*/ 139541 w 2315908"/>
                <a:gd name="connsiteY106" fmla="*/ 9940 h 19526"/>
                <a:gd name="connsiteX107" fmla="*/ 149066 w 2315908"/>
                <a:gd name="connsiteY107" fmla="*/ 415 h 19526"/>
                <a:gd name="connsiteX108" fmla="*/ 149066 w 2315908"/>
                <a:gd name="connsiteY108" fmla="*/ 415 h 19526"/>
                <a:gd name="connsiteX109" fmla="*/ 196024 w 2315908"/>
                <a:gd name="connsiteY109" fmla="*/ 415 h 19526"/>
                <a:gd name="connsiteX110" fmla="*/ 205549 w 2315908"/>
                <a:gd name="connsiteY110" fmla="*/ 9940 h 19526"/>
                <a:gd name="connsiteX111" fmla="*/ 196024 w 2315908"/>
                <a:gd name="connsiteY111" fmla="*/ 19465 h 19526"/>
                <a:gd name="connsiteX112" fmla="*/ 2258472 w 2315908"/>
                <a:gd name="connsiteY112" fmla="*/ 18989 h 19526"/>
                <a:gd name="connsiteX113" fmla="*/ 2248947 w 2315908"/>
                <a:gd name="connsiteY113" fmla="*/ 9464 h 19526"/>
                <a:gd name="connsiteX114" fmla="*/ 2258472 w 2315908"/>
                <a:gd name="connsiteY114" fmla="*/ -61 h 19526"/>
                <a:gd name="connsiteX115" fmla="*/ 2305336 w 2315908"/>
                <a:gd name="connsiteY115" fmla="*/ -61 h 19526"/>
                <a:gd name="connsiteX116" fmla="*/ 2305336 w 2315908"/>
                <a:gd name="connsiteY116" fmla="*/ -61 h 19526"/>
                <a:gd name="connsiteX117" fmla="*/ 2314861 w 2315908"/>
                <a:gd name="connsiteY117" fmla="*/ 9464 h 19526"/>
                <a:gd name="connsiteX118" fmla="*/ 2305336 w 2315908"/>
                <a:gd name="connsiteY118" fmla="*/ 18989 h 19526"/>
                <a:gd name="connsiteX119" fmla="*/ 2258377 w 2315908"/>
                <a:gd name="connsiteY119" fmla="*/ 18989 h 19526"/>
                <a:gd name="connsiteX120" fmla="*/ 55339 w 2315908"/>
                <a:gd name="connsiteY120" fmla="*/ 18989 h 19526"/>
                <a:gd name="connsiteX121" fmla="*/ 55339 w 2315908"/>
                <a:gd name="connsiteY121" fmla="*/ 18989 h 19526"/>
                <a:gd name="connsiteX122" fmla="*/ 8477 w 2315908"/>
                <a:gd name="connsiteY122" fmla="*/ 18989 h 19526"/>
                <a:gd name="connsiteX123" fmla="*/ -1048 w 2315908"/>
                <a:gd name="connsiteY123" fmla="*/ 9464 h 19526"/>
                <a:gd name="connsiteX124" fmla="*/ 8477 w 2315908"/>
                <a:gd name="connsiteY124" fmla="*/ -61 h 19526"/>
                <a:gd name="connsiteX125" fmla="*/ 8477 w 2315908"/>
                <a:gd name="connsiteY125" fmla="*/ -61 h 19526"/>
                <a:gd name="connsiteX126" fmla="*/ 55339 w 2315908"/>
                <a:gd name="connsiteY126" fmla="*/ -61 h 19526"/>
                <a:gd name="connsiteX127" fmla="*/ 64864 w 2315908"/>
                <a:gd name="connsiteY127" fmla="*/ 9464 h 19526"/>
                <a:gd name="connsiteX128" fmla="*/ 55339 w 2315908"/>
                <a:gd name="connsiteY128" fmla="*/ 18989 h 19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315908" h="19526">
                  <a:moveTo>
                    <a:pt x="1180052" y="19465"/>
                  </a:moveTo>
                  <a:lnTo>
                    <a:pt x="1133189" y="19465"/>
                  </a:lnTo>
                  <a:cubicBezTo>
                    <a:pt x="1127949" y="19465"/>
                    <a:pt x="1123664" y="15198"/>
                    <a:pt x="1123664" y="9940"/>
                  </a:cubicBezTo>
                  <a:cubicBezTo>
                    <a:pt x="1123664" y="4682"/>
                    <a:pt x="1127949" y="415"/>
                    <a:pt x="1133189" y="415"/>
                  </a:cubicBezTo>
                  <a:lnTo>
                    <a:pt x="1180052" y="415"/>
                  </a:lnTo>
                  <a:cubicBezTo>
                    <a:pt x="1185290" y="415"/>
                    <a:pt x="1189577" y="4682"/>
                    <a:pt x="1189577" y="9940"/>
                  </a:cubicBezTo>
                  <a:cubicBezTo>
                    <a:pt x="1189577" y="15198"/>
                    <a:pt x="1185290" y="19465"/>
                    <a:pt x="1180052" y="19465"/>
                  </a:cubicBezTo>
                  <a:close/>
                  <a:moveTo>
                    <a:pt x="1273778" y="19465"/>
                  </a:moveTo>
                  <a:cubicBezTo>
                    <a:pt x="1268539" y="19465"/>
                    <a:pt x="1264253" y="15198"/>
                    <a:pt x="1264253" y="9940"/>
                  </a:cubicBezTo>
                  <a:cubicBezTo>
                    <a:pt x="1264253" y="4682"/>
                    <a:pt x="1268539" y="415"/>
                    <a:pt x="1273778" y="415"/>
                  </a:cubicBezTo>
                  <a:lnTo>
                    <a:pt x="1320641" y="415"/>
                  </a:lnTo>
                  <a:cubicBezTo>
                    <a:pt x="1325879" y="415"/>
                    <a:pt x="1330166" y="4682"/>
                    <a:pt x="1330166" y="9940"/>
                  </a:cubicBezTo>
                  <a:cubicBezTo>
                    <a:pt x="1330166" y="15198"/>
                    <a:pt x="1325879" y="19465"/>
                    <a:pt x="1320641" y="19465"/>
                  </a:cubicBezTo>
                  <a:close/>
                  <a:moveTo>
                    <a:pt x="1039463" y="19465"/>
                  </a:moveTo>
                  <a:lnTo>
                    <a:pt x="992504" y="19465"/>
                  </a:lnTo>
                  <a:cubicBezTo>
                    <a:pt x="987266" y="19465"/>
                    <a:pt x="982979" y="15198"/>
                    <a:pt x="982979" y="9940"/>
                  </a:cubicBezTo>
                  <a:cubicBezTo>
                    <a:pt x="982979" y="4682"/>
                    <a:pt x="987266" y="415"/>
                    <a:pt x="992504" y="415"/>
                  </a:cubicBezTo>
                  <a:lnTo>
                    <a:pt x="1039463" y="415"/>
                  </a:lnTo>
                  <a:cubicBezTo>
                    <a:pt x="1044701" y="415"/>
                    <a:pt x="1048988" y="4682"/>
                    <a:pt x="1048988" y="9940"/>
                  </a:cubicBezTo>
                  <a:cubicBezTo>
                    <a:pt x="1048988" y="15198"/>
                    <a:pt x="1044701" y="19465"/>
                    <a:pt x="1039463" y="19465"/>
                  </a:cubicBezTo>
                  <a:close/>
                  <a:moveTo>
                    <a:pt x="1414462" y="19465"/>
                  </a:moveTo>
                  <a:cubicBezTo>
                    <a:pt x="1409223" y="19465"/>
                    <a:pt x="1404937" y="15198"/>
                    <a:pt x="1404937" y="9940"/>
                  </a:cubicBezTo>
                  <a:cubicBezTo>
                    <a:pt x="1404937" y="4682"/>
                    <a:pt x="1409223" y="415"/>
                    <a:pt x="1414462" y="415"/>
                  </a:cubicBezTo>
                  <a:lnTo>
                    <a:pt x="1461324" y="415"/>
                  </a:lnTo>
                  <a:cubicBezTo>
                    <a:pt x="1466564" y="415"/>
                    <a:pt x="1470849" y="4682"/>
                    <a:pt x="1470849" y="9940"/>
                  </a:cubicBezTo>
                  <a:cubicBezTo>
                    <a:pt x="1470849" y="15198"/>
                    <a:pt x="1466564" y="19465"/>
                    <a:pt x="1461324" y="19465"/>
                  </a:cubicBezTo>
                  <a:close/>
                  <a:moveTo>
                    <a:pt x="898779" y="19465"/>
                  </a:moveTo>
                  <a:lnTo>
                    <a:pt x="851915" y="19465"/>
                  </a:lnTo>
                  <a:cubicBezTo>
                    <a:pt x="846677" y="19465"/>
                    <a:pt x="842390" y="15198"/>
                    <a:pt x="842390" y="9940"/>
                  </a:cubicBezTo>
                  <a:cubicBezTo>
                    <a:pt x="842390" y="4682"/>
                    <a:pt x="846677" y="415"/>
                    <a:pt x="851915" y="415"/>
                  </a:cubicBezTo>
                  <a:lnTo>
                    <a:pt x="898779" y="415"/>
                  </a:lnTo>
                  <a:cubicBezTo>
                    <a:pt x="904018" y="415"/>
                    <a:pt x="908304" y="4682"/>
                    <a:pt x="908304" y="9940"/>
                  </a:cubicBezTo>
                  <a:cubicBezTo>
                    <a:pt x="908208" y="15122"/>
                    <a:pt x="903922" y="19274"/>
                    <a:pt x="898779" y="19274"/>
                  </a:cubicBezTo>
                  <a:close/>
                  <a:moveTo>
                    <a:pt x="1555051" y="19465"/>
                  </a:moveTo>
                  <a:cubicBezTo>
                    <a:pt x="1549812" y="19465"/>
                    <a:pt x="1545526" y="15198"/>
                    <a:pt x="1545526" y="9940"/>
                  </a:cubicBezTo>
                  <a:cubicBezTo>
                    <a:pt x="1545526" y="4682"/>
                    <a:pt x="1549812" y="415"/>
                    <a:pt x="1555051" y="415"/>
                  </a:cubicBezTo>
                  <a:lnTo>
                    <a:pt x="1601914" y="415"/>
                  </a:lnTo>
                  <a:cubicBezTo>
                    <a:pt x="1607153" y="415"/>
                    <a:pt x="1611439" y="4682"/>
                    <a:pt x="1611439" y="9940"/>
                  </a:cubicBezTo>
                  <a:cubicBezTo>
                    <a:pt x="1611439" y="15198"/>
                    <a:pt x="1607153" y="19465"/>
                    <a:pt x="1601914" y="19465"/>
                  </a:cubicBezTo>
                  <a:close/>
                  <a:moveTo>
                    <a:pt x="758189" y="19465"/>
                  </a:moveTo>
                  <a:lnTo>
                    <a:pt x="711231" y="19465"/>
                  </a:lnTo>
                  <a:cubicBezTo>
                    <a:pt x="705993" y="19465"/>
                    <a:pt x="701706" y="15198"/>
                    <a:pt x="701706" y="9940"/>
                  </a:cubicBezTo>
                  <a:cubicBezTo>
                    <a:pt x="701706" y="4682"/>
                    <a:pt x="705993" y="415"/>
                    <a:pt x="711231" y="415"/>
                  </a:cubicBezTo>
                  <a:lnTo>
                    <a:pt x="758094" y="415"/>
                  </a:lnTo>
                  <a:cubicBezTo>
                    <a:pt x="763333" y="415"/>
                    <a:pt x="767619" y="4682"/>
                    <a:pt x="767619" y="9940"/>
                  </a:cubicBezTo>
                  <a:cubicBezTo>
                    <a:pt x="767619" y="15198"/>
                    <a:pt x="763333" y="19465"/>
                    <a:pt x="758094" y="19465"/>
                  </a:cubicBezTo>
                  <a:close/>
                  <a:moveTo>
                    <a:pt x="1695640" y="19465"/>
                  </a:moveTo>
                  <a:cubicBezTo>
                    <a:pt x="1690401" y="19465"/>
                    <a:pt x="1686115" y="15198"/>
                    <a:pt x="1686115" y="9940"/>
                  </a:cubicBezTo>
                  <a:cubicBezTo>
                    <a:pt x="1686115" y="4682"/>
                    <a:pt x="1690401" y="415"/>
                    <a:pt x="1695640" y="415"/>
                  </a:cubicBezTo>
                  <a:lnTo>
                    <a:pt x="1742598" y="415"/>
                  </a:lnTo>
                  <a:cubicBezTo>
                    <a:pt x="1747837" y="415"/>
                    <a:pt x="1752123" y="4682"/>
                    <a:pt x="1752123" y="9940"/>
                  </a:cubicBezTo>
                  <a:cubicBezTo>
                    <a:pt x="1752123" y="15198"/>
                    <a:pt x="1747837" y="19465"/>
                    <a:pt x="1742598" y="19465"/>
                  </a:cubicBezTo>
                  <a:lnTo>
                    <a:pt x="1695736" y="19465"/>
                  </a:lnTo>
                  <a:close/>
                  <a:moveTo>
                    <a:pt x="617505" y="19465"/>
                  </a:moveTo>
                  <a:lnTo>
                    <a:pt x="617505" y="19465"/>
                  </a:lnTo>
                  <a:lnTo>
                    <a:pt x="570643" y="19465"/>
                  </a:lnTo>
                  <a:cubicBezTo>
                    <a:pt x="565404" y="19465"/>
                    <a:pt x="561118" y="15198"/>
                    <a:pt x="561118" y="9940"/>
                  </a:cubicBezTo>
                  <a:cubicBezTo>
                    <a:pt x="561118" y="4682"/>
                    <a:pt x="565404" y="415"/>
                    <a:pt x="570643" y="415"/>
                  </a:cubicBezTo>
                  <a:lnTo>
                    <a:pt x="617600" y="415"/>
                  </a:lnTo>
                  <a:cubicBezTo>
                    <a:pt x="622840" y="415"/>
                    <a:pt x="627125" y="4682"/>
                    <a:pt x="627125" y="9940"/>
                  </a:cubicBezTo>
                  <a:cubicBezTo>
                    <a:pt x="627125" y="15198"/>
                    <a:pt x="622840" y="19465"/>
                    <a:pt x="617600" y="19465"/>
                  </a:cubicBezTo>
                  <a:close/>
                  <a:moveTo>
                    <a:pt x="1836705" y="19465"/>
                  </a:moveTo>
                  <a:cubicBezTo>
                    <a:pt x="1831467" y="19465"/>
                    <a:pt x="1827180" y="15198"/>
                    <a:pt x="1827180" y="9940"/>
                  </a:cubicBezTo>
                  <a:cubicBezTo>
                    <a:pt x="1827180" y="4682"/>
                    <a:pt x="1831467" y="415"/>
                    <a:pt x="1836705" y="415"/>
                  </a:cubicBezTo>
                  <a:lnTo>
                    <a:pt x="1883568" y="415"/>
                  </a:lnTo>
                  <a:lnTo>
                    <a:pt x="1883568" y="415"/>
                  </a:lnTo>
                  <a:cubicBezTo>
                    <a:pt x="1888807" y="415"/>
                    <a:pt x="1893093" y="4682"/>
                    <a:pt x="1893093" y="9940"/>
                  </a:cubicBezTo>
                  <a:cubicBezTo>
                    <a:pt x="1893093" y="15198"/>
                    <a:pt x="1888807" y="19465"/>
                    <a:pt x="1883568" y="19465"/>
                  </a:cubicBezTo>
                  <a:lnTo>
                    <a:pt x="1836705" y="19465"/>
                  </a:lnTo>
                  <a:close/>
                  <a:moveTo>
                    <a:pt x="477297" y="19465"/>
                  </a:moveTo>
                  <a:lnTo>
                    <a:pt x="477297" y="19465"/>
                  </a:lnTo>
                  <a:lnTo>
                    <a:pt x="430339" y="19465"/>
                  </a:lnTo>
                  <a:cubicBezTo>
                    <a:pt x="425100" y="19465"/>
                    <a:pt x="420814" y="15198"/>
                    <a:pt x="420814" y="9940"/>
                  </a:cubicBezTo>
                  <a:cubicBezTo>
                    <a:pt x="420814" y="4682"/>
                    <a:pt x="425100" y="415"/>
                    <a:pt x="430339" y="415"/>
                  </a:cubicBezTo>
                  <a:lnTo>
                    <a:pt x="430339" y="415"/>
                  </a:lnTo>
                  <a:lnTo>
                    <a:pt x="477202" y="415"/>
                  </a:lnTo>
                  <a:cubicBezTo>
                    <a:pt x="482441" y="415"/>
                    <a:pt x="486727" y="4682"/>
                    <a:pt x="486727" y="9940"/>
                  </a:cubicBezTo>
                  <a:cubicBezTo>
                    <a:pt x="486346" y="15055"/>
                    <a:pt x="482060" y="18960"/>
                    <a:pt x="476916" y="18798"/>
                  </a:cubicBezTo>
                  <a:close/>
                  <a:moveTo>
                    <a:pt x="1977294" y="19465"/>
                  </a:moveTo>
                  <a:cubicBezTo>
                    <a:pt x="1972056" y="19465"/>
                    <a:pt x="1967769" y="15198"/>
                    <a:pt x="1967769" y="9940"/>
                  </a:cubicBezTo>
                  <a:cubicBezTo>
                    <a:pt x="1967769" y="4682"/>
                    <a:pt x="1972056" y="415"/>
                    <a:pt x="1977294" y="415"/>
                  </a:cubicBezTo>
                  <a:lnTo>
                    <a:pt x="2024158" y="415"/>
                  </a:lnTo>
                  <a:lnTo>
                    <a:pt x="2024158" y="415"/>
                  </a:lnTo>
                  <a:cubicBezTo>
                    <a:pt x="2029396" y="415"/>
                    <a:pt x="2033683" y="4682"/>
                    <a:pt x="2033683" y="9940"/>
                  </a:cubicBezTo>
                  <a:cubicBezTo>
                    <a:pt x="2033683" y="15198"/>
                    <a:pt x="2029396" y="19465"/>
                    <a:pt x="2024158" y="19465"/>
                  </a:cubicBezTo>
                  <a:lnTo>
                    <a:pt x="1977294" y="19465"/>
                  </a:lnTo>
                  <a:close/>
                  <a:moveTo>
                    <a:pt x="336708" y="19465"/>
                  </a:moveTo>
                  <a:lnTo>
                    <a:pt x="336708" y="19465"/>
                  </a:lnTo>
                  <a:lnTo>
                    <a:pt x="289845" y="19465"/>
                  </a:lnTo>
                  <a:cubicBezTo>
                    <a:pt x="284607" y="19465"/>
                    <a:pt x="280320" y="15198"/>
                    <a:pt x="280320" y="9940"/>
                  </a:cubicBezTo>
                  <a:cubicBezTo>
                    <a:pt x="280320" y="4682"/>
                    <a:pt x="284607" y="415"/>
                    <a:pt x="289845" y="415"/>
                  </a:cubicBezTo>
                  <a:lnTo>
                    <a:pt x="289845" y="415"/>
                  </a:lnTo>
                  <a:lnTo>
                    <a:pt x="336708" y="415"/>
                  </a:lnTo>
                  <a:cubicBezTo>
                    <a:pt x="341947" y="415"/>
                    <a:pt x="346233" y="4682"/>
                    <a:pt x="346233" y="9940"/>
                  </a:cubicBezTo>
                  <a:cubicBezTo>
                    <a:pt x="345376" y="14712"/>
                    <a:pt x="341185" y="18112"/>
                    <a:pt x="336327" y="17846"/>
                  </a:cubicBezTo>
                  <a:close/>
                  <a:moveTo>
                    <a:pt x="2117883" y="19465"/>
                  </a:moveTo>
                  <a:cubicBezTo>
                    <a:pt x="2112644" y="19465"/>
                    <a:pt x="2108358" y="15198"/>
                    <a:pt x="2108358" y="9940"/>
                  </a:cubicBezTo>
                  <a:cubicBezTo>
                    <a:pt x="2108358" y="4682"/>
                    <a:pt x="2112644" y="415"/>
                    <a:pt x="2117883" y="415"/>
                  </a:cubicBezTo>
                  <a:lnTo>
                    <a:pt x="2164747" y="415"/>
                  </a:lnTo>
                  <a:lnTo>
                    <a:pt x="2164747" y="415"/>
                  </a:lnTo>
                  <a:cubicBezTo>
                    <a:pt x="2169985" y="415"/>
                    <a:pt x="2174272" y="4682"/>
                    <a:pt x="2174272" y="9940"/>
                  </a:cubicBezTo>
                  <a:cubicBezTo>
                    <a:pt x="2174272" y="15198"/>
                    <a:pt x="2169985" y="19465"/>
                    <a:pt x="2164747" y="19465"/>
                  </a:cubicBezTo>
                  <a:lnTo>
                    <a:pt x="2117883" y="19465"/>
                  </a:lnTo>
                  <a:close/>
                  <a:moveTo>
                    <a:pt x="195928" y="19465"/>
                  </a:moveTo>
                  <a:lnTo>
                    <a:pt x="195928" y="19465"/>
                  </a:lnTo>
                  <a:lnTo>
                    <a:pt x="149066" y="19465"/>
                  </a:lnTo>
                  <a:cubicBezTo>
                    <a:pt x="143827" y="19465"/>
                    <a:pt x="139541" y="15198"/>
                    <a:pt x="139541" y="9940"/>
                  </a:cubicBezTo>
                  <a:cubicBezTo>
                    <a:pt x="139541" y="4682"/>
                    <a:pt x="143827" y="415"/>
                    <a:pt x="149066" y="415"/>
                  </a:cubicBezTo>
                  <a:lnTo>
                    <a:pt x="149066" y="415"/>
                  </a:lnTo>
                  <a:lnTo>
                    <a:pt x="196024" y="415"/>
                  </a:lnTo>
                  <a:cubicBezTo>
                    <a:pt x="201263" y="415"/>
                    <a:pt x="205549" y="4682"/>
                    <a:pt x="205549" y="9940"/>
                  </a:cubicBezTo>
                  <a:cubicBezTo>
                    <a:pt x="205549" y="15198"/>
                    <a:pt x="201263" y="19465"/>
                    <a:pt x="196024" y="19465"/>
                  </a:cubicBezTo>
                  <a:close/>
                  <a:moveTo>
                    <a:pt x="2258472" y="18989"/>
                  </a:moveTo>
                  <a:cubicBezTo>
                    <a:pt x="2253233" y="18989"/>
                    <a:pt x="2248947" y="14722"/>
                    <a:pt x="2248947" y="9464"/>
                  </a:cubicBezTo>
                  <a:cubicBezTo>
                    <a:pt x="2248947" y="4206"/>
                    <a:pt x="2253233" y="-61"/>
                    <a:pt x="2258472" y="-61"/>
                  </a:cubicBezTo>
                  <a:lnTo>
                    <a:pt x="2305336" y="-61"/>
                  </a:lnTo>
                  <a:lnTo>
                    <a:pt x="2305336" y="-61"/>
                  </a:lnTo>
                  <a:cubicBezTo>
                    <a:pt x="2310574" y="-61"/>
                    <a:pt x="2314861" y="4206"/>
                    <a:pt x="2314861" y="9464"/>
                  </a:cubicBezTo>
                  <a:cubicBezTo>
                    <a:pt x="2314861" y="14722"/>
                    <a:pt x="2310574" y="18989"/>
                    <a:pt x="2305336" y="18989"/>
                  </a:cubicBezTo>
                  <a:lnTo>
                    <a:pt x="2258377" y="18989"/>
                  </a:lnTo>
                  <a:close/>
                  <a:moveTo>
                    <a:pt x="55339" y="18989"/>
                  </a:moveTo>
                  <a:lnTo>
                    <a:pt x="55339" y="18989"/>
                  </a:lnTo>
                  <a:lnTo>
                    <a:pt x="8477" y="18989"/>
                  </a:lnTo>
                  <a:cubicBezTo>
                    <a:pt x="3238" y="18989"/>
                    <a:pt x="-1048" y="14722"/>
                    <a:pt x="-1048" y="9464"/>
                  </a:cubicBezTo>
                  <a:cubicBezTo>
                    <a:pt x="-1048" y="4206"/>
                    <a:pt x="3238" y="-61"/>
                    <a:pt x="8477" y="-61"/>
                  </a:cubicBezTo>
                  <a:lnTo>
                    <a:pt x="8477" y="-61"/>
                  </a:lnTo>
                  <a:lnTo>
                    <a:pt x="55339" y="-61"/>
                  </a:lnTo>
                  <a:cubicBezTo>
                    <a:pt x="60579" y="-61"/>
                    <a:pt x="64864" y="4206"/>
                    <a:pt x="64864" y="9464"/>
                  </a:cubicBezTo>
                  <a:cubicBezTo>
                    <a:pt x="64864" y="14722"/>
                    <a:pt x="60579" y="18989"/>
                    <a:pt x="55339" y="18989"/>
                  </a:cubicBezTo>
                  <a:close/>
                </a:path>
              </a:pathLst>
            </a:custGeom>
            <a:solidFill>
              <a:srgbClr val="454E5F"/>
            </a:solidFill>
            <a:ln w="9525" cap="flat">
              <a:noFill/>
              <a:prstDash val="solid"/>
              <a:miter/>
            </a:ln>
          </p:spPr>
          <p:txBody>
            <a:bodyPr rtlCol="0" anchor="ctr"/>
            <a:lstStyle/>
            <a:p>
              <a:endParaRPr lang="zh-CN" altLang="en-US"/>
            </a:p>
          </p:txBody>
        </p:sp>
      </p:grpSp>
      <p:sp>
        <p:nvSpPr>
          <p:cNvPr id="2" name="标题 1">
            <a:extLst>
              <a:ext uri="{FF2B5EF4-FFF2-40B4-BE49-F238E27FC236}">
                <a16:creationId xmlns:a16="http://schemas.microsoft.com/office/drawing/2014/main" id="{270D987F-74B1-4844-A311-447D97019924}"/>
              </a:ext>
            </a:extLst>
          </p:cNvPr>
          <p:cNvSpPr>
            <a:spLocks noGrp="1"/>
          </p:cNvSpPr>
          <p:nvPr>
            <p:ph type="title"/>
          </p:nvPr>
        </p:nvSpPr>
        <p:spPr/>
        <p:txBody>
          <a:bodyPr>
            <a:normAutofit fontScale="90000"/>
          </a:bodyPr>
          <a:lstStyle/>
          <a:p>
            <a:r>
              <a:rPr lang="en-US" altLang="zh-CN"/>
              <a:t>4.3.2 </a:t>
            </a:r>
            <a:r>
              <a:rPr lang="zh-CN" altLang="en-US"/>
              <a:t>使用翻译方案计算</a:t>
            </a:r>
            <a:r>
              <a:rPr lang="en-US" altLang="zh-CN" b="1" i="1"/>
              <a:t>L</a:t>
            </a:r>
            <a:r>
              <a:rPr lang="zh-CN" altLang="en-US"/>
              <a:t>属性定义</a:t>
            </a:r>
          </a:p>
        </p:txBody>
      </p:sp>
      <p:sp>
        <p:nvSpPr>
          <p:cNvPr id="3" name="内容占位符 2">
            <a:extLst>
              <a:ext uri="{FF2B5EF4-FFF2-40B4-BE49-F238E27FC236}">
                <a16:creationId xmlns:a16="http://schemas.microsoft.com/office/drawing/2014/main" id="{E698474A-5761-47E5-A425-5BA576C2CB78}"/>
              </a:ext>
            </a:extLst>
          </p:cNvPr>
          <p:cNvSpPr>
            <a:spLocks noGrp="1"/>
          </p:cNvSpPr>
          <p:nvPr>
            <p:ph idx="1"/>
          </p:nvPr>
        </p:nvSpPr>
        <p:spPr>
          <a:xfrm>
            <a:off x="628650" y="1257300"/>
            <a:ext cx="7886700" cy="5529394"/>
          </a:xfrm>
        </p:spPr>
        <p:txBody>
          <a:bodyPr>
            <a:normAutofit/>
          </a:bodyPr>
          <a:lstStyle/>
          <a:p>
            <a:r>
              <a:rPr kumimoji="0" lang="en-US" altLang="zh-CN" sz="2800" b="1" i="1" u="none" strike="noStrike" cap="none" normalizeH="0" baseline="0">
                <a:ln>
                  <a:noFill/>
                </a:ln>
                <a:solidFill>
                  <a:schemeClr val="tx1"/>
                </a:solidFill>
                <a:effectLst/>
                <a:latin typeface="Times New Roman" pitchFamily="18" charset="0"/>
                <a:ea typeface="黑体" pitchFamily="2" charset="-122"/>
              </a:rPr>
              <a:t>D </a:t>
            </a:r>
            <a:r>
              <a:rPr kumimoji="0" lang="en-US" altLang="zh-CN" sz="2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800" b="1" u="none" strike="noStrike" cap="none" normalizeH="0" baseline="0">
                <a:ln>
                  <a:noFill/>
                </a:ln>
                <a:solidFill>
                  <a:schemeClr val="accent1"/>
                </a:solidFill>
                <a:effectLst/>
                <a:latin typeface="Times New Roman" pitchFamily="18" charset="0"/>
                <a:ea typeface="黑体" pitchFamily="2" charset="-122"/>
              </a:rPr>
              <a:t>{</a:t>
            </a:r>
            <a:r>
              <a:rPr kumimoji="0" lang="en-US" altLang="zh-CN" sz="2800" b="1" i="1" u="none" strike="noStrike" cap="none" normalizeH="0" baseline="0">
                <a:ln>
                  <a:noFill/>
                </a:ln>
                <a:solidFill>
                  <a:schemeClr val="accent1"/>
                </a:solidFill>
                <a:effectLst/>
                <a:latin typeface="Times New Roman" pitchFamily="18" charset="0"/>
                <a:ea typeface="黑体" pitchFamily="2" charset="-122"/>
              </a:rPr>
              <a:t>L</a:t>
            </a:r>
            <a:r>
              <a:rPr kumimoji="0" lang="en-US" altLang="zh-CN" sz="2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2800" b="1" i="1" u="none" strike="noStrike" cap="none" normalizeH="0" baseline="0">
                <a:ln>
                  <a:noFill/>
                </a:ln>
                <a:solidFill>
                  <a:schemeClr val="accent1"/>
                </a:solidFill>
                <a:effectLst/>
                <a:latin typeface="Times New Roman" pitchFamily="18" charset="0"/>
                <a:ea typeface="黑体" pitchFamily="2" charset="-122"/>
              </a:rPr>
              <a:t>in</a:t>
            </a:r>
            <a:r>
              <a:rPr kumimoji="0" lang="en-US" altLang="zh-CN" sz="2800" b="1" i="0" u="none" strike="noStrike" cap="none" normalizeH="0" baseline="0">
                <a:ln>
                  <a:noFill/>
                </a:ln>
                <a:solidFill>
                  <a:schemeClr val="accent1"/>
                </a:solidFill>
                <a:effectLst/>
                <a:latin typeface="Times New Roman" pitchFamily="18" charset="0"/>
                <a:ea typeface="黑体" pitchFamily="2" charset="-122"/>
              </a:rPr>
              <a:t> = </a:t>
            </a:r>
            <a:r>
              <a:rPr kumimoji="0" lang="en-US" altLang="zh-CN" sz="2800" b="1" i="1" u="none" strike="noStrike" cap="none" normalizeH="0" baseline="0" err="1">
                <a:ln>
                  <a:noFill/>
                </a:ln>
                <a:solidFill>
                  <a:schemeClr val="accent1"/>
                </a:solidFill>
                <a:effectLst/>
                <a:latin typeface="Times New Roman" pitchFamily="18" charset="0"/>
                <a:ea typeface="黑体" pitchFamily="2" charset="-122"/>
              </a:rPr>
              <a:t>T</a:t>
            </a:r>
            <a:r>
              <a:rPr kumimoji="0" lang="en-US" altLang="zh-CN" sz="2800" b="1" i="0" u="none" strike="noStrike" cap="none" normalizeH="0" baseline="0" err="1">
                <a:ln>
                  <a:noFill/>
                </a:ln>
                <a:solidFill>
                  <a:schemeClr val="accent1"/>
                </a:solidFill>
                <a:effectLst/>
                <a:latin typeface="Times New Roman" pitchFamily="18" charset="0"/>
                <a:ea typeface="黑体" pitchFamily="2" charset="-122"/>
              </a:rPr>
              <a:t>.</a:t>
            </a:r>
            <a:r>
              <a:rPr kumimoji="0" lang="en-US" altLang="zh-CN" sz="2800" b="1" i="1" u="none" strike="noStrike" cap="none" normalizeH="0" baseline="0" err="1">
                <a:ln>
                  <a:noFill/>
                </a:ln>
                <a:solidFill>
                  <a:schemeClr val="accent1"/>
                </a:solidFill>
                <a:effectLst/>
                <a:latin typeface="Times New Roman" pitchFamily="18" charset="0"/>
                <a:ea typeface="黑体" pitchFamily="2" charset="-122"/>
              </a:rPr>
              <a:t>type</a:t>
            </a:r>
            <a:r>
              <a:rPr kumimoji="0" lang="en-US" altLang="zh-CN" sz="2800" b="1" u="none" strike="noStrike" cap="none" normalizeH="0" baseline="0">
                <a:ln>
                  <a:noFill/>
                </a:ln>
                <a:solidFill>
                  <a:schemeClr val="accent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L</a:t>
            </a:r>
          </a:p>
          <a:p>
            <a:pPr marL="0" indent="0">
              <a:buNone/>
            </a:pPr>
            <a:r>
              <a:rPr lang="en-US" altLang="zh-CN" sz="2800" b="1" i="1">
                <a:latin typeface="Times New Roman" pitchFamily="18" charset="0"/>
                <a:ea typeface="黑体" pitchFamily="2" charset="-122"/>
              </a:rPr>
              <a:t>  T</a:t>
            </a:r>
            <a:r>
              <a:rPr kumimoji="0" lang="en-US" altLang="zh-CN" sz="2800" b="1" i="0" u="none" strike="noStrike" cap="none" normalizeH="0" baseline="0">
                <a:ln>
                  <a:noFill/>
                </a:ln>
                <a:solidFill>
                  <a:schemeClr val="tx1"/>
                </a:solidFill>
                <a:effectLst/>
                <a:latin typeface="Times New Roman" pitchFamily="18" charset="0"/>
                <a:ea typeface="黑体" pitchFamily="2" charset="-122"/>
                <a:sym typeface="Symbol" pitchFamily="18" charset="2"/>
              </a:rPr>
              <a:t>  </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int </a:t>
            </a:r>
            <a:r>
              <a:rPr kumimoji="0" lang="en-US" altLang="zh-CN" sz="2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2800" b="1" i="1" u="none" strike="noStrike" cap="none" normalizeH="0" baseline="0">
                <a:ln>
                  <a:noFill/>
                </a:ln>
                <a:solidFill>
                  <a:schemeClr val="accent1"/>
                </a:solidFill>
                <a:effectLst/>
                <a:latin typeface="Times New Roman" pitchFamily="18" charset="0"/>
                <a:ea typeface="黑体" pitchFamily="2" charset="-122"/>
              </a:rPr>
              <a:t>T</a:t>
            </a:r>
            <a:r>
              <a:rPr kumimoji="0" lang="en-US" altLang="zh-CN" sz="2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2800" b="1" i="1" u="none" strike="noStrike" cap="none" normalizeH="0" baseline="0">
                <a:ln>
                  <a:noFill/>
                </a:ln>
                <a:solidFill>
                  <a:schemeClr val="accent1"/>
                </a:solidFill>
                <a:effectLst/>
                <a:latin typeface="Times New Roman" pitchFamily="18" charset="0"/>
                <a:ea typeface="黑体" pitchFamily="2" charset="-122"/>
              </a:rPr>
              <a:t> type</a:t>
            </a:r>
            <a:r>
              <a:rPr kumimoji="0" lang="en-US" altLang="zh-CN" sz="2800" b="1" i="0" u="none" strike="noStrike" cap="none" normalizeH="0" baseline="0">
                <a:ln>
                  <a:noFill/>
                </a:ln>
                <a:solidFill>
                  <a:schemeClr val="accent1"/>
                </a:solidFill>
                <a:effectLst/>
                <a:latin typeface="Times New Roman" pitchFamily="18" charset="0"/>
                <a:ea typeface="黑体" pitchFamily="2" charset="-122"/>
              </a:rPr>
              <a:t> = </a:t>
            </a:r>
            <a:r>
              <a:rPr kumimoji="0" lang="en-US" altLang="zh-CN" sz="2800" b="1" i="1" u="none" strike="noStrike" cap="none" normalizeH="0" baseline="0">
                <a:ln>
                  <a:noFill/>
                </a:ln>
                <a:solidFill>
                  <a:schemeClr val="accent1"/>
                </a:solidFill>
                <a:effectLst/>
                <a:latin typeface="Times New Roman" pitchFamily="18" charset="0"/>
                <a:ea typeface="黑体" pitchFamily="2" charset="-122"/>
              </a:rPr>
              <a:t>integer</a:t>
            </a:r>
            <a:r>
              <a:rPr kumimoji="0" lang="en-US" altLang="zh-CN" sz="2800" b="1" i="0" u="none" strike="noStrike" cap="none" normalizeH="0" baseline="0">
                <a:ln>
                  <a:noFill/>
                </a:ln>
                <a:solidFill>
                  <a:schemeClr val="accent1"/>
                </a:solidFill>
                <a:effectLst/>
                <a:latin typeface="Times New Roman" pitchFamily="18" charset="0"/>
                <a:ea typeface="黑体" pitchFamily="2" charset="-122"/>
              </a:rPr>
              <a:t>}</a:t>
            </a:r>
          </a:p>
          <a:p>
            <a:pPr marL="0" indent="0">
              <a:buNone/>
            </a:pPr>
            <a:r>
              <a:rPr kumimoji="0" lang="en-US" altLang="zh-CN" sz="2800" b="1" i="1" u="none" strike="noStrike" cap="none" normalizeH="0" baseline="0">
                <a:ln>
                  <a:noFill/>
                </a:ln>
                <a:solidFill>
                  <a:schemeClr val="tx1"/>
                </a:solidFill>
                <a:effectLst/>
                <a:latin typeface="Times New Roman" pitchFamily="18" charset="0"/>
                <a:ea typeface="黑体" pitchFamily="2" charset="-122"/>
              </a:rPr>
              <a:t>  T</a:t>
            </a:r>
            <a:r>
              <a:rPr kumimoji="0" lang="en-US" altLang="zh-CN" sz="2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real </a:t>
            </a:r>
            <a:r>
              <a:rPr kumimoji="0" lang="en-US" altLang="zh-CN" sz="2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2800" b="1" i="1" u="none" strike="noStrike" cap="none" normalizeH="0" baseline="0">
                <a:ln>
                  <a:noFill/>
                </a:ln>
                <a:solidFill>
                  <a:schemeClr val="accent1"/>
                </a:solidFill>
                <a:effectLst/>
                <a:latin typeface="Times New Roman" pitchFamily="18" charset="0"/>
                <a:ea typeface="黑体" pitchFamily="2" charset="-122"/>
              </a:rPr>
              <a:t>T</a:t>
            </a:r>
            <a:r>
              <a:rPr kumimoji="0" lang="en-US" altLang="zh-CN" sz="2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2800" b="1" i="1" u="none" strike="noStrike" cap="none" normalizeH="0" baseline="0">
                <a:ln>
                  <a:noFill/>
                </a:ln>
                <a:solidFill>
                  <a:schemeClr val="accent1"/>
                </a:solidFill>
                <a:effectLst/>
                <a:latin typeface="Times New Roman" pitchFamily="18" charset="0"/>
                <a:ea typeface="黑体" pitchFamily="2" charset="-122"/>
              </a:rPr>
              <a:t> type</a:t>
            </a:r>
            <a:r>
              <a:rPr kumimoji="0" lang="en-US" altLang="zh-CN" sz="2800" b="1" i="0" u="none" strike="noStrike" cap="none" normalizeH="0" baseline="0">
                <a:ln>
                  <a:noFill/>
                </a:ln>
                <a:solidFill>
                  <a:schemeClr val="accent1"/>
                </a:solidFill>
                <a:effectLst/>
                <a:latin typeface="Times New Roman" pitchFamily="18" charset="0"/>
                <a:ea typeface="黑体" pitchFamily="2" charset="-122"/>
              </a:rPr>
              <a:t> = </a:t>
            </a:r>
            <a:r>
              <a:rPr kumimoji="0" lang="en-US" altLang="zh-CN" sz="2800" b="1" i="1" u="none" strike="noStrike" cap="none" normalizeH="0" baseline="0">
                <a:ln>
                  <a:noFill/>
                </a:ln>
                <a:solidFill>
                  <a:schemeClr val="accent1"/>
                </a:solidFill>
                <a:effectLst/>
                <a:latin typeface="Times New Roman" pitchFamily="18" charset="0"/>
                <a:ea typeface="黑体" pitchFamily="2" charset="-122"/>
              </a:rPr>
              <a:t>real</a:t>
            </a:r>
            <a:r>
              <a:rPr kumimoji="0" lang="en-US" altLang="zh-CN" sz="2800" b="1" i="0" u="none" strike="noStrike" cap="none" normalizeH="0" baseline="0">
                <a:ln>
                  <a:noFill/>
                </a:ln>
                <a:solidFill>
                  <a:schemeClr val="accent1"/>
                </a:solidFill>
                <a:effectLst/>
                <a:latin typeface="Times New Roman" pitchFamily="18" charset="0"/>
                <a:ea typeface="黑体" pitchFamily="2" charset="-122"/>
              </a:rPr>
              <a:t>}</a:t>
            </a:r>
          </a:p>
          <a:p>
            <a:pPr marL="0" indent="0">
              <a:buNone/>
            </a:pPr>
            <a:r>
              <a:rPr lang="en-US" altLang="zh-CN" sz="2800" b="1">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L</a:t>
            </a:r>
            <a:r>
              <a:rPr kumimoji="0" lang="en-US" altLang="zh-CN" sz="2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2800" b="1" i="1" u="none" strike="noStrike" cap="none" normalizeH="0" baseline="0">
                <a:ln>
                  <a:noFill/>
                </a:ln>
                <a:solidFill>
                  <a:schemeClr val="accent1"/>
                </a:solidFill>
                <a:effectLst/>
                <a:latin typeface="Times New Roman" pitchFamily="18" charset="0"/>
                <a:ea typeface="黑体" pitchFamily="2" charset="-122"/>
              </a:rPr>
              <a:t>L</a:t>
            </a:r>
            <a:r>
              <a:rPr kumimoji="0" lang="en-US" altLang="zh-CN" sz="2800" b="1" i="0" u="none" strike="noStrike" cap="none" normalizeH="0" baseline="-30000">
                <a:ln>
                  <a:noFill/>
                </a:ln>
                <a:solidFill>
                  <a:schemeClr val="accent1"/>
                </a:solidFill>
                <a:effectLst/>
                <a:latin typeface="Times New Roman" pitchFamily="18" charset="0"/>
                <a:ea typeface="黑体" pitchFamily="2" charset="-122"/>
              </a:rPr>
              <a:t>1</a:t>
            </a:r>
            <a:r>
              <a:rPr kumimoji="0" lang="en-US" altLang="zh-CN" sz="2800" b="1" i="1" u="none" strike="noStrike" cap="none" normalizeH="0" baseline="0">
                <a:ln>
                  <a:noFill/>
                </a:ln>
                <a:solidFill>
                  <a:schemeClr val="accent1"/>
                </a:solidFill>
                <a:effectLst/>
                <a:latin typeface="Times New Roman" pitchFamily="18" charset="0"/>
                <a:ea typeface="黑体" pitchFamily="2" charset="-122"/>
              </a:rPr>
              <a:t>.in</a:t>
            </a:r>
            <a:r>
              <a:rPr kumimoji="0" lang="en-US" altLang="zh-CN" sz="2800" b="1" i="0" u="none" strike="noStrike" cap="none" normalizeH="0" baseline="0">
                <a:ln>
                  <a:noFill/>
                </a:ln>
                <a:solidFill>
                  <a:schemeClr val="accent1"/>
                </a:solidFill>
                <a:effectLst/>
                <a:latin typeface="Times New Roman" pitchFamily="18" charset="0"/>
                <a:ea typeface="黑体" pitchFamily="2" charset="-122"/>
              </a:rPr>
              <a:t> = </a:t>
            </a:r>
            <a:r>
              <a:rPr kumimoji="0" lang="en-US" altLang="zh-CN" sz="2800" b="1" i="1" u="none" strike="noStrike" cap="none" normalizeH="0" baseline="0">
                <a:ln>
                  <a:noFill/>
                </a:ln>
                <a:solidFill>
                  <a:schemeClr val="accent1"/>
                </a:solidFill>
                <a:effectLst/>
                <a:latin typeface="Times New Roman" pitchFamily="18" charset="0"/>
                <a:ea typeface="黑体" pitchFamily="2" charset="-122"/>
              </a:rPr>
              <a:t>L</a:t>
            </a:r>
            <a:r>
              <a:rPr kumimoji="0" lang="en-US" altLang="zh-CN" sz="2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2800" b="1" i="1" u="none" strike="noStrike" cap="none" normalizeH="0" baseline="0">
                <a:ln>
                  <a:noFill/>
                </a:ln>
                <a:solidFill>
                  <a:schemeClr val="accent1"/>
                </a:solidFill>
                <a:effectLst/>
                <a:latin typeface="Times New Roman" pitchFamily="18" charset="0"/>
                <a:ea typeface="黑体" pitchFamily="2" charset="-122"/>
              </a:rPr>
              <a:t>in</a:t>
            </a:r>
            <a:r>
              <a:rPr kumimoji="0" lang="en-US" altLang="zh-CN" sz="2800" b="1" i="0" u="none" strike="noStrike" cap="none" normalizeH="0" baseline="0">
                <a:ln>
                  <a:noFill/>
                </a:ln>
                <a:solidFill>
                  <a:schemeClr val="accent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L</a:t>
            </a:r>
            <a:r>
              <a:rPr kumimoji="0" lang="en-US" altLang="zh-CN" sz="28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id </a:t>
            </a:r>
            <a:r>
              <a:rPr kumimoji="0" lang="en-US" altLang="zh-CN" sz="2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2800" b="1" i="1" u="none" strike="noStrike" cap="none" normalizeH="0" baseline="0" err="1">
                <a:ln>
                  <a:noFill/>
                </a:ln>
                <a:solidFill>
                  <a:schemeClr val="accent1"/>
                </a:solidFill>
                <a:effectLst/>
                <a:latin typeface="Times New Roman" pitchFamily="18" charset="0"/>
                <a:ea typeface="黑体" pitchFamily="2" charset="-122"/>
              </a:rPr>
              <a:t>addtype</a:t>
            </a:r>
            <a:r>
              <a:rPr kumimoji="0" lang="en-US" altLang="zh-CN" sz="2800" b="1" i="0" u="none" strike="noStrike" cap="none" normalizeH="0" baseline="0">
                <a:ln>
                  <a:noFill/>
                </a:ln>
                <a:solidFill>
                  <a:schemeClr val="accent1"/>
                </a:solidFill>
                <a:effectLst/>
                <a:latin typeface="Times New Roman" pitchFamily="18" charset="0"/>
                <a:ea typeface="黑体" pitchFamily="2" charset="-122"/>
              </a:rPr>
              <a:t> (</a:t>
            </a:r>
            <a:r>
              <a:rPr kumimoji="0" lang="en-US" altLang="zh-CN" sz="2800" b="1" i="0" u="none" strike="noStrike" cap="none" normalizeH="0" baseline="0" err="1">
                <a:ln>
                  <a:noFill/>
                </a:ln>
                <a:solidFill>
                  <a:schemeClr val="accent1"/>
                </a:solidFill>
                <a:effectLst/>
                <a:latin typeface="Times New Roman" pitchFamily="18" charset="0"/>
                <a:ea typeface="黑体" pitchFamily="2" charset="-122"/>
              </a:rPr>
              <a:t>id.</a:t>
            </a:r>
            <a:r>
              <a:rPr kumimoji="0" lang="en-US" altLang="zh-CN" sz="2800" b="1" i="1" u="none" strike="noStrike" cap="none" normalizeH="0" baseline="0" err="1">
                <a:ln>
                  <a:noFill/>
                </a:ln>
                <a:solidFill>
                  <a:schemeClr val="accent1"/>
                </a:solidFill>
                <a:effectLst/>
                <a:latin typeface="Times New Roman" pitchFamily="18" charset="0"/>
                <a:ea typeface="黑体" pitchFamily="2" charset="-122"/>
              </a:rPr>
              <a:t>entry</a:t>
            </a:r>
            <a:r>
              <a:rPr kumimoji="0" lang="en-US" altLang="zh-CN" sz="2800" b="1" i="0" u="none" strike="noStrike" cap="none" normalizeH="0" baseline="0">
                <a:ln>
                  <a:noFill/>
                </a:ln>
                <a:solidFill>
                  <a:schemeClr val="accent1"/>
                </a:solidFill>
                <a:effectLst/>
                <a:latin typeface="Times New Roman" pitchFamily="18" charset="0"/>
                <a:ea typeface="黑体" pitchFamily="2" charset="-122"/>
              </a:rPr>
              <a:t>, </a:t>
            </a:r>
            <a:r>
              <a:rPr kumimoji="0" lang="en-US" altLang="zh-CN" sz="2800" b="1" i="1" u="none" strike="noStrike" cap="none" normalizeH="0" baseline="0">
                <a:ln>
                  <a:noFill/>
                </a:ln>
                <a:solidFill>
                  <a:schemeClr val="accent1"/>
                </a:solidFill>
                <a:effectLst/>
                <a:latin typeface="Times New Roman" pitchFamily="18" charset="0"/>
                <a:ea typeface="黑体" pitchFamily="2" charset="-122"/>
              </a:rPr>
              <a:t>L</a:t>
            </a:r>
            <a:r>
              <a:rPr kumimoji="0" lang="en-US" altLang="zh-CN" sz="2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2800" b="1" i="1" u="none" strike="noStrike" cap="none" normalizeH="0" baseline="0">
                <a:ln>
                  <a:noFill/>
                </a:ln>
                <a:solidFill>
                  <a:schemeClr val="accent1"/>
                </a:solidFill>
                <a:effectLst/>
                <a:latin typeface="Times New Roman" pitchFamily="18" charset="0"/>
                <a:ea typeface="黑体" pitchFamily="2" charset="-122"/>
              </a:rPr>
              <a:t>in</a:t>
            </a:r>
            <a:r>
              <a:rPr kumimoji="0" lang="en-US" altLang="zh-CN" sz="2800" b="1" i="0" u="none" strike="noStrike" cap="none" normalizeH="0" baseline="0">
                <a:ln>
                  <a:noFill/>
                </a:ln>
                <a:solidFill>
                  <a:schemeClr val="accent1"/>
                </a:solidFill>
                <a:effectLst/>
                <a:latin typeface="Times New Roman" pitchFamily="18" charset="0"/>
                <a:ea typeface="黑体" pitchFamily="2" charset="-122"/>
              </a:rPr>
              <a:t>)}</a:t>
            </a:r>
          </a:p>
          <a:p>
            <a:pPr marL="0" indent="0">
              <a:buNone/>
            </a:pPr>
            <a:r>
              <a:rPr lang="en-US" altLang="zh-CN" sz="2800" b="1">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L</a:t>
            </a:r>
            <a:r>
              <a:rPr kumimoji="0" lang="en-US" altLang="zh-CN" sz="2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id </a:t>
            </a:r>
            <a:r>
              <a:rPr kumimoji="0" lang="en-US" altLang="zh-CN" sz="2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2800" b="1" i="1" u="none" strike="noStrike" cap="none" normalizeH="0" baseline="0" err="1">
                <a:ln>
                  <a:noFill/>
                </a:ln>
                <a:solidFill>
                  <a:schemeClr val="accent1"/>
                </a:solidFill>
                <a:effectLst/>
                <a:latin typeface="Times New Roman" pitchFamily="18" charset="0"/>
                <a:ea typeface="黑体" pitchFamily="2" charset="-122"/>
              </a:rPr>
              <a:t>addtype</a:t>
            </a:r>
            <a:r>
              <a:rPr kumimoji="0" lang="en-US" altLang="zh-CN" sz="2800" b="1" i="0" u="none" strike="noStrike" cap="none" normalizeH="0" baseline="0">
                <a:ln>
                  <a:noFill/>
                </a:ln>
                <a:solidFill>
                  <a:schemeClr val="accent1"/>
                </a:solidFill>
                <a:effectLst/>
                <a:latin typeface="Times New Roman" pitchFamily="18" charset="0"/>
                <a:ea typeface="黑体" pitchFamily="2" charset="-122"/>
              </a:rPr>
              <a:t> (</a:t>
            </a:r>
            <a:r>
              <a:rPr kumimoji="0" lang="en-US" altLang="zh-CN" sz="2800" b="1" i="0" u="none" strike="noStrike" cap="none" normalizeH="0" baseline="0" err="1">
                <a:ln>
                  <a:noFill/>
                </a:ln>
                <a:solidFill>
                  <a:schemeClr val="accent1"/>
                </a:solidFill>
                <a:effectLst/>
                <a:latin typeface="Times New Roman" pitchFamily="18" charset="0"/>
                <a:ea typeface="黑体" pitchFamily="2" charset="-122"/>
              </a:rPr>
              <a:t>id.</a:t>
            </a:r>
            <a:r>
              <a:rPr kumimoji="0" lang="en-US" altLang="zh-CN" sz="2800" b="1" i="1" u="none" strike="noStrike" cap="none" normalizeH="0" baseline="0" err="1">
                <a:ln>
                  <a:noFill/>
                </a:ln>
                <a:solidFill>
                  <a:schemeClr val="accent1"/>
                </a:solidFill>
                <a:effectLst/>
                <a:latin typeface="Times New Roman" pitchFamily="18" charset="0"/>
                <a:ea typeface="黑体" pitchFamily="2" charset="-122"/>
              </a:rPr>
              <a:t>entry</a:t>
            </a:r>
            <a:r>
              <a:rPr kumimoji="0" lang="en-US" altLang="zh-CN" sz="2800" b="1" i="0" u="none" strike="noStrike" cap="none" normalizeH="0" baseline="0">
                <a:ln>
                  <a:noFill/>
                </a:ln>
                <a:solidFill>
                  <a:schemeClr val="accent1"/>
                </a:solidFill>
                <a:effectLst/>
                <a:latin typeface="Times New Roman" pitchFamily="18" charset="0"/>
                <a:ea typeface="黑体" pitchFamily="2" charset="-122"/>
              </a:rPr>
              <a:t>, </a:t>
            </a:r>
            <a:r>
              <a:rPr kumimoji="0" lang="en-US" altLang="zh-CN" sz="2800" b="1" i="1" u="none" strike="noStrike" cap="none" normalizeH="0" baseline="0">
                <a:ln>
                  <a:noFill/>
                </a:ln>
                <a:solidFill>
                  <a:schemeClr val="accent1"/>
                </a:solidFill>
                <a:effectLst/>
                <a:latin typeface="Times New Roman" pitchFamily="18" charset="0"/>
                <a:ea typeface="黑体" pitchFamily="2" charset="-122"/>
              </a:rPr>
              <a:t>L</a:t>
            </a:r>
            <a:r>
              <a:rPr kumimoji="0" lang="en-US" altLang="zh-CN" sz="2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2800" b="1" i="1" u="none" strike="noStrike" cap="none" normalizeH="0" baseline="0">
                <a:ln>
                  <a:noFill/>
                </a:ln>
                <a:solidFill>
                  <a:schemeClr val="accent1"/>
                </a:solidFill>
                <a:effectLst/>
                <a:latin typeface="Times New Roman" pitchFamily="18" charset="0"/>
                <a:ea typeface="黑体" pitchFamily="2" charset="-122"/>
              </a:rPr>
              <a:t>in</a:t>
            </a:r>
            <a:r>
              <a:rPr kumimoji="0" lang="en-US" altLang="zh-CN" sz="2800" b="1" i="0" u="none" strike="noStrike" cap="none" normalizeH="0" baseline="0">
                <a:ln>
                  <a:noFill/>
                </a:ln>
                <a:solidFill>
                  <a:schemeClr val="accent1"/>
                </a:solidFill>
                <a:effectLst/>
                <a:latin typeface="Times New Roman" pitchFamily="18" charset="0"/>
                <a:ea typeface="黑体" pitchFamily="2" charset="-122"/>
              </a:rPr>
              <a:t>)}</a:t>
            </a:r>
          </a:p>
          <a:p>
            <a:pPr marL="0" indent="0">
              <a:buNone/>
            </a:pPr>
            <a:endParaRPr kumimoji="0" lang="en-US" altLang="zh-CN" sz="2400" b="1" i="0" u="none" strike="noStrike" cap="none" normalizeH="0" baseline="0">
              <a:ln>
                <a:noFill/>
              </a:ln>
              <a:solidFill>
                <a:schemeClr val="accent1"/>
              </a:solidFill>
              <a:effectLst/>
              <a:latin typeface="Times New Roman" pitchFamily="18" charset="0"/>
              <a:ea typeface="黑体" pitchFamily="2" charset="-122"/>
            </a:endParaRPr>
          </a:p>
          <a:p>
            <a:pPr marL="0" indent="0">
              <a:buNone/>
            </a:pPr>
            <a:endParaRPr kumimoji="0" lang="en-US" altLang="zh-CN" sz="2800" b="1" i="0" u="none" strike="noStrike" cap="none" normalizeH="0" baseline="0">
              <a:ln>
                <a:noFill/>
              </a:ln>
              <a:solidFill>
                <a:schemeClr val="accent1"/>
              </a:solidFill>
              <a:effectLst/>
              <a:latin typeface="Times New Roman" pitchFamily="18" charset="0"/>
              <a:ea typeface="黑体" pitchFamily="2" charset="-122"/>
            </a:endParaRPr>
          </a:p>
          <a:p>
            <a:endParaRPr lang="zh-CN" altLang="en-US"/>
          </a:p>
        </p:txBody>
      </p:sp>
      <p:sp>
        <p:nvSpPr>
          <p:cNvPr id="4" name="文本框 3">
            <a:extLst>
              <a:ext uri="{FF2B5EF4-FFF2-40B4-BE49-F238E27FC236}">
                <a16:creationId xmlns:a16="http://schemas.microsoft.com/office/drawing/2014/main" id="{BC168495-7DB6-4365-AF30-685A7F38AA00}"/>
              </a:ext>
            </a:extLst>
          </p:cNvPr>
          <p:cNvSpPr txBox="1"/>
          <p:nvPr/>
        </p:nvSpPr>
        <p:spPr>
          <a:xfrm>
            <a:off x="96474" y="4160939"/>
            <a:ext cx="8951052" cy="175432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1800">
                <a:latin typeface="Times New Roman" pitchFamily="18" charset="0"/>
                <a:ea typeface="黑体" pitchFamily="2" charset="-122"/>
              </a:rPr>
              <a:t>例如输入为：</a:t>
            </a:r>
            <a:r>
              <a:rPr lang="en-US" altLang="zh-CN" sz="1800" b="1">
                <a:latin typeface="Times New Roman" pitchFamily="18" charset="0"/>
                <a:ea typeface="黑体" pitchFamily="2" charset="-122"/>
              </a:rPr>
              <a:t>int id, id</a:t>
            </a:r>
          </a:p>
          <a:p>
            <a:pPr marL="0" indent="0">
              <a:buNone/>
            </a:pPr>
            <a:r>
              <a:rPr lang="en-US" altLang="zh-CN" sz="1800" b="1" i="1">
                <a:latin typeface="Times New Roman" pitchFamily="18" charset="0"/>
                <a:ea typeface="黑体" pitchFamily="2" charset="-122"/>
              </a:rPr>
              <a:t>   </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D</a:t>
            </a:r>
            <a:r>
              <a:rPr lang="en-US" altLang="zh-CN" sz="1800" b="1" i="1"/>
              <a:t> </a:t>
            </a:r>
            <a:r>
              <a:rPr lang="en-US" altLang="zh-CN" sz="1800" b="1">
                <a:sym typeface="Symbol" panose="05050102010706020507" pitchFamily="18" charset="2"/>
              </a:rPr>
              <a:t></a:t>
            </a:r>
            <a:r>
              <a:rPr lang="en-US" altLang="zh-CN" sz="1800" b="1"/>
              <a:t> </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1800" b="1" u="none" strike="noStrike" cap="none" normalizeH="0" baseline="0">
                <a:ln>
                  <a:noFill/>
                </a:ln>
                <a:solidFill>
                  <a:schemeClr val="accent1"/>
                </a:solidFill>
                <a:effectLst/>
                <a:latin typeface="Times New Roman" pitchFamily="18" charset="0"/>
                <a:ea typeface="黑体" pitchFamily="2" charset="-122"/>
              </a:rPr>
              <a:t>{</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L</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in</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 = </a:t>
            </a:r>
            <a:r>
              <a:rPr kumimoji="0" lang="en-US" altLang="zh-CN" sz="1800" b="1" i="1" u="none" strike="noStrike" cap="none" normalizeH="0" baseline="0" err="1">
                <a:ln>
                  <a:noFill/>
                </a:ln>
                <a:solidFill>
                  <a:schemeClr val="accent1"/>
                </a:solidFill>
                <a:effectLst/>
                <a:latin typeface="Times New Roman" pitchFamily="18" charset="0"/>
                <a:ea typeface="黑体" pitchFamily="2" charset="-122"/>
              </a:rPr>
              <a:t>T</a:t>
            </a:r>
            <a:r>
              <a:rPr kumimoji="0" lang="en-US" altLang="zh-CN" sz="1800" b="1" i="0" u="none" strike="noStrike" cap="none" normalizeH="0" baseline="0" err="1">
                <a:ln>
                  <a:noFill/>
                </a:ln>
                <a:solidFill>
                  <a:schemeClr val="accent1"/>
                </a:solidFill>
                <a:effectLst/>
                <a:latin typeface="Times New Roman" pitchFamily="18" charset="0"/>
                <a:ea typeface="黑体" pitchFamily="2" charset="-122"/>
              </a:rPr>
              <a:t>.</a:t>
            </a:r>
            <a:r>
              <a:rPr kumimoji="0" lang="en-US" altLang="zh-CN" sz="1800" b="1" i="1" u="none" strike="noStrike" cap="none" normalizeH="0" baseline="0" err="1">
                <a:ln>
                  <a:noFill/>
                </a:ln>
                <a:solidFill>
                  <a:schemeClr val="accent1"/>
                </a:solidFill>
                <a:effectLst/>
                <a:latin typeface="Times New Roman" pitchFamily="18" charset="0"/>
                <a:ea typeface="黑体" pitchFamily="2" charset="-122"/>
              </a:rPr>
              <a:t>type</a:t>
            </a:r>
            <a:r>
              <a:rPr kumimoji="0" lang="en-US" altLang="zh-CN" sz="1800" b="1" u="none" strike="noStrike" cap="none" normalizeH="0" baseline="0">
                <a:ln>
                  <a:noFill/>
                </a:ln>
                <a:solidFill>
                  <a:schemeClr val="accent1"/>
                </a:solidFill>
                <a:effectLst/>
                <a:latin typeface="Times New Roman" pitchFamily="18" charset="0"/>
                <a:ea typeface="黑体" pitchFamily="2" charset="-122"/>
              </a:rPr>
              <a:t>} </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L </a:t>
            </a:r>
          </a:p>
          <a:p>
            <a:pPr marL="0" indent="0">
              <a:buNone/>
            </a:pPr>
            <a:r>
              <a:rPr lang="en-US" altLang="zh-CN" sz="1800" b="1" i="1">
                <a:latin typeface="Times New Roman" pitchFamily="18" charset="0"/>
                <a:ea typeface="黑体" pitchFamily="2" charset="-122"/>
                <a:sym typeface="Symbol" panose="05050102010706020507" pitchFamily="18" charset="2"/>
              </a:rPr>
              <a:t>       </a:t>
            </a:r>
            <a:r>
              <a:rPr lang="en-US" altLang="zh-CN" sz="1800" b="1">
                <a:sym typeface="Symbol" panose="05050102010706020507" pitchFamily="18" charset="2"/>
              </a:rPr>
              <a:t> </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int </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T</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 type</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 = </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integer</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1800" b="1" u="none" strike="noStrike" cap="none" normalizeH="0" baseline="0">
                <a:ln>
                  <a:noFill/>
                </a:ln>
                <a:solidFill>
                  <a:schemeClr val="accent1"/>
                </a:solidFill>
                <a:effectLst/>
                <a:latin typeface="Times New Roman" pitchFamily="18" charset="0"/>
                <a:ea typeface="黑体" pitchFamily="2" charset="-122"/>
              </a:rPr>
              <a:t> {</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L</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in</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 = </a:t>
            </a:r>
            <a:r>
              <a:rPr kumimoji="0" lang="en-US" altLang="zh-CN" sz="1800" b="1" i="1" u="none" strike="noStrike" cap="none" normalizeH="0" baseline="0" err="1">
                <a:ln>
                  <a:noFill/>
                </a:ln>
                <a:solidFill>
                  <a:schemeClr val="accent1"/>
                </a:solidFill>
                <a:effectLst/>
                <a:latin typeface="Times New Roman" pitchFamily="18" charset="0"/>
                <a:ea typeface="黑体" pitchFamily="2" charset="-122"/>
              </a:rPr>
              <a:t>T</a:t>
            </a:r>
            <a:r>
              <a:rPr kumimoji="0" lang="en-US" altLang="zh-CN" sz="1800" b="1" i="0" u="none" strike="noStrike" cap="none" normalizeH="0" baseline="0" err="1">
                <a:ln>
                  <a:noFill/>
                </a:ln>
                <a:solidFill>
                  <a:schemeClr val="accent1"/>
                </a:solidFill>
                <a:effectLst/>
                <a:latin typeface="Times New Roman" pitchFamily="18" charset="0"/>
                <a:ea typeface="黑体" pitchFamily="2" charset="-122"/>
              </a:rPr>
              <a:t>.</a:t>
            </a:r>
            <a:r>
              <a:rPr kumimoji="0" lang="en-US" altLang="zh-CN" sz="1800" b="1" i="1" u="none" strike="noStrike" cap="none" normalizeH="0" baseline="0" err="1">
                <a:ln>
                  <a:noFill/>
                </a:ln>
                <a:solidFill>
                  <a:schemeClr val="accent1"/>
                </a:solidFill>
                <a:effectLst/>
                <a:latin typeface="Times New Roman" pitchFamily="18" charset="0"/>
                <a:ea typeface="黑体" pitchFamily="2" charset="-122"/>
              </a:rPr>
              <a:t>type</a:t>
            </a:r>
            <a:r>
              <a:rPr kumimoji="0" lang="en-US" altLang="zh-CN" sz="1800" b="1" u="none" strike="noStrike" cap="none" normalizeH="0" baseline="0">
                <a:ln>
                  <a:noFill/>
                </a:ln>
                <a:solidFill>
                  <a:schemeClr val="accent1"/>
                </a:solidFill>
                <a:effectLst/>
                <a:latin typeface="Times New Roman" pitchFamily="18" charset="0"/>
                <a:ea typeface="黑体" pitchFamily="2" charset="-122"/>
              </a:rPr>
              <a:t>} </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L </a:t>
            </a:r>
          </a:p>
          <a:p>
            <a:pPr marL="0" indent="0">
              <a:buNone/>
            </a:pPr>
            <a:r>
              <a:rPr lang="en-US" altLang="zh-CN" sz="1800" b="1" i="1">
                <a:latin typeface="Times New Roman" pitchFamily="18" charset="0"/>
                <a:ea typeface="黑体" pitchFamily="2" charset="-122"/>
                <a:sym typeface="Symbol" panose="05050102010706020507" pitchFamily="18" charset="2"/>
              </a:rPr>
              <a:t>       </a:t>
            </a:r>
            <a:r>
              <a:rPr lang="en-US" altLang="zh-CN" sz="1800" b="1">
                <a:sym typeface="Symbol" panose="05050102010706020507" pitchFamily="18" charset="2"/>
              </a:rPr>
              <a:t> </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int </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T</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 type</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 = </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integer</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1800" b="1" u="none" strike="noStrike" cap="none" normalizeH="0" baseline="0">
                <a:ln>
                  <a:noFill/>
                </a:ln>
                <a:solidFill>
                  <a:schemeClr val="accent1"/>
                </a:solidFill>
                <a:effectLst/>
                <a:latin typeface="Times New Roman" pitchFamily="18" charset="0"/>
                <a:ea typeface="黑体" pitchFamily="2" charset="-122"/>
              </a:rPr>
              <a:t> {</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L</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in</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 = </a:t>
            </a:r>
            <a:r>
              <a:rPr kumimoji="0" lang="en-US" altLang="zh-CN" sz="1800" b="1" i="1" u="none" strike="noStrike" cap="none" normalizeH="0" baseline="0" err="1">
                <a:ln>
                  <a:noFill/>
                </a:ln>
                <a:solidFill>
                  <a:schemeClr val="accent1"/>
                </a:solidFill>
                <a:effectLst/>
                <a:latin typeface="Times New Roman" pitchFamily="18" charset="0"/>
                <a:ea typeface="黑体" pitchFamily="2" charset="-122"/>
              </a:rPr>
              <a:t>T</a:t>
            </a:r>
            <a:r>
              <a:rPr kumimoji="0" lang="en-US" altLang="zh-CN" sz="1800" b="1" i="0" u="none" strike="noStrike" cap="none" normalizeH="0" baseline="0" err="1">
                <a:ln>
                  <a:noFill/>
                </a:ln>
                <a:solidFill>
                  <a:schemeClr val="accent1"/>
                </a:solidFill>
                <a:effectLst/>
                <a:latin typeface="Times New Roman" pitchFamily="18" charset="0"/>
                <a:ea typeface="黑体" pitchFamily="2" charset="-122"/>
              </a:rPr>
              <a:t>.</a:t>
            </a:r>
            <a:r>
              <a:rPr kumimoji="0" lang="en-US" altLang="zh-CN" sz="1800" b="1" i="1" u="none" strike="noStrike" cap="none" normalizeH="0" baseline="0" err="1">
                <a:ln>
                  <a:noFill/>
                </a:ln>
                <a:solidFill>
                  <a:schemeClr val="accent1"/>
                </a:solidFill>
                <a:effectLst/>
                <a:latin typeface="Times New Roman" pitchFamily="18" charset="0"/>
                <a:ea typeface="黑体" pitchFamily="2" charset="-122"/>
              </a:rPr>
              <a:t>type</a:t>
            </a:r>
            <a:r>
              <a:rPr kumimoji="0" lang="en-US" altLang="zh-CN" sz="1800" b="1" u="none" strike="noStrike" cap="none" normalizeH="0" baseline="0">
                <a:ln>
                  <a:noFill/>
                </a:ln>
                <a:solidFill>
                  <a:schemeClr val="accent1"/>
                </a:solidFill>
                <a:effectLst/>
                <a:latin typeface="Times New Roman" pitchFamily="18" charset="0"/>
                <a:ea typeface="黑体" pitchFamily="2" charset="-122"/>
              </a:rPr>
              <a:t>} </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L</a:t>
            </a:r>
            <a:r>
              <a:rPr kumimoji="0" lang="en-US" altLang="zh-CN" sz="1800" b="1" i="0" u="none" strike="noStrike" cap="none" normalizeH="0" baseline="-30000">
                <a:ln>
                  <a:noFill/>
                </a:ln>
                <a:solidFill>
                  <a:schemeClr val="accent1"/>
                </a:solidFill>
                <a:effectLst/>
                <a:latin typeface="Times New Roman" pitchFamily="18" charset="0"/>
                <a:ea typeface="黑体" pitchFamily="2" charset="-122"/>
              </a:rPr>
              <a:t>1</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.in</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 = </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L</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in</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 </a:t>
            </a:r>
            <a:r>
              <a:rPr kumimoji="0" lang="en-US" altLang="zh-CN" sz="1800" b="1" i="1" u="none" strike="noStrike" cap="none" normalizeH="0" baseline="0">
                <a:ln>
                  <a:noFill/>
                </a:ln>
                <a:solidFill>
                  <a:schemeClr val="tx1"/>
                </a:solidFill>
                <a:effectLst/>
                <a:latin typeface="Times New Roman" pitchFamily="18" charset="0"/>
                <a:ea typeface="黑体" pitchFamily="2" charset="-122"/>
              </a:rPr>
              <a:t>L</a:t>
            </a:r>
            <a:r>
              <a:rPr kumimoji="0" lang="en-US" altLang="zh-CN" sz="18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a:t>
            </a:r>
            <a:r>
              <a:rPr kumimoji="0" lang="en-US" altLang="zh-CN" sz="1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id </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1800" b="1" i="1" u="none" strike="noStrike" cap="none" normalizeH="0" baseline="0" err="1">
                <a:ln>
                  <a:noFill/>
                </a:ln>
                <a:solidFill>
                  <a:schemeClr val="accent1"/>
                </a:solidFill>
                <a:effectLst/>
                <a:latin typeface="Times New Roman" pitchFamily="18" charset="0"/>
                <a:ea typeface="黑体" pitchFamily="2" charset="-122"/>
              </a:rPr>
              <a:t>addtype</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 (</a:t>
            </a:r>
            <a:r>
              <a:rPr kumimoji="0" lang="en-US" altLang="zh-CN" sz="1800" b="1" i="0" u="none" strike="noStrike" cap="none" normalizeH="0" baseline="0" err="1">
                <a:ln>
                  <a:noFill/>
                </a:ln>
                <a:solidFill>
                  <a:schemeClr val="accent1"/>
                </a:solidFill>
                <a:effectLst/>
                <a:latin typeface="Times New Roman" pitchFamily="18" charset="0"/>
                <a:ea typeface="黑体" pitchFamily="2" charset="-122"/>
              </a:rPr>
              <a:t>id.</a:t>
            </a:r>
            <a:r>
              <a:rPr kumimoji="0" lang="en-US" altLang="zh-CN" sz="1800" b="1" i="1" u="none" strike="noStrike" cap="none" normalizeH="0" baseline="0" err="1">
                <a:ln>
                  <a:noFill/>
                </a:ln>
                <a:solidFill>
                  <a:schemeClr val="accent1"/>
                </a:solidFill>
                <a:effectLst/>
                <a:latin typeface="Times New Roman" pitchFamily="18" charset="0"/>
                <a:ea typeface="黑体" pitchFamily="2" charset="-122"/>
              </a:rPr>
              <a:t>entry</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 </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L</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in</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a:t>
            </a:r>
          </a:p>
          <a:p>
            <a:pPr marL="0" indent="0">
              <a:buNone/>
            </a:pPr>
            <a:r>
              <a:rPr kumimoji="0" lang="en-US" altLang="zh-CN" sz="1800" b="1" i="1" u="none" strike="noStrike" cap="none" normalizeH="0" baseline="0">
                <a:ln>
                  <a:noFill/>
                </a:ln>
                <a:solidFill>
                  <a:schemeClr val="tx1"/>
                </a:solidFill>
                <a:effectLst/>
                <a:latin typeface="Times New Roman" pitchFamily="18" charset="0"/>
                <a:ea typeface="黑体" pitchFamily="2" charset="-122"/>
              </a:rPr>
              <a:t>       </a:t>
            </a:r>
            <a:r>
              <a:rPr lang="en-US" altLang="zh-CN" sz="1800" b="1">
                <a:sym typeface="Symbol" panose="05050102010706020507" pitchFamily="18" charset="2"/>
              </a:rPr>
              <a:t> </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int </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T</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 type</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 = </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integer</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1800" b="1" u="none" strike="noStrike" cap="none" normalizeH="0" baseline="0">
                <a:ln>
                  <a:noFill/>
                </a:ln>
                <a:solidFill>
                  <a:schemeClr val="accent1"/>
                </a:solidFill>
                <a:effectLst/>
                <a:latin typeface="Times New Roman" pitchFamily="18" charset="0"/>
                <a:ea typeface="黑体" pitchFamily="2" charset="-122"/>
              </a:rPr>
              <a:t> {</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L</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in</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 = </a:t>
            </a:r>
            <a:r>
              <a:rPr kumimoji="0" lang="en-US" altLang="zh-CN" sz="1800" b="1" i="1" u="none" strike="noStrike" cap="none" normalizeH="0" baseline="0" err="1">
                <a:ln>
                  <a:noFill/>
                </a:ln>
                <a:solidFill>
                  <a:schemeClr val="accent1"/>
                </a:solidFill>
                <a:effectLst/>
                <a:latin typeface="Times New Roman" pitchFamily="18" charset="0"/>
                <a:ea typeface="黑体" pitchFamily="2" charset="-122"/>
              </a:rPr>
              <a:t>T</a:t>
            </a:r>
            <a:r>
              <a:rPr kumimoji="0" lang="en-US" altLang="zh-CN" sz="1800" b="1" i="0" u="none" strike="noStrike" cap="none" normalizeH="0" baseline="0" err="1">
                <a:ln>
                  <a:noFill/>
                </a:ln>
                <a:solidFill>
                  <a:schemeClr val="accent1"/>
                </a:solidFill>
                <a:effectLst/>
                <a:latin typeface="Times New Roman" pitchFamily="18" charset="0"/>
                <a:ea typeface="黑体" pitchFamily="2" charset="-122"/>
              </a:rPr>
              <a:t>.</a:t>
            </a:r>
            <a:r>
              <a:rPr kumimoji="0" lang="en-US" altLang="zh-CN" sz="1800" b="1" i="1" u="none" strike="noStrike" cap="none" normalizeH="0" baseline="0" err="1">
                <a:ln>
                  <a:noFill/>
                </a:ln>
                <a:solidFill>
                  <a:schemeClr val="accent1"/>
                </a:solidFill>
                <a:effectLst/>
                <a:latin typeface="Times New Roman" pitchFamily="18" charset="0"/>
                <a:ea typeface="黑体" pitchFamily="2" charset="-122"/>
              </a:rPr>
              <a:t>type</a:t>
            </a:r>
            <a:r>
              <a:rPr kumimoji="0" lang="en-US" altLang="zh-CN" sz="1800" b="1" u="none" strike="noStrike" cap="none" normalizeH="0" baseline="0">
                <a:ln>
                  <a:noFill/>
                </a:ln>
                <a:solidFill>
                  <a:schemeClr val="accent1"/>
                </a:solidFill>
                <a:effectLst/>
                <a:latin typeface="Times New Roman" pitchFamily="18" charset="0"/>
                <a:ea typeface="黑体" pitchFamily="2" charset="-122"/>
              </a:rPr>
              <a:t>} </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L</a:t>
            </a:r>
            <a:r>
              <a:rPr kumimoji="0" lang="en-US" altLang="zh-CN" sz="1800" b="1" i="0" u="none" strike="noStrike" cap="none" normalizeH="0" baseline="-30000">
                <a:ln>
                  <a:noFill/>
                </a:ln>
                <a:solidFill>
                  <a:schemeClr val="accent1"/>
                </a:solidFill>
                <a:effectLst/>
                <a:latin typeface="Times New Roman" pitchFamily="18" charset="0"/>
                <a:ea typeface="黑体" pitchFamily="2" charset="-122"/>
              </a:rPr>
              <a:t>1</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.in</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 = </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L</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in</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 </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id </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1800" b="1" i="1" u="none" strike="noStrike" cap="none" normalizeH="0" baseline="0" err="1">
                <a:ln>
                  <a:noFill/>
                </a:ln>
                <a:solidFill>
                  <a:schemeClr val="accent1"/>
                </a:solidFill>
                <a:effectLst/>
                <a:latin typeface="Times New Roman" pitchFamily="18" charset="0"/>
                <a:ea typeface="黑体" pitchFamily="2" charset="-122"/>
              </a:rPr>
              <a:t>addtype</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 (</a:t>
            </a:r>
            <a:r>
              <a:rPr kumimoji="0" lang="en-US" altLang="zh-CN" sz="1800" b="1" i="0" u="none" strike="noStrike" cap="none" normalizeH="0" baseline="0" err="1">
                <a:ln>
                  <a:noFill/>
                </a:ln>
                <a:solidFill>
                  <a:schemeClr val="accent1"/>
                </a:solidFill>
                <a:effectLst/>
                <a:latin typeface="Times New Roman" pitchFamily="18" charset="0"/>
                <a:ea typeface="黑体" pitchFamily="2" charset="-122"/>
              </a:rPr>
              <a:t>id.</a:t>
            </a:r>
            <a:r>
              <a:rPr kumimoji="0" lang="en-US" altLang="zh-CN" sz="1800" b="1" i="1" u="none" strike="noStrike" cap="none" normalizeH="0" baseline="0" err="1">
                <a:ln>
                  <a:noFill/>
                </a:ln>
                <a:solidFill>
                  <a:schemeClr val="accent1"/>
                </a:solidFill>
                <a:effectLst/>
                <a:latin typeface="Times New Roman" pitchFamily="18" charset="0"/>
                <a:ea typeface="黑体" pitchFamily="2" charset="-122"/>
              </a:rPr>
              <a:t>entry</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 </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L</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in</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a:t>
            </a:r>
            <a:r>
              <a:rPr kumimoji="0" lang="en-US" altLang="zh-CN" sz="1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1800" b="1" i="0" u="none" strike="noStrike" cap="none" normalizeH="0" baseline="0">
                <a:ln>
                  <a:noFill/>
                </a:ln>
                <a:solidFill>
                  <a:schemeClr val="tx1"/>
                </a:solidFill>
                <a:effectLst/>
                <a:latin typeface="Times New Roman" pitchFamily="18" charset="0"/>
                <a:ea typeface="黑体" pitchFamily="2" charset="-122"/>
              </a:rPr>
              <a:t>id </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1800" b="1" i="1" u="none" strike="noStrike" cap="none" normalizeH="0" baseline="0" err="1">
                <a:ln>
                  <a:noFill/>
                </a:ln>
                <a:solidFill>
                  <a:schemeClr val="accent1"/>
                </a:solidFill>
                <a:effectLst/>
                <a:latin typeface="Times New Roman" pitchFamily="18" charset="0"/>
                <a:ea typeface="黑体" pitchFamily="2" charset="-122"/>
              </a:rPr>
              <a:t>addtype</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 (</a:t>
            </a:r>
            <a:r>
              <a:rPr kumimoji="0" lang="en-US" altLang="zh-CN" sz="1800" b="1" i="0" u="none" strike="noStrike" cap="none" normalizeH="0" baseline="0" err="1">
                <a:ln>
                  <a:noFill/>
                </a:ln>
                <a:solidFill>
                  <a:schemeClr val="accent1"/>
                </a:solidFill>
                <a:effectLst/>
                <a:latin typeface="Times New Roman" pitchFamily="18" charset="0"/>
                <a:ea typeface="黑体" pitchFamily="2" charset="-122"/>
              </a:rPr>
              <a:t>id.</a:t>
            </a:r>
            <a:r>
              <a:rPr kumimoji="0" lang="en-US" altLang="zh-CN" sz="1800" b="1" i="1" u="none" strike="noStrike" cap="none" normalizeH="0" baseline="0" err="1">
                <a:ln>
                  <a:noFill/>
                </a:ln>
                <a:solidFill>
                  <a:schemeClr val="accent1"/>
                </a:solidFill>
                <a:effectLst/>
                <a:latin typeface="Times New Roman" pitchFamily="18" charset="0"/>
                <a:ea typeface="黑体" pitchFamily="2" charset="-122"/>
              </a:rPr>
              <a:t>entry</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 </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L</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a:t>
            </a:r>
            <a:r>
              <a:rPr kumimoji="0" lang="en-US" altLang="zh-CN" sz="1800" b="1" i="1" u="none" strike="noStrike" cap="none" normalizeH="0" baseline="0">
                <a:ln>
                  <a:noFill/>
                </a:ln>
                <a:solidFill>
                  <a:schemeClr val="accent1"/>
                </a:solidFill>
                <a:effectLst/>
                <a:latin typeface="Times New Roman" pitchFamily="18" charset="0"/>
                <a:ea typeface="黑体" pitchFamily="2" charset="-122"/>
              </a:rPr>
              <a:t>in</a:t>
            </a:r>
            <a:r>
              <a:rPr kumimoji="0" lang="en-US" altLang="zh-CN" sz="1800" b="1" i="0" u="none" strike="noStrike" cap="none" normalizeH="0" baseline="0">
                <a:ln>
                  <a:noFill/>
                </a:ln>
                <a:solidFill>
                  <a:schemeClr val="accent1"/>
                </a:solidFill>
                <a:effectLst/>
                <a:latin typeface="Times New Roman" pitchFamily="18" charset="0"/>
                <a:ea typeface="黑体" pitchFamily="2" charset="-122"/>
              </a:rPr>
              <a:t>)}</a:t>
            </a:r>
          </a:p>
        </p:txBody>
      </p:sp>
      <p:sp>
        <p:nvSpPr>
          <p:cNvPr id="5" name="日期占位符 4">
            <a:extLst>
              <a:ext uri="{FF2B5EF4-FFF2-40B4-BE49-F238E27FC236}">
                <a16:creationId xmlns:a16="http://schemas.microsoft.com/office/drawing/2014/main" id="{8EFC4289-FC80-B1AC-BC7E-E2212696598E}"/>
              </a:ext>
            </a:extLst>
          </p:cNvPr>
          <p:cNvSpPr>
            <a:spLocks noGrp="1"/>
          </p:cNvSpPr>
          <p:nvPr>
            <p:ph type="dt" sz="half" idx="10"/>
          </p:nvPr>
        </p:nvSpPr>
        <p:spPr/>
        <p:txBody>
          <a:bodyPr/>
          <a:lstStyle/>
          <a:p>
            <a:fld id="{B91E3172-5144-4476-8FC1-E79CB72210DF}" type="datetime2">
              <a:rPr lang="zh-CN" altLang="en-US" smtClean="0"/>
              <a:t>2025年4月30日</a:t>
            </a:fld>
            <a:endParaRPr lang="zh-CN" altLang="en-US"/>
          </a:p>
        </p:txBody>
      </p:sp>
      <p:sp>
        <p:nvSpPr>
          <p:cNvPr id="6" name="页脚占位符 5">
            <a:extLst>
              <a:ext uri="{FF2B5EF4-FFF2-40B4-BE49-F238E27FC236}">
                <a16:creationId xmlns:a16="http://schemas.microsoft.com/office/drawing/2014/main" id="{443B6FDA-8592-E9C7-8A0E-F0552F4D294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7" name="灯片编号占位符 6">
            <a:extLst>
              <a:ext uri="{FF2B5EF4-FFF2-40B4-BE49-F238E27FC236}">
                <a16:creationId xmlns:a16="http://schemas.microsoft.com/office/drawing/2014/main" id="{9F329987-17C4-E2DC-F039-0EA26ABFCEBB}"/>
              </a:ext>
            </a:extLst>
          </p:cNvPr>
          <p:cNvSpPr>
            <a:spLocks noGrp="1"/>
          </p:cNvSpPr>
          <p:nvPr>
            <p:ph type="sldNum" sz="quarter" idx="12"/>
          </p:nvPr>
        </p:nvSpPr>
        <p:spPr/>
        <p:txBody>
          <a:bodyPr/>
          <a:lstStyle/>
          <a:p>
            <a:fld id="{094DEB03-EFC6-4C20-8FC8-295189A5386F}" type="slidenum">
              <a:rPr lang="zh-CN" altLang="en-US" smtClean="0"/>
              <a:pPr/>
              <a:t>43</a:t>
            </a:fld>
            <a:endParaRPr lang="zh-CN" altLang="en-US"/>
          </a:p>
        </p:txBody>
      </p:sp>
      <p:sp>
        <p:nvSpPr>
          <p:cNvPr id="12" name="文本框 11">
            <a:extLst>
              <a:ext uri="{FF2B5EF4-FFF2-40B4-BE49-F238E27FC236}">
                <a16:creationId xmlns:a16="http://schemas.microsoft.com/office/drawing/2014/main" id="{17882BE6-9343-1CF2-76B8-540A457A739D}"/>
              </a:ext>
            </a:extLst>
          </p:cNvPr>
          <p:cNvSpPr txBox="1"/>
          <p:nvPr/>
        </p:nvSpPr>
        <p:spPr>
          <a:xfrm>
            <a:off x="5038165" y="1523298"/>
            <a:ext cx="3888121" cy="1015663"/>
          </a:xfrm>
          <a:prstGeom prst="rect">
            <a:avLst/>
          </a:prstGeom>
          <a:solidFill>
            <a:schemeClr val="accent4">
              <a:lumMod val="20000"/>
              <a:lumOff val="80000"/>
            </a:schemeClr>
          </a:solidFill>
          <a:ln>
            <a:solidFill>
              <a:schemeClr val="accent2"/>
            </a:solidFill>
          </a:ln>
        </p:spPr>
        <p:txBody>
          <a:bodyPr wrap="square">
            <a:spAutoFit/>
          </a:bodyPr>
          <a:lstStyle/>
          <a:p>
            <a:r>
              <a:rPr lang="zh-CN" altLang="en-US" sz="2000"/>
              <a:t>在讨论</a:t>
            </a:r>
            <a:r>
              <a:rPr lang="en-US" altLang="zh-CN" sz="2000" b="1" i="1"/>
              <a:t>L-SDD</a:t>
            </a:r>
            <a:r>
              <a:rPr lang="zh-CN" altLang="en-US" sz="2000"/>
              <a:t>的</a:t>
            </a:r>
            <a:r>
              <a:rPr lang="en-US" altLang="zh-CN" sz="2000" b="1" i="1"/>
              <a:t>SDT</a:t>
            </a:r>
            <a:r>
              <a:rPr lang="zh-CN" altLang="en-US" sz="2000"/>
              <a:t>时，我们使用</a:t>
            </a:r>
            <a:r>
              <a:rPr lang="en-US" altLang="zh-CN" sz="2000" b="1">
                <a:solidFill>
                  <a:srgbClr val="C00000"/>
                </a:solidFill>
              </a:rPr>
              <a:t>LL</a:t>
            </a:r>
            <a:r>
              <a:rPr lang="zh-CN" altLang="en-US" sz="2000">
                <a:solidFill>
                  <a:srgbClr val="C00000"/>
                </a:solidFill>
              </a:rPr>
              <a:t>分析</a:t>
            </a:r>
            <a:r>
              <a:rPr lang="zh-CN" altLang="en-US" sz="2000"/>
              <a:t>，即</a:t>
            </a:r>
            <a:r>
              <a:rPr lang="zh-CN" altLang="en-US" sz="2000">
                <a:solidFill>
                  <a:schemeClr val="accent1"/>
                </a:solidFill>
              </a:rPr>
              <a:t>最左推导</a:t>
            </a:r>
            <a:r>
              <a:rPr lang="zh-CN" altLang="en-US" sz="2000"/>
              <a:t>。</a:t>
            </a:r>
            <a:endParaRPr lang="en-US" altLang="zh-CN" sz="2000"/>
          </a:p>
          <a:p>
            <a:r>
              <a:rPr lang="zh-CN" altLang="en-US" sz="2000"/>
              <a:t>这样刚好满足信息从左向右流动。</a:t>
            </a:r>
            <a:endParaRPr lang="en-US" altLang="zh-CN" sz="2000"/>
          </a:p>
        </p:txBody>
      </p:sp>
    </p:spTree>
    <p:extLst>
      <p:ext uri="{BB962C8B-B14F-4D97-AF65-F5344CB8AC3E}">
        <p14:creationId xmlns:p14="http://schemas.microsoft.com/office/powerpoint/2010/main" val="4032245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 calcmode="lin" valueType="num">
                                      <p:cBhvr additive="base">
                                        <p:cTn id="1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anim calcmode="lin" valueType="num">
                                      <p:cBhvr additive="base">
                                        <p:cTn id="2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anim calcmode="lin" valueType="num">
                                      <p:cBhvr additive="base">
                                        <p:cTn id="2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anim calcmode="lin" valueType="num">
                                      <p:cBhvr additive="base">
                                        <p:cTn id="3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anim calcmode="lin" valueType="num">
                                      <p:cBhvr additive="base">
                                        <p:cTn id="4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1A8D6337-402C-4A74-BA01-903840EA0331}"/>
              </a:ext>
            </a:extLst>
          </p:cNvPr>
          <p:cNvSpPr>
            <a:spLocks noGrp="1" noChangeArrowheads="1"/>
          </p:cNvSpPr>
          <p:nvPr>
            <p:ph type="title"/>
          </p:nvPr>
        </p:nvSpPr>
        <p:spPr/>
        <p:txBody>
          <a:bodyPr>
            <a:normAutofit fontScale="90000"/>
          </a:bodyPr>
          <a:lstStyle/>
          <a:p>
            <a:r>
              <a:rPr lang="en-US" altLang="zh-CN"/>
              <a:t>4.3.2 </a:t>
            </a:r>
            <a:r>
              <a:rPr lang="zh-CN" altLang="en-US"/>
              <a:t>使用翻译方案计算</a:t>
            </a:r>
            <a:r>
              <a:rPr lang="en-US" altLang="zh-CN" b="1" i="1"/>
              <a:t>L</a:t>
            </a:r>
            <a:r>
              <a:rPr lang="zh-CN" altLang="en-US"/>
              <a:t>属性定义</a:t>
            </a:r>
          </a:p>
        </p:txBody>
      </p:sp>
      <p:sp>
        <p:nvSpPr>
          <p:cNvPr id="733187" name="Rectangle 3">
            <a:extLst>
              <a:ext uri="{FF2B5EF4-FFF2-40B4-BE49-F238E27FC236}">
                <a16:creationId xmlns:a16="http://schemas.microsoft.com/office/drawing/2014/main" id="{4A7C2DF4-0C3C-4DDC-94F0-ED834FD016A1}"/>
              </a:ext>
            </a:extLst>
          </p:cNvPr>
          <p:cNvSpPr>
            <a:spLocks noGrp="1" noChangeArrowheads="1"/>
          </p:cNvSpPr>
          <p:nvPr>
            <p:ph idx="1"/>
          </p:nvPr>
        </p:nvSpPr>
        <p:spPr/>
        <p:txBody>
          <a:bodyPr/>
          <a:lstStyle/>
          <a:p>
            <a:pPr>
              <a:spcBef>
                <a:spcPct val="0"/>
              </a:spcBef>
              <a:defRPr/>
            </a:pPr>
            <a:r>
              <a:rPr lang="zh-CN" altLang="en-US" sz="2400"/>
              <a:t>例：把有加和减的中缀表达式翻译成后缀表达式</a:t>
            </a:r>
          </a:p>
          <a:p>
            <a:pPr>
              <a:spcBef>
                <a:spcPct val="0"/>
              </a:spcBef>
              <a:buFont typeface="Wingdings" panose="05000000000000000000" pitchFamily="2" charset="2"/>
              <a:buNone/>
              <a:defRPr/>
            </a:pPr>
            <a:r>
              <a:rPr lang="zh-CN" altLang="en-US" sz="2400">
                <a:latin typeface="宋体" panose="02010600030101010101" pitchFamily="2" charset="-122"/>
              </a:rPr>
              <a:t>      如果输入是</a:t>
            </a:r>
            <a:r>
              <a:rPr lang="en-US" altLang="zh-CN" sz="2400" b="1"/>
              <a:t>8+5 </a:t>
            </a:r>
            <a:r>
              <a:rPr lang="en-US" altLang="zh-CN" sz="2400" b="1">
                <a:sym typeface="Symbol" panose="05050102010706020507" pitchFamily="18" charset="2"/>
              </a:rPr>
              <a:t></a:t>
            </a:r>
            <a:r>
              <a:rPr lang="en-US" altLang="zh-CN" sz="2400" b="1"/>
              <a:t>2</a:t>
            </a:r>
            <a:r>
              <a:rPr lang="zh-CN" altLang="en-US" sz="2400" b="1">
                <a:latin typeface="宋体" panose="02010600030101010101" pitchFamily="2" charset="-122"/>
              </a:rPr>
              <a:t>，</a:t>
            </a:r>
            <a:r>
              <a:rPr lang="zh-CN" altLang="en-US" sz="2400">
                <a:latin typeface="宋体" panose="02010600030101010101" pitchFamily="2" charset="-122"/>
              </a:rPr>
              <a:t>则输出是</a:t>
            </a:r>
            <a:r>
              <a:rPr lang="en-US" altLang="zh-CN" sz="2400" b="1"/>
              <a:t>8 5 + 2 </a:t>
            </a:r>
            <a:r>
              <a:rPr lang="en-US" altLang="zh-CN" sz="2400" b="1">
                <a:sym typeface="Symbol" panose="05050102010706020507" pitchFamily="18" charset="2"/>
              </a:rPr>
              <a:t></a:t>
            </a:r>
            <a:endParaRPr lang="en-US" altLang="zh-CN" sz="2400" b="1"/>
          </a:p>
          <a:p>
            <a:pPr>
              <a:spcBef>
                <a:spcPct val="0"/>
              </a:spcBef>
              <a:buFont typeface="Wingdings" panose="05000000000000000000" pitchFamily="2" charset="2"/>
              <a:buNone/>
              <a:defRPr/>
            </a:pPr>
            <a:r>
              <a:rPr lang="en-US" altLang="zh-CN" sz="2400" b="1" i="1"/>
              <a:t>   E </a:t>
            </a:r>
            <a:r>
              <a:rPr lang="en-US" altLang="zh-CN" sz="2400" b="1">
                <a:sym typeface="Symbol" panose="05050102010706020507" pitchFamily="18" charset="2"/>
              </a:rPr>
              <a:t></a:t>
            </a:r>
            <a:r>
              <a:rPr lang="en-US" altLang="zh-CN" sz="2400" b="1"/>
              <a:t> </a:t>
            </a:r>
            <a:r>
              <a:rPr lang="en-US" altLang="zh-CN" sz="2400" b="1" i="1"/>
              <a:t>T R			          </a:t>
            </a:r>
            <a:r>
              <a:rPr lang="en-US" altLang="zh-CN" sz="2400" b="1" i="1" u="sng"/>
              <a:t>T </a:t>
            </a:r>
            <a:r>
              <a:rPr lang="en-US" altLang="zh-CN" sz="2400" b="1" u="sng">
                <a:solidFill>
                  <a:srgbClr val="008000"/>
                </a:solidFill>
              </a:rPr>
              <a:t>+ </a:t>
            </a:r>
            <a:r>
              <a:rPr lang="en-US" altLang="zh-CN" sz="2400" b="1" i="1" u="sng">
                <a:solidFill>
                  <a:srgbClr val="008000"/>
                </a:solidFill>
              </a:rPr>
              <a:t>T + T + …</a:t>
            </a:r>
            <a:endParaRPr lang="en-US" altLang="zh-CN" sz="2400" b="1" u="sng">
              <a:solidFill>
                <a:srgbClr val="008000"/>
              </a:solidFill>
            </a:endParaRPr>
          </a:p>
          <a:p>
            <a:pPr>
              <a:spcBef>
                <a:spcPct val="0"/>
              </a:spcBef>
              <a:buFont typeface="Wingdings" panose="05000000000000000000" pitchFamily="2" charset="2"/>
              <a:buNone/>
              <a:defRPr/>
            </a:pPr>
            <a:r>
              <a:rPr lang="en-US" altLang="zh-CN" sz="2400" b="1"/>
              <a:t>	</a:t>
            </a:r>
            <a:r>
              <a:rPr lang="en-US" altLang="zh-CN" sz="2400" b="1" i="1"/>
              <a:t>R </a:t>
            </a:r>
            <a:r>
              <a:rPr lang="en-US" altLang="zh-CN" sz="2400" b="1">
                <a:sym typeface="Symbol" panose="05050102010706020507" pitchFamily="18" charset="2"/>
              </a:rPr>
              <a:t></a:t>
            </a:r>
            <a:r>
              <a:rPr lang="en-US" altLang="zh-CN" sz="2400" b="1"/>
              <a:t> </a:t>
            </a:r>
            <a:r>
              <a:rPr lang="en-US" altLang="zh-CN" sz="2400" b="1" err="1"/>
              <a:t>addop</a:t>
            </a:r>
            <a:r>
              <a:rPr lang="en-US" altLang="zh-CN" sz="2400" b="1"/>
              <a:t> </a:t>
            </a:r>
            <a:r>
              <a:rPr lang="en-US" altLang="zh-CN" sz="2400" b="1" i="1"/>
              <a:t>T </a:t>
            </a:r>
            <a:r>
              <a:rPr lang="en-US" altLang="zh-CN" sz="2400" b="1">
                <a:solidFill>
                  <a:schemeClr val="bg1">
                    <a:lumMod val="95000"/>
                  </a:schemeClr>
                </a:solidFill>
              </a:rPr>
              <a:t>{</a:t>
            </a:r>
            <a:r>
              <a:rPr lang="en-US" altLang="zh-CN" sz="2400" b="1" i="1">
                <a:solidFill>
                  <a:schemeClr val="bg1">
                    <a:lumMod val="95000"/>
                  </a:schemeClr>
                </a:solidFill>
              </a:rPr>
              <a:t>print </a:t>
            </a:r>
            <a:r>
              <a:rPr lang="en-US" altLang="zh-CN" sz="2400" b="1">
                <a:solidFill>
                  <a:schemeClr val="bg1">
                    <a:lumMod val="95000"/>
                  </a:schemeClr>
                </a:solidFill>
              </a:rPr>
              <a:t>(</a:t>
            </a:r>
            <a:r>
              <a:rPr lang="en-US" altLang="zh-CN" sz="2400" b="1" err="1">
                <a:solidFill>
                  <a:schemeClr val="bg1">
                    <a:lumMod val="95000"/>
                  </a:schemeClr>
                </a:solidFill>
              </a:rPr>
              <a:t>addop.</a:t>
            </a:r>
            <a:r>
              <a:rPr lang="en-US" altLang="zh-CN" sz="2400" b="1" i="1" err="1">
                <a:solidFill>
                  <a:schemeClr val="bg1">
                    <a:lumMod val="95000"/>
                  </a:schemeClr>
                </a:solidFill>
              </a:rPr>
              <a:t>lexeme</a:t>
            </a:r>
            <a:r>
              <a:rPr lang="en-US" altLang="zh-CN" sz="2400" b="1">
                <a:solidFill>
                  <a:schemeClr val="bg1">
                    <a:lumMod val="95000"/>
                  </a:schemeClr>
                </a:solidFill>
              </a:rPr>
              <a:t>)} </a:t>
            </a:r>
            <a:r>
              <a:rPr lang="en-US" altLang="zh-CN" sz="2400" b="1" i="1"/>
              <a:t>R</a:t>
            </a:r>
            <a:r>
              <a:rPr lang="en-US" altLang="zh-CN" sz="2400" b="1" baseline="-30000"/>
              <a:t>1  </a:t>
            </a:r>
            <a:r>
              <a:rPr lang="en-US" altLang="zh-CN" sz="2400" b="1"/>
              <a:t>| </a:t>
            </a:r>
            <a:r>
              <a:rPr lang="en-US" altLang="zh-CN" sz="2400" b="1">
                <a:sym typeface="Symbol" panose="05050102010706020507" pitchFamily="18" charset="2"/>
              </a:rPr>
              <a:t></a:t>
            </a:r>
            <a:endParaRPr lang="en-US" altLang="zh-CN" sz="2400" b="1"/>
          </a:p>
          <a:p>
            <a:pPr>
              <a:spcBef>
                <a:spcPct val="0"/>
              </a:spcBef>
              <a:buFont typeface="Wingdings" panose="05000000000000000000" pitchFamily="2" charset="2"/>
              <a:buNone/>
              <a:defRPr/>
            </a:pPr>
            <a:r>
              <a:rPr lang="en-US" altLang="zh-CN" sz="2400" b="1"/>
              <a:t>	</a:t>
            </a:r>
            <a:r>
              <a:rPr lang="en-US" altLang="zh-CN" sz="2400" b="1" i="1"/>
              <a:t>T </a:t>
            </a:r>
            <a:r>
              <a:rPr lang="en-US" altLang="zh-CN" sz="2400" b="1">
                <a:sym typeface="Symbol" panose="05050102010706020507" pitchFamily="18" charset="2"/>
              </a:rPr>
              <a:t></a:t>
            </a:r>
            <a:r>
              <a:rPr lang="en-US" altLang="zh-CN" sz="2400" b="1"/>
              <a:t> num </a:t>
            </a:r>
            <a:r>
              <a:rPr lang="en-US" altLang="zh-CN" sz="2400" b="1">
                <a:solidFill>
                  <a:schemeClr val="bg1">
                    <a:lumMod val="95000"/>
                  </a:schemeClr>
                </a:solidFill>
              </a:rPr>
              <a:t>{</a:t>
            </a:r>
            <a:r>
              <a:rPr lang="en-US" altLang="zh-CN" sz="2400" b="1" i="1">
                <a:solidFill>
                  <a:schemeClr val="bg1">
                    <a:lumMod val="95000"/>
                  </a:schemeClr>
                </a:solidFill>
              </a:rPr>
              <a:t>print </a:t>
            </a:r>
            <a:r>
              <a:rPr lang="en-US" altLang="zh-CN" sz="2400" b="1">
                <a:solidFill>
                  <a:schemeClr val="bg1">
                    <a:lumMod val="95000"/>
                  </a:schemeClr>
                </a:solidFill>
              </a:rPr>
              <a:t>(</a:t>
            </a:r>
            <a:r>
              <a:rPr lang="en-US" altLang="zh-CN" sz="2400" b="1" err="1">
                <a:solidFill>
                  <a:schemeClr val="bg1">
                    <a:lumMod val="95000"/>
                  </a:schemeClr>
                </a:solidFill>
              </a:rPr>
              <a:t>num.</a:t>
            </a:r>
            <a:r>
              <a:rPr lang="en-US" altLang="zh-CN" sz="2400" b="1" i="1" err="1">
                <a:solidFill>
                  <a:schemeClr val="bg1">
                    <a:lumMod val="95000"/>
                  </a:schemeClr>
                </a:solidFill>
              </a:rPr>
              <a:t>val</a:t>
            </a:r>
            <a:r>
              <a:rPr lang="en-US" altLang="zh-CN" sz="2400" b="1">
                <a:solidFill>
                  <a:schemeClr val="bg1">
                    <a:lumMod val="95000"/>
                  </a:schemeClr>
                </a:solidFill>
              </a:rPr>
              <a:t>)}</a:t>
            </a:r>
          </a:p>
          <a:p>
            <a:pPr>
              <a:spcBef>
                <a:spcPct val="0"/>
              </a:spcBef>
              <a:buFont typeface="Wingdings" panose="05000000000000000000" pitchFamily="2" charset="2"/>
              <a:buNone/>
              <a:defRPr/>
            </a:pPr>
            <a:endParaRPr lang="en-US" altLang="zh-CN" sz="2000" b="1"/>
          </a:p>
          <a:p>
            <a:pPr>
              <a:spcBef>
                <a:spcPct val="0"/>
              </a:spcBef>
              <a:buFont typeface="Wingdings" panose="05000000000000000000" pitchFamily="2" charset="2"/>
              <a:buNone/>
              <a:defRPr/>
            </a:pPr>
            <a:endParaRPr lang="en-US" altLang="zh-CN" sz="2000" b="1"/>
          </a:p>
          <a:p>
            <a:pPr>
              <a:spcBef>
                <a:spcPct val="0"/>
              </a:spcBef>
              <a:buFont typeface="Wingdings" panose="05000000000000000000" pitchFamily="2" charset="2"/>
              <a:buNone/>
            </a:pPr>
            <a:r>
              <a:rPr lang="en-US" altLang="zh-CN" sz="2400" b="1" i="1"/>
              <a:t>  E </a:t>
            </a:r>
            <a:r>
              <a:rPr lang="en-US" altLang="zh-CN" sz="2400" b="1">
                <a:sym typeface="Symbol" panose="05050102010706020507" pitchFamily="18" charset="2"/>
              </a:rPr>
              <a:t></a:t>
            </a:r>
            <a:r>
              <a:rPr lang="en-US" altLang="zh-CN" sz="2400" b="1"/>
              <a:t> </a:t>
            </a:r>
            <a:r>
              <a:rPr lang="en-US" altLang="zh-CN" sz="2400" b="1" i="1"/>
              <a:t>T R </a:t>
            </a:r>
            <a:r>
              <a:rPr lang="en-US" altLang="zh-CN" sz="2400" b="1">
                <a:sym typeface="Symbol" panose="05050102010706020507" pitchFamily="18" charset="2"/>
              </a:rPr>
              <a:t> </a:t>
            </a:r>
            <a:r>
              <a:rPr lang="en-US" altLang="zh-CN" sz="2400" b="1"/>
              <a:t>num {</a:t>
            </a:r>
            <a:r>
              <a:rPr lang="en-US" altLang="zh-CN" sz="2400" b="1" i="1"/>
              <a:t>print </a:t>
            </a:r>
            <a:r>
              <a:rPr lang="en-US" altLang="zh-CN" sz="2400" b="1"/>
              <a:t>(8)} </a:t>
            </a:r>
            <a:r>
              <a:rPr lang="en-US" altLang="zh-CN" sz="2400" b="1" i="1"/>
              <a:t>R</a:t>
            </a:r>
            <a:endParaRPr lang="en-US" altLang="zh-CN" sz="2400" b="1">
              <a:sym typeface="Symbol" panose="05050102010706020507" pitchFamily="18" charset="2"/>
            </a:endParaRPr>
          </a:p>
          <a:p>
            <a:pPr>
              <a:spcBef>
                <a:spcPct val="0"/>
              </a:spcBef>
              <a:buFont typeface="Wingdings" panose="05000000000000000000" pitchFamily="2" charset="2"/>
              <a:buNone/>
            </a:pPr>
            <a:r>
              <a:rPr lang="en-US" altLang="zh-CN" sz="2400" b="1">
                <a:sym typeface="Symbol" panose="05050102010706020507" pitchFamily="18" charset="2"/>
              </a:rPr>
              <a:t>	    </a:t>
            </a:r>
            <a:r>
              <a:rPr lang="en-US" altLang="zh-CN" sz="2400" b="1"/>
              <a:t>num{</a:t>
            </a:r>
            <a:r>
              <a:rPr lang="en-US" altLang="zh-CN" sz="2400" b="1" i="1"/>
              <a:t>print </a:t>
            </a:r>
            <a:r>
              <a:rPr lang="en-US" altLang="zh-CN" sz="2400" b="1"/>
              <a:t>(8)}</a:t>
            </a:r>
            <a:r>
              <a:rPr lang="en-US" altLang="zh-CN" sz="2400" b="1" err="1"/>
              <a:t>addop</a:t>
            </a:r>
            <a:r>
              <a:rPr lang="en-US" altLang="zh-CN" sz="2400" b="1"/>
              <a:t> </a:t>
            </a:r>
            <a:r>
              <a:rPr lang="en-US" altLang="zh-CN" sz="2400" b="1" i="1"/>
              <a:t>T</a:t>
            </a:r>
            <a:r>
              <a:rPr lang="en-US" altLang="zh-CN" sz="2400" b="1"/>
              <a:t>{</a:t>
            </a:r>
            <a:r>
              <a:rPr lang="en-US" altLang="zh-CN" sz="2400" b="1" i="1"/>
              <a:t>print </a:t>
            </a:r>
            <a:r>
              <a:rPr lang="en-US" altLang="zh-CN" sz="2400" b="1"/>
              <a:t>(+)}</a:t>
            </a:r>
            <a:r>
              <a:rPr lang="en-US" altLang="zh-CN" sz="2400" b="1" i="1"/>
              <a:t>R</a:t>
            </a:r>
          </a:p>
          <a:p>
            <a:pPr>
              <a:spcBef>
                <a:spcPct val="0"/>
              </a:spcBef>
              <a:buFont typeface="Wingdings" panose="05000000000000000000" pitchFamily="2" charset="2"/>
              <a:buNone/>
            </a:pPr>
            <a:r>
              <a:rPr lang="en-US" altLang="zh-CN" sz="2400" b="1" i="1"/>
              <a:t>	   </a:t>
            </a:r>
            <a:r>
              <a:rPr lang="en-US" altLang="zh-CN" sz="2400" b="1">
                <a:sym typeface="Symbol" panose="05050102010706020507" pitchFamily="18" charset="2"/>
              </a:rPr>
              <a:t> </a:t>
            </a:r>
            <a:r>
              <a:rPr lang="en-US" altLang="zh-CN" sz="2400" b="1"/>
              <a:t>num{</a:t>
            </a:r>
            <a:r>
              <a:rPr lang="en-US" altLang="zh-CN" sz="2400" b="1" i="1"/>
              <a:t>print</a:t>
            </a:r>
            <a:r>
              <a:rPr lang="en-US" altLang="zh-CN" sz="2400" b="1"/>
              <a:t>(8)}</a:t>
            </a:r>
            <a:r>
              <a:rPr lang="en-US" altLang="zh-CN" sz="2400" b="1" err="1"/>
              <a:t>addop</a:t>
            </a:r>
            <a:r>
              <a:rPr lang="en-US" altLang="zh-CN" sz="2400" b="1"/>
              <a:t> num{</a:t>
            </a:r>
            <a:r>
              <a:rPr lang="en-US" altLang="zh-CN" sz="2400" b="1" i="1"/>
              <a:t>print</a:t>
            </a:r>
            <a:r>
              <a:rPr lang="en-US" altLang="zh-CN" sz="2400" b="1"/>
              <a:t>(5)}{</a:t>
            </a:r>
            <a:r>
              <a:rPr lang="en-US" altLang="zh-CN" sz="2400" b="1" i="1"/>
              <a:t>print </a:t>
            </a:r>
            <a:r>
              <a:rPr lang="en-US" altLang="zh-CN" sz="2400" b="1"/>
              <a:t>(+)}</a:t>
            </a:r>
            <a:r>
              <a:rPr lang="en-US" altLang="zh-CN" sz="2400" b="1" i="1"/>
              <a:t>R</a:t>
            </a:r>
          </a:p>
          <a:p>
            <a:pPr>
              <a:spcBef>
                <a:spcPct val="0"/>
              </a:spcBef>
              <a:buFont typeface="Wingdings" panose="05000000000000000000" pitchFamily="2" charset="2"/>
              <a:buNone/>
            </a:pPr>
            <a:r>
              <a:rPr lang="en-US" altLang="zh-CN" sz="2400" b="1" i="1">
                <a:sym typeface="Symbol" panose="05050102010706020507" pitchFamily="18" charset="2"/>
              </a:rPr>
              <a:t>    </a:t>
            </a:r>
            <a:r>
              <a:rPr lang="en-US" altLang="zh-CN" sz="2400" b="1">
                <a:sym typeface="Symbol" panose="05050102010706020507" pitchFamily="18" charset="2"/>
              </a:rPr>
              <a:t>… </a:t>
            </a:r>
            <a:r>
              <a:rPr lang="en-US" altLang="zh-CN" sz="2400" b="1"/>
              <a:t>{</a:t>
            </a:r>
            <a:r>
              <a:rPr lang="en-US" altLang="zh-CN" sz="2400" b="1" i="1"/>
              <a:t>print</a:t>
            </a:r>
            <a:r>
              <a:rPr lang="en-US" altLang="zh-CN" sz="2400" b="1"/>
              <a:t>(8)}</a:t>
            </a:r>
            <a:r>
              <a:rPr lang="en-US" altLang="zh-CN" sz="2400" b="1">
                <a:sym typeface="Symbol" panose="05050102010706020507" pitchFamily="18" charset="2"/>
              </a:rPr>
              <a:t> …</a:t>
            </a:r>
            <a:r>
              <a:rPr lang="en-US" altLang="zh-CN" sz="2400" b="1"/>
              <a:t>{</a:t>
            </a:r>
            <a:r>
              <a:rPr lang="en-US" altLang="zh-CN" sz="2400" b="1" i="1"/>
              <a:t>print</a:t>
            </a:r>
            <a:r>
              <a:rPr lang="en-US" altLang="zh-CN" sz="2400" b="1"/>
              <a:t>(5)}{</a:t>
            </a:r>
            <a:r>
              <a:rPr lang="en-US" altLang="zh-CN" sz="2400" b="1" i="1"/>
              <a:t>print</a:t>
            </a:r>
            <a:r>
              <a:rPr lang="en-US" altLang="zh-CN" sz="2400" b="1"/>
              <a:t>(+)}</a:t>
            </a:r>
            <a:r>
              <a:rPr lang="en-US" altLang="zh-CN" sz="2400" b="1" err="1"/>
              <a:t>addop</a:t>
            </a:r>
            <a:r>
              <a:rPr lang="en-US" altLang="zh-CN" sz="2400" b="1"/>
              <a:t> </a:t>
            </a:r>
            <a:r>
              <a:rPr lang="en-US" altLang="zh-CN" sz="2400" b="1" i="1"/>
              <a:t>T</a:t>
            </a:r>
            <a:r>
              <a:rPr lang="en-US" altLang="zh-CN" sz="2400" b="1"/>
              <a:t>{</a:t>
            </a:r>
            <a:r>
              <a:rPr lang="en-US" altLang="zh-CN" sz="2400" b="1" i="1"/>
              <a:t>print</a:t>
            </a:r>
            <a:r>
              <a:rPr lang="en-US" altLang="zh-CN" sz="2400" b="1"/>
              <a:t>(</a:t>
            </a:r>
            <a:r>
              <a:rPr lang="en-US" altLang="zh-CN" sz="2800" b="1">
                <a:sym typeface="Symbol" panose="05050102010706020507" pitchFamily="18" charset="2"/>
              </a:rPr>
              <a:t></a:t>
            </a:r>
            <a:r>
              <a:rPr lang="en-US" altLang="zh-CN" sz="2400" b="1"/>
              <a:t>)} </a:t>
            </a:r>
            <a:r>
              <a:rPr lang="en-US" altLang="zh-CN" sz="2400" b="1" i="1"/>
              <a:t>R</a:t>
            </a:r>
          </a:p>
          <a:p>
            <a:pPr>
              <a:spcBef>
                <a:spcPct val="0"/>
              </a:spcBef>
              <a:buFont typeface="Wingdings" panose="05000000000000000000" pitchFamily="2" charset="2"/>
              <a:buNone/>
            </a:pPr>
            <a:r>
              <a:rPr lang="en-US" altLang="zh-CN" sz="2400" b="1">
                <a:sym typeface="Symbol" panose="05050102010706020507" pitchFamily="18" charset="2"/>
              </a:rPr>
              <a:t>    … </a:t>
            </a:r>
            <a:r>
              <a:rPr lang="en-US" altLang="zh-CN" sz="2400" b="1"/>
              <a:t>{</a:t>
            </a:r>
            <a:r>
              <a:rPr lang="en-US" altLang="zh-CN" sz="2400" b="1" i="1"/>
              <a:t>print</a:t>
            </a:r>
            <a:r>
              <a:rPr lang="en-US" altLang="zh-CN" sz="2400" b="1"/>
              <a:t>(8)}</a:t>
            </a:r>
            <a:r>
              <a:rPr lang="en-US" altLang="zh-CN" sz="2400" b="1">
                <a:sym typeface="Symbol" panose="05050102010706020507" pitchFamily="18" charset="2"/>
              </a:rPr>
              <a:t> …</a:t>
            </a:r>
            <a:r>
              <a:rPr lang="en-US" altLang="zh-CN" sz="2400" b="1"/>
              <a:t>{</a:t>
            </a:r>
            <a:r>
              <a:rPr lang="en-US" altLang="zh-CN" sz="2400" b="1" i="1"/>
              <a:t>print</a:t>
            </a:r>
            <a:r>
              <a:rPr lang="en-US" altLang="zh-CN" sz="2400" b="1"/>
              <a:t>(5)}{</a:t>
            </a:r>
            <a:r>
              <a:rPr lang="en-US" altLang="zh-CN" sz="2400" b="1" i="1"/>
              <a:t>print</a:t>
            </a:r>
            <a:r>
              <a:rPr lang="en-US" altLang="zh-CN" sz="2400" b="1"/>
              <a:t>(+)}</a:t>
            </a:r>
            <a:r>
              <a:rPr lang="en-US" altLang="zh-CN" sz="2400" b="1">
                <a:sym typeface="Symbol" panose="05050102010706020507" pitchFamily="18" charset="2"/>
              </a:rPr>
              <a:t> …</a:t>
            </a:r>
            <a:r>
              <a:rPr lang="en-US" altLang="zh-CN" sz="2400" b="1"/>
              <a:t>{</a:t>
            </a:r>
            <a:r>
              <a:rPr lang="en-US" altLang="zh-CN" sz="2400" b="1" i="1"/>
              <a:t>print</a:t>
            </a:r>
            <a:r>
              <a:rPr lang="en-US" altLang="zh-CN" sz="2400" b="1"/>
              <a:t>(2)}{</a:t>
            </a:r>
            <a:r>
              <a:rPr lang="en-US" altLang="zh-CN" sz="2400" b="1" i="1"/>
              <a:t>print</a:t>
            </a:r>
            <a:r>
              <a:rPr lang="en-US" altLang="zh-CN" sz="2400" b="1"/>
              <a:t>(</a:t>
            </a:r>
            <a:r>
              <a:rPr lang="en-US" altLang="zh-CN" sz="2800" b="1">
                <a:sym typeface="Symbol" panose="05050102010706020507" pitchFamily="18" charset="2"/>
              </a:rPr>
              <a:t>)}</a:t>
            </a:r>
            <a:endParaRPr lang="en-US" altLang="zh-CN" sz="2400"/>
          </a:p>
        </p:txBody>
      </p:sp>
      <p:sp>
        <p:nvSpPr>
          <p:cNvPr id="2" name="日期占位符 1">
            <a:extLst>
              <a:ext uri="{FF2B5EF4-FFF2-40B4-BE49-F238E27FC236}">
                <a16:creationId xmlns:a16="http://schemas.microsoft.com/office/drawing/2014/main" id="{B66ECA86-F156-0579-E66D-69C9F67EFA8F}"/>
              </a:ext>
            </a:extLst>
          </p:cNvPr>
          <p:cNvSpPr>
            <a:spLocks noGrp="1"/>
          </p:cNvSpPr>
          <p:nvPr>
            <p:ph type="dt" sz="half" idx="10"/>
          </p:nvPr>
        </p:nvSpPr>
        <p:spPr/>
        <p:txBody>
          <a:bodyPr/>
          <a:lstStyle/>
          <a:p>
            <a:fld id="{29481E73-DDC6-4A51-AE96-132B63833EAB}"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2A27FF4D-FDBF-83A5-1EAC-51329C216DA0}"/>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10ADC0D2-F84B-09E6-E38D-86D639341AE9}"/>
              </a:ext>
            </a:extLst>
          </p:cNvPr>
          <p:cNvSpPr>
            <a:spLocks noGrp="1"/>
          </p:cNvSpPr>
          <p:nvPr>
            <p:ph type="sldNum" sz="quarter" idx="12"/>
          </p:nvPr>
        </p:nvSpPr>
        <p:spPr/>
        <p:txBody>
          <a:bodyPr/>
          <a:lstStyle/>
          <a:p>
            <a:fld id="{094DEB03-EFC6-4C20-8FC8-295189A5386F}" type="slidenum">
              <a:rPr lang="zh-CN" altLang="en-US" smtClean="0"/>
              <a:pPr/>
              <a:t>44</a:t>
            </a:fld>
            <a:endParaRPr lang="zh-CN" altLang="en-US"/>
          </a:p>
        </p:txBody>
      </p:sp>
      <p:sp>
        <p:nvSpPr>
          <p:cNvPr id="5" name="AutoShape 36">
            <a:extLst>
              <a:ext uri="{FF2B5EF4-FFF2-40B4-BE49-F238E27FC236}">
                <a16:creationId xmlns:a16="http://schemas.microsoft.com/office/drawing/2014/main" id="{0E290089-3922-1870-BBA6-8042535A6B78}"/>
              </a:ext>
            </a:extLst>
          </p:cNvPr>
          <p:cNvSpPr>
            <a:spLocks noChangeArrowheads="1"/>
          </p:cNvSpPr>
          <p:nvPr/>
        </p:nvSpPr>
        <p:spPr bwMode="auto">
          <a:xfrm>
            <a:off x="4985657" y="2901042"/>
            <a:ext cx="4024329" cy="1143321"/>
          </a:xfrm>
          <a:prstGeom prst="roundRect">
            <a:avLst>
              <a:gd name="adj" fmla="val 8715"/>
            </a:avLst>
          </a:prstGeom>
          <a:solidFill>
            <a:srgbClr val="C00000"/>
          </a:solidFill>
          <a:ln w="12700" cap="rnd">
            <a:noFill/>
            <a:prstDash val="solid"/>
            <a:round/>
            <a:headEnd/>
            <a:tailEnd/>
          </a:ln>
          <a:effectLst>
            <a:outerShdw blurRad="254000" dist="127000" algn="ctr" rotWithShape="0">
              <a:srgbClr val="C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defTabSz="914354">
              <a:buNone/>
            </a:pPr>
            <a:r>
              <a:rPr lang="zh-CN" altLang="en-US" sz="2800" b="1">
                <a:solidFill>
                  <a:schemeClr val="bg1"/>
                </a:solidFill>
              </a:rPr>
              <a:t>难点！</a:t>
            </a:r>
            <a:endParaRPr lang="en-US" altLang="zh-CN" sz="2800" b="1">
              <a:solidFill>
                <a:schemeClr val="bg1"/>
              </a:solidFill>
            </a:endParaRPr>
          </a:p>
          <a:p>
            <a:pPr algn="ctr" defTabSz="914354">
              <a:buNone/>
            </a:pPr>
            <a:r>
              <a:rPr lang="zh-CN" altLang="en-US" sz="2800" b="1">
                <a:solidFill>
                  <a:schemeClr val="bg1"/>
                </a:solidFill>
              </a:rPr>
              <a:t>要理解该例的翻译过程！</a:t>
            </a:r>
            <a:endParaRPr lang="en-US" altLang="zh-CN" sz="2800" b="1">
              <a:solidFill>
                <a:schemeClr val="bg1"/>
              </a:solidFill>
            </a:endParaRPr>
          </a:p>
        </p:txBody>
      </p:sp>
    </p:spTree>
    <p:extLst>
      <p:ext uri="{BB962C8B-B14F-4D97-AF65-F5344CB8AC3E}">
        <p14:creationId xmlns:p14="http://schemas.microsoft.com/office/powerpoint/2010/main" val="12389661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33187">
                                            <p:txEl>
                                              <p:pRg st="2" end="2"/>
                                            </p:txEl>
                                          </p:spTgt>
                                        </p:tgtEl>
                                        <p:attrNameLst>
                                          <p:attrName>style.visibility</p:attrName>
                                        </p:attrNameLst>
                                      </p:cBhvr>
                                      <p:to>
                                        <p:strVal val="visible"/>
                                      </p:to>
                                    </p:set>
                                    <p:anim calcmode="lin" valueType="num">
                                      <p:cBhvr additive="base">
                                        <p:cTn id="7" dur="500" fill="hold"/>
                                        <p:tgtEl>
                                          <p:spTgt spid="73318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33187">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33187">
                                            <p:txEl>
                                              <p:pRg st="3" end="3"/>
                                            </p:txEl>
                                          </p:spTgt>
                                        </p:tgtEl>
                                        <p:attrNameLst>
                                          <p:attrName>style.visibility</p:attrName>
                                        </p:attrNameLst>
                                      </p:cBhvr>
                                      <p:to>
                                        <p:strVal val="visible"/>
                                      </p:to>
                                    </p:set>
                                    <p:anim calcmode="lin" valueType="num">
                                      <p:cBhvr additive="base">
                                        <p:cTn id="11" dur="500" fill="hold"/>
                                        <p:tgtEl>
                                          <p:spTgt spid="733187">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33187">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33187">
                                            <p:txEl>
                                              <p:pRg st="4" end="4"/>
                                            </p:txEl>
                                          </p:spTgt>
                                        </p:tgtEl>
                                        <p:attrNameLst>
                                          <p:attrName>style.visibility</p:attrName>
                                        </p:attrNameLst>
                                      </p:cBhvr>
                                      <p:to>
                                        <p:strVal val="visible"/>
                                      </p:to>
                                    </p:set>
                                    <p:anim calcmode="lin" valueType="num">
                                      <p:cBhvr additive="base">
                                        <p:cTn id="15" dur="500" fill="hold"/>
                                        <p:tgtEl>
                                          <p:spTgt spid="733187">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3318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 presetClass="emph" presetSubtype="2" fill="hold" nodeType="clickEffect">
                                  <p:stCondLst>
                                    <p:cond delay="0"/>
                                  </p:stCondLst>
                                  <p:childTnLst>
                                    <p:animClr clrSpc="rgb" dir="cw">
                                      <p:cBhvr override="childStyle">
                                        <p:cTn id="20" dur="2000" fill="hold"/>
                                        <p:tgtEl>
                                          <p:spTgt spid="733187">
                                            <p:txEl>
                                              <p:pRg st="3" end="3"/>
                                            </p:txEl>
                                          </p:spTgt>
                                        </p:tgtEl>
                                        <p:attrNameLst>
                                          <p:attrName>style.color</p:attrName>
                                        </p:attrNameLst>
                                      </p:cBhvr>
                                      <p:to>
                                        <a:srgbClr val="000000"/>
                                      </p:to>
                                    </p:animClr>
                                  </p:childTnLst>
                                </p:cTn>
                              </p:par>
                            </p:childTnLst>
                          </p:cTn>
                        </p:par>
                      </p:childTnLst>
                    </p:cTn>
                  </p:par>
                  <p:par>
                    <p:cTn id="21" fill="hold">
                      <p:stCondLst>
                        <p:cond delay="indefinite"/>
                      </p:stCondLst>
                      <p:childTnLst>
                        <p:par>
                          <p:cTn id="22" fill="hold">
                            <p:stCondLst>
                              <p:cond delay="0"/>
                            </p:stCondLst>
                            <p:childTnLst>
                              <p:par>
                                <p:cTn id="23" presetID="3" presetClass="emph" presetSubtype="2" fill="hold" nodeType="clickEffect">
                                  <p:stCondLst>
                                    <p:cond delay="0"/>
                                  </p:stCondLst>
                                  <p:childTnLst>
                                    <p:animClr clrSpc="rgb" dir="cw">
                                      <p:cBhvr override="childStyle">
                                        <p:cTn id="24" dur="2000" fill="hold"/>
                                        <p:tgtEl>
                                          <p:spTgt spid="733187">
                                            <p:txEl>
                                              <p:pRg st="4" end="4"/>
                                            </p:txEl>
                                          </p:spTgt>
                                        </p:tgtEl>
                                        <p:attrNameLst>
                                          <p:attrName>style.color</p:attrName>
                                        </p:attrNameLst>
                                      </p:cBhvr>
                                      <p:to>
                                        <a:srgbClr val="000000"/>
                                      </p:to>
                                    </p:animClr>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p:cTn id="29" dur="1000" fill="hold"/>
                                        <p:tgtEl>
                                          <p:spTgt spid="5"/>
                                        </p:tgtEl>
                                        <p:attrNameLst>
                                          <p:attrName>ppt_w</p:attrName>
                                        </p:attrNameLst>
                                      </p:cBhvr>
                                      <p:tavLst>
                                        <p:tav tm="0">
                                          <p:val>
                                            <p:fltVal val="0"/>
                                          </p:val>
                                        </p:tav>
                                        <p:tav tm="100000">
                                          <p:val>
                                            <p:strVal val="#ppt_w"/>
                                          </p:val>
                                        </p:tav>
                                      </p:tavLst>
                                    </p:anim>
                                    <p:anim calcmode="lin" valueType="num">
                                      <p:cBhvr>
                                        <p:cTn id="30" dur="1000" fill="hold"/>
                                        <p:tgtEl>
                                          <p:spTgt spid="5"/>
                                        </p:tgtEl>
                                        <p:attrNameLst>
                                          <p:attrName>ppt_h</p:attrName>
                                        </p:attrNameLst>
                                      </p:cBhvr>
                                      <p:tavLst>
                                        <p:tav tm="0">
                                          <p:val>
                                            <p:fltVal val="0"/>
                                          </p:val>
                                        </p:tav>
                                        <p:tav tm="100000">
                                          <p:val>
                                            <p:strVal val="#ppt_h"/>
                                          </p:val>
                                        </p:tav>
                                      </p:tavLst>
                                    </p:anim>
                                    <p:anim calcmode="lin" valueType="num">
                                      <p:cBhvr>
                                        <p:cTn id="31" dur="1000" fill="hold"/>
                                        <p:tgtEl>
                                          <p:spTgt spid="5"/>
                                        </p:tgtEl>
                                        <p:attrNameLst>
                                          <p:attrName>style.rotation</p:attrName>
                                        </p:attrNameLst>
                                      </p:cBhvr>
                                      <p:tavLst>
                                        <p:tav tm="0">
                                          <p:val>
                                            <p:fltVal val="90"/>
                                          </p:val>
                                        </p:tav>
                                        <p:tav tm="100000">
                                          <p:val>
                                            <p:fltVal val="0"/>
                                          </p:val>
                                        </p:tav>
                                      </p:tavLst>
                                    </p:anim>
                                    <p:animEffect transition="in" filter="fade">
                                      <p:cBhvr>
                                        <p:cTn id="32" dur="10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33187">
                                            <p:txEl>
                                              <p:pRg st="7" end="7"/>
                                            </p:txEl>
                                          </p:spTgt>
                                        </p:tgtEl>
                                        <p:attrNameLst>
                                          <p:attrName>style.visibility</p:attrName>
                                        </p:attrNameLst>
                                      </p:cBhvr>
                                      <p:to>
                                        <p:strVal val="visible"/>
                                      </p:to>
                                    </p:set>
                                    <p:anim calcmode="lin" valueType="num">
                                      <p:cBhvr additive="base">
                                        <p:cTn id="37" dur="500" fill="hold"/>
                                        <p:tgtEl>
                                          <p:spTgt spid="733187">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3318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33187">
                                            <p:txEl>
                                              <p:pRg st="8" end="8"/>
                                            </p:txEl>
                                          </p:spTgt>
                                        </p:tgtEl>
                                        <p:attrNameLst>
                                          <p:attrName>style.visibility</p:attrName>
                                        </p:attrNameLst>
                                      </p:cBhvr>
                                      <p:to>
                                        <p:strVal val="visible"/>
                                      </p:to>
                                    </p:set>
                                    <p:anim calcmode="lin" valueType="num">
                                      <p:cBhvr additive="base">
                                        <p:cTn id="43" dur="500" fill="hold"/>
                                        <p:tgtEl>
                                          <p:spTgt spid="733187">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3318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733187">
                                            <p:txEl>
                                              <p:pRg st="9" end="9"/>
                                            </p:txEl>
                                          </p:spTgt>
                                        </p:tgtEl>
                                        <p:attrNameLst>
                                          <p:attrName>style.visibility</p:attrName>
                                        </p:attrNameLst>
                                      </p:cBhvr>
                                      <p:to>
                                        <p:strVal val="visible"/>
                                      </p:to>
                                    </p:set>
                                    <p:anim calcmode="lin" valueType="num">
                                      <p:cBhvr additive="base">
                                        <p:cTn id="49" dur="500" fill="hold"/>
                                        <p:tgtEl>
                                          <p:spTgt spid="733187">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733187">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733187">
                                            <p:txEl>
                                              <p:pRg st="10" end="10"/>
                                            </p:txEl>
                                          </p:spTgt>
                                        </p:tgtEl>
                                        <p:attrNameLst>
                                          <p:attrName>style.visibility</p:attrName>
                                        </p:attrNameLst>
                                      </p:cBhvr>
                                      <p:to>
                                        <p:strVal val="visible"/>
                                      </p:to>
                                    </p:set>
                                    <p:anim calcmode="lin" valueType="num">
                                      <p:cBhvr additive="base">
                                        <p:cTn id="55" dur="500" fill="hold"/>
                                        <p:tgtEl>
                                          <p:spTgt spid="733187">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733187">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733187">
                                            <p:txEl>
                                              <p:pRg st="11" end="11"/>
                                            </p:txEl>
                                          </p:spTgt>
                                        </p:tgtEl>
                                        <p:attrNameLst>
                                          <p:attrName>style.visibility</p:attrName>
                                        </p:attrNameLst>
                                      </p:cBhvr>
                                      <p:to>
                                        <p:strVal val="visible"/>
                                      </p:to>
                                    </p:set>
                                    <p:anim calcmode="lin" valueType="num">
                                      <p:cBhvr additive="base">
                                        <p:cTn id="61" dur="500" fill="hold"/>
                                        <p:tgtEl>
                                          <p:spTgt spid="733187">
                                            <p:txEl>
                                              <p:pRg st="11" end="11"/>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733187">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07EB6E79-81DC-44EE-B65F-9E59ABFC71BE}"/>
              </a:ext>
            </a:extLst>
          </p:cNvPr>
          <p:cNvSpPr>
            <a:spLocks noGrp="1" noChangeArrowheads="1"/>
          </p:cNvSpPr>
          <p:nvPr>
            <p:ph type="title"/>
          </p:nvPr>
        </p:nvSpPr>
        <p:spPr/>
        <p:txBody>
          <a:bodyPr/>
          <a:lstStyle/>
          <a:p>
            <a:pPr eaLnBrk="1" hangingPunct="1"/>
            <a:r>
              <a:rPr lang="zh-CN" altLang="en-US"/>
              <a:t>小节练习</a:t>
            </a:r>
          </a:p>
        </p:txBody>
      </p:sp>
      <p:sp>
        <p:nvSpPr>
          <p:cNvPr id="48131" name="Rectangle 3">
            <a:extLst>
              <a:ext uri="{FF2B5EF4-FFF2-40B4-BE49-F238E27FC236}">
                <a16:creationId xmlns:a16="http://schemas.microsoft.com/office/drawing/2014/main" id="{8083CCDF-0D0A-4C1F-9A70-1BE3CAC9E68C}"/>
              </a:ext>
            </a:extLst>
          </p:cNvPr>
          <p:cNvSpPr>
            <a:spLocks noGrp="1" noChangeArrowheads="1"/>
          </p:cNvSpPr>
          <p:nvPr>
            <p:ph idx="1"/>
          </p:nvPr>
        </p:nvSpPr>
        <p:spPr/>
        <p:txBody>
          <a:bodyPr/>
          <a:lstStyle/>
          <a:p>
            <a:pPr eaLnBrk="1" hangingPunct="1"/>
            <a:r>
              <a:rPr lang="zh-CN" altLang="en-US" sz="2800"/>
              <a:t>下面是涉及运算符 </a:t>
            </a:r>
            <a:r>
              <a:rPr lang="en-US" altLang="zh-CN" sz="2800" b="1"/>
              <a:t>+ </a:t>
            </a:r>
            <a:r>
              <a:rPr lang="zh-CN" altLang="en-US" sz="2800"/>
              <a:t>和整数或浮点运算分量的表达式的文法。区分浮点数的方法是看它有无小数点。写出它的语法制导定义</a:t>
            </a:r>
            <a:r>
              <a:rPr lang="en-US" altLang="zh-CN" sz="2800"/>
              <a:t>(</a:t>
            </a:r>
            <a:r>
              <a:rPr lang="en-US" altLang="zh-CN" sz="2800" b="1"/>
              <a:t>SDD</a:t>
            </a:r>
            <a:r>
              <a:rPr lang="en-US" altLang="zh-CN" sz="2800"/>
              <a:t>)</a:t>
            </a:r>
            <a:r>
              <a:rPr lang="zh-CN" altLang="en-US" sz="2800"/>
              <a:t>。</a:t>
            </a:r>
          </a:p>
        </p:txBody>
      </p:sp>
      <p:sp>
        <p:nvSpPr>
          <p:cNvPr id="5" name="文本框 4">
            <a:extLst>
              <a:ext uri="{FF2B5EF4-FFF2-40B4-BE49-F238E27FC236}">
                <a16:creationId xmlns:a16="http://schemas.microsoft.com/office/drawing/2014/main" id="{803912C3-CC76-8233-338D-AF97C3541198}"/>
              </a:ext>
            </a:extLst>
          </p:cNvPr>
          <p:cNvSpPr txBox="1"/>
          <p:nvPr/>
        </p:nvSpPr>
        <p:spPr>
          <a:xfrm>
            <a:off x="849086" y="2615426"/>
            <a:ext cx="3483429" cy="954107"/>
          </a:xfrm>
          <a:prstGeom prst="rect">
            <a:avLst/>
          </a:prstGeom>
          <a:noFill/>
        </p:spPr>
        <p:txBody>
          <a:bodyPr wrap="square">
            <a:spAutoFit/>
          </a:bodyPr>
          <a:lstStyle/>
          <a:p>
            <a:r>
              <a:rPr lang="de-DE" altLang="zh-CN" sz="2800" b="1" i="1"/>
              <a:t>E</a:t>
            </a:r>
            <a:r>
              <a:rPr lang="de-DE" altLang="zh-CN" sz="2800" b="1"/>
              <a:t> </a:t>
            </a:r>
            <a:r>
              <a:rPr kumimoji="0" lang="en-US" altLang="zh-CN" sz="2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lang="de-DE" altLang="zh-CN" sz="2800" b="1"/>
              <a:t> </a:t>
            </a:r>
            <a:r>
              <a:rPr lang="de-DE" altLang="zh-CN" sz="2800" b="1" i="1"/>
              <a:t>E</a:t>
            </a:r>
            <a:r>
              <a:rPr lang="de-DE" altLang="zh-CN" sz="2800" b="1"/>
              <a:t> + </a:t>
            </a:r>
            <a:r>
              <a:rPr lang="de-DE" altLang="zh-CN" sz="2800" b="1" i="1"/>
              <a:t>T</a:t>
            </a:r>
            <a:r>
              <a:rPr lang="de-DE" altLang="zh-CN" sz="2800" b="1"/>
              <a:t> | </a:t>
            </a:r>
            <a:r>
              <a:rPr lang="de-DE" altLang="zh-CN" sz="2800" b="1" i="1"/>
              <a:t>T</a:t>
            </a:r>
          </a:p>
          <a:p>
            <a:r>
              <a:rPr lang="de-DE" altLang="zh-CN" sz="2800" b="1" i="1"/>
              <a:t>T</a:t>
            </a:r>
            <a:r>
              <a:rPr lang="de-DE" altLang="zh-CN" sz="2800" b="1"/>
              <a:t> </a:t>
            </a:r>
            <a:r>
              <a:rPr kumimoji="0" lang="en-US" altLang="zh-CN" sz="2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lang="de-DE" altLang="zh-CN" sz="2800" b="1"/>
              <a:t> num.num | num</a:t>
            </a:r>
            <a:endParaRPr lang="zh-CN" altLang="en-US" sz="2800" b="1"/>
          </a:p>
        </p:txBody>
      </p:sp>
      <p:graphicFrame>
        <p:nvGraphicFramePr>
          <p:cNvPr id="6" name="Group 4">
            <a:extLst>
              <a:ext uri="{FF2B5EF4-FFF2-40B4-BE49-F238E27FC236}">
                <a16:creationId xmlns:a16="http://schemas.microsoft.com/office/drawing/2014/main" id="{C589E5F8-C770-B70F-9F89-A134B190365B}"/>
              </a:ext>
            </a:extLst>
          </p:cNvPr>
          <p:cNvGraphicFramePr>
            <a:graphicFrameLocks/>
          </p:cNvGraphicFramePr>
          <p:nvPr/>
        </p:nvGraphicFramePr>
        <p:xfrm>
          <a:off x="457200" y="3569533"/>
          <a:ext cx="8229599" cy="2886087"/>
        </p:xfrm>
        <a:graphic>
          <a:graphicData uri="http://schemas.openxmlformats.org/drawingml/2006/table">
            <a:tbl>
              <a:tblPr/>
              <a:tblGrid>
                <a:gridCol w="2920179">
                  <a:extLst>
                    <a:ext uri="{9D8B030D-6E8A-4147-A177-3AD203B41FA5}">
                      <a16:colId xmlns:a16="http://schemas.microsoft.com/office/drawing/2014/main" val="20000"/>
                    </a:ext>
                  </a:extLst>
                </a:gridCol>
                <a:gridCol w="5309420">
                  <a:extLst>
                    <a:ext uri="{9D8B030D-6E8A-4147-A177-3AD203B41FA5}">
                      <a16:colId xmlns:a16="http://schemas.microsoft.com/office/drawing/2014/main" val="20001"/>
                    </a:ext>
                  </a:extLst>
                </a:gridCol>
              </a:tblGrid>
              <a:tr h="369371">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宋体" pitchFamily="2" charset="-122"/>
                          <a:ea typeface="黑体" pitchFamily="2" charset="-122"/>
                        </a:rPr>
                        <a:t>产生式</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宋体" pitchFamily="2" charset="-122"/>
                          <a:ea typeface="黑体" pitchFamily="2" charset="-122"/>
                        </a:rPr>
                        <a:t>语</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义</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规</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400" b="0" i="0" u="none" strike="noStrike" cap="none" normalizeH="0" baseline="0">
                          <a:ln>
                            <a:noFill/>
                          </a:ln>
                          <a:solidFill>
                            <a:schemeClr val="tx1"/>
                          </a:solidFill>
                          <a:effectLst/>
                          <a:latin typeface="宋体" pitchFamily="2" charset="-122"/>
                          <a:ea typeface="黑体" pitchFamily="2" charset="-122"/>
                        </a:rPr>
                        <a:t>则</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0843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 </a:t>
                      </a:r>
                      <a:r>
                        <a:rPr lang="de-DE" altLang="zh-CN" sz="2400" b="1" i="1"/>
                        <a:t>E</a:t>
                      </a:r>
                      <a:r>
                        <a:rPr lang="de-DE" altLang="zh-CN" sz="2400" b="1" i="0" baseline="-25000"/>
                        <a:t>1</a:t>
                      </a:r>
                      <a:r>
                        <a:rPr lang="de-DE" altLang="zh-CN" sz="2400" b="1"/>
                        <a:t> + </a:t>
                      </a:r>
                      <a:r>
                        <a:rPr lang="de-DE" altLang="zh-CN" sz="2400" b="1" i="1"/>
                        <a:t>T</a:t>
                      </a:r>
                      <a:r>
                        <a:rPr lang="de-DE" altLang="zh-CN" sz="2400" b="1"/>
                        <a:t> </a:t>
                      </a:r>
                      <a:endParaRPr kumimoji="0" lang="en-US" altLang="zh-CN" sz="2400" b="0" i="0" u="none" strike="noStrike" cap="none" normalizeH="0" baseline="0">
                        <a:ln>
                          <a:noFill/>
                        </a:ln>
                        <a:solidFill>
                          <a:schemeClr val="tx1"/>
                        </a:solidFill>
                        <a:effectLst/>
                        <a:latin typeface="Times New Roman" pitchFamily="18" charset="0"/>
                        <a:ea typeface="黑体" pitchFamily="2" charset="-122"/>
                      </a:endParaRP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err="1">
                          <a:ln>
                            <a:noFill/>
                          </a:ln>
                          <a:solidFill>
                            <a:srgbClr val="C00000"/>
                          </a:solidFill>
                          <a:effectLst/>
                          <a:latin typeface="Times New Roman" pitchFamily="18" charset="0"/>
                          <a:ea typeface="黑体" pitchFamily="2" charset="-122"/>
                        </a:rPr>
                        <a:t>E.type</a:t>
                      </a:r>
                      <a:r>
                        <a:rPr kumimoji="0" lang="en-US" altLang="zh-CN" sz="2400" b="1" i="1" u="none" strike="noStrike" cap="none" normalizeH="0" baseline="0">
                          <a:ln>
                            <a:noFill/>
                          </a:ln>
                          <a:solidFill>
                            <a:srgbClr val="C00000"/>
                          </a:solidFill>
                          <a:effectLst/>
                          <a:latin typeface="Times New Roman" pitchFamily="18" charset="0"/>
                          <a:ea typeface="黑体" pitchFamily="2" charset="-122"/>
                        </a:rPr>
                        <a:t> </a:t>
                      </a:r>
                      <a:endParaRPr kumimoji="0" lang="en-US" altLang="zh-CN" sz="2400" b="0" i="0" u="none" strike="noStrike" cap="none" normalizeH="0" baseline="0">
                        <a:ln>
                          <a:noFill/>
                        </a:ln>
                        <a:solidFill>
                          <a:schemeClr val="tx1"/>
                        </a:solidFill>
                        <a:effectLst/>
                        <a:latin typeface="Times New Roman" pitchFamily="18" charset="0"/>
                        <a:ea typeface="黑体" pitchFamily="2" charset="-122"/>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400" b="0" i="0" u="none" strike="noStrike" cap="none" normalizeH="0" baseline="0">
                        <a:ln>
                          <a:noFill/>
                        </a:ln>
                        <a:solidFill>
                          <a:schemeClr val="tx1"/>
                        </a:solidFill>
                        <a:effectLst/>
                        <a:latin typeface="Times New Roman" pitchFamily="18" charset="0"/>
                        <a:ea typeface="黑体" pitchFamily="2" charset="-122"/>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黑体" pitchFamily="2" charset="-122"/>
                        </a:rPr>
                        <a:t>提示：可以写如</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(x == y)?A:B</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的</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if</a:t>
                      </a:r>
                      <a:r>
                        <a:rPr kumimoji="0" lang="zh-CN" altLang="en-US" sz="2400" b="0" i="0" u="none" strike="noStrike" cap="none" normalizeH="0" baseline="0">
                          <a:ln>
                            <a:noFill/>
                          </a:ln>
                          <a:solidFill>
                            <a:schemeClr val="tx1"/>
                          </a:solidFill>
                          <a:effectLst/>
                          <a:latin typeface="Times New Roman" pitchFamily="18" charset="0"/>
                          <a:ea typeface="黑体" pitchFamily="2" charset="-122"/>
                        </a:rPr>
                        <a:t>语句</a:t>
                      </a:r>
                      <a:endParaRPr kumimoji="0" lang="en-US" altLang="zh-CN" sz="2400" b="0" i="0" u="none" strike="noStrike" cap="none" normalizeH="0" baseline="-25000">
                        <a:ln>
                          <a:noFill/>
                        </a:ln>
                        <a:solidFill>
                          <a:schemeClr val="tx1"/>
                        </a:solidFill>
                        <a:effectLst/>
                        <a:latin typeface="Times New Roman" pitchFamily="18" charset="0"/>
                        <a:ea typeface="黑体" pitchFamily="2" charset="-122"/>
                      </a:endParaRP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37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400" b="0" i="0" u="none" strike="noStrike" cap="none" normalizeH="0" baseline="0">
                        <a:ln>
                          <a:noFill/>
                        </a:ln>
                        <a:solidFill>
                          <a:schemeClr val="tx1"/>
                        </a:solidFill>
                        <a:effectLst/>
                        <a:latin typeface="Times New Roman" pitchFamily="18" charset="0"/>
                        <a:ea typeface="黑体" pitchFamily="2" charset="-122"/>
                      </a:endParaRP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937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0" u="none" strike="noStrike" cap="none" normalizeH="0" baseline="0" err="1">
                          <a:ln>
                            <a:noFill/>
                          </a:ln>
                          <a:solidFill>
                            <a:schemeClr val="tx1"/>
                          </a:solidFill>
                          <a:effectLst/>
                          <a:latin typeface="Times New Roman" pitchFamily="18" charset="0"/>
                          <a:ea typeface="黑体" pitchFamily="2" charset="-122"/>
                        </a:rPr>
                        <a:t>num.num</a:t>
                      </a:r>
                      <a:endParaRPr kumimoji="0" lang="en-US" altLang="zh-CN" sz="2400" b="0" i="0" u="none" strike="noStrike" cap="none" normalizeH="0" baseline="0">
                        <a:ln>
                          <a:noFill/>
                        </a:ln>
                        <a:solidFill>
                          <a:schemeClr val="tx1"/>
                        </a:solidFill>
                        <a:effectLst/>
                        <a:latin typeface="Times New Roman" pitchFamily="18" charset="0"/>
                        <a:ea typeface="黑体" pitchFamily="2" charset="-122"/>
                      </a:endParaRP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 type</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float</a:t>
                      </a:r>
                      <a:endParaRPr kumimoji="0" lang="en-US" altLang="zh-CN" sz="2400" b="0" i="0" u="none" strike="noStrike" cap="none" normalizeH="0" baseline="0">
                        <a:ln>
                          <a:noFill/>
                        </a:ln>
                        <a:solidFill>
                          <a:schemeClr val="tx1"/>
                        </a:solidFill>
                        <a:effectLst/>
                        <a:latin typeface="Times New Roman" pitchFamily="18" charset="0"/>
                        <a:ea typeface="黑体" pitchFamily="2" charset="-122"/>
                      </a:endParaRP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443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L</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num</a:t>
                      </a:r>
                      <a:endParaRPr kumimoji="0" lang="en-US" altLang="zh-CN" sz="2400" b="0" i="0" u="none" strike="noStrike" cap="none" normalizeH="0" baseline="0">
                        <a:ln>
                          <a:noFill/>
                        </a:ln>
                        <a:solidFill>
                          <a:schemeClr val="tx1"/>
                        </a:solidFill>
                        <a:effectLst/>
                        <a:latin typeface="Times New Roman" pitchFamily="18" charset="0"/>
                        <a:ea typeface="黑体" pitchFamily="2" charset="-122"/>
                      </a:endParaRP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 type</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 int</a:t>
                      </a:r>
                      <a:endParaRPr kumimoji="0" lang="en-US" altLang="zh-CN" sz="2400" b="0" i="0" u="none" strike="noStrike" cap="none" normalizeH="0" baseline="0">
                        <a:ln>
                          <a:noFill/>
                        </a:ln>
                        <a:solidFill>
                          <a:schemeClr val="tx1"/>
                        </a:solidFill>
                        <a:effectLst/>
                        <a:latin typeface="Times New Roman" pitchFamily="18" charset="0"/>
                        <a:ea typeface="黑体" pitchFamily="2" charset="-122"/>
                      </a:endParaRP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 name="日期占位符 1">
            <a:extLst>
              <a:ext uri="{FF2B5EF4-FFF2-40B4-BE49-F238E27FC236}">
                <a16:creationId xmlns:a16="http://schemas.microsoft.com/office/drawing/2014/main" id="{851DC985-841F-BFC5-4C4B-E4135A464FA3}"/>
              </a:ext>
            </a:extLst>
          </p:cNvPr>
          <p:cNvSpPr>
            <a:spLocks noGrp="1"/>
          </p:cNvSpPr>
          <p:nvPr>
            <p:ph type="dt" sz="half" idx="10"/>
          </p:nvPr>
        </p:nvSpPr>
        <p:spPr/>
        <p:txBody>
          <a:bodyPr/>
          <a:lstStyle/>
          <a:p>
            <a:fld id="{DC733AB3-1BFC-4345-9EEE-58F178630836}"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684DA262-E6D4-CF7F-F94F-E0435F96E586}"/>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a:p>
        </p:txBody>
      </p:sp>
      <p:sp>
        <p:nvSpPr>
          <p:cNvPr id="4" name="灯片编号占位符 3">
            <a:extLst>
              <a:ext uri="{FF2B5EF4-FFF2-40B4-BE49-F238E27FC236}">
                <a16:creationId xmlns:a16="http://schemas.microsoft.com/office/drawing/2014/main" id="{5C6DEB12-F7C8-B842-18E3-C15701CFC0B8}"/>
              </a:ext>
            </a:extLst>
          </p:cNvPr>
          <p:cNvSpPr>
            <a:spLocks noGrp="1"/>
          </p:cNvSpPr>
          <p:nvPr>
            <p:ph type="sldNum" sz="quarter" idx="12"/>
          </p:nvPr>
        </p:nvSpPr>
        <p:spPr/>
        <p:txBody>
          <a:bodyPr/>
          <a:lstStyle/>
          <a:p>
            <a:fld id="{094DEB03-EFC6-4C20-8FC8-295189A5386F}" type="slidenum">
              <a:rPr lang="zh-CN" altLang="en-US" smtClean="0"/>
              <a:pPr/>
              <a:t>45</a:t>
            </a:fld>
            <a:endParaRPr lang="zh-CN" altLang="en-US"/>
          </a:p>
        </p:txBody>
      </p:sp>
      <p:sp>
        <p:nvSpPr>
          <p:cNvPr id="8" name="文本框 7">
            <a:extLst>
              <a:ext uri="{FF2B5EF4-FFF2-40B4-BE49-F238E27FC236}">
                <a16:creationId xmlns:a16="http://schemas.microsoft.com/office/drawing/2014/main" id="{27506C3E-4B62-CE09-BE7B-42CF4B72CCC6}"/>
              </a:ext>
            </a:extLst>
          </p:cNvPr>
          <p:cNvSpPr txBox="1"/>
          <p:nvPr/>
        </p:nvSpPr>
        <p:spPr>
          <a:xfrm>
            <a:off x="3410647" y="3961624"/>
            <a:ext cx="4574720" cy="830997"/>
          </a:xfrm>
          <a:prstGeom prst="rect">
            <a:avLst/>
          </a:prstGeom>
          <a:noFill/>
        </p:spPr>
        <p:txBody>
          <a:bodyPr wrap="square">
            <a:spAutoFit/>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rgbClr val="C00000"/>
                </a:solidFill>
                <a:effectLst/>
                <a:latin typeface="Times New Roman" pitchFamily="18" charset="0"/>
                <a:ea typeface="黑体" pitchFamily="2" charset="-122"/>
              </a:rPr>
              <a:t>            = (E</a:t>
            </a:r>
            <a:r>
              <a:rPr kumimoji="0" lang="en-US" altLang="zh-CN" sz="2400" b="1" i="0" u="none" strike="noStrike" cap="none" normalizeH="0" baseline="-25000">
                <a:ln>
                  <a:noFill/>
                </a:ln>
                <a:solidFill>
                  <a:srgbClr val="C00000"/>
                </a:solidFill>
                <a:effectLst/>
                <a:latin typeface="Times New Roman" pitchFamily="18" charset="0"/>
                <a:ea typeface="黑体" pitchFamily="2" charset="-122"/>
              </a:rPr>
              <a:t>1</a:t>
            </a:r>
            <a:r>
              <a:rPr kumimoji="0" lang="en-US" altLang="zh-CN" sz="2400" b="1" i="0" u="none" strike="noStrike" cap="none" normalizeH="0" baseline="0">
                <a:ln>
                  <a:noFill/>
                </a:ln>
                <a:solidFill>
                  <a:srgbClr val="C00000"/>
                </a:solidFill>
                <a:effectLst/>
                <a:latin typeface="Times New Roman" pitchFamily="18" charset="0"/>
                <a:ea typeface="黑体" pitchFamily="2" charset="-122"/>
              </a:rPr>
              <a:t>.</a:t>
            </a:r>
            <a:r>
              <a:rPr kumimoji="0" lang="en-US" altLang="zh-CN" sz="2400" b="1" i="1" u="none" strike="noStrike" cap="none" normalizeH="0" baseline="0">
                <a:ln>
                  <a:noFill/>
                </a:ln>
                <a:solidFill>
                  <a:srgbClr val="C00000"/>
                </a:solidFill>
                <a:effectLst/>
                <a:latin typeface="Times New Roman" pitchFamily="18" charset="0"/>
                <a:ea typeface="黑体" pitchFamily="2" charset="-122"/>
              </a:rPr>
              <a:t>type</a:t>
            </a:r>
            <a:r>
              <a:rPr kumimoji="0" lang="en-US" altLang="zh-CN" sz="2400" b="1" i="0" u="none" strike="noStrike" cap="none" normalizeH="0" baseline="0">
                <a:ln>
                  <a:noFill/>
                </a:ln>
                <a:solidFill>
                  <a:srgbClr val="C00000"/>
                </a:solidFill>
                <a:effectLst/>
                <a:latin typeface="Times New Roman" pitchFamily="18" charset="0"/>
                <a:ea typeface="黑体" pitchFamily="2" charset="-122"/>
              </a:rPr>
              <a:t> == float || </a:t>
            </a:r>
            <a:r>
              <a:rPr kumimoji="0" lang="en-US" altLang="zh-CN" sz="2400" b="1" i="1" u="none" strike="noStrike" cap="none" normalizeH="0" baseline="0" err="1">
                <a:ln>
                  <a:noFill/>
                </a:ln>
                <a:solidFill>
                  <a:srgbClr val="C00000"/>
                </a:solidFill>
                <a:effectLst/>
                <a:latin typeface="Times New Roman" pitchFamily="18" charset="0"/>
                <a:ea typeface="黑体" pitchFamily="2" charset="-122"/>
              </a:rPr>
              <a:t>T</a:t>
            </a:r>
            <a:r>
              <a:rPr kumimoji="0" lang="en-US" altLang="zh-CN" sz="2400" b="1" i="0" u="none" strike="noStrike" cap="none" normalizeH="0" baseline="0" err="1">
                <a:ln>
                  <a:noFill/>
                </a:ln>
                <a:solidFill>
                  <a:srgbClr val="C00000"/>
                </a:solidFill>
                <a:effectLst/>
                <a:latin typeface="Times New Roman" pitchFamily="18" charset="0"/>
                <a:ea typeface="黑体" pitchFamily="2" charset="-122"/>
              </a:rPr>
              <a:t>.type</a:t>
            </a:r>
            <a:r>
              <a:rPr kumimoji="0" lang="en-US" altLang="zh-CN" sz="2400" b="1" i="0" u="none" strike="noStrike" cap="none" normalizeH="0" baseline="0">
                <a:ln>
                  <a:noFill/>
                </a:ln>
                <a:solidFill>
                  <a:srgbClr val="C00000"/>
                </a:solidFill>
                <a:effectLst/>
                <a:latin typeface="Times New Roman" pitchFamily="18" charset="0"/>
                <a:ea typeface="黑体" pitchFamily="2" charset="-122"/>
              </a:rPr>
              <a:t> == float) ? float : int </a:t>
            </a:r>
          </a:p>
        </p:txBody>
      </p:sp>
      <p:sp>
        <p:nvSpPr>
          <p:cNvPr id="10" name="文本框 9">
            <a:extLst>
              <a:ext uri="{FF2B5EF4-FFF2-40B4-BE49-F238E27FC236}">
                <a16:creationId xmlns:a16="http://schemas.microsoft.com/office/drawing/2014/main" id="{276114F5-884E-D0BE-8A3D-79A2D7A79DF0}"/>
              </a:ext>
            </a:extLst>
          </p:cNvPr>
          <p:cNvSpPr txBox="1"/>
          <p:nvPr/>
        </p:nvSpPr>
        <p:spPr>
          <a:xfrm>
            <a:off x="3348718" y="5184713"/>
            <a:ext cx="4574720" cy="461665"/>
          </a:xfrm>
          <a:prstGeom prst="rect">
            <a:avLst/>
          </a:prstGeom>
          <a:noFill/>
        </p:spPr>
        <p:txBody>
          <a:bodyPr wrap="square">
            <a:spAutoFit/>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rgbClr val="C00000"/>
                </a:solidFill>
                <a:effectLst/>
                <a:latin typeface="Times New Roman" pitchFamily="18" charset="0"/>
                <a:ea typeface="黑体" pitchFamily="2" charset="-122"/>
              </a:rPr>
              <a:t>E. type = T</a:t>
            </a:r>
            <a:r>
              <a:rPr kumimoji="0" lang="en-US" altLang="zh-CN" sz="2400" b="1" i="0" u="none" strike="noStrike" cap="none" normalizeH="0" baseline="0">
                <a:ln>
                  <a:noFill/>
                </a:ln>
                <a:solidFill>
                  <a:srgbClr val="C00000"/>
                </a:solidFill>
                <a:effectLst/>
                <a:latin typeface="Times New Roman" pitchFamily="18" charset="0"/>
                <a:ea typeface="黑体" pitchFamily="2" charset="-122"/>
              </a:rPr>
              <a:t>.</a:t>
            </a:r>
            <a:r>
              <a:rPr kumimoji="0" lang="en-US" altLang="zh-CN" sz="2400" b="1" i="1" u="none" strike="noStrike" cap="none" normalizeH="0" baseline="0">
                <a:ln>
                  <a:noFill/>
                </a:ln>
                <a:solidFill>
                  <a:srgbClr val="C00000"/>
                </a:solidFill>
                <a:effectLst/>
                <a:latin typeface="Times New Roman" pitchFamily="18" charset="0"/>
                <a:ea typeface="黑体" pitchFamily="2" charset="-122"/>
              </a:rPr>
              <a:t> type</a:t>
            </a:r>
            <a:endParaRPr kumimoji="0" lang="en-US" altLang="zh-CN" sz="2400" b="0" i="0" u="none" strike="noStrike" cap="none" normalizeH="0" baseline="0">
              <a:ln>
                <a:noFill/>
              </a:ln>
              <a:solidFill>
                <a:srgbClr val="C00000"/>
              </a:solidFill>
              <a:effectLst/>
              <a:latin typeface="Times New Roman" pitchFamily="18" charset="0"/>
              <a:ea typeface="黑体" pitchFamily="2" charset="-122"/>
            </a:endParaRPr>
          </a:p>
        </p:txBody>
      </p:sp>
    </p:spTree>
    <p:extLst>
      <p:ext uri="{BB962C8B-B14F-4D97-AF65-F5344CB8AC3E}">
        <p14:creationId xmlns:p14="http://schemas.microsoft.com/office/powerpoint/2010/main" val="1106337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68E68055-61B8-409F-AA96-9791F112C891}"/>
              </a:ext>
            </a:extLst>
          </p:cNvPr>
          <p:cNvSpPr>
            <a:spLocks noGrp="1" noChangeArrowheads="1"/>
          </p:cNvSpPr>
          <p:nvPr>
            <p:ph type="title"/>
          </p:nvPr>
        </p:nvSpPr>
        <p:spPr/>
        <p:txBody>
          <a:bodyPr/>
          <a:lstStyle/>
          <a:p>
            <a:r>
              <a:rPr lang="zh-CN" altLang="en-US"/>
              <a:t>本次课内容</a:t>
            </a:r>
          </a:p>
        </p:txBody>
      </p:sp>
      <p:sp>
        <p:nvSpPr>
          <p:cNvPr id="2" name="日期占位符 1">
            <a:extLst>
              <a:ext uri="{FF2B5EF4-FFF2-40B4-BE49-F238E27FC236}">
                <a16:creationId xmlns:a16="http://schemas.microsoft.com/office/drawing/2014/main" id="{79D4C009-7CF5-BB0F-1F8A-ADA12DB3C43E}"/>
              </a:ext>
            </a:extLst>
          </p:cNvPr>
          <p:cNvSpPr>
            <a:spLocks noGrp="1"/>
          </p:cNvSpPr>
          <p:nvPr>
            <p:ph type="dt" sz="half" idx="10"/>
          </p:nvPr>
        </p:nvSpPr>
        <p:spPr/>
        <p:txBody>
          <a:bodyPr/>
          <a:lstStyle/>
          <a:p>
            <a:fld id="{410B983D-467A-4F5B-88BC-398AECAD04C7}" type="datetime2">
              <a:rPr lang="zh-CN" altLang="en-US" smtClean="0"/>
              <a:t>2025年4月30日</a:t>
            </a:fld>
            <a:endParaRPr lang="zh-CN" altLang="en-US"/>
          </a:p>
        </p:txBody>
      </p:sp>
      <p:sp>
        <p:nvSpPr>
          <p:cNvPr id="3" name="页脚占位符 2">
            <a:extLst>
              <a:ext uri="{FF2B5EF4-FFF2-40B4-BE49-F238E27FC236}">
                <a16:creationId xmlns:a16="http://schemas.microsoft.com/office/drawing/2014/main" id="{75364D13-705E-E35D-00CA-AF988E270AE4}"/>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4" name="灯片编号占位符 3">
            <a:extLst>
              <a:ext uri="{FF2B5EF4-FFF2-40B4-BE49-F238E27FC236}">
                <a16:creationId xmlns:a16="http://schemas.microsoft.com/office/drawing/2014/main" id="{7274806C-DC7D-17F2-C829-0FCFA5FF2F21}"/>
              </a:ext>
            </a:extLst>
          </p:cNvPr>
          <p:cNvSpPr>
            <a:spLocks noGrp="1"/>
          </p:cNvSpPr>
          <p:nvPr>
            <p:ph type="sldNum" sz="quarter" idx="12"/>
          </p:nvPr>
        </p:nvSpPr>
        <p:spPr/>
        <p:txBody>
          <a:bodyPr/>
          <a:lstStyle/>
          <a:p>
            <a:fld id="{094DEB03-EFC6-4C20-8FC8-295189A5386F}" type="slidenum">
              <a:rPr lang="zh-CN" altLang="en-US" smtClean="0"/>
              <a:pPr/>
              <a:t>46</a:t>
            </a:fld>
            <a:endParaRPr lang="zh-CN" altLang="en-US"/>
          </a:p>
        </p:txBody>
      </p:sp>
      <p:pic>
        <p:nvPicPr>
          <p:cNvPr id="10" name="图片 9">
            <a:extLst>
              <a:ext uri="{FF2B5EF4-FFF2-40B4-BE49-F238E27FC236}">
                <a16:creationId xmlns:a16="http://schemas.microsoft.com/office/drawing/2014/main" id="{190A5C6D-1989-64DF-9C78-4DCE629A8F6B}"/>
              </a:ext>
            </a:extLst>
          </p:cNvPr>
          <p:cNvPicPr>
            <a:picLocks noChangeAspect="1"/>
          </p:cNvPicPr>
          <p:nvPr/>
        </p:nvPicPr>
        <p:blipFill>
          <a:blip r:embed="rId2"/>
          <a:stretch>
            <a:fillRect/>
          </a:stretch>
        </p:blipFill>
        <p:spPr>
          <a:xfrm>
            <a:off x="743048" y="342818"/>
            <a:ext cx="7772302" cy="6442106"/>
          </a:xfrm>
          <a:prstGeom prst="rect">
            <a:avLst/>
          </a:prstGeom>
        </p:spPr>
      </p:pic>
      <p:sp>
        <p:nvSpPr>
          <p:cNvPr id="5" name="矩形 4">
            <a:extLst>
              <a:ext uri="{FF2B5EF4-FFF2-40B4-BE49-F238E27FC236}">
                <a16:creationId xmlns:a16="http://schemas.microsoft.com/office/drawing/2014/main" id="{9F5097B1-3E32-F278-4118-E3CF39843E71}"/>
              </a:ext>
            </a:extLst>
          </p:cNvPr>
          <p:cNvSpPr/>
          <p:nvPr/>
        </p:nvSpPr>
        <p:spPr>
          <a:xfrm>
            <a:off x="6437365" y="2234767"/>
            <a:ext cx="2676035" cy="1709057"/>
          </a:xfrm>
          <a:prstGeom prst="rect">
            <a:avLst/>
          </a:prstGeom>
          <a:solidFill>
            <a:schemeClr val="accent4">
              <a:lumMod val="20000"/>
              <a:lumOff val="80000"/>
            </a:schemeClr>
          </a:solidFill>
        </p:spPr>
        <p:style>
          <a:lnRef idx="0">
            <a:schemeClr val="accent4"/>
          </a:lnRef>
          <a:fillRef idx="3">
            <a:schemeClr val="accent4"/>
          </a:fillRef>
          <a:effectRef idx="3">
            <a:schemeClr val="accent4"/>
          </a:effectRef>
          <a:fontRef idx="minor">
            <a:schemeClr val="lt1"/>
          </a:fontRef>
        </p:style>
        <p:txBody>
          <a:bodyPr rtlCol="0" anchor="b"/>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zh-CN" altLang="en-US" dirty="0">
                <a:solidFill>
                  <a:srgbClr val="C00000"/>
                </a:solidFill>
              </a:rPr>
              <a:t>双击图标可用</a:t>
            </a:r>
            <a:r>
              <a:rPr lang="en-US" altLang="zh-CN" dirty="0" err="1">
                <a:solidFill>
                  <a:srgbClr val="C00000"/>
                </a:solidFill>
              </a:rPr>
              <a:t>xmind</a:t>
            </a:r>
            <a:r>
              <a:rPr lang="zh-CN" altLang="en-US" dirty="0">
                <a:solidFill>
                  <a:srgbClr val="C00000"/>
                </a:solidFill>
              </a:rPr>
              <a:t>打开</a:t>
            </a:r>
            <a:endParaRPr lang="en-US" altLang="zh-CN" dirty="0">
              <a:solidFill>
                <a:srgbClr val="C00000"/>
              </a:solidFill>
            </a:endParaRPr>
          </a:p>
          <a:p>
            <a:pPr algn="ctr"/>
            <a:r>
              <a:rPr lang="zh-CN" altLang="en-US" dirty="0">
                <a:solidFill>
                  <a:srgbClr val="C00000"/>
                </a:solidFill>
              </a:rPr>
              <a:t>第四章的思维导图</a:t>
            </a:r>
          </a:p>
        </p:txBody>
      </p:sp>
      <p:graphicFrame>
        <p:nvGraphicFramePr>
          <p:cNvPr id="8" name="对象 7">
            <a:extLst>
              <a:ext uri="{FF2B5EF4-FFF2-40B4-BE49-F238E27FC236}">
                <a16:creationId xmlns:a16="http://schemas.microsoft.com/office/drawing/2014/main" id="{A78C1AC8-7BC4-295D-6A3F-D6D69572F121}"/>
              </a:ext>
            </a:extLst>
          </p:cNvPr>
          <p:cNvGraphicFramePr>
            <a:graphicFrameLocks noChangeAspect="1"/>
          </p:cNvGraphicFramePr>
          <p:nvPr>
            <p:extLst>
              <p:ext uri="{D42A27DB-BD31-4B8C-83A1-F6EECF244321}">
                <p14:modId xmlns:p14="http://schemas.microsoft.com/office/powerpoint/2010/main" val="4171051388"/>
              </p:ext>
            </p:extLst>
          </p:nvPr>
        </p:nvGraphicFramePr>
        <p:xfrm>
          <a:off x="6412806" y="2419649"/>
          <a:ext cx="2676035" cy="737275"/>
        </p:xfrm>
        <a:graphic>
          <a:graphicData uri="http://schemas.openxmlformats.org/presentationml/2006/ole">
            <mc:AlternateContent xmlns:mc="http://schemas.openxmlformats.org/markup-compatibility/2006">
              <mc:Choice xmlns:v="urn:schemas-microsoft-com:vml" Requires="v">
                <p:oleObj name="包装程序外壳对象" showAsIcon="1" r:id="rId3" imgW="1866740" imgH="514564" progId="Package">
                  <p:embed/>
                </p:oleObj>
              </mc:Choice>
              <mc:Fallback>
                <p:oleObj name="包装程序外壳对象" showAsIcon="1" r:id="rId3" imgW="1866740" imgH="514564" progId="Package">
                  <p:embed/>
                  <p:pic>
                    <p:nvPicPr>
                      <p:cNvPr id="8" name="对象 7">
                        <a:extLst>
                          <a:ext uri="{FF2B5EF4-FFF2-40B4-BE49-F238E27FC236}">
                            <a16:creationId xmlns:a16="http://schemas.microsoft.com/office/drawing/2014/main" id="{A78C1AC8-7BC4-295D-6A3F-D6D69572F121}"/>
                          </a:ext>
                        </a:extLst>
                      </p:cNvPr>
                      <p:cNvPicPr/>
                      <p:nvPr/>
                    </p:nvPicPr>
                    <p:blipFill>
                      <a:blip r:embed="rId4"/>
                      <a:stretch>
                        <a:fillRect/>
                      </a:stretch>
                    </p:blipFill>
                    <p:spPr>
                      <a:xfrm>
                        <a:off x="6412806" y="2419649"/>
                        <a:ext cx="2676035" cy="737275"/>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800C5F1F-4409-5B3B-71CA-F76AB2E2668F}"/>
              </a:ext>
            </a:extLst>
          </p:cNvPr>
          <p:cNvGraphicFramePr>
            <a:graphicFrameLocks noChangeAspect="1"/>
          </p:cNvGraphicFramePr>
          <p:nvPr>
            <p:extLst>
              <p:ext uri="{D42A27DB-BD31-4B8C-83A1-F6EECF244321}">
                <p14:modId xmlns:p14="http://schemas.microsoft.com/office/powerpoint/2010/main" val="456532095"/>
              </p:ext>
            </p:extLst>
          </p:nvPr>
        </p:nvGraphicFramePr>
        <p:xfrm>
          <a:off x="6025619" y="4466673"/>
          <a:ext cx="3063222" cy="714531"/>
        </p:xfrm>
        <a:graphic>
          <a:graphicData uri="http://schemas.openxmlformats.org/presentationml/2006/ole">
            <mc:AlternateContent xmlns:mc="http://schemas.openxmlformats.org/markup-compatibility/2006">
              <mc:Choice xmlns:v="urn:schemas-microsoft-com:vml" Requires="v">
                <p:oleObj name="包装程序外壳对象" showAsIcon="1" r:id="rId5" imgW="2205217" imgH="514564" progId="Package">
                  <p:embed/>
                </p:oleObj>
              </mc:Choice>
              <mc:Fallback>
                <p:oleObj name="包装程序外壳对象" showAsIcon="1" r:id="rId5" imgW="2205217" imgH="514564" progId="Package">
                  <p:embed/>
                  <p:pic>
                    <p:nvPicPr>
                      <p:cNvPr id="9" name="对象 8">
                        <a:extLst>
                          <a:ext uri="{FF2B5EF4-FFF2-40B4-BE49-F238E27FC236}">
                            <a16:creationId xmlns:a16="http://schemas.microsoft.com/office/drawing/2014/main" id="{800C5F1F-4409-5B3B-71CA-F76AB2E2668F}"/>
                          </a:ext>
                        </a:extLst>
                      </p:cNvPr>
                      <p:cNvPicPr/>
                      <p:nvPr/>
                    </p:nvPicPr>
                    <p:blipFill>
                      <a:blip r:embed="rId6"/>
                      <a:stretch>
                        <a:fillRect/>
                      </a:stretch>
                    </p:blipFill>
                    <p:spPr>
                      <a:xfrm>
                        <a:off x="6025619" y="4466673"/>
                        <a:ext cx="3063222" cy="714531"/>
                      </a:xfrm>
                      <a:prstGeom prst="rect">
                        <a:avLst/>
                      </a:prstGeom>
                    </p:spPr>
                  </p:pic>
                </p:oleObj>
              </mc:Fallback>
            </mc:AlternateContent>
          </a:graphicData>
        </a:graphic>
      </p:graphicFrame>
    </p:spTree>
    <p:extLst>
      <p:ext uri="{BB962C8B-B14F-4D97-AF65-F5344CB8AC3E}">
        <p14:creationId xmlns:p14="http://schemas.microsoft.com/office/powerpoint/2010/main" val="24548227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F1A875-CAB0-12E3-2F8D-9A1619456AA0}"/>
              </a:ext>
            </a:extLst>
          </p:cNvPr>
          <p:cNvSpPr>
            <a:spLocks noGrp="1"/>
          </p:cNvSpPr>
          <p:nvPr>
            <p:ph type="title"/>
          </p:nvPr>
        </p:nvSpPr>
        <p:spPr/>
        <p:txBody>
          <a:bodyPr/>
          <a:lstStyle/>
          <a:p>
            <a:r>
              <a:rPr lang="zh-CN" altLang="en-US"/>
              <a:t>本章要点</a:t>
            </a:r>
          </a:p>
        </p:txBody>
      </p:sp>
      <p:sp>
        <p:nvSpPr>
          <p:cNvPr id="3" name="内容占位符 2">
            <a:extLst>
              <a:ext uri="{FF2B5EF4-FFF2-40B4-BE49-F238E27FC236}">
                <a16:creationId xmlns:a16="http://schemas.microsoft.com/office/drawing/2014/main" id="{27BA0263-F036-B3CF-37AD-A4BB1B7A3D0A}"/>
              </a:ext>
            </a:extLst>
          </p:cNvPr>
          <p:cNvSpPr>
            <a:spLocks noGrp="1"/>
          </p:cNvSpPr>
          <p:nvPr>
            <p:ph idx="1"/>
          </p:nvPr>
        </p:nvSpPr>
        <p:spPr/>
        <p:txBody>
          <a:bodyPr/>
          <a:lstStyle/>
          <a:p>
            <a:r>
              <a:rPr lang="zh-CN" altLang="en-US"/>
              <a:t>会判断</a:t>
            </a:r>
            <a:r>
              <a:rPr lang="en-US" altLang="zh-CN"/>
              <a:t>S</a:t>
            </a:r>
            <a:r>
              <a:rPr lang="zh-CN" altLang="en-US"/>
              <a:t>属性定义和</a:t>
            </a:r>
            <a:r>
              <a:rPr lang="en-US" altLang="zh-CN"/>
              <a:t>L</a:t>
            </a:r>
            <a:r>
              <a:rPr lang="zh-CN" altLang="en-US"/>
              <a:t>属性定义</a:t>
            </a:r>
            <a:endParaRPr lang="en-US" altLang="zh-CN"/>
          </a:p>
          <a:p>
            <a:r>
              <a:rPr lang="zh-CN" altLang="en-US"/>
              <a:t>会写</a:t>
            </a:r>
            <a:r>
              <a:rPr lang="en-US" altLang="zh-CN"/>
              <a:t>S</a:t>
            </a:r>
            <a:r>
              <a:rPr lang="zh-CN" altLang="en-US"/>
              <a:t>属性定义（</a:t>
            </a:r>
            <a:r>
              <a:rPr lang="en-US" altLang="zh-CN"/>
              <a:t>S-SDD</a:t>
            </a:r>
            <a:r>
              <a:rPr lang="zh-CN" altLang="en-US"/>
              <a:t>）</a:t>
            </a:r>
            <a:endParaRPr lang="en-US" altLang="zh-CN"/>
          </a:p>
          <a:p>
            <a:r>
              <a:rPr lang="zh-CN" altLang="en-US"/>
              <a:t>会根据</a:t>
            </a:r>
            <a:r>
              <a:rPr lang="en-US" altLang="zh-CN"/>
              <a:t>L</a:t>
            </a:r>
            <a:r>
              <a:rPr lang="zh-CN" altLang="en-US"/>
              <a:t>属性定义（</a:t>
            </a:r>
            <a:r>
              <a:rPr lang="en-US" altLang="zh-CN"/>
              <a:t>L-SDD</a:t>
            </a:r>
            <a:r>
              <a:rPr lang="zh-CN" altLang="en-US"/>
              <a:t>）写出语法制导的翻译方案（</a:t>
            </a:r>
            <a:r>
              <a:rPr lang="en-US" altLang="zh-CN"/>
              <a:t>SDT</a:t>
            </a:r>
            <a:r>
              <a:rPr lang="zh-CN" altLang="en-US"/>
              <a:t>）</a:t>
            </a:r>
            <a:endParaRPr lang="en-US" altLang="zh-CN"/>
          </a:p>
          <a:p>
            <a:r>
              <a:rPr lang="zh-CN" altLang="en-US"/>
              <a:t>能看懂所有类型的语法制导定义（</a:t>
            </a:r>
            <a:r>
              <a:rPr lang="en-US" altLang="zh-CN"/>
              <a:t>SDD</a:t>
            </a:r>
            <a:r>
              <a:rPr lang="zh-CN" altLang="en-US"/>
              <a:t>）和语法制导的翻译方案（</a:t>
            </a:r>
            <a:r>
              <a:rPr lang="en-US" altLang="zh-CN"/>
              <a:t>SDT</a:t>
            </a:r>
            <a:r>
              <a:rPr lang="zh-CN" altLang="en-US"/>
              <a:t>），并算出该</a:t>
            </a:r>
            <a:r>
              <a:rPr lang="en-US" altLang="zh-CN"/>
              <a:t>SDD</a:t>
            </a:r>
            <a:r>
              <a:rPr lang="zh-CN" altLang="en-US"/>
              <a:t>或</a:t>
            </a:r>
            <a:r>
              <a:rPr lang="en-US" altLang="zh-CN"/>
              <a:t>SDT</a:t>
            </a:r>
            <a:r>
              <a:rPr lang="zh-CN" altLang="en-US"/>
              <a:t>的输出结果</a:t>
            </a:r>
          </a:p>
        </p:txBody>
      </p:sp>
      <p:sp>
        <p:nvSpPr>
          <p:cNvPr id="4" name="日期占位符 3">
            <a:extLst>
              <a:ext uri="{FF2B5EF4-FFF2-40B4-BE49-F238E27FC236}">
                <a16:creationId xmlns:a16="http://schemas.microsoft.com/office/drawing/2014/main" id="{AE385A31-3B74-1712-70DE-D5AE8014D8AC}"/>
              </a:ext>
            </a:extLst>
          </p:cNvPr>
          <p:cNvSpPr>
            <a:spLocks noGrp="1"/>
          </p:cNvSpPr>
          <p:nvPr>
            <p:ph type="dt" sz="half" idx="10"/>
          </p:nvPr>
        </p:nvSpPr>
        <p:spPr/>
        <p:txBody>
          <a:bodyPr/>
          <a:lstStyle/>
          <a:p>
            <a:fld id="{328C78D6-0FCF-4D29-B6AE-707C7A4C247F}" type="datetime2">
              <a:rPr lang="zh-CN" altLang="en-US" smtClean="0"/>
              <a:t>2025年4月30日</a:t>
            </a:fld>
            <a:endParaRPr lang="zh-CN" altLang="en-US"/>
          </a:p>
        </p:txBody>
      </p:sp>
      <p:sp>
        <p:nvSpPr>
          <p:cNvPr id="5" name="页脚占位符 4">
            <a:extLst>
              <a:ext uri="{FF2B5EF4-FFF2-40B4-BE49-F238E27FC236}">
                <a16:creationId xmlns:a16="http://schemas.microsoft.com/office/drawing/2014/main" id="{F7F931B1-B51D-585D-BA2F-26A5AED566D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6" name="灯片编号占位符 5">
            <a:extLst>
              <a:ext uri="{FF2B5EF4-FFF2-40B4-BE49-F238E27FC236}">
                <a16:creationId xmlns:a16="http://schemas.microsoft.com/office/drawing/2014/main" id="{865AA0CF-C6A4-D896-AB29-2D7755C72B19}"/>
              </a:ext>
            </a:extLst>
          </p:cNvPr>
          <p:cNvSpPr>
            <a:spLocks noGrp="1"/>
          </p:cNvSpPr>
          <p:nvPr>
            <p:ph type="sldNum" sz="quarter" idx="12"/>
          </p:nvPr>
        </p:nvSpPr>
        <p:spPr/>
        <p:txBody>
          <a:bodyPr/>
          <a:lstStyle/>
          <a:p>
            <a:fld id="{094DEB03-EFC6-4C20-8FC8-295189A5386F}" type="slidenum">
              <a:rPr lang="zh-CN" altLang="en-US" smtClean="0"/>
              <a:pPr/>
              <a:t>47</a:t>
            </a:fld>
            <a:endParaRPr lang="zh-CN" altLang="en-US"/>
          </a:p>
        </p:txBody>
      </p:sp>
    </p:spTree>
    <p:extLst>
      <p:ext uri="{BB962C8B-B14F-4D97-AF65-F5344CB8AC3E}">
        <p14:creationId xmlns:p14="http://schemas.microsoft.com/office/powerpoint/2010/main" val="22874514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F1A875-CAB0-12E3-2F8D-9A1619456AA0}"/>
              </a:ext>
            </a:extLst>
          </p:cNvPr>
          <p:cNvSpPr>
            <a:spLocks noGrp="1"/>
          </p:cNvSpPr>
          <p:nvPr>
            <p:ph type="title"/>
          </p:nvPr>
        </p:nvSpPr>
        <p:spPr/>
        <p:txBody>
          <a:bodyPr/>
          <a:lstStyle/>
          <a:p>
            <a:r>
              <a:rPr lang="zh-CN" altLang="en-US" dirty="0"/>
              <a:t>作业</a:t>
            </a:r>
            <a:r>
              <a:rPr lang="en-US" altLang="zh-CN" dirty="0"/>
              <a:t>5</a:t>
            </a:r>
            <a:r>
              <a:rPr lang="zh-CN" altLang="en-US" dirty="0"/>
              <a:t>（提前布置）</a:t>
            </a:r>
          </a:p>
        </p:txBody>
      </p:sp>
      <p:sp>
        <p:nvSpPr>
          <p:cNvPr id="3" name="内容占位符 2">
            <a:extLst>
              <a:ext uri="{FF2B5EF4-FFF2-40B4-BE49-F238E27FC236}">
                <a16:creationId xmlns:a16="http://schemas.microsoft.com/office/drawing/2014/main" id="{27BA0263-F036-B3CF-37AD-A4BB1B7A3D0A}"/>
              </a:ext>
            </a:extLst>
          </p:cNvPr>
          <p:cNvSpPr>
            <a:spLocks noGrp="1"/>
          </p:cNvSpPr>
          <p:nvPr>
            <p:ph idx="1"/>
          </p:nvPr>
        </p:nvSpPr>
        <p:spPr/>
        <p:txBody>
          <a:bodyPr/>
          <a:lstStyle/>
          <a:p>
            <a:r>
              <a:rPr lang="zh-CN" altLang="en-US" dirty="0"/>
              <a:t>第四章：</a:t>
            </a:r>
            <a:r>
              <a:rPr lang="en-US" altLang="zh-CN" dirty="0"/>
              <a:t>P132/4.1; 4.3</a:t>
            </a:r>
          </a:p>
          <a:p>
            <a:r>
              <a:rPr lang="zh-CN" altLang="en-US" dirty="0"/>
              <a:t>第五章：</a:t>
            </a:r>
            <a:r>
              <a:rPr lang="en-US" altLang="zh-CN" dirty="0"/>
              <a:t>P165 / 5.5</a:t>
            </a:r>
          </a:p>
        </p:txBody>
      </p:sp>
      <p:sp>
        <p:nvSpPr>
          <p:cNvPr id="4" name="日期占位符 3">
            <a:extLst>
              <a:ext uri="{FF2B5EF4-FFF2-40B4-BE49-F238E27FC236}">
                <a16:creationId xmlns:a16="http://schemas.microsoft.com/office/drawing/2014/main" id="{AE385A31-3B74-1712-70DE-D5AE8014D8AC}"/>
              </a:ext>
            </a:extLst>
          </p:cNvPr>
          <p:cNvSpPr>
            <a:spLocks noGrp="1"/>
          </p:cNvSpPr>
          <p:nvPr>
            <p:ph type="dt" sz="half" idx="10"/>
          </p:nvPr>
        </p:nvSpPr>
        <p:spPr/>
        <p:txBody>
          <a:bodyPr/>
          <a:lstStyle/>
          <a:p>
            <a:fld id="{328C78D6-0FCF-4D29-B6AE-707C7A4C247F}" type="datetime2">
              <a:rPr lang="zh-CN" altLang="en-US" smtClean="0"/>
              <a:t>2025年4月30日</a:t>
            </a:fld>
            <a:endParaRPr lang="zh-CN" altLang="en-US"/>
          </a:p>
        </p:txBody>
      </p:sp>
      <p:sp>
        <p:nvSpPr>
          <p:cNvPr id="5" name="页脚占位符 4">
            <a:extLst>
              <a:ext uri="{FF2B5EF4-FFF2-40B4-BE49-F238E27FC236}">
                <a16:creationId xmlns:a16="http://schemas.microsoft.com/office/drawing/2014/main" id="{F7F931B1-B51D-585D-BA2F-26A5AED566D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6" name="灯片编号占位符 5">
            <a:extLst>
              <a:ext uri="{FF2B5EF4-FFF2-40B4-BE49-F238E27FC236}">
                <a16:creationId xmlns:a16="http://schemas.microsoft.com/office/drawing/2014/main" id="{865AA0CF-C6A4-D896-AB29-2D7755C72B19}"/>
              </a:ext>
            </a:extLst>
          </p:cNvPr>
          <p:cNvSpPr>
            <a:spLocks noGrp="1"/>
          </p:cNvSpPr>
          <p:nvPr>
            <p:ph type="sldNum" sz="quarter" idx="12"/>
          </p:nvPr>
        </p:nvSpPr>
        <p:spPr/>
        <p:txBody>
          <a:bodyPr/>
          <a:lstStyle/>
          <a:p>
            <a:fld id="{094DEB03-EFC6-4C20-8FC8-295189A5386F}" type="slidenum">
              <a:rPr lang="zh-CN" altLang="en-US" smtClean="0"/>
              <a:pPr/>
              <a:t>48</a:t>
            </a:fld>
            <a:endParaRPr lang="zh-CN" altLang="en-US"/>
          </a:p>
        </p:txBody>
      </p:sp>
    </p:spTree>
    <p:extLst>
      <p:ext uri="{BB962C8B-B14F-4D97-AF65-F5344CB8AC3E}">
        <p14:creationId xmlns:p14="http://schemas.microsoft.com/office/powerpoint/2010/main" val="25746555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8FFE6D-CAF8-9F4C-C5E5-0856703CA8F3}"/>
              </a:ext>
            </a:extLst>
          </p:cNvPr>
          <p:cNvSpPr>
            <a:spLocks noGrp="1"/>
          </p:cNvSpPr>
          <p:nvPr>
            <p:ph type="title"/>
          </p:nvPr>
        </p:nvSpPr>
        <p:spPr/>
        <p:txBody>
          <a:bodyPr/>
          <a:lstStyle/>
          <a:p>
            <a:r>
              <a:rPr lang="zh-CN" altLang="en-US" dirty="0"/>
              <a:t>课后思考</a:t>
            </a:r>
          </a:p>
        </p:txBody>
      </p:sp>
      <p:sp>
        <p:nvSpPr>
          <p:cNvPr id="3" name="内容占位符 2">
            <a:extLst>
              <a:ext uri="{FF2B5EF4-FFF2-40B4-BE49-F238E27FC236}">
                <a16:creationId xmlns:a16="http://schemas.microsoft.com/office/drawing/2014/main" id="{0961F47E-2E43-4095-0803-4029A52BB74E}"/>
              </a:ext>
            </a:extLst>
          </p:cNvPr>
          <p:cNvSpPr>
            <a:spLocks noGrp="1"/>
          </p:cNvSpPr>
          <p:nvPr>
            <p:ph idx="1"/>
          </p:nvPr>
        </p:nvSpPr>
        <p:spPr/>
        <p:txBody>
          <a:bodyPr/>
          <a:lstStyle/>
          <a:p>
            <a:r>
              <a:rPr lang="zh-CN" altLang="en-US" dirty="0"/>
              <a:t>如何在</a:t>
            </a:r>
            <a:r>
              <a:rPr lang="en-US" altLang="zh-CN" dirty="0"/>
              <a:t>LL</a:t>
            </a:r>
            <a:r>
              <a:rPr lang="zh-CN" altLang="en-US" dirty="0"/>
              <a:t>分析器中实现</a:t>
            </a:r>
            <a:r>
              <a:rPr lang="en-US" altLang="zh-CN" dirty="0"/>
              <a:t>L</a:t>
            </a:r>
            <a:r>
              <a:rPr lang="zh-CN" altLang="en-US" dirty="0"/>
              <a:t>属性定义的语法制导方案？</a:t>
            </a:r>
            <a:r>
              <a:rPr lang="en-US" altLang="zh-CN" dirty="0"/>
              <a:t>——</a:t>
            </a:r>
            <a:r>
              <a:rPr lang="zh-CN" altLang="en-US" dirty="0"/>
              <a:t>请查阅教材</a:t>
            </a:r>
            <a:r>
              <a:rPr lang="en-US" altLang="zh-CN" dirty="0"/>
              <a:t>P124 4.3.3</a:t>
            </a:r>
            <a:r>
              <a:rPr lang="zh-CN" altLang="en-US" dirty="0"/>
              <a:t> 预测翻译器的设计</a:t>
            </a:r>
            <a:endParaRPr lang="en-US" altLang="zh-CN" dirty="0"/>
          </a:p>
        </p:txBody>
      </p:sp>
      <p:sp>
        <p:nvSpPr>
          <p:cNvPr id="4" name="日期占位符 3">
            <a:extLst>
              <a:ext uri="{FF2B5EF4-FFF2-40B4-BE49-F238E27FC236}">
                <a16:creationId xmlns:a16="http://schemas.microsoft.com/office/drawing/2014/main" id="{4DD307BF-DA96-0AF6-216B-E665AF9CA4D4}"/>
              </a:ext>
            </a:extLst>
          </p:cNvPr>
          <p:cNvSpPr>
            <a:spLocks noGrp="1"/>
          </p:cNvSpPr>
          <p:nvPr>
            <p:ph type="dt" sz="half" idx="10"/>
          </p:nvPr>
        </p:nvSpPr>
        <p:spPr/>
        <p:txBody>
          <a:bodyPr/>
          <a:lstStyle/>
          <a:p>
            <a:fld id="{451A847A-F6C7-43FE-80B0-6861C865F795}" type="datetime2">
              <a:rPr lang="zh-CN" altLang="en-US" smtClean="0"/>
              <a:t>2025年4月30日</a:t>
            </a:fld>
            <a:endParaRPr lang="zh-CN" altLang="en-US"/>
          </a:p>
        </p:txBody>
      </p:sp>
      <p:sp>
        <p:nvSpPr>
          <p:cNvPr id="5" name="页脚占位符 4">
            <a:extLst>
              <a:ext uri="{FF2B5EF4-FFF2-40B4-BE49-F238E27FC236}">
                <a16:creationId xmlns:a16="http://schemas.microsoft.com/office/drawing/2014/main" id="{C284B282-BD6A-5AE1-EB06-0F38B8BAA011}"/>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(2)</a:t>
            </a:r>
            <a:endParaRPr lang="zh-CN" altLang="en-US"/>
          </a:p>
        </p:txBody>
      </p:sp>
      <p:sp>
        <p:nvSpPr>
          <p:cNvPr id="6" name="灯片编号占位符 5">
            <a:extLst>
              <a:ext uri="{FF2B5EF4-FFF2-40B4-BE49-F238E27FC236}">
                <a16:creationId xmlns:a16="http://schemas.microsoft.com/office/drawing/2014/main" id="{F44D62B1-24B3-7B6F-9228-57E6D6E2B48A}"/>
              </a:ext>
            </a:extLst>
          </p:cNvPr>
          <p:cNvSpPr>
            <a:spLocks noGrp="1"/>
          </p:cNvSpPr>
          <p:nvPr>
            <p:ph type="sldNum" sz="quarter" idx="12"/>
          </p:nvPr>
        </p:nvSpPr>
        <p:spPr/>
        <p:txBody>
          <a:bodyPr/>
          <a:lstStyle/>
          <a:p>
            <a:fld id="{094DEB03-EFC6-4C20-8FC8-295189A5386F}" type="slidenum">
              <a:rPr lang="zh-CN" altLang="en-US" smtClean="0"/>
              <a:pPr/>
              <a:t>49</a:t>
            </a:fld>
            <a:endParaRPr lang="zh-CN" altLang="en-US"/>
          </a:p>
        </p:txBody>
      </p:sp>
    </p:spTree>
    <p:extLst>
      <p:ext uri="{BB962C8B-B14F-4D97-AF65-F5344CB8AC3E}">
        <p14:creationId xmlns:p14="http://schemas.microsoft.com/office/powerpoint/2010/main" val="21660294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主题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编译原理">
      <a:majorFont>
        <a:latin typeface="Times New Roman"/>
        <a:ea typeface="黑体"/>
        <a:cs typeface=""/>
      </a:majorFont>
      <a:minorFont>
        <a:latin typeface="Times New Roman"/>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1" id="{E1A4A9B1-7E4E-47AA-AA07-2768A6A8C14F}" vid="{86F4E090-C3C9-4325-B7F9-CF07F329FE49}"/>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43</TotalTime>
  <Words>7237</Words>
  <Application>Microsoft Office PowerPoint</Application>
  <PresentationFormat>全屏显示(4:3)</PresentationFormat>
  <Paragraphs>1138</Paragraphs>
  <Slides>49</Slides>
  <Notes>14</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49</vt:i4>
      </vt:variant>
    </vt:vector>
  </HeadingPairs>
  <TitlesOfParts>
    <vt:vector size="60" baseType="lpstr">
      <vt:lpstr>等线</vt:lpstr>
      <vt:lpstr>黑体</vt:lpstr>
      <vt:lpstr>宋体</vt:lpstr>
      <vt:lpstr>Microsoft Yahei</vt:lpstr>
      <vt:lpstr>Arial</vt:lpstr>
      <vt:lpstr>Consolas</vt:lpstr>
      <vt:lpstr>Symbol</vt:lpstr>
      <vt:lpstr>Times New Roman</vt:lpstr>
      <vt:lpstr>Wingdings</vt:lpstr>
      <vt:lpstr>主题1</vt:lpstr>
      <vt:lpstr>程序包</vt:lpstr>
      <vt:lpstr>第四章 语法制导的翻译(2)</vt:lpstr>
      <vt:lpstr>上次课回顾</vt:lpstr>
      <vt:lpstr>上次课回顾</vt:lpstr>
      <vt:lpstr>上次课回顾</vt:lpstr>
      <vt:lpstr>上次课回顾</vt:lpstr>
      <vt:lpstr>上次课回顾</vt:lpstr>
      <vt:lpstr>上次课回顾</vt:lpstr>
      <vt:lpstr>本次课内容</vt:lpstr>
      <vt:lpstr>PowerPoint 演示文稿</vt:lpstr>
      <vt:lpstr>4.1.8 语法制导的翻译方案</vt:lpstr>
      <vt:lpstr>4.1.8 语法制导的翻译方案</vt:lpstr>
      <vt:lpstr>4.2 S属性定义的自下而上计算</vt:lpstr>
      <vt:lpstr>4.2.1 抽象语法树</vt:lpstr>
      <vt:lpstr>4.2.2 构造抽象语法树的S属性定义</vt:lpstr>
      <vt:lpstr>4.2.2 构造抽象语法树的S属性定义</vt:lpstr>
      <vt:lpstr>4.2.2 构造抽象语法树的S属性定义</vt:lpstr>
      <vt:lpstr>4.2.2 构造抽象语法树的S属性定义</vt:lpstr>
      <vt:lpstr>4.2.2 构造抽象语法树的S属性定义</vt:lpstr>
      <vt:lpstr>4.2.2 构造抽象语法树的S属性定义</vt:lpstr>
      <vt:lpstr>4.2.2 构造抽象语法树的S属性定义</vt:lpstr>
      <vt:lpstr>4.2.2 构造抽象语法树的S属性定义</vt:lpstr>
      <vt:lpstr>4.2.2 构造抽象语法树的S属性定义</vt:lpstr>
      <vt:lpstr>4.2.2 构造抽象语法树的S属性定义</vt:lpstr>
      <vt:lpstr>PowerPoint 演示文稿</vt:lpstr>
      <vt:lpstr>4.2.3 S属性定义的自下而上计算</vt:lpstr>
      <vt:lpstr>4.2.3 S属性定义的自下而上计算</vt:lpstr>
      <vt:lpstr>4.2.3 S属性定义的自下而上计算</vt:lpstr>
      <vt:lpstr>4.2.3 S属性定义的自下而上计算</vt:lpstr>
      <vt:lpstr>4.2.3 S属性定义的自下而上计算</vt:lpstr>
      <vt:lpstr>4.2.3 S属性定义的自下而上计算</vt:lpstr>
      <vt:lpstr>4.2.3 S属性定义的自下而上计算</vt:lpstr>
      <vt:lpstr>4.2.3 S属性定义的自下而上计算</vt:lpstr>
      <vt:lpstr>4.2.3 S属性定义的自下而上计算</vt:lpstr>
      <vt:lpstr>4.2.3 S属性定义的自下而上计算</vt:lpstr>
      <vt:lpstr>4.2.3 S属性定义的自下而上计算</vt:lpstr>
      <vt:lpstr>4.2.3 S属性定义的自下而上计算</vt:lpstr>
      <vt:lpstr>4.2.3 S属性定义的自下而上计算</vt:lpstr>
      <vt:lpstr>4.2.3 S属性定义的自下而上计算</vt:lpstr>
      <vt:lpstr>4.3 L属性定义的自上而下计算</vt:lpstr>
      <vt:lpstr>4.3.1 变量类型声明的L属性定义</vt:lpstr>
      <vt:lpstr>4.3.1 变量类型声明的L属性定义</vt:lpstr>
      <vt:lpstr>4.3.2 使用翻译方案计算L属性定义</vt:lpstr>
      <vt:lpstr>4.3.2 使用翻译方案计算L属性定义</vt:lpstr>
      <vt:lpstr>4.3.2 使用翻译方案计算L属性定义</vt:lpstr>
      <vt:lpstr>小节练习</vt:lpstr>
      <vt:lpstr>本次课内容</vt:lpstr>
      <vt:lpstr>本章要点</vt:lpstr>
      <vt:lpstr>作业5（提前布置）</vt:lpstr>
      <vt:lpstr>课后思考</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 语法分析(8)</dc:title>
  <dc:creator>欣捷</dc:creator>
  <cp:lastModifiedBy>欣捷 王</cp:lastModifiedBy>
  <cp:revision>1</cp:revision>
  <dcterms:created xsi:type="dcterms:W3CDTF">2021-04-20T06:55:23Z</dcterms:created>
  <dcterms:modified xsi:type="dcterms:W3CDTF">2025-04-30T01:46:19Z</dcterms:modified>
</cp:coreProperties>
</file>