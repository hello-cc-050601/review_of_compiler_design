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7" r:id="rId1"/>
  </p:sldMasterIdLst>
  <p:notesMasterIdLst>
    <p:notesMasterId r:id="rId39"/>
  </p:notesMasterIdLst>
  <p:sldIdLst>
    <p:sldId id="256" r:id="rId2"/>
    <p:sldId id="993" r:id="rId3"/>
    <p:sldId id="994" r:id="rId4"/>
    <p:sldId id="806" r:id="rId5"/>
    <p:sldId id="989" r:id="rId6"/>
    <p:sldId id="947" r:id="rId7"/>
    <p:sldId id="1001" r:id="rId8"/>
    <p:sldId id="995" r:id="rId9"/>
    <p:sldId id="996" r:id="rId10"/>
    <p:sldId id="809" r:id="rId11"/>
    <p:sldId id="910" r:id="rId12"/>
    <p:sldId id="949" r:id="rId13"/>
    <p:sldId id="990" r:id="rId14"/>
    <p:sldId id="939" r:id="rId15"/>
    <p:sldId id="854" r:id="rId16"/>
    <p:sldId id="855" r:id="rId17"/>
    <p:sldId id="938" r:id="rId18"/>
    <p:sldId id="1002" r:id="rId19"/>
    <p:sldId id="856" r:id="rId20"/>
    <p:sldId id="857" r:id="rId21"/>
    <p:sldId id="951" r:id="rId22"/>
    <p:sldId id="952" r:id="rId23"/>
    <p:sldId id="953" r:id="rId24"/>
    <p:sldId id="955" r:id="rId25"/>
    <p:sldId id="954" r:id="rId26"/>
    <p:sldId id="860" r:id="rId27"/>
    <p:sldId id="862" r:id="rId28"/>
    <p:sldId id="863" r:id="rId29"/>
    <p:sldId id="864" r:id="rId30"/>
    <p:sldId id="865" r:id="rId31"/>
    <p:sldId id="997" r:id="rId32"/>
    <p:sldId id="998" r:id="rId33"/>
    <p:sldId id="999" r:id="rId34"/>
    <p:sldId id="1003" r:id="rId35"/>
    <p:sldId id="1004" r:id="rId36"/>
    <p:sldId id="948" r:id="rId37"/>
    <p:sldId id="1000" r:id="rId38"/>
  </p:sldIdLst>
  <p:sldSz cx="9144000" cy="6858000" type="screen4x3"/>
  <p:notesSz cx="6858000" cy="9144000"/>
  <p:custDataLst>
    <p:tags r:id="rId4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45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EBAF8B-00A9-4254-9480-257662CA3843}" v="56" dt="2024-06-06T15:38:18.431"/>
  </p1510:revLst>
</p1510:revInfo>
</file>

<file path=ppt/tableStyles.xml><?xml version="1.0" encoding="utf-8"?>
<a:tblStyleLst xmlns:a="http://schemas.openxmlformats.org/drawingml/2006/main" def="{5C22544A-7EE6-4342-B048-85BDC9FD1C3A}">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513" autoAdjust="0"/>
    <p:restoredTop sz="71529" autoAdjust="0"/>
  </p:normalViewPr>
  <p:slideViewPr>
    <p:cSldViewPr snapToGrid="0">
      <p:cViewPr varScale="1">
        <p:scale>
          <a:sx n="71" d="100"/>
          <a:sy n="71" d="100"/>
        </p:scale>
        <p:origin x="55" y="569"/>
      </p:cViewPr>
      <p:guideLst/>
    </p:cSldViewPr>
  </p:slideViewPr>
  <p:outlineViewPr>
    <p:cViewPr>
      <p:scale>
        <a:sx n="33" d="100"/>
        <a:sy n="33" d="100"/>
      </p:scale>
      <p:origin x="0" y="-18583"/>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云东 郭" userId="3aef734993cdc3f5" providerId="LiveId" clId="{D7C93C15-852A-4EA2-9675-11958CCF531D}"/>
    <pc:docChg chg="undo custSel modSld">
      <pc:chgData name="云东 郭" userId="3aef734993cdc3f5" providerId="LiveId" clId="{D7C93C15-852A-4EA2-9675-11958CCF531D}" dt="2024-05-18T08:21:43.094" v="151"/>
      <pc:docMkLst>
        <pc:docMk/>
      </pc:docMkLst>
      <pc:sldChg chg="modSp mod">
        <pc:chgData name="云东 郭" userId="3aef734993cdc3f5" providerId="LiveId" clId="{D7C93C15-852A-4EA2-9675-11958CCF531D}" dt="2024-05-18T08:21:06.770" v="145" actId="1076"/>
        <pc:sldMkLst>
          <pc:docMk/>
          <pc:sldMk cId="2526192867" sldId="1003"/>
        </pc:sldMkLst>
        <pc:spChg chg="mod">
          <ac:chgData name="云东 郭" userId="3aef734993cdc3f5" providerId="LiveId" clId="{D7C93C15-852A-4EA2-9675-11958CCF531D}" dt="2024-05-18T08:21:06.770" v="145" actId="1076"/>
          <ac:spMkLst>
            <pc:docMk/>
            <pc:sldMk cId="2526192867" sldId="1003"/>
            <ac:spMk id="13" creationId="{5359A64A-A04D-F26E-D9CD-C8CFEF5E9CEF}"/>
          </ac:spMkLst>
        </pc:spChg>
        <pc:spChg chg="mod">
          <ac:chgData name="云东 郭" userId="3aef734993cdc3f5" providerId="LiveId" clId="{D7C93C15-852A-4EA2-9675-11958CCF531D}" dt="2024-05-18T08:20:54.213" v="140"/>
          <ac:spMkLst>
            <pc:docMk/>
            <pc:sldMk cId="2526192867" sldId="1003"/>
            <ac:spMk id="19" creationId="{A48EAAE5-E8B7-AD24-7E1F-98F5B76BE977}"/>
          </ac:spMkLst>
        </pc:spChg>
        <pc:spChg chg="mod">
          <ac:chgData name="云东 郭" userId="3aef734993cdc3f5" providerId="LiveId" clId="{D7C93C15-852A-4EA2-9675-11958CCF531D}" dt="2024-05-18T08:20:54.212" v="139"/>
          <ac:spMkLst>
            <pc:docMk/>
            <pc:sldMk cId="2526192867" sldId="1003"/>
            <ac:spMk id="20" creationId="{4009DBDB-483B-C2BF-6EA4-F1E1BC3AF55F}"/>
          </ac:spMkLst>
        </pc:spChg>
        <pc:spChg chg="mod">
          <ac:chgData name="云东 郭" userId="3aef734993cdc3f5" providerId="LiveId" clId="{D7C93C15-852A-4EA2-9675-11958CCF531D}" dt="2024-05-18T08:20:54.212" v="139"/>
          <ac:spMkLst>
            <pc:docMk/>
            <pc:sldMk cId="2526192867" sldId="1003"/>
            <ac:spMk id="21" creationId="{B097D86E-082B-EDC5-F1E1-A54F807A7826}"/>
          </ac:spMkLst>
        </pc:spChg>
        <pc:spChg chg="mod">
          <ac:chgData name="云东 郭" userId="3aef734993cdc3f5" providerId="LiveId" clId="{D7C93C15-852A-4EA2-9675-11958CCF531D}" dt="2024-05-18T08:20:54.212" v="139"/>
          <ac:spMkLst>
            <pc:docMk/>
            <pc:sldMk cId="2526192867" sldId="1003"/>
            <ac:spMk id="22" creationId="{E19F8CE9-64CB-08E2-477A-B25F467B8ACA}"/>
          </ac:spMkLst>
        </pc:spChg>
        <pc:grpChg chg="mod">
          <ac:chgData name="云东 郭" userId="3aef734993cdc3f5" providerId="LiveId" clId="{D7C93C15-852A-4EA2-9675-11958CCF531D}" dt="2024-05-18T08:20:54.213" v="141"/>
          <ac:grpSpMkLst>
            <pc:docMk/>
            <pc:sldMk cId="2526192867" sldId="1003"/>
            <ac:grpSpMk id="23" creationId="{403ADA3E-FF3B-F8A2-12CA-85E34A476143}"/>
          </ac:grpSpMkLst>
        </pc:grpChg>
        <pc:picChg chg="mod ord">
          <ac:chgData name="云东 郭" userId="3aef734993cdc3f5" providerId="LiveId" clId="{D7C93C15-852A-4EA2-9675-11958CCF531D}" dt="2024-05-18T08:20:54.213" v="143"/>
          <ac:picMkLst>
            <pc:docMk/>
            <pc:sldMk cId="2526192867" sldId="1003"/>
            <ac:picMk id="8" creationId="{C8A5D5C2-2367-7B16-8357-235A7EC36404}"/>
          </ac:picMkLst>
        </pc:picChg>
      </pc:sldChg>
      <pc:sldChg chg="modSp mod">
        <pc:chgData name="云东 郭" userId="3aef734993cdc3f5" providerId="LiveId" clId="{D7C93C15-852A-4EA2-9675-11958CCF531D}" dt="2024-05-18T08:21:43.094" v="151"/>
        <pc:sldMkLst>
          <pc:docMk/>
          <pc:sldMk cId="3452430800" sldId="1004"/>
        </pc:sldMkLst>
        <pc:spChg chg="mod">
          <ac:chgData name="云东 郭" userId="3aef734993cdc3f5" providerId="LiveId" clId="{D7C93C15-852A-4EA2-9675-11958CCF531D}" dt="2024-05-18T08:21:43.094" v="148"/>
          <ac:spMkLst>
            <pc:docMk/>
            <pc:sldMk cId="3452430800" sldId="1004"/>
            <ac:spMk id="17" creationId="{F4F89098-64DC-899E-CF94-81E2E10C24B1}"/>
          </ac:spMkLst>
        </pc:spChg>
        <pc:spChg chg="mod">
          <ac:chgData name="云东 郭" userId="3aef734993cdc3f5" providerId="LiveId" clId="{D7C93C15-852A-4EA2-9675-11958CCF531D}" dt="2024-05-18T08:21:43.094" v="147"/>
          <ac:spMkLst>
            <pc:docMk/>
            <pc:sldMk cId="3452430800" sldId="1004"/>
            <ac:spMk id="18" creationId="{DBA8309B-6350-3E1B-0095-8AA28748AC15}"/>
          </ac:spMkLst>
        </pc:spChg>
        <pc:spChg chg="mod">
          <ac:chgData name="云东 郭" userId="3aef734993cdc3f5" providerId="LiveId" clId="{D7C93C15-852A-4EA2-9675-11958CCF531D}" dt="2024-05-18T08:21:43.094" v="147"/>
          <ac:spMkLst>
            <pc:docMk/>
            <pc:sldMk cId="3452430800" sldId="1004"/>
            <ac:spMk id="19" creationId="{7DFE2B82-E792-23E8-58F4-5841395C1DF5}"/>
          </ac:spMkLst>
        </pc:spChg>
        <pc:spChg chg="mod">
          <ac:chgData name="云东 郭" userId="3aef734993cdc3f5" providerId="LiveId" clId="{D7C93C15-852A-4EA2-9675-11958CCF531D}" dt="2024-05-18T08:21:43.094" v="147"/>
          <ac:spMkLst>
            <pc:docMk/>
            <pc:sldMk cId="3452430800" sldId="1004"/>
            <ac:spMk id="20" creationId="{9A5E8286-6FD7-5E4A-BE23-02D17EF3F1C0}"/>
          </ac:spMkLst>
        </pc:spChg>
        <pc:grpChg chg="mod">
          <ac:chgData name="云东 郭" userId="3aef734993cdc3f5" providerId="LiveId" clId="{D7C93C15-852A-4EA2-9675-11958CCF531D}" dt="2024-05-18T08:21:43.094" v="149"/>
          <ac:grpSpMkLst>
            <pc:docMk/>
            <pc:sldMk cId="3452430800" sldId="1004"/>
            <ac:grpSpMk id="21" creationId="{887FEA89-13BD-9697-0500-89F6A8A13A14}"/>
          </ac:grpSpMkLst>
        </pc:grpChg>
        <pc:picChg chg="mod ord">
          <ac:chgData name="云东 郭" userId="3aef734993cdc3f5" providerId="LiveId" clId="{D7C93C15-852A-4EA2-9675-11958CCF531D}" dt="2024-05-18T08:21:43.094" v="151"/>
          <ac:picMkLst>
            <pc:docMk/>
            <pc:sldMk cId="3452430800" sldId="1004"/>
            <ac:picMk id="6" creationId="{70601EF9-C1C7-77E2-8577-7582728849A9}"/>
          </ac:picMkLst>
        </pc:picChg>
      </pc:sldChg>
    </pc:docChg>
  </pc:docChgLst>
  <pc:docChgLst>
    <pc:chgData name="王 欣捷" userId="b965477fa0aef5e6" providerId="LiveId" clId="{CCC25DF9-4458-4252-A1FA-96CED2233F88}"/>
    <pc:docChg chg="undo custSel addSld delSld modSld">
      <pc:chgData name="王 欣捷" userId="b965477fa0aef5e6" providerId="LiveId" clId="{CCC25DF9-4458-4252-A1FA-96CED2233F88}" dt="2021-04-28T14:03:53.723" v="1373"/>
      <pc:docMkLst>
        <pc:docMk/>
      </pc:docMkLst>
      <pc:sldChg chg="modSp mod">
        <pc:chgData name="王 欣捷" userId="b965477fa0aef5e6" providerId="LiveId" clId="{CCC25DF9-4458-4252-A1FA-96CED2233F88}" dt="2021-04-22T07:28:25.047" v="21" actId="404"/>
        <pc:sldMkLst>
          <pc:docMk/>
          <pc:sldMk cId="2470898374" sldId="256"/>
        </pc:sldMkLst>
        <pc:spChg chg="mod">
          <ac:chgData name="王 欣捷" userId="b965477fa0aef5e6" providerId="LiveId" clId="{CCC25DF9-4458-4252-A1FA-96CED2233F88}" dt="2021-04-22T07:28:25.047" v="21" actId="404"/>
          <ac:spMkLst>
            <pc:docMk/>
            <pc:sldMk cId="2470898374" sldId="256"/>
            <ac:spMk id="2" creationId="{E7DC3515-54D4-4A44-A409-1AD3C10C63ED}"/>
          </ac:spMkLst>
        </pc:spChg>
      </pc:sldChg>
      <pc:sldChg chg="add">
        <pc:chgData name="王 欣捷" userId="b965477fa0aef5e6" providerId="LiveId" clId="{CCC25DF9-4458-4252-A1FA-96CED2233F88}" dt="2021-04-22T07:28:32.426" v="23"/>
        <pc:sldMkLst>
          <pc:docMk/>
          <pc:sldMk cId="0" sldId="806"/>
        </pc:sldMkLst>
      </pc:sldChg>
      <pc:sldChg chg="add">
        <pc:chgData name="王 欣捷" userId="b965477fa0aef5e6" providerId="LiveId" clId="{CCC25DF9-4458-4252-A1FA-96CED2233F88}" dt="2021-04-22T07:28:32.426" v="23"/>
        <pc:sldMkLst>
          <pc:docMk/>
          <pc:sldMk cId="0" sldId="807"/>
        </pc:sldMkLst>
      </pc:sldChg>
      <pc:sldChg chg="add">
        <pc:chgData name="王 欣捷" userId="b965477fa0aef5e6" providerId="LiveId" clId="{CCC25DF9-4458-4252-A1FA-96CED2233F88}" dt="2021-04-22T07:28:32.426" v="23"/>
        <pc:sldMkLst>
          <pc:docMk/>
          <pc:sldMk cId="0" sldId="808"/>
        </pc:sldMkLst>
      </pc:sldChg>
      <pc:sldChg chg="add">
        <pc:chgData name="王 欣捷" userId="b965477fa0aef5e6" providerId="LiveId" clId="{CCC25DF9-4458-4252-A1FA-96CED2233F88}" dt="2021-04-22T07:28:32.426" v="23"/>
        <pc:sldMkLst>
          <pc:docMk/>
          <pc:sldMk cId="0" sldId="809"/>
        </pc:sldMkLst>
      </pc:sldChg>
      <pc:sldChg chg="modSp add">
        <pc:chgData name="王 欣捷" userId="b965477fa0aef5e6" providerId="LiveId" clId="{CCC25DF9-4458-4252-A1FA-96CED2233F88}" dt="2021-04-22T07:30:15.426" v="47"/>
        <pc:sldMkLst>
          <pc:docMk/>
          <pc:sldMk cId="0" sldId="810"/>
        </pc:sldMkLst>
        <pc:spChg chg="mod">
          <ac:chgData name="王 欣捷" userId="b965477fa0aef5e6" providerId="LiveId" clId="{CCC25DF9-4458-4252-A1FA-96CED2233F88}" dt="2021-04-22T07:30:15.426" v="47"/>
          <ac:spMkLst>
            <pc:docMk/>
            <pc:sldMk cId="0" sldId="810"/>
            <ac:spMk id="18434" creationId="{DD2B3C60-D33A-40D0-9F34-FC601CEDD198}"/>
          </ac:spMkLst>
        </pc:spChg>
      </pc:sldChg>
      <pc:sldChg chg="modSp add">
        <pc:chgData name="王 欣捷" userId="b965477fa0aef5e6" providerId="LiveId" clId="{CCC25DF9-4458-4252-A1FA-96CED2233F88}" dt="2021-04-22T07:30:15.426" v="47"/>
        <pc:sldMkLst>
          <pc:docMk/>
          <pc:sldMk cId="0" sldId="811"/>
        </pc:sldMkLst>
        <pc:spChg chg="mod">
          <ac:chgData name="王 欣捷" userId="b965477fa0aef5e6" providerId="LiveId" clId="{CCC25DF9-4458-4252-A1FA-96CED2233F88}" dt="2021-04-22T07:30:15.426" v="47"/>
          <ac:spMkLst>
            <pc:docMk/>
            <pc:sldMk cId="0" sldId="811"/>
            <ac:spMk id="19458" creationId="{C3ED575B-6B5F-42C0-9CA3-A9B68522D3A5}"/>
          </ac:spMkLst>
        </pc:spChg>
      </pc:sldChg>
      <pc:sldChg chg="modSp add">
        <pc:chgData name="王 欣捷" userId="b965477fa0aef5e6" providerId="LiveId" clId="{CCC25DF9-4458-4252-A1FA-96CED2233F88}" dt="2021-04-22T07:30:15.426" v="47"/>
        <pc:sldMkLst>
          <pc:docMk/>
          <pc:sldMk cId="0" sldId="813"/>
        </pc:sldMkLst>
        <pc:spChg chg="mod">
          <ac:chgData name="王 欣捷" userId="b965477fa0aef5e6" providerId="LiveId" clId="{CCC25DF9-4458-4252-A1FA-96CED2233F88}" dt="2021-04-22T07:30:15.426" v="47"/>
          <ac:spMkLst>
            <pc:docMk/>
            <pc:sldMk cId="0" sldId="813"/>
            <ac:spMk id="20482" creationId="{D4900F29-95EC-45F4-9FDC-74E9B69B8A17}"/>
          </ac:spMkLst>
        </pc:spChg>
      </pc:sldChg>
      <pc:sldChg chg="modSp add">
        <pc:chgData name="王 欣捷" userId="b965477fa0aef5e6" providerId="LiveId" clId="{CCC25DF9-4458-4252-A1FA-96CED2233F88}" dt="2021-04-22T07:30:15.426" v="47"/>
        <pc:sldMkLst>
          <pc:docMk/>
          <pc:sldMk cId="0" sldId="814"/>
        </pc:sldMkLst>
        <pc:spChg chg="mod">
          <ac:chgData name="王 欣捷" userId="b965477fa0aef5e6" providerId="LiveId" clId="{CCC25DF9-4458-4252-A1FA-96CED2233F88}" dt="2021-04-22T07:30:15.426" v="47"/>
          <ac:spMkLst>
            <pc:docMk/>
            <pc:sldMk cId="0" sldId="814"/>
            <ac:spMk id="21506" creationId="{E7EE8072-6761-4D58-8786-97D5513BC3A1}"/>
          </ac:spMkLst>
        </pc:spChg>
      </pc:sldChg>
      <pc:sldChg chg="modSp add">
        <pc:chgData name="王 欣捷" userId="b965477fa0aef5e6" providerId="LiveId" clId="{CCC25DF9-4458-4252-A1FA-96CED2233F88}" dt="2021-04-22T07:30:15.426" v="47"/>
        <pc:sldMkLst>
          <pc:docMk/>
          <pc:sldMk cId="0" sldId="815"/>
        </pc:sldMkLst>
        <pc:spChg chg="mod">
          <ac:chgData name="王 欣捷" userId="b965477fa0aef5e6" providerId="LiveId" clId="{CCC25DF9-4458-4252-A1FA-96CED2233F88}" dt="2021-04-22T07:30:15.426" v="47"/>
          <ac:spMkLst>
            <pc:docMk/>
            <pc:sldMk cId="0" sldId="815"/>
            <ac:spMk id="22530" creationId="{4808D3E7-FC33-47CD-B3FF-D037BD320979}"/>
          </ac:spMkLst>
        </pc:spChg>
      </pc:sldChg>
      <pc:sldChg chg="modSp add">
        <pc:chgData name="王 欣捷" userId="b965477fa0aef5e6" providerId="LiveId" clId="{CCC25DF9-4458-4252-A1FA-96CED2233F88}" dt="2021-04-22T07:30:15.426" v="47"/>
        <pc:sldMkLst>
          <pc:docMk/>
          <pc:sldMk cId="0" sldId="816"/>
        </pc:sldMkLst>
        <pc:spChg chg="mod">
          <ac:chgData name="王 欣捷" userId="b965477fa0aef5e6" providerId="LiveId" clId="{CCC25DF9-4458-4252-A1FA-96CED2233F88}" dt="2021-04-22T07:30:15.426" v="47"/>
          <ac:spMkLst>
            <pc:docMk/>
            <pc:sldMk cId="0" sldId="816"/>
            <ac:spMk id="23554" creationId="{943ED55F-7EC1-4A95-BA75-1D50AE805139}"/>
          </ac:spMkLst>
        </pc:spChg>
      </pc:sldChg>
      <pc:sldChg chg="modSp add">
        <pc:chgData name="王 欣捷" userId="b965477fa0aef5e6" providerId="LiveId" clId="{CCC25DF9-4458-4252-A1FA-96CED2233F88}" dt="2021-04-22T07:30:15.426" v="47"/>
        <pc:sldMkLst>
          <pc:docMk/>
          <pc:sldMk cId="0" sldId="817"/>
        </pc:sldMkLst>
        <pc:spChg chg="mod">
          <ac:chgData name="王 欣捷" userId="b965477fa0aef5e6" providerId="LiveId" clId="{CCC25DF9-4458-4252-A1FA-96CED2233F88}" dt="2021-04-22T07:30:15.426" v="47"/>
          <ac:spMkLst>
            <pc:docMk/>
            <pc:sldMk cId="0" sldId="817"/>
            <ac:spMk id="24578" creationId="{9E6D3DCA-39CD-4481-B8B4-F83353E65BD8}"/>
          </ac:spMkLst>
        </pc:spChg>
      </pc:sldChg>
      <pc:sldChg chg="modSp add">
        <pc:chgData name="王 欣捷" userId="b965477fa0aef5e6" providerId="LiveId" clId="{CCC25DF9-4458-4252-A1FA-96CED2233F88}" dt="2021-04-22T07:30:15.426" v="47"/>
        <pc:sldMkLst>
          <pc:docMk/>
          <pc:sldMk cId="0" sldId="818"/>
        </pc:sldMkLst>
        <pc:spChg chg="mod">
          <ac:chgData name="王 欣捷" userId="b965477fa0aef5e6" providerId="LiveId" clId="{CCC25DF9-4458-4252-A1FA-96CED2233F88}" dt="2021-04-22T07:30:15.426" v="47"/>
          <ac:spMkLst>
            <pc:docMk/>
            <pc:sldMk cId="0" sldId="818"/>
            <ac:spMk id="25602" creationId="{DA61C61F-0EF1-4BA7-86A1-EBF5DA925BF5}"/>
          </ac:spMkLst>
        </pc:spChg>
      </pc:sldChg>
      <pc:sldChg chg="modSp add">
        <pc:chgData name="王 欣捷" userId="b965477fa0aef5e6" providerId="LiveId" clId="{CCC25DF9-4458-4252-A1FA-96CED2233F88}" dt="2021-04-22T07:30:15.426" v="47"/>
        <pc:sldMkLst>
          <pc:docMk/>
          <pc:sldMk cId="0" sldId="819"/>
        </pc:sldMkLst>
        <pc:spChg chg="mod">
          <ac:chgData name="王 欣捷" userId="b965477fa0aef5e6" providerId="LiveId" clId="{CCC25DF9-4458-4252-A1FA-96CED2233F88}" dt="2021-04-22T07:30:15.426" v="47"/>
          <ac:spMkLst>
            <pc:docMk/>
            <pc:sldMk cId="0" sldId="819"/>
            <ac:spMk id="26626" creationId="{F819FB5D-17F2-4AF4-A9F2-F603264139D9}"/>
          </ac:spMkLst>
        </pc:spChg>
      </pc:sldChg>
      <pc:sldChg chg="modSp add">
        <pc:chgData name="王 欣捷" userId="b965477fa0aef5e6" providerId="LiveId" clId="{CCC25DF9-4458-4252-A1FA-96CED2233F88}" dt="2021-04-22T07:30:15.426" v="47"/>
        <pc:sldMkLst>
          <pc:docMk/>
          <pc:sldMk cId="0" sldId="820"/>
        </pc:sldMkLst>
        <pc:spChg chg="mod">
          <ac:chgData name="王 欣捷" userId="b965477fa0aef5e6" providerId="LiveId" clId="{CCC25DF9-4458-4252-A1FA-96CED2233F88}" dt="2021-04-22T07:30:15.426" v="47"/>
          <ac:spMkLst>
            <pc:docMk/>
            <pc:sldMk cId="0" sldId="820"/>
            <ac:spMk id="27650" creationId="{F832E9BF-2935-4622-9CCC-192F9A44BDAD}"/>
          </ac:spMkLst>
        </pc:spChg>
      </pc:sldChg>
      <pc:sldChg chg="modSp add">
        <pc:chgData name="王 欣捷" userId="b965477fa0aef5e6" providerId="LiveId" clId="{CCC25DF9-4458-4252-A1FA-96CED2233F88}" dt="2021-04-22T07:30:15.426" v="47"/>
        <pc:sldMkLst>
          <pc:docMk/>
          <pc:sldMk cId="0" sldId="821"/>
        </pc:sldMkLst>
        <pc:spChg chg="mod">
          <ac:chgData name="王 欣捷" userId="b965477fa0aef5e6" providerId="LiveId" clId="{CCC25DF9-4458-4252-A1FA-96CED2233F88}" dt="2021-04-22T07:30:15.426" v="47"/>
          <ac:spMkLst>
            <pc:docMk/>
            <pc:sldMk cId="0" sldId="821"/>
            <ac:spMk id="28674" creationId="{BA5FABA3-2A32-4962-A7FF-BFBABF7CBCED}"/>
          </ac:spMkLst>
        </pc:spChg>
      </pc:sldChg>
      <pc:sldChg chg="modSp add">
        <pc:chgData name="王 欣捷" userId="b965477fa0aef5e6" providerId="LiveId" clId="{CCC25DF9-4458-4252-A1FA-96CED2233F88}" dt="2021-04-22T07:30:15.426" v="47"/>
        <pc:sldMkLst>
          <pc:docMk/>
          <pc:sldMk cId="0" sldId="822"/>
        </pc:sldMkLst>
        <pc:spChg chg="mod">
          <ac:chgData name="王 欣捷" userId="b965477fa0aef5e6" providerId="LiveId" clId="{CCC25DF9-4458-4252-A1FA-96CED2233F88}" dt="2021-04-22T07:30:15.426" v="47"/>
          <ac:spMkLst>
            <pc:docMk/>
            <pc:sldMk cId="0" sldId="822"/>
            <ac:spMk id="29698" creationId="{D4E52AE2-D0CD-4535-BDF8-24A974D93A05}"/>
          </ac:spMkLst>
        </pc:spChg>
      </pc:sldChg>
      <pc:sldChg chg="add">
        <pc:chgData name="王 欣捷" userId="b965477fa0aef5e6" providerId="LiveId" clId="{CCC25DF9-4458-4252-A1FA-96CED2233F88}" dt="2021-04-22T07:28:32.426" v="23"/>
        <pc:sldMkLst>
          <pc:docMk/>
          <pc:sldMk cId="0" sldId="836"/>
        </pc:sldMkLst>
      </pc:sldChg>
      <pc:sldChg chg="add">
        <pc:chgData name="王 欣捷" userId="b965477fa0aef5e6" providerId="LiveId" clId="{CCC25DF9-4458-4252-A1FA-96CED2233F88}" dt="2021-04-22T07:28:32.426" v="23"/>
        <pc:sldMkLst>
          <pc:docMk/>
          <pc:sldMk cId="0" sldId="837"/>
        </pc:sldMkLst>
      </pc:sldChg>
      <pc:sldChg chg="modSp add del mod">
        <pc:chgData name="王 欣捷" userId="b965477fa0aef5e6" providerId="LiveId" clId="{CCC25DF9-4458-4252-A1FA-96CED2233F88}" dt="2021-04-22T08:12:07.456" v="339" actId="47"/>
        <pc:sldMkLst>
          <pc:docMk/>
          <pc:sldMk cId="0" sldId="850"/>
        </pc:sldMkLst>
        <pc:spChg chg="mod">
          <ac:chgData name="王 欣捷" userId="b965477fa0aef5e6" providerId="LiveId" clId="{CCC25DF9-4458-4252-A1FA-96CED2233F88}" dt="2021-04-22T07:44:22.809" v="144" actId="20577"/>
          <ac:spMkLst>
            <pc:docMk/>
            <pc:sldMk cId="0" sldId="850"/>
            <ac:spMk id="92163" creationId="{7765359A-AF33-40C3-8019-68175FD6FCE8}"/>
          </ac:spMkLst>
        </pc:spChg>
      </pc:sldChg>
      <pc:sldChg chg="add">
        <pc:chgData name="王 欣捷" userId="b965477fa0aef5e6" providerId="LiveId" clId="{CCC25DF9-4458-4252-A1FA-96CED2233F88}" dt="2021-04-22T07:28:32.426" v="23"/>
        <pc:sldMkLst>
          <pc:docMk/>
          <pc:sldMk cId="0" sldId="851"/>
        </pc:sldMkLst>
      </pc:sldChg>
      <pc:sldChg chg="add">
        <pc:chgData name="王 欣捷" userId="b965477fa0aef5e6" providerId="LiveId" clId="{CCC25DF9-4458-4252-A1FA-96CED2233F88}" dt="2021-04-22T07:28:32.426" v="23"/>
        <pc:sldMkLst>
          <pc:docMk/>
          <pc:sldMk cId="0" sldId="852"/>
        </pc:sldMkLst>
      </pc:sldChg>
      <pc:sldChg chg="modSp add">
        <pc:chgData name="王 欣捷" userId="b965477fa0aef5e6" providerId="LiveId" clId="{CCC25DF9-4458-4252-A1FA-96CED2233F88}" dt="2021-04-22T07:30:15.426" v="47"/>
        <pc:sldMkLst>
          <pc:docMk/>
          <pc:sldMk cId="0" sldId="853"/>
        </pc:sldMkLst>
        <pc:spChg chg="mod">
          <ac:chgData name="王 欣捷" userId="b965477fa0aef5e6" providerId="LiveId" clId="{CCC25DF9-4458-4252-A1FA-96CED2233F88}" dt="2021-04-22T07:30:15.426" v="47"/>
          <ac:spMkLst>
            <pc:docMk/>
            <pc:sldMk cId="0" sldId="853"/>
            <ac:spMk id="16386" creationId="{64C63FD9-9B0F-4B7B-9431-A1EE79C00DD8}"/>
          </ac:spMkLst>
        </pc:spChg>
      </pc:sldChg>
      <pc:sldChg chg="modSp add">
        <pc:chgData name="王 欣捷" userId="b965477fa0aef5e6" providerId="LiveId" clId="{CCC25DF9-4458-4252-A1FA-96CED2233F88}" dt="2021-04-22T07:30:15.426" v="47"/>
        <pc:sldMkLst>
          <pc:docMk/>
          <pc:sldMk cId="0" sldId="854"/>
        </pc:sldMkLst>
        <pc:spChg chg="mod">
          <ac:chgData name="王 欣捷" userId="b965477fa0aef5e6" providerId="LiveId" clId="{CCC25DF9-4458-4252-A1FA-96CED2233F88}" dt="2021-04-22T07:30:15.426" v="47"/>
          <ac:spMkLst>
            <pc:docMk/>
            <pc:sldMk cId="0" sldId="854"/>
            <ac:spMk id="32770" creationId="{A05B52C2-2BFA-4130-9E87-B5959EA11354}"/>
          </ac:spMkLst>
        </pc:spChg>
        <pc:graphicFrameChg chg="mod">
          <ac:chgData name="王 欣捷" userId="b965477fa0aef5e6" providerId="LiveId" clId="{CCC25DF9-4458-4252-A1FA-96CED2233F88}" dt="2021-04-22T07:30:15.426" v="47"/>
          <ac:graphicFrameMkLst>
            <pc:docMk/>
            <pc:sldMk cId="0" sldId="854"/>
            <ac:graphicFrameMk id="689156" creationId="{200FB2BC-5E4E-404B-A036-77C628FCAEF1}"/>
          </ac:graphicFrameMkLst>
        </pc:graphicFrameChg>
      </pc:sldChg>
      <pc:sldChg chg="modSp add">
        <pc:chgData name="王 欣捷" userId="b965477fa0aef5e6" providerId="LiveId" clId="{CCC25DF9-4458-4252-A1FA-96CED2233F88}" dt="2021-04-22T07:30:15.426" v="47"/>
        <pc:sldMkLst>
          <pc:docMk/>
          <pc:sldMk cId="0" sldId="855"/>
        </pc:sldMkLst>
        <pc:spChg chg="mod">
          <ac:chgData name="王 欣捷" userId="b965477fa0aef5e6" providerId="LiveId" clId="{CCC25DF9-4458-4252-A1FA-96CED2233F88}" dt="2021-04-22T07:30:15.426" v="47"/>
          <ac:spMkLst>
            <pc:docMk/>
            <pc:sldMk cId="0" sldId="855"/>
            <ac:spMk id="34818" creationId="{936AF027-0C85-4C2E-83A6-C47F61BEEB17}"/>
          </ac:spMkLst>
        </pc:spChg>
      </pc:sldChg>
      <pc:sldChg chg="add">
        <pc:chgData name="王 欣捷" userId="b965477fa0aef5e6" providerId="LiveId" clId="{CCC25DF9-4458-4252-A1FA-96CED2233F88}" dt="2021-04-22T07:28:32.426" v="23"/>
        <pc:sldMkLst>
          <pc:docMk/>
          <pc:sldMk cId="0" sldId="856"/>
        </pc:sldMkLst>
      </pc:sldChg>
      <pc:sldChg chg="modSp add mod chgLayout">
        <pc:chgData name="王 欣捷" userId="b965477fa0aef5e6" providerId="LiveId" clId="{CCC25DF9-4458-4252-A1FA-96CED2233F88}" dt="2021-04-22T08:16:47.882" v="407" actId="1076"/>
        <pc:sldMkLst>
          <pc:docMk/>
          <pc:sldMk cId="0" sldId="857"/>
        </pc:sldMkLst>
        <pc:spChg chg="mod ord">
          <ac:chgData name="王 欣捷" userId="b965477fa0aef5e6" providerId="LiveId" clId="{CCC25DF9-4458-4252-A1FA-96CED2233F88}" dt="2021-04-22T08:15:22.831" v="386" actId="700"/>
          <ac:spMkLst>
            <pc:docMk/>
            <pc:sldMk cId="0" sldId="857"/>
            <ac:spMk id="37890" creationId="{2EB9E0C5-0F2B-49F8-9BEA-02BD6D005C13}"/>
          </ac:spMkLst>
        </pc:spChg>
        <pc:spChg chg="mod ord">
          <ac:chgData name="王 欣捷" userId="b965477fa0aef5e6" providerId="LiveId" clId="{CCC25DF9-4458-4252-A1FA-96CED2233F88}" dt="2021-04-22T08:15:28.213" v="387" actId="207"/>
          <ac:spMkLst>
            <pc:docMk/>
            <pc:sldMk cId="0" sldId="857"/>
            <ac:spMk id="37891" creationId="{9A3426E9-E596-448B-89A2-8EC00A88BB7F}"/>
          </ac:spMkLst>
        </pc:spChg>
        <pc:spChg chg="mod">
          <ac:chgData name="王 欣捷" userId="b965477fa0aef5e6" providerId="LiveId" clId="{CCC25DF9-4458-4252-A1FA-96CED2233F88}" dt="2021-04-22T08:16:47.882" v="407" actId="1076"/>
          <ac:spMkLst>
            <pc:docMk/>
            <pc:sldMk cId="0" sldId="857"/>
            <ac:spMk id="37896" creationId="{A9DCFC6E-963E-417E-B201-8DE50A583033}"/>
          </ac:spMkLst>
        </pc:spChg>
        <pc:spChg chg="mod">
          <ac:chgData name="王 欣捷" userId="b965477fa0aef5e6" providerId="LiveId" clId="{CCC25DF9-4458-4252-A1FA-96CED2233F88}" dt="2021-04-22T08:16:47.882" v="407" actId="1076"/>
          <ac:spMkLst>
            <pc:docMk/>
            <pc:sldMk cId="0" sldId="857"/>
            <ac:spMk id="37897" creationId="{7A75101F-D4C3-489D-BB57-A48B4B59F52C}"/>
          </ac:spMkLst>
        </pc:spChg>
        <pc:spChg chg="mod">
          <ac:chgData name="王 欣捷" userId="b965477fa0aef5e6" providerId="LiveId" clId="{CCC25DF9-4458-4252-A1FA-96CED2233F88}" dt="2021-04-22T08:16:47.882" v="407" actId="1076"/>
          <ac:spMkLst>
            <pc:docMk/>
            <pc:sldMk cId="0" sldId="857"/>
            <ac:spMk id="37898" creationId="{E386BB47-BF99-45B7-8263-2AE8332983C6}"/>
          </ac:spMkLst>
        </pc:spChg>
        <pc:spChg chg="mod">
          <ac:chgData name="王 欣捷" userId="b965477fa0aef5e6" providerId="LiveId" clId="{CCC25DF9-4458-4252-A1FA-96CED2233F88}" dt="2021-04-22T08:16:47.882" v="407" actId="1076"/>
          <ac:spMkLst>
            <pc:docMk/>
            <pc:sldMk cId="0" sldId="857"/>
            <ac:spMk id="37899" creationId="{3E566DD5-5A17-4A6D-84AF-FC3BFD17627F}"/>
          </ac:spMkLst>
        </pc:spChg>
        <pc:spChg chg="mod">
          <ac:chgData name="王 欣捷" userId="b965477fa0aef5e6" providerId="LiveId" clId="{CCC25DF9-4458-4252-A1FA-96CED2233F88}" dt="2021-04-22T08:16:47.882" v="407" actId="1076"/>
          <ac:spMkLst>
            <pc:docMk/>
            <pc:sldMk cId="0" sldId="857"/>
            <ac:spMk id="37900" creationId="{BDED5F71-6535-40E5-ABE7-9AF027EEC51A}"/>
          </ac:spMkLst>
        </pc:spChg>
        <pc:spChg chg="mod">
          <ac:chgData name="王 欣捷" userId="b965477fa0aef5e6" providerId="LiveId" clId="{CCC25DF9-4458-4252-A1FA-96CED2233F88}" dt="2021-04-22T08:16:47.882" v="407" actId="1076"/>
          <ac:spMkLst>
            <pc:docMk/>
            <pc:sldMk cId="0" sldId="857"/>
            <ac:spMk id="37901" creationId="{3E5A7A81-9EED-44FD-ACFB-62B5DBA6251D}"/>
          </ac:spMkLst>
        </pc:spChg>
        <pc:spChg chg="mod">
          <ac:chgData name="王 欣捷" userId="b965477fa0aef5e6" providerId="LiveId" clId="{CCC25DF9-4458-4252-A1FA-96CED2233F88}" dt="2021-04-22T08:16:47.882" v="407" actId="1076"/>
          <ac:spMkLst>
            <pc:docMk/>
            <pc:sldMk cId="0" sldId="857"/>
            <ac:spMk id="37902" creationId="{1FE84377-5327-4AC3-AB5C-6ED1CE62066F}"/>
          </ac:spMkLst>
        </pc:spChg>
        <pc:spChg chg="mod">
          <ac:chgData name="王 欣捷" userId="b965477fa0aef5e6" providerId="LiveId" clId="{CCC25DF9-4458-4252-A1FA-96CED2233F88}" dt="2021-04-22T08:16:47.882" v="407" actId="1076"/>
          <ac:spMkLst>
            <pc:docMk/>
            <pc:sldMk cId="0" sldId="857"/>
            <ac:spMk id="37903" creationId="{EA78DE3E-7F96-465B-95C0-DFBFB2A028D5}"/>
          </ac:spMkLst>
        </pc:spChg>
        <pc:spChg chg="mod">
          <ac:chgData name="王 欣捷" userId="b965477fa0aef5e6" providerId="LiveId" clId="{CCC25DF9-4458-4252-A1FA-96CED2233F88}" dt="2021-04-22T08:16:47.882" v="407" actId="1076"/>
          <ac:spMkLst>
            <pc:docMk/>
            <pc:sldMk cId="0" sldId="857"/>
            <ac:spMk id="37904" creationId="{435EECA6-20F7-4D8B-BBF8-6E1A96A03B55}"/>
          </ac:spMkLst>
        </pc:spChg>
        <pc:spChg chg="mod">
          <ac:chgData name="王 欣捷" userId="b965477fa0aef5e6" providerId="LiveId" clId="{CCC25DF9-4458-4252-A1FA-96CED2233F88}" dt="2021-04-22T08:16:47.882" v="407" actId="1076"/>
          <ac:spMkLst>
            <pc:docMk/>
            <pc:sldMk cId="0" sldId="857"/>
            <ac:spMk id="37905" creationId="{70C81298-8671-4968-AE81-19DDA3F06005}"/>
          </ac:spMkLst>
        </pc:spChg>
        <pc:spChg chg="mod">
          <ac:chgData name="王 欣捷" userId="b965477fa0aef5e6" providerId="LiveId" clId="{CCC25DF9-4458-4252-A1FA-96CED2233F88}" dt="2021-04-22T08:16:47.882" v="407" actId="1076"/>
          <ac:spMkLst>
            <pc:docMk/>
            <pc:sldMk cId="0" sldId="857"/>
            <ac:spMk id="37906" creationId="{4395E17E-9641-41D1-9A76-2EBCABABC03A}"/>
          </ac:spMkLst>
        </pc:spChg>
        <pc:spChg chg="mod">
          <ac:chgData name="王 欣捷" userId="b965477fa0aef5e6" providerId="LiveId" clId="{CCC25DF9-4458-4252-A1FA-96CED2233F88}" dt="2021-04-22T08:16:47.882" v="407" actId="1076"/>
          <ac:spMkLst>
            <pc:docMk/>
            <pc:sldMk cId="0" sldId="857"/>
            <ac:spMk id="37907" creationId="{442205ED-3043-4A4D-B634-4DE007DD2F10}"/>
          </ac:spMkLst>
        </pc:spChg>
        <pc:spChg chg="mod">
          <ac:chgData name="王 欣捷" userId="b965477fa0aef5e6" providerId="LiveId" clId="{CCC25DF9-4458-4252-A1FA-96CED2233F88}" dt="2021-04-22T08:16:47.882" v="407" actId="1076"/>
          <ac:spMkLst>
            <pc:docMk/>
            <pc:sldMk cId="0" sldId="857"/>
            <ac:spMk id="37908" creationId="{ECEED859-8991-4CE8-9635-8241B1237252}"/>
          </ac:spMkLst>
        </pc:spChg>
        <pc:spChg chg="mod">
          <ac:chgData name="王 欣捷" userId="b965477fa0aef5e6" providerId="LiveId" clId="{CCC25DF9-4458-4252-A1FA-96CED2233F88}" dt="2021-04-22T08:16:47.882" v="407" actId="1076"/>
          <ac:spMkLst>
            <pc:docMk/>
            <pc:sldMk cId="0" sldId="857"/>
            <ac:spMk id="37909" creationId="{2B7906B7-3DCF-4B16-A6A5-2D701F415D82}"/>
          </ac:spMkLst>
        </pc:spChg>
        <pc:spChg chg="mod">
          <ac:chgData name="王 欣捷" userId="b965477fa0aef5e6" providerId="LiveId" clId="{CCC25DF9-4458-4252-A1FA-96CED2233F88}" dt="2021-04-22T08:16:47.882" v="407" actId="1076"/>
          <ac:spMkLst>
            <pc:docMk/>
            <pc:sldMk cId="0" sldId="857"/>
            <ac:spMk id="37910" creationId="{189B559F-B2A9-48D0-8185-D541D77CAD95}"/>
          </ac:spMkLst>
        </pc:spChg>
        <pc:spChg chg="mod">
          <ac:chgData name="王 欣捷" userId="b965477fa0aef5e6" providerId="LiveId" clId="{CCC25DF9-4458-4252-A1FA-96CED2233F88}" dt="2021-04-22T08:16:47.882" v="407" actId="1076"/>
          <ac:spMkLst>
            <pc:docMk/>
            <pc:sldMk cId="0" sldId="857"/>
            <ac:spMk id="37911" creationId="{868619F1-A448-45F3-A29B-5BED9C25BD6E}"/>
          </ac:spMkLst>
        </pc:spChg>
        <pc:spChg chg="mod">
          <ac:chgData name="王 欣捷" userId="b965477fa0aef5e6" providerId="LiveId" clId="{CCC25DF9-4458-4252-A1FA-96CED2233F88}" dt="2021-04-22T08:16:47.882" v="407" actId="1076"/>
          <ac:spMkLst>
            <pc:docMk/>
            <pc:sldMk cId="0" sldId="857"/>
            <ac:spMk id="37912" creationId="{0A70A414-71BE-4A26-8AF3-80A440EEB535}"/>
          </ac:spMkLst>
        </pc:spChg>
        <pc:spChg chg="mod">
          <ac:chgData name="王 欣捷" userId="b965477fa0aef5e6" providerId="LiveId" clId="{CCC25DF9-4458-4252-A1FA-96CED2233F88}" dt="2021-04-22T08:16:47.882" v="407" actId="1076"/>
          <ac:spMkLst>
            <pc:docMk/>
            <pc:sldMk cId="0" sldId="857"/>
            <ac:spMk id="37913" creationId="{220F3783-573E-4B09-9174-1F3AC682A5E7}"/>
          </ac:spMkLst>
        </pc:spChg>
        <pc:spChg chg="mod">
          <ac:chgData name="王 欣捷" userId="b965477fa0aef5e6" providerId="LiveId" clId="{CCC25DF9-4458-4252-A1FA-96CED2233F88}" dt="2021-04-22T08:16:47.882" v="407" actId="1076"/>
          <ac:spMkLst>
            <pc:docMk/>
            <pc:sldMk cId="0" sldId="857"/>
            <ac:spMk id="37914" creationId="{1B39B15C-F3C3-4124-9640-C841CBC7CCF1}"/>
          </ac:spMkLst>
        </pc:spChg>
        <pc:spChg chg="mod">
          <ac:chgData name="王 欣捷" userId="b965477fa0aef5e6" providerId="LiveId" clId="{CCC25DF9-4458-4252-A1FA-96CED2233F88}" dt="2021-04-22T08:16:47.882" v="407" actId="1076"/>
          <ac:spMkLst>
            <pc:docMk/>
            <pc:sldMk cId="0" sldId="857"/>
            <ac:spMk id="37915" creationId="{F5C1CEB8-05AB-40EB-98B5-CD1006AD8581}"/>
          </ac:spMkLst>
        </pc:spChg>
        <pc:spChg chg="mod">
          <ac:chgData name="王 欣捷" userId="b965477fa0aef5e6" providerId="LiveId" clId="{CCC25DF9-4458-4252-A1FA-96CED2233F88}" dt="2021-04-22T08:16:47.882" v="407" actId="1076"/>
          <ac:spMkLst>
            <pc:docMk/>
            <pc:sldMk cId="0" sldId="857"/>
            <ac:spMk id="37916" creationId="{F9F8B26C-9A35-4DC2-8BDB-6665D4B1F622}"/>
          </ac:spMkLst>
        </pc:spChg>
        <pc:spChg chg="mod">
          <ac:chgData name="王 欣捷" userId="b965477fa0aef5e6" providerId="LiveId" clId="{CCC25DF9-4458-4252-A1FA-96CED2233F88}" dt="2021-04-22T08:16:47.882" v="407" actId="1076"/>
          <ac:spMkLst>
            <pc:docMk/>
            <pc:sldMk cId="0" sldId="857"/>
            <ac:spMk id="37917" creationId="{2AD0FB76-3DE0-4D0B-9649-DEC81838C16B}"/>
          </ac:spMkLst>
        </pc:spChg>
        <pc:spChg chg="mod">
          <ac:chgData name="王 欣捷" userId="b965477fa0aef5e6" providerId="LiveId" clId="{CCC25DF9-4458-4252-A1FA-96CED2233F88}" dt="2021-04-22T08:16:47.882" v="407" actId="1076"/>
          <ac:spMkLst>
            <pc:docMk/>
            <pc:sldMk cId="0" sldId="857"/>
            <ac:spMk id="37918" creationId="{4D26D82F-0F29-401B-87F0-A4E5519C2735}"/>
          </ac:spMkLst>
        </pc:spChg>
        <pc:spChg chg="mod">
          <ac:chgData name="王 欣捷" userId="b965477fa0aef5e6" providerId="LiveId" clId="{CCC25DF9-4458-4252-A1FA-96CED2233F88}" dt="2021-04-22T08:16:47.882" v="407" actId="1076"/>
          <ac:spMkLst>
            <pc:docMk/>
            <pc:sldMk cId="0" sldId="857"/>
            <ac:spMk id="37919" creationId="{858B7D5E-6F8B-43BE-A9CE-B5BF4EFC14E1}"/>
          </ac:spMkLst>
        </pc:spChg>
        <pc:spChg chg="mod">
          <ac:chgData name="王 欣捷" userId="b965477fa0aef5e6" providerId="LiveId" clId="{CCC25DF9-4458-4252-A1FA-96CED2233F88}" dt="2021-04-22T08:16:47.882" v="407" actId="1076"/>
          <ac:spMkLst>
            <pc:docMk/>
            <pc:sldMk cId="0" sldId="857"/>
            <ac:spMk id="37920" creationId="{639A22D9-4091-48EC-8C11-0CBCE005CAED}"/>
          </ac:spMkLst>
        </pc:spChg>
        <pc:spChg chg="mod">
          <ac:chgData name="王 欣捷" userId="b965477fa0aef5e6" providerId="LiveId" clId="{CCC25DF9-4458-4252-A1FA-96CED2233F88}" dt="2021-04-22T08:16:47.882" v="407" actId="1076"/>
          <ac:spMkLst>
            <pc:docMk/>
            <pc:sldMk cId="0" sldId="857"/>
            <ac:spMk id="37921" creationId="{264587FE-0D46-47CC-9775-1E9A813128EA}"/>
          </ac:spMkLst>
        </pc:spChg>
        <pc:spChg chg="mod">
          <ac:chgData name="王 欣捷" userId="b965477fa0aef5e6" providerId="LiveId" clId="{CCC25DF9-4458-4252-A1FA-96CED2233F88}" dt="2021-04-22T08:16:47.882" v="407" actId="1076"/>
          <ac:spMkLst>
            <pc:docMk/>
            <pc:sldMk cId="0" sldId="857"/>
            <ac:spMk id="37922" creationId="{0D6239C2-D4B0-4FD5-BE26-71BD66C6935A}"/>
          </ac:spMkLst>
        </pc:spChg>
        <pc:spChg chg="mod">
          <ac:chgData name="王 欣捷" userId="b965477fa0aef5e6" providerId="LiveId" clId="{CCC25DF9-4458-4252-A1FA-96CED2233F88}" dt="2021-04-22T08:16:47.882" v="407" actId="1076"/>
          <ac:spMkLst>
            <pc:docMk/>
            <pc:sldMk cId="0" sldId="857"/>
            <ac:spMk id="37923" creationId="{F9D89C9D-AC38-48AC-9C09-F6CA252B1F15}"/>
          </ac:spMkLst>
        </pc:spChg>
        <pc:spChg chg="mod">
          <ac:chgData name="王 欣捷" userId="b965477fa0aef5e6" providerId="LiveId" clId="{CCC25DF9-4458-4252-A1FA-96CED2233F88}" dt="2021-04-22T08:16:47.882" v="407" actId="1076"/>
          <ac:spMkLst>
            <pc:docMk/>
            <pc:sldMk cId="0" sldId="857"/>
            <ac:spMk id="37924" creationId="{C5CB3C2B-DF6D-4797-A0A8-E40A45632ACE}"/>
          </ac:spMkLst>
        </pc:spChg>
        <pc:spChg chg="mod">
          <ac:chgData name="王 欣捷" userId="b965477fa0aef5e6" providerId="LiveId" clId="{CCC25DF9-4458-4252-A1FA-96CED2233F88}" dt="2021-04-22T08:16:47.882" v="407" actId="1076"/>
          <ac:spMkLst>
            <pc:docMk/>
            <pc:sldMk cId="0" sldId="857"/>
            <ac:spMk id="37925" creationId="{F876487C-CBC6-49B1-8DBA-37B1B2E5DD40}"/>
          </ac:spMkLst>
        </pc:spChg>
        <pc:spChg chg="mod">
          <ac:chgData name="王 欣捷" userId="b965477fa0aef5e6" providerId="LiveId" clId="{CCC25DF9-4458-4252-A1FA-96CED2233F88}" dt="2021-04-22T08:16:47.882" v="407" actId="1076"/>
          <ac:spMkLst>
            <pc:docMk/>
            <pc:sldMk cId="0" sldId="857"/>
            <ac:spMk id="37926" creationId="{F32F70CC-FC7C-442A-8769-B299AB62E7F5}"/>
          </ac:spMkLst>
        </pc:spChg>
        <pc:spChg chg="mod">
          <ac:chgData name="王 欣捷" userId="b965477fa0aef5e6" providerId="LiveId" clId="{CCC25DF9-4458-4252-A1FA-96CED2233F88}" dt="2021-04-22T08:16:47.882" v="407" actId="1076"/>
          <ac:spMkLst>
            <pc:docMk/>
            <pc:sldMk cId="0" sldId="857"/>
            <ac:spMk id="37927" creationId="{AD92A7C6-B2BA-4D70-A26F-254C78989698}"/>
          </ac:spMkLst>
        </pc:spChg>
        <pc:spChg chg="mod">
          <ac:chgData name="王 欣捷" userId="b965477fa0aef5e6" providerId="LiveId" clId="{CCC25DF9-4458-4252-A1FA-96CED2233F88}" dt="2021-04-22T08:16:47.882" v="407" actId="1076"/>
          <ac:spMkLst>
            <pc:docMk/>
            <pc:sldMk cId="0" sldId="857"/>
            <ac:spMk id="37928" creationId="{B8270524-E7D0-437F-92C3-478F52C9FFF5}"/>
          </ac:spMkLst>
        </pc:spChg>
        <pc:spChg chg="mod">
          <ac:chgData name="王 欣捷" userId="b965477fa0aef5e6" providerId="LiveId" clId="{CCC25DF9-4458-4252-A1FA-96CED2233F88}" dt="2021-04-22T08:16:47.882" v="407" actId="1076"/>
          <ac:spMkLst>
            <pc:docMk/>
            <pc:sldMk cId="0" sldId="857"/>
            <ac:spMk id="37929" creationId="{D0A302FA-FD8B-464C-B137-C801C2A41BE7}"/>
          </ac:spMkLst>
        </pc:spChg>
        <pc:spChg chg="mod">
          <ac:chgData name="王 欣捷" userId="b965477fa0aef5e6" providerId="LiveId" clId="{CCC25DF9-4458-4252-A1FA-96CED2233F88}" dt="2021-04-22T08:16:47.882" v="407" actId="1076"/>
          <ac:spMkLst>
            <pc:docMk/>
            <pc:sldMk cId="0" sldId="857"/>
            <ac:spMk id="37930" creationId="{0F941DDB-9AC2-4041-842D-AE91E72D9504}"/>
          </ac:spMkLst>
        </pc:spChg>
        <pc:spChg chg="mod">
          <ac:chgData name="王 欣捷" userId="b965477fa0aef5e6" providerId="LiveId" clId="{CCC25DF9-4458-4252-A1FA-96CED2233F88}" dt="2021-04-22T08:16:47.882" v="407" actId="1076"/>
          <ac:spMkLst>
            <pc:docMk/>
            <pc:sldMk cId="0" sldId="857"/>
            <ac:spMk id="37931" creationId="{DB6794AB-57FA-40FA-AE5B-5822895CA5D6}"/>
          </ac:spMkLst>
        </pc:spChg>
        <pc:spChg chg="mod">
          <ac:chgData name="王 欣捷" userId="b965477fa0aef5e6" providerId="LiveId" clId="{CCC25DF9-4458-4252-A1FA-96CED2233F88}" dt="2021-04-22T08:16:47.882" v="407" actId="1076"/>
          <ac:spMkLst>
            <pc:docMk/>
            <pc:sldMk cId="0" sldId="857"/>
            <ac:spMk id="37932" creationId="{144C518F-B828-47AD-85BC-36E970162D5C}"/>
          </ac:spMkLst>
        </pc:spChg>
        <pc:spChg chg="mod">
          <ac:chgData name="王 欣捷" userId="b965477fa0aef5e6" providerId="LiveId" clId="{CCC25DF9-4458-4252-A1FA-96CED2233F88}" dt="2021-04-22T08:16:47.882" v="407" actId="1076"/>
          <ac:spMkLst>
            <pc:docMk/>
            <pc:sldMk cId="0" sldId="857"/>
            <ac:spMk id="37933" creationId="{FDBC316D-3B1B-4839-9878-0603B7A6149E}"/>
          </ac:spMkLst>
        </pc:spChg>
        <pc:spChg chg="mod">
          <ac:chgData name="王 欣捷" userId="b965477fa0aef5e6" providerId="LiveId" clId="{CCC25DF9-4458-4252-A1FA-96CED2233F88}" dt="2021-04-22T08:16:47.882" v="407" actId="1076"/>
          <ac:spMkLst>
            <pc:docMk/>
            <pc:sldMk cId="0" sldId="857"/>
            <ac:spMk id="37934" creationId="{0E8ED5E5-391B-497F-8AF6-0FBAFD1CACEA}"/>
          </ac:spMkLst>
        </pc:spChg>
        <pc:spChg chg="mod">
          <ac:chgData name="王 欣捷" userId="b965477fa0aef5e6" providerId="LiveId" clId="{CCC25DF9-4458-4252-A1FA-96CED2233F88}" dt="2021-04-22T08:16:47.882" v="407" actId="1076"/>
          <ac:spMkLst>
            <pc:docMk/>
            <pc:sldMk cId="0" sldId="857"/>
            <ac:spMk id="37935" creationId="{D8247038-DC86-4098-B8B5-847618EF3BBA}"/>
          </ac:spMkLst>
        </pc:spChg>
        <pc:grpChg chg="mod">
          <ac:chgData name="王 欣捷" userId="b965477fa0aef5e6" providerId="LiveId" clId="{CCC25DF9-4458-4252-A1FA-96CED2233F88}" dt="2021-04-22T08:16:47.882" v="407" actId="1076"/>
          <ac:grpSpMkLst>
            <pc:docMk/>
            <pc:sldMk cId="0" sldId="857"/>
            <ac:grpSpMk id="37892" creationId="{BD63787C-0DF1-48D1-9755-30D8B1DDED08}"/>
          </ac:grpSpMkLst>
        </pc:grpChg>
      </pc:sldChg>
      <pc:sldChg chg="modSp add mod chgLayout">
        <pc:chgData name="王 欣捷" userId="b965477fa0aef5e6" providerId="LiveId" clId="{CCC25DF9-4458-4252-A1FA-96CED2233F88}" dt="2021-04-22T08:17:06.057" v="410" actId="1076"/>
        <pc:sldMkLst>
          <pc:docMk/>
          <pc:sldMk cId="0" sldId="858"/>
        </pc:sldMkLst>
        <pc:spChg chg="mod ord">
          <ac:chgData name="王 欣捷" userId="b965477fa0aef5e6" providerId="LiveId" clId="{CCC25DF9-4458-4252-A1FA-96CED2233F88}" dt="2021-04-22T08:15:22.831" v="386" actId="700"/>
          <ac:spMkLst>
            <pc:docMk/>
            <pc:sldMk cId="0" sldId="858"/>
            <ac:spMk id="38914" creationId="{28D85F1C-2BAF-49B5-9DF9-7144EF0D3A34}"/>
          </ac:spMkLst>
        </pc:spChg>
        <pc:spChg chg="mod ord">
          <ac:chgData name="王 欣捷" userId="b965477fa0aef5e6" providerId="LiveId" clId="{CCC25DF9-4458-4252-A1FA-96CED2233F88}" dt="2021-04-22T08:15:30.801" v="388" actId="207"/>
          <ac:spMkLst>
            <pc:docMk/>
            <pc:sldMk cId="0" sldId="858"/>
            <ac:spMk id="38915" creationId="{5832EA12-84BF-437E-A0C8-928E6A9431D0}"/>
          </ac:spMkLst>
        </pc:spChg>
        <pc:spChg chg="mod">
          <ac:chgData name="王 欣捷" userId="b965477fa0aef5e6" providerId="LiveId" clId="{CCC25DF9-4458-4252-A1FA-96CED2233F88}" dt="2021-04-22T08:17:06.057" v="410" actId="1076"/>
          <ac:spMkLst>
            <pc:docMk/>
            <pc:sldMk cId="0" sldId="858"/>
            <ac:spMk id="38917" creationId="{F5443281-1F59-46D0-9761-B0343AB6917D}"/>
          </ac:spMkLst>
        </pc:spChg>
        <pc:spChg chg="mod">
          <ac:chgData name="王 欣捷" userId="b965477fa0aef5e6" providerId="LiveId" clId="{CCC25DF9-4458-4252-A1FA-96CED2233F88}" dt="2021-04-22T08:16:56.480" v="408" actId="1076"/>
          <ac:spMkLst>
            <pc:docMk/>
            <pc:sldMk cId="0" sldId="858"/>
            <ac:spMk id="38921" creationId="{B1DFD133-638F-446A-BD16-CC0E15B21C6D}"/>
          </ac:spMkLst>
        </pc:spChg>
        <pc:spChg chg="mod">
          <ac:chgData name="王 欣捷" userId="b965477fa0aef5e6" providerId="LiveId" clId="{CCC25DF9-4458-4252-A1FA-96CED2233F88}" dt="2021-04-22T08:16:56.480" v="408" actId="1076"/>
          <ac:spMkLst>
            <pc:docMk/>
            <pc:sldMk cId="0" sldId="858"/>
            <ac:spMk id="38922" creationId="{828048DF-819E-4226-A403-BACD6AA422BB}"/>
          </ac:spMkLst>
        </pc:spChg>
        <pc:spChg chg="mod">
          <ac:chgData name="王 欣捷" userId="b965477fa0aef5e6" providerId="LiveId" clId="{CCC25DF9-4458-4252-A1FA-96CED2233F88}" dt="2021-04-22T08:16:56.480" v="408" actId="1076"/>
          <ac:spMkLst>
            <pc:docMk/>
            <pc:sldMk cId="0" sldId="858"/>
            <ac:spMk id="38923" creationId="{8DF704CF-EDA4-43C8-8504-BA9DDC2C4285}"/>
          </ac:spMkLst>
        </pc:spChg>
        <pc:spChg chg="mod">
          <ac:chgData name="王 欣捷" userId="b965477fa0aef5e6" providerId="LiveId" clId="{CCC25DF9-4458-4252-A1FA-96CED2233F88}" dt="2021-04-22T08:16:56.480" v="408" actId="1076"/>
          <ac:spMkLst>
            <pc:docMk/>
            <pc:sldMk cId="0" sldId="858"/>
            <ac:spMk id="38924" creationId="{C60BEC9D-57C6-416E-A4A3-AF52E7D4C6DE}"/>
          </ac:spMkLst>
        </pc:spChg>
        <pc:spChg chg="mod">
          <ac:chgData name="王 欣捷" userId="b965477fa0aef5e6" providerId="LiveId" clId="{CCC25DF9-4458-4252-A1FA-96CED2233F88}" dt="2021-04-22T08:16:56.480" v="408" actId="1076"/>
          <ac:spMkLst>
            <pc:docMk/>
            <pc:sldMk cId="0" sldId="858"/>
            <ac:spMk id="38925" creationId="{D5F9575F-40CE-4131-A811-BA152E325F81}"/>
          </ac:spMkLst>
        </pc:spChg>
        <pc:spChg chg="mod">
          <ac:chgData name="王 欣捷" userId="b965477fa0aef5e6" providerId="LiveId" clId="{CCC25DF9-4458-4252-A1FA-96CED2233F88}" dt="2021-04-22T08:16:56.480" v="408" actId="1076"/>
          <ac:spMkLst>
            <pc:docMk/>
            <pc:sldMk cId="0" sldId="858"/>
            <ac:spMk id="38926" creationId="{0D39E5A4-E201-47CB-ACDF-362A30969C84}"/>
          </ac:spMkLst>
        </pc:spChg>
        <pc:spChg chg="mod">
          <ac:chgData name="王 欣捷" userId="b965477fa0aef5e6" providerId="LiveId" clId="{CCC25DF9-4458-4252-A1FA-96CED2233F88}" dt="2021-04-22T08:16:56.480" v="408" actId="1076"/>
          <ac:spMkLst>
            <pc:docMk/>
            <pc:sldMk cId="0" sldId="858"/>
            <ac:spMk id="38927" creationId="{7EF38E9E-16D9-4171-A017-3062D8889CCC}"/>
          </ac:spMkLst>
        </pc:spChg>
        <pc:spChg chg="mod">
          <ac:chgData name="王 欣捷" userId="b965477fa0aef5e6" providerId="LiveId" clId="{CCC25DF9-4458-4252-A1FA-96CED2233F88}" dt="2021-04-22T08:16:56.480" v="408" actId="1076"/>
          <ac:spMkLst>
            <pc:docMk/>
            <pc:sldMk cId="0" sldId="858"/>
            <ac:spMk id="38928" creationId="{28EDFEE3-26EC-40DD-86EF-484AB2A916D9}"/>
          </ac:spMkLst>
        </pc:spChg>
        <pc:spChg chg="mod">
          <ac:chgData name="王 欣捷" userId="b965477fa0aef5e6" providerId="LiveId" clId="{CCC25DF9-4458-4252-A1FA-96CED2233F88}" dt="2021-04-22T08:16:56.480" v="408" actId="1076"/>
          <ac:spMkLst>
            <pc:docMk/>
            <pc:sldMk cId="0" sldId="858"/>
            <ac:spMk id="38929" creationId="{7E08732E-06B2-4F02-BA97-B7379376DBFC}"/>
          </ac:spMkLst>
        </pc:spChg>
        <pc:spChg chg="mod">
          <ac:chgData name="王 欣捷" userId="b965477fa0aef5e6" providerId="LiveId" clId="{CCC25DF9-4458-4252-A1FA-96CED2233F88}" dt="2021-04-22T08:16:56.480" v="408" actId="1076"/>
          <ac:spMkLst>
            <pc:docMk/>
            <pc:sldMk cId="0" sldId="858"/>
            <ac:spMk id="38930" creationId="{71739D34-B734-4C5D-BB0A-4BEE48636A11}"/>
          </ac:spMkLst>
        </pc:spChg>
        <pc:spChg chg="mod">
          <ac:chgData name="王 欣捷" userId="b965477fa0aef5e6" providerId="LiveId" clId="{CCC25DF9-4458-4252-A1FA-96CED2233F88}" dt="2021-04-22T08:16:56.480" v="408" actId="1076"/>
          <ac:spMkLst>
            <pc:docMk/>
            <pc:sldMk cId="0" sldId="858"/>
            <ac:spMk id="38931" creationId="{B89B14D0-DF6B-4D31-B733-66F16D291FBE}"/>
          </ac:spMkLst>
        </pc:spChg>
        <pc:spChg chg="mod">
          <ac:chgData name="王 欣捷" userId="b965477fa0aef5e6" providerId="LiveId" clId="{CCC25DF9-4458-4252-A1FA-96CED2233F88}" dt="2021-04-22T08:16:56.480" v="408" actId="1076"/>
          <ac:spMkLst>
            <pc:docMk/>
            <pc:sldMk cId="0" sldId="858"/>
            <ac:spMk id="38932" creationId="{FD8B7B00-CC07-43FA-A8AB-BED3F69FFAF8}"/>
          </ac:spMkLst>
        </pc:spChg>
        <pc:spChg chg="mod">
          <ac:chgData name="王 欣捷" userId="b965477fa0aef5e6" providerId="LiveId" clId="{CCC25DF9-4458-4252-A1FA-96CED2233F88}" dt="2021-04-22T08:16:56.480" v="408" actId="1076"/>
          <ac:spMkLst>
            <pc:docMk/>
            <pc:sldMk cId="0" sldId="858"/>
            <ac:spMk id="38933" creationId="{E56B4DAD-1BBF-4716-B4F8-B613FD7179E3}"/>
          </ac:spMkLst>
        </pc:spChg>
        <pc:spChg chg="mod">
          <ac:chgData name="王 欣捷" userId="b965477fa0aef5e6" providerId="LiveId" clId="{CCC25DF9-4458-4252-A1FA-96CED2233F88}" dt="2021-04-22T08:16:56.480" v="408" actId="1076"/>
          <ac:spMkLst>
            <pc:docMk/>
            <pc:sldMk cId="0" sldId="858"/>
            <ac:spMk id="38934" creationId="{FFAC2D7B-7C2A-48FB-8402-00727D732CD7}"/>
          </ac:spMkLst>
        </pc:spChg>
        <pc:spChg chg="mod">
          <ac:chgData name="王 欣捷" userId="b965477fa0aef5e6" providerId="LiveId" clId="{CCC25DF9-4458-4252-A1FA-96CED2233F88}" dt="2021-04-22T08:16:56.480" v="408" actId="1076"/>
          <ac:spMkLst>
            <pc:docMk/>
            <pc:sldMk cId="0" sldId="858"/>
            <ac:spMk id="38935" creationId="{7EB3876F-3F25-4D08-B049-C7CA51F604CC}"/>
          </ac:spMkLst>
        </pc:spChg>
        <pc:spChg chg="mod">
          <ac:chgData name="王 欣捷" userId="b965477fa0aef5e6" providerId="LiveId" clId="{CCC25DF9-4458-4252-A1FA-96CED2233F88}" dt="2021-04-22T08:16:56.480" v="408" actId="1076"/>
          <ac:spMkLst>
            <pc:docMk/>
            <pc:sldMk cId="0" sldId="858"/>
            <ac:spMk id="38936" creationId="{65B248F8-3CB6-4ED8-814C-EF1200060A3B}"/>
          </ac:spMkLst>
        </pc:spChg>
        <pc:spChg chg="mod">
          <ac:chgData name="王 欣捷" userId="b965477fa0aef5e6" providerId="LiveId" clId="{CCC25DF9-4458-4252-A1FA-96CED2233F88}" dt="2021-04-22T08:16:56.480" v="408" actId="1076"/>
          <ac:spMkLst>
            <pc:docMk/>
            <pc:sldMk cId="0" sldId="858"/>
            <ac:spMk id="38937" creationId="{6AB8AA57-8BE5-4990-B207-8371F60BB7B4}"/>
          </ac:spMkLst>
        </pc:spChg>
        <pc:spChg chg="mod">
          <ac:chgData name="王 欣捷" userId="b965477fa0aef5e6" providerId="LiveId" clId="{CCC25DF9-4458-4252-A1FA-96CED2233F88}" dt="2021-04-22T08:16:56.480" v="408" actId="1076"/>
          <ac:spMkLst>
            <pc:docMk/>
            <pc:sldMk cId="0" sldId="858"/>
            <ac:spMk id="38938" creationId="{B95EF390-98E9-45B5-ABE0-B4AAA26AE49F}"/>
          </ac:spMkLst>
        </pc:spChg>
        <pc:spChg chg="mod">
          <ac:chgData name="王 欣捷" userId="b965477fa0aef5e6" providerId="LiveId" clId="{CCC25DF9-4458-4252-A1FA-96CED2233F88}" dt="2021-04-22T08:16:56.480" v="408" actId="1076"/>
          <ac:spMkLst>
            <pc:docMk/>
            <pc:sldMk cId="0" sldId="858"/>
            <ac:spMk id="38939" creationId="{14232A13-0348-4856-92EC-138BB1705F86}"/>
          </ac:spMkLst>
        </pc:spChg>
        <pc:spChg chg="mod">
          <ac:chgData name="王 欣捷" userId="b965477fa0aef5e6" providerId="LiveId" clId="{CCC25DF9-4458-4252-A1FA-96CED2233F88}" dt="2021-04-22T08:16:56.480" v="408" actId="1076"/>
          <ac:spMkLst>
            <pc:docMk/>
            <pc:sldMk cId="0" sldId="858"/>
            <ac:spMk id="38940" creationId="{791FC0A9-0240-4768-B860-69CEA0DC77C9}"/>
          </ac:spMkLst>
        </pc:spChg>
        <pc:spChg chg="mod">
          <ac:chgData name="王 欣捷" userId="b965477fa0aef5e6" providerId="LiveId" clId="{CCC25DF9-4458-4252-A1FA-96CED2233F88}" dt="2021-04-22T08:16:56.480" v="408" actId="1076"/>
          <ac:spMkLst>
            <pc:docMk/>
            <pc:sldMk cId="0" sldId="858"/>
            <ac:spMk id="38941" creationId="{6D1A9F47-31F1-4F20-82D3-5F5D2362A52C}"/>
          </ac:spMkLst>
        </pc:spChg>
        <pc:spChg chg="mod">
          <ac:chgData name="王 欣捷" userId="b965477fa0aef5e6" providerId="LiveId" clId="{CCC25DF9-4458-4252-A1FA-96CED2233F88}" dt="2021-04-22T08:16:56.480" v="408" actId="1076"/>
          <ac:spMkLst>
            <pc:docMk/>
            <pc:sldMk cId="0" sldId="858"/>
            <ac:spMk id="38942" creationId="{E6350A91-1FF9-4D97-A880-18E5ACEC928E}"/>
          </ac:spMkLst>
        </pc:spChg>
        <pc:spChg chg="mod">
          <ac:chgData name="王 欣捷" userId="b965477fa0aef5e6" providerId="LiveId" clId="{CCC25DF9-4458-4252-A1FA-96CED2233F88}" dt="2021-04-22T08:16:56.480" v="408" actId="1076"/>
          <ac:spMkLst>
            <pc:docMk/>
            <pc:sldMk cId="0" sldId="858"/>
            <ac:spMk id="38943" creationId="{163144C7-4E64-430D-982C-0FDC94145DDB}"/>
          </ac:spMkLst>
        </pc:spChg>
        <pc:spChg chg="mod">
          <ac:chgData name="王 欣捷" userId="b965477fa0aef5e6" providerId="LiveId" clId="{CCC25DF9-4458-4252-A1FA-96CED2233F88}" dt="2021-04-22T08:16:56.480" v="408" actId="1076"/>
          <ac:spMkLst>
            <pc:docMk/>
            <pc:sldMk cId="0" sldId="858"/>
            <ac:spMk id="38944" creationId="{DB35B1CF-C45C-4E57-85CE-9C0A6045EC7E}"/>
          </ac:spMkLst>
        </pc:spChg>
        <pc:spChg chg="mod">
          <ac:chgData name="王 欣捷" userId="b965477fa0aef5e6" providerId="LiveId" clId="{CCC25DF9-4458-4252-A1FA-96CED2233F88}" dt="2021-04-22T08:16:56.480" v="408" actId="1076"/>
          <ac:spMkLst>
            <pc:docMk/>
            <pc:sldMk cId="0" sldId="858"/>
            <ac:spMk id="38945" creationId="{DE193B00-B690-4801-835A-DD21EF8740EE}"/>
          </ac:spMkLst>
        </pc:spChg>
        <pc:spChg chg="mod">
          <ac:chgData name="王 欣捷" userId="b965477fa0aef5e6" providerId="LiveId" clId="{CCC25DF9-4458-4252-A1FA-96CED2233F88}" dt="2021-04-22T08:16:56.480" v="408" actId="1076"/>
          <ac:spMkLst>
            <pc:docMk/>
            <pc:sldMk cId="0" sldId="858"/>
            <ac:spMk id="38946" creationId="{9F0A0D1B-9B4A-42A5-9E7D-FF761E5C5F70}"/>
          </ac:spMkLst>
        </pc:spChg>
        <pc:spChg chg="mod">
          <ac:chgData name="王 欣捷" userId="b965477fa0aef5e6" providerId="LiveId" clId="{CCC25DF9-4458-4252-A1FA-96CED2233F88}" dt="2021-04-22T08:16:56.480" v="408" actId="1076"/>
          <ac:spMkLst>
            <pc:docMk/>
            <pc:sldMk cId="0" sldId="858"/>
            <ac:spMk id="38947" creationId="{C3D156FC-6BE7-4BC5-8CEB-6A87C635A9AE}"/>
          </ac:spMkLst>
        </pc:spChg>
        <pc:spChg chg="mod">
          <ac:chgData name="王 欣捷" userId="b965477fa0aef5e6" providerId="LiveId" clId="{CCC25DF9-4458-4252-A1FA-96CED2233F88}" dt="2021-04-22T08:16:56.480" v="408" actId="1076"/>
          <ac:spMkLst>
            <pc:docMk/>
            <pc:sldMk cId="0" sldId="858"/>
            <ac:spMk id="38948" creationId="{D4BA3CE3-64DF-46AC-BF4F-D9906BA65046}"/>
          </ac:spMkLst>
        </pc:spChg>
        <pc:spChg chg="mod">
          <ac:chgData name="王 欣捷" userId="b965477fa0aef5e6" providerId="LiveId" clId="{CCC25DF9-4458-4252-A1FA-96CED2233F88}" dt="2021-04-22T08:16:56.480" v="408" actId="1076"/>
          <ac:spMkLst>
            <pc:docMk/>
            <pc:sldMk cId="0" sldId="858"/>
            <ac:spMk id="38949" creationId="{4929BF35-0A40-46E5-AA74-A795E5390DBE}"/>
          </ac:spMkLst>
        </pc:spChg>
        <pc:spChg chg="mod">
          <ac:chgData name="王 欣捷" userId="b965477fa0aef5e6" providerId="LiveId" clId="{CCC25DF9-4458-4252-A1FA-96CED2233F88}" dt="2021-04-22T08:16:56.480" v="408" actId="1076"/>
          <ac:spMkLst>
            <pc:docMk/>
            <pc:sldMk cId="0" sldId="858"/>
            <ac:spMk id="38950" creationId="{832B63C2-A1F7-4320-9D92-E8D293C02A05}"/>
          </ac:spMkLst>
        </pc:spChg>
        <pc:spChg chg="mod">
          <ac:chgData name="王 欣捷" userId="b965477fa0aef5e6" providerId="LiveId" clId="{CCC25DF9-4458-4252-A1FA-96CED2233F88}" dt="2021-04-22T08:16:56.480" v="408" actId="1076"/>
          <ac:spMkLst>
            <pc:docMk/>
            <pc:sldMk cId="0" sldId="858"/>
            <ac:spMk id="38951" creationId="{E9601359-4072-4FFA-8E58-BC5646E14632}"/>
          </ac:spMkLst>
        </pc:spChg>
        <pc:spChg chg="mod">
          <ac:chgData name="王 欣捷" userId="b965477fa0aef5e6" providerId="LiveId" clId="{CCC25DF9-4458-4252-A1FA-96CED2233F88}" dt="2021-04-22T08:16:56.480" v="408" actId="1076"/>
          <ac:spMkLst>
            <pc:docMk/>
            <pc:sldMk cId="0" sldId="858"/>
            <ac:spMk id="38952" creationId="{305D2A0B-5E74-4E40-8863-D5C3FC68E295}"/>
          </ac:spMkLst>
        </pc:spChg>
        <pc:spChg chg="mod">
          <ac:chgData name="王 欣捷" userId="b965477fa0aef5e6" providerId="LiveId" clId="{CCC25DF9-4458-4252-A1FA-96CED2233F88}" dt="2021-04-22T08:16:56.480" v="408" actId="1076"/>
          <ac:spMkLst>
            <pc:docMk/>
            <pc:sldMk cId="0" sldId="858"/>
            <ac:spMk id="38953" creationId="{8CC3FF0E-D12B-4C8F-BB1B-17DE790BAED5}"/>
          </ac:spMkLst>
        </pc:spChg>
        <pc:spChg chg="mod">
          <ac:chgData name="王 欣捷" userId="b965477fa0aef5e6" providerId="LiveId" clId="{CCC25DF9-4458-4252-A1FA-96CED2233F88}" dt="2021-04-22T08:16:56.480" v="408" actId="1076"/>
          <ac:spMkLst>
            <pc:docMk/>
            <pc:sldMk cId="0" sldId="858"/>
            <ac:spMk id="38954" creationId="{E0244C54-640C-4F60-93AC-B87D2004B5A9}"/>
          </ac:spMkLst>
        </pc:spChg>
        <pc:spChg chg="mod">
          <ac:chgData name="王 欣捷" userId="b965477fa0aef5e6" providerId="LiveId" clId="{CCC25DF9-4458-4252-A1FA-96CED2233F88}" dt="2021-04-22T08:16:56.480" v="408" actId="1076"/>
          <ac:spMkLst>
            <pc:docMk/>
            <pc:sldMk cId="0" sldId="858"/>
            <ac:spMk id="38955" creationId="{CCA44622-DCD4-40B8-9618-91C842767782}"/>
          </ac:spMkLst>
        </pc:spChg>
        <pc:spChg chg="mod">
          <ac:chgData name="王 欣捷" userId="b965477fa0aef5e6" providerId="LiveId" clId="{CCC25DF9-4458-4252-A1FA-96CED2233F88}" dt="2021-04-22T08:16:56.480" v="408" actId="1076"/>
          <ac:spMkLst>
            <pc:docMk/>
            <pc:sldMk cId="0" sldId="858"/>
            <ac:spMk id="38956" creationId="{1289BA80-2DB2-4C6F-814B-EC2A98F8AE47}"/>
          </ac:spMkLst>
        </pc:spChg>
        <pc:spChg chg="mod">
          <ac:chgData name="王 欣捷" userId="b965477fa0aef5e6" providerId="LiveId" clId="{CCC25DF9-4458-4252-A1FA-96CED2233F88}" dt="2021-04-22T08:16:56.480" v="408" actId="1076"/>
          <ac:spMkLst>
            <pc:docMk/>
            <pc:sldMk cId="0" sldId="858"/>
            <ac:spMk id="38957" creationId="{3AFBC27D-CF8E-4D07-8381-758FF22280B7}"/>
          </ac:spMkLst>
        </pc:spChg>
        <pc:spChg chg="mod">
          <ac:chgData name="王 欣捷" userId="b965477fa0aef5e6" providerId="LiveId" clId="{CCC25DF9-4458-4252-A1FA-96CED2233F88}" dt="2021-04-22T08:16:56.480" v="408" actId="1076"/>
          <ac:spMkLst>
            <pc:docMk/>
            <pc:sldMk cId="0" sldId="858"/>
            <ac:spMk id="38958" creationId="{1933CF2E-F96D-4CEE-BD8D-5CCAB6BC1405}"/>
          </ac:spMkLst>
        </pc:spChg>
        <pc:spChg chg="mod">
          <ac:chgData name="王 欣捷" userId="b965477fa0aef5e6" providerId="LiveId" clId="{CCC25DF9-4458-4252-A1FA-96CED2233F88}" dt="2021-04-22T08:16:56.480" v="408" actId="1076"/>
          <ac:spMkLst>
            <pc:docMk/>
            <pc:sldMk cId="0" sldId="858"/>
            <ac:spMk id="38959" creationId="{39CAE7B5-F368-4F26-B736-3AE200037C1E}"/>
          </ac:spMkLst>
        </pc:spChg>
        <pc:spChg chg="mod">
          <ac:chgData name="王 欣捷" userId="b965477fa0aef5e6" providerId="LiveId" clId="{CCC25DF9-4458-4252-A1FA-96CED2233F88}" dt="2021-04-22T08:16:56.480" v="408" actId="1076"/>
          <ac:spMkLst>
            <pc:docMk/>
            <pc:sldMk cId="0" sldId="858"/>
            <ac:spMk id="38960" creationId="{00407B90-BF6E-4438-B8AA-105E629BB6B8}"/>
          </ac:spMkLst>
        </pc:spChg>
        <pc:grpChg chg="mod">
          <ac:chgData name="王 欣捷" userId="b965477fa0aef5e6" providerId="LiveId" clId="{CCC25DF9-4458-4252-A1FA-96CED2233F88}" dt="2021-04-22T08:16:56.480" v="408" actId="1076"/>
          <ac:grpSpMkLst>
            <pc:docMk/>
            <pc:sldMk cId="0" sldId="858"/>
            <ac:grpSpMk id="38916" creationId="{EEC46348-D089-4D6B-8C41-28AB110E09DF}"/>
          </ac:grpSpMkLst>
        </pc:grpChg>
      </pc:sldChg>
      <pc:sldChg chg="modSp add mod chgLayout">
        <pc:chgData name="王 欣捷" userId="b965477fa0aef5e6" providerId="LiveId" clId="{CCC25DF9-4458-4252-A1FA-96CED2233F88}" dt="2021-04-22T08:17:13.773" v="411" actId="1076"/>
        <pc:sldMkLst>
          <pc:docMk/>
          <pc:sldMk cId="0" sldId="859"/>
        </pc:sldMkLst>
        <pc:spChg chg="mod ord">
          <ac:chgData name="王 欣捷" userId="b965477fa0aef5e6" providerId="LiveId" clId="{CCC25DF9-4458-4252-A1FA-96CED2233F88}" dt="2021-04-22T08:15:22.831" v="386" actId="700"/>
          <ac:spMkLst>
            <pc:docMk/>
            <pc:sldMk cId="0" sldId="859"/>
            <ac:spMk id="39938" creationId="{74A07527-2CD8-4DFB-9EA3-EE027817D379}"/>
          </ac:spMkLst>
        </pc:spChg>
        <pc:spChg chg="mod ord">
          <ac:chgData name="王 欣捷" userId="b965477fa0aef5e6" providerId="LiveId" clId="{CCC25DF9-4458-4252-A1FA-96CED2233F88}" dt="2021-04-22T08:15:33.655" v="389" actId="207"/>
          <ac:spMkLst>
            <pc:docMk/>
            <pc:sldMk cId="0" sldId="859"/>
            <ac:spMk id="39939" creationId="{BCF95704-4E66-496B-8AD9-5501E836B666}"/>
          </ac:spMkLst>
        </pc:spChg>
        <pc:spChg chg="mod">
          <ac:chgData name="王 欣捷" userId="b965477fa0aef5e6" providerId="LiveId" clId="{CCC25DF9-4458-4252-A1FA-96CED2233F88}" dt="2021-04-22T08:17:13.773" v="411" actId="1076"/>
          <ac:spMkLst>
            <pc:docMk/>
            <pc:sldMk cId="0" sldId="859"/>
            <ac:spMk id="39941" creationId="{849DC371-10AF-4FE9-AE26-680BC6FEF8F8}"/>
          </ac:spMkLst>
        </pc:spChg>
        <pc:spChg chg="mod">
          <ac:chgData name="王 欣捷" userId="b965477fa0aef5e6" providerId="LiveId" clId="{CCC25DF9-4458-4252-A1FA-96CED2233F88}" dt="2021-04-22T08:17:13.773" v="411" actId="1076"/>
          <ac:spMkLst>
            <pc:docMk/>
            <pc:sldMk cId="0" sldId="859"/>
            <ac:spMk id="39945" creationId="{1FA8C1AA-B1B3-4E7C-9AFB-A58C4BAEB0BF}"/>
          </ac:spMkLst>
        </pc:spChg>
        <pc:spChg chg="mod">
          <ac:chgData name="王 欣捷" userId="b965477fa0aef5e6" providerId="LiveId" clId="{CCC25DF9-4458-4252-A1FA-96CED2233F88}" dt="2021-04-22T08:17:13.773" v="411" actId="1076"/>
          <ac:spMkLst>
            <pc:docMk/>
            <pc:sldMk cId="0" sldId="859"/>
            <ac:spMk id="39946" creationId="{286439FB-4989-45A8-A4F0-EACFDFDC99E6}"/>
          </ac:spMkLst>
        </pc:spChg>
        <pc:spChg chg="mod">
          <ac:chgData name="王 欣捷" userId="b965477fa0aef5e6" providerId="LiveId" clId="{CCC25DF9-4458-4252-A1FA-96CED2233F88}" dt="2021-04-22T08:17:13.773" v="411" actId="1076"/>
          <ac:spMkLst>
            <pc:docMk/>
            <pc:sldMk cId="0" sldId="859"/>
            <ac:spMk id="39947" creationId="{D9C7BAFC-027C-421A-B173-E0D28C918DF6}"/>
          </ac:spMkLst>
        </pc:spChg>
        <pc:spChg chg="mod">
          <ac:chgData name="王 欣捷" userId="b965477fa0aef5e6" providerId="LiveId" clId="{CCC25DF9-4458-4252-A1FA-96CED2233F88}" dt="2021-04-22T08:17:13.773" v="411" actId="1076"/>
          <ac:spMkLst>
            <pc:docMk/>
            <pc:sldMk cId="0" sldId="859"/>
            <ac:spMk id="39948" creationId="{8D32E051-66AC-4F55-9CEE-816F3739FB72}"/>
          </ac:spMkLst>
        </pc:spChg>
        <pc:spChg chg="mod">
          <ac:chgData name="王 欣捷" userId="b965477fa0aef5e6" providerId="LiveId" clId="{CCC25DF9-4458-4252-A1FA-96CED2233F88}" dt="2021-04-22T08:17:13.773" v="411" actId="1076"/>
          <ac:spMkLst>
            <pc:docMk/>
            <pc:sldMk cId="0" sldId="859"/>
            <ac:spMk id="39949" creationId="{9DB97409-8609-4227-930B-3550B15CBB05}"/>
          </ac:spMkLst>
        </pc:spChg>
        <pc:spChg chg="mod">
          <ac:chgData name="王 欣捷" userId="b965477fa0aef5e6" providerId="LiveId" clId="{CCC25DF9-4458-4252-A1FA-96CED2233F88}" dt="2021-04-22T08:17:13.773" v="411" actId="1076"/>
          <ac:spMkLst>
            <pc:docMk/>
            <pc:sldMk cId="0" sldId="859"/>
            <ac:spMk id="39950" creationId="{FD6E3E56-CE8C-4FE1-AD0C-8C02492EFFA9}"/>
          </ac:spMkLst>
        </pc:spChg>
        <pc:spChg chg="mod">
          <ac:chgData name="王 欣捷" userId="b965477fa0aef5e6" providerId="LiveId" clId="{CCC25DF9-4458-4252-A1FA-96CED2233F88}" dt="2021-04-22T08:17:13.773" v="411" actId="1076"/>
          <ac:spMkLst>
            <pc:docMk/>
            <pc:sldMk cId="0" sldId="859"/>
            <ac:spMk id="39951" creationId="{298184E4-5F50-499D-83DD-8FDC22B1EC09}"/>
          </ac:spMkLst>
        </pc:spChg>
        <pc:spChg chg="mod">
          <ac:chgData name="王 欣捷" userId="b965477fa0aef5e6" providerId="LiveId" clId="{CCC25DF9-4458-4252-A1FA-96CED2233F88}" dt="2021-04-22T08:17:13.773" v="411" actId="1076"/>
          <ac:spMkLst>
            <pc:docMk/>
            <pc:sldMk cId="0" sldId="859"/>
            <ac:spMk id="39952" creationId="{FB4FB79E-ED5D-4476-974F-16DFF08F004D}"/>
          </ac:spMkLst>
        </pc:spChg>
        <pc:spChg chg="mod">
          <ac:chgData name="王 欣捷" userId="b965477fa0aef5e6" providerId="LiveId" clId="{CCC25DF9-4458-4252-A1FA-96CED2233F88}" dt="2021-04-22T08:17:13.773" v="411" actId="1076"/>
          <ac:spMkLst>
            <pc:docMk/>
            <pc:sldMk cId="0" sldId="859"/>
            <ac:spMk id="39953" creationId="{8AA37D2C-CE5C-4386-88C9-1F83748DBB48}"/>
          </ac:spMkLst>
        </pc:spChg>
        <pc:spChg chg="mod">
          <ac:chgData name="王 欣捷" userId="b965477fa0aef5e6" providerId="LiveId" clId="{CCC25DF9-4458-4252-A1FA-96CED2233F88}" dt="2021-04-22T08:17:13.773" v="411" actId="1076"/>
          <ac:spMkLst>
            <pc:docMk/>
            <pc:sldMk cId="0" sldId="859"/>
            <ac:spMk id="39954" creationId="{50788309-DC10-48C0-8E60-AFFA9378AD94}"/>
          </ac:spMkLst>
        </pc:spChg>
        <pc:spChg chg="mod">
          <ac:chgData name="王 欣捷" userId="b965477fa0aef5e6" providerId="LiveId" clId="{CCC25DF9-4458-4252-A1FA-96CED2233F88}" dt="2021-04-22T08:17:13.773" v="411" actId="1076"/>
          <ac:spMkLst>
            <pc:docMk/>
            <pc:sldMk cId="0" sldId="859"/>
            <ac:spMk id="39955" creationId="{E8965B74-DA38-4A9D-AF6C-C4A6EA402815}"/>
          </ac:spMkLst>
        </pc:spChg>
        <pc:spChg chg="mod">
          <ac:chgData name="王 欣捷" userId="b965477fa0aef5e6" providerId="LiveId" clId="{CCC25DF9-4458-4252-A1FA-96CED2233F88}" dt="2021-04-22T08:17:13.773" v="411" actId="1076"/>
          <ac:spMkLst>
            <pc:docMk/>
            <pc:sldMk cId="0" sldId="859"/>
            <ac:spMk id="39956" creationId="{4BD5147C-2B06-4BDD-A68E-288537E7751F}"/>
          </ac:spMkLst>
        </pc:spChg>
        <pc:spChg chg="mod">
          <ac:chgData name="王 欣捷" userId="b965477fa0aef5e6" providerId="LiveId" clId="{CCC25DF9-4458-4252-A1FA-96CED2233F88}" dt="2021-04-22T08:17:13.773" v="411" actId="1076"/>
          <ac:spMkLst>
            <pc:docMk/>
            <pc:sldMk cId="0" sldId="859"/>
            <ac:spMk id="39957" creationId="{85A6272D-EAF6-4D4F-8ACC-E7D1B260C6B6}"/>
          </ac:spMkLst>
        </pc:spChg>
        <pc:spChg chg="mod">
          <ac:chgData name="王 欣捷" userId="b965477fa0aef5e6" providerId="LiveId" clId="{CCC25DF9-4458-4252-A1FA-96CED2233F88}" dt="2021-04-22T08:17:13.773" v="411" actId="1076"/>
          <ac:spMkLst>
            <pc:docMk/>
            <pc:sldMk cId="0" sldId="859"/>
            <ac:spMk id="39958" creationId="{487BB1B3-D2FF-4437-91B4-105B757C4DBC}"/>
          </ac:spMkLst>
        </pc:spChg>
        <pc:spChg chg="mod">
          <ac:chgData name="王 欣捷" userId="b965477fa0aef5e6" providerId="LiveId" clId="{CCC25DF9-4458-4252-A1FA-96CED2233F88}" dt="2021-04-22T08:17:13.773" v="411" actId="1076"/>
          <ac:spMkLst>
            <pc:docMk/>
            <pc:sldMk cId="0" sldId="859"/>
            <ac:spMk id="39959" creationId="{96212783-EBBD-41BB-9A7F-69203F03355F}"/>
          </ac:spMkLst>
        </pc:spChg>
        <pc:spChg chg="mod">
          <ac:chgData name="王 欣捷" userId="b965477fa0aef5e6" providerId="LiveId" clId="{CCC25DF9-4458-4252-A1FA-96CED2233F88}" dt="2021-04-22T08:17:13.773" v="411" actId="1076"/>
          <ac:spMkLst>
            <pc:docMk/>
            <pc:sldMk cId="0" sldId="859"/>
            <ac:spMk id="39960" creationId="{496505E5-8FB1-422B-AE7F-AF924354856F}"/>
          </ac:spMkLst>
        </pc:spChg>
        <pc:spChg chg="mod">
          <ac:chgData name="王 欣捷" userId="b965477fa0aef5e6" providerId="LiveId" clId="{CCC25DF9-4458-4252-A1FA-96CED2233F88}" dt="2021-04-22T08:17:13.773" v="411" actId="1076"/>
          <ac:spMkLst>
            <pc:docMk/>
            <pc:sldMk cId="0" sldId="859"/>
            <ac:spMk id="39961" creationId="{65003E14-E114-42AA-819B-BB3C885B4837}"/>
          </ac:spMkLst>
        </pc:spChg>
        <pc:spChg chg="mod">
          <ac:chgData name="王 欣捷" userId="b965477fa0aef5e6" providerId="LiveId" clId="{CCC25DF9-4458-4252-A1FA-96CED2233F88}" dt="2021-04-22T08:17:13.773" v="411" actId="1076"/>
          <ac:spMkLst>
            <pc:docMk/>
            <pc:sldMk cId="0" sldId="859"/>
            <ac:spMk id="39962" creationId="{6CC5889B-B551-4EA2-BCDA-41D0D2B249DD}"/>
          </ac:spMkLst>
        </pc:spChg>
        <pc:spChg chg="mod">
          <ac:chgData name="王 欣捷" userId="b965477fa0aef5e6" providerId="LiveId" clId="{CCC25DF9-4458-4252-A1FA-96CED2233F88}" dt="2021-04-22T08:17:13.773" v="411" actId="1076"/>
          <ac:spMkLst>
            <pc:docMk/>
            <pc:sldMk cId="0" sldId="859"/>
            <ac:spMk id="39963" creationId="{C8904376-1E2E-485D-93D2-4BDA304C20E0}"/>
          </ac:spMkLst>
        </pc:spChg>
        <pc:spChg chg="mod">
          <ac:chgData name="王 欣捷" userId="b965477fa0aef5e6" providerId="LiveId" clId="{CCC25DF9-4458-4252-A1FA-96CED2233F88}" dt="2021-04-22T08:17:13.773" v="411" actId="1076"/>
          <ac:spMkLst>
            <pc:docMk/>
            <pc:sldMk cId="0" sldId="859"/>
            <ac:spMk id="39964" creationId="{4CBBEBFF-68C8-45B6-B37C-B9583BB24290}"/>
          </ac:spMkLst>
        </pc:spChg>
        <pc:spChg chg="mod">
          <ac:chgData name="王 欣捷" userId="b965477fa0aef5e6" providerId="LiveId" clId="{CCC25DF9-4458-4252-A1FA-96CED2233F88}" dt="2021-04-22T08:17:13.773" v="411" actId="1076"/>
          <ac:spMkLst>
            <pc:docMk/>
            <pc:sldMk cId="0" sldId="859"/>
            <ac:spMk id="39965" creationId="{52C84244-1A21-4BBA-A569-939EBB8028AB}"/>
          </ac:spMkLst>
        </pc:spChg>
        <pc:spChg chg="mod">
          <ac:chgData name="王 欣捷" userId="b965477fa0aef5e6" providerId="LiveId" clId="{CCC25DF9-4458-4252-A1FA-96CED2233F88}" dt="2021-04-22T08:17:13.773" v="411" actId="1076"/>
          <ac:spMkLst>
            <pc:docMk/>
            <pc:sldMk cId="0" sldId="859"/>
            <ac:spMk id="39966" creationId="{20F2F1F8-7E62-4235-97C5-F69633112C92}"/>
          </ac:spMkLst>
        </pc:spChg>
        <pc:spChg chg="mod">
          <ac:chgData name="王 欣捷" userId="b965477fa0aef5e6" providerId="LiveId" clId="{CCC25DF9-4458-4252-A1FA-96CED2233F88}" dt="2021-04-22T08:17:13.773" v="411" actId="1076"/>
          <ac:spMkLst>
            <pc:docMk/>
            <pc:sldMk cId="0" sldId="859"/>
            <ac:spMk id="39967" creationId="{E063B3F3-62F8-4656-8EC8-7DB83515BD98}"/>
          </ac:spMkLst>
        </pc:spChg>
        <pc:spChg chg="mod">
          <ac:chgData name="王 欣捷" userId="b965477fa0aef5e6" providerId="LiveId" clId="{CCC25DF9-4458-4252-A1FA-96CED2233F88}" dt="2021-04-22T08:17:13.773" v="411" actId="1076"/>
          <ac:spMkLst>
            <pc:docMk/>
            <pc:sldMk cId="0" sldId="859"/>
            <ac:spMk id="39968" creationId="{4F531369-6AAD-4DDB-B75D-598775014389}"/>
          </ac:spMkLst>
        </pc:spChg>
        <pc:spChg chg="mod">
          <ac:chgData name="王 欣捷" userId="b965477fa0aef5e6" providerId="LiveId" clId="{CCC25DF9-4458-4252-A1FA-96CED2233F88}" dt="2021-04-22T08:17:13.773" v="411" actId="1076"/>
          <ac:spMkLst>
            <pc:docMk/>
            <pc:sldMk cId="0" sldId="859"/>
            <ac:spMk id="39969" creationId="{EAF94EC4-0414-4A58-9398-763D20F823DC}"/>
          </ac:spMkLst>
        </pc:spChg>
        <pc:spChg chg="mod">
          <ac:chgData name="王 欣捷" userId="b965477fa0aef5e6" providerId="LiveId" clId="{CCC25DF9-4458-4252-A1FA-96CED2233F88}" dt="2021-04-22T08:17:13.773" v="411" actId="1076"/>
          <ac:spMkLst>
            <pc:docMk/>
            <pc:sldMk cId="0" sldId="859"/>
            <ac:spMk id="39970" creationId="{64DB25F9-3019-454F-9B66-74A02A0E4D7C}"/>
          </ac:spMkLst>
        </pc:spChg>
        <pc:spChg chg="mod">
          <ac:chgData name="王 欣捷" userId="b965477fa0aef5e6" providerId="LiveId" clId="{CCC25DF9-4458-4252-A1FA-96CED2233F88}" dt="2021-04-22T08:17:13.773" v="411" actId="1076"/>
          <ac:spMkLst>
            <pc:docMk/>
            <pc:sldMk cId="0" sldId="859"/>
            <ac:spMk id="39971" creationId="{C7AD76FA-BEB3-4A8A-BB79-B7FB420C778B}"/>
          </ac:spMkLst>
        </pc:spChg>
        <pc:spChg chg="mod">
          <ac:chgData name="王 欣捷" userId="b965477fa0aef5e6" providerId="LiveId" clId="{CCC25DF9-4458-4252-A1FA-96CED2233F88}" dt="2021-04-22T08:17:13.773" v="411" actId="1076"/>
          <ac:spMkLst>
            <pc:docMk/>
            <pc:sldMk cId="0" sldId="859"/>
            <ac:spMk id="39972" creationId="{FAFC8339-7E74-4710-A1BF-53D58803D565}"/>
          </ac:spMkLst>
        </pc:spChg>
        <pc:spChg chg="mod">
          <ac:chgData name="王 欣捷" userId="b965477fa0aef5e6" providerId="LiveId" clId="{CCC25DF9-4458-4252-A1FA-96CED2233F88}" dt="2021-04-22T08:17:13.773" v="411" actId="1076"/>
          <ac:spMkLst>
            <pc:docMk/>
            <pc:sldMk cId="0" sldId="859"/>
            <ac:spMk id="39973" creationId="{968F643D-28C2-4A9C-8F3A-F901CC0C8904}"/>
          </ac:spMkLst>
        </pc:spChg>
        <pc:spChg chg="mod">
          <ac:chgData name="王 欣捷" userId="b965477fa0aef5e6" providerId="LiveId" clId="{CCC25DF9-4458-4252-A1FA-96CED2233F88}" dt="2021-04-22T08:17:13.773" v="411" actId="1076"/>
          <ac:spMkLst>
            <pc:docMk/>
            <pc:sldMk cId="0" sldId="859"/>
            <ac:spMk id="39974" creationId="{0DC48705-B204-4BCF-80C5-C6DC9D3EF0A3}"/>
          </ac:spMkLst>
        </pc:spChg>
        <pc:spChg chg="mod">
          <ac:chgData name="王 欣捷" userId="b965477fa0aef5e6" providerId="LiveId" clId="{CCC25DF9-4458-4252-A1FA-96CED2233F88}" dt="2021-04-22T08:17:13.773" v="411" actId="1076"/>
          <ac:spMkLst>
            <pc:docMk/>
            <pc:sldMk cId="0" sldId="859"/>
            <ac:spMk id="39975" creationId="{9E178CA5-B0AD-4682-9961-E252F43F76B0}"/>
          </ac:spMkLst>
        </pc:spChg>
        <pc:spChg chg="mod">
          <ac:chgData name="王 欣捷" userId="b965477fa0aef5e6" providerId="LiveId" clId="{CCC25DF9-4458-4252-A1FA-96CED2233F88}" dt="2021-04-22T08:17:13.773" v="411" actId="1076"/>
          <ac:spMkLst>
            <pc:docMk/>
            <pc:sldMk cId="0" sldId="859"/>
            <ac:spMk id="39976" creationId="{E254FB02-2024-4B10-9CD8-1E69F4E905E0}"/>
          </ac:spMkLst>
        </pc:spChg>
        <pc:spChg chg="mod">
          <ac:chgData name="王 欣捷" userId="b965477fa0aef5e6" providerId="LiveId" clId="{CCC25DF9-4458-4252-A1FA-96CED2233F88}" dt="2021-04-22T08:17:13.773" v="411" actId="1076"/>
          <ac:spMkLst>
            <pc:docMk/>
            <pc:sldMk cId="0" sldId="859"/>
            <ac:spMk id="39977" creationId="{FA9A45F4-950E-4F67-A2BB-AA19929C6499}"/>
          </ac:spMkLst>
        </pc:spChg>
        <pc:spChg chg="mod">
          <ac:chgData name="王 欣捷" userId="b965477fa0aef5e6" providerId="LiveId" clId="{CCC25DF9-4458-4252-A1FA-96CED2233F88}" dt="2021-04-22T08:17:13.773" v="411" actId="1076"/>
          <ac:spMkLst>
            <pc:docMk/>
            <pc:sldMk cId="0" sldId="859"/>
            <ac:spMk id="39978" creationId="{97D8AD25-9826-46DB-BC30-E3C3392CF2D4}"/>
          </ac:spMkLst>
        </pc:spChg>
        <pc:spChg chg="mod">
          <ac:chgData name="王 欣捷" userId="b965477fa0aef5e6" providerId="LiveId" clId="{CCC25DF9-4458-4252-A1FA-96CED2233F88}" dt="2021-04-22T08:17:13.773" v="411" actId="1076"/>
          <ac:spMkLst>
            <pc:docMk/>
            <pc:sldMk cId="0" sldId="859"/>
            <ac:spMk id="39979" creationId="{0CB0CF16-977B-4868-AE92-94B2802D83FA}"/>
          </ac:spMkLst>
        </pc:spChg>
        <pc:spChg chg="mod">
          <ac:chgData name="王 欣捷" userId="b965477fa0aef5e6" providerId="LiveId" clId="{CCC25DF9-4458-4252-A1FA-96CED2233F88}" dt="2021-04-22T08:17:13.773" v="411" actId="1076"/>
          <ac:spMkLst>
            <pc:docMk/>
            <pc:sldMk cId="0" sldId="859"/>
            <ac:spMk id="39980" creationId="{ACF3FCD4-854D-4820-914E-D29BFB9E3C3D}"/>
          </ac:spMkLst>
        </pc:spChg>
        <pc:spChg chg="mod">
          <ac:chgData name="王 欣捷" userId="b965477fa0aef5e6" providerId="LiveId" clId="{CCC25DF9-4458-4252-A1FA-96CED2233F88}" dt="2021-04-22T08:17:13.773" v="411" actId="1076"/>
          <ac:spMkLst>
            <pc:docMk/>
            <pc:sldMk cId="0" sldId="859"/>
            <ac:spMk id="39981" creationId="{226B7F56-6F75-43D2-AA9C-01E321C0627B}"/>
          </ac:spMkLst>
        </pc:spChg>
        <pc:spChg chg="mod">
          <ac:chgData name="王 欣捷" userId="b965477fa0aef5e6" providerId="LiveId" clId="{CCC25DF9-4458-4252-A1FA-96CED2233F88}" dt="2021-04-22T08:17:13.773" v="411" actId="1076"/>
          <ac:spMkLst>
            <pc:docMk/>
            <pc:sldMk cId="0" sldId="859"/>
            <ac:spMk id="39982" creationId="{7EA7A672-BC89-4F58-AAFB-E855C8BE2281}"/>
          </ac:spMkLst>
        </pc:spChg>
        <pc:spChg chg="mod">
          <ac:chgData name="王 欣捷" userId="b965477fa0aef5e6" providerId="LiveId" clId="{CCC25DF9-4458-4252-A1FA-96CED2233F88}" dt="2021-04-22T08:17:13.773" v="411" actId="1076"/>
          <ac:spMkLst>
            <pc:docMk/>
            <pc:sldMk cId="0" sldId="859"/>
            <ac:spMk id="39983" creationId="{12763594-3BE8-48D2-9427-AF3E1F620F54}"/>
          </ac:spMkLst>
        </pc:spChg>
        <pc:spChg chg="mod">
          <ac:chgData name="王 欣捷" userId="b965477fa0aef5e6" providerId="LiveId" clId="{CCC25DF9-4458-4252-A1FA-96CED2233F88}" dt="2021-04-22T08:17:13.773" v="411" actId="1076"/>
          <ac:spMkLst>
            <pc:docMk/>
            <pc:sldMk cId="0" sldId="859"/>
            <ac:spMk id="39984" creationId="{D93852FC-1570-4635-AB55-E6AE74CC6076}"/>
          </ac:spMkLst>
        </pc:spChg>
        <pc:grpChg chg="mod">
          <ac:chgData name="王 欣捷" userId="b965477fa0aef5e6" providerId="LiveId" clId="{CCC25DF9-4458-4252-A1FA-96CED2233F88}" dt="2021-04-22T08:17:13.773" v="411" actId="1076"/>
          <ac:grpSpMkLst>
            <pc:docMk/>
            <pc:sldMk cId="0" sldId="859"/>
            <ac:grpSpMk id="39940" creationId="{411896CF-FF5F-436E-A165-43E9CA638FC2}"/>
          </ac:grpSpMkLst>
        </pc:grpChg>
      </pc:sldChg>
      <pc:sldChg chg="modSp add mod chgLayout">
        <pc:chgData name="王 欣捷" userId="b965477fa0aef5e6" providerId="LiveId" clId="{CCC25DF9-4458-4252-A1FA-96CED2233F88}" dt="2021-04-22T08:17:44.137" v="416" actId="1076"/>
        <pc:sldMkLst>
          <pc:docMk/>
          <pc:sldMk cId="0" sldId="860"/>
        </pc:sldMkLst>
        <pc:spChg chg="mod ord">
          <ac:chgData name="王 欣捷" userId="b965477fa0aef5e6" providerId="LiveId" clId="{CCC25DF9-4458-4252-A1FA-96CED2233F88}" dt="2021-04-22T08:15:22.831" v="386" actId="700"/>
          <ac:spMkLst>
            <pc:docMk/>
            <pc:sldMk cId="0" sldId="860"/>
            <ac:spMk id="41986" creationId="{8FD689B5-D317-4F2D-8800-87042F91B43E}"/>
          </ac:spMkLst>
        </pc:spChg>
        <pc:spChg chg="mod ord">
          <ac:chgData name="王 欣捷" userId="b965477fa0aef5e6" providerId="LiveId" clId="{CCC25DF9-4458-4252-A1FA-96CED2233F88}" dt="2021-04-22T08:15:40.239" v="391" actId="207"/>
          <ac:spMkLst>
            <pc:docMk/>
            <pc:sldMk cId="0" sldId="860"/>
            <ac:spMk id="41987" creationId="{68E016D2-0AF2-4CD1-A2EA-ED8F25359801}"/>
          </ac:spMkLst>
        </pc:spChg>
        <pc:spChg chg="mod">
          <ac:chgData name="王 欣捷" userId="b965477fa0aef5e6" providerId="LiveId" clId="{CCC25DF9-4458-4252-A1FA-96CED2233F88}" dt="2021-04-22T08:17:44.137" v="416" actId="1076"/>
          <ac:spMkLst>
            <pc:docMk/>
            <pc:sldMk cId="0" sldId="860"/>
            <ac:spMk id="41989" creationId="{B0816C5E-1BDB-45AD-B00B-62209DFF9A0F}"/>
          </ac:spMkLst>
        </pc:spChg>
        <pc:spChg chg="mod">
          <ac:chgData name="王 欣捷" userId="b965477fa0aef5e6" providerId="LiveId" clId="{CCC25DF9-4458-4252-A1FA-96CED2233F88}" dt="2021-04-22T08:17:44.137" v="416" actId="1076"/>
          <ac:spMkLst>
            <pc:docMk/>
            <pc:sldMk cId="0" sldId="860"/>
            <ac:spMk id="41990" creationId="{1F37EB57-3C78-41F0-BC3B-6B7C97D09245}"/>
          </ac:spMkLst>
        </pc:spChg>
        <pc:spChg chg="mod">
          <ac:chgData name="王 欣捷" userId="b965477fa0aef5e6" providerId="LiveId" clId="{CCC25DF9-4458-4252-A1FA-96CED2233F88}" dt="2021-04-22T08:17:44.137" v="416" actId="1076"/>
          <ac:spMkLst>
            <pc:docMk/>
            <pc:sldMk cId="0" sldId="860"/>
            <ac:spMk id="41991" creationId="{32015C05-393A-46C5-8949-56DE4EE27AAB}"/>
          </ac:spMkLst>
        </pc:spChg>
        <pc:spChg chg="mod">
          <ac:chgData name="王 欣捷" userId="b965477fa0aef5e6" providerId="LiveId" clId="{CCC25DF9-4458-4252-A1FA-96CED2233F88}" dt="2021-04-22T08:17:44.137" v="416" actId="1076"/>
          <ac:spMkLst>
            <pc:docMk/>
            <pc:sldMk cId="0" sldId="860"/>
            <ac:spMk id="41992" creationId="{930DAF16-F278-468A-B4B6-F3B33144E707}"/>
          </ac:spMkLst>
        </pc:spChg>
        <pc:spChg chg="mod">
          <ac:chgData name="王 欣捷" userId="b965477fa0aef5e6" providerId="LiveId" clId="{CCC25DF9-4458-4252-A1FA-96CED2233F88}" dt="2021-04-22T08:17:44.137" v="416" actId="1076"/>
          <ac:spMkLst>
            <pc:docMk/>
            <pc:sldMk cId="0" sldId="860"/>
            <ac:spMk id="41993" creationId="{2925552B-1828-482A-A8BE-DF9B4508436C}"/>
          </ac:spMkLst>
        </pc:spChg>
        <pc:spChg chg="mod">
          <ac:chgData name="王 欣捷" userId="b965477fa0aef5e6" providerId="LiveId" clId="{CCC25DF9-4458-4252-A1FA-96CED2233F88}" dt="2021-04-22T08:17:44.137" v="416" actId="1076"/>
          <ac:spMkLst>
            <pc:docMk/>
            <pc:sldMk cId="0" sldId="860"/>
            <ac:spMk id="41994" creationId="{52FAE40A-7A45-45C2-B56A-A22D19F22E2A}"/>
          </ac:spMkLst>
        </pc:spChg>
        <pc:spChg chg="mod">
          <ac:chgData name="王 欣捷" userId="b965477fa0aef5e6" providerId="LiveId" clId="{CCC25DF9-4458-4252-A1FA-96CED2233F88}" dt="2021-04-22T08:17:44.137" v="416" actId="1076"/>
          <ac:spMkLst>
            <pc:docMk/>
            <pc:sldMk cId="0" sldId="860"/>
            <ac:spMk id="41995" creationId="{D5D34276-C15E-4FD3-898D-9DD33F8B8D73}"/>
          </ac:spMkLst>
        </pc:spChg>
        <pc:spChg chg="mod">
          <ac:chgData name="王 欣捷" userId="b965477fa0aef5e6" providerId="LiveId" clId="{CCC25DF9-4458-4252-A1FA-96CED2233F88}" dt="2021-04-22T08:17:44.137" v="416" actId="1076"/>
          <ac:spMkLst>
            <pc:docMk/>
            <pc:sldMk cId="0" sldId="860"/>
            <ac:spMk id="41996" creationId="{FB5FAF91-2A0B-449B-9E5C-1B55A258ABE5}"/>
          </ac:spMkLst>
        </pc:spChg>
        <pc:spChg chg="mod">
          <ac:chgData name="王 欣捷" userId="b965477fa0aef5e6" providerId="LiveId" clId="{CCC25DF9-4458-4252-A1FA-96CED2233F88}" dt="2021-04-22T08:17:44.137" v="416" actId="1076"/>
          <ac:spMkLst>
            <pc:docMk/>
            <pc:sldMk cId="0" sldId="860"/>
            <ac:spMk id="41997" creationId="{DD09F29E-A3C9-44EE-9D57-65876BF9A9EE}"/>
          </ac:spMkLst>
        </pc:spChg>
        <pc:spChg chg="mod">
          <ac:chgData name="王 欣捷" userId="b965477fa0aef5e6" providerId="LiveId" clId="{CCC25DF9-4458-4252-A1FA-96CED2233F88}" dt="2021-04-22T08:17:44.137" v="416" actId="1076"/>
          <ac:spMkLst>
            <pc:docMk/>
            <pc:sldMk cId="0" sldId="860"/>
            <ac:spMk id="41998" creationId="{9F92FE75-35A1-4BE6-9E26-DAD76DDBF298}"/>
          </ac:spMkLst>
        </pc:spChg>
        <pc:spChg chg="mod">
          <ac:chgData name="王 欣捷" userId="b965477fa0aef5e6" providerId="LiveId" clId="{CCC25DF9-4458-4252-A1FA-96CED2233F88}" dt="2021-04-22T08:17:44.137" v="416" actId="1076"/>
          <ac:spMkLst>
            <pc:docMk/>
            <pc:sldMk cId="0" sldId="860"/>
            <ac:spMk id="41999" creationId="{9337FB1C-176C-4487-B0A8-78A56F11C461}"/>
          </ac:spMkLst>
        </pc:spChg>
        <pc:spChg chg="mod">
          <ac:chgData name="王 欣捷" userId="b965477fa0aef5e6" providerId="LiveId" clId="{CCC25DF9-4458-4252-A1FA-96CED2233F88}" dt="2021-04-22T08:17:44.137" v="416" actId="1076"/>
          <ac:spMkLst>
            <pc:docMk/>
            <pc:sldMk cId="0" sldId="860"/>
            <ac:spMk id="42000" creationId="{78545668-867B-4DC0-A93C-5FB5C37DE491}"/>
          </ac:spMkLst>
        </pc:spChg>
        <pc:spChg chg="mod">
          <ac:chgData name="王 欣捷" userId="b965477fa0aef5e6" providerId="LiveId" clId="{CCC25DF9-4458-4252-A1FA-96CED2233F88}" dt="2021-04-22T08:17:44.137" v="416" actId="1076"/>
          <ac:spMkLst>
            <pc:docMk/>
            <pc:sldMk cId="0" sldId="860"/>
            <ac:spMk id="42001" creationId="{C724E5F1-631B-4F39-B1FB-C8336835C3E1}"/>
          </ac:spMkLst>
        </pc:spChg>
        <pc:spChg chg="mod">
          <ac:chgData name="王 欣捷" userId="b965477fa0aef5e6" providerId="LiveId" clId="{CCC25DF9-4458-4252-A1FA-96CED2233F88}" dt="2021-04-22T08:17:44.137" v="416" actId="1076"/>
          <ac:spMkLst>
            <pc:docMk/>
            <pc:sldMk cId="0" sldId="860"/>
            <ac:spMk id="42002" creationId="{718BE5EE-559E-4468-84EE-B61C681A226C}"/>
          </ac:spMkLst>
        </pc:spChg>
        <pc:spChg chg="mod">
          <ac:chgData name="王 欣捷" userId="b965477fa0aef5e6" providerId="LiveId" clId="{CCC25DF9-4458-4252-A1FA-96CED2233F88}" dt="2021-04-22T08:17:44.137" v="416" actId="1076"/>
          <ac:spMkLst>
            <pc:docMk/>
            <pc:sldMk cId="0" sldId="860"/>
            <ac:spMk id="42003" creationId="{F30C55C6-9C0A-4DAA-98A9-B42275CA37B3}"/>
          </ac:spMkLst>
        </pc:spChg>
        <pc:spChg chg="mod">
          <ac:chgData name="王 欣捷" userId="b965477fa0aef5e6" providerId="LiveId" clId="{CCC25DF9-4458-4252-A1FA-96CED2233F88}" dt="2021-04-22T08:17:44.137" v="416" actId="1076"/>
          <ac:spMkLst>
            <pc:docMk/>
            <pc:sldMk cId="0" sldId="860"/>
            <ac:spMk id="42004" creationId="{3AF6C824-522E-4E53-9B28-66CB88EEB25D}"/>
          </ac:spMkLst>
        </pc:spChg>
        <pc:spChg chg="mod">
          <ac:chgData name="王 欣捷" userId="b965477fa0aef5e6" providerId="LiveId" clId="{CCC25DF9-4458-4252-A1FA-96CED2233F88}" dt="2021-04-22T08:17:44.137" v="416" actId="1076"/>
          <ac:spMkLst>
            <pc:docMk/>
            <pc:sldMk cId="0" sldId="860"/>
            <ac:spMk id="42005" creationId="{2B789BE7-48B7-4E03-BB42-EE897EE98DC5}"/>
          </ac:spMkLst>
        </pc:spChg>
        <pc:spChg chg="mod">
          <ac:chgData name="王 欣捷" userId="b965477fa0aef5e6" providerId="LiveId" clId="{CCC25DF9-4458-4252-A1FA-96CED2233F88}" dt="2021-04-22T08:17:44.137" v="416" actId="1076"/>
          <ac:spMkLst>
            <pc:docMk/>
            <pc:sldMk cId="0" sldId="860"/>
            <ac:spMk id="42006" creationId="{14FB4D7E-7C91-48CC-B2B6-4B6113FCDF7C}"/>
          </ac:spMkLst>
        </pc:spChg>
        <pc:spChg chg="mod">
          <ac:chgData name="王 欣捷" userId="b965477fa0aef5e6" providerId="LiveId" clId="{CCC25DF9-4458-4252-A1FA-96CED2233F88}" dt="2021-04-22T08:17:44.137" v="416" actId="1076"/>
          <ac:spMkLst>
            <pc:docMk/>
            <pc:sldMk cId="0" sldId="860"/>
            <ac:spMk id="42007" creationId="{BC515455-B280-4048-B2E1-6E401500227C}"/>
          </ac:spMkLst>
        </pc:spChg>
        <pc:spChg chg="mod">
          <ac:chgData name="王 欣捷" userId="b965477fa0aef5e6" providerId="LiveId" clId="{CCC25DF9-4458-4252-A1FA-96CED2233F88}" dt="2021-04-22T08:17:44.137" v="416" actId="1076"/>
          <ac:spMkLst>
            <pc:docMk/>
            <pc:sldMk cId="0" sldId="860"/>
            <ac:spMk id="42008" creationId="{9A0D71AF-E385-41EA-9D33-C6D1586EF837}"/>
          </ac:spMkLst>
        </pc:spChg>
        <pc:spChg chg="mod">
          <ac:chgData name="王 欣捷" userId="b965477fa0aef5e6" providerId="LiveId" clId="{CCC25DF9-4458-4252-A1FA-96CED2233F88}" dt="2021-04-22T08:17:44.137" v="416" actId="1076"/>
          <ac:spMkLst>
            <pc:docMk/>
            <pc:sldMk cId="0" sldId="860"/>
            <ac:spMk id="42009" creationId="{111FC650-951C-4BDE-930A-0F6C12403FBD}"/>
          </ac:spMkLst>
        </pc:spChg>
        <pc:spChg chg="mod">
          <ac:chgData name="王 欣捷" userId="b965477fa0aef5e6" providerId="LiveId" clId="{CCC25DF9-4458-4252-A1FA-96CED2233F88}" dt="2021-04-22T08:17:44.137" v="416" actId="1076"/>
          <ac:spMkLst>
            <pc:docMk/>
            <pc:sldMk cId="0" sldId="860"/>
            <ac:spMk id="42010" creationId="{2CF7E3B9-0ADC-46EE-B9D6-A0C64CD4D8EA}"/>
          </ac:spMkLst>
        </pc:spChg>
        <pc:spChg chg="mod">
          <ac:chgData name="王 欣捷" userId="b965477fa0aef5e6" providerId="LiveId" clId="{CCC25DF9-4458-4252-A1FA-96CED2233F88}" dt="2021-04-22T08:17:44.137" v="416" actId="1076"/>
          <ac:spMkLst>
            <pc:docMk/>
            <pc:sldMk cId="0" sldId="860"/>
            <ac:spMk id="42011" creationId="{5A42293C-4D28-4BD6-9AA9-6229F3958A3A}"/>
          </ac:spMkLst>
        </pc:spChg>
        <pc:spChg chg="mod">
          <ac:chgData name="王 欣捷" userId="b965477fa0aef5e6" providerId="LiveId" clId="{CCC25DF9-4458-4252-A1FA-96CED2233F88}" dt="2021-04-22T08:17:44.137" v="416" actId="1076"/>
          <ac:spMkLst>
            <pc:docMk/>
            <pc:sldMk cId="0" sldId="860"/>
            <ac:spMk id="42012" creationId="{6B55EE8B-567B-4EA1-901B-ED7762C3D6E9}"/>
          </ac:spMkLst>
        </pc:spChg>
        <pc:spChg chg="mod">
          <ac:chgData name="王 欣捷" userId="b965477fa0aef5e6" providerId="LiveId" clId="{CCC25DF9-4458-4252-A1FA-96CED2233F88}" dt="2021-04-22T08:17:44.137" v="416" actId="1076"/>
          <ac:spMkLst>
            <pc:docMk/>
            <pc:sldMk cId="0" sldId="860"/>
            <ac:spMk id="42013" creationId="{37570B30-575B-4F67-9635-51BE82CF7677}"/>
          </ac:spMkLst>
        </pc:spChg>
        <pc:spChg chg="mod">
          <ac:chgData name="王 欣捷" userId="b965477fa0aef5e6" providerId="LiveId" clId="{CCC25DF9-4458-4252-A1FA-96CED2233F88}" dt="2021-04-22T08:17:44.137" v="416" actId="1076"/>
          <ac:spMkLst>
            <pc:docMk/>
            <pc:sldMk cId="0" sldId="860"/>
            <ac:spMk id="42014" creationId="{05D46DDC-606D-410B-834B-2AAE21D1EA01}"/>
          </ac:spMkLst>
        </pc:spChg>
        <pc:spChg chg="mod">
          <ac:chgData name="王 欣捷" userId="b965477fa0aef5e6" providerId="LiveId" clId="{CCC25DF9-4458-4252-A1FA-96CED2233F88}" dt="2021-04-22T08:17:44.137" v="416" actId="1076"/>
          <ac:spMkLst>
            <pc:docMk/>
            <pc:sldMk cId="0" sldId="860"/>
            <ac:spMk id="42015" creationId="{CDFA7ADA-AE15-434B-89D1-EBA845632CAB}"/>
          </ac:spMkLst>
        </pc:spChg>
        <pc:spChg chg="mod">
          <ac:chgData name="王 欣捷" userId="b965477fa0aef5e6" providerId="LiveId" clId="{CCC25DF9-4458-4252-A1FA-96CED2233F88}" dt="2021-04-22T08:17:44.137" v="416" actId="1076"/>
          <ac:spMkLst>
            <pc:docMk/>
            <pc:sldMk cId="0" sldId="860"/>
            <ac:spMk id="42016" creationId="{DC964861-3DEE-4414-B04A-4B0D96F0FCD7}"/>
          </ac:spMkLst>
        </pc:spChg>
        <pc:spChg chg="mod">
          <ac:chgData name="王 欣捷" userId="b965477fa0aef5e6" providerId="LiveId" clId="{CCC25DF9-4458-4252-A1FA-96CED2233F88}" dt="2021-04-22T08:17:44.137" v="416" actId="1076"/>
          <ac:spMkLst>
            <pc:docMk/>
            <pc:sldMk cId="0" sldId="860"/>
            <ac:spMk id="42017" creationId="{0389F215-A76C-45DF-A66F-5F524479FAA3}"/>
          </ac:spMkLst>
        </pc:spChg>
        <pc:spChg chg="mod">
          <ac:chgData name="王 欣捷" userId="b965477fa0aef5e6" providerId="LiveId" clId="{CCC25DF9-4458-4252-A1FA-96CED2233F88}" dt="2021-04-22T08:17:44.137" v="416" actId="1076"/>
          <ac:spMkLst>
            <pc:docMk/>
            <pc:sldMk cId="0" sldId="860"/>
            <ac:spMk id="42018" creationId="{783E7232-3979-44D4-AEA8-BF31B3FA4871}"/>
          </ac:spMkLst>
        </pc:spChg>
        <pc:spChg chg="mod">
          <ac:chgData name="王 欣捷" userId="b965477fa0aef5e6" providerId="LiveId" clId="{CCC25DF9-4458-4252-A1FA-96CED2233F88}" dt="2021-04-22T08:17:44.137" v="416" actId="1076"/>
          <ac:spMkLst>
            <pc:docMk/>
            <pc:sldMk cId="0" sldId="860"/>
            <ac:spMk id="42019" creationId="{70661A82-2AEB-4210-A282-2EE7CB657FEB}"/>
          </ac:spMkLst>
        </pc:spChg>
        <pc:spChg chg="mod">
          <ac:chgData name="王 欣捷" userId="b965477fa0aef5e6" providerId="LiveId" clId="{CCC25DF9-4458-4252-A1FA-96CED2233F88}" dt="2021-04-22T08:17:44.137" v="416" actId="1076"/>
          <ac:spMkLst>
            <pc:docMk/>
            <pc:sldMk cId="0" sldId="860"/>
            <ac:spMk id="42020" creationId="{7C120CFC-FB53-4807-AC34-2C1DF2969BFC}"/>
          </ac:spMkLst>
        </pc:spChg>
        <pc:spChg chg="mod">
          <ac:chgData name="王 欣捷" userId="b965477fa0aef5e6" providerId="LiveId" clId="{CCC25DF9-4458-4252-A1FA-96CED2233F88}" dt="2021-04-22T08:17:44.137" v="416" actId="1076"/>
          <ac:spMkLst>
            <pc:docMk/>
            <pc:sldMk cId="0" sldId="860"/>
            <ac:spMk id="42021" creationId="{66CA2DA4-F69E-4403-9307-425DE1AD3442}"/>
          </ac:spMkLst>
        </pc:spChg>
        <pc:spChg chg="mod">
          <ac:chgData name="王 欣捷" userId="b965477fa0aef5e6" providerId="LiveId" clId="{CCC25DF9-4458-4252-A1FA-96CED2233F88}" dt="2021-04-22T08:17:44.137" v="416" actId="1076"/>
          <ac:spMkLst>
            <pc:docMk/>
            <pc:sldMk cId="0" sldId="860"/>
            <ac:spMk id="42022" creationId="{74CC5A24-8A46-46B1-831A-C170EA1BE0FD}"/>
          </ac:spMkLst>
        </pc:spChg>
        <pc:spChg chg="mod">
          <ac:chgData name="王 欣捷" userId="b965477fa0aef5e6" providerId="LiveId" clId="{CCC25DF9-4458-4252-A1FA-96CED2233F88}" dt="2021-04-22T08:17:44.137" v="416" actId="1076"/>
          <ac:spMkLst>
            <pc:docMk/>
            <pc:sldMk cId="0" sldId="860"/>
            <ac:spMk id="42023" creationId="{B70BF4CD-B44E-4362-9154-E7C43CCD3FCC}"/>
          </ac:spMkLst>
        </pc:spChg>
        <pc:spChg chg="mod">
          <ac:chgData name="王 欣捷" userId="b965477fa0aef5e6" providerId="LiveId" clId="{CCC25DF9-4458-4252-A1FA-96CED2233F88}" dt="2021-04-22T08:17:44.137" v="416" actId="1076"/>
          <ac:spMkLst>
            <pc:docMk/>
            <pc:sldMk cId="0" sldId="860"/>
            <ac:spMk id="42024" creationId="{54D4D4DE-3EA2-4ED8-AC3B-D238021E59F5}"/>
          </ac:spMkLst>
        </pc:spChg>
        <pc:spChg chg="mod">
          <ac:chgData name="王 欣捷" userId="b965477fa0aef5e6" providerId="LiveId" clId="{CCC25DF9-4458-4252-A1FA-96CED2233F88}" dt="2021-04-22T08:17:44.137" v="416" actId="1076"/>
          <ac:spMkLst>
            <pc:docMk/>
            <pc:sldMk cId="0" sldId="860"/>
            <ac:spMk id="42025" creationId="{C2A6BDE7-9AA1-4E06-8E80-F6059C4C95DC}"/>
          </ac:spMkLst>
        </pc:spChg>
        <pc:spChg chg="mod">
          <ac:chgData name="王 欣捷" userId="b965477fa0aef5e6" providerId="LiveId" clId="{CCC25DF9-4458-4252-A1FA-96CED2233F88}" dt="2021-04-22T08:17:44.137" v="416" actId="1076"/>
          <ac:spMkLst>
            <pc:docMk/>
            <pc:sldMk cId="0" sldId="860"/>
            <ac:spMk id="42026" creationId="{0991D540-F040-4183-8BA7-5D49426058A9}"/>
          </ac:spMkLst>
        </pc:spChg>
        <pc:spChg chg="mod">
          <ac:chgData name="王 欣捷" userId="b965477fa0aef5e6" providerId="LiveId" clId="{CCC25DF9-4458-4252-A1FA-96CED2233F88}" dt="2021-04-22T08:17:44.137" v="416" actId="1076"/>
          <ac:spMkLst>
            <pc:docMk/>
            <pc:sldMk cId="0" sldId="860"/>
            <ac:spMk id="42027" creationId="{812CB85F-DC93-4111-8DA8-CD221FD9D1D9}"/>
          </ac:spMkLst>
        </pc:spChg>
        <pc:spChg chg="mod">
          <ac:chgData name="王 欣捷" userId="b965477fa0aef5e6" providerId="LiveId" clId="{CCC25DF9-4458-4252-A1FA-96CED2233F88}" dt="2021-04-22T08:17:44.137" v="416" actId="1076"/>
          <ac:spMkLst>
            <pc:docMk/>
            <pc:sldMk cId="0" sldId="860"/>
            <ac:spMk id="42028" creationId="{B6CC1446-235F-4F87-9B1F-9C01915C294F}"/>
          </ac:spMkLst>
        </pc:spChg>
        <pc:grpChg chg="mod">
          <ac:chgData name="王 欣捷" userId="b965477fa0aef5e6" providerId="LiveId" clId="{CCC25DF9-4458-4252-A1FA-96CED2233F88}" dt="2021-04-22T08:17:44.137" v="416" actId="1076"/>
          <ac:grpSpMkLst>
            <pc:docMk/>
            <pc:sldMk cId="0" sldId="860"/>
            <ac:grpSpMk id="41988" creationId="{D135B35D-AE1E-4EAE-9ABC-ED26282317FA}"/>
          </ac:grpSpMkLst>
        </pc:grpChg>
      </pc:sldChg>
      <pc:sldChg chg="modSp add mod chgLayout">
        <pc:chgData name="王 欣捷" userId="b965477fa0aef5e6" providerId="LiveId" clId="{CCC25DF9-4458-4252-A1FA-96CED2233F88}" dt="2021-04-22T08:17:53.315" v="419" actId="1076"/>
        <pc:sldMkLst>
          <pc:docMk/>
          <pc:sldMk cId="0" sldId="861"/>
        </pc:sldMkLst>
        <pc:spChg chg="mod ord">
          <ac:chgData name="王 欣捷" userId="b965477fa0aef5e6" providerId="LiveId" clId="{CCC25DF9-4458-4252-A1FA-96CED2233F88}" dt="2021-04-22T08:15:22.831" v="386" actId="700"/>
          <ac:spMkLst>
            <pc:docMk/>
            <pc:sldMk cId="0" sldId="861"/>
            <ac:spMk id="43010" creationId="{354F94A1-F35C-4832-9ECA-7820F62E5BAB}"/>
          </ac:spMkLst>
        </pc:spChg>
        <pc:spChg chg="mod ord">
          <ac:chgData name="王 欣捷" userId="b965477fa0aef5e6" providerId="LiveId" clId="{CCC25DF9-4458-4252-A1FA-96CED2233F88}" dt="2021-04-22T08:15:22.831" v="386" actId="700"/>
          <ac:spMkLst>
            <pc:docMk/>
            <pc:sldMk cId="0" sldId="861"/>
            <ac:spMk id="43011" creationId="{E9F6565F-52C7-4F5C-A9C5-3F67B90F8654}"/>
          </ac:spMkLst>
        </pc:spChg>
        <pc:spChg chg="mod">
          <ac:chgData name="王 欣捷" userId="b965477fa0aef5e6" providerId="LiveId" clId="{CCC25DF9-4458-4252-A1FA-96CED2233F88}" dt="2021-04-22T08:17:53.315" v="419" actId="1076"/>
          <ac:spMkLst>
            <pc:docMk/>
            <pc:sldMk cId="0" sldId="861"/>
            <ac:spMk id="43013" creationId="{A26A898B-36C0-4741-BF3A-0FD5DC99AA4E}"/>
          </ac:spMkLst>
        </pc:spChg>
        <pc:spChg chg="mod">
          <ac:chgData name="王 欣捷" userId="b965477fa0aef5e6" providerId="LiveId" clId="{CCC25DF9-4458-4252-A1FA-96CED2233F88}" dt="2021-04-22T08:17:53.315" v="419" actId="1076"/>
          <ac:spMkLst>
            <pc:docMk/>
            <pc:sldMk cId="0" sldId="861"/>
            <ac:spMk id="43014" creationId="{04F01347-A5BB-4891-9752-2E0F475F95B9}"/>
          </ac:spMkLst>
        </pc:spChg>
        <pc:spChg chg="mod">
          <ac:chgData name="王 欣捷" userId="b965477fa0aef5e6" providerId="LiveId" clId="{CCC25DF9-4458-4252-A1FA-96CED2233F88}" dt="2021-04-22T08:17:53.315" v="419" actId="1076"/>
          <ac:spMkLst>
            <pc:docMk/>
            <pc:sldMk cId="0" sldId="861"/>
            <ac:spMk id="43015" creationId="{78C53975-960E-4674-AEE4-790A45BC556D}"/>
          </ac:spMkLst>
        </pc:spChg>
        <pc:spChg chg="mod">
          <ac:chgData name="王 欣捷" userId="b965477fa0aef5e6" providerId="LiveId" clId="{CCC25DF9-4458-4252-A1FA-96CED2233F88}" dt="2021-04-22T08:17:53.315" v="419" actId="1076"/>
          <ac:spMkLst>
            <pc:docMk/>
            <pc:sldMk cId="0" sldId="861"/>
            <ac:spMk id="43016" creationId="{C6B5B2AE-6E7D-4AAF-91F4-C538A657316D}"/>
          </ac:spMkLst>
        </pc:spChg>
        <pc:spChg chg="mod">
          <ac:chgData name="王 欣捷" userId="b965477fa0aef5e6" providerId="LiveId" clId="{CCC25DF9-4458-4252-A1FA-96CED2233F88}" dt="2021-04-22T08:17:53.315" v="419" actId="1076"/>
          <ac:spMkLst>
            <pc:docMk/>
            <pc:sldMk cId="0" sldId="861"/>
            <ac:spMk id="43017" creationId="{76BD5D30-F2B9-47D6-A0D3-EE504172B7A3}"/>
          </ac:spMkLst>
        </pc:spChg>
        <pc:spChg chg="mod">
          <ac:chgData name="王 欣捷" userId="b965477fa0aef5e6" providerId="LiveId" clId="{CCC25DF9-4458-4252-A1FA-96CED2233F88}" dt="2021-04-22T08:17:53.315" v="419" actId="1076"/>
          <ac:spMkLst>
            <pc:docMk/>
            <pc:sldMk cId="0" sldId="861"/>
            <ac:spMk id="43018" creationId="{CC194829-C448-46C3-982E-D8474A4DB39A}"/>
          </ac:spMkLst>
        </pc:spChg>
        <pc:spChg chg="mod">
          <ac:chgData name="王 欣捷" userId="b965477fa0aef5e6" providerId="LiveId" clId="{CCC25DF9-4458-4252-A1FA-96CED2233F88}" dt="2021-04-22T08:17:53.315" v="419" actId="1076"/>
          <ac:spMkLst>
            <pc:docMk/>
            <pc:sldMk cId="0" sldId="861"/>
            <ac:spMk id="43019" creationId="{AAD6CFE7-A570-47AD-8E19-106D3EDE8112}"/>
          </ac:spMkLst>
        </pc:spChg>
        <pc:spChg chg="mod">
          <ac:chgData name="王 欣捷" userId="b965477fa0aef5e6" providerId="LiveId" clId="{CCC25DF9-4458-4252-A1FA-96CED2233F88}" dt="2021-04-22T08:17:53.315" v="419" actId="1076"/>
          <ac:spMkLst>
            <pc:docMk/>
            <pc:sldMk cId="0" sldId="861"/>
            <ac:spMk id="43020" creationId="{5535E87F-5D3D-4436-88A0-3564C22347B3}"/>
          </ac:spMkLst>
        </pc:spChg>
        <pc:spChg chg="mod">
          <ac:chgData name="王 欣捷" userId="b965477fa0aef5e6" providerId="LiveId" clId="{CCC25DF9-4458-4252-A1FA-96CED2233F88}" dt="2021-04-22T08:17:53.315" v="419" actId="1076"/>
          <ac:spMkLst>
            <pc:docMk/>
            <pc:sldMk cId="0" sldId="861"/>
            <ac:spMk id="43021" creationId="{2F4E226F-52E8-47B2-A5C9-B8A1E12055B7}"/>
          </ac:spMkLst>
        </pc:spChg>
        <pc:spChg chg="mod">
          <ac:chgData name="王 欣捷" userId="b965477fa0aef5e6" providerId="LiveId" clId="{CCC25DF9-4458-4252-A1FA-96CED2233F88}" dt="2021-04-22T08:17:53.315" v="419" actId="1076"/>
          <ac:spMkLst>
            <pc:docMk/>
            <pc:sldMk cId="0" sldId="861"/>
            <ac:spMk id="43022" creationId="{6FBED0AC-A6A2-42DA-9C04-557E1A6D4DCB}"/>
          </ac:spMkLst>
        </pc:spChg>
        <pc:spChg chg="mod">
          <ac:chgData name="王 欣捷" userId="b965477fa0aef5e6" providerId="LiveId" clId="{CCC25DF9-4458-4252-A1FA-96CED2233F88}" dt="2021-04-22T08:17:53.315" v="419" actId="1076"/>
          <ac:spMkLst>
            <pc:docMk/>
            <pc:sldMk cId="0" sldId="861"/>
            <ac:spMk id="43023" creationId="{8970C8F9-B284-4C40-AE02-F47A6BA41459}"/>
          </ac:spMkLst>
        </pc:spChg>
        <pc:spChg chg="mod">
          <ac:chgData name="王 欣捷" userId="b965477fa0aef5e6" providerId="LiveId" clId="{CCC25DF9-4458-4252-A1FA-96CED2233F88}" dt="2021-04-22T08:17:53.315" v="419" actId="1076"/>
          <ac:spMkLst>
            <pc:docMk/>
            <pc:sldMk cId="0" sldId="861"/>
            <ac:spMk id="43024" creationId="{723297B5-2C18-450A-8AA3-0CD6D37EF4BF}"/>
          </ac:spMkLst>
        </pc:spChg>
        <pc:spChg chg="mod">
          <ac:chgData name="王 欣捷" userId="b965477fa0aef5e6" providerId="LiveId" clId="{CCC25DF9-4458-4252-A1FA-96CED2233F88}" dt="2021-04-22T08:17:53.315" v="419" actId="1076"/>
          <ac:spMkLst>
            <pc:docMk/>
            <pc:sldMk cId="0" sldId="861"/>
            <ac:spMk id="43025" creationId="{CD632F06-EFA6-4DD0-B1B9-477DD6D0EFD0}"/>
          </ac:spMkLst>
        </pc:spChg>
        <pc:spChg chg="mod">
          <ac:chgData name="王 欣捷" userId="b965477fa0aef5e6" providerId="LiveId" clId="{CCC25DF9-4458-4252-A1FA-96CED2233F88}" dt="2021-04-22T08:17:53.315" v="419" actId="1076"/>
          <ac:spMkLst>
            <pc:docMk/>
            <pc:sldMk cId="0" sldId="861"/>
            <ac:spMk id="43026" creationId="{3A21CBD3-B47A-42A8-939D-ABE940AE663E}"/>
          </ac:spMkLst>
        </pc:spChg>
        <pc:spChg chg="mod">
          <ac:chgData name="王 欣捷" userId="b965477fa0aef5e6" providerId="LiveId" clId="{CCC25DF9-4458-4252-A1FA-96CED2233F88}" dt="2021-04-22T08:17:53.315" v="419" actId="1076"/>
          <ac:spMkLst>
            <pc:docMk/>
            <pc:sldMk cId="0" sldId="861"/>
            <ac:spMk id="43027" creationId="{3F340145-BFA0-48DB-9A2D-B256849FA81B}"/>
          </ac:spMkLst>
        </pc:spChg>
        <pc:spChg chg="mod">
          <ac:chgData name="王 欣捷" userId="b965477fa0aef5e6" providerId="LiveId" clId="{CCC25DF9-4458-4252-A1FA-96CED2233F88}" dt="2021-04-22T08:17:53.315" v="419" actId="1076"/>
          <ac:spMkLst>
            <pc:docMk/>
            <pc:sldMk cId="0" sldId="861"/>
            <ac:spMk id="43028" creationId="{5A72E4C8-084E-4E25-8A0F-E7C15E56264E}"/>
          </ac:spMkLst>
        </pc:spChg>
        <pc:spChg chg="mod">
          <ac:chgData name="王 欣捷" userId="b965477fa0aef5e6" providerId="LiveId" clId="{CCC25DF9-4458-4252-A1FA-96CED2233F88}" dt="2021-04-22T08:17:53.315" v="419" actId="1076"/>
          <ac:spMkLst>
            <pc:docMk/>
            <pc:sldMk cId="0" sldId="861"/>
            <ac:spMk id="43029" creationId="{680474E3-44A1-4516-98BA-BCE02B68654D}"/>
          </ac:spMkLst>
        </pc:spChg>
        <pc:spChg chg="mod">
          <ac:chgData name="王 欣捷" userId="b965477fa0aef5e6" providerId="LiveId" clId="{CCC25DF9-4458-4252-A1FA-96CED2233F88}" dt="2021-04-22T08:17:53.315" v="419" actId="1076"/>
          <ac:spMkLst>
            <pc:docMk/>
            <pc:sldMk cId="0" sldId="861"/>
            <ac:spMk id="43030" creationId="{40F29C18-2512-4CF2-88CC-31CB5A6F2E71}"/>
          </ac:spMkLst>
        </pc:spChg>
        <pc:spChg chg="mod">
          <ac:chgData name="王 欣捷" userId="b965477fa0aef5e6" providerId="LiveId" clId="{CCC25DF9-4458-4252-A1FA-96CED2233F88}" dt="2021-04-22T08:17:53.315" v="419" actId="1076"/>
          <ac:spMkLst>
            <pc:docMk/>
            <pc:sldMk cId="0" sldId="861"/>
            <ac:spMk id="43031" creationId="{F08003EC-0F72-453C-B6BE-F0738334DA2C}"/>
          </ac:spMkLst>
        </pc:spChg>
        <pc:spChg chg="mod">
          <ac:chgData name="王 欣捷" userId="b965477fa0aef5e6" providerId="LiveId" clId="{CCC25DF9-4458-4252-A1FA-96CED2233F88}" dt="2021-04-22T08:17:53.315" v="419" actId="1076"/>
          <ac:spMkLst>
            <pc:docMk/>
            <pc:sldMk cId="0" sldId="861"/>
            <ac:spMk id="43032" creationId="{DDDB048E-1B51-4E73-A77F-6C1C2C7B5F6A}"/>
          </ac:spMkLst>
        </pc:spChg>
        <pc:spChg chg="mod">
          <ac:chgData name="王 欣捷" userId="b965477fa0aef5e6" providerId="LiveId" clId="{CCC25DF9-4458-4252-A1FA-96CED2233F88}" dt="2021-04-22T08:17:53.315" v="419" actId="1076"/>
          <ac:spMkLst>
            <pc:docMk/>
            <pc:sldMk cId="0" sldId="861"/>
            <ac:spMk id="43033" creationId="{9BF0846A-9CB2-4CDE-ACD3-0D27D5D61E09}"/>
          </ac:spMkLst>
        </pc:spChg>
        <pc:spChg chg="mod">
          <ac:chgData name="王 欣捷" userId="b965477fa0aef5e6" providerId="LiveId" clId="{CCC25DF9-4458-4252-A1FA-96CED2233F88}" dt="2021-04-22T08:17:53.315" v="419" actId="1076"/>
          <ac:spMkLst>
            <pc:docMk/>
            <pc:sldMk cId="0" sldId="861"/>
            <ac:spMk id="43034" creationId="{9C5D8361-79D3-4A65-9DD4-47BBCB4AF28C}"/>
          </ac:spMkLst>
        </pc:spChg>
        <pc:spChg chg="mod">
          <ac:chgData name="王 欣捷" userId="b965477fa0aef5e6" providerId="LiveId" clId="{CCC25DF9-4458-4252-A1FA-96CED2233F88}" dt="2021-04-22T08:17:53.315" v="419" actId="1076"/>
          <ac:spMkLst>
            <pc:docMk/>
            <pc:sldMk cId="0" sldId="861"/>
            <ac:spMk id="43035" creationId="{299D1A7F-2C2E-45C1-8746-70CEE262FB62}"/>
          </ac:spMkLst>
        </pc:spChg>
        <pc:spChg chg="mod">
          <ac:chgData name="王 欣捷" userId="b965477fa0aef5e6" providerId="LiveId" clId="{CCC25DF9-4458-4252-A1FA-96CED2233F88}" dt="2021-04-22T08:17:53.315" v="419" actId="1076"/>
          <ac:spMkLst>
            <pc:docMk/>
            <pc:sldMk cId="0" sldId="861"/>
            <ac:spMk id="43036" creationId="{E4D04BB8-0CFC-4041-86B5-F77C1C562B33}"/>
          </ac:spMkLst>
        </pc:spChg>
        <pc:spChg chg="mod">
          <ac:chgData name="王 欣捷" userId="b965477fa0aef5e6" providerId="LiveId" clId="{CCC25DF9-4458-4252-A1FA-96CED2233F88}" dt="2021-04-22T08:17:53.315" v="419" actId="1076"/>
          <ac:spMkLst>
            <pc:docMk/>
            <pc:sldMk cId="0" sldId="861"/>
            <ac:spMk id="43037" creationId="{B36E97A5-965D-4F01-86BB-60CC9FC34152}"/>
          </ac:spMkLst>
        </pc:spChg>
        <pc:spChg chg="mod">
          <ac:chgData name="王 欣捷" userId="b965477fa0aef5e6" providerId="LiveId" clId="{CCC25DF9-4458-4252-A1FA-96CED2233F88}" dt="2021-04-22T08:17:53.315" v="419" actId="1076"/>
          <ac:spMkLst>
            <pc:docMk/>
            <pc:sldMk cId="0" sldId="861"/>
            <ac:spMk id="43038" creationId="{270BEACF-39FF-43C4-B9F9-7A846F38C79F}"/>
          </ac:spMkLst>
        </pc:spChg>
        <pc:spChg chg="mod">
          <ac:chgData name="王 欣捷" userId="b965477fa0aef5e6" providerId="LiveId" clId="{CCC25DF9-4458-4252-A1FA-96CED2233F88}" dt="2021-04-22T08:17:53.315" v="419" actId="1076"/>
          <ac:spMkLst>
            <pc:docMk/>
            <pc:sldMk cId="0" sldId="861"/>
            <ac:spMk id="43039" creationId="{7B4E1711-7834-4E20-99E4-DFF6271F5E21}"/>
          </ac:spMkLst>
        </pc:spChg>
        <pc:spChg chg="mod">
          <ac:chgData name="王 欣捷" userId="b965477fa0aef5e6" providerId="LiveId" clId="{CCC25DF9-4458-4252-A1FA-96CED2233F88}" dt="2021-04-22T08:17:53.315" v="419" actId="1076"/>
          <ac:spMkLst>
            <pc:docMk/>
            <pc:sldMk cId="0" sldId="861"/>
            <ac:spMk id="43040" creationId="{981F7068-F33C-4C82-B04C-B711523A8F0E}"/>
          </ac:spMkLst>
        </pc:spChg>
        <pc:spChg chg="mod">
          <ac:chgData name="王 欣捷" userId="b965477fa0aef5e6" providerId="LiveId" clId="{CCC25DF9-4458-4252-A1FA-96CED2233F88}" dt="2021-04-22T08:17:53.315" v="419" actId="1076"/>
          <ac:spMkLst>
            <pc:docMk/>
            <pc:sldMk cId="0" sldId="861"/>
            <ac:spMk id="43041" creationId="{13EDBF3A-9898-4099-BE21-CE41F496EE4E}"/>
          </ac:spMkLst>
        </pc:spChg>
        <pc:spChg chg="mod">
          <ac:chgData name="王 欣捷" userId="b965477fa0aef5e6" providerId="LiveId" clId="{CCC25DF9-4458-4252-A1FA-96CED2233F88}" dt="2021-04-22T08:17:53.315" v="419" actId="1076"/>
          <ac:spMkLst>
            <pc:docMk/>
            <pc:sldMk cId="0" sldId="861"/>
            <ac:spMk id="43042" creationId="{886BAA63-D238-46F9-B1C8-D3EA043358C2}"/>
          </ac:spMkLst>
        </pc:spChg>
        <pc:spChg chg="mod">
          <ac:chgData name="王 欣捷" userId="b965477fa0aef5e6" providerId="LiveId" clId="{CCC25DF9-4458-4252-A1FA-96CED2233F88}" dt="2021-04-22T08:17:53.315" v="419" actId="1076"/>
          <ac:spMkLst>
            <pc:docMk/>
            <pc:sldMk cId="0" sldId="861"/>
            <ac:spMk id="43043" creationId="{97C268AC-E054-49C6-BA18-7F34A9EC8683}"/>
          </ac:spMkLst>
        </pc:spChg>
        <pc:spChg chg="mod">
          <ac:chgData name="王 欣捷" userId="b965477fa0aef5e6" providerId="LiveId" clId="{CCC25DF9-4458-4252-A1FA-96CED2233F88}" dt="2021-04-22T08:17:53.315" v="419" actId="1076"/>
          <ac:spMkLst>
            <pc:docMk/>
            <pc:sldMk cId="0" sldId="861"/>
            <ac:spMk id="43044" creationId="{694E2C18-B5DF-46EA-8810-ECAAC0339AAD}"/>
          </ac:spMkLst>
        </pc:spChg>
        <pc:spChg chg="mod">
          <ac:chgData name="王 欣捷" userId="b965477fa0aef5e6" providerId="LiveId" clId="{CCC25DF9-4458-4252-A1FA-96CED2233F88}" dt="2021-04-22T08:17:53.315" v="419" actId="1076"/>
          <ac:spMkLst>
            <pc:docMk/>
            <pc:sldMk cId="0" sldId="861"/>
            <ac:spMk id="43045" creationId="{E3F9E2D9-BB5A-4E77-821D-603751D7CFFA}"/>
          </ac:spMkLst>
        </pc:spChg>
        <pc:spChg chg="mod">
          <ac:chgData name="王 欣捷" userId="b965477fa0aef5e6" providerId="LiveId" clId="{CCC25DF9-4458-4252-A1FA-96CED2233F88}" dt="2021-04-22T08:17:53.315" v="419" actId="1076"/>
          <ac:spMkLst>
            <pc:docMk/>
            <pc:sldMk cId="0" sldId="861"/>
            <ac:spMk id="43046" creationId="{3020C611-C05F-4DCC-BE82-FD950E10D06F}"/>
          </ac:spMkLst>
        </pc:spChg>
        <pc:spChg chg="mod">
          <ac:chgData name="王 欣捷" userId="b965477fa0aef5e6" providerId="LiveId" clId="{CCC25DF9-4458-4252-A1FA-96CED2233F88}" dt="2021-04-22T08:17:53.315" v="419" actId="1076"/>
          <ac:spMkLst>
            <pc:docMk/>
            <pc:sldMk cId="0" sldId="861"/>
            <ac:spMk id="43047" creationId="{C7CB032E-472D-46BB-820F-5FFDFADDFE5E}"/>
          </ac:spMkLst>
        </pc:spChg>
        <pc:spChg chg="mod">
          <ac:chgData name="王 欣捷" userId="b965477fa0aef5e6" providerId="LiveId" clId="{CCC25DF9-4458-4252-A1FA-96CED2233F88}" dt="2021-04-22T08:17:53.315" v="419" actId="1076"/>
          <ac:spMkLst>
            <pc:docMk/>
            <pc:sldMk cId="0" sldId="861"/>
            <ac:spMk id="43048" creationId="{C24E8B91-4F6B-4B15-8C7F-026185B1A05A}"/>
          </ac:spMkLst>
        </pc:spChg>
        <pc:spChg chg="mod">
          <ac:chgData name="王 欣捷" userId="b965477fa0aef5e6" providerId="LiveId" clId="{CCC25DF9-4458-4252-A1FA-96CED2233F88}" dt="2021-04-22T08:17:53.315" v="419" actId="1076"/>
          <ac:spMkLst>
            <pc:docMk/>
            <pc:sldMk cId="0" sldId="861"/>
            <ac:spMk id="43049" creationId="{F9370574-1570-47DA-8340-CFEB86FC8DB6}"/>
          </ac:spMkLst>
        </pc:spChg>
        <pc:spChg chg="mod">
          <ac:chgData name="王 欣捷" userId="b965477fa0aef5e6" providerId="LiveId" clId="{CCC25DF9-4458-4252-A1FA-96CED2233F88}" dt="2021-04-22T08:17:53.315" v="419" actId="1076"/>
          <ac:spMkLst>
            <pc:docMk/>
            <pc:sldMk cId="0" sldId="861"/>
            <ac:spMk id="43050" creationId="{243D671A-7A86-465F-8FF5-124008B6EA90}"/>
          </ac:spMkLst>
        </pc:spChg>
        <pc:spChg chg="mod">
          <ac:chgData name="王 欣捷" userId="b965477fa0aef5e6" providerId="LiveId" clId="{CCC25DF9-4458-4252-A1FA-96CED2233F88}" dt="2021-04-22T08:17:53.315" v="419" actId="1076"/>
          <ac:spMkLst>
            <pc:docMk/>
            <pc:sldMk cId="0" sldId="861"/>
            <ac:spMk id="43051" creationId="{31A9E6EC-382C-4CCC-B668-348BA0D11023}"/>
          </ac:spMkLst>
        </pc:spChg>
        <pc:spChg chg="mod">
          <ac:chgData name="王 欣捷" userId="b965477fa0aef5e6" providerId="LiveId" clId="{CCC25DF9-4458-4252-A1FA-96CED2233F88}" dt="2021-04-22T08:17:53.315" v="419" actId="1076"/>
          <ac:spMkLst>
            <pc:docMk/>
            <pc:sldMk cId="0" sldId="861"/>
            <ac:spMk id="43052" creationId="{6641E2A0-4869-46AC-A4D8-CEF958F08A66}"/>
          </ac:spMkLst>
        </pc:spChg>
        <pc:grpChg chg="mod">
          <ac:chgData name="王 欣捷" userId="b965477fa0aef5e6" providerId="LiveId" clId="{CCC25DF9-4458-4252-A1FA-96CED2233F88}" dt="2021-04-22T08:17:53.315" v="419" actId="1076"/>
          <ac:grpSpMkLst>
            <pc:docMk/>
            <pc:sldMk cId="0" sldId="861"/>
            <ac:grpSpMk id="43012" creationId="{35C01CC5-F777-4B53-A445-BD765CA24E56}"/>
          </ac:grpSpMkLst>
        </pc:grpChg>
      </pc:sldChg>
      <pc:sldChg chg="modSp add mod chgLayout">
        <pc:chgData name="王 欣捷" userId="b965477fa0aef5e6" providerId="LiveId" clId="{CCC25DF9-4458-4252-A1FA-96CED2233F88}" dt="2021-04-22T08:18:03.911" v="420" actId="1076"/>
        <pc:sldMkLst>
          <pc:docMk/>
          <pc:sldMk cId="0" sldId="862"/>
        </pc:sldMkLst>
        <pc:spChg chg="mod ord">
          <ac:chgData name="王 欣捷" userId="b965477fa0aef5e6" providerId="LiveId" clId="{CCC25DF9-4458-4252-A1FA-96CED2233F88}" dt="2021-04-22T08:15:22.831" v="386" actId="700"/>
          <ac:spMkLst>
            <pc:docMk/>
            <pc:sldMk cId="0" sldId="862"/>
            <ac:spMk id="44034" creationId="{05F92909-DBA2-45AE-AEF6-2A903069A575}"/>
          </ac:spMkLst>
        </pc:spChg>
        <pc:spChg chg="mod ord">
          <ac:chgData name="王 欣捷" userId="b965477fa0aef5e6" providerId="LiveId" clId="{CCC25DF9-4458-4252-A1FA-96CED2233F88}" dt="2021-04-22T08:15:22.831" v="386" actId="700"/>
          <ac:spMkLst>
            <pc:docMk/>
            <pc:sldMk cId="0" sldId="862"/>
            <ac:spMk id="44035" creationId="{C5FC65C5-72E0-454B-800E-F2E5D2E135FD}"/>
          </ac:spMkLst>
        </pc:spChg>
        <pc:spChg chg="mod">
          <ac:chgData name="王 欣捷" userId="b965477fa0aef5e6" providerId="LiveId" clId="{CCC25DF9-4458-4252-A1FA-96CED2233F88}" dt="2021-04-22T08:18:03.911" v="420" actId="1076"/>
          <ac:spMkLst>
            <pc:docMk/>
            <pc:sldMk cId="0" sldId="862"/>
            <ac:spMk id="44037" creationId="{BD3A1222-E95E-4606-8B72-48A05666FB65}"/>
          </ac:spMkLst>
        </pc:spChg>
        <pc:spChg chg="mod">
          <ac:chgData name="王 欣捷" userId="b965477fa0aef5e6" providerId="LiveId" clId="{CCC25DF9-4458-4252-A1FA-96CED2233F88}" dt="2021-04-22T08:18:03.911" v="420" actId="1076"/>
          <ac:spMkLst>
            <pc:docMk/>
            <pc:sldMk cId="0" sldId="862"/>
            <ac:spMk id="44038" creationId="{63ABA6E2-8316-445C-9BF3-61DF7A723354}"/>
          </ac:spMkLst>
        </pc:spChg>
        <pc:spChg chg="mod">
          <ac:chgData name="王 欣捷" userId="b965477fa0aef5e6" providerId="LiveId" clId="{CCC25DF9-4458-4252-A1FA-96CED2233F88}" dt="2021-04-22T08:18:03.911" v="420" actId="1076"/>
          <ac:spMkLst>
            <pc:docMk/>
            <pc:sldMk cId="0" sldId="862"/>
            <ac:spMk id="44039" creationId="{EFCAF350-27E5-4EFE-9443-707D1D7D2379}"/>
          </ac:spMkLst>
        </pc:spChg>
        <pc:spChg chg="mod">
          <ac:chgData name="王 欣捷" userId="b965477fa0aef5e6" providerId="LiveId" clId="{CCC25DF9-4458-4252-A1FA-96CED2233F88}" dt="2021-04-22T08:18:03.911" v="420" actId="1076"/>
          <ac:spMkLst>
            <pc:docMk/>
            <pc:sldMk cId="0" sldId="862"/>
            <ac:spMk id="44040" creationId="{2F7EF43D-4939-4BF9-B125-9D1C4EECC526}"/>
          </ac:spMkLst>
        </pc:spChg>
        <pc:spChg chg="mod">
          <ac:chgData name="王 欣捷" userId="b965477fa0aef5e6" providerId="LiveId" clId="{CCC25DF9-4458-4252-A1FA-96CED2233F88}" dt="2021-04-22T08:18:03.911" v="420" actId="1076"/>
          <ac:spMkLst>
            <pc:docMk/>
            <pc:sldMk cId="0" sldId="862"/>
            <ac:spMk id="44041" creationId="{A256C74B-EAD3-43FB-A5C2-D516150D9A75}"/>
          </ac:spMkLst>
        </pc:spChg>
        <pc:spChg chg="mod">
          <ac:chgData name="王 欣捷" userId="b965477fa0aef5e6" providerId="LiveId" clId="{CCC25DF9-4458-4252-A1FA-96CED2233F88}" dt="2021-04-22T08:18:03.911" v="420" actId="1076"/>
          <ac:spMkLst>
            <pc:docMk/>
            <pc:sldMk cId="0" sldId="862"/>
            <ac:spMk id="44042" creationId="{55897DBC-9750-4F2E-853A-B09A12C3F63D}"/>
          </ac:spMkLst>
        </pc:spChg>
        <pc:spChg chg="mod">
          <ac:chgData name="王 欣捷" userId="b965477fa0aef5e6" providerId="LiveId" clId="{CCC25DF9-4458-4252-A1FA-96CED2233F88}" dt="2021-04-22T08:18:03.911" v="420" actId="1076"/>
          <ac:spMkLst>
            <pc:docMk/>
            <pc:sldMk cId="0" sldId="862"/>
            <ac:spMk id="44043" creationId="{C46AD133-BFEB-4BAA-9115-1BE256736DBD}"/>
          </ac:spMkLst>
        </pc:spChg>
        <pc:spChg chg="mod">
          <ac:chgData name="王 欣捷" userId="b965477fa0aef5e6" providerId="LiveId" clId="{CCC25DF9-4458-4252-A1FA-96CED2233F88}" dt="2021-04-22T08:18:03.911" v="420" actId="1076"/>
          <ac:spMkLst>
            <pc:docMk/>
            <pc:sldMk cId="0" sldId="862"/>
            <ac:spMk id="44044" creationId="{A50802E4-4287-43E7-8B06-EDD0A6F86FD7}"/>
          </ac:spMkLst>
        </pc:spChg>
        <pc:spChg chg="mod">
          <ac:chgData name="王 欣捷" userId="b965477fa0aef5e6" providerId="LiveId" clId="{CCC25DF9-4458-4252-A1FA-96CED2233F88}" dt="2021-04-22T08:18:03.911" v="420" actId="1076"/>
          <ac:spMkLst>
            <pc:docMk/>
            <pc:sldMk cId="0" sldId="862"/>
            <ac:spMk id="44045" creationId="{47C3B9BE-F5D1-45AC-8FB1-5B05ABAD1DBD}"/>
          </ac:spMkLst>
        </pc:spChg>
        <pc:spChg chg="mod">
          <ac:chgData name="王 欣捷" userId="b965477fa0aef5e6" providerId="LiveId" clId="{CCC25DF9-4458-4252-A1FA-96CED2233F88}" dt="2021-04-22T08:18:03.911" v="420" actId="1076"/>
          <ac:spMkLst>
            <pc:docMk/>
            <pc:sldMk cId="0" sldId="862"/>
            <ac:spMk id="44046" creationId="{9A5DA1C9-BF31-4F02-8FC6-65BBA14CE993}"/>
          </ac:spMkLst>
        </pc:spChg>
        <pc:spChg chg="mod">
          <ac:chgData name="王 欣捷" userId="b965477fa0aef5e6" providerId="LiveId" clId="{CCC25DF9-4458-4252-A1FA-96CED2233F88}" dt="2021-04-22T08:18:03.911" v="420" actId="1076"/>
          <ac:spMkLst>
            <pc:docMk/>
            <pc:sldMk cId="0" sldId="862"/>
            <ac:spMk id="44047" creationId="{7C97A090-E097-4F7F-86AF-0CC4246F8F4C}"/>
          </ac:spMkLst>
        </pc:spChg>
        <pc:spChg chg="mod">
          <ac:chgData name="王 欣捷" userId="b965477fa0aef5e6" providerId="LiveId" clId="{CCC25DF9-4458-4252-A1FA-96CED2233F88}" dt="2021-04-22T08:18:03.911" v="420" actId="1076"/>
          <ac:spMkLst>
            <pc:docMk/>
            <pc:sldMk cId="0" sldId="862"/>
            <ac:spMk id="44048" creationId="{FBFBD74F-0A84-4349-BF6C-D4FE6FB192B1}"/>
          </ac:spMkLst>
        </pc:spChg>
        <pc:spChg chg="mod">
          <ac:chgData name="王 欣捷" userId="b965477fa0aef5e6" providerId="LiveId" clId="{CCC25DF9-4458-4252-A1FA-96CED2233F88}" dt="2021-04-22T08:18:03.911" v="420" actId="1076"/>
          <ac:spMkLst>
            <pc:docMk/>
            <pc:sldMk cId="0" sldId="862"/>
            <ac:spMk id="44049" creationId="{5F70B249-B746-4C0A-BCD9-7A347D5F33CA}"/>
          </ac:spMkLst>
        </pc:spChg>
        <pc:spChg chg="mod">
          <ac:chgData name="王 欣捷" userId="b965477fa0aef5e6" providerId="LiveId" clId="{CCC25DF9-4458-4252-A1FA-96CED2233F88}" dt="2021-04-22T08:18:03.911" v="420" actId="1076"/>
          <ac:spMkLst>
            <pc:docMk/>
            <pc:sldMk cId="0" sldId="862"/>
            <ac:spMk id="44050" creationId="{97FC3617-994C-4FA6-A7F6-B985AA867087}"/>
          </ac:spMkLst>
        </pc:spChg>
        <pc:spChg chg="mod">
          <ac:chgData name="王 欣捷" userId="b965477fa0aef5e6" providerId="LiveId" clId="{CCC25DF9-4458-4252-A1FA-96CED2233F88}" dt="2021-04-22T08:18:03.911" v="420" actId="1076"/>
          <ac:spMkLst>
            <pc:docMk/>
            <pc:sldMk cId="0" sldId="862"/>
            <ac:spMk id="44051" creationId="{B7FCA51F-99F0-497B-BE41-BFD9424BCE0F}"/>
          </ac:spMkLst>
        </pc:spChg>
        <pc:spChg chg="mod">
          <ac:chgData name="王 欣捷" userId="b965477fa0aef5e6" providerId="LiveId" clId="{CCC25DF9-4458-4252-A1FA-96CED2233F88}" dt="2021-04-22T08:18:03.911" v="420" actId="1076"/>
          <ac:spMkLst>
            <pc:docMk/>
            <pc:sldMk cId="0" sldId="862"/>
            <ac:spMk id="44052" creationId="{A9E171E2-AF50-4F86-9097-D0E70840FC5F}"/>
          </ac:spMkLst>
        </pc:spChg>
        <pc:spChg chg="mod">
          <ac:chgData name="王 欣捷" userId="b965477fa0aef5e6" providerId="LiveId" clId="{CCC25DF9-4458-4252-A1FA-96CED2233F88}" dt="2021-04-22T08:18:03.911" v="420" actId="1076"/>
          <ac:spMkLst>
            <pc:docMk/>
            <pc:sldMk cId="0" sldId="862"/>
            <ac:spMk id="44053" creationId="{33FC05CB-722A-4FB9-9393-AFA09D92D0E1}"/>
          </ac:spMkLst>
        </pc:spChg>
        <pc:spChg chg="mod">
          <ac:chgData name="王 欣捷" userId="b965477fa0aef5e6" providerId="LiveId" clId="{CCC25DF9-4458-4252-A1FA-96CED2233F88}" dt="2021-04-22T08:18:03.911" v="420" actId="1076"/>
          <ac:spMkLst>
            <pc:docMk/>
            <pc:sldMk cId="0" sldId="862"/>
            <ac:spMk id="44054" creationId="{80AB5D55-EFAA-40FD-BC23-00ADADBFE1B4}"/>
          </ac:spMkLst>
        </pc:spChg>
        <pc:spChg chg="mod">
          <ac:chgData name="王 欣捷" userId="b965477fa0aef5e6" providerId="LiveId" clId="{CCC25DF9-4458-4252-A1FA-96CED2233F88}" dt="2021-04-22T08:18:03.911" v="420" actId="1076"/>
          <ac:spMkLst>
            <pc:docMk/>
            <pc:sldMk cId="0" sldId="862"/>
            <ac:spMk id="44055" creationId="{E7C7D219-BC7D-4927-814D-EBFF4048605E}"/>
          </ac:spMkLst>
        </pc:spChg>
        <pc:spChg chg="mod">
          <ac:chgData name="王 欣捷" userId="b965477fa0aef5e6" providerId="LiveId" clId="{CCC25DF9-4458-4252-A1FA-96CED2233F88}" dt="2021-04-22T08:18:03.911" v="420" actId="1076"/>
          <ac:spMkLst>
            <pc:docMk/>
            <pc:sldMk cId="0" sldId="862"/>
            <ac:spMk id="44056" creationId="{1FCE86D3-5D7B-4040-886A-1BC44B005D8C}"/>
          </ac:spMkLst>
        </pc:spChg>
        <pc:spChg chg="mod">
          <ac:chgData name="王 欣捷" userId="b965477fa0aef5e6" providerId="LiveId" clId="{CCC25DF9-4458-4252-A1FA-96CED2233F88}" dt="2021-04-22T08:18:03.911" v="420" actId="1076"/>
          <ac:spMkLst>
            <pc:docMk/>
            <pc:sldMk cId="0" sldId="862"/>
            <ac:spMk id="44057" creationId="{7205D3DC-6452-4EF0-B3B7-321DED89D1DF}"/>
          </ac:spMkLst>
        </pc:spChg>
        <pc:spChg chg="mod">
          <ac:chgData name="王 欣捷" userId="b965477fa0aef5e6" providerId="LiveId" clId="{CCC25DF9-4458-4252-A1FA-96CED2233F88}" dt="2021-04-22T08:18:03.911" v="420" actId="1076"/>
          <ac:spMkLst>
            <pc:docMk/>
            <pc:sldMk cId="0" sldId="862"/>
            <ac:spMk id="44058" creationId="{62ABD11C-293B-4572-A5F8-5DFEA3BED6A0}"/>
          </ac:spMkLst>
        </pc:spChg>
        <pc:spChg chg="mod">
          <ac:chgData name="王 欣捷" userId="b965477fa0aef5e6" providerId="LiveId" clId="{CCC25DF9-4458-4252-A1FA-96CED2233F88}" dt="2021-04-22T08:18:03.911" v="420" actId="1076"/>
          <ac:spMkLst>
            <pc:docMk/>
            <pc:sldMk cId="0" sldId="862"/>
            <ac:spMk id="44059" creationId="{1FA7B002-3937-47DA-A9EC-250435C5C2BC}"/>
          </ac:spMkLst>
        </pc:spChg>
        <pc:spChg chg="mod">
          <ac:chgData name="王 欣捷" userId="b965477fa0aef5e6" providerId="LiveId" clId="{CCC25DF9-4458-4252-A1FA-96CED2233F88}" dt="2021-04-22T08:18:03.911" v="420" actId="1076"/>
          <ac:spMkLst>
            <pc:docMk/>
            <pc:sldMk cId="0" sldId="862"/>
            <ac:spMk id="44060" creationId="{9EEEA61B-AAF0-4B5E-9750-3C56434A61E7}"/>
          </ac:spMkLst>
        </pc:spChg>
        <pc:spChg chg="mod">
          <ac:chgData name="王 欣捷" userId="b965477fa0aef5e6" providerId="LiveId" clId="{CCC25DF9-4458-4252-A1FA-96CED2233F88}" dt="2021-04-22T08:18:03.911" v="420" actId="1076"/>
          <ac:spMkLst>
            <pc:docMk/>
            <pc:sldMk cId="0" sldId="862"/>
            <ac:spMk id="44061" creationId="{5A64E454-8E8E-4B56-B1BC-A16DE0896FA7}"/>
          </ac:spMkLst>
        </pc:spChg>
        <pc:spChg chg="mod">
          <ac:chgData name="王 欣捷" userId="b965477fa0aef5e6" providerId="LiveId" clId="{CCC25DF9-4458-4252-A1FA-96CED2233F88}" dt="2021-04-22T08:18:03.911" v="420" actId="1076"/>
          <ac:spMkLst>
            <pc:docMk/>
            <pc:sldMk cId="0" sldId="862"/>
            <ac:spMk id="44062" creationId="{B872DF4F-55FF-4BCB-9F57-1F8B5C1BD111}"/>
          </ac:spMkLst>
        </pc:spChg>
        <pc:spChg chg="mod">
          <ac:chgData name="王 欣捷" userId="b965477fa0aef5e6" providerId="LiveId" clId="{CCC25DF9-4458-4252-A1FA-96CED2233F88}" dt="2021-04-22T08:18:03.911" v="420" actId="1076"/>
          <ac:spMkLst>
            <pc:docMk/>
            <pc:sldMk cId="0" sldId="862"/>
            <ac:spMk id="44063" creationId="{1B076DEF-6C56-41BC-810C-2414C7880F04}"/>
          </ac:spMkLst>
        </pc:spChg>
        <pc:spChg chg="mod">
          <ac:chgData name="王 欣捷" userId="b965477fa0aef5e6" providerId="LiveId" clId="{CCC25DF9-4458-4252-A1FA-96CED2233F88}" dt="2021-04-22T08:18:03.911" v="420" actId="1076"/>
          <ac:spMkLst>
            <pc:docMk/>
            <pc:sldMk cId="0" sldId="862"/>
            <ac:spMk id="44064" creationId="{F67EF3F7-C683-43CF-8CF6-1D6B96FFFB6E}"/>
          </ac:spMkLst>
        </pc:spChg>
        <pc:spChg chg="mod">
          <ac:chgData name="王 欣捷" userId="b965477fa0aef5e6" providerId="LiveId" clId="{CCC25DF9-4458-4252-A1FA-96CED2233F88}" dt="2021-04-22T08:18:03.911" v="420" actId="1076"/>
          <ac:spMkLst>
            <pc:docMk/>
            <pc:sldMk cId="0" sldId="862"/>
            <ac:spMk id="44065" creationId="{16403361-3888-4BC7-8469-BD029E6E2E06}"/>
          </ac:spMkLst>
        </pc:spChg>
        <pc:spChg chg="mod">
          <ac:chgData name="王 欣捷" userId="b965477fa0aef5e6" providerId="LiveId" clId="{CCC25DF9-4458-4252-A1FA-96CED2233F88}" dt="2021-04-22T08:18:03.911" v="420" actId="1076"/>
          <ac:spMkLst>
            <pc:docMk/>
            <pc:sldMk cId="0" sldId="862"/>
            <ac:spMk id="44066" creationId="{180437AF-A9C1-47CC-8C85-6B903D9B0644}"/>
          </ac:spMkLst>
        </pc:spChg>
        <pc:spChg chg="mod">
          <ac:chgData name="王 欣捷" userId="b965477fa0aef5e6" providerId="LiveId" clId="{CCC25DF9-4458-4252-A1FA-96CED2233F88}" dt="2021-04-22T08:18:03.911" v="420" actId="1076"/>
          <ac:spMkLst>
            <pc:docMk/>
            <pc:sldMk cId="0" sldId="862"/>
            <ac:spMk id="44067" creationId="{DFFBA982-4AB4-4F5E-975D-ECBA87D6E6FD}"/>
          </ac:spMkLst>
        </pc:spChg>
        <pc:spChg chg="mod">
          <ac:chgData name="王 欣捷" userId="b965477fa0aef5e6" providerId="LiveId" clId="{CCC25DF9-4458-4252-A1FA-96CED2233F88}" dt="2021-04-22T08:18:03.911" v="420" actId="1076"/>
          <ac:spMkLst>
            <pc:docMk/>
            <pc:sldMk cId="0" sldId="862"/>
            <ac:spMk id="44068" creationId="{13711028-4184-44A3-9EC5-73BD35B07BBE}"/>
          </ac:spMkLst>
        </pc:spChg>
        <pc:spChg chg="mod">
          <ac:chgData name="王 欣捷" userId="b965477fa0aef5e6" providerId="LiveId" clId="{CCC25DF9-4458-4252-A1FA-96CED2233F88}" dt="2021-04-22T08:18:03.911" v="420" actId="1076"/>
          <ac:spMkLst>
            <pc:docMk/>
            <pc:sldMk cId="0" sldId="862"/>
            <ac:spMk id="44069" creationId="{41BFFF3F-7955-4135-A4E7-6E10B2854EF7}"/>
          </ac:spMkLst>
        </pc:spChg>
        <pc:spChg chg="mod">
          <ac:chgData name="王 欣捷" userId="b965477fa0aef5e6" providerId="LiveId" clId="{CCC25DF9-4458-4252-A1FA-96CED2233F88}" dt="2021-04-22T08:18:03.911" v="420" actId="1076"/>
          <ac:spMkLst>
            <pc:docMk/>
            <pc:sldMk cId="0" sldId="862"/>
            <ac:spMk id="44070" creationId="{2AD5C925-BC05-4D57-AF47-C6CD1DD57B66}"/>
          </ac:spMkLst>
        </pc:spChg>
        <pc:spChg chg="mod">
          <ac:chgData name="王 欣捷" userId="b965477fa0aef5e6" providerId="LiveId" clId="{CCC25DF9-4458-4252-A1FA-96CED2233F88}" dt="2021-04-22T08:18:03.911" v="420" actId="1076"/>
          <ac:spMkLst>
            <pc:docMk/>
            <pc:sldMk cId="0" sldId="862"/>
            <ac:spMk id="44071" creationId="{C17DF5CB-7051-414C-BFDA-0E878F7C87D9}"/>
          </ac:spMkLst>
        </pc:spChg>
        <pc:spChg chg="mod">
          <ac:chgData name="王 欣捷" userId="b965477fa0aef5e6" providerId="LiveId" clId="{CCC25DF9-4458-4252-A1FA-96CED2233F88}" dt="2021-04-22T08:18:03.911" v="420" actId="1076"/>
          <ac:spMkLst>
            <pc:docMk/>
            <pc:sldMk cId="0" sldId="862"/>
            <ac:spMk id="44072" creationId="{4A5C435B-0202-4D1F-AF88-493EA0184D54}"/>
          </ac:spMkLst>
        </pc:spChg>
        <pc:spChg chg="mod">
          <ac:chgData name="王 欣捷" userId="b965477fa0aef5e6" providerId="LiveId" clId="{CCC25DF9-4458-4252-A1FA-96CED2233F88}" dt="2021-04-22T08:18:03.911" v="420" actId="1076"/>
          <ac:spMkLst>
            <pc:docMk/>
            <pc:sldMk cId="0" sldId="862"/>
            <ac:spMk id="44073" creationId="{A0B461E1-CE07-4A82-9106-0CE5A46C8233}"/>
          </ac:spMkLst>
        </pc:spChg>
        <pc:spChg chg="mod">
          <ac:chgData name="王 欣捷" userId="b965477fa0aef5e6" providerId="LiveId" clId="{CCC25DF9-4458-4252-A1FA-96CED2233F88}" dt="2021-04-22T08:18:03.911" v="420" actId="1076"/>
          <ac:spMkLst>
            <pc:docMk/>
            <pc:sldMk cId="0" sldId="862"/>
            <ac:spMk id="44074" creationId="{9C19F16F-A994-4098-9DE1-F8A78149DFCB}"/>
          </ac:spMkLst>
        </pc:spChg>
        <pc:spChg chg="mod">
          <ac:chgData name="王 欣捷" userId="b965477fa0aef5e6" providerId="LiveId" clId="{CCC25DF9-4458-4252-A1FA-96CED2233F88}" dt="2021-04-22T08:18:03.911" v="420" actId="1076"/>
          <ac:spMkLst>
            <pc:docMk/>
            <pc:sldMk cId="0" sldId="862"/>
            <ac:spMk id="44075" creationId="{A8DF2099-8B8E-4656-A8CD-4073BDDE899F}"/>
          </ac:spMkLst>
        </pc:spChg>
        <pc:spChg chg="mod">
          <ac:chgData name="王 欣捷" userId="b965477fa0aef5e6" providerId="LiveId" clId="{CCC25DF9-4458-4252-A1FA-96CED2233F88}" dt="2021-04-22T08:18:03.911" v="420" actId="1076"/>
          <ac:spMkLst>
            <pc:docMk/>
            <pc:sldMk cId="0" sldId="862"/>
            <ac:spMk id="44076" creationId="{0452DB3F-E452-4811-AEF0-3C02284A2D6B}"/>
          </ac:spMkLst>
        </pc:spChg>
        <pc:grpChg chg="mod">
          <ac:chgData name="王 欣捷" userId="b965477fa0aef5e6" providerId="LiveId" clId="{CCC25DF9-4458-4252-A1FA-96CED2233F88}" dt="2021-04-22T08:18:03.911" v="420" actId="1076"/>
          <ac:grpSpMkLst>
            <pc:docMk/>
            <pc:sldMk cId="0" sldId="862"/>
            <ac:grpSpMk id="44036" creationId="{85ED5971-B149-4701-8C83-4E6610F1A64A}"/>
          </ac:grpSpMkLst>
        </pc:grpChg>
      </pc:sldChg>
      <pc:sldChg chg="modSp add mod chgLayout">
        <pc:chgData name="王 欣捷" userId="b965477fa0aef5e6" providerId="LiveId" clId="{CCC25DF9-4458-4252-A1FA-96CED2233F88}" dt="2021-04-22T08:18:10.771" v="421" actId="1076"/>
        <pc:sldMkLst>
          <pc:docMk/>
          <pc:sldMk cId="0" sldId="863"/>
        </pc:sldMkLst>
        <pc:spChg chg="mod ord">
          <ac:chgData name="王 欣捷" userId="b965477fa0aef5e6" providerId="LiveId" clId="{CCC25DF9-4458-4252-A1FA-96CED2233F88}" dt="2021-04-22T08:15:22.831" v="386" actId="700"/>
          <ac:spMkLst>
            <pc:docMk/>
            <pc:sldMk cId="0" sldId="863"/>
            <ac:spMk id="45058" creationId="{15581E9B-FFE3-40D2-A98A-E6E9C1008A5F}"/>
          </ac:spMkLst>
        </pc:spChg>
        <pc:spChg chg="mod ord">
          <ac:chgData name="王 欣捷" userId="b965477fa0aef5e6" providerId="LiveId" clId="{CCC25DF9-4458-4252-A1FA-96CED2233F88}" dt="2021-04-22T08:15:22.831" v="386" actId="700"/>
          <ac:spMkLst>
            <pc:docMk/>
            <pc:sldMk cId="0" sldId="863"/>
            <ac:spMk id="45059" creationId="{06AC20CA-C8BA-4F02-B7FA-FD2046E2C18A}"/>
          </ac:spMkLst>
        </pc:spChg>
        <pc:spChg chg="mod">
          <ac:chgData name="王 欣捷" userId="b965477fa0aef5e6" providerId="LiveId" clId="{CCC25DF9-4458-4252-A1FA-96CED2233F88}" dt="2021-04-22T08:18:10.771" v="421" actId="1076"/>
          <ac:spMkLst>
            <pc:docMk/>
            <pc:sldMk cId="0" sldId="863"/>
            <ac:spMk id="45061" creationId="{FE4C96E1-CF39-4BAF-B22F-E73E205354E5}"/>
          </ac:spMkLst>
        </pc:spChg>
        <pc:spChg chg="mod">
          <ac:chgData name="王 欣捷" userId="b965477fa0aef5e6" providerId="LiveId" clId="{CCC25DF9-4458-4252-A1FA-96CED2233F88}" dt="2021-04-22T08:18:10.771" v="421" actId="1076"/>
          <ac:spMkLst>
            <pc:docMk/>
            <pc:sldMk cId="0" sldId="863"/>
            <ac:spMk id="45062" creationId="{0594B98E-C1E0-4B3D-AB2F-844A8FAA5F25}"/>
          </ac:spMkLst>
        </pc:spChg>
        <pc:spChg chg="mod">
          <ac:chgData name="王 欣捷" userId="b965477fa0aef5e6" providerId="LiveId" clId="{CCC25DF9-4458-4252-A1FA-96CED2233F88}" dt="2021-04-22T08:18:10.771" v="421" actId="1076"/>
          <ac:spMkLst>
            <pc:docMk/>
            <pc:sldMk cId="0" sldId="863"/>
            <ac:spMk id="45063" creationId="{3915DDD0-8699-4A72-AA63-0B97EAC9E6BF}"/>
          </ac:spMkLst>
        </pc:spChg>
        <pc:spChg chg="mod">
          <ac:chgData name="王 欣捷" userId="b965477fa0aef5e6" providerId="LiveId" clId="{CCC25DF9-4458-4252-A1FA-96CED2233F88}" dt="2021-04-22T08:18:10.771" v="421" actId="1076"/>
          <ac:spMkLst>
            <pc:docMk/>
            <pc:sldMk cId="0" sldId="863"/>
            <ac:spMk id="45064" creationId="{0BD5E581-0FBB-4B03-8113-0C6D5FA883BB}"/>
          </ac:spMkLst>
        </pc:spChg>
        <pc:spChg chg="mod">
          <ac:chgData name="王 欣捷" userId="b965477fa0aef5e6" providerId="LiveId" clId="{CCC25DF9-4458-4252-A1FA-96CED2233F88}" dt="2021-04-22T08:18:10.771" v="421" actId="1076"/>
          <ac:spMkLst>
            <pc:docMk/>
            <pc:sldMk cId="0" sldId="863"/>
            <ac:spMk id="45065" creationId="{8AABD5C8-CE5F-41BD-83B3-8430C3F68128}"/>
          </ac:spMkLst>
        </pc:spChg>
        <pc:spChg chg="mod">
          <ac:chgData name="王 欣捷" userId="b965477fa0aef5e6" providerId="LiveId" clId="{CCC25DF9-4458-4252-A1FA-96CED2233F88}" dt="2021-04-22T08:18:10.771" v="421" actId="1076"/>
          <ac:spMkLst>
            <pc:docMk/>
            <pc:sldMk cId="0" sldId="863"/>
            <ac:spMk id="45066" creationId="{A887635A-5D0D-46DA-BBF5-E9E5EAE82366}"/>
          </ac:spMkLst>
        </pc:spChg>
        <pc:spChg chg="mod">
          <ac:chgData name="王 欣捷" userId="b965477fa0aef5e6" providerId="LiveId" clId="{CCC25DF9-4458-4252-A1FA-96CED2233F88}" dt="2021-04-22T08:18:10.771" v="421" actId="1076"/>
          <ac:spMkLst>
            <pc:docMk/>
            <pc:sldMk cId="0" sldId="863"/>
            <ac:spMk id="45067" creationId="{F3513052-3D28-4BA5-8984-BCDBB489E7CC}"/>
          </ac:spMkLst>
        </pc:spChg>
        <pc:spChg chg="mod">
          <ac:chgData name="王 欣捷" userId="b965477fa0aef5e6" providerId="LiveId" clId="{CCC25DF9-4458-4252-A1FA-96CED2233F88}" dt="2021-04-22T08:18:10.771" v="421" actId="1076"/>
          <ac:spMkLst>
            <pc:docMk/>
            <pc:sldMk cId="0" sldId="863"/>
            <ac:spMk id="45068" creationId="{93229A77-63A9-4503-907C-23C921BBBDC4}"/>
          </ac:spMkLst>
        </pc:spChg>
        <pc:spChg chg="mod">
          <ac:chgData name="王 欣捷" userId="b965477fa0aef5e6" providerId="LiveId" clId="{CCC25DF9-4458-4252-A1FA-96CED2233F88}" dt="2021-04-22T08:18:10.771" v="421" actId="1076"/>
          <ac:spMkLst>
            <pc:docMk/>
            <pc:sldMk cId="0" sldId="863"/>
            <ac:spMk id="45069" creationId="{72C12EAC-A70B-48FB-A2D7-0782C16074C9}"/>
          </ac:spMkLst>
        </pc:spChg>
        <pc:spChg chg="mod">
          <ac:chgData name="王 欣捷" userId="b965477fa0aef5e6" providerId="LiveId" clId="{CCC25DF9-4458-4252-A1FA-96CED2233F88}" dt="2021-04-22T08:18:10.771" v="421" actId="1076"/>
          <ac:spMkLst>
            <pc:docMk/>
            <pc:sldMk cId="0" sldId="863"/>
            <ac:spMk id="45070" creationId="{07198547-8197-4653-8728-64D5328248EC}"/>
          </ac:spMkLst>
        </pc:spChg>
        <pc:spChg chg="mod">
          <ac:chgData name="王 欣捷" userId="b965477fa0aef5e6" providerId="LiveId" clId="{CCC25DF9-4458-4252-A1FA-96CED2233F88}" dt="2021-04-22T08:18:10.771" v="421" actId="1076"/>
          <ac:spMkLst>
            <pc:docMk/>
            <pc:sldMk cId="0" sldId="863"/>
            <ac:spMk id="45071" creationId="{B5BB90B0-6934-49DC-80BD-717BA93E0A7E}"/>
          </ac:spMkLst>
        </pc:spChg>
        <pc:spChg chg="mod">
          <ac:chgData name="王 欣捷" userId="b965477fa0aef5e6" providerId="LiveId" clId="{CCC25DF9-4458-4252-A1FA-96CED2233F88}" dt="2021-04-22T08:18:10.771" v="421" actId="1076"/>
          <ac:spMkLst>
            <pc:docMk/>
            <pc:sldMk cId="0" sldId="863"/>
            <ac:spMk id="45072" creationId="{B1AED4FF-0E71-4984-95FA-CF08902C87BE}"/>
          </ac:spMkLst>
        </pc:spChg>
        <pc:spChg chg="mod">
          <ac:chgData name="王 欣捷" userId="b965477fa0aef5e6" providerId="LiveId" clId="{CCC25DF9-4458-4252-A1FA-96CED2233F88}" dt="2021-04-22T08:18:10.771" v="421" actId="1076"/>
          <ac:spMkLst>
            <pc:docMk/>
            <pc:sldMk cId="0" sldId="863"/>
            <ac:spMk id="45073" creationId="{A158A789-7BFE-4982-850F-00EFFF06D70D}"/>
          </ac:spMkLst>
        </pc:spChg>
        <pc:spChg chg="mod">
          <ac:chgData name="王 欣捷" userId="b965477fa0aef5e6" providerId="LiveId" clId="{CCC25DF9-4458-4252-A1FA-96CED2233F88}" dt="2021-04-22T08:18:10.771" v="421" actId="1076"/>
          <ac:spMkLst>
            <pc:docMk/>
            <pc:sldMk cId="0" sldId="863"/>
            <ac:spMk id="45074" creationId="{924F9A3C-E0C1-499D-911D-0F75742F755A}"/>
          </ac:spMkLst>
        </pc:spChg>
        <pc:spChg chg="mod">
          <ac:chgData name="王 欣捷" userId="b965477fa0aef5e6" providerId="LiveId" clId="{CCC25DF9-4458-4252-A1FA-96CED2233F88}" dt="2021-04-22T08:18:10.771" v="421" actId="1076"/>
          <ac:spMkLst>
            <pc:docMk/>
            <pc:sldMk cId="0" sldId="863"/>
            <ac:spMk id="45075" creationId="{08222836-B900-471D-A644-EDE437C50016}"/>
          </ac:spMkLst>
        </pc:spChg>
        <pc:spChg chg="mod">
          <ac:chgData name="王 欣捷" userId="b965477fa0aef5e6" providerId="LiveId" clId="{CCC25DF9-4458-4252-A1FA-96CED2233F88}" dt="2021-04-22T08:18:10.771" v="421" actId="1076"/>
          <ac:spMkLst>
            <pc:docMk/>
            <pc:sldMk cId="0" sldId="863"/>
            <ac:spMk id="45076" creationId="{24EF4884-566F-4421-B77A-227176CFAFCC}"/>
          </ac:spMkLst>
        </pc:spChg>
        <pc:spChg chg="mod">
          <ac:chgData name="王 欣捷" userId="b965477fa0aef5e6" providerId="LiveId" clId="{CCC25DF9-4458-4252-A1FA-96CED2233F88}" dt="2021-04-22T08:18:10.771" v="421" actId="1076"/>
          <ac:spMkLst>
            <pc:docMk/>
            <pc:sldMk cId="0" sldId="863"/>
            <ac:spMk id="45077" creationId="{5FD8326B-0F53-47EC-823A-7393D907F60D}"/>
          </ac:spMkLst>
        </pc:spChg>
        <pc:spChg chg="mod">
          <ac:chgData name="王 欣捷" userId="b965477fa0aef5e6" providerId="LiveId" clId="{CCC25DF9-4458-4252-A1FA-96CED2233F88}" dt="2021-04-22T08:18:10.771" v="421" actId="1076"/>
          <ac:spMkLst>
            <pc:docMk/>
            <pc:sldMk cId="0" sldId="863"/>
            <ac:spMk id="45078" creationId="{1BF01230-2F9E-498D-9623-AE17F132D471}"/>
          </ac:spMkLst>
        </pc:spChg>
        <pc:spChg chg="mod">
          <ac:chgData name="王 欣捷" userId="b965477fa0aef5e6" providerId="LiveId" clId="{CCC25DF9-4458-4252-A1FA-96CED2233F88}" dt="2021-04-22T08:18:10.771" v="421" actId="1076"/>
          <ac:spMkLst>
            <pc:docMk/>
            <pc:sldMk cId="0" sldId="863"/>
            <ac:spMk id="45079" creationId="{78F55CE7-565D-4FCC-A48D-8D1424F9EE04}"/>
          </ac:spMkLst>
        </pc:spChg>
        <pc:spChg chg="mod">
          <ac:chgData name="王 欣捷" userId="b965477fa0aef5e6" providerId="LiveId" clId="{CCC25DF9-4458-4252-A1FA-96CED2233F88}" dt="2021-04-22T08:18:10.771" v="421" actId="1076"/>
          <ac:spMkLst>
            <pc:docMk/>
            <pc:sldMk cId="0" sldId="863"/>
            <ac:spMk id="45080" creationId="{51AD9A95-9787-4652-9D6D-A75B73398EC5}"/>
          </ac:spMkLst>
        </pc:spChg>
        <pc:spChg chg="mod">
          <ac:chgData name="王 欣捷" userId="b965477fa0aef5e6" providerId="LiveId" clId="{CCC25DF9-4458-4252-A1FA-96CED2233F88}" dt="2021-04-22T08:18:10.771" v="421" actId="1076"/>
          <ac:spMkLst>
            <pc:docMk/>
            <pc:sldMk cId="0" sldId="863"/>
            <ac:spMk id="45081" creationId="{B3434142-3A28-4482-9A85-1DC80F0E4BE3}"/>
          </ac:spMkLst>
        </pc:spChg>
        <pc:spChg chg="mod">
          <ac:chgData name="王 欣捷" userId="b965477fa0aef5e6" providerId="LiveId" clId="{CCC25DF9-4458-4252-A1FA-96CED2233F88}" dt="2021-04-22T08:18:10.771" v="421" actId="1076"/>
          <ac:spMkLst>
            <pc:docMk/>
            <pc:sldMk cId="0" sldId="863"/>
            <ac:spMk id="45082" creationId="{E59BB1BB-6E9C-481B-84F4-C04FE2D8F209}"/>
          </ac:spMkLst>
        </pc:spChg>
        <pc:spChg chg="mod">
          <ac:chgData name="王 欣捷" userId="b965477fa0aef5e6" providerId="LiveId" clId="{CCC25DF9-4458-4252-A1FA-96CED2233F88}" dt="2021-04-22T08:18:10.771" v="421" actId="1076"/>
          <ac:spMkLst>
            <pc:docMk/>
            <pc:sldMk cId="0" sldId="863"/>
            <ac:spMk id="45083" creationId="{7C6F79DB-D560-46E8-9AF2-C8C9C205C910}"/>
          </ac:spMkLst>
        </pc:spChg>
        <pc:spChg chg="mod">
          <ac:chgData name="王 欣捷" userId="b965477fa0aef5e6" providerId="LiveId" clId="{CCC25DF9-4458-4252-A1FA-96CED2233F88}" dt="2021-04-22T08:18:10.771" v="421" actId="1076"/>
          <ac:spMkLst>
            <pc:docMk/>
            <pc:sldMk cId="0" sldId="863"/>
            <ac:spMk id="45084" creationId="{D18DA1CC-5B8E-4D23-B098-548740BA66C6}"/>
          </ac:spMkLst>
        </pc:spChg>
        <pc:spChg chg="mod">
          <ac:chgData name="王 欣捷" userId="b965477fa0aef5e6" providerId="LiveId" clId="{CCC25DF9-4458-4252-A1FA-96CED2233F88}" dt="2021-04-22T08:18:10.771" v="421" actId="1076"/>
          <ac:spMkLst>
            <pc:docMk/>
            <pc:sldMk cId="0" sldId="863"/>
            <ac:spMk id="45085" creationId="{4C60A5B8-69C3-443B-B918-A4A3D6D6A596}"/>
          </ac:spMkLst>
        </pc:spChg>
        <pc:spChg chg="mod">
          <ac:chgData name="王 欣捷" userId="b965477fa0aef5e6" providerId="LiveId" clId="{CCC25DF9-4458-4252-A1FA-96CED2233F88}" dt="2021-04-22T08:18:10.771" v="421" actId="1076"/>
          <ac:spMkLst>
            <pc:docMk/>
            <pc:sldMk cId="0" sldId="863"/>
            <ac:spMk id="45086" creationId="{8CE036D2-BDC6-40E5-ACAA-555F43003262}"/>
          </ac:spMkLst>
        </pc:spChg>
        <pc:spChg chg="mod">
          <ac:chgData name="王 欣捷" userId="b965477fa0aef5e6" providerId="LiveId" clId="{CCC25DF9-4458-4252-A1FA-96CED2233F88}" dt="2021-04-22T08:18:10.771" v="421" actId="1076"/>
          <ac:spMkLst>
            <pc:docMk/>
            <pc:sldMk cId="0" sldId="863"/>
            <ac:spMk id="45087" creationId="{E1469A8D-3C16-49E4-9439-0BCCEC29FBCB}"/>
          </ac:spMkLst>
        </pc:spChg>
        <pc:spChg chg="mod">
          <ac:chgData name="王 欣捷" userId="b965477fa0aef5e6" providerId="LiveId" clId="{CCC25DF9-4458-4252-A1FA-96CED2233F88}" dt="2021-04-22T08:18:10.771" v="421" actId="1076"/>
          <ac:spMkLst>
            <pc:docMk/>
            <pc:sldMk cId="0" sldId="863"/>
            <ac:spMk id="45088" creationId="{61480833-834B-4682-9220-EB6F6803F42F}"/>
          </ac:spMkLst>
        </pc:spChg>
        <pc:spChg chg="mod">
          <ac:chgData name="王 欣捷" userId="b965477fa0aef5e6" providerId="LiveId" clId="{CCC25DF9-4458-4252-A1FA-96CED2233F88}" dt="2021-04-22T08:18:10.771" v="421" actId="1076"/>
          <ac:spMkLst>
            <pc:docMk/>
            <pc:sldMk cId="0" sldId="863"/>
            <ac:spMk id="45089" creationId="{6BE1ECB8-EB7E-4049-9A5C-F8A166BBFE29}"/>
          </ac:spMkLst>
        </pc:spChg>
        <pc:spChg chg="mod">
          <ac:chgData name="王 欣捷" userId="b965477fa0aef5e6" providerId="LiveId" clId="{CCC25DF9-4458-4252-A1FA-96CED2233F88}" dt="2021-04-22T08:18:10.771" v="421" actId="1076"/>
          <ac:spMkLst>
            <pc:docMk/>
            <pc:sldMk cId="0" sldId="863"/>
            <ac:spMk id="45090" creationId="{588423E1-DAD9-43BD-A5B5-3109468B7631}"/>
          </ac:spMkLst>
        </pc:spChg>
        <pc:spChg chg="mod">
          <ac:chgData name="王 欣捷" userId="b965477fa0aef5e6" providerId="LiveId" clId="{CCC25DF9-4458-4252-A1FA-96CED2233F88}" dt="2021-04-22T08:18:10.771" v="421" actId="1076"/>
          <ac:spMkLst>
            <pc:docMk/>
            <pc:sldMk cId="0" sldId="863"/>
            <ac:spMk id="45091" creationId="{2AEA351D-AB38-45C6-B64B-78738A725463}"/>
          </ac:spMkLst>
        </pc:spChg>
        <pc:spChg chg="mod">
          <ac:chgData name="王 欣捷" userId="b965477fa0aef5e6" providerId="LiveId" clId="{CCC25DF9-4458-4252-A1FA-96CED2233F88}" dt="2021-04-22T08:18:10.771" v="421" actId="1076"/>
          <ac:spMkLst>
            <pc:docMk/>
            <pc:sldMk cId="0" sldId="863"/>
            <ac:spMk id="45092" creationId="{3BB2EFC0-B297-4C8F-8F98-A1D383115E38}"/>
          </ac:spMkLst>
        </pc:spChg>
        <pc:spChg chg="mod">
          <ac:chgData name="王 欣捷" userId="b965477fa0aef5e6" providerId="LiveId" clId="{CCC25DF9-4458-4252-A1FA-96CED2233F88}" dt="2021-04-22T08:18:10.771" v="421" actId="1076"/>
          <ac:spMkLst>
            <pc:docMk/>
            <pc:sldMk cId="0" sldId="863"/>
            <ac:spMk id="45093" creationId="{6190D863-8D7A-4F7E-B775-0978FD712A6E}"/>
          </ac:spMkLst>
        </pc:spChg>
        <pc:spChg chg="mod">
          <ac:chgData name="王 欣捷" userId="b965477fa0aef5e6" providerId="LiveId" clId="{CCC25DF9-4458-4252-A1FA-96CED2233F88}" dt="2021-04-22T08:18:10.771" v="421" actId="1076"/>
          <ac:spMkLst>
            <pc:docMk/>
            <pc:sldMk cId="0" sldId="863"/>
            <ac:spMk id="45094" creationId="{C47ED756-4FB6-4A5F-983A-69E631BAA93E}"/>
          </ac:spMkLst>
        </pc:spChg>
        <pc:spChg chg="mod">
          <ac:chgData name="王 欣捷" userId="b965477fa0aef5e6" providerId="LiveId" clId="{CCC25DF9-4458-4252-A1FA-96CED2233F88}" dt="2021-04-22T08:18:10.771" v="421" actId="1076"/>
          <ac:spMkLst>
            <pc:docMk/>
            <pc:sldMk cId="0" sldId="863"/>
            <ac:spMk id="45095" creationId="{0BC705FE-90FC-42C2-BBF3-C409333D2D8D}"/>
          </ac:spMkLst>
        </pc:spChg>
        <pc:spChg chg="mod">
          <ac:chgData name="王 欣捷" userId="b965477fa0aef5e6" providerId="LiveId" clId="{CCC25DF9-4458-4252-A1FA-96CED2233F88}" dt="2021-04-22T08:18:10.771" v="421" actId="1076"/>
          <ac:spMkLst>
            <pc:docMk/>
            <pc:sldMk cId="0" sldId="863"/>
            <ac:spMk id="45096" creationId="{EA73A8E7-B344-45B4-9507-FD6BA5C0DFCF}"/>
          </ac:spMkLst>
        </pc:spChg>
        <pc:spChg chg="mod">
          <ac:chgData name="王 欣捷" userId="b965477fa0aef5e6" providerId="LiveId" clId="{CCC25DF9-4458-4252-A1FA-96CED2233F88}" dt="2021-04-22T08:18:10.771" v="421" actId="1076"/>
          <ac:spMkLst>
            <pc:docMk/>
            <pc:sldMk cId="0" sldId="863"/>
            <ac:spMk id="45097" creationId="{0725EBB3-BBB6-490B-A9E6-022EE9C2AD65}"/>
          </ac:spMkLst>
        </pc:spChg>
        <pc:spChg chg="mod">
          <ac:chgData name="王 欣捷" userId="b965477fa0aef5e6" providerId="LiveId" clId="{CCC25DF9-4458-4252-A1FA-96CED2233F88}" dt="2021-04-22T08:18:10.771" v="421" actId="1076"/>
          <ac:spMkLst>
            <pc:docMk/>
            <pc:sldMk cId="0" sldId="863"/>
            <ac:spMk id="45098" creationId="{71330C7B-57B5-4EB6-A2B5-788DDE5D0F38}"/>
          </ac:spMkLst>
        </pc:spChg>
        <pc:spChg chg="mod">
          <ac:chgData name="王 欣捷" userId="b965477fa0aef5e6" providerId="LiveId" clId="{CCC25DF9-4458-4252-A1FA-96CED2233F88}" dt="2021-04-22T08:18:10.771" v="421" actId="1076"/>
          <ac:spMkLst>
            <pc:docMk/>
            <pc:sldMk cId="0" sldId="863"/>
            <ac:spMk id="45099" creationId="{ABC66B47-BCE0-4A16-83D3-803AC4671238}"/>
          </ac:spMkLst>
        </pc:spChg>
        <pc:spChg chg="mod">
          <ac:chgData name="王 欣捷" userId="b965477fa0aef5e6" providerId="LiveId" clId="{CCC25DF9-4458-4252-A1FA-96CED2233F88}" dt="2021-04-22T08:18:10.771" v="421" actId="1076"/>
          <ac:spMkLst>
            <pc:docMk/>
            <pc:sldMk cId="0" sldId="863"/>
            <ac:spMk id="45100" creationId="{A03A7921-5C0C-4B18-BE67-34ECDFF0DE98}"/>
          </ac:spMkLst>
        </pc:spChg>
        <pc:grpChg chg="mod">
          <ac:chgData name="王 欣捷" userId="b965477fa0aef5e6" providerId="LiveId" clId="{CCC25DF9-4458-4252-A1FA-96CED2233F88}" dt="2021-04-22T08:18:10.771" v="421" actId="1076"/>
          <ac:grpSpMkLst>
            <pc:docMk/>
            <pc:sldMk cId="0" sldId="863"/>
            <ac:grpSpMk id="45060" creationId="{17C500A8-FBD4-4D92-B004-B0488A39D73A}"/>
          </ac:grpSpMkLst>
        </pc:grpChg>
      </pc:sldChg>
      <pc:sldChg chg="modSp add mod chgLayout">
        <pc:chgData name="王 欣捷" userId="b965477fa0aef5e6" providerId="LiveId" clId="{CCC25DF9-4458-4252-A1FA-96CED2233F88}" dt="2021-04-22T08:18:15.777" v="422" actId="1076"/>
        <pc:sldMkLst>
          <pc:docMk/>
          <pc:sldMk cId="0" sldId="864"/>
        </pc:sldMkLst>
        <pc:spChg chg="mod ord">
          <ac:chgData name="王 欣捷" userId="b965477fa0aef5e6" providerId="LiveId" clId="{CCC25DF9-4458-4252-A1FA-96CED2233F88}" dt="2021-04-22T08:15:22.831" v="386" actId="700"/>
          <ac:spMkLst>
            <pc:docMk/>
            <pc:sldMk cId="0" sldId="864"/>
            <ac:spMk id="46082" creationId="{AAAA5776-56B7-44B1-8AD0-892AFDAEBE03}"/>
          </ac:spMkLst>
        </pc:spChg>
        <pc:spChg chg="mod ord">
          <ac:chgData name="王 欣捷" userId="b965477fa0aef5e6" providerId="LiveId" clId="{CCC25DF9-4458-4252-A1FA-96CED2233F88}" dt="2021-04-22T08:15:22.831" v="386" actId="700"/>
          <ac:spMkLst>
            <pc:docMk/>
            <pc:sldMk cId="0" sldId="864"/>
            <ac:spMk id="46083" creationId="{113FA2D9-234C-4821-9862-8329AEA2A64E}"/>
          </ac:spMkLst>
        </pc:spChg>
        <pc:spChg chg="mod">
          <ac:chgData name="王 欣捷" userId="b965477fa0aef5e6" providerId="LiveId" clId="{CCC25DF9-4458-4252-A1FA-96CED2233F88}" dt="2021-04-22T08:18:15.777" v="422" actId="1076"/>
          <ac:spMkLst>
            <pc:docMk/>
            <pc:sldMk cId="0" sldId="864"/>
            <ac:spMk id="46085" creationId="{3D3F760E-918B-4F06-B38E-F1C824061D97}"/>
          </ac:spMkLst>
        </pc:spChg>
        <pc:spChg chg="mod">
          <ac:chgData name="王 欣捷" userId="b965477fa0aef5e6" providerId="LiveId" clId="{CCC25DF9-4458-4252-A1FA-96CED2233F88}" dt="2021-04-22T08:18:15.777" v="422" actId="1076"/>
          <ac:spMkLst>
            <pc:docMk/>
            <pc:sldMk cId="0" sldId="864"/>
            <ac:spMk id="46086" creationId="{B2BB177A-AE72-44D7-BDED-AB4B4867E47B}"/>
          </ac:spMkLst>
        </pc:spChg>
        <pc:spChg chg="mod">
          <ac:chgData name="王 欣捷" userId="b965477fa0aef5e6" providerId="LiveId" clId="{CCC25DF9-4458-4252-A1FA-96CED2233F88}" dt="2021-04-22T08:18:15.777" v="422" actId="1076"/>
          <ac:spMkLst>
            <pc:docMk/>
            <pc:sldMk cId="0" sldId="864"/>
            <ac:spMk id="46087" creationId="{912ACAB3-580E-4F18-8F56-22181426E483}"/>
          </ac:spMkLst>
        </pc:spChg>
        <pc:spChg chg="mod">
          <ac:chgData name="王 欣捷" userId="b965477fa0aef5e6" providerId="LiveId" clId="{CCC25DF9-4458-4252-A1FA-96CED2233F88}" dt="2021-04-22T08:18:15.777" v="422" actId="1076"/>
          <ac:spMkLst>
            <pc:docMk/>
            <pc:sldMk cId="0" sldId="864"/>
            <ac:spMk id="46088" creationId="{032FD271-9F57-41D7-AD2B-4A4E752E769C}"/>
          </ac:spMkLst>
        </pc:spChg>
        <pc:spChg chg="mod">
          <ac:chgData name="王 欣捷" userId="b965477fa0aef5e6" providerId="LiveId" clId="{CCC25DF9-4458-4252-A1FA-96CED2233F88}" dt="2021-04-22T08:18:15.777" v="422" actId="1076"/>
          <ac:spMkLst>
            <pc:docMk/>
            <pc:sldMk cId="0" sldId="864"/>
            <ac:spMk id="46089" creationId="{E2FCBAE3-5569-428A-85A4-6363562F29DB}"/>
          </ac:spMkLst>
        </pc:spChg>
        <pc:spChg chg="mod">
          <ac:chgData name="王 欣捷" userId="b965477fa0aef5e6" providerId="LiveId" clId="{CCC25DF9-4458-4252-A1FA-96CED2233F88}" dt="2021-04-22T08:18:15.777" v="422" actId="1076"/>
          <ac:spMkLst>
            <pc:docMk/>
            <pc:sldMk cId="0" sldId="864"/>
            <ac:spMk id="46090" creationId="{DB5BE389-F3E7-4A4C-8760-14BCA9B2CDEC}"/>
          </ac:spMkLst>
        </pc:spChg>
        <pc:spChg chg="mod">
          <ac:chgData name="王 欣捷" userId="b965477fa0aef5e6" providerId="LiveId" clId="{CCC25DF9-4458-4252-A1FA-96CED2233F88}" dt="2021-04-22T08:18:15.777" v="422" actId="1076"/>
          <ac:spMkLst>
            <pc:docMk/>
            <pc:sldMk cId="0" sldId="864"/>
            <ac:spMk id="46091" creationId="{D3CAD03A-773D-4E1F-9C14-D524AB5B6855}"/>
          </ac:spMkLst>
        </pc:spChg>
        <pc:spChg chg="mod">
          <ac:chgData name="王 欣捷" userId="b965477fa0aef5e6" providerId="LiveId" clId="{CCC25DF9-4458-4252-A1FA-96CED2233F88}" dt="2021-04-22T08:18:15.777" v="422" actId="1076"/>
          <ac:spMkLst>
            <pc:docMk/>
            <pc:sldMk cId="0" sldId="864"/>
            <ac:spMk id="46092" creationId="{B2B3E521-E2F4-4EC3-A503-1B5356760823}"/>
          </ac:spMkLst>
        </pc:spChg>
        <pc:spChg chg="mod">
          <ac:chgData name="王 欣捷" userId="b965477fa0aef5e6" providerId="LiveId" clId="{CCC25DF9-4458-4252-A1FA-96CED2233F88}" dt="2021-04-22T08:18:15.777" v="422" actId="1076"/>
          <ac:spMkLst>
            <pc:docMk/>
            <pc:sldMk cId="0" sldId="864"/>
            <ac:spMk id="46093" creationId="{59E41DFC-7EE5-4A5F-89D4-4DBE7ED6C378}"/>
          </ac:spMkLst>
        </pc:spChg>
        <pc:spChg chg="mod">
          <ac:chgData name="王 欣捷" userId="b965477fa0aef5e6" providerId="LiveId" clId="{CCC25DF9-4458-4252-A1FA-96CED2233F88}" dt="2021-04-22T08:18:15.777" v="422" actId="1076"/>
          <ac:spMkLst>
            <pc:docMk/>
            <pc:sldMk cId="0" sldId="864"/>
            <ac:spMk id="46094" creationId="{FD633BA8-70E9-4DEC-BF2F-13CA4C3EC1B8}"/>
          </ac:spMkLst>
        </pc:spChg>
        <pc:spChg chg="mod">
          <ac:chgData name="王 欣捷" userId="b965477fa0aef5e6" providerId="LiveId" clId="{CCC25DF9-4458-4252-A1FA-96CED2233F88}" dt="2021-04-22T08:18:15.777" v="422" actId="1076"/>
          <ac:spMkLst>
            <pc:docMk/>
            <pc:sldMk cId="0" sldId="864"/>
            <ac:spMk id="46095" creationId="{9C95728B-1E35-4A8B-9E50-8BDD56C4E053}"/>
          </ac:spMkLst>
        </pc:spChg>
        <pc:spChg chg="mod">
          <ac:chgData name="王 欣捷" userId="b965477fa0aef5e6" providerId="LiveId" clId="{CCC25DF9-4458-4252-A1FA-96CED2233F88}" dt="2021-04-22T08:18:15.777" v="422" actId="1076"/>
          <ac:spMkLst>
            <pc:docMk/>
            <pc:sldMk cId="0" sldId="864"/>
            <ac:spMk id="46096" creationId="{2600D676-08E0-4716-B278-C2D8D3386639}"/>
          </ac:spMkLst>
        </pc:spChg>
        <pc:spChg chg="mod">
          <ac:chgData name="王 欣捷" userId="b965477fa0aef5e6" providerId="LiveId" clId="{CCC25DF9-4458-4252-A1FA-96CED2233F88}" dt="2021-04-22T08:18:15.777" v="422" actId="1076"/>
          <ac:spMkLst>
            <pc:docMk/>
            <pc:sldMk cId="0" sldId="864"/>
            <ac:spMk id="46097" creationId="{8B6D378A-4410-46C1-88BC-F49831707ABE}"/>
          </ac:spMkLst>
        </pc:spChg>
        <pc:spChg chg="mod">
          <ac:chgData name="王 欣捷" userId="b965477fa0aef5e6" providerId="LiveId" clId="{CCC25DF9-4458-4252-A1FA-96CED2233F88}" dt="2021-04-22T08:18:15.777" v="422" actId="1076"/>
          <ac:spMkLst>
            <pc:docMk/>
            <pc:sldMk cId="0" sldId="864"/>
            <ac:spMk id="46098" creationId="{69DC2D7D-D513-4EA8-8355-AB38C6AF8FB9}"/>
          </ac:spMkLst>
        </pc:spChg>
        <pc:spChg chg="mod">
          <ac:chgData name="王 欣捷" userId="b965477fa0aef5e6" providerId="LiveId" clId="{CCC25DF9-4458-4252-A1FA-96CED2233F88}" dt="2021-04-22T08:18:15.777" v="422" actId="1076"/>
          <ac:spMkLst>
            <pc:docMk/>
            <pc:sldMk cId="0" sldId="864"/>
            <ac:spMk id="46099" creationId="{CDE5E5E0-361C-4566-9C8E-AD7FA2EFDAB7}"/>
          </ac:spMkLst>
        </pc:spChg>
        <pc:spChg chg="mod">
          <ac:chgData name="王 欣捷" userId="b965477fa0aef5e6" providerId="LiveId" clId="{CCC25DF9-4458-4252-A1FA-96CED2233F88}" dt="2021-04-22T08:18:15.777" v="422" actId="1076"/>
          <ac:spMkLst>
            <pc:docMk/>
            <pc:sldMk cId="0" sldId="864"/>
            <ac:spMk id="46100" creationId="{86A00695-4584-4D67-B9B5-E9728A9295FD}"/>
          </ac:spMkLst>
        </pc:spChg>
        <pc:spChg chg="mod">
          <ac:chgData name="王 欣捷" userId="b965477fa0aef5e6" providerId="LiveId" clId="{CCC25DF9-4458-4252-A1FA-96CED2233F88}" dt="2021-04-22T08:18:15.777" v="422" actId="1076"/>
          <ac:spMkLst>
            <pc:docMk/>
            <pc:sldMk cId="0" sldId="864"/>
            <ac:spMk id="46101" creationId="{71A0A562-EDFB-4A51-9D4C-9BE829E575E7}"/>
          </ac:spMkLst>
        </pc:spChg>
        <pc:spChg chg="mod">
          <ac:chgData name="王 欣捷" userId="b965477fa0aef5e6" providerId="LiveId" clId="{CCC25DF9-4458-4252-A1FA-96CED2233F88}" dt="2021-04-22T08:18:15.777" v="422" actId="1076"/>
          <ac:spMkLst>
            <pc:docMk/>
            <pc:sldMk cId="0" sldId="864"/>
            <ac:spMk id="46102" creationId="{9876D96D-0B85-4EB8-8098-F1F2CECBB052}"/>
          </ac:spMkLst>
        </pc:spChg>
        <pc:spChg chg="mod">
          <ac:chgData name="王 欣捷" userId="b965477fa0aef5e6" providerId="LiveId" clId="{CCC25DF9-4458-4252-A1FA-96CED2233F88}" dt="2021-04-22T08:18:15.777" v="422" actId="1076"/>
          <ac:spMkLst>
            <pc:docMk/>
            <pc:sldMk cId="0" sldId="864"/>
            <ac:spMk id="46103" creationId="{34F73D53-AFAB-4D9E-BE30-DB65BB3C54B1}"/>
          </ac:spMkLst>
        </pc:spChg>
        <pc:spChg chg="mod">
          <ac:chgData name="王 欣捷" userId="b965477fa0aef5e6" providerId="LiveId" clId="{CCC25DF9-4458-4252-A1FA-96CED2233F88}" dt="2021-04-22T08:18:15.777" v="422" actId="1076"/>
          <ac:spMkLst>
            <pc:docMk/>
            <pc:sldMk cId="0" sldId="864"/>
            <ac:spMk id="46104" creationId="{ED7F026A-9E1D-42BC-A8A1-61220EB5C296}"/>
          </ac:spMkLst>
        </pc:spChg>
        <pc:spChg chg="mod">
          <ac:chgData name="王 欣捷" userId="b965477fa0aef5e6" providerId="LiveId" clId="{CCC25DF9-4458-4252-A1FA-96CED2233F88}" dt="2021-04-22T08:18:15.777" v="422" actId="1076"/>
          <ac:spMkLst>
            <pc:docMk/>
            <pc:sldMk cId="0" sldId="864"/>
            <ac:spMk id="46105" creationId="{E8030675-FF32-4462-85FC-B0EB63991B86}"/>
          </ac:spMkLst>
        </pc:spChg>
        <pc:spChg chg="mod">
          <ac:chgData name="王 欣捷" userId="b965477fa0aef5e6" providerId="LiveId" clId="{CCC25DF9-4458-4252-A1FA-96CED2233F88}" dt="2021-04-22T08:18:15.777" v="422" actId="1076"/>
          <ac:spMkLst>
            <pc:docMk/>
            <pc:sldMk cId="0" sldId="864"/>
            <ac:spMk id="46106" creationId="{01EF35C8-E5B6-496B-BE88-5674CD12C36C}"/>
          </ac:spMkLst>
        </pc:spChg>
        <pc:spChg chg="mod">
          <ac:chgData name="王 欣捷" userId="b965477fa0aef5e6" providerId="LiveId" clId="{CCC25DF9-4458-4252-A1FA-96CED2233F88}" dt="2021-04-22T08:18:15.777" v="422" actId="1076"/>
          <ac:spMkLst>
            <pc:docMk/>
            <pc:sldMk cId="0" sldId="864"/>
            <ac:spMk id="46107" creationId="{D30D6633-DABF-4A5F-A375-275FF7B2C712}"/>
          </ac:spMkLst>
        </pc:spChg>
        <pc:spChg chg="mod">
          <ac:chgData name="王 欣捷" userId="b965477fa0aef5e6" providerId="LiveId" clId="{CCC25DF9-4458-4252-A1FA-96CED2233F88}" dt="2021-04-22T08:18:15.777" v="422" actId="1076"/>
          <ac:spMkLst>
            <pc:docMk/>
            <pc:sldMk cId="0" sldId="864"/>
            <ac:spMk id="46108" creationId="{127DAA36-26AC-4796-9AB3-52AD9B4910E7}"/>
          </ac:spMkLst>
        </pc:spChg>
        <pc:spChg chg="mod">
          <ac:chgData name="王 欣捷" userId="b965477fa0aef5e6" providerId="LiveId" clId="{CCC25DF9-4458-4252-A1FA-96CED2233F88}" dt="2021-04-22T08:18:15.777" v="422" actId="1076"/>
          <ac:spMkLst>
            <pc:docMk/>
            <pc:sldMk cId="0" sldId="864"/>
            <ac:spMk id="46109" creationId="{9E39F825-9EFF-479B-B559-F9A292CAF834}"/>
          </ac:spMkLst>
        </pc:spChg>
        <pc:spChg chg="mod">
          <ac:chgData name="王 欣捷" userId="b965477fa0aef5e6" providerId="LiveId" clId="{CCC25DF9-4458-4252-A1FA-96CED2233F88}" dt="2021-04-22T08:18:15.777" v="422" actId="1076"/>
          <ac:spMkLst>
            <pc:docMk/>
            <pc:sldMk cId="0" sldId="864"/>
            <ac:spMk id="46110" creationId="{D3AD9BE0-4C02-4EEC-A8E3-BF710AB61A9F}"/>
          </ac:spMkLst>
        </pc:spChg>
        <pc:spChg chg="mod">
          <ac:chgData name="王 欣捷" userId="b965477fa0aef5e6" providerId="LiveId" clId="{CCC25DF9-4458-4252-A1FA-96CED2233F88}" dt="2021-04-22T08:18:15.777" v="422" actId="1076"/>
          <ac:spMkLst>
            <pc:docMk/>
            <pc:sldMk cId="0" sldId="864"/>
            <ac:spMk id="46111" creationId="{6789A6DC-07C7-4FE5-B5AF-38CCE15ECDC8}"/>
          </ac:spMkLst>
        </pc:spChg>
        <pc:spChg chg="mod">
          <ac:chgData name="王 欣捷" userId="b965477fa0aef5e6" providerId="LiveId" clId="{CCC25DF9-4458-4252-A1FA-96CED2233F88}" dt="2021-04-22T08:18:15.777" v="422" actId="1076"/>
          <ac:spMkLst>
            <pc:docMk/>
            <pc:sldMk cId="0" sldId="864"/>
            <ac:spMk id="46112" creationId="{AAE2E7BC-B8BF-4643-9C9E-90DB38DD84B3}"/>
          </ac:spMkLst>
        </pc:spChg>
        <pc:spChg chg="mod">
          <ac:chgData name="王 欣捷" userId="b965477fa0aef5e6" providerId="LiveId" clId="{CCC25DF9-4458-4252-A1FA-96CED2233F88}" dt="2021-04-22T08:18:15.777" v="422" actId="1076"/>
          <ac:spMkLst>
            <pc:docMk/>
            <pc:sldMk cId="0" sldId="864"/>
            <ac:spMk id="46113" creationId="{F7FEFF11-6DA5-4EB4-89A8-EF86DE38B934}"/>
          </ac:spMkLst>
        </pc:spChg>
        <pc:spChg chg="mod">
          <ac:chgData name="王 欣捷" userId="b965477fa0aef5e6" providerId="LiveId" clId="{CCC25DF9-4458-4252-A1FA-96CED2233F88}" dt="2021-04-22T08:18:15.777" v="422" actId="1076"/>
          <ac:spMkLst>
            <pc:docMk/>
            <pc:sldMk cId="0" sldId="864"/>
            <ac:spMk id="46114" creationId="{1FCA15A2-FE1A-4657-AC20-CCD482A679C5}"/>
          </ac:spMkLst>
        </pc:spChg>
        <pc:spChg chg="mod">
          <ac:chgData name="王 欣捷" userId="b965477fa0aef5e6" providerId="LiveId" clId="{CCC25DF9-4458-4252-A1FA-96CED2233F88}" dt="2021-04-22T08:18:15.777" v="422" actId="1076"/>
          <ac:spMkLst>
            <pc:docMk/>
            <pc:sldMk cId="0" sldId="864"/>
            <ac:spMk id="46115" creationId="{80BA8912-B5E3-44AC-A885-4C684CC9A335}"/>
          </ac:spMkLst>
        </pc:spChg>
        <pc:spChg chg="mod">
          <ac:chgData name="王 欣捷" userId="b965477fa0aef5e6" providerId="LiveId" clId="{CCC25DF9-4458-4252-A1FA-96CED2233F88}" dt="2021-04-22T08:18:15.777" v="422" actId="1076"/>
          <ac:spMkLst>
            <pc:docMk/>
            <pc:sldMk cId="0" sldId="864"/>
            <ac:spMk id="46116" creationId="{B4D9EA5D-B286-43F0-B287-DB278ECE06F3}"/>
          </ac:spMkLst>
        </pc:spChg>
        <pc:spChg chg="mod">
          <ac:chgData name="王 欣捷" userId="b965477fa0aef5e6" providerId="LiveId" clId="{CCC25DF9-4458-4252-A1FA-96CED2233F88}" dt="2021-04-22T08:18:15.777" v="422" actId="1076"/>
          <ac:spMkLst>
            <pc:docMk/>
            <pc:sldMk cId="0" sldId="864"/>
            <ac:spMk id="46117" creationId="{22893891-C37F-43A0-BC51-644DD8E8B2EA}"/>
          </ac:spMkLst>
        </pc:spChg>
        <pc:spChg chg="mod">
          <ac:chgData name="王 欣捷" userId="b965477fa0aef5e6" providerId="LiveId" clId="{CCC25DF9-4458-4252-A1FA-96CED2233F88}" dt="2021-04-22T08:18:15.777" v="422" actId="1076"/>
          <ac:spMkLst>
            <pc:docMk/>
            <pc:sldMk cId="0" sldId="864"/>
            <ac:spMk id="46118" creationId="{5FE51C9B-0C4C-4127-89CA-4A9023C613A1}"/>
          </ac:spMkLst>
        </pc:spChg>
        <pc:spChg chg="mod">
          <ac:chgData name="王 欣捷" userId="b965477fa0aef5e6" providerId="LiveId" clId="{CCC25DF9-4458-4252-A1FA-96CED2233F88}" dt="2021-04-22T08:18:15.777" v="422" actId="1076"/>
          <ac:spMkLst>
            <pc:docMk/>
            <pc:sldMk cId="0" sldId="864"/>
            <ac:spMk id="46119" creationId="{B6F8EDA3-D242-428D-8A67-F1E20ED6A6C2}"/>
          </ac:spMkLst>
        </pc:spChg>
        <pc:spChg chg="mod">
          <ac:chgData name="王 欣捷" userId="b965477fa0aef5e6" providerId="LiveId" clId="{CCC25DF9-4458-4252-A1FA-96CED2233F88}" dt="2021-04-22T08:18:15.777" v="422" actId="1076"/>
          <ac:spMkLst>
            <pc:docMk/>
            <pc:sldMk cId="0" sldId="864"/>
            <ac:spMk id="46120" creationId="{873F9E76-8564-4936-B9D8-BDB954784D6B}"/>
          </ac:spMkLst>
        </pc:spChg>
        <pc:spChg chg="mod">
          <ac:chgData name="王 欣捷" userId="b965477fa0aef5e6" providerId="LiveId" clId="{CCC25DF9-4458-4252-A1FA-96CED2233F88}" dt="2021-04-22T08:18:15.777" v="422" actId="1076"/>
          <ac:spMkLst>
            <pc:docMk/>
            <pc:sldMk cId="0" sldId="864"/>
            <ac:spMk id="46121" creationId="{37AF5342-BD8C-4597-8625-42549BDE55B9}"/>
          </ac:spMkLst>
        </pc:spChg>
        <pc:spChg chg="mod">
          <ac:chgData name="王 欣捷" userId="b965477fa0aef5e6" providerId="LiveId" clId="{CCC25DF9-4458-4252-A1FA-96CED2233F88}" dt="2021-04-22T08:18:15.777" v="422" actId="1076"/>
          <ac:spMkLst>
            <pc:docMk/>
            <pc:sldMk cId="0" sldId="864"/>
            <ac:spMk id="46122" creationId="{F4DDCAEE-124D-4FA2-BAD7-20D7C1E25AE1}"/>
          </ac:spMkLst>
        </pc:spChg>
        <pc:spChg chg="mod">
          <ac:chgData name="王 欣捷" userId="b965477fa0aef5e6" providerId="LiveId" clId="{CCC25DF9-4458-4252-A1FA-96CED2233F88}" dt="2021-04-22T08:18:15.777" v="422" actId="1076"/>
          <ac:spMkLst>
            <pc:docMk/>
            <pc:sldMk cId="0" sldId="864"/>
            <ac:spMk id="46123" creationId="{A11B2C67-E10E-4FE7-AFA4-0ACCFFE5ECFE}"/>
          </ac:spMkLst>
        </pc:spChg>
        <pc:spChg chg="mod">
          <ac:chgData name="王 欣捷" userId="b965477fa0aef5e6" providerId="LiveId" clId="{CCC25DF9-4458-4252-A1FA-96CED2233F88}" dt="2021-04-22T08:18:15.777" v="422" actId="1076"/>
          <ac:spMkLst>
            <pc:docMk/>
            <pc:sldMk cId="0" sldId="864"/>
            <ac:spMk id="46124" creationId="{26A24C5B-4EB7-48A0-A9E9-864FC3B92D90}"/>
          </ac:spMkLst>
        </pc:spChg>
        <pc:grpChg chg="mod">
          <ac:chgData name="王 欣捷" userId="b965477fa0aef5e6" providerId="LiveId" clId="{CCC25DF9-4458-4252-A1FA-96CED2233F88}" dt="2021-04-22T08:18:15.777" v="422" actId="1076"/>
          <ac:grpSpMkLst>
            <pc:docMk/>
            <pc:sldMk cId="0" sldId="864"/>
            <ac:grpSpMk id="46084" creationId="{A5EAB966-22DC-481B-8B3E-A3E505865ACA}"/>
          </ac:grpSpMkLst>
        </pc:grpChg>
      </pc:sldChg>
      <pc:sldChg chg="modSp add mod chgLayout">
        <pc:chgData name="王 欣捷" userId="b965477fa0aef5e6" providerId="LiveId" clId="{CCC25DF9-4458-4252-A1FA-96CED2233F88}" dt="2021-04-22T08:18:20.984" v="423" actId="1076"/>
        <pc:sldMkLst>
          <pc:docMk/>
          <pc:sldMk cId="0" sldId="865"/>
        </pc:sldMkLst>
        <pc:spChg chg="mod ord">
          <ac:chgData name="王 欣捷" userId="b965477fa0aef5e6" providerId="LiveId" clId="{CCC25DF9-4458-4252-A1FA-96CED2233F88}" dt="2021-04-22T08:15:22.831" v="386" actId="700"/>
          <ac:spMkLst>
            <pc:docMk/>
            <pc:sldMk cId="0" sldId="865"/>
            <ac:spMk id="47106" creationId="{6A8F55C2-1BD4-411D-B005-9EB0A36F4973}"/>
          </ac:spMkLst>
        </pc:spChg>
        <pc:spChg chg="mod ord">
          <ac:chgData name="王 欣捷" userId="b965477fa0aef5e6" providerId="LiveId" clId="{CCC25DF9-4458-4252-A1FA-96CED2233F88}" dt="2021-04-22T08:15:22.831" v="386" actId="700"/>
          <ac:spMkLst>
            <pc:docMk/>
            <pc:sldMk cId="0" sldId="865"/>
            <ac:spMk id="47107" creationId="{F14AACCD-12A8-41C1-B36B-775FB383257E}"/>
          </ac:spMkLst>
        </pc:spChg>
        <pc:spChg chg="mod">
          <ac:chgData name="王 欣捷" userId="b965477fa0aef5e6" providerId="LiveId" clId="{CCC25DF9-4458-4252-A1FA-96CED2233F88}" dt="2021-04-22T08:18:20.984" v="423" actId="1076"/>
          <ac:spMkLst>
            <pc:docMk/>
            <pc:sldMk cId="0" sldId="865"/>
            <ac:spMk id="47109" creationId="{DC10CA67-49CB-44D9-AA7F-1CAC6B9A0B34}"/>
          </ac:spMkLst>
        </pc:spChg>
        <pc:spChg chg="mod">
          <ac:chgData name="王 欣捷" userId="b965477fa0aef5e6" providerId="LiveId" clId="{CCC25DF9-4458-4252-A1FA-96CED2233F88}" dt="2021-04-22T08:18:20.984" v="423" actId="1076"/>
          <ac:spMkLst>
            <pc:docMk/>
            <pc:sldMk cId="0" sldId="865"/>
            <ac:spMk id="47110" creationId="{459B5768-6898-4586-B3E2-21829C2C6A5E}"/>
          </ac:spMkLst>
        </pc:spChg>
        <pc:spChg chg="mod">
          <ac:chgData name="王 欣捷" userId="b965477fa0aef5e6" providerId="LiveId" clId="{CCC25DF9-4458-4252-A1FA-96CED2233F88}" dt="2021-04-22T08:18:20.984" v="423" actId="1076"/>
          <ac:spMkLst>
            <pc:docMk/>
            <pc:sldMk cId="0" sldId="865"/>
            <ac:spMk id="47111" creationId="{AD4A1EC1-11A7-4597-8A4A-2D41629771A9}"/>
          </ac:spMkLst>
        </pc:spChg>
        <pc:spChg chg="mod">
          <ac:chgData name="王 欣捷" userId="b965477fa0aef5e6" providerId="LiveId" clId="{CCC25DF9-4458-4252-A1FA-96CED2233F88}" dt="2021-04-22T08:18:20.984" v="423" actId="1076"/>
          <ac:spMkLst>
            <pc:docMk/>
            <pc:sldMk cId="0" sldId="865"/>
            <ac:spMk id="47112" creationId="{F5B8D73F-7624-49F8-930B-B8CF26135BD1}"/>
          </ac:spMkLst>
        </pc:spChg>
        <pc:spChg chg="mod">
          <ac:chgData name="王 欣捷" userId="b965477fa0aef5e6" providerId="LiveId" clId="{CCC25DF9-4458-4252-A1FA-96CED2233F88}" dt="2021-04-22T08:18:20.984" v="423" actId="1076"/>
          <ac:spMkLst>
            <pc:docMk/>
            <pc:sldMk cId="0" sldId="865"/>
            <ac:spMk id="47113" creationId="{2F865CD7-E1AC-4F6A-9397-572E139BD4BA}"/>
          </ac:spMkLst>
        </pc:spChg>
        <pc:spChg chg="mod">
          <ac:chgData name="王 欣捷" userId="b965477fa0aef5e6" providerId="LiveId" clId="{CCC25DF9-4458-4252-A1FA-96CED2233F88}" dt="2021-04-22T08:18:20.984" v="423" actId="1076"/>
          <ac:spMkLst>
            <pc:docMk/>
            <pc:sldMk cId="0" sldId="865"/>
            <ac:spMk id="47114" creationId="{4F31890F-33E3-4FA5-A66F-72677E8C32A1}"/>
          </ac:spMkLst>
        </pc:spChg>
        <pc:spChg chg="mod">
          <ac:chgData name="王 欣捷" userId="b965477fa0aef5e6" providerId="LiveId" clId="{CCC25DF9-4458-4252-A1FA-96CED2233F88}" dt="2021-04-22T08:18:20.984" v="423" actId="1076"/>
          <ac:spMkLst>
            <pc:docMk/>
            <pc:sldMk cId="0" sldId="865"/>
            <ac:spMk id="47115" creationId="{7B50E923-40A2-47E9-9157-34A610F305E3}"/>
          </ac:spMkLst>
        </pc:spChg>
        <pc:spChg chg="mod">
          <ac:chgData name="王 欣捷" userId="b965477fa0aef5e6" providerId="LiveId" clId="{CCC25DF9-4458-4252-A1FA-96CED2233F88}" dt="2021-04-22T08:18:20.984" v="423" actId="1076"/>
          <ac:spMkLst>
            <pc:docMk/>
            <pc:sldMk cId="0" sldId="865"/>
            <ac:spMk id="47116" creationId="{556D8FF6-079D-4148-8EA5-1E176F5EABF8}"/>
          </ac:spMkLst>
        </pc:spChg>
        <pc:spChg chg="mod">
          <ac:chgData name="王 欣捷" userId="b965477fa0aef5e6" providerId="LiveId" clId="{CCC25DF9-4458-4252-A1FA-96CED2233F88}" dt="2021-04-22T08:18:20.984" v="423" actId="1076"/>
          <ac:spMkLst>
            <pc:docMk/>
            <pc:sldMk cId="0" sldId="865"/>
            <ac:spMk id="47117" creationId="{5AF65A30-F331-48C8-8C13-3D2EA8076F51}"/>
          </ac:spMkLst>
        </pc:spChg>
        <pc:spChg chg="mod">
          <ac:chgData name="王 欣捷" userId="b965477fa0aef5e6" providerId="LiveId" clId="{CCC25DF9-4458-4252-A1FA-96CED2233F88}" dt="2021-04-22T08:18:20.984" v="423" actId="1076"/>
          <ac:spMkLst>
            <pc:docMk/>
            <pc:sldMk cId="0" sldId="865"/>
            <ac:spMk id="47118" creationId="{8B8B399D-4EA1-4CC2-A5B6-B0EFB21EEBA0}"/>
          </ac:spMkLst>
        </pc:spChg>
        <pc:spChg chg="mod">
          <ac:chgData name="王 欣捷" userId="b965477fa0aef5e6" providerId="LiveId" clId="{CCC25DF9-4458-4252-A1FA-96CED2233F88}" dt="2021-04-22T08:18:20.984" v="423" actId="1076"/>
          <ac:spMkLst>
            <pc:docMk/>
            <pc:sldMk cId="0" sldId="865"/>
            <ac:spMk id="47119" creationId="{879C0AE5-7DBF-4B16-B383-467EAEF586E2}"/>
          </ac:spMkLst>
        </pc:spChg>
        <pc:spChg chg="mod">
          <ac:chgData name="王 欣捷" userId="b965477fa0aef5e6" providerId="LiveId" clId="{CCC25DF9-4458-4252-A1FA-96CED2233F88}" dt="2021-04-22T08:18:20.984" v="423" actId="1076"/>
          <ac:spMkLst>
            <pc:docMk/>
            <pc:sldMk cId="0" sldId="865"/>
            <ac:spMk id="47120" creationId="{375F1376-A12E-480F-8FC2-A9FFA2A1DA9C}"/>
          </ac:spMkLst>
        </pc:spChg>
        <pc:spChg chg="mod">
          <ac:chgData name="王 欣捷" userId="b965477fa0aef5e6" providerId="LiveId" clId="{CCC25DF9-4458-4252-A1FA-96CED2233F88}" dt="2021-04-22T08:18:20.984" v="423" actId="1076"/>
          <ac:spMkLst>
            <pc:docMk/>
            <pc:sldMk cId="0" sldId="865"/>
            <ac:spMk id="47121" creationId="{0285C671-D209-4499-9E48-7FDD2678331A}"/>
          </ac:spMkLst>
        </pc:spChg>
        <pc:spChg chg="mod">
          <ac:chgData name="王 欣捷" userId="b965477fa0aef5e6" providerId="LiveId" clId="{CCC25DF9-4458-4252-A1FA-96CED2233F88}" dt="2021-04-22T08:18:20.984" v="423" actId="1076"/>
          <ac:spMkLst>
            <pc:docMk/>
            <pc:sldMk cId="0" sldId="865"/>
            <ac:spMk id="47122" creationId="{BFB75270-17BF-4772-ADB4-D41834FB682D}"/>
          </ac:spMkLst>
        </pc:spChg>
        <pc:spChg chg="mod">
          <ac:chgData name="王 欣捷" userId="b965477fa0aef5e6" providerId="LiveId" clId="{CCC25DF9-4458-4252-A1FA-96CED2233F88}" dt="2021-04-22T08:18:20.984" v="423" actId="1076"/>
          <ac:spMkLst>
            <pc:docMk/>
            <pc:sldMk cId="0" sldId="865"/>
            <ac:spMk id="47123" creationId="{30D75F5D-2297-4975-9211-D52B5D564722}"/>
          </ac:spMkLst>
        </pc:spChg>
        <pc:spChg chg="mod">
          <ac:chgData name="王 欣捷" userId="b965477fa0aef5e6" providerId="LiveId" clId="{CCC25DF9-4458-4252-A1FA-96CED2233F88}" dt="2021-04-22T08:18:20.984" v="423" actId="1076"/>
          <ac:spMkLst>
            <pc:docMk/>
            <pc:sldMk cId="0" sldId="865"/>
            <ac:spMk id="47124" creationId="{7BFD19C1-A41B-4F53-8AD2-B0CC9F066635}"/>
          </ac:spMkLst>
        </pc:spChg>
        <pc:spChg chg="mod">
          <ac:chgData name="王 欣捷" userId="b965477fa0aef5e6" providerId="LiveId" clId="{CCC25DF9-4458-4252-A1FA-96CED2233F88}" dt="2021-04-22T08:18:20.984" v="423" actId="1076"/>
          <ac:spMkLst>
            <pc:docMk/>
            <pc:sldMk cId="0" sldId="865"/>
            <ac:spMk id="47125" creationId="{A05C8891-E17A-4097-8267-16E1B83F8CF5}"/>
          </ac:spMkLst>
        </pc:spChg>
        <pc:spChg chg="mod">
          <ac:chgData name="王 欣捷" userId="b965477fa0aef5e6" providerId="LiveId" clId="{CCC25DF9-4458-4252-A1FA-96CED2233F88}" dt="2021-04-22T08:18:20.984" v="423" actId="1076"/>
          <ac:spMkLst>
            <pc:docMk/>
            <pc:sldMk cId="0" sldId="865"/>
            <ac:spMk id="47126" creationId="{8544558E-22BF-4DAC-B697-0730B7957BD2}"/>
          </ac:spMkLst>
        </pc:spChg>
        <pc:spChg chg="mod">
          <ac:chgData name="王 欣捷" userId="b965477fa0aef5e6" providerId="LiveId" clId="{CCC25DF9-4458-4252-A1FA-96CED2233F88}" dt="2021-04-22T08:18:20.984" v="423" actId="1076"/>
          <ac:spMkLst>
            <pc:docMk/>
            <pc:sldMk cId="0" sldId="865"/>
            <ac:spMk id="47127" creationId="{DC11AF0C-BCC9-4D94-A8AC-9DCF97CF4DEB}"/>
          </ac:spMkLst>
        </pc:spChg>
        <pc:spChg chg="mod">
          <ac:chgData name="王 欣捷" userId="b965477fa0aef5e6" providerId="LiveId" clId="{CCC25DF9-4458-4252-A1FA-96CED2233F88}" dt="2021-04-22T08:18:20.984" v="423" actId="1076"/>
          <ac:spMkLst>
            <pc:docMk/>
            <pc:sldMk cId="0" sldId="865"/>
            <ac:spMk id="47128" creationId="{26697CF6-EDBF-4151-921C-CF5C32D6E441}"/>
          </ac:spMkLst>
        </pc:spChg>
        <pc:spChg chg="mod">
          <ac:chgData name="王 欣捷" userId="b965477fa0aef5e6" providerId="LiveId" clId="{CCC25DF9-4458-4252-A1FA-96CED2233F88}" dt="2021-04-22T08:18:20.984" v="423" actId="1076"/>
          <ac:spMkLst>
            <pc:docMk/>
            <pc:sldMk cId="0" sldId="865"/>
            <ac:spMk id="47129" creationId="{0E332141-3CD2-4E2F-90AD-A8CF5F6B58B5}"/>
          </ac:spMkLst>
        </pc:spChg>
        <pc:spChg chg="mod">
          <ac:chgData name="王 欣捷" userId="b965477fa0aef5e6" providerId="LiveId" clId="{CCC25DF9-4458-4252-A1FA-96CED2233F88}" dt="2021-04-22T08:18:20.984" v="423" actId="1076"/>
          <ac:spMkLst>
            <pc:docMk/>
            <pc:sldMk cId="0" sldId="865"/>
            <ac:spMk id="47130" creationId="{0CCDCC8E-7349-4085-8F80-8974012C1D3F}"/>
          </ac:spMkLst>
        </pc:spChg>
        <pc:spChg chg="mod">
          <ac:chgData name="王 欣捷" userId="b965477fa0aef5e6" providerId="LiveId" clId="{CCC25DF9-4458-4252-A1FA-96CED2233F88}" dt="2021-04-22T08:18:20.984" v="423" actId="1076"/>
          <ac:spMkLst>
            <pc:docMk/>
            <pc:sldMk cId="0" sldId="865"/>
            <ac:spMk id="47131" creationId="{856A4C8F-03E4-40B3-8027-F9FD1ED6EFC6}"/>
          </ac:spMkLst>
        </pc:spChg>
        <pc:spChg chg="mod">
          <ac:chgData name="王 欣捷" userId="b965477fa0aef5e6" providerId="LiveId" clId="{CCC25DF9-4458-4252-A1FA-96CED2233F88}" dt="2021-04-22T08:18:20.984" v="423" actId="1076"/>
          <ac:spMkLst>
            <pc:docMk/>
            <pc:sldMk cId="0" sldId="865"/>
            <ac:spMk id="47132" creationId="{7319E597-B6AC-4C30-96B8-A340819515B6}"/>
          </ac:spMkLst>
        </pc:spChg>
        <pc:spChg chg="mod">
          <ac:chgData name="王 欣捷" userId="b965477fa0aef5e6" providerId="LiveId" clId="{CCC25DF9-4458-4252-A1FA-96CED2233F88}" dt="2021-04-22T08:18:20.984" v="423" actId="1076"/>
          <ac:spMkLst>
            <pc:docMk/>
            <pc:sldMk cId="0" sldId="865"/>
            <ac:spMk id="47133" creationId="{E518C459-AEEA-4B1F-B8B6-1415A3449AA0}"/>
          </ac:spMkLst>
        </pc:spChg>
        <pc:spChg chg="mod">
          <ac:chgData name="王 欣捷" userId="b965477fa0aef5e6" providerId="LiveId" clId="{CCC25DF9-4458-4252-A1FA-96CED2233F88}" dt="2021-04-22T08:18:20.984" v="423" actId="1076"/>
          <ac:spMkLst>
            <pc:docMk/>
            <pc:sldMk cId="0" sldId="865"/>
            <ac:spMk id="47134" creationId="{E0BCDFA6-8C48-44ED-BDF4-D14E52F26857}"/>
          </ac:spMkLst>
        </pc:spChg>
        <pc:spChg chg="mod">
          <ac:chgData name="王 欣捷" userId="b965477fa0aef5e6" providerId="LiveId" clId="{CCC25DF9-4458-4252-A1FA-96CED2233F88}" dt="2021-04-22T08:18:20.984" v="423" actId="1076"/>
          <ac:spMkLst>
            <pc:docMk/>
            <pc:sldMk cId="0" sldId="865"/>
            <ac:spMk id="47135" creationId="{32D732FB-A79B-46F3-8922-90334806FD1E}"/>
          </ac:spMkLst>
        </pc:spChg>
        <pc:spChg chg="mod">
          <ac:chgData name="王 欣捷" userId="b965477fa0aef5e6" providerId="LiveId" clId="{CCC25DF9-4458-4252-A1FA-96CED2233F88}" dt="2021-04-22T08:18:20.984" v="423" actId="1076"/>
          <ac:spMkLst>
            <pc:docMk/>
            <pc:sldMk cId="0" sldId="865"/>
            <ac:spMk id="47136" creationId="{ECF5C1D0-679E-430D-8AEF-5B52C3339EEA}"/>
          </ac:spMkLst>
        </pc:spChg>
        <pc:spChg chg="mod">
          <ac:chgData name="王 欣捷" userId="b965477fa0aef5e6" providerId="LiveId" clId="{CCC25DF9-4458-4252-A1FA-96CED2233F88}" dt="2021-04-22T08:18:20.984" v="423" actId="1076"/>
          <ac:spMkLst>
            <pc:docMk/>
            <pc:sldMk cId="0" sldId="865"/>
            <ac:spMk id="47137" creationId="{9671E828-C7C1-4664-BE85-9AF82122027E}"/>
          </ac:spMkLst>
        </pc:spChg>
        <pc:spChg chg="mod">
          <ac:chgData name="王 欣捷" userId="b965477fa0aef5e6" providerId="LiveId" clId="{CCC25DF9-4458-4252-A1FA-96CED2233F88}" dt="2021-04-22T08:18:20.984" v="423" actId="1076"/>
          <ac:spMkLst>
            <pc:docMk/>
            <pc:sldMk cId="0" sldId="865"/>
            <ac:spMk id="47138" creationId="{4E415B7C-9EA5-4994-B671-D3E7ED7181B4}"/>
          </ac:spMkLst>
        </pc:spChg>
        <pc:spChg chg="mod">
          <ac:chgData name="王 欣捷" userId="b965477fa0aef5e6" providerId="LiveId" clId="{CCC25DF9-4458-4252-A1FA-96CED2233F88}" dt="2021-04-22T08:18:20.984" v="423" actId="1076"/>
          <ac:spMkLst>
            <pc:docMk/>
            <pc:sldMk cId="0" sldId="865"/>
            <ac:spMk id="47139" creationId="{4C424B60-FE22-4943-965C-AC062702516B}"/>
          </ac:spMkLst>
        </pc:spChg>
        <pc:spChg chg="mod">
          <ac:chgData name="王 欣捷" userId="b965477fa0aef5e6" providerId="LiveId" clId="{CCC25DF9-4458-4252-A1FA-96CED2233F88}" dt="2021-04-22T08:18:20.984" v="423" actId="1076"/>
          <ac:spMkLst>
            <pc:docMk/>
            <pc:sldMk cId="0" sldId="865"/>
            <ac:spMk id="47140" creationId="{65055E31-68ED-4076-9352-9BB0815844A3}"/>
          </ac:spMkLst>
        </pc:spChg>
        <pc:spChg chg="mod">
          <ac:chgData name="王 欣捷" userId="b965477fa0aef5e6" providerId="LiveId" clId="{CCC25DF9-4458-4252-A1FA-96CED2233F88}" dt="2021-04-22T08:18:20.984" v="423" actId="1076"/>
          <ac:spMkLst>
            <pc:docMk/>
            <pc:sldMk cId="0" sldId="865"/>
            <ac:spMk id="47141" creationId="{D73C3D39-1178-48CD-9342-1AB7F8007ED1}"/>
          </ac:spMkLst>
        </pc:spChg>
        <pc:spChg chg="mod">
          <ac:chgData name="王 欣捷" userId="b965477fa0aef5e6" providerId="LiveId" clId="{CCC25DF9-4458-4252-A1FA-96CED2233F88}" dt="2021-04-22T08:18:20.984" v="423" actId="1076"/>
          <ac:spMkLst>
            <pc:docMk/>
            <pc:sldMk cId="0" sldId="865"/>
            <ac:spMk id="47142" creationId="{D8781AC9-DEE8-449D-B439-18E9F99BC7A6}"/>
          </ac:spMkLst>
        </pc:spChg>
        <pc:spChg chg="mod">
          <ac:chgData name="王 欣捷" userId="b965477fa0aef5e6" providerId="LiveId" clId="{CCC25DF9-4458-4252-A1FA-96CED2233F88}" dt="2021-04-22T08:18:20.984" v="423" actId="1076"/>
          <ac:spMkLst>
            <pc:docMk/>
            <pc:sldMk cId="0" sldId="865"/>
            <ac:spMk id="47143" creationId="{32B276E3-E049-4CC4-892A-6F116BF21A12}"/>
          </ac:spMkLst>
        </pc:spChg>
        <pc:spChg chg="mod">
          <ac:chgData name="王 欣捷" userId="b965477fa0aef5e6" providerId="LiveId" clId="{CCC25DF9-4458-4252-A1FA-96CED2233F88}" dt="2021-04-22T08:18:20.984" v="423" actId="1076"/>
          <ac:spMkLst>
            <pc:docMk/>
            <pc:sldMk cId="0" sldId="865"/>
            <ac:spMk id="47144" creationId="{44B6F382-3C70-481A-B1E3-59CDBD4963B6}"/>
          </ac:spMkLst>
        </pc:spChg>
        <pc:spChg chg="mod">
          <ac:chgData name="王 欣捷" userId="b965477fa0aef5e6" providerId="LiveId" clId="{CCC25DF9-4458-4252-A1FA-96CED2233F88}" dt="2021-04-22T08:18:20.984" v="423" actId="1076"/>
          <ac:spMkLst>
            <pc:docMk/>
            <pc:sldMk cId="0" sldId="865"/>
            <ac:spMk id="47145" creationId="{9810A7C5-81A6-48B4-910C-3929E757F00F}"/>
          </ac:spMkLst>
        </pc:spChg>
        <pc:spChg chg="mod">
          <ac:chgData name="王 欣捷" userId="b965477fa0aef5e6" providerId="LiveId" clId="{CCC25DF9-4458-4252-A1FA-96CED2233F88}" dt="2021-04-22T08:18:20.984" v="423" actId="1076"/>
          <ac:spMkLst>
            <pc:docMk/>
            <pc:sldMk cId="0" sldId="865"/>
            <ac:spMk id="47146" creationId="{74787053-16CA-4161-B2D2-60F6ABCDFD05}"/>
          </ac:spMkLst>
        </pc:spChg>
        <pc:spChg chg="mod">
          <ac:chgData name="王 欣捷" userId="b965477fa0aef5e6" providerId="LiveId" clId="{CCC25DF9-4458-4252-A1FA-96CED2233F88}" dt="2021-04-22T08:18:20.984" v="423" actId="1076"/>
          <ac:spMkLst>
            <pc:docMk/>
            <pc:sldMk cId="0" sldId="865"/>
            <ac:spMk id="47147" creationId="{EB053C0A-76BC-45B8-B9F6-0C0F5F110A79}"/>
          </ac:spMkLst>
        </pc:spChg>
        <pc:spChg chg="mod">
          <ac:chgData name="王 欣捷" userId="b965477fa0aef5e6" providerId="LiveId" clId="{CCC25DF9-4458-4252-A1FA-96CED2233F88}" dt="2021-04-22T08:18:20.984" v="423" actId="1076"/>
          <ac:spMkLst>
            <pc:docMk/>
            <pc:sldMk cId="0" sldId="865"/>
            <ac:spMk id="47148" creationId="{633B9862-A999-4DE8-B0C1-B44EC46294CC}"/>
          </ac:spMkLst>
        </pc:spChg>
        <pc:grpChg chg="mod">
          <ac:chgData name="王 欣捷" userId="b965477fa0aef5e6" providerId="LiveId" clId="{CCC25DF9-4458-4252-A1FA-96CED2233F88}" dt="2021-04-22T08:18:20.984" v="423" actId="1076"/>
          <ac:grpSpMkLst>
            <pc:docMk/>
            <pc:sldMk cId="0" sldId="865"/>
            <ac:grpSpMk id="47108" creationId="{605A51FE-F4F1-4B0A-8D25-E751356D8B7E}"/>
          </ac:grpSpMkLst>
        </pc:grpChg>
      </pc:sldChg>
      <pc:sldChg chg="modSp add mod">
        <pc:chgData name="王 欣捷" userId="b965477fa0aef5e6" providerId="LiveId" clId="{CCC25DF9-4458-4252-A1FA-96CED2233F88}" dt="2021-04-22T08:14:57.134" v="381" actId="207"/>
        <pc:sldMkLst>
          <pc:docMk/>
          <pc:sldMk cId="0" sldId="866"/>
        </pc:sldMkLst>
        <pc:spChg chg="mod">
          <ac:chgData name="王 欣捷" userId="b965477fa0aef5e6" providerId="LiveId" clId="{CCC25DF9-4458-4252-A1FA-96CED2233F88}" dt="2021-04-22T07:30:15.426" v="47"/>
          <ac:spMkLst>
            <pc:docMk/>
            <pc:sldMk cId="0" sldId="866"/>
            <ac:spMk id="48130" creationId="{07EB6E79-81DC-44EE-B65F-9E59ABFC71BE}"/>
          </ac:spMkLst>
        </pc:spChg>
        <pc:spChg chg="mod">
          <ac:chgData name="王 欣捷" userId="b965477fa0aef5e6" providerId="LiveId" clId="{CCC25DF9-4458-4252-A1FA-96CED2233F88}" dt="2021-04-22T08:14:57.134" v="381" actId="207"/>
          <ac:spMkLst>
            <pc:docMk/>
            <pc:sldMk cId="0" sldId="866"/>
            <ac:spMk id="48131" creationId="{8083CCDF-0D0A-4C1F-9A70-1BE3CAC9E68C}"/>
          </ac:spMkLst>
        </pc:spChg>
      </pc:sldChg>
      <pc:sldChg chg="add">
        <pc:chgData name="王 欣捷" userId="b965477fa0aef5e6" providerId="LiveId" clId="{CCC25DF9-4458-4252-A1FA-96CED2233F88}" dt="2021-04-22T07:28:32.426" v="23"/>
        <pc:sldMkLst>
          <pc:docMk/>
          <pc:sldMk cId="0" sldId="867"/>
        </pc:sldMkLst>
      </pc:sldChg>
      <pc:sldChg chg="modSp add mod">
        <pc:chgData name="王 欣捷" userId="b965477fa0aef5e6" providerId="LiveId" clId="{CCC25DF9-4458-4252-A1FA-96CED2233F88}" dt="2021-04-22T08:14:47.773" v="380" actId="207"/>
        <pc:sldMkLst>
          <pc:docMk/>
          <pc:sldMk cId="0" sldId="868"/>
        </pc:sldMkLst>
        <pc:spChg chg="mod">
          <ac:chgData name="王 欣捷" userId="b965477fa0aef5e6" providerId="LiveId" clId="{CCC25DF9-4458-4252-A1FA-96CED2233F88}" dt="2021-04-22T08:14:47.773" v="380" actId="207"/>
          <ac:spMkLst>
            <pc:docMk/>
            <pc:sldMk cId="0" sldId="868"/>
            <ac:spMk id="50179" creationId="{23B029FD-5597-42B9-8ACE-14FFF1BE7AC8}"/>
          </ac:spMkLst>
        </pc:spChg>
        <pc:spChg chg="mod">
          <ac:chgData name="王 欣捷" userId="b965477fa0aef5e6" providerId="LiveId" clId="{CCC25DF9-4458-4252-A1FA-96CED2233F88}" dt="2021-04-22T08:14:42.847" v="378" actId="1076"/>
          <ac:spMkLst>
            <pc:docMk/>
            <pc:sldMk cId="0" sldId="868"/>
            <ac:spMk id="50183" creationId="{90B755BA-6468-4C7B-959F-DB86225F3956}"/>
          </ac:spMkLst>
        </pc:spChg>
        <pc:spChg chg="mod">
          <ac:chgData name="王 欣捷" userId="b965477fa0aef5e6" providerId="LiveId" clId="{CCC25DF9-4458-4252-A1FA-96CED2233F88}" dt="2021-04-22T08:14:42.847" v="378" actId="1076"/>
          <ac:spMkLst>
            <pc:docMk/>
            <pc:sldMk cId="0" sldId="868"/>
            <ac:spMk id="50184" creationId="{64B10FD0-FD14-4048-AF17-82D31D60346B}"/>
          </ac:spMkLst>
        </pc:spChg>
        <pc:spChg chg="mod">
          <ac:chgData name="王 欣捷" userId="b965477fa0aef5e6" providerId="LiveId" clId="{CCC25DF9-4458-4252-A1FA-96CED2233F88}" dt="2021-04-22T08:14:42.847" v="378" actId="1076"/>
          <ac:spMkLst>
            <pc:docMk/>
            <pc:sldMk cId="0" sldId="868"/>
            <ac:spMk id="50185" creationId="{992F26A5-FE71-4A83-A0B7-1C387003217C}"/>
          </ac:spMkLst>
        </pc:spChg>
        <pc:spChg chg="mod">
          <ac:chgData name="王 欣捷" userId="b965477fa0aef5e6" providerId="LiveId" clId="{CCC25DF9-4458-4252-A1FA-96CED2233F88}" dt="2021-04-22T08:14:42.847" v="378" actId="1076"/>
          <ac:spMkLst>
            <pc:docMk/>
            <pc:sldMk cId="0" sldId="868"/>
            <ac:spMk id="50186" creationId="{53E05134-0AF4-4317-B77C-0C8F2CC6A31D}"/>
          </ac:spMkLst>
        </pc:spChg>
        <pc:spChg chg="mod">
          <ac:chgData name="王 欣捷" userId="b965477fa0aef5e6" providerId="LiveId" clId="{CCC25DF9-4458-4252-A1FA-96CED2233F88}" dt="2021-04-22T08:14:42.847" v="378" actId="1076"/>
          <ac:spMkLst>
            <pc:docMk/>
            <pc:sldMk cId="0" sldId="868"/>
            <ac:spMk id="50187" creationId="{87507876-575D-4E44-B3E7-B1B6CAC26ABE}"/>
          </ac:spMkLst>
        </pc:spChg>
        <pc:spChg chg="mod">
          <ac:chgData name="王 欣捷" userId="b965477fa0aef5e6" providerId="LiveId" clId="{CCC25DF9-4458-4252-A1FA-96CED2233F88}" dt="2021-04-22T08:14:42.847" v="378" actId="1076"/>
          <ac:spMkLst>
            <pc:docMk/>
            <pc:sldMk cId="0" sldId="868"/>
            <ac:spMk id="50188" creationId="{BF0EB79E-E09B-4442-9EFE-B297A4A47038}"/>
          </ac:spMkLst>
        </pc:spChg>
        <pc:spChg chg="mod">
          <ac:chgData name="王 欣捷" userId="b965477fa0aef5e6" providerId="LiveId" clId="{CCC25DF9-4458-4252-A1FA-96CED2233F88}" dt="2021-04-22T08:14:42.847" v="378" actId="1076"/>
          <ac:spMkLst>
            <pc:docMk/>
            <pc:sldMk cId="0" sldId="868"/>
            <ac:spMk id="50189" creationId="{92B440B4-1644-4B4C-873F-27EF75B7D5D3}"/>
          </ac:spMkLst>
        </pc:spChg>
        <pc:spChg chg="mod">
          <ac:chgData name="王 欣捷" userId="b965477fa0aef5e6" providerId="LiveId" clId="{CCC25DF9-4458-4252-A1FA-96CED2233F88}" dt="2021-04-22T08:14:42.847" v="378" actId="1076"/>
          <ac:spMkLst>
            <pc:docMk/>
            <pc:sldMk cId="0" sldId="868"/>
            <ac:spMk id="50190" creationId="{31A79F1A-11C0-4176-9EDC-6BC260E9D50F}"/>
          </ac:spMkLst>
        </pc:spChg>
        <pc:spChg chg="mod">
          <ac:chgData name="王 欣捷" userId="b965477fa0aef5e6" providerId="LiveId" clId="{CCC25DF9-4458-4252-A1FA-96CED2233F88}" dt="2021-04-22T08:14:42.847" v="378" actId="1076"/>
          <ac:spMkLst>
            <pc:docMk/>
            <pc:sldMk cId="0" sldId="868"/>
            <ac:spMk id="50191" creationId="{1F398A0B-8A11-41E0-977B-0CA179C62737}"/>
          </ac:spMkLst>
        </pc:spChg>
        <pc:spChg chg="mod">
          <ac:chgData name="王 欣捷" userId="b965477fa0aef5e6" providerId="LiveId" clId="{CCC25DF9-4458-4252-A1FA-96CED2233F88}" dt="2021-04-22T08:14:42.847" v="378" actId="1076"/>
          <ac:spMkLst>
            <pc:docMk/>
            <pc:sldMk cId="0" sldId="868"/>
            <ac:spMk id="50192" creationId="{DD4DAF2D-13B9-42F5-AF41-F0D0B3080055}"/>
          </ac:spMkLst>
        </pc:spChg>
        <pc:spChg chg="mod">
          <ac:chgData name="王 欣捷" userId="b965477fa0aef5e6" providerId="LiveId" clId="{CCC25DF9-4458-4252-A1FA-96CED2233F88}" dt="2021-04-22T08:14:42.847" v="378" actId="1076"/>
          <ac:spMkLst>
            <pc:docMk/>
            <pc:sldMk cId="0" sldId="868"/>
            <ac:spMk id="50193" creationId="{48C12E2B-8944-4D54-A2AC-45744734F3B1}"/>
          </ac:spMkLst>
        </pc:spChg>
        <pc:spChg chg="mod">
          <ac:chgData name="王 欣捷" userId="b965477fa0aef5e6" providerId="LiveId" clId="{CCC25DF9-4458-4252-A1FA-96CED2233F88}" dt="2021-04-22T08:14:42.847" v="378" actId="1076"/>
          <ac:spMkLst>
            <pc:docMk/>
            <pc:sldMk cId="0" sldId="868"/>
            <ac:spMk id="50194" creationId="{98219C95-AA24-4D6E-ACA1-7C9A24A05FC9}"/>
          </ac:spMkLst>
        </pc:spChg>
        <pc:spChg chg="mod">
          <ac:chgData name="王 欣捷" userId="b965477fa0aef5e6" providerId="LiveId" clId="{CCC25DF9-4458-4252-A1FA-96CED2233F88}" dt="2021-04-22T08:14:42.847" v="378" actId="1076"/>
          <ac:spMkLst>
            <pc:docMk/>
            <pc:sldMk cId="0" sldId="868"/>
            <ac:spMk id="50195" creationId="{CBE1B2F1-65D7-4ACD-9EF2-2E4D99C6A705}"/>
          </ac:spMkLst>
        </pc:spChg>
        <pc:spChg chg="mod">
          <ac:chgData name="王 欣捷" userId="b965477fa0aef5e6" providerId="LiveId" clId="{CCC25DF9-4458-4252-A1FA-96CED2233F88}" dt="2021-04-22T08:14:42.847" v="378" actId="1076"/>
          <ac:spMkLst>
            <pc:docMk/>
            <pc:sldMk cId="0" sldId="868"/>
            <ac:spMk id="50196" creationId="{CF8600E5-95DA-426B-8492-88CE906E4A57}"/>
          </ac:spMkLst>
        </pc:spChg>
        <pc:spChg chg="mod">
          <ac:chgData name="王 欣捷" userId="b965477fa0aef5e6" providerId="LiveId" clId="{CCC25DF9-4458-4252-A1FA-96CED2233F88}" dt="2021-04-22T08:14:42.847" v="378" actId="1076"/>
          <ac:spMkLst>
            <pc:docMk/>
            <pc:sldMk cId="0" sldId="868"/>
            <ac:spMk id="50197" creationId="{0E97EE08-7946-413C-9B96-D2BC58287D4C}"/>
          </ac:spMkLst>
        </pc:spChg>
        <pc:spChg chg="mod">
          <ac:chgData name="王 欣捷" userId="b965477fa0aef5e6" providerId="LiveId" clId="{CCC25DF9-4458-4252-A1FA-96CED2233F88}" dt="2021-04-22T08:14:42.847" v="378" actId="1076"/>
          <ac:spMkLst>
            <pc:docMk/>
            <pc:sldMk cId="0" sldId="868"/>
            <ac:spMk id="50198" creationId="{99649270-8EA3-4673-814B-53AC7C0ECF07}"/>
          </ac:spMkLst>
        </pc:spChg>
        <pc:grpChg chg="mod">
          <ac:chgData name="王 欣捷" userId="b965477fa0aef5e6" providerId="LiveId" clId="{CCC25DF9-4458-4252-A1FA-96CED2233F88}" dt="2021-04-22T08:14:44.060" v="379" actId="113"/>
          <ac:grpSpMkLst>
            <pc:docMk/>
            <pc:sldMk cId="0" sldId="868"/>
            <ac:grpSpMk id="50180" creationId="{2CFAC1E6-21DE-4E22-B374-F10B92504022}"/>
          </ac:grpSpMkLst>
        </pc:grpChg>
        <pc:grpChg chg="mod">
          <ac:chgData name="王 欣捷" userId="b965477fa0aef5e6" providerId="LiveId" clId="{CCC25DF9-4458-4252-A1FA-96CED2233F88}" dt="2021-04-22T08:14:42.847" v="378" actId="1076"/>
          <ac:grpSpMkLst>
            <pc:docMk/>
            <pc:sldMk cId="0" sldId="868"/>
            <ac:grpSpMk id="50181" creationId="{0CDBACF1-4743-4F6F-858A-11F6DAD9E097}"/>
          </ac:grpSpMkLst>
        </pc:grpChg>
        <pc:grpChg chg="mod">
          <ac:chgData name="王 欣捷" userId="b965477fa0aef5e6" providerId="LiveId" clId="{CCC25DF9-4458-4252-A1FA-96CED2233F88}" dt="2021-04-22T08:14:42.847" v="378" actId="1076"/>
          <ac:grpSpMkLst>
            <pc:docMk/>
            <pc:sldMk cId="0" sldId="868"/>
            <ac:grpSpMk id="50182" creationId="{5631DE59-9A0E-4F88-ADD9-3B2D9B1CD506}"/>
          </ac:grpSpMkLst>
        </pc:grpChg>
      </pc:sldChg>
      <pc:sldChg chg="modSp add mod">
        <pc:chgData name="王 欣捷" userId="b965477fa0aef5e6" providerId="LiveId" clId="{CCC25DF9-4458-4252-A1FA-96CED2233F88}" dt="2021-04-22T08:14:36.977" v="377" actId="404"/>
        <pc:sldMkLst>
          <pc:docMk/>
          <pc:sldMk cId="0" sldId="869"/>
        </pc:sldMkLst>
        <pc:spChg chg="mod">
          <ac:chgData name="王 欣捷" userId="b965477fa0aef5e6" providerId="LiveId" clId="{CCC25DF9-4458-4252-A1FA-96CED2233F88}" dt="2021-04-22T08:14:36.977" v="377" actId="404"/>
          <ac:spMkLst>
            <pc:docMk/>
            <pc:sldMk cId="0" sldId="869"/>
            <ac:spMk id="51202" creationId="{ED543A1A-D504-4678-B30E-7ABDC6A4AE49}"/>
          </ac:spMkLst>
        </pc:spChg>
      </pc:sldChg>
      <pc:sldChg chg="modSp add mod chgLayout">
        <pc:chgData name="王 欣捷" userId="b965477fa0aef5e6" providerId="LiveId" clId="{CCC25DF9-4458-4252-A1FA-96CED2233F88}" dt="2021-04-22T08:14:32.752" v="376" actId="27636"/>
        <pc:sldMkLst>
          <pc:docMk/>
          <pc:sldMk cId="0" sldId="870"/>
        </pc:sldMkLst>
        <pc:spChg chg="mod ord">
          <ac:chgData name="王 欣捷" userId="b965477fa0aef5e6" providerId="LiveId" clId="{CCC25DF9-4458-4252-A1FA-96CED2233F88}" dt="2021-04-22T08:14:29.179" v="374" actId="404"/>
          <ac:spMkLst>
            <pc:docMk/>
            <pc:sldMk cId="0" sldId="870"/>
            <ac:spMk id="52226" creationId="{66C22A6B-ACBF-4CA2-A493-0E07E65DF713}"/>
          </ac:spMkLst>
        </pc:spChg>
        <pc:spChg chg="mod ord">
          <ac:chgData name="王 欣捷" userId="b965477fa0aef5e6" providerId="LiveId" clId="{CCC25DF9-4458-4252-A1FA-96CED2233F88}" dt="2021-04-22T08:14:32.752" v="376" actId="27636"/>
          <ac:spMkLst>
            <pc:docMk/>
            <pc:sldMk cId="0" sldId="870"/>
            <ac:spMk id="52227" creationId="{5F7D37CF-7004-4E18-8FB8-FB0F740D616B}"/>
          </ac:spMkLst>
        </pc:spChg>
      </pc:sldChg>
      <pc:sldChg chg="addSp modSp add mod modClrScheme modAnim chgLayout">
        <pc:chgData name="王 欣捷" userId="b965477fa0aef5e6" providerId="LiveId" clId="{CCC25DF9-4458-4252-A1FA-96CED2233F88}" dt="2021-04-28T13:52:20.477" v="1062"/>
        <pc:sldMkLst>
          <pc:docMk/>
          <pc:sldMk cId="0" sldId="871"/>
        </pc:sldMkLst>
        <pc:spChg chg="add mod">
          <ac:chgData name="王 欣捷" userId="b965477fa0aef5e6" providerId="LiveId" clId="{CCC25DF9-4458-4252-A1FA-96CED2233F88}" dt="2021-04-28T13:52:16.509" v="1061" actId="1076"/>
          <ac:spMkLst>
            <pc:docMk/>
            <pc:sldMk cId="0" sldId="871"/>
            <ac:spMk id="4" creationId="{17C092F6-7235-4FF7-B42B-CF0C3A8B9769}"/>
          </ac:spMkLst>
        </pc:spChg>
        <pc:spChg chg="mod ord">
          <ac:chgData name="王 欣捷" userId="b965477fa0aef5e6" providerId="LiveId" clId="{CCC25DF9-4458-4252-A1FA-96CED2233F88}" dt="2021-04-22T08:14:21.514" v="370" actId="404"/>
          <ac:spMkLst>
            <pc:docMk/>
            <pc:sldMk cId="0" sldId="871"/>
            <ac:spMk id="53250" creationId="{318984C4-7538-495F-8F05-07B5DF38BA18}"/>
          </ac:spMkLst>
        </pc:spChg>
        <pc:graphicFrameChg chg="mod ord modGraphic">
          <ac:chgData name="王 欣捷" userId="b965477fa0aef5e6" providerId="LiveId" clId="{CCC25DF9-4458-4252-A1FA-96CED2233F88}" dt="2021-04-28T13:51:21.010" v="997" actId="1076"/>
          <ac:graphicFrameMkLst>
            <pc:docMk/>
            <pc:sldMk cId="0" sldId="871"/>
            <ac:graphicFrameMk id="708611" creationId="{B416A773-41BD-4665-930E-5FA0A9E49650}"/>
          </ac:graphicFrameMkLst>
        </pc:graphicFrameChg>
      </pc:sldChg>
      <pc:sldChg chg="delSp modSp add mod modClrScheme chgLayout">
        <pc:chgData name="王 欣捷" userId="b965477fa0aef5e6" providerId="LiveId" clId="{CCC25DF9-4458-4252-A1FA-96CED2233F88}" dt="2021-04-22T08:23:28.845" v="507" actId="113"/>
        <pc:sldMkLst>
          <pc:docMk/>
          <pc:sldMk cId="0" sldId="872"/>
        </pc:sldMkLst>
        <pc:spChg chg="mod ord">
          <ac:chgData name="王 欣捷" userId="b965477fa0aef5e6" providerId="LiveId" clId="{CCC25DF9-4458-4252-A1FA-96CED2233F88}" dt="2021-04-22T08:19:04.291" v="436" actId="404"/>
          <ac:spMkLst>
            <pc:docMk/>
            <pc:sldMk cId="0" sldId="872"/>
            <ac:spMk id="54274" creationId="{BEFD8531-2EC9-4FB2-A8FC-1529AA10BD5F}"/>
          </ac:spMkLst>
        </pc:spChg>
        <pc:spChg chg="del">
          <ac:chgData name="王 欣捷" userId="b965477fa0aef5e6" providerId="LiveId" clId="{CCC25DF9-4458-4252-A1FA-96CED2233F88}" dt="2021-04-22T08:13:49.440" v="367" actId="700"/>
          <ac:spMkLst>
            <pc:docMk/>
            <pc:sldMk cId="0" sldId="872"/>
            <ac:spMk id="54275" creationId="{CC59C49C-7838-42E6-BAA4-C8609E956026}"/>
          </ac:spMkLst>
        </pc:spChg>
        <pc:spChg chg="mod">
          <ac:chgData name="王 欣捷" userId="b965477fa0aef5e6" providerId="LiveId" clId="{CCC25DF9-4458-4252-A1FA-96CED2233F88}" dt="2021-04-22T08:20:00.332" v="446" actId="207"/>
          <ac:spMkLst>
            <pc:docMk/>
            <pc:sldMk cId="0" sldId="872"/>
            <ac:spMk id="54276" creationId="{314226A8-552F-4FFC-86C7-7111FFED0FDC}"/>
          </ac:spMkLst>
        </pc:spChg>
        <pc:spChg chg="mod">
          <ac:chgData name="王 欣捷" userId="b965477fa0aef5e6" providerId="LiveId" clId="{CCC25DF9-4458-4252-A1FA-96CED2233F88}" dt="2021-04-22T08:20:52.894" v="448" actId="1076"/>
          <ac:spMkLst>
            <pc:docMk/>
            <pc:sldMk cId="0" sldId="872"/>
            <ac:spMk id="54278" creationId="{072CFB02-3236-4282-A59E-84F70C5844B8}"/>
          </ac:spMkLst>
        </pc:spChg>
        <pc:spChg chg="mod">
          <ac:chgData name="王 欣捷" userId="b965477fa0aef5e6" providerId="LiveId" clId="{CCC25DF9-4458-4252-A1FA-96CED2233F88}" dt="2021-04-22T08:20:52.894" v="448" actId="1076"/>
          <ac:spMkLst>
            <pc:docMk/>
            <pc:sldMk cId="0" sldId="872"/>
            <ac:spMk id="54279" creationId="{B51D232C-EA70-4CC2-B111-41646FAE4469}"/>
          </ac:spMkLst>
        </pc:spChg>
        <pc:spChg chg="mod">
          <ac:chgData name="王 欣捷" userId="b965477fa0aef5e6" providerId="LiveId" clId="{CCC25DF9-4458-4252-A1FA-96CED2233F88}" dt="2021-04-22T08:20:52.894" v="448" actId="1076"/>
          <ac:spMkLst>
            <pc:docMk/>
            <pc:sldMk cId="0" sldId="872"/>
            <ac:spMk id="54280" creationId="{60FC1B10-2FED-4076-9847-37E335F9FC6E}"/>
          </ac:spMkLst>
        </pc:spChg>
        <pc:spChg chg="mod">
          <ac:chgData name="王 欣捷" userId="b965477fa0aef5e6" providerId="LiveId" clId="{CCC25DF9-4458-4252-A1FA-96CED2233F88}" dt="2021-04-22T08:20:52.894" v="448" actId="1076"/>
          <ac:spMkLst>
            <pc:docMk/>
            <pc:sldMk cId="0" sldId="872"/>
            <ac:spMk id="54281" creationId="{81D5EB3B-1109-43AF-BCCB-19904B884C4E}"/>
          </ac:spMkLst>
        </pc:spChg>
        <pc:spChg chg="mod">
          <ac:chgData name="王 欣捷" userId="b965477fa0aef5e6" providerId="LiveId" clId="{CCC25DF9-4458-4252-A1FA-96CED2233F88}" dt="2021-04-22T08:20:52.894" v="448" actId="1076"/>
          <ac:spMkLst>
            <pc:docMk/>
            <pc:sldMk cId="0" sldId="872"/>
            <ac:spMk id="54282" creationId="{AC6637F6-373F-47D7-BD2E-72FDDD64E078}"/>
          </ac:spMkLst>
        </pc:spChg>
        <pc:spChg chg="mod">
          <ac:chgData name="王 欣捷" userId="b965477fa0aef5e6" providerId="LiveId" clId="{CCC25DF9-4458-4252-A1FA-96CED2233F88}" dt="2021-04-22T08:20:52.894" v="448" actId="1076"/>
          <ac:spMkLst>
            <pc:docMk/>
            <pc:sldMk cId="0" sldId="872"/>
            <ac:spMk id="54283" creationId="{CE13A71A-667A-41E8-AD14-B24AA4236AA2}"/>
          </ac:spMkLst>
        </pc:spChg>
        <pc:spChg chg="mod">
          <ac:chgData name="王 欣捷" userId="b965477fa0aef5e6" providerId="LiveId" clId="{CCC25DF9-4458-4252-A1FA-96CED2233F88}" dt="2021-04-22T08:20:52.894" v="448" actId="1076"/>
          <ac:spMkLst>
            <pc:docMk/>
            <pc:sldMk cId="0" sldId="872"/>
            <ac:spMk id="54284" creationId="{D3D994B9-AAA5-4E70-BFFA-81DEAC3B90C7}"/>
          </ac:spMkLst>
        </pc:spChg>
        <pc:spChg chg="mod">
          <ac:chgData name="王 欣捷" userId="b965477fa0aef5e6" providerId="LiveId" clId="{CCC25DF9-4458-4252-A1FA-96CED2233F88}" dt="2021-04-22T08:20:52.894" v="448" actId="1076"/>
          <ac:spMkLst>
            <pc:docMk/>
            <pc:sldMk cId="0" sldId="872"/>
            <ac:spMk id="54285" creationId="{D6B025B1-3EE7-4A0B-82BA-9B6726170504}"/>
          </ac:spMkLst>
        </pc:spChg>
        <pc:spChg chg="mod">
          <ac:chgData name="王 欣捷" userId="b965477fa0aef5e6" providerId="LiveId" clId="{CCC25DF9-4458-4252-A1FA-96CED2233F88}" dt="2021-04-22T08:20:52.894" v="448" actId="1076"/>
          <ac:spMkLst>
            <pc:docMk/>
            <pc:sldMk cId="0" sldId="872"/>
            <ac:spMk id="54286" creationId="{5F20938E-3862-4F8C-8460-AA428D4D2EC9}"/>
          </ac:spMkLst>
        </pc:spChg>
        <pc:spChg chg="mod">
          <ac:chgData name="王 欣捷" userId="b965477fa0aef5e6" providerId="LiveId" clId="{CCC25DF9-4458-4252-A1FA-96CED2233F88}" dt="2021-04-22T08:20:52.894" v="448" actId="1076"/>
          <ac:spMkLst>
            <pc:docMk/>
            <pc:sldMk cId="0" sldId="872"/>
            <ac:spMk id="54287" creationId="{B7922A58-8463-439C-A19D-B326CBB5C020}"/>
          </ac:spMkLst>
        </pc:spChg>
        <pc:spChg chg="mod">
          <ac:chgData name="王 欣捷" userId="b965477fa0aef5e6" providerId="LiveId" clId="{CCC25DF9-4458-4252-A1FA-96CED2233F88}" dt="2021-04-22T08:20:52.894" v="448" actId="1076"/>
          <ac:spMkLst>
            <pc:docMk/>
            <pc:sldMk cId="0" sldId="872"/>
            <ac:spMk id="54288" creationId="{62435D08-3F54-421C-974D-629C4B7B67CA}"/>
          </ac:spMkLst>
        </pc:spChg>
        <pc:spChg chg="mod">
          <ac:chgData name="王 欣捷" userId="b965477fa0aef5e6" providerId="LiveId" clId="{CCC25DF9-4458-4252-A1FA-96CED2233F88}" dt="2021-04-22T08:20:52.894" v="448" actId="1076"/>
          <ac:spMkLst>
            <pc:docMk/>
            <pc:sldMk cId="0" sldId="872"/>
            <ac:spMk id="54289" creationId="{19D919CE-607C-4BA5-80B1-2BCD7562E61D}"/>
          </ac:spMkLst>
        </pc:spChg>
        <pc:spChg chg="mod">
          <ac:chgData name="王 欣捷" userId="b965477fa0aef5e6" providerId="LiveId" clId="{CCC25DF9-4458-4252-A1FA-96CED2233F88}" dt="2021-04-22T08:20:52.894" v="448" actId="1076"/>
          <ac:spMkLst>
            <pc:docMk/>
            <pc:sldMk cId="0" sldId="872"/>
            <ac:spMk id="54290" creationId="{5A8B8F9F-21B9-41BC-A9CD-6D2333496734}"/>
          </ac:spMkLst>
        </pc:spChg>
        <pc:spChg chg="mod">
          <ac:chgData name="王 欣捷" userId="b965477fa0aef5e6" providerId="LiveId" clId="{CCC25DF9-4458-4252-A1FA-96CED2233F88}" dt="2021-04-22T08:20:52.894" v="448" actId="1076"/>
          <ac:spMkLst>
            <pc:docMk/>
            <pc:sldMk cId="0" sldId="872"/>
            <ac:spMk id="54291" creationId="{3EB609D5-57C8-4C10-B0F1-2189AA43DF7D}"/>
          </ac:spMkLst>
        </pc:spChg>
        <pc:spChg chg="mod">
          <ac:chgData name="王 欣捷" userId="b965477fa0aef5e6" providerId="LiveId" clId="{CCC25DF9-4458-4252-A1FA-96CED2233F88}" dt="2021-04-22T08:20:52.894" v="448" actId="1076"/>
          <ac:spMkLst>
            <pc:docMk/>
            <pc:sldMk cId="0" sldId="872"/>
            <ac:spMk id="54292" creationId="{09CFD2E2-9587-4EB7-9222-2078168FC024}"/>
          </ac:spMkLst>
        </pc:spChg>
        <pc:spChg chg="mod">
          <ac:chgData name="王 欣捷" userId="b965477fa0aef5e6" providerId="LiveId" clId="{CCC25DF9-4458-4252-A1FA-96CED2233F88}" dt="2021-04-22T08:20:52.894" v="448" actId="1076"/>
          <ac:spMkLst>
            <pc:docMk/>
            <pc:sldMk cId="0" sldId="872"/>
            <ac:spMk id="54293" creationId="{EF767DB8-D039-4D13-B0A8-345B9DA61CFF}"/>
          </ac:spMkLst>
        </pc:spChg>
        <pc:spChg chg="mod">
          <ac:chgData name="王 欣捷" userId="b965477fa0aef5e6" providerId="LiveId" clId="{CCC25DF9-4458-4252-A1FA-96CED2233F88}" dt="2021-04-22T08:20:52.894" v="448" actId="1076"/>
          <ac:spMkLst>
            <pc:docMk/>
            <pc:sldMk cId="0" sldId="872"/>
            <ac:spMk id="54294" creationId="{4216375A-94A7-4B19-8EB9-02BC23458968}"/>
          </ac:spMkLst>
        </pc:spChg>
        <pc:spChg chg="mod">
          <ac:chgData name="王 欣捷" userId="b965477fa0aef5e6" providerId="LiveId" clId="{CCC25DF9-4458-4252-A1FA-96CED2233F88}" dt="2021-04-22T08:20:52.894" v="448" actId="1076"/>
          <ac:spMkLst>
            <pc:docMk/>
            <pc:sldMk cId="0" sldId="872"/>
            <ac:spMk id="54295" creationId="{6B8352DD-8848-41DB-A1F0-B0D03F10B942}"/>
          </ac:spMkLst>
        </pc:spChg>
        <pc:spChg chg="mod">
          <ac:chgData name="王 欣捷" userId="b965477fa0aef5e6" providerId="LiveId" clId="{CCC25DF9-4458-4252-A1FA-96CED2233F88}" dt="2021-04-22T08:20:52.894" v="448" actId="1076"/>
          <ac:spMkLst>
            <pc:docMk/>
            <pc:sldMk cId="0" sldId="872"/>
            <ac:spMk id="54296" creationId="{6BBDFF09-E028-4BA9-B64C-934D31D82368}"/>
          </ac:spMkLst>
        </pc:spChg>
        <pc:spChg chg="mod">
          <ac:chgData name="王 欣捷" userId="b965477fa0aef5e6" providerId="LiveId" clId="{CCC25DF9-4458-4252-A1FA-96CED2233F88}" dt="2021-04-22T08:20:52.894" v="448" actId="1076"/>
          <ac:spMkLst>
            <pc:docMk/>
            <pc:sldMk cId="0" sldId="872"/>
            <ac:spMk id="54297" creationId="{7085FDE2-80C6-492D-B0A7-00E3EFB58A97}"/>
          </ac:spMkLst>
        </pc:spChg>
        <pc:spChg chg="mod">
          <ac:chgData name="王 欣捷" userId="b965477fa0aef5e6" providerId="LiveId" clId="{CCC25DF9-4458-4252-A1FA-96CED2233F88}" dt="2021-04-22T08:20:52.894" v="448" actId="1076"/>
          <ac:spMkLst>
            <pc:docMk/>
            <pc:sldMk cId="0" sldId="872"/>
            <ac:spMk id="54298" creationId="{60C955D4-A8F2-428C-A56B-02260908AAFC}"/>
          </ac:spMkLst>
        </pc:spChg>
        <pc:spChg chg="mod">
          <ac:chgData name="王 欣捷" userId="b965477fa0aef5e6" providerId="LiveId" clId="{CCC25DF9-4458-4252-A1FA-96CED2233F88}" dt="2021-04-22T08:20:52.894" v="448" actId="1076"/>
          <ac:spMkLst>
            <pc:docMk/>
            <pc:sldMk cId="0" sldId="872"/>
            <ac:spMk id="54299" creationId="{0A9B14D8-8BF3-4356-86C5-162D7DE3A1CC}"/>
          </ac:spMkLst>
        </pc:spChg>
        <pc:spChg chg="mod">
          <ac:chgData name="王 欣捷" userId="b965477fa0aef5e6" providerId="LiveId" clId="{CCC25DF9-4458-4252-A1FA-96CED2233F88}" dt="2021-04-22T08:20:52.894" v="448" actId="1076"/>
          <ac:spMkLst>
            <pc:docMk/>
            <pc:sldMk cId="0" sldId="872"/>
            <ac:spMk id="54300" creationId="{432395B2-A7AA-47BB-A901-57EE1E712099}"/>
          </ac:spMkLst>
        </pc:spChg>
        <pc:spChg chg="mod">
          <ac:chgData name="王 欣捷" userId="b965477fa0aef5e6" providerId="LiveId" clId="{CCC25DF9-4458-4252-A1FA-96CED2233F88}" dt="2021-04-22T08:20:52.894" v="448" actId="1076"/>
          <ac:spMkLst>
            <pc:docMk/>
            <pc:sldMk cId="0" sldId="872"/>
            <ac:spMk id="54301" creationId="{8D5E44E4-4E9F-461B-9026-EB6E86910B2B}"/>
          </ac:spMkLst>
        </pc:spChg>
        <pc:spChg chg="mod">
          <ac:chgData name="王 欣捷" userId="b965477fa0aef5e6" providerId="LiveId" clId="{CCC25DF9-4458-4252-A1FA-96CED2233F88}" dt="2021-04-22T08:20:52.894" v="448" actId="1076"/>
          <ac:spMkLst>
            <pc:docMk/>
            <pc:sldMk cId="0" sldId="872"/>
            <ac:spMk id="54302" creationId="{F36F96E9-DEBE-4697-8BC2-1CCC6DD9A041}"/>
          </ac:spMkLst>
        </pc:spChg>
        <pc:spChg chg="mod">
          <ac:chgData name="王 欣捷" userId="b965477fa0aef5e6" providerId="LiveId" clId="{CCC25DF9-4458-4252-A1FA-96CED2233F88}" dt="2021-04-22T08:23:27.831" v="506" actId="113"/>
          <ac:spMkLst>
            <pc:docMk/>
            <pc:sldMk cId="0" sldId="872"/>
            <ac:spMk id="54308" creationId="{E51FB6E2-D4F1-4B91-B486-BDDB41BD1750}"/>
          </ac:spMkLst>
        </pc:spChg>
        <pc:spChg chg="mod">
          <ac:chgData name="王 欣捷" userId="b965477fa0aef5e6" providerId="LiveId" clId="{CCC25DF9-4458-4252-A1FA-96CED2233F88}" dt="2021-04-22T08:23:28.845" v="507" actId="113"/>
          <ac:spMkLst>
            <pc:docMk/>
            <pc:sldMk cId="0" sldId="872"/>
            <ac:spMk id="54309" creationId="{805F16BF-CE16-4165-AC23-47F7FFCF9250}"/>
          </ac:spMkLst>
        </pc:spChg>
        <pc:spChg chg="mod">
          <ac:chgData name="王 欣捷" userId="b965477fa0aef5e6" providerId="LiveId" clId="{CCC25DF9-4458-4252-A1FA-96CED2233F88}" dt="2021-04-22T08:20:52.894" v="448" actId="1076"/>
          <ac:spMkLst>
            <pc:docMk/>
            <pc:sldMk cId="0" sldId="872"/>
            <ac:spMk id="54310" creationId="{2651BD2D-A9F7-4AB3-A56E-36F3C3C10278}"/>
          </ac:spMkLst>
        </pc:spChg>
        <pc:spChg chg="mod">
          <ac:chgData name="王 欣捷" userId="b965477fa0aef5e6" providerId="LiveId" clId="{CCC25DF9-4458-4252-A1FA-96CED2233F88}" dt="2021-04-22T08:20:52.894" v="448" actId="1076"/>
          <ac:spMkLst>
            <pc:docMk/>
            <pc:sldMk cId="0" sldId="872"/>
            <ac:spMk id="54311" creationId="{E2892BEC-B421-4A6D-A88E-2F3DA48FE141}"/>
          </ac:spMkLst>
        </pc:spChg>
        <pc:spChg chg="mod">
          <ac:chgData name="王 欣捷" userId="b965477fa0aef5e6" providerId="LiveId" clId="{CCC25DF9-4458-4252-A1FA-96CED2233F88}" dt="2021-04-22T08:20:52.894" v="448" actId="1076"/>
          <ac:spMkLst>
            <pc:docMk/>
            <pc:sldMk cId="0" sldId="872"/>
            <ac:spMk id="54312" creationId="{F00920CB-CEAF-4443-A91E-02AEBF164106}"/>
          </ac:spMkLst>
        </pc:spChg>
        <pc:spChg chg="mod">
          <ac:chgData name="王 欣捷" userId="b965477fa0aef5e6" providerId="LiveId" clId="{CCC25DF9-4458-4252-A1FA-96CED2233F88}" dt="2021-04-22T08:20:52.894" v="448" actId="1076"/>
          <ac:spMkLst>
            <pc:docMk/>
            <pc:sldMk cId="0" sldId="872"/>
            <ac:spMk id="54313" creationId="{73134920-48A7-4C07-9881-8FEC15DF0F1D}"/>
          </ac:spMkLst>
        </pc:spChg>
        <pc:spChg chg="mod">
          <ac:chgData name="王 欣捷" userId="b965477fa0aef5e6" providerId="LiveId" clId="{CCC25DF9-4458-4252-A1FA-96CED2233F88}" dt="2021-04-22T08:20:52.894" v="448" actId="1076"/>
          <ac:spMkLst>
            <pc:docMk/>
            <pc:sldMk cId="0" sldId="872"/>
            <ac:spMk id="54314" creationId="{10CD0B50-8FDF-4B00-9BF5-544850DE4BAF}"/>
          </ac:spMkLst>
        </pc:spChg>
        <pc:spChg chg="mod">
          <ac:chgData name="王 欣捷" userId="b965477fa0aef5e6" providerId="LiveId" clId="{CCC25DF9-4458-4252-A1FA-96CED2233F88}" dt="2021-04-22T08:20:52.894" v="448" actId="1076"/>
          <ac:spMkLst>
            <pc:docMk/>
            <pc:sldMk cId="0" sldId="872"/>
            <ac:spMk id="54315" creationId="{45929DAF-5E57-4F1B-B419-66FC2B487DDD}"/>
          </ac:spMkLst>
        </pc:spChg>
        <pc:spChg chg="mod">
          <ac:chgData name="王 欣捷" userId="b965477fa0aef5e6" providerId="LiveId" clId="{CCC25DF9-4458-4252-A1FA-96CED2233F88}" dt="2021-04-22T08:20:52.894" v="448" actId="1076"/>
          <ac:spMkLst>
            <pc:docMk/>
            <pc:sldMk cId="0" sldId="872"/>
            <ac:spMk id="54316" creationId="{A8A33C05-7527-4A0D-934F-918C52D0A08C}"/>
          </ac:spMkLst>
        </pc:spChg>
        <pc:spChg chg="mod">
          <ac:chgData name="王 欣捷" userId="b965477fa0aef5e6" providerId="LiveId" clId="{CCC25DF9-4458-4252-A1FA-96CED2233F88}" dt="2021-04-22T08:20:52.894" v="448" actId="1076"/>
          <ac:spMkLst>
            <pc:docMk/>
            <pc:sldMk cId="0" sldId="872"/>
            <ac:spMk id="54317" creationId="{0E0F6B77-7DB2-461E-9E40-39E7E1227B51}"/>
          </ac:spMkLst>
        </pc:spChg>
        <pc:spChg chg="mod">
          <ac:chgData name="王 欣捷" userId="b965477fa0aef5e6" providerId="LiveId" clId="{CCC25DF9-4458-4252-A1FA-96CED2233F88}" dt="2021-04-22T08:20:52.894" v="448" actId="1076"/>
          <ac:spMkLst>
            <pc:docMk/>
            <pc:sldMk cId="0" sldId="872"/>
            <ac:spMk id="54318" creationId="{0CBBD15E-D395-411B-8BF7-9EE6CE459C9F}"/>
          </ac:spMkLst>
        </pc:spChg>
        <pc:spChg chg="mod">
          <ac:chgData name="王 欣捷" userId="b965477fa0aef5e6" providerId="LiveId" clId="{CCC25DF9-4458-4252-A1FA-96CED2233F88}" dt="2021-04-22T08:20:52.894" v="448" actId="1076"/>
          <ac:spMkLst>
            <pc:docMk/>
            <pc:sldMk cId="0" sldId="872"/>
            <ac:spMk id="54319" creationId="{FFFA0B01-4CEA-400F-BCD9-159CCCE1A328}"/>
          </ac:spMkLst>
        </pc:spChg>
        <pc:spChg chg="mod">
          <ac:chgData name="王 欣捷" userId="b965477fa0aef5e6" providerId="LiveId" clId="{CCC25DF9-4458-4252-A1FA-96CED2233F88}" dt="2021-04-22T08:20:52.894" v="448" actId="1076"/>
          <ac:spMkLst>
            <pc:docMk/>
            <pc:sldMk cId="0" sldId="872"/>
            <ac:spMk id="54320" creationId="{D2926415-5E7E-4944-B057-FC99FB7974F0}"/>
          </ac:spMkLst>
        </pc:spChg>
        <pc:spChg chg="mod">
          <ac:chgData name="王 欣捷" userId="b965477fa0aef5e6" providerId="LiveId" clId="{CCC25DF9-4458-4252-A1FA-96CED2233F88}" dt="2021-04-22T08:20:52.894" v="448" actId="1076"/>
          <ac:spMkLst>
            <pc:docMk/>
            <pc:sldMk cId="0" sldId="872"/>
            <ac:spMk id="54321" creationId="{8955EB8E-538B-451B-9064-AE9791C81115}"/>
          </ac:spMkLst>
        </pc:spChg>
        <pc:spChg chg="mod">
          <ac:chgData name="王 欣捷" userId="b965477fa0aef5e6" providerId="LiveId" clId="{CCC25DF9-4458-4252-A1FA-96CED2233F88}" dt="2021-04-22T08:20:52.894" v="448" actId="1076"/>
          <ac:spMkLst>
            <pc:docMk/>
            <pc:sldMk cId="0" sldId="872"/>
            <ac:spMk id="54322" creationId="{B2778B2F-E21F-493D-9180-80980119D275}"/>
          </ac:spMkLst>
        </pc:spChg>
        <pc:spChg chg="mod">
          <ac:chgData name="王 欣捷" userId="b965477fa0aef5e6" providerId="LiveId" clId="{CCC25DF9-4458-4252-A1FA-96CED2233F88}" dt="2021-04-22T08:20:52.894" v="448" actId="1076"/>
          <ac:spMkLst>
            <pc:docMk/>
            <pc:sldMk cId="0" sldId="872"/>
            <ac:spMk id="54323" creationId="{A24BC791-9D71-4DFA-934E-C72D1818084E}"/>
          </ac:spMkLst>
        </pc:spChg>
        <pc:spChg chg="mod">
          <ac:chgData name="王 欣捷" userId="b965477fa0aef5e6" providerId="LiveId" clId="{CCC25DF9-4458-4252-A1FA-96CED2233F88}" dt="2021-04-22T08:20:52.894" v="448" actId="1076"/>
          <ac:spMkLst>
            <pc:docMk/>
            <pc:sldMk cId="0" sldId="872"/>
            <ac:spMk id="54324" creationId="{26BC59B7-5F19-4C46-8818-28E913BCC509}"/>
          </ac:spMkLst>
        </pc:spChg>
        <pc:spChg chg="mod">
          <ac:chgData name="王 欣捷" userId="b965477fa0aef5e6" providerId="LiveId" clId="{CCC25DF9-4458-4252-A1FA-96CED2233F88}" dt="2021-04-22T08:20:52.894" v="448" actId="1076"/>
          <ac:spMkLst>
            <pc:docMk/>
            <pc:sldMk cId="0" sldId="872"/>
            <ac:spMk id="54325" creationId="{54C62409-F5CF-4A49-A45F-241FD53D8D33}"/>
          </ac:spMkLst>
        </pc:spChg>
        <pc:spChg chg="mod">
          <ac:chgData name="王 欣捷" userId="b965477fa0aef5e6" providerId="LiveId" clId="{CCC25DF9-4458-4252-A1FA-96CED2233F88}" dt="2021-04-22T08:20:52.894" v="448" actId="1076"/>
          <ac:spMkLst>
            <pc:docMk/>
            <pc:sldMk cId="0" sldId="872"/>
            <ac:spMk id="54326" creationId="{0A657FCE-4EF0-4DC3-BABF-74614AA05EFB}"/>
          </ac:spMkLst>
        </pc:spChg>
        <pc:spChg chg="mod">
          <ac:chgData name="王 欣捷" userId="b965477fa0aef5e6" providerId="LiveId" clId="{CCC25DF9-4458-4252-A1FA-96CED2233F88}" dt="2021-04-22T08:20:52.894" v="448" actId="1076"/>
          <ac:spMkLst>
            <pc:docMk/>
            <pc:sldMk cId="0" sldId="872"/>
            <ac:spMk id="54327" creationId="{49228DC0-772D-4AA9-B5AE-B383F8AE1AD7}"/>
          </ac:spMkLst>
        </pc:spChg>
        <pc:spChg chg="mod">
          <ac:chgData name="王 欣捷" userId="b965477fa0aef5e6" providerId="LiveId" clId="{CCC25DF9-4458-4252-A1FA-96CED2233F88}" dt="2021-04-22T08:20:52.894" v="448" actId="1076"/>
          <ac:spMkLst>
            <pc:docMk/>
            <pc:sldMk cId="0" sldId="872"/>
            <ac:spMk id="54328" creationId="{03C9BD4A-5E3E-4D19-B271-E80DA3E94498}"/>
          </ac:spMkLst>
        </pc:spChg>
        <pc:spChg chg="mod">
          <ac:chgData name="王 欣捷" userId="b965477fa0aef5e6" providerId="LiveId" clId="{CCC25DF9-4458-4252-A1FA-96CED2233F88}" dt="2021-04-22T08:20:52.894" v="448" actId="1076"/>
          <ac:spMkLst>
            <pc:docMk/>
            <pc:sldMk cId="0" sldId="872"/>
            <ac:spMk id="54329" creationId="{6AC2619A-1E2B-41B6-BA26-50080F7F4DC4}"/>
          </ac:spMkLst>
        </pc:spChg>
        <pc:spChg chg="mod">
          <ac:chgData name="王 欣捷" userId="b965477fa0aef5e6" providerId="LiveId" clId="{CCC25DF9-4458-4252-A1FA-96CED2233F88}" dt="2021-04-22T08:20:52.894" v="448" actId="1076"/>
          <ac:spMkLst>
            <pc:docMk/>
            <pc:sldMk cId="0" sldId="872"/>
            <ac:spMk id="54330" creationId="{66DEE6A8-7878-46DD-BF66-EA462571D7EA}"/>
          </ac:spMkLst>
        </pc:spChg>
        <pc:spChg chg="mod">
          <ac:chgData name="王 欣捷" userId="b965477fa0aef5e6" providerId="LiveId" clId="{CCC25DF9-4458-4252-A1FA-96CED2233F88}" dt="2021-04-22T08:20:52.894" v="448" actId="1076"/>
          <ac:spMkLst>
            <pc:docMk/>
            <pc:sldMk cId="0" sldId="872"/>
            <ac:spMk id="54331" creationId="{D8BE4970-8BDB-4F97-B547-B2AD6B5EF108}"/>
          </ac:spMkLst>
        </pc:spChg>
        <pc:spChg chg="mod">
          <ac:chgData name="王 欣捷" userId="b965477fa0aef5e6" providerId="LiveId" clId="{CCC25DF9-4458-4252-A1FA-96CED2233F88}" dt="2021-04-22T08:20:52.894" v="448" actId="1076"/>
          <ac:spMkLst>
            <pc:docMk/>
            <pc:sldMk cId="0" sldId="872"/>
            <ac:spMk id="54332" creationId="{A32C0F29-3746-425E-9BD5-D311D35239CE}"/>
          </ac:spMkLst>
        </pc:spChg>
        <pc:spChg chg="mod">
          <ac:chgData name="王 欣捷" userId="b965477fa0aef5e6" providerId="LiveId" clId="{CCC25DF9-4458-4252-A1FA-96CED2233F88}" dt="2021-04-22T08:20:52.894" v="448" actId="1076"/>
          <ac:spMkLst>
            <pc:docMk/>
            <pc:sldMk cId="0" sldId="872"/>
            <ac:spMk id="54333" creationId="{682BD4DA-BDD5-4670-9EC7-A88073E77D02}"/>
          </ac:spMkLst>
        </pc:spChg>
        <pc:spChg chg="mod">
          <ac:chgData name="王 欣捷" userId="b965477fa0aef5e6" providerId="LiveId" clId="{CCC25DF9-4458-4252-A1FA-96CED2233F88}" dt="2021-04-22T08:20:52.894" v="448" actId="1076"/>
          <ac:spMkLst>
            <pc:docMk/>
            <pc:sldMk cId="0" sldId="872"/>
            <ac:spMk id="54334" creationId="{666AD66A-BF5F-4596-ADFD-DA3825082553}"/>
          </ac:spMkLst>
        </pc:spChg>
        <pc:spChg chg="mod">
          <ac:chgData name="王 欣捷" userId="b965477fa0aef5e6" providerId="LiveId" clId="{CCC25DF9-4458-4252-A1FA-96CED2233F88}" dt="2021-04-22T08:20:52.894" v="448" actId="1076"/>
          <ac:spMkLst>
            <pc:docMk/>
            <pc:sldMk cId="0" sldId="872"/>
            <ac:spMk id="54335" creationId="{FFB4CB3A-C117-48B7-8182-6F830647A562}"/>
          </ac:spMkLst>
        </pc:spChg>
        <pc:spChg chg="mod">
          <ac:chgData name="王 欣捷" userId="b965477fa0aef5e6" providerId="LiveId" clId="{CCC25DF9-4458-4252-A1FA-96CED2233F88}" dt="2021-04-22T08:20:52.894" v="448" actId="1076"/>
          <ac:spMkLst>
            <pc:docMk/>
            <pc:sldMk cId="0" sldId="872"/>
            <ac:spMk id="54336" creationId="{88F3250A-11DF-49BD-BA07-DECA45F360A2}"/>
          </ac:spMkLst>
        </pc:spChg>
        <pc:spChg chg="mod">
          <ac:chgData name="王 欣捷" userId="b965477fa0aef5e6" providerId="LiveId" clId="{CCC25DF9-4458-4252-A1FA-96CED2233F88}" dt="2021-04-22T08:20:52.894" v="448" actId="1076"/>
          <ac:spMkLst>
            <pc:docMk/>
            <pc:sldMk cId="0" sldId="872"/>
            <ac:spMk id="54337" creationId="{9AB5EBF5-5B9B-493C-BF2F-176C98AE59B8}"/>
          </ac:spMkLst>
        </pc:spChg>
        <pc:spChg chg="mod">
          <ac:chgData name="王 欣捷" userId="b965477fa0aef5e6" providerId="LiveId" clId="{CCC25DF9-4458-4252-A1FA-96CED2233F88}" dt="2021-04-22T08:20:52.894" v="448" actId="1076"/>
          <ac:spMkLst>
            <pc:docMk/>
            <pc:sldMk cId="0" sldId="872"/>
            <ac:spMk id="54338" creationId="{14231E23-43F3-4B7B-A1AE-133AFF457B41}"/>
          </ac:spMkLst>
        </pc:spChg>
        <pc:spChg chg="mod">
          <ac:chgData name="王 欣捷" userId="b965477fa0aef5e6" providerId="LiveId" clId="{CCC25DF9-4458-4252-A1FA-96CED2233F88}" dt="2021-04-22T08:20:52.894" v="448" actId="1076"/>
          <ac:spMkLst>
            <pc:docMk/>
            <pc:sldMk cId="0" sldId="872"/>
            <ac:spMk id="54339" creationId="{D2A13092-15A7-41FB-9C2F-DCC56BD55CC2}"/>
          </ac:spMkLst>
        </pc:spChg>
        <pc:spChg chg="mod">
          <ac:chgData name="王 欣捷" userId="b965477fa0aef5e6" providerId="LiveId" clId="{CCC25DF9-4458-4252-A1FA-96CED2233F88}" dt="2021-04-22T08:20:52.894" v="448" actId="1076"/>
          <ac:spMkLst>
            <pc:docMk/>
            <pc:sldMk cId="0" sldId="872"/>
            <ac:spMk id="54340" creationId="{276857DE-CA1F-4D0B-BA6C-7E40F2FB67B0}"/>
          </ac:spMkLst>
        </pc:spChg>
        <pc:grpChg chg="mod">
          <ac:chgData name="王 欣捷" userId="b965477fa0aef5e6" providerId="LiveId" clId="{CCC25DF9-4458-4252-A1FA-96CED2233F88}" dt="2021-04-22T08:20:52.894" v="448" actId="1076"/>
          <ac:grpSpMkLst>
            <pc:docMk/>
            <pc:sldMk cId="0" sldId="872"/>
            <ac:grpSpMk id="54277" creationId="{E81F2565-8EC3-47DD-9238-F366CB8AE94A}"/>
          </ac:grpSpMkLst>
        </pc:grpChg>
        <pc:grpChg chg="mod">
          <ac:chgData name="王 欣捷" userId="b965477fa0aef5e6" providerId="LiveId" clId="{CCC25DF9-4458-4252-A1FA-96CED2233F88}" dt="2021-04-22T08:20:52.894" v="448" actId="1076"/>
          <ac:grpSpMkLst>
            <pc:docMk/>
            <pc:sldMk cId="0" sldId="872"/>
            <ac:grpSpMk id="54303" creationId="{BEF948BD-15A9-4D16-96E1-DD202CB037FE}"/>
          </ac:grpSpMkLst>
        </pc:grpChg>
        <pc:grpChg chg="mod">
          <ac:chgData name="王 欣捷" userId="b965477fa0aef5e6" providerId="LiveId" clId="{CCC25DF9-4458-4252-A1FA-96CED2233F88}" dt="2021-04-22T08:20:52.894" v="448" actId="1076"/>
          <ac:grpSpMkLst>
            <pc:docMk/>
            <pc:sldMk cId="0" sldId="872"/>
            <ac:grpSpMk id="54304" creationId="{27C092C5-7834-40AA-9BC9-9FFFD4233C57}"/>
          </ac:grpSpMkLst>
        </pc:grpChg>
        <pc:grpChg chg="mod">
          <ac:chgData name="王 欣捷" userId="b965477fa0aef5e6" providerId="LiveId" clId="{CCC25DF9-4458-4252-A1FA-96CED2233F88}" dt="2021-04-22T08:20:52.894" v="448" actId="1076"/>
          <ac:grpSpMkLst>
            <pc:docMk/>
            <pc:sldMk cId="0" sldId="872"/>
            <ac:grpSpMk id="54305" creationId="{71CAC557-9C07-4201-AC12-187258C065D7}"/>
          </ac:grpSpMkLst>
        </pc:grpChg>
        <pc:grpChg chg="mod">
          <ac:chgData name="王 欣捷" userId="b965477fa0aef5e6" providerId="LiveId" clId="{CCC25DF9-4458-4252-A1FA-96CED2233F88}" dt="2021-04-22T08:20:52.894" v="448" actId="1076"/>
          <ac:grpSpMkLst>
            <pc:docMk/>
            <pc:sldMk cId="0" sldId="872"/>
            <ac:grpSpMk id="54306" creationId="{0E574671-E65C-4E58-9B80-609BE3E68113}"/>
          </ac:grpSpMkLst>
        </pc:grpChg>
        <pc:grpChg chg="mod">
          <ac:chgData name="王 欣捷" userId="b965477fa0aef5e6" providerId="LiveId" clId="{CCC25DF9-4458-4252-A1FA-96CED2233F88}" dt="2021-04-22T08:20:52.894" v="448" actId="1076"/>
          <ac:grpSpMkLst>
            <pc:docMk/>
            <pc:sldMk cId="0" sldId="872"/>
            <ac:grpSpMk id="54307" creationId="{612129C2-9272-46BD-85B8-BD2190120AFE}"/>
          </ac:grpSpMkLst>
        </pc:grpChg>
      </pc:sldChg>
      <pc:sldChg chg="addSp delSp modSp add mod modClrScheme chgLayout">
        <pc:chgData name="王 欣捷" userId="b965477fa0aef5e6" providerId="LiveId" clId="{CCC25DF9-4458-4252-A1FA-96CED2233F88}" dt="2021-04-22T08:23:31.328" v="508"/>
        <pc:sldMkLst>
          <pc:docMk/>
          <pc:sldMk cId="0" sldId="873"/>
        </pc:sldMkLst>
        <pc:spChg chg="add del mod">
          <ac:chgData name="王 欣捷" userId="b965477fa0aef5e6" providerId="LiveId" clId="{CCC25DF9-4458-4252-A1FA-96CED2233F88}" dt="2021-04-22T08:21:06.987" v="451"/>
          <ac:spMkLst>
            <pc:docMk/>
            <pc:sldMk cId="0" sldId="873"/>
            <ac:spMk id="69" creationId="{D98441F0-6E50-4C30-9517-7FE32191F144}"/>
          </ac:spMkLst>
        </pc:spChg>
        <pc:spChg chg="add mod">
          <ac:chgData name="王 欣捷" userId="b965477fa0aef5e6" providerId="LiveId" clId="{CCC25DF9-4458-4252-A1FA-96CED2233F88}" dt="2021-04-22T08:23:31.328" v="508"/>
          <ac:spMkLst>
            <pc:docMk/>
            <pc:sldMk cId="0" sldId="873"/>
            <ac:spMk id="70" creationId="{7B096DD9-B39D-4A1F-B61B-4199645484FB}"/>
          </ac:spMkLst>
        </pc:spChg>
        <pc:spChg chg="mod ord">
          <ac:chgData name="王 欣捷" userId="b965477fa0aef5e6" providerId="LiveId" clId="{CCC25DF9-4458-4252-A1FA-96CED2233F88}" dt="2021-04-22T08:19:09.048" v="437" actId="404"/>
          <ac:spMkLst>
            <pc:docMk/>
            <pc:sldMk cId="0" sldId="873"/>
            <ac:spMk id="55298" creationId="{9525158B-9D9F-414B-8790-435DC434CE64}"/>
          </ac:spMkLst>
        </pc:spChg>
        <pc:spChg chg="del">
          <ac:chgData name="王 欣捷" userId="b965477fa0aef5e6" providerId="LiveId" clId="{CCC25DF9-4458-4252-A1FA-96CED2233F88}" dt="2021-04-22T08:13:49.440" v="367" actId="700"/>
          <ac:spMkLst>
            <pc:docMk/>
            <pc:sldMk cId="0" sldId="873"/>
            <ac:spMk id="55299" creationId="{288B4378-3A57-40DD-917D-4B0109242224}"/>
          </ac:spMkLst>
        </pc:spChg>
        <pc:spChg chg="del mod">
          <ac:chgData name="王 欣捷" userId="b965477fa0aef5e6" providerId="LiveId" clId="{CCC25DF9-4458-4252-A1FA-96CED2233F88}" dt="2021-04-22T08:21:29.026" v="458" actId="478"/>
          <ac:spMkLst>
            <pc:docMk/>
            <pc:sldMk cId="0" sldId="873"/>
            <ac:spMk id="55300" creationId="{E5C3A80B-01AA-4A6F-930C-1003DF56F616}"/>
          </ac:spMkLst>
        </pc:spChg>
        <pc:spChg chg="mod">
          <ac:chgData name="王 欣捷" userId="b965477fa0aef5e6" providerId="LiveId" clId="{CCC25DF9-4458-4252-A1FA-96CED2233F88}" dt="2021-04-22T08:21:00.463" v="449" actId="1076"/>
          <ac:spMkLst>
            <pc:docMk/>
            <pc:sldMk cId="0" sldId="873"/>
            <ac:spMk id="55302" creationId="{42149F9D-1A1D-485C-AF7B-EFDC62EA25CD}"/>
          </ac:spMkLst>
        </pc:spChg>
        <pc:spChg chg="mod">
          <ac:chgData name="王 欣捷" userId="b965477fa0aef5e6" providerId="LiveId" clId="{CCC25DF9-4458-4252-A1FA-96CED2233F88}" dt="2021-04-22T08:21:00.463" v="449" actId="1076"/>
          <ac:spMkLst>
            <pc:docMk/>
            <pc:sldMk cId="0" sldId="873"/>
            <ac:spMk id="55303" creationId="{598E01AC-A1D3-4792-ADDD-3123AE2D2B54}"/>
          </ac:spMkLst>
        </pc:spChg>
        <pc:spChg chg="mod">
          <ac:chgData name="王 欣捷" userId="b965477fa0aef5e6" providerId="LiveId" clId="{CCC25DF9-4458-4252-A1FA-96CED2233F88}" dt="2021-04-22T08:21:00.463" v="449" actId="1076"/>
          <ac:spMkLst>
            <pc:docMk/>
            <pc:sldMk cId="0" sldId="873"/>
            <ac:spMk id="55304" creationId="{1580580B-4B4B-48E3-8A7F-7F66E63B1FD1}"/>
          </ac:spMkLst>
        </pc:spChg>
        <pc:spChg chg="mod">
          <ac:chgData name="王 欣捷" userId="b965477fa0aef5e6" providerId="LiveId" clId="{CCC25DF9-4458-4252-A1FA-96CED2233F88}" dt="2021-04-22T08:21:00.463" v="449" actId="1076"/>
          <ac:spMkLst>
            <pc:docMk/>
            <pc:sldMk cId="0" sldId="873"/>
            <ac:spMk id="55305" creationId="{6C3834F4-2286-47B6-815F-9956F273A202}"/>
          </ac:spMkLst>
        </pc:spChg>
        <pc:spChg chg="mod">
          <ac:chgData name="王 欣捷" userId="b965477fa0aef5e6" providerId="LiveId" clId="{CCC25DF9-4458-4252-A1FA-96CED2233F88}" dt="2021-04-22T08:21:00.463" v="449" actId="1076"/>
          <ac:spMkLst>
            <pc:docMk/>
            <pc:sldMk cId="0" sldId="873"/>
            <ac:spMk id="55306" creationId="{276667DF-C0D2-42DC-9AC7-6C3B5F78E79A}"/>
          </ac:spMkLst>
        </pc:spChg>
        <pc:spChg chg="mod">
          <ac:chgData name="王 欣捷" userId="b965477fa0aef5e6" providerId="LiveId" clId="{CCC25DF9-4458-4252-A1FA-96CED2233F88}" dt="2021-04-22T08:21:00.463" v="449" actId="1076"/>
          <ac:spMkLst>
            <pc:docMk/>
            <pc:sldMk cId="0" sldId="873"/>
            <ac:spMk id="55307" creationId="{AD1904B3-D3E2-434B-A26C-AAE63F0A2071}"/>
          </ac:spMkLst>
        </pc:spChg>
        <pc:spChg chg="mod">
          <ac:chgData name="王 欣捷" userId="b965477fa0aef5e6" providerId="LiveId" clId="{CCC25DF9-4458-4252-A1FA-96CED2233F88}" dt="2021-04-22T08:21:00.463" v="449" actId="1076"/>
          <ac:spMkLst>
            <pc:docMk/>
            <pc:sldMk cId="0" sldId="873"/>
            <ac:spMk id="55308" creationId="{1205155E-C553-467F-8361-4FA79F5F73A0}"/>
          </ac:spMkLst>
        </pc:spChg>
        <pc:spChg chg="mod">
          <ac:chgData name="王 欣捷" userId="b965477fa0aef5e6" providerId="LiveId" clId="{CCC25DF9-4458-4252-A1FA-96CED2233F88}" dt="2021-04-22T08:21:00.463" v="449" actId="1076"/>
          <ac:spMkLst>
            <pc:docMk/>
            <pc:sldMk cId="0" sldId="873"/>
            <ac:spMk id="55309" creationId="{C9ECF2BE-51C4-4A6C-9739-36D7F036220F}"/>
          </ac:spMkLst>
        </pc:spChg>
        <pc:spChg chg="mod">
          <ac:chgData name="王 欣捷" userId="b965477fa0aef5e6" providerId="LiveId" clId="{CCC25DF9-4458-4252-A1FA-96CED2233F88}" dt="2021-04-22T08:21:00.463" v="449" actId="1076"/>
          <ac:spMkLst>
            <pc:docMk/>
            <pc:sldMk cId="0" sldId="873"/>
            <ac:spMk id="55310" creationId="{269CF8F4-580D-43DC-B42C-C898E2041C06}"/>
          </ac:spMkLst>
        </pc:spChg>
        <pc:spChg chg="mod">
          <ac:chgData name="王 欣捷" userId="b965477fa0aef5e6" providerId="LiveId" clId="{CCC25DF9-4458-4252-A1FA-96CED2233F88}" dt="2021-04-22T08:21:00.463" v="449" actId="1076"/>
          <ac:spMkLst>
            <pc:docMk/>
            <pc:sldMk cId="0" sldId="873"/>
            <ac:spMk id="55311" creationId="{7ACE4151-D7CC-4895-B9DE-59250E24C667}"/>
          </ac:spMkLst>
        </pc:spChg>
        <pc:spChg chg="mod">
          <ac:chgData name="王 欣捷" userId="b965477fa0aef5e6" providerId="LiveId" clId="{CCC25DF9-4458-4252-A1FA-96CED2233F88}" dt="2021-04-22T08:21:00.463" v="449" actId="1076"/>
          <ac:spMkLst>
            <pc:docMk/>
            <pc:sldMk cId="0" sldId="873"/>
            <ac:spMk id="55312" creationId="{08ABF2D3-6FDF-44F9-B61A-76D02B2A772A}"/>
          </ac:spMkLst>
        </pc:spChg>
        <pc:spChg chg="mod">
          <ac:chgData name="王 欣捷" userId="b965477fa0aef5e6" providerId="LiveId" clId="{CCC25DF9-4458-4252-A1FA-96CED2233F88}" dt="2021-04-22T08:21:00.463" v="449" actId="1076"/>
          <ac:spMkLst>
            <pc:docMk/>
            <pc:sldMk cId="0" sldId="873"/>
            <ac:spMk id="55313" creationId="{755FCD5A-2631-4CE8-89CE-032C6603376F}"/>
          </ac:spMkLst>
        </pc:spChg>
        <pc:spChg chg="mod">
          <ac:chgData name="王 欣捷" userId="b965477fa0aef5e6" providerId="LiveId" clId="{CCC25DF9-4458-4252-A1FA-96CED2233F88}" dt="2021-04-22T08:21:00.463" v="449" actId="1076"/>
          <ac:spMkLst>
            <pc:docMk/>
            <pc:sldMk cId="0" sldId="873"/>
            <ac:spMk id="55314" creationId="{526314AF-2F0E-4C21-BFFE-A39DD9AF5A3A}"/>
          </ac:spMkLst>
        </pc:spChg>
        <pc:spChg chg="mod">
          <ac:chgData name="王 欣捷" userId="b965477fa0aef5e6" providerId="LiveId" clId="{CCC25DF9-4458-4252-A1FA-96CED2233F88}" dt="2021-04-22T08:21:00.463" v="449" actId="1076"/>
          <ac:spMkLst>
            <pc:docMk/>
            <pc:sldMk cId="0" sldId="873"/>
            <ac:spMk id="55315" creationId="{8658333C-872D-4FBC-8FBC-53DBF01B51DB}"/>
          </ac:spMkLst>
        </pc:spChg>
        <pc:spChg chg="mod">
          <ac:chgData name="王 欣捷" userId="b965477fa0aef5e6" providerId="LiveId" clId="{CCC25DF9-4458-4252-A1FA-96CED2233F88}" dt="2021-04-22T08:21:00.463" v="449" actId="1076"/>
          <ac:spMkLst>
            <pc:docMk/>
            <pc:sldMk cId="0" sldId="873"/>
            <ac:spMk id="55316" creationId="{83907108-FF9D-4E68-AF22-767DB97EC656}"/>
          </ac:spMkLst>
        </pc:spChg>
        <pc:spChg chg="mod">
          <ac:chgData name="王 欣捷" userId="b965477fa0aef5e6" providerId="LiveId" clId="{CCC25DF9-4458-4252-A1FA-96CED2233F88}" dt="2021-04-22T08:21:00.463" v="449" actId="1076"/>
          <ac:spMkLst>
            <pc:docMk/>
            <pc:sldMk cId="0" sldId="873"/>
            <ac:spMk id="55317" creationId="{B56CACDB-ACF1-4915-ACB6-B84536684617}"/>
          </ac:spMkLst>
        </pc:spChg>
        <pc:spChg chg="mod">
          <ac:chgData name="王 欣捷" userId="b965477fa0aef5e6" providerId="LiveId" clId="{CCC25DF9-4458-4252-A1FA-96CED2233F88}" dt="2021-04-22T08:21:00.463" v="449" actId="1076"/>
          <ac:spMkLst>
            <pc:docMk/>
            <pc:sldMk cId="0" sldId="873"/>
            <ac:spMk id="55318" creationId="{4201B4BD-A2FF-473F-8D77-B9DE125AB8B6}"/>
          </ac:spMkLst>
        </pc:spChg>
        <pc:spChg chg="mod">
          <ac:chgData name="王 欣捷" userId="b965477fa0aef5e6" providerId="LiveId" clId="{CCC25DF9-4458-4252-A1FA-96CED2233F88}" dt="2021-04-22T08:21:00.463" v="449" actId="1076"/>
          <ac:spMkLst>
            <pc:docMk/>
            <pc:sldMk cId="0" sldId="873"/>
            <ac:spMk id="55319" creationId="{895F1BAB-1ED0-4878-9EBC-02C17E4F7049}"/>
          </ac:spMkLst>
        </pc:spChg>
        <pc:spChg chg="mod">
          <ac:chgData name="王 欣捷" userId="b965477fa0aef5e6" providerId="LiveId" clId="{CCC25DF9-4458-4252-A1FA-96CED2233F88}" dt="2021-04-22T08:21:00.463" v="449" actId="1076"/>
          <ac:spMkLst>
            <pc:docMk/>
            <pc:sldMk cId="0" sldId="873"/>
            <ac:spMk id="55320" creationId="{682AA872-03B0-487F-A614-E9C0B2E67C36}"/>
          </ac:spMkLst>
        </pc:spChg>
        <pc:spChg chg="mod">
          <ac:chgData name="王 欣捷" userId="b965477fa0aef5e6" providerId="LiveId" clId="{CCC25DF9-4458-4252-A1FA-96CED2233F88}" dt="2021-04-22T08:21:00.463" v="449" actId="1076"/>
          <ac:spMkLst>
            <pc:docMk/>
            <pc:sldMk cId="0" sldId="873"/>
            <ac:spMk id="55321" creationId="{A921AEBC-4DA2-475C-B7C7-160A6A3B7997}"/>
          </ac:spMkLst>
        </pc:spChg>
        <pc:spChg chg="mod">
          <ac:chgData name="王 欣捷" userId="b965477fa0aef5e6" providerId="LiveId" clId="{CCC25DF9-4458-4252-A1FA-96CED2233F88}" dt="2021-04-22T08:21:00.463" v="449" actId="1076"/>
          <ac:spMkLst>
            <pc:docMk/>
            <pc:sldMk cId="0" sldId="873"/>
            <ac:spMk id="55322" creationId="{E7C74C90-6B2F-4D4A-B50D-E15DF11941D7}"/>
          </ac:spMkLst>
        </pc:spChg>
        <pc:spChg chg="mod">
          <ac:chgData name="王 欣捷" userId="b965477fa0aef5e6" providerId="LiveId" clId="{CCC25DF9-4458-4252-A1FA-96CED2233F88}" dt="2021-04-22T08:21:00.463" v="449" actId="1076"/>
          <ac:spMkLst>
            <pc:docMk/>
            <pc:sldMk cId="0" sldId="873"/>
            <ac:spMk id="55323" creationId="{F654B25A-C3EF-4308-B52F-A4A901E42898}"/>
          </ac:spMkLst>
        </pc:spChg>
        <pc:spChg chg="mod">
          <ac:chgData name="王 欣捷" userId="b965477fa0aef5e6" providerId="LiveId" clId="{CCC25DF9-4458-4252-A1FA-96CED2233F88}" dt="2021-04-22T08:21:00.463" v="449" actId="1076"/>
          <ac:spMkLst>
            <pc:docMk/>
            <pc:sldMk cId="0" sldId="873"/>
            <ac:spMk id="55324" creationId="{C681FC29-578A-40F2-B6DA-5B3A0C264C40}"/>
          </ac:spMkLst>
        </pc:spChg>
        <pc:spChg chg="mod">
          <ac:chgData name="王 欣捷" userId="b965477fa0aef5e6" providerId="LiveId" clId="{CCC25DF9-4458-4252-A1FA-96CED2233F88}" dt="2021-04-22T08:21:00.463" v="449" actId="1076"/>
          <ac:spMkLst>
            <pc:docMk/>
            <pc:sldMk cId="0" sldId="873"/>
            <ac:spMk id="55325" creationId="{F988A19A-F2CC-48BF-B8B9-2483CAA784B5}"/>
          </ac:spMkLst>
        </pc:spChg>
        <pc:spChg chg="mod">
          <ac:chgData name="王 欣捷" userId="b965477fa0aef5e6" providerId="LiveId" clId="{CCC25DF9-4458-4252-A1FA-96CED2233F88}" dt="2021-04-22T08:21:00.463" v="449" actId="1076"/>
          <ac:spMkLst>
            <pc:docMk/>
            <pc:sldMk cId="0" sldId="873"/>
            <ac:spMk id="55326" creationId="{032CDD05-64D4-4F6A-8049-819DEC07B2D8}"/>
          </ac:spMkLst>
        </pc:spChg>
        <pc:spChg chg="mod">
          <ac:chgData name="王 欣捷" userId="b965477fa0aef5e6" providerId="LiveId" clId="{CCC25DF9-4458-4252-A1FA-96CED2233F88}" dt="2021-04-22T08:23:24.106" v="504" actId="113"/>
          <ac:spMkLst>
            <pc:docMk/>
            <pc:sldMk cId="0" sldId="873"/>
            <ac:spMk id="55332" creationId="{E044DE98-055D-4E3A-AD1F-4AD43B2DF991}"/>
          </ac:spMkLst>
        </pc:spChg>
        <pc:spChg chg="mod">
          <ac:chgData name="王 欣捷" userId="b965477fa0aef5e6" providerId="LiveId" clId="{CCC25DF9-4458-4252-A1FA-96CED2233F88}" dt="2021-04-22T08:23:25.142" v="505" actId="113"/>
          <ac:spMkLst>
            <pc:docMk/>
            <pc:sldMk cId="0" sldId="873"/>
            <ac:spMk id="55333" creationId="{7BCFEFE5-9F85-4ED2-BDAF-5553B6836353}"/>
          </ac:spMkLst>
        </pc:spChg>
        <pc:spChg chg="mod">
          <ac:chgData name="王 欣捷" userId="b965477fa0aef5e6" providerId="LiveId" clId="{CCC25DF9-4458-4252-A1FA-96CED2233F88}" dt="2021-04-22T08:21:00.463" v="449" actId="1076"/>
          <ac:spMkLst>
            <pc:docMk/>
            <pc:sldMk cId="0" sldId="873"/>
            <ac:spMk id="55334" creationId="{F2709C7E-247D-4142-8A66-80B63E8B7C64}"/>
          </ac:spMkLst>
        </pc:spChg>
        <pc:spChg chg="mod">
          <ac:chgData name="王 欣捷" userId="b965477fa0aef5e6" providerId="LiveId" clId="{CCC25DF9-4458-4252-A1FA-96CED2233F88}" dt="2021-04-22T08:21:00.463" v="449" actId="1076"/>
          <ac:spMkLst>
            <pc:docMk/>
            <pc:sldMk cId="0" sldId="873"/>
            <ac:spMk id="55335" creationId="{CC57AC5C-2C94-4723-BD76-E8EAB4E81E24}"/>
          </ac:spMkLst>
        </pc:spChg>
        <pc:spChg chg="mod">
          <ac:chgData name="王 欣捷" userId="b965477fa0aef5e6" providerId="LiveId" clId="{CCC25DF9-4458-4252-A1FA-96CED2233F88}" dt="2021-04-22T08:21:00.463" v="449" actId="1076"/>
          <ac:spMkLst>
            <pc:docMk/>
            <pc:sldMk cId="0" sldId="873"/>
            <ac:spMk id="55336" creationId="{D225C535-17AA-4EE0-96CE-1EE76F34E509}"/>
          </ac:spMkLst>
        </pc:spChg>
        <pc:spChg chg="mod">
          <ac:chgData name="王 欣捷" userId="b965477fa0aef5e6" providerId="LiveId" clId="{CCC25DF9-4458-4252-A1FA-96CED2233F88}" dt="2021-04-22T08:21:00.463" v="449" actId="1076"/>
          <ac:spMkLst>
            <pc:docMk/>
            <pc:sldMk cId="0" sldId="873"/>
            <ac:spMk id="55337" creationId="{96C011B4-4E6F-4DE1-ABE6-AA860144327A}"/>
          </ac:spMkLst>
        </pc:spChg>
        <pc:spChg chg="mod">
          <ac:chgData name="王 欣捷" userId="b965477fa0aef5e6" providerId="LiveId" clId="{CCC25DF9-4458-4252-A1FA-96CED2233F88}" dt="2021-04-22T08:21:00.463" v="449" actId="1076"/>
          <ac:spMkLst>
            <pc:docMk/>
            <pc:sldMk cId="0" sldId="873"/>
            <ac:spMk id="55338" creationId="{DAA2EF58-B147-4B96-A930-3DE745CC318D}"/>
          </ac:spMkLst>
        </pc:spChg>
        <pc:spChg chg="mod">
          <ac:chgData name="王 欣捷" userId="b965477fa0aef5e6" providerId="LiveId" clId="{CCC25DF9-4458-4252-A1FA-96CED2233F88}" dt="2021-04-22T08:21:00.463" v="449" actId="1076"/>
          <ac:spMkLst>
            <pc:docMk/>
            <pc:sldMk cId="0" sldId="873"/>
            <ac:spMk id="55339" creationId="{D46AED09-C609-4597-9AD0-624CCAF303D8}"/>
          </ac:spMkLst>
        </pc:spChg>
        <pc:spChg chg="mod">
          <ac:chgData name="王 欣捷" userId="b965477fa0aef5e6" providerId="LiveId" clId="{CCC25DF9-4458-4252-A1FA-96CED2233F88}" dt="2021-04-22T08:21:00.463" v="449" actId="1076"/>
          <ac:spMkLst>
            <pc:docMk/>
            <pc:sldMk cId="0" sldId="873"/>
            <ac:spMk id="55340" creationId="{B695E4B0-2583-475D-92DA-65E8D2410AF2}"/>
          </ac:spMkLst>
        </pc:spChg>
        <pc:spChg chg="mod">
          <ac:chgData name="王 欣捷" userId="b965477fa0aef5e6" providerId="LiveId" clId="{CCC25DF9-4458-4252-A1FA-96CED2233F88}" dt="2021-04-22T08:21:00.463" v="449" actId="1076"/>
          <ac:spMkLst>
            <pc:docMk/>
            <pc:sldMk cId="0" sldId="873"/>
            <ac:spMk id="55341" creationId="{2E31CE7E-EF18-4879-8D10-0D7E83F7A051}"/>
          </ac:spMkLst>
        </pc:spChg>
        <pc:spChg chg="mod">
          <ac:chgData name="王 欣捷" userId="b965477fa0aef5e6" providerId="LiveId" clId="{CCC25DF9-4458-4252-A1FA-96CED2233F88}" dt="2021-04-22T08:21:00.463" v="449" actId="1076"/>
          <ac:spMkLst>
            <pc:docMk/>
            <pc:sldMk cId="0" sldId="873"/>
            <ac:spMk id="55342" creationId="{C8290F92-6BC0-43A1-A186-E535450FC8DA}"/>
          </ac:spMkLst>
        </pc:spChg>
        <pc:spChg chg="mod">
          <ac:chgData name="王 欣捷" userId="b965477fa0aef5e6" providerId="LiveId" clId="{CCC25DF9-4458-4252-A1FA-96CED2233F88}" dt="2021-04-22T08:21:00.463" v="449" actId="1076"/>
          <ac:spMkLst>
            <pc:docMk/>
            <pc:sldMk cId="0" sldId="873"/>
            <ac:spMk id="55343" creationId="{0030ABFE-49A7-4B0A-A58D-8CFCAD849104}"/>
          </ac:spMkLst>
        </pc:spChg>
        <pc:spChg chg="mod">
          <ac:chgData name="王 欣捷" userId="b965477fa0aef5e6" providerId="LiveId" clId="{CCC25DF9-4458-4252-A1FA-96CED2233F88}" dt="2021-04-22T08:21:00.463" v="449" actId="1076"/>
          <ac:spMkLst>
            <pc:docMk/>
            <pc:sldMk cId="0" sldId="873"/>
            <ac:spMk id="55344" creationId="{DB8CEA0D-EF34-4E24-8F7C-31644670DCD1}"/>
          </ac:spMkLst>
        </pc:spChg>
        <pc:spChg chg="mod">
          <ac:chgData name="王 欣捷" userId="b965477fa0aef5e6" providerId="LiveId" clId="{CCC25DF9-4458-4252-A1FA-96CED2233F88}" dt="2021-04-22T08:21:00.463" v="449" actId="1076"/>
          <ac:spMkLst>
            <pc:docMk/>
            <pc:sldMk cId="0" sldId="873"/>
            <ac:spMk id="55345" creationId="{0E1E87CD-0679-4994-8FCF-5DB1472F4A18}"/>
          </ac:spMkLst>
        </pc:spChg>
        <pc:spChg chg="mod">
          <ac:chgData name="王 欣捷" userId="b965477fa0aef5e6" providerId="LiveId" clId="{CCC25DF9-4458-4252-A1FA-96CED2233F88}" dt="2021-04-22T08:21:00.463" v="449" actId="1076"/>
          <ac:spMkLst>
            <pc:docMk/>
            <pc:sldMk cId="0" sldId="873"/>
            <ac:spMk id="55346" creationId="{5F33EA34-40F1-4740-8DA5-6DDB681C94A8}"/>
          </ac:spMkLst>
        </pc:spChg>
        <pc:spChg chg="mod">
          <ac:chgData name="王 欣捷" userId="b965477fa0aef5e6" providerId="LiveId" clId="{CCC25DF9-4458-4252-A1FA-96CED2233F88}" dt="2021-04-22T08:21:00.463" v="449" actId="1076"/>
          <ac:spMkLst>
            <pc:docMk/>
            <pc:sldMk cId="0" sldId="873"/>
            <ac:spMk id="55347" creationId="{4EBE63A4-09E9-4892-8A0A-1D34ED7FEE03}"/>
          </ac:spMkLst>
        </pc:spChg>
        <pc:spChg chg="mod">
          <ac:chgData name="王 欣捷" userId="b965477fa0aef5e6" providerId="LiveId" clId="{CCC25DF9-4458-4252-A1FA-96CED2233F88}" dt="2021-04-22T08:21:00.463" v="449" actId="1076"/>
          <ac:spMkLst>
            <pc:docMk/>
            <pc:sldMk cId="0" sldId="873"/>
            <ac:spMk id="55348" creationId="{A4F33086-B113-42A1-926D-92D1DB41E6BC}"/>
          </ac:spMkLst>
        </pc:spChg>
        <pc:spChg chg="mod">
          <ac:chgData name="王 欣捷" userId="b965477fa0aef5e6" providerId="LiveId" clId="{CCC25DF9-4458-4252-A1FA-96CED2233F88}" dt="2021-04-22T08:21:00.463" v="449" actId="1076"/>
          <ac:spMkLst>
            <pc:docMk/>
            <pc:sldMk cId="0" sldId="873"/>
            <ac:spMk id="55349" creationId="{5B80A4C0-ED2C-4C42-83D5-EDF8286707AF}"/>
          </ac:spMkLst>
        </pc:spChg>
        <pc:spChg chg="mod">
          <ac:chgData name="王 欣捷" userId="b965477fa0aef5e6" providerId="LiveId" clId="{CCC25DF9-4458-4252-A1FA-96CED2233F88}" dt="2021-04-22T08:21:00.463" v="449" actId="1076"/>
          <ac:spMkLst>
            <pc:docMk/>
            <pc:sldMk cId="0" sldId="873"/>
            <ac:spMk id="55350" creationId="{3DC0E592-EEF0-4D94-9CDE-9EA90CE78787}"/>
          </ac:spMkLst>
        </pc:spChg>
        <pc:spChg chg="mod">
          <ac:chgData name="王 欣捷" userId="b965477fa0aef5e6" providerId="LiveId" clId="{CCC25DF9-4458-4252-A1FA-96CED2233F88}" dt="2021-04-22T08:21:00.463" v="449" actId="1076"/>
          <ac:spMkLst>
            <pc:docMk/>
            <pc:sldMk cId="0" sldId="873"/>
            <ac:spMk id="55351" creationId="{B08A120F-DEEF-4569-B9AB-3042447F11AE}"/>
          </ac:spMkLst>
        </pc:spChg>
        <pc:spChg chg="mod">
          <ac:chgData name="王 欣捷" userId="b965477fa0aef5e6" providerId="LiveId" clId="{CCC25DF9-4458-4252-A1FA-96CED2233F88}" dt="2021-04-22T08:21:00.463" v="449" actId="1076"/>
          <ac:spMkLst>
            <pc:docMk/>
            <pc:sldMk cId="0" sldId="873"/>
            <ac:spMk id="55352" creationId="{EAC59D16-DEDA-4594-A941-E066466F0E18}"/>
          </ac:spMkLst>
        </pc:spChg>
        <pc:spChg chg="mod">
          <ac:chgData name="王 欣捷" userId="b965477fa0aef5e6" providerId="LiveId" clId="{CCC25DF9-4458-4252-A1FA-96CED2233F88}" dt="2021-04-22T08:21:00.463" v="449" actId="1076"/>
          <ac:spMkLst>
            <pc:docMk/>
            <pc:sldMk cId="0" sldId="873"/>
            <ac:spMk id="55353" creationId="{52A401D6-0F28-4570-98AF-651A6E2BC530}"/>
          </ac:spMkLst>
        </pc:spChg>
        <pc:spChg chg="mod">
          <ac:chgData name="王 欣捷" userId="b965477fa0aef5e6" providerId="LiveId" clId="{CCC25DF9-4458-4252-A1FA-96CED2233F88}" dt="2021-04-22T08:21:00.463" v="449" actId="1076"/>
          <ac:spMkLst>
            <pc:docMk/>
            <pc:sldMk cId="0" sldId="873"/>
            <ac:spMk id="55354" creationId="{A064042F-5903-4ABC-BDBF-35704EE44A2E}"/>
          </ac:spMkLst>
        </pc:spChg>
        <pc:spChg chg="mod">
          <ac:chgData name="王 欣捷" userId="b965477fa0aef5e6" providerId="LiveId" clId="{CCC25DF9-4458-4252-A1FA-96CED2233F88}" dt="2021-04-22T08:21:00.463" v="449" actId="1076"/>
          <ac:spMkLst>
            <pc:docMk/>
            <pc:sldMk cId="0" sldId="873"/>
            <ac:spMk id="55355" creationId="{F70028E4-4FA0-4734-9505-402E9A828F2C}"/>
          </ac:spMkLst>
        </pc:spChg>
        <pc:spChg chg="mod">
          <ac:chgData name="王 欣捷" userId="b965477fa0aef5e6" providerId="LiveId" clId="{CCC25DF9-4458-4252-A1FA-96CED2233F88}" dt="2021-04-22T08:21:00.463" v="449" actId="1076"/>
          <ac:spMkLst>
            <pc:docMk/>
            <pc:sldMk cId="0" sldId="873"/>
            <ac:spMk id="55356" creationId="{159BBB58-44A7-4AD0-82AD-2E0FD3EB9816}"/>
          </ac:spMkLst>
        </pc:spChg>
        <pc:spChg chg="mod">
          <ac:chgData name="王 欣捷" userId="b965477fa0aef5e6" providerId="LiveId" clId="{CCC25DF9-4458-4252-A1FA-96CED2233F88}" dt="2021-04-22T08:21:00.463" v="449" actId="1076"/>
          <ac:spMkLst>
            <pc:docMk/>
            <pc:sldMk cId="0" sldId="873"/>
            <ac:spMk id="55357" creationId="{2C34A39A-EA65-4800-9B5E-341733AF39EF}"/>
          </ac:spMkLst>
        </pc:spChg>
        <pc:spChg chg="mod">
          <ac:chgData name="王 欣捷" userId="b965477fa0aef5e6" providerId="LiveId" clId="{CCC25DF9-4458-4252-A1FA-96CED2233F88}" dt="2021-04-22T08:21:00.463" v="449" actId="1076"/>
          <ac:spMkLst>
            <pc:docMk/>
            <pc:sldMk cId="0" sldId="873"/>
            <ac:spMk id="55358" creationId="{E792E366-A2A5-4A1E-8076-231147D1532E}"/>
          </ac:spMkLst>
        </pc:spChg>
        <pc:spChg chg="mod">
          <ac:chgData name="王 欣捷" userId="b965477fa0aef5e6" providerId="LiveId" clId="{CCC25DF9-4458-4252-A1FA-96CED2233F88}" dt="2021-04-22T08:21:00.463" v="449" actId="1076"/>
          <ac:spMkLst>
            <pc:docMk/>
            <pc:sldMk cId="0" sldId="873"/>
            <ac:spMk id="55359" creationId="{D5BA9719-0054-4377-9248-F6667DB2B2D7}"/>
          </ac:spMkLst>
        </pc:spChg>
        <pc:spChg chg="mod">
          <ac:chgData name="王 欣捷" userId="b965477fa0aef5e6" providerId="LiveId" clId="{CCC25DF9-4458-4252-A1FA-96CED2233F88}" dt="2021-04-22T08:21:00.463" v="449" actId="1076"/>
          <ac:spMkLst>
            <pc:docMk/>
            <pc:sldMk cId="0" sldId="873"/>
            <ac:spMk id="55360" creationId="{CB8E8418-A8E1-4CC6-B987-9070FED0B2D5}"/>
          </ac:spMkLst>
        </pc:spChg>
        <pc:spChg chg="mod">
          <ac:chgData name="王 欣捷" userId="b965477fa0aef5e6" providerId="LiveId" clId="{CCC25DF9-4458-4252-A1FA-96CED2233F88}" dt="2021-04-22T08:21:00.463" v="449" actId="1076"/>
          <ac:spMkLst>
            <pc:docMk/>
            <pc:sldMk cId="0" sldId="873"/>
            <ac:spMk id="55361" creationId="{88BCBB1F-7DC2-4565-8989-E1714A5B1F68}"/>
          </ac:spMkLst>
        </pc:spChg>
        <pc:spChg chg="mod">
          <ac:chgData name="王 欣捷" userId="b965477fa0aef5e6" providerId="LiveId" clId="{CCC25DF9-4458-4252-A1FA-96CED2233F88}" dt="2021-04-22T08:21:00.463" v="449" actId="1076"/>
          <ac:spMkLst>
            <pc:docMk/>
            <pc:sldMk cId="0" sldId="873"/>
            <ac:spMk id="55362" creationId="{E2F61244-C26F-4B29-A094-B9805303789C}"/>
          </ac:spMkLst>
        </pc:spChg>
        <pc:spChg chg="mod">
          <ac:chgData name="王 欣捷" userId="b965477fa0aef5e6" providerId="LiveId" clId="{CCC25DF9-4458-4252-A1FA-96CED2233F88}" dt="2021-04-22T08:21:00.463" v="449" actId="1076"/>
          <ac:spMkLst>
            <pc:docMk/>
            <pc:sldMk cId="0" sldId="873"/>
            <ac:spMk id="55363" creationId="{F8D8629F-4B4D-4F47-9DC6-AEA1CF06F7DD}"/>
          </ac:spMkLst>
        </pc:spChg>
        <pc:spChg chg="mod">
          <ac:chgData name="王 欣捷" userId="b965477fa0aef5e6" providerId="LiveId" clId="{CCC25DF9-4458-4252-A1FA-96CED2233F88}" dt="2021-04-22T08:21:00.463" v="449" actId="1076"/>
          <ac:spMkLst>
            <pc:docMk/>
            <pc:sldMk cId="0" sldId="873"/>
            <ac:spMk id="55364" creationId="{F09E992F-9468-4046-A3FA-6FA293BB8C31}"/>
          </ac:spMkLst>
        </pc:spChg>
        <pc:grpChg chg="mod">
          <ac:chgData name="王 欣捷" userId="b965477fa0aef5e6" providerId="LiveId" clId="{CCC25DF9-4458-4252-A1FA-96CED2233F88}" dt="2021-04-22T08:21:00.463" v="449" actId="1076"/>
          <ac:grpSpMkLst>
            <pc:docMk/>
            <pc:sldMk cId="0" sldId="873"/>
            <ac:grpSpMk id="55301" creationId="{18344EB7-42AC-4462-BCD2-D98BD1F8B0DE}"/>
          </ac:grpSpMkLst>
        </pc:grpChg>
        <pc:grpChg chg="mod">
          <ac:chgData name="王 欣捷" userId="b965477fa0aef5e6" providerId="LiveId" clId="{CCC25DF9-4458-4252-A1FA-96CED2233F88}" dt="2021-04-22T08:21:00.463" v="449" actId="1076"/>
          <ac:grpSpMkLst>
            <pc:docMk/>
            <pc:sldMk cId="0" sldId="873"/>
            <ac:grpSpMk id="55327" creationId="{EC421024-DB2A-4C61-825D-83A9A9C2DA7E}"/>
          </ac:grpSpMkLst>
        </pc:grpChg>
        <pc:grpChg chg="mod">
          <ac:chgData name="王 欣捷" userId="b965477fa0aef5e6" providerId="LiveId" clId="{CCC25DF9-4458-4252-A1FA-96CED2233F88}" dt="2021-04-22T08:21:00.463" v="449" actId="1076"/>
          <ac:grpSpMkLst>
            <pc:docMk/>
            <pc:sldMk cId="0" sldId="873"/>
            <ac:grpSpMk id="55328" creationId="{65CCA646-66EA-46E2-BA22-3B4E0E8A2F99}"/>
          </ac:grpSpMkLst>
        </pc:grpChg>
        <pc:grpChg chg="mod">
          <ac:chgData name="王 欣捷" userId="b965477fa0aef5e6" providerId="LiveId" clId="{CCC25DF9-4458-4252-A1FA-96CED2233F88}" dt="2021-04-22T08:21:00.463" v="449" actId="1076"/>
          <ac:grpSpMkLst>
            <pc:docMk/>
            <pc:sldMk cId="0" sldId="873"/>
            <ac:grpSpMk id="55329" creationId="{9685919B-853D-4361-9319-66835B343CF8}"/>
          </ac:grpSpMkLst>
        </pc:grpChg>
        <pc:grpChg chg="mod">
          <ac:chgData name="王 欣捷" userId="b965477fa0aef5e6" providerId="LiveId" clId="{CCC25DF9-4458-4252-A1FA-96CED2233F88}" dt="2021-04-22T08:21:00.463" v="449" actId="1076"/>
          <ac:grpSpMkLst>
            <pc:docMk/>
            <pc:sldMk cId="0" sldId="873"/>
            <ac:grpSpMk id="55330" creationId="{97AAA9E5-A747-422C-A366-459791F928FA}"/>
          </ac:grpSpMkLst>
        </pc:grpChg>
        <pc:grpChg chg="mod">
          <ac:chgData name="王 欣捷" userId="b965477fa0aef5e6" providerId="LiveId" clId="{CCC25DF9-4458-4252-A1FA-96CED2233F88}" dt="2021-04-22T08:21:00.463" v="449" actId="1076"/>
          <ac:grpSpMkLst>
            <pc:docMk/>
            <pc:sldMk cId="0" sldId="873"/>
            <ac:grpSpMk id="55331" creationId="{6A07C3F4-3D41-4331-B7DD-A6CD1DE9A65E}"/>
          </ac:grpSpMkLst>
        </pc:grpChg>
      </pc:sldChg>
      <pc:sldChg chg="addSp delSp modSp add mod modClrScheme chgLayout">
        <pc:chgData name="王 欣捷" userId="b965477fa0aef5e6" providerId="LiveId" clId="{CCC25DF9-4458-4252-A1FA-96CED2233F88}" dt="2021-04-22T08:23:31.929" v="509"/>
        <pc:sldMkLst>
          <pc:docMk/>
          <pc:sldMk cId="0" sldId="874"/>
        </pc:sldMkLst>
        <pc:spChg chg="add mod">
          <ac:chgData name="王 欣捷" userId="b965477fa0aef5e6" providerId="LiveId" clId="{CCC25DF9-4458-4252-A1FA-96CED2233F88}" dt="2021-04-22T08:23:31.929" v="509"/>
          <ac:spMkLst>
            <pc:docMk/>
            <pc:sldMk cId="0" sldId="874"/>
            <ac:spMk id="69" creationId="{3B893842-A2D7-4EB4-8D03-427167B2099C}"/>
          </ac:spMkLst>
        </pc:spChg>
        <pc:spChg chg="mod ord">
          <ac:chgData name="王 欣捷" userId="b965477fa0aef5e6" providerId="LiveId" clId="{CCC25DF9-4458-4252-A1FA-96CED2233F88}" dt="2021-04-22T08:19:11.602" v="438" actId="404"/>
          <ac:spMkLst>
            <pc:docMk/>
            <pc:sldMk cId="0" sldId="874"/>
            <ac:spMk id="56322" creationId="{4650DD8D-E1AD-406B-A141-CF5128932A2C}"/>
          </ac:spMkLst>
        </pc:spChg>
        <pc:spChg chg="del">
          <ac:chgData name="王 欣捷" userId="b965477fa0aef5e6" providerId="LiveId" clId="{CCC25DF9-4458-4252-A1FA-96CED2233F88}" dt="2021-04-22T08:13:49.440" v="367" actId="700"/>
          <ac:spMkLst>
            <pc:docMk/>
            <pc:sldMk cId="0" sldId="874"/>
            <ac:spMk id="56323" creationId="{F089A1A9-0AF3-43D6-BBD0-2426DE32D6A9}"/>
          </ac:spMkLst>
        </pc:spChg>
        <pc:spChg chg="del">
          <ac:chgData name="王 欣捷" userId="b965477fa0aef5e6" providerId="LiveId" clId="{CCC25DF9-4458-4252-A1FA-96CED2233F88}" dt="2021-04-22T08:21:31.310" v="459" actId="478"/>
          <ac:spMkLst>
            <pc:docMk/>
            <pc:sldMk cId="0" sldId="874"/>
            <ac:spMk id="56324" creationId="{019CB250-D411-4407-8F76-2CCEABBC1335}"/>
          </ac:spMkLst>
        </pc:spChg>
        <pc:spChg chg="mod">
          <ac:chgData name="王 欣捷" userId="b965477fa0aef5e6" providerId="LiveId" clId="{CCC25DF9-4458-4252-A1FA-96CED2233F88}" dt="2021-04-22T08:21:25.003" v="457" actId="1076"/>
          <ac:spMkLst>
            <pc:docMk/>
            <pc:sldMk cId="0" sldId="874"/>
            <ac:spMk id="56326" creationId="{F280A0A9-982F-414F-81A1-D2B0A6D38736}"/>
          </ac:spMkLst>
        </pc:spChg>
        <pc:spChg chg="mod">
          <ac:chgData name="王 欣捷" userId="b965477fa0aef5e6" providerId="LiveId" clId="{CCC25DF9-4458-4252-A1FA-96CED2233F88}" dt="2021-04-22T08:21:25.003" v="457" actId="1076"/>
          <ac:spMkLst>
            <pc:docMk/>
            <pc:sldMk cId="0" sldId="874"/>
            <ac:spMk id="56327" creationId="{4DB4AE53-1C77-4AD4-ACD8-2B9C7614099F}"/>
          </ac:spMkLst>
        </pc:spChg>
        <pc:spChg chg="mod">
          <ac:chgData name="王 欣捷" userId="b965477fa0aef5e6" providerId="LiveId" clId="{CCC25DF9-4458-4252-A1FA-96CED2233F88}" dt="2021-04-22T08:21:25.003" v="457" actId="1076"/>
          <ac:spMkLst>
            <pc:docMk/>
            <pc:sldMk cId="0" sldId="874"/>
            <ac:spMk id="56328" creationId="{66F6472F-46A5-4D92-BC20-E5832EF28D53}"/>
          </ac:spMkLst>
        </pc:spChg>
        <pc:spChg chg="mod">
          <ac:chgData name="王 欣捷" userId="b965477fa0aef5e6" providerId="LiveId" clId="{CCC25DF9-4458-4252-A1FA-96CED2233F88}" dt="2021-04-22T08:21:25.003" v="457" actId="1076"/>
          <ac:spMkLst>
            <pc:docMk/>
            <pc:sldMk cId="0" sldId="874"/>
            <ac:spMk id="56329" creationId="{F002F17B-2218-4DE6-A00B-C029C1A36C50}"/>
          </ac:spMkLst>
        </pc:spChg>
        <pc:spChg chg="mod">
          <ac:chgData name="王 欣捷" userId="b965477fa0aef5e6" providerId="LiveId" clId="{CCC25DF9-4458-4252-A1FA-96CED2233F88}" dt="2021-04-22T08:21:25.003" v="457" actId="1076"/>
          <ac:spMkLst>
            <pc:docMk/>
            <pc:sldMk cId="0" sldId="874"/>
            <ac:spMk id="56330" creationId="{59685E00-E817-4FBD-A608-3B67000CEF95}"/>
          </ac:spMkLst>
        </pc:spChg>
        <pc:spChg chg="mod">
          <ac:chgData name="王 欣捷" userId="b965477fa0aef5e6" providerId="LiveId" clId="{CCC25DF9-4458-4252-A1FA-96CED2233F88}" dt="2021-04-22T08:21:25.003" v="457" actId="1076"/>
          <ac:spMkLst>
            <pc:docMk/>
            <pc:sldMk cId="0" sldId="874"/>
            <ac:spMk id="56331" creationId="{D4A64495-550F-426B-9E78-C37DBA4CF689}"/>
          </ac:spMkLst>
        </pc:spChg>
        <pc:spChg chg="mod">
          <ac:chgData name="王 欣捷" userId="b965477fa0aef5e6" providerId="LiveId" clId="{CCC25DF9-4458-4252-A1FA-96CED2233F88}" dt="2021-04-22T08:21:25.003" v="457" actId="1076"/>
          <ac:spMkLst>
            <pc:docMk/>
            <pc:sldMk cId="0" sldId="874"/>
            <ac:spMk id="56332" creationId="{CD3EB392-118A-4767-8A24-F1FA12D4E3F2}"/>
          </ac:spMkLst>
        </pc:spChg>
        <pc:spChg chg="mod">
          <ac:chgData name="王 欣捷" userId="b965477fa0aef5e6" providerId="LiveId" clId="{CCC25DF9-4458-4252-A1FA-96CED2233F88}" dt="2021-04-22T08:21:25.003" v="457" actId="1076"/>
          <ac:spMkLst>
            <pc:docMk/>
            <pc:sldMk cId="0" sldId="874"/>
            <ac:spMk id="56333" creationId="{A00A33FA-9F23-489C-901F-3D6CC3434DA2}"/>
          </ac:spMkLst>
        </pc:spChg>
        <pc:spChg chg="mod">
          <ac:chgData name="王 欣捷" userId="b965477fa0aef5e6" providerId="LiveId" clId="{CCC25DF9-4458-4252-A1FA-96CED2233F88}" dt="2021-04-22T08:21:25.003" v="457" actId="1076"/>
          <ac:spMkLst>
            <pc:docMk/>
            <pc:sldMk cId="0" sldId="874"/>
            <ac:spMk id="56334" creationId="{BB77E9AF-AF11-4F17-9256-3AFD8ADCA43F}"/>
          </ac:spMkLst>
        </pc:spChg>
        <pc:spChg chg="mod">
          <ac:chgData name="王 欣捷" userId="b965477fa0aef5e6" providerId="LiveId" clId="{CCC25DF9-4458-4252-A1FA-96CED2233F88}" dt="2021-04-22T08:21:25.003" v="457" actId="1076"/>
          <ac:spMkLst>
            <pc:docMk/>
            <pc:sldMk cId="0" sldId="874"/>
            <ac:spMk id="56335" creationId="{63D10189-9F21-4499-91C0-FE323A616661}"/>
          </ac:spMkLst>
        </pc:spChg>
        <pc:spChg chg="mod">
          <ac:chgData name="王 欣捷" userId="b965477fa0aef5e6" providerId="LiveId" clId="{CCC25DF9-4458-4252-A1FA-96CED2233F88}" dt="2021-04-22T08:21:25.003" v="457" actId="1076"/>
          <ac:spMkLst>
            <pc:docMk/>
            <pc:sldMk cId="0" sldId="874"/>
            <ac:spMk id="56336" creationId="{71CC0805-6314-43A7-8799-A295D59D83B0}"/>
          </ac:spMkLst>
        </pc:spChg>
        <pc:spChg chg="mod">
          <ac:chgData name="王 欣捷" userId="b965477fa0aef5e6" providerId="LiveId" clId="{CCC25DF9-4458-4252-A1FA-96CED2233F88}" dt="2021-04-22T08:21:25.003" v="457" actId="1076"/>
          <ac:spMkLst>
            <pc:docMk/>
            <pc:sldMk cId="0" sldId="874"/>
            <ac:spMk id="56337" creationId="{43EF74B8-CB94-403F-B7C2-9D0A38AA13BC}"/>
          </ac:spMkLst>
        </pc:spChg>
        <pc:spChg chg="mod">
          <ac:chgData name="王 欣捷" userId="b965477fa0aef5e6" providerId="LiveId" clId="{CCC25DF9-4458-4252-A1FA-96CED2233F88}" dt="2021-04-22T08:21:25.003" v="457" actId="1076"/>
          <ac:spMkLst>
            <pc:docMk/>
            <pc:sldMk cId="0" sldId="874"/>
            <ac:spMk id="56338" creationId="{C52122C7-CA3E-4333-BC32-936F25F22453}"/>
          </ac:spMkLst>
        </pc:spChg>
        <pc:spChg chg="mod">
          <ac:chgData name="王 欣捷" userId="b965477fa0aef5e6" providerId="LiveId" clId="{CCC25DF9-4458-4252-A1FA-96CED2233F88}" dt="2021-04-22T08:21:25.003" v="457" actId="1076"/>
          <ac:spMkLst>
            <pc:docMk/>
            <pc:sldMk cId="0" sldId="874"/>
            <ac:spMk id="56339" creationId="{804B01DA-0A12-4DB8-9BCF-B67766132F33}"/>
          </ac:spMkLst>
        </pc:spChg>
        <pc:spChg chg="mod">
          <ac:chgData name="王 欣捷" userId="b965477fa0aef5e6" providerId="LiveId" clId="{CCC25DF9-4458-4252-A1FA-96CED2233F88}" dt="2021-04-22T08:21:25.003" v="457" actId="1076"/>
          <ac:spMkLst>
            <pc:docMk/>
            <pc:sldMk cId="0" sldId="874"/>
            <ac:spMk id="56340" creationId="{8DC97514-0D62-486E-9E57-BB0DA6726956}"/>
          </ac:spMkLst>
        </pc:spChg>
        <pc:spChg chg="mod">
          <ac:chgData name="王 欣捷" userId="b965477fa0aef5e6" providerId="LiveId" clId="{CCC25DF9-4458-4252-A1FA-96CED2233F88}" dt="2021-04-22T08:21:25.003" v="457" actId="1076"/>
          <ac:spMkLst>
            <pc:docMk/>
            <pc:sldMk cId="0" sldId="874"/>
            <ac:spMk id="56341" creationId="{1E442976-94C0-4D35-8C1D-554E61F2B4E9}"/>
          </ac:spMkLst>
        </pc:spChg>
        <pc:spChg chg="mod">
          <ac:chgData name="王 欣捷" userId="b965477fa0aef5e6" providerId="LiveId" clId="{CCC25DF9-4458-4252-A1FA-96CED2233F88}" dt="2021-04-22T08:21:25.003" v="457" actId="1076"/>
          <ac:spMkLst>
            <pc:docMk/>
            <pc:sldMk cId="0" sldId="874"/>
            <ac:spMk id="56342" creationId="{DBD963C7-6EB2-4767-B8A9-575496BDC46B}"/>
          </ac:spMkLst>
        </pc:spChg>
        <pc:spChg chg="mod">
          <ac:chgData name="王 欣捷" userId="b965477fa0aef5e6" providerId="LiveId" clId="{CCC25DF9-4458-4252-A1FA-96CED2233F88}" dt="2021-04-22T08:21:25.003" v="457" actId="1076"/>
          <ac:spMkLst>
            <pc:docMk/>
            <pc:sldMk cId="0" sldId="874"/>
            <ac:spMk id="56343" creationId="{5056C64B-0BF8-4552-874C-CA271B6F00EE}"/>
          </ac:spMkLst>
        </pc:spChg>
        <pc:spChg chg="mod">
          <ac:chgData name="王 欣捷" userId="b965477fa0aef5e6" providerId="LiveId" clId="{CCC25DF9-4458-4252-A1FA-96CED2233F88}" dt="2021-04-22T08:21:25.003" v="457" actId="1076"/>
          <ac:spMkLst>
            <pc:docMk/>
            <pc:sldMk cId="0" sldId="874"/>
            <ac:spMk id="56344" creationId="{DC91D11F-3A53-4597-AEC4-4FFE297AFEB8}"/>
          </ac:spMkLst>
        </pc:spChg>
        <pc:spChg chg="mod">
          <ac:chgData name="王 欣捷" userId="b965477fa0aef5e6" providerId="LiveId" clId="{CCC25DF9-4458-4252-A1FA-96CED2233F88}" dt="2021-04-22T08:21:25.003" v="457" actId="1076"/>
          <ac:spMkLst>
            <pc:docMk/>
            <pc:sldMk cId="0" sldId="874"/>
            <ac:spMk id="56345" creationId="{ED11369B-DF7C-43CF-8EF5-314FC20AA1FB}"/>
          </ac:spMkLst>
        </pc:spChg>
        <pc:spChg chg="mod">
          <ac:chgData name="王 欣捷" userId="b965477fa0aef5e6" providerId="LiveId" clId="{CCC25DF9-4458-4252-A1FA-96CED2233F88}" dt="2021-04-22T08:21:25.003" v="457" actId="1076"/>
          <ac:spMkLst>
            <pc:docMk/>
            <pc:sldMk cId="0" sldId="874"/>
            <ac:spMk id="56346" creationId="{8107C985-D0D8-40B4-9A4D-BAE090019652}"/>
          </ac:spMkLst>
        </pc:spChg>
        <pc:spChg chg="mod">
          <ac:chgData name="王 欣捷" userId="b965477fa0aef5e6" providerId="LiveId" clId="{CCC25DF9-4458-4252-A1FA-96CED2233F88}" dt="2021-04-22T08:21:25.003" v="457" actId="1076"/>
          <ac:spMkLst>
            <pc:docMk/>
            <pc:sldMk cId="0" sldId="874"/>
            <ac:spMk id="56347" creationId="{224FC32B-F846-4E8D-A3E8-C1511C2689F9}"/>
          </ac:spMkLst>
        </pc:spChg>
        <pc:spChg chg="mod">
          <ac:chgData name="王 欣捷" userId="b965477fa0aef5e6" providerId="LiveId" clId="{CCC25DF9-4458-4252-A1FA-96CED2233F88}" dt="2021-04-22T08:21:25.003" v="457" actId="1076"/>
          <ac:spMkLst>
            <pc:docMk/>
            <pc:sldMk cId="0" sldId="874"/>
            <ac:spMk id="56348" creationId="{FF3DFE3B-8276-4423-BF82-282CC4B23724}"/>
          </ac:spMkLst>
        </pc:spChg>
        <pc:spChg chg="mod">
          <ac:chgData name="王 欣捷" userId="b965477fa0aef5e6" providerId="LiveId" clId="{CCC25DF9-4458-4252-A1FA-96CED2233F88}" dt="2021-04-22T08:21:25.003" v="457" actId="1076"/>
          <ac:spMkLst>
            <pc:docMk/>
            <pc:sldMk cId="0" sldId="874"/>
            <ac:spMk id="56349" creationId="{56D9E4D0-4F71-4F8F-9FE3-2439AF0A7D46}"/>
          </ac:spMkLst>
        </pc:spChg>
        <pc:spChg chg="mod">
          <ac:chgData name="王 欣捷" userId="b965477fa0aef5e6" providerId="LiveId" clId="{CCC25DF9-4458-4252-A1FA-96CED2233F88}" dt="2021-04-22T08:21:25.003" v="457" actId="1076"/>
          <ac:spMkLst>
            <pc:docMk/>
            <pc:sldMk cId="0" sldId="874"/>
            <ac:spMk id="56350" creationId="{3090BAA6-97A2-46C0-9E75-3DE6A64EF11A}"/>
          </ac:spMkLst>
        </pc:spChg>
        <pc:spChg chg="mod">
          <ac:chgData name="王 欣捷" userId="b965477fa0aef5e6" providerId="LiveId" clId="{CCC25DF9-4458-4252-A1FA-96CED2233F88}" dt="2021-04-22T08:23:20.657" v="502" actId="113"/>
          <ac:spMkLst>
            <pc:docMk/>
            <pc:sldMk cId="0" sldId="874"/>
            <ac:spMk id="56356" creationId="{F32129DE-2C49-4950-B9BA-B1AD64206B5B}"/>
          </ac:spMkLst>
        </pc:spChg>
        <pc:spChg chg="mod">
          <ac:chgData name="王 欣捷" userId="b965477fa0aef5e6" providerId="LiveId" clId="{CCC25DF9-4458-4252-A1FA-96CED2233F88}" dt="2021-04-22T08:23:21.605" v="503" actId="113"/>
          <ac:spMkLst>
            <pc:docMk/>
            <pc:sldMk cId="0" sldId="874"/>
            <ac:spMk id="56357" creationId="{0A90D3F0-A245-4A02-8D38-2A2D3BBFDD44}"/>
          </ac:spMkLst>
        </pc:spChg>
        <pc:spChg chg="mod">
          <ac:chgData name="王 欣捷" userId="b965477fa0aef5e6" providerId="LiveId" clId="{CCC25DF9-4458-4252-A1FA-96CED2233F88}" dt="2021-04-22T08:21:25.003" v="457" actId="1076"/>
          <ac:spMkLst>
            <pc:docMk/>
            <pc:sldMk cId="0" sldId="874"/>
            <ac:spMk id="56358" creationId="{CA685002-AC0B-4BBB-A2E1-460847F11911}"/>
          </ac:spMkLst>
        </pc:spChg>
        <pc:spChg chg="mod">
          <ac:chgData name="王 欣捷" userId="b965477fa0aef5e6" providerId="LiveId" clId="{CCC25DF9-4458-4252-A1FA-96CED2233F88}" dt="2021-04-22T08:21:25.003" v="457" actId="1076"/>
          <ac:spMkLst>
            <pc:docMk/>
            <pc:sldMk cId="0" sldId="874"/>
            <ac:spMk id="56359" creationId="{8D54BE3B-6449-4F33-B039-BF5F827212D3}"/>
          </ac:spMkLst>
        </pc:spChg>
        <pc:spChg chg="mod">
          <ac:chgData name="王 欣捷" userId="b965477fa0aef5e6" providerId="LiveId" clId="{CCC25DF9-4458-4252-A1FA-96CED2233F88}" dt="2021-04-22T08:21:25.003" v="457" actId="1076"/>
          <ac:spMkLst>
            <pc:docMk/>
            <pc:sldMk cId="0" sldId="874"/>
            <ac:spMk id="56360" creationId="{098D54C7-6BA5-45A6-98C1-DA6D26B695B4}"/>
          </ac:spMkLst>
        </pc:spChg>
        <pc:spChg chg="mod">
          <ac:chgData name="王 欣捷" userId="b965477fa0aef5e6" providerId="LiveId" clId="{CCC25DF9-4458-4252-A1FA-96CED2233F88}" dt="2021-04-22T08:21:25.003" v="457" actId="1076"/>
          <ac:spMkLst>
            <pc:docMk/>
            <pc:sldMk cId="0" sldId="874"/>
            <ac:spMk id="56361" creationId="{47886776-3D48-4E2E-82F0-C17269473426}"/>
          </ac:spMkLst>
        </pc:spChg>
        <pc:spChg chg="mod">
          <ac:chgData name="王 欣捷" userId="b965477fa0aef5e6" providerId="LiveId" clId="{CCC25DF9-4458-4252-A1FA-96CED2233F88}" dt="2021-04-22T08:21:25.003" v="457" actId="1076"/>
          <ac:spMkLst>
            <pc:docMk/>
            <pc:sldMk cId="0" sldId="874"/>
            <ac:spMk id="56362" creationId="{C4209E88-967E-4022-A272-5103339E874A}"/>
          </ac:spMkLst>
        </pc:spChg>
        <pc:spChg chg="mod">
          <ac:chgData name="王 欣捷" userId="b965477fa0aef5e6" providerId="LiveId" clId="{CCC25DF9-4458-4252-A1FA-96CED2233F88}" dt="2021-04-22T08:21:25.003" v="457" actId="1076"/>
          <ac:spMkLst>
            <pc:docMk/>
            <pc:sldMk cId="0" sldId="874"/>
            <ac:spMk id="56363" creationId="{22CD2A81-F9C9-473E-85B7-72BAB066670F}"/>
          </ac:spMkLst>
        </pc:spChg>
        <pc:spChg chg="mod">
          <ac:chgData name="王 欣捷" userId="b965477fa0aef5e6" providerId="LiveId" clId="{CCC25DF9-4458-4252-A1FA-96CED2233F88}" dt="2021-04-22T08:21:25.003" v="457" actId="1076"/>
          <ac:spMkLst>
            <pc:docMk/>
            <pc:sldMk cId="0" sldId="874"/>
            <ac:spMk id="56364" creationId="{B813263D-6E4D-40AF-B4CE-EE864736AFBC}"/>
          </ac:spMkLst>
        </pc:spChg>
        <pc:spChg chg="mod">
          <ac:chgData name="王 欣捷" userId="b965477fa0aef5e6" providerId="LiveId" clId="{CCC25DF9-4458-4252-A1FA-96CED2233F88}" dt="2021-04-22T08:21:25.003" v="457" actId="1076"/>
          <ac:spMkLst>
            <pc:docMk/>
            <pc:sldMk cId="0" sldId="874"/>
            <ac:spMk id="56365" creationId="{AAC56046-24FB-4E5F-9110-860EC99E9779}"/>
          </ac:spMkLst>
        </pc:spChg>
        <pc:spChg chg="mod">
          <ac:chgData name="王 欣捷" userId="b965477fa0aef5e6" providerId="LiveId" clId="{CCC25DF9-4458-4252-A1FA-96CED2233F88}" dt="2021-04-22T08:21:25.003" v="457" actId="1076"/>
          <ac:spMkLst>
            <pc:docMk/>
            <pc:sldMk cId="0" sldId="874"/>
            <ac:spMk id="56366" creationId="{12AC3A87-417B-4021-BABF-A94ED8FE3BE3}"/>
          </ac:spMkLst>
        </pc:spChg>
        <pc:spChg chg="mod">
          <ac:chgData name="王 欣捷" userId="b965477fa0aef5e6" providerId="LiveId" clId="{CCC25DF9-4458-4252-A1FA-96CED2233F88}" dt="2021-04-22T08:21:25.003" v="457" actId="1076"/>
          <ac:spMkLst>
            <pc:docMk/>
            <pc:sldMk cId="0" sldId="874"/>
            <ac:spMk id="56367" creationId="{FF6AE82E-EBFE-4272-9C74-9BD78CC3C5C1}"/>
          </ac:spMkLst>
        </pc:spChg>
        <pc:spChg chg="mod">
          <ac:chgData name="王 欣捷" userId="b965477fa0aef5e6" providerId="LiveId" clId="{CCC25DF9-4458-4252-A1FA-96CED2233F88}" dt="2021-04-22T08:21:25.003" v="457" actId="1076"/>
          <ac:spMkLst>
            <pc:docMk/>
            <pc:sldMk cId="0" sldId="874"/>
            <ac:spMk id="56368" creationId="{FC878FF4-938E-4874-BCD8-F8A5EA209D25}"/>
          </ac:spMkLst>
        </pc:spChg>
        <pc:spChg chg="mod">
          <ac:chgData name="王 欣捷" userId="b965477fa0aef5e6" providerId="LiveId" clId="{CCC25DF9-4458-4252-A1FA-96CED2233F88}" dt="2021-04-22T08:21:25.003" v="457" actId="1076"/>
          <ac:spMkLst>
            <pc:docMk/>
            <pc:sldMk cId="0" sldId="874"/>
            <ac:spMk id="56369" creationId="{E0E3D786-EB2D-4A3C-8744-822E9EAB25B6}"/>
          </ac:spMkLst>
        </pc:spChg>
        <pc:spChg chg="mod">
          <ac:chgData name="王 欣捷" userId="b965477fa0aef5e6" providerId="LiveId" clId="{CCC25DF9-4458-4252-A1FA-96CED2233F88}" dt="2021-04-22T08:21:25.003" v="457" actId="1076"/>
          <ac:spMkLst>
            <pc:docMk/>
            <pc:sldMk cId="0" sldId="874"/>
            <ac:spMk id="56370" creationId="{6E312BA8-4F4B-4A26-A0EE-7BBF5C07D535}"/>
          </ac:spMkLst>
        </pc:spChg>
        <pc:spChg chg="mod">
          <ac:chgData name="王 欣捷" userId="b965477fa0aef5e6" providerId="LiveId" clId="{CCC25DF9-4458-4252-A1FA-96CED2233F88}" dt="2021-04-22T08:21:25.003" v="457" actId="1076"/>
          <ac:spMkLst>
            <pc:docMk/>
            <pc:sldMk cId="0" sldId="874"/>
            <ac:spMk id="56371" creationId="{3DE49EBB-A93C-4F9E-B3CC-F77BC5BF157F}"/>
          </ac:spMkLst>
        </pc:spChg>
        <pc:spChg chg="mod">
          <ac:chgData name="王 欣捷" userId="b965477fa0aef5e6" providerId="LiveId" clId="{CCC25DF9-4458-4252-A1FA-96CED2233F88}" dt="2021-04-22T08:21:25.003" v="457" actId="1076"/>
          <ac:spMkLst>
            <pc:docMk/>
            <pc:sldMk cId="0" sldId="874"/>
            <ac:spMk id="56372" creationId="{33D0F9D6-4FEB-4EDF-B952-DC64A3C41A72}"/>
          </ac:spMkLst>
        </pc:spChg>
        <pc:spChg chg="mod">
          <ac:chgData name="王 欣捷" userId="b965477fa0aef5e6" providerId="LiveId" clId="{CCC25DF9-4458-4252-A1FA-96CED2233F88}" dt="2021-04-22T08:21:25.003" v="457" actId="1076"/>
          <ac:spMkLst>
            <pc:docMk/>
            <pc:sldMk cId="0" sldId="874"/>
            <ac:spMk id="56373" creationId="{27E9BCB0-9BD0-4AA3-9BF1-C6B764AC84AE}"/>
          </ac:spMkLst>
        </pc:spChg>
        <pc:spChg chg="mod">
          <ac:chgData name="王 欣捷" userId="b965477fa0aef5e6" providerId="LiveId" clId="{CCC25DF9-4458-4252-A1FA-96CED2233F88}" dt="2021-04-22T08:21:25.003" v="457" actId="1076"/>
          <ac:spMkLst>
            <pc:docMk/>
            <pc:sldMk cId="0" sldId="874"/>
            <ac:spMk id="56374" creationId="{9F689233-18E5-46CF-987B-DC608DD8E0D5}"/>
          </ac:spMkLst>
        </pc:spChg>
        <pc:spChg chg="mod">
          <ac:chgData name="王 欣捷" userId="b965477fa0aef5e6" providerId="LiveId" clId="{CCC25DF9-4458-4252-A1FA-96CED2233F88}" dt="2021-04-22T08:21:25.003" v="457" actId="1076"/>
          <ac:spMkLst>
            <pc:docMk/>
            <pc:sldMk cId="0" sldId="874"/>
            <ac:spMk id="56375" creationId="{F93B381B-2E68-4E32-9C46-089D948506DF}"/>
          </ac:spMkLst>
        </pc:spChg>
        <pc:spChg chg="mod">
          <ac:chgData name="王 欣捷" userId="b965477fa0aef5e6" providerId="LiveId" clId="{CCC25DF9-4458-4252-A1FA-96CED2233F88}" dt="2021-04-22T08:21:25.003" v="457" actId="1076"/>
          <ac:spMkLst>
            <pc:docMk/>
            <pc:sldMk cId="0" sldId="874"/>
            <ac:spMk id="56376" creationId="{AF52137F-7A84-4EA0-BF94-3A000606B5DD}"/>
          </ac:spMkLst>
        </pc:spChg>
        <pc:spChg chg="mod">
          <ac:chgData name="王 欣捷" userId="b965477fa0aef5e6" providerId="LiveId" clId="{CCC25DF9-4458-4252-A1FA-96CED2233F88}" dt="2021-04-22T08:21:25.003" v="457" actId="1076"/>
          <ac:spMkLst>
            <pc:docMk/>
            <pc:sldMk cId="0" sldId="874"/>
            <ac:spMk id="56377" creationId="{A79402D6-F8DE-411F-8415-818C9FC5D5D9}"/>
          </ac:spMkLst>
        </pc:spChg>
        <pc:spChg chg="mod">
          <ac:chgData name="王 欣捷" userId="b965477fa0aef5e6" providerId="LiveId" clId="{CCC25DF9-4458-4252-A1FA-96CED2233F88}" dt="2021-04-22T08:21:25.003" v="457" actId="1076"/>
          <ac:spMkLst>
            <pc:docMk/>
            <pc:sldMk cId="0" sldId="874"/>
            <ac:spMk id="56378" creationId="{F34910F0-C6EA-48EF-98F9-364C6C95EA54}"/>
          </ac:spMkLst>
        </pc:spChg>
        <pc:spChg chg="mod">
          <ac:chgData name="王 欣捷" userId="b965477fa0aef5e6" providerId="LiveId" clId="{CCC25DF9-4458-4252-A1FA-96CED2233F88}" dt="2021-04-22T08:21:25.003" v="457" actId="1076"/>
          <ac:spMkLst>
            <pc:docMk/>
            <pc:sldMk cId="0" sldId="874"/>
            <ac:spMk id="56379" creationId="{CB00BB04-C076-440C-9DE2-A2296CF4246D}"/>
          </ac:spMkLst>
        </pc:spChg>
        <pc:spChg chg="mod">
          <ac:chgData name="王 欣捷" userId="b965477fa0aef5e6" providerId="LiveId" clId="{CCC25DF9-4458-4252-A1FA-96CED2233F88}" dt="2021-04-22T08:21:25.003" v="457" actId="1076"/>
          <ac:spMkLst>
            <pc:docMk/>
            <pc:sldMk cId="0" sldId="874"/>
            <ac:spMk id="56380" creationId="{0C4EF915-7298-4EFF-9241-C64B0794D508}"/>
          </ac:spMkLst>
        </pc:spChg>
        <pc:spChg chg="mod">
          <ac:chgData name="王 欣捷" userId="b965477fa0aef5e6" providerId="LiveId" clId="{CCC25DF9-4458-4252-A1FA-96CED2233F88}" dt="2021-04-22T08:21:25.003" v="457" actId="1076"/>
          <ac:spMkLst>
            <pc:docMk/>
            <pc:sldMk cId="0" sldId="874"/>
            <ac:spMk id="56381" creationId="{59264A75-1792-4D26-BDAA-685720A8AA49}"/>
          </ac:spMkLst>
        </pc:spChg>
        <pc:spChg chg="mod">
          <ac:chgData name="王 欣捷" userId="b965477fa0aef5e6" providerId="LiveId" clId="{CCC25DF9-4458-4252-A1FA-96CED2233F88}" dt="2021-04-22T08:21:25.003" v="457" actId="1076"/>
          <ac:spMkLst>
            <pc:docMk/>
            <pc:sldMk cId="0" sldId="874"/>
            <ac:spMk id="56382" creationId="{4F6DB6E7-0445-4AFA-AACE-3650A9154BEF}"/>
          </ac:spMkLst>
        </pc:spChg>
        <pc:spChg chg="mod">
          <ac:chgData name="王 欣捷" userId="b965477fa0aef5e6" providerId="LiveId" clId="{CCC25DF9-4458-4252-A1FA-96CED2233F88}" dt="2021-04-22T08:21:25.003" v="457" actId="1076"/>
          <ac:spMkLst>
            <pc:docMk/>
            <pc:sldMk cId="0" sldId="874"/>
            <ac:spMk id="56383" creationId="{213BEB11-A73C-4B1C-BA3D-3C45E71E16A3}"/>
          </ac:spMkLst>
        </pc:spChg>
        <pc:spChg chg="mod">
          <ac:chgData name="王 欣捷" userId="b965477fa0aef5e6" providerId="LiveId" clId="{CCC25DF9-4458-4252-A1FA-96CED2233F88}" dt="2021-04-22T08:21:25.003" v="457" actId="1076"/>
          <ac:spMkLst>
            <pc:docMk/>
            <pc:sldMk cId="0" sldId="874"/>
            <ac:spMk id="56384" creationId="{0310E072-0F07-4552-B056-0FDDBD367616}"/>
          </ac:spMkLst>
        </pc:spChg>
        <pc:spChg chg="mod">
          <ac:chgData name="王 欣捷" userId="b965477fa0aef5e6" providerId="LiveId" clId="{CCC25DF9-4458-4252-A1FA-96CED2233F88}" dt="2021-04-22T08:21:25.003" v="457" actId="1076"/>
          <ac:spMkLst>
            <pc:docMk/>
            <pc:sldMk cId="0" sldId="874"/>
            <ac:spMk id="56385" creationId="{8A384F6C-F3A9-4284-8910-F8A6314EB49B}"/>
          </ac:spMkLst>
        </pc:spChg>
        <pc:spChg chg="mod">
          <ac:chgData name="王 欣捷" userId="b965477fa0aef5e6" providerId="LiveId" clId="{CCC25DF9-4458-4252-A1FA-96CED2233F88}" dt="2021-04-22T08:21:25.003" v="457" actId="1076"/>
          <ac:spMkLst>
            <pc:docMk/>
            <pc:sldMk cId="0" sldId="874"/>
            <ac:spMk id="56386" creationId="{523AD73C-11AC-4ED7-9309-4F215D5D921A}"/>
          </ac:spMkLst>
        </pc:spChg>
        <pc:spChg chg="mod">
          <ac:chgData name="王 欣捷" userId="b965477fa0aef5e6" providerId="LiveId" clId="{CCC25DF9-4458-4252-A1FA-96CED2233F88}" dt="2021-04-22T08:21:25.003" v="457" actId="1076"/>
          <ac:spMkLst>
            <pc:docMk/>
            <pc:sldMk cId="0" sldId="874"/>
            <ac:spMk id="56387" creationId="{7CC290DF-E3D2-4165-8538-81BAC3BA1FA3}"/>
          </ac:spMkLst>
        </pc:spChg>
        <pc:spChg chg="mod">
          <ac:chgData name="王 欣捷" userId="b965477fa0aef5e6" providerId="LiveId" clId="{CCC25DF9-4458-4252-A1FA-96CED2233F88}" dt="2021-04-22T08:21:25.003" v="457" actId="1076"/>
          <ac:spMkLst>
            <pc:docMk/>
            <pc:sldMk cId="0" sldId="874"/>
            <ac:spMk id="56388" creationId="{DB1E5D7D-77B7-469A-9185-546303FB0F16}"/>
          </ac:spMkLst>
        </pc:spChg>
        <pc:grpChg chg="mod">
          <ac:chgData name="王 欣捷" userId="b965477fa0aef5e6" providerId="LiveId" clId="{CCC25DF9-4458-4252-A1FA-96CED2233F88}" dt="2021-04-22T08:21:25.003" v="457" actId="1076"/>
          <ac:grpSpMkLst>
            <pc:docMk/>
            <pc:sldMk cId="0" sldId="874"/>
            <ac:grpSpMk id="56325" creationId="{98FF438E-6630-4E7E-BB49-CC9A11A67F30}"/>
          </ac:grpSpMkLst>
        </pc:grpChg>
        <pc:grpChg chg="mod">
          <ac:chgData name="王 欣捷" userId="b965477fa0aef5e6" providerId="LiveId" clId="{CCC25DF9-4458-4252-A1FA-96CED2233F88}" dt="2021-04-22T08:21:25.003" v="457" actId="1076"/>
          <ac:grpSpMkLst>
            <pc:docMk/>
            <pc:sldMk cId="0" sldId="874"/>
            <ac:grpSpMk id="56351" creationId="{973EAE22-B3AA-46B4-8B4B-94D4C735BD56}"/>
          </ac:grpSpMkLst>
        </pc:grpChg>
        <pc:grpChg chg="mod">
          <ac:chgData name="王 欣捷" userId="b965477fa0aef5e6" providerId="LiveId" clId="{CCC25DF9-4458-4252-A1FA-96CED2233F88}" dt="2021-04-22T08:21:25.003" v="457" actId="1076"/>
          <ac:grpSpMkLst>
            <pc:docMk/>
            <pc:sldMk cId="0" sldId="874"/>
            <ac:grpSpMk id="56352" creationId="{901A3706-13EE-4971-B8D7-2D285F5B76A2}"/>
          </ac:grpSpMkLst>
        </pc:grpChg>
        <pc:grpChg chg="mod">
          <ac:chgData name="王 欣捷" userId="b965477fa0aef5e6" providerId="LiveId" clId="{CCC25DF9-4458-4252-A1FA-96CED2233F88}" dt="2021-04-22T08:21:25.003" v="457" actId="1076"/>
          <ac:grpSpMkLst>
            <pc:docMk/>
            <pc:sldMk cId="0" sldId="874"/>
            <ac:grpSpMk id="56353" creationId="{5646D69E-5CA9-4B0F-8262-11614D16A5F7}"/>
          </ac:grpSpMkLst>
        </pc:grpChg>
        <pc:grpChg chg="mod">
          <ac:chgData name="王 欣捷" userId="b965477fa0aef5e6" providerId="LiveId" clId="{CCC25DF9-4458-4252-A1FA-96CED2233F88}" dt="2021-04-22T08:21:25.003" v="457" actId="1076"/>
          <ac:grpSpMkLst>
            <pc:docMk/>
            <pc:sldMk cId="0" sldId="874"/>
            <ac:grpSpMk id="56354" creationId="{E6428BCE-7730-43C3-B659-52E0273462E2}"/>
          </ac:grpSpMkLst>
        </pc:grpChg>
        <pc:grpChg chg="mod">
          <ac:chgData name="王 欣捷" userId="b965477fa0aef5e6" providerId="LiveId" clId="{CCC25DF9-4458-4252-A1FA-96CED2233F88}" dt="2021-04-22T08:21:25.003" v="457" actId="1076"/>
          <ac:grpSpMkLst>
            <pc:docMk/>
            <pc:sldMk cId="0" sldId="874"/>
            <ac:grpSpMk id="56355" creationId="{8143D090-69A3-450D-88D6-9FE99655FD23}"/>
          </ac:grpSpMkLst>
        </pc:grpChg>
      </pc:sldChg>
      <pc:sldChg chg="addSp delSp modSp add mod modClrScheme chgLayout">
        <pc:chgData name="王 欣捷" userId="b965477fa0aef5e6" providerId="LiveId" clId="{CCC25DF9-4458-4252-A1FA-96CED2233F88}" dt="2021-04-22T08:23:33.144" v="510"/>
        <pc:sldMkLst>
          <pc:docMk/>
          <pc:sldMk cId="0" sldId="875"/>
        </pc:sldMkLst>
        <pc:spChg chg="add mod">
          <ac:chgData name="王 欣捷" userId="b965477fa0aef5e6" providerId="LiveId" clId="{CCC25DF9-4458-4252-A1FA-96CED2233F88}" dt="2021-04-22T08:23:33.144" v="510"/>
          <ac:spMkLst>
            <pc:docMk/>
            <pc:sldMk cId="0" sldId="875"/>
            <ac:spMk id="69" creationId="{EBD73D6A-3C69-4702-B749-63D6AA15D501}"/>
          </ac:spMkLst>
        </pc:spChg>
        <pc:spChg chg="mod ord">
          <ac:chgData name="王 欣捷" userId="b965477fa0aef5e6" providerId="LiveId" clId="{CCC25DF9-4458-4252-A1FA-96CED2233F88}" dt="2021-04-22T08:19:14.841" v="439" actId="404"/>
          <ac:spMkLst>
            <pc:docMk/>
            <pc:sldMk cId="0" sldId="875"/>
            <ac:spMk id="57346" creationId="{962637C8-6CF8-4BF3-B385-49A813D8E8A3}"/>
          </ac:spMkLst>
        </pc:spChg>
        <pc:spChg chg="del">
          <ac:chgData name="王 欣捷" userId="b965477fa0aef5e6" providerId="LiveId" clId="{CCC25DF9-4458-4252-A1FA-96CED2233F88}" dt="2021-04-22T08:13:49.440" v="367" actId="700"/>
          <ac:spMkLst>
            <pc:docMk/>
            <pc:sldMk cId="0" sldId="875"/>
            <ac:spMk id="57347" creationId="{44E55070-368E-4472-9B38-4B11E604FB2E}"/>
          </ac:spMkLst>
        </pc:spChg>
        <pc:spChg chg="del">
          <ac:chgData name="王 欣捷" userId="b965477fa0aef5e6" providerId="LiveId" clId="{CCC25DF9-4458-4252-A1FA-96CED2233F88}" dt="2021-04-22T08:21:38.529" v="463" actId="478"/>
          <ac:spMkLst>
            <pc:docMk/>
            <pc:sldMk cId="0" sldId="875"/>
            <ac:spMk id="57348" creationId="{803F42CC-CADB-4C90-A431-DA5BB475CEF9}"/>
          </ac:spMkLst>
        </pc:spChg>
        <pc:spChg chg="mod">
          <ac:chgData name="王 欣捷" userId="b965477fa0aef5e6" providerId="LiveId" clId="{CCC25DF9-4458-4252-A1FA-96CED2233F88}" dt="2021-04-22T08:21:43.335" v="464" actId="1076"/>
          <ac:spMkLst>
            <pc:docMk/>
            <pc:sldMk cId="0" sldId="875"/>
            <ac:spMk id="57350" creationId="{D2899A1E-7EFF-4120-8557-ACBCF94E9292}"/>
          </ac:spMkLst>
        </pc:spChg>
        <pc:spChg chg="mod">
          <ac:chgData name="王 欣捷" userId="b965477fa0aef5e6" providerId="LiveId" clId="{CCC25DF9-4458-4252-A1FA-96CED2233F88}" dt="2021-04-22T08:21:43.335" v="464" actId="1076"/>
          <ac:spMkLst>
            <pc:docMk/>
            <pc:sldMk cId="0" sldId="875"/>
            <ac:spMk id="57351" creationId="{DE80F622-2B63-41F2-BB20-EE93C51B1E32}"/>
          </ac:spMkLst>
        </pc:spChg>
        <pc:spChg chg="mod">
          <ac:chgData name="王 欣捷" userId="b965477fa0aef5e6" providerId="LiveId" clId="{CCC25DF9-4458-4252-A1FA-96CED2233F88}" dt="2021-04-22T08:21:43.335" v="464" actId="1076"/>
          <ac:spMkLst>
            <pc:docMk/>
            <pc:sldMk cId="0" sldId="875"/>
            <ac:spMk id="57352" creationId="{4F907308-4CA6-4443-8D2D-B703C69E5834}"/>
          </ac:spMkLst>
        </pc:spChg>
        <pc:spChg chg="mod">
          <ac:chgData name="王 欣捷" userId="b965477fa0aef5e6" providerId="LiveId" clId="{CCC25DF9-4458-4252-A1FA-96CED2233F88}" dt="2021-04-22T08:21:43.335" v="464" actId="1076"/>
          <ac:spMkLst>
            <pc:docMk/>
            <pc:sldMk cId="0" sldId="875"/>
            <ac:spMk id="57353" creationId="{27BF4C8D-0802-4FAD-94A3-9AC628C2C1EE}"/>
          </ac:spMkLst>
        </pc:spChg>
        <pc:spChg chg="mod">
          <ac:chgData name="王 欣捷" userId="b965477fa0aef5e6" providerId="LiveId" clId="{CCC25DF9-4458-4252-A1FA-96CED2233F88}" dt="2021-04-22T08:21:43.335" v="464" actId="1076"/>
          <ac:spMkLst>
            <pc:docMk/>
            <pc:sldMk cId="0" sldId="875"/>
            <ac:spMk id="57354" creationId="{EE072C44-43C4-44E4-8834-CB0E8088D447}"/>
          </ac:spMkLst>
        </pc:spChg>
        <pc:spChg chg="mod">
          <ac:chgData name="王 欣捷" userId="b965477fa0aef5e6" providerId="LiveId" clId="{CCC25DF9-4458-4252-A1FA-96CED2233F88}" dt="2021-04-22T08:21:43.335" v="464" actId="1076"/>
          <ac:spMkLst>
            <pc:docMk/>
            <pc:sldMk cId="0" sldId="875"/>
            <ac:spMk id="57355" creationId="{63C6F745-303F-46A4-8761-43772FF82D66}"/>
          </ac:spMkLst>
        </pc:spChg>
        <pc:spChg chg="mod">
          <ac:chgData name="王 欣捷" userId="b965477fa0aef5e6" providerId="LiveId" clId="{CCC25DF9-4458-4252-A1FA-96CED2233F88}" dt="2021-04-22T08:21:43.335" v="464" actId="1076"/>
          <ac:spMkLst>
            <pc:docMk/>
            <pc:sldMk cId="0" sldId="875"/>
            <ac:spMk id="57356" creationId="{5A8A11D5-4642-418E-BC55-42912EC3B5A2}"/>
          </ac:spMkLst>
        </pc:spChg>
        <pc:spChg chg="mod">
          <ac:chgData name="王 欣捷" userId="b965477fa0aef5e6" providerId="LiveId" clId="{CCC25DF9-4458-4252-A1FA-96CED2233F88}" dt="2021-04-22T08:21:43.335" v="464" actId="1076"/>
          <ac:spMkLst>
            <pc:docMk/>
            <pc:sldMk cId="0" sldId="875"/>
            <ac:spMk id="57357" creationId="{29A2E644-0AAE-4F23-9A4C-79A48F0F035D}"/>
          </ac:spMkLst>
        </pc:spChg>
        <pc:spChg chg="mod">
          <ac:chgData name="王 欣捷" userId="b965477fa0aef5e6" providerId="LiveId" clId="{CCC25DF9-4458-4252-A1FA-96CED2233F88}" dt="2021-04-22T08:21:43.335" v="464" actId="1076"/>
          <ac:spMkLst>
            <pc:docMk/>
            <pc:sldMk cId="0" sldId="875"/>
            <ac:spMk id="57358" creationId="{F306F83A-FD2E-4789-9421-4C89638E6235}"/>
          </ac:spMkLst>
        </pc:spChg>
        <pc:spChg chg="mod">
          <ac:chgData name="王 欣捷" userId="b965477fa0aef5e6" providerId="LiveId" clId="{CCC25DF9-4458-4252-A1FA-96CED2233F88}" dt="2021-04-22T08:21:43.335" v="464" actId="1076"/>
          <ac:spMkLst>
            <pc:docMk/>
            <pc:sldMk cId="0" sldId="875"/>
            <ac:spMk id="57359" creationId="{6E38D6FC-5B32-4C33-8AD1-34DD4741563E}"/>
          </ac:spMkLst>
        </pc:spChg>
        <pc:spChg chg="mod">
          <ac:chgData name="王 欣捷" userId="b965477fa0aef5e6" providerId="LiveId" clId="{CCC25DF9-4458-4252-A1FA-96CED2233F88}" dt="2021-04-22T08:21:43.335" v="464" actId="1076"/>
          <ac:spMkLst>
            <pc:docMk/>
            <pc:sldMk cId="0" sldId="875"/>
            <ac:spMk id="57360" creationId="{37D15046-6A99-4278-B1A0-E70B2707F0A6}"/>
          </ac:spMkLst>
        </pc:spChg>
        <pc:spChg chg="mod">
          <ac:chgData name="王 欣捷" userId="b965477fa0aef5e6" providerId="LiveId" clId="{CCC25DF9-4458-4252-A1FA-96CED2233F88}" dt="2021-04-22T08:21:43.335" v="464" actId="1076"/>
          <ac:spMkLst>
            <pc:docMk/>
            <pc:sldMk cId="0" sldId="875"/>
            <ac:spMk id="57361" creationId="{3D00B6DF-568A-419F-82D1-216115694824}"/>
          </ac:spMkLst>
        </pc:spChg>
        <pc:spChg chg="mod">
          <ac:chgData name="王 欣捷" userId="b965477fa0aef5e6" providerId="LiveId" clId="{CCC25DF9-4458-4252-A1FA-96CED2233F88}" dt="2021-04-22T08:21:43.335" v="464" actId="1076"/>
          <ac:spMkLst>
            <pc:docMk/>
            <pc:sldMk cId="0" sldId="875"/>
            <ac:spMk id="57362" creationId="{74997CF6-70B9-43E2-9029-4CD6D196BA3F}"/>
          </ac:spMkLst>
        </pc:spChg>
        <pc:spChg chg="mod">
          <ac:chgData name="王 欣捷" userId="b965477fa0aef5e6" providerId="LiveId" clId="{CCC25DF9-4458-4252-A1FA-96CED2233F88}" dt="2021-04-22T08:21:43.335" v="464" actId="1076"/>
          <ac:spMkLst>
            <pc:docMk/>
            <pc:sldMk cId="0" sldId="875"/>
            <ac:spMk id="57363" creationId="{A1644441-4162-40A5-970E-C852D692CDA3}"/>
          </ac:spMkLst>
        </pc:spChg>
        <pc:spChg chg="mod">
          <ac:chgData name="王 欣捷" userId="b965477fa0aef5e6" providerId="LiveId" clId="{CCC25DF9-4458-4252-A1FA-96CED2233F88}" dt="2021-04-22T08:21:43.335" v="464" actId="1076"/>
          <ac:spMkLst>
            <pc:docMk/>
            <pc:sldMk cId="0" sldId="875"/>
            <ac:spMk id="57364" creationId="{315BCDE0-B01F-47C3-89AE-B2C1283E3DA7}"/>
          </ac:spMkLst>
        </pc:spChg>
        <pc:spChg chg="mod">
          <ac:chgData name="王 欣捷" userId="b965477fa0aef5e6" providerId="LiveId" clId="{CCC25DF9-4458-4252-A1FA-96CED2233F88}" dt="2021-04-22T08:21:43.335" v="464" actId="1076"/>
          <ac:spMkLst>
            <pc:docMk/>
            <pc:sldMk cId="0" sldId="875"/>
            <ac:spMk id="57365" creationId="{63F43508-756D-45B7-9F04-6D05D8DD69AC}"/>
          </ac:spMkLst>
        </pc:spChg>
        <pc:spChg chg="mod">
          <ac:chgData name="王 欣捷" userId="b965477fa0aef5e6" providerId="LiveId" clId="{CCC25DF9-4458-4252-A1FA-96CED2233F88}" dt="2021-04-22T08:21:43.335" v="464" actId="1076"/>
          <ac:spMkLst>
            <pc:docMk/>
            <pc:sldMk cId="0" sldId="875"/>
            <ac:spMk id="57366" creationId="{69E34083-1E87-46D6-9FCB-7D7D3C799380}"/>
          </ac:spMkLst>
        </pc:spChg>
        <pc:spChg chg="mod">
          <ac:chgData name="王 欣捷" userId="b965477fa0aef5e6" providerId="LiveId" clId="{CCC25DF9-4458-4252-A1FA-96CED2233F88}" dt="2021-04-22T08:21:43.335" v="464" actId="1076"/>
          <ac:spMkLst>
            <pc:docMk/>
            <pc:sldMk cId="0" sldId="875"/>
            <ac:spMk id="57367" creationId="{E1B31D27-EE3E-451C-A7C5-DEB05B4B9A33}"/>
          </ac:spMkLst>
        </pc:spChg>
        <pc:spChg chg="mod">
          <ac:chgData name="王 欣捷" userId="b965477fa0aef5e6" providerId="LiveId" clId="{CCC25DF9-4458-4252-A1FA-96CED2233F88}" dt="2021-04-22T08:21:43.335" v="464" actId="1076"/>
          <ac:spMkLst>
            <pc:docMk/>
            <pc:sldMk cId="0" sldId="875"/>
            <ac:spMk id="57368" creationId="{5E5D66C7-EBBC-497D-8F46-EA2E11B80E6A}"/>
          </ac:spMkLst>
        </pc:spChg>
        <pc:spChg chg="mod">
          <ac:chgData name="王 欣捷" userId="b965477fa0aef5e6" providerId="LiveId" clId="{CCC25DF9-4458-4252-A1FA-96CED2233F88}" dt="2021-04-22T08:21:43.335" v="464" actId="1076"/>
          <ac:spMkLst>
            <pc:docMk/>
            <pc:sldMk cId="0" sldId="875"/>
            <ac:spMk id="57369" creationId="{C60C3138-2ABD-4BCC-BA8C-11ACD06CFA10}"/>
          </ac:spMkLst>
        </pc:spChg>
        <pc:spChg chg="mod">
          <ac:chgData name="王 欣捷" userId="b965477fa0aef5e6" providerId="LiveId" clId="{CCC25DF9-4458-4252-A1FA-96CED2233F88}" dt="2021-04-22T08:21:43.335" v="464" actId="1076"/>
          <ac:spMkLst>
            <pc:docMk/>
            <pc:sldMk cId="0" sldId="875"/>
            <ac:spMk id="57370" creationId="{99C12B4A-1B8F-4DD4-BE4D-FD0226B9917E}"/>
          </ac:spMkLst>
        </pc:spChg>
        <pc:spChg chg="mod">
          <ac:chgData name="王 欣捷" userId="b965477fa0aef5e6" providerId="LiveId" clId="{CCC25DF9-4458-4252-A1FA-96CED2233F88}" dt="2021-04-22T08:21:43.335" v="464" actId="1076"/>
          <ac:spMkLst>
            <pc:docMk/>
            <pc:sldMk cId="0" sldId="875"/>
            <ac:spMk id="57371" creationId="{E5917277-F5A1-4EC0-A151-95BDA4B117ED}"/>
          </ac:spMkLst>
        </pc:spChg>
        <pc:spChg chg="mod">
          <ac:chgData name="王 欣捷" userId="b965477fa0aef5e6" providerId="LiveId" clId="{CCC25DF9-4458-4252-A1FA-96CED2233F88}" dt="2021-04-22T08:21:43.335" v="464" actId="1076"/>
          <ac:spMkLst>
            <pc:docMk/>
            <pc:sldMk cId="0" sldId="875"/>
            <ac:spMk id="57372" creationId="{65FAE682-DD62-47CA-BC58-089662936F96}"/>
          </ac:spMkLst>
        </pc:spChg>
        <pc:spChg chg="mod">
          <ac:chgData name="王 欣捷" userId="b965477fa0aef5e6" providerId="LiveId" clId="{CCC25DF9-4458-4252-A1FA-96CED2233F88}" dt="2021-04-22T08:21:43.335" v="464" actId="1076"/>
          <ac:spMkLst>
            <pc:docMk/>
            <pc:sldMk cId="0" sldId="875"/>
            <ac:spMk id="57373" creationId="{F297D061-C0EF-4ECE-B32C-B28B134C5162}"/>
          </ac:spMkLst>
        </pc:spChg>
        <pc:spChg chg="mod">
          <ac:chgData name="王 欣捷" userId="b965477fa0aef5e6" providerId="LiveId" clId="{CCC25DF9-4458-4252-A1FA-96CED2233F88}" dt="2021-04-22T08:21:43.335" v="464" actId="1076"/>
          <ac:spMkLst>
            <pc:docMk/>
            <pc:sldMk cId="0" sldId="875"/>
            <ac:spMk id="57374" creationId="{8E8C2245-9A53-4A32-B347-2644809FA49F}"/>
          </ac:spMkLst>
        </pc:spChg>
        <pc:spChg chg="mod">
          <ac:chgData name="王 欣捷" userId="b965477fa0aef5e6" providerId="LiveId" clId="{CCC25DF9-4458-4252-A1FA-96CED2233F88}" dt="2021-04-22T08:23:16.940" v="500" actId="113"/>
          <ac:spMkLst>
            <pc:docMk/>
            <pc:sldMk cId="0" sldId="875"/>
            <ac:spMk id="57380" creationId="{679001FE-E37A-479E-ACB6-DD463D129893}"/>
          </ac:spMkLst>
        </pc:spChg>
        <pc:spChg chg="mod">
          <ac:chgData name="王 欣捷" userId="b965477fa0aef5e6" providerId="LiveId" clId="{CCC25DF9-4458-4252-A1FA-96CED2233F88}" dt="2021-04-22T08:23:18.038" v="501" actId="113"/>
          <ac:spMkLst>
            <pc:docMk/>
            <pc:sldMk cId="0" sldId="875"/>
            <ac:spMk id="57381" creationId="{470B3C47-D4BE-4C6B-80F9-DDEC3D341156}"/>
          </ac:spMkLst>
        </pc:spChg>
        <pc:spChg chg="mod">
          <ac:chgData name="王 欣捷" userId="b965477fa0aef5e6" providerId="LiveId" clId="{CCC25DF9-4458-4252-A1FA-96CED2233F88}" dt="2021-04-22T08:21:43.335" v="464" actId="1076"/>
          <ac:spMkLst>
            <pc:docMk/>
            <pc:sldMk cId="0" sldId="875"/>
            <ac:spMk id="57382" creationId="{BA7DA228-5AB1-4AF1-9DEC-FDC319AC9091}"/>
          </ac:spMkLst>
        </pc:spChg>
        <pc:spChg chg="mod">
          <ac:chgData name="王 欣捷" userId="b965477fa0aef5e6" providerId="LiveId" clId="{CCC25DF9-4458-4252-A1FA-96CED2233F88}" dt="2021-04-22T08:21:43.335" v="464" actId="1076"/>
          <ac:spMkLst>
            <pc:docMk/>
            <pc:sldMk cId="0" sldId="875"/>
            <ac:spMk id="57383" creationId="{B6A59C46-71B5-4BFC-BA8D-0E9878D13A4B}"/>
          </ac:spMkLst>
        </pc:spChg>
        <pc:spChg chg="mod">
          <ac:chgData name="王 欣捷" userId="b965477fa0aef5e6" providerId="LiveId" clId="{CCC25DF9-4458-4252-A1FA-96CED2233F88}" dt="2021-04-22T08:21:43.335" v="464" actId="1076"/>
          <ac:spMkLst>
            <pc:docMk/>
            <pc:sldMk cId="0" sldId="875"/>
            <ac:spMk id="57384" creationId="{E7692201-F0FF-4B41-B573-5B70DC3652BD}"/>
          </ac:spMkLst>
        </pc:spChg>
        <pc:spChg chg="mod">
          <ac:chgData name="王 欣捷" userId="b965477fa0aef5e6" providerId="LiveId" clId="{CCC25DF9-4458-4252-A1FA-96CED2233F88}" dt="2021-04-22T08:21:43.335" v="464" actId="1076"/>
          <ac:spMkLst>
            <pc:docMk/>
            <pc:sldMk cId="0" sldId="875"/>
            <ac:spMk id="57385" creationId="{3CF2F776-ED20-497A-BC11-DF39EB374C2A}"/>
          </ac:spMkLst>
        </pc:spChg>
        <pc:spChg chg="mod">
          <ac:chgData name="王 欣捷" userId="b965477fa0aef5e6" providerId="LiveId" clId="{CCC25DF9-4458-4252-A1FA-96CED2233F88}" dt="2021-04-22T08:21:43.335" v="464" actId="1076"/>
          <ac:spMkLst>
            <pc:docMk/>
            <pc:sldMk cId="0" sldId="875"/>
            <ac:spMk id="57386" creationId="{911561C3-4C6B-4838-9373-7B43A0A0A077}"/>
          </ac:spMkLst>
        </pc:spChg>
        <pc:spChg chg="mod">
          <ac:chgData name="王 欣捷" userId="b965477fa0aef5e6" providerId="LiveId" clId="{CCC25DF9-4458-4252-A1FA-96CED2233F88}" dt="2021-04-22T08:21:43.335" v="464" actId="1076"/>
          <ac:spMkLst>
            <pc:docMk/>
            <pc:sldMk cId="0" sldId="875"/>
            <ac:spMk id="57387" creationId="{3CE35338-96A8-4781-BA47-91CEB2CE1ED8}"/>
          </ac:spMkLst>
        </pc:spChg>
        <pc:spChg chg="mod">
          <ac:chgData name="王 欣捷" userId="b965477fa0aef5e6" providerId="LiveId" clId="{CCC25DF9-4458-4252-A1FA-96CED2233F88}" dt="2021-04-22T08:21:43.335" v="464" actId="1076"/>
          <ac:spMkLst>
            <pc:docMk/>
            <pc:sldMk cId="0" sldId="875"/>
            <ac:spMk id="57388" creationId="{1A56014B-A6BD-4A7E-8600-ADEC27DD095A}"/>
          </ac:spMkLst>
        </pc:spChg>
        <pc:spChg chg="mod">
          <ac:chgData name="王 欣捷" userId="b965477fa0aef5e6" providerId="LiveId" clId="{CCC25DF9-4458-4252-A1FA-96CED2233F88}" dt="2021-04-22T08:21:43.335" v="464" actId="1076"/>
          <ac:spMkLst>
            <pc:docMk/>
            <pc:sldMk cId="0" sldId="875"/>
            <ac:spMk id="57389" creationId="{7E6051A4-BA88-4122-83FA-ADEAC7006FEB}"/>
          </ac:spMkLst>
        </pc:spChg>
        <pc:spChg chg="mod">
          <ac:chgData name="王 欣捷" userId="b965477fa0aef5e6" providerId="LiveId" clId="{CCC25DF9-4458-4252-A1FA-96CED2233F88}" dt="2021-04-22T08:21:43.335" v="464" actId="1076"/>
          <ac:spMkLst>
            <pc:docMk/>
            <pc:sldMk cId="0" sldId="875"/>
            <ac:spMk id="57390" creationId="{64214A6B-BD01-4503-A7B5-6B80CEECD7A6}"/>
          </ac:spMkLst>
        </pc:spChg>
        <pc:spChg chg="mod">
          <ac:chgData name="王 欣捷" userId="b965477fa0aef5e6" providerId="LiveId" clId="{CCC25DF9-4458-4252-A1FA-96CED2233F88}" dt="2021-04-22T08:21:43.335" v="464" actId="1076"/>
          <ac:spMkLst>
            <pc:docMk/>
            <pc:sldMk cId="0" sldId="875"/>
            <ac:spMk id="57391" creationId="{F07625BB-BFC5-437D-9FA2-E8212A28C9ED}"/>
          </ac:spMkLst>
        </pc:spChg>
        <pc:spChg chg="mod">
          <ac:chgData name="王 欣捷" userId="b965477fa0aef5e6" providerId="LiveId" clId="{CCC25DF9-4458-4252-A1FA-96CED2233F88}" dt="2021-04-22T08:21:43.335" v="464" actId="1076"/>
          <ac:spMkLst>
            <pc:docMk/>
            <pc:sldMk cId="0" sldId="875"/>
            <ac:spMk id="57392" creationId="{AB0EE521-E7DF-4241-8599-E7D4C1150365}"/>
          </ac:spMkLst>
        </pc:spChg>
        <pc:spChg chg="mod">
          <ac:chgData name="王 欣捷" userId="b965477fa0aef5e6" providerId="LiveId" clId="{CCC25DF9-4458-4252-A1FA-96CED2233F88}" dt="2021-04-22T08:21:43.335" v="464" actId="1076"/>
          <ac:spMkLst>
            <pc:docMk/>
            <pc:sldMk cId="0" sldId="875"/>
            <ac:spMk id="57393" creationId="{96268B3C-63B3-45A0-B87E-E764C68BC0D1}"/>
          </ac:spMkLst>
        </pc:spChg>
        <pc:spChg chg="mod">
          <ac:chgData name="王 欣捷" userId="b965477fa0aef5e6" providerId="LiveId" clId="{CCC25DF9-4458-4252-A1FA-96CED2233F88}" dt="2021-04-22T08:21:43.335" v="464" actId="1076"/>
          <ac:spMkLst>
            <pc:docMk/>
            <pc:sldMk cId="0" sldId="875"/>
            <ac:spMk id="57394" creationId="{51FC644D-61C0-47A5-BA33-C784E75E9124}"/>
          </ac:spMkLst>
        </pc:spChg>
        <pc:spChg chg="mod">
          <ac:chgData name="王 欣捷" userId="b965477fa0aef5e6" providerId="LiveId" clId="{CCC25DF9-4458-4252-A1FA-96CED2233F88}" dt="2021-04-22T08:21:43.335" v="464" actId="1076"/>
          <ac:spMkLst>
            <pc:docMk/>
            <pc:sldMk cId="0" sldId="875"/>
            <ac:spMk id="57395" creationId="{076076D5-4C2D-4392-A9D6-7587F2E64176}"/>
          </ac:spMkLst>
        </pc:spChg>
        <pc:spChg chg="mod">
          <ac:chgData name="王 欣捷" userId="b965477fa0aef5e6" providerId="LiveId" clId="{CCC25DF9-4458-4252-A1FA-96CED2233F88}" dt="2021-04-22T08:21:43.335" v="464" actId="1076"/>
          <ac:spMkLst>
            <pc:docMk/>
            <pc:sldMk cId="0" sldId="875"/>
            <ac:spMk id="57396" creationId="{4E4F07D1-896C-43DA-B0A4-95CD5DC83595}"/>
          </ac:spMkLst>
        </pc:spChg>
        <pc:spChg chg="mod">
          <ac:chgData name="王 欣捷" userId="b965477fa0aef5e6" providerId="LiveId" clId="{CCC25DF9-4458-4252-A1FA-96CED2233F88}" dt="2021-04-22T08:21:43.335" v="464" actId="1076"/>
          <ac:spMkLst>
            <pc:docMk/>
            <pc:sldMk cId="0" sldId="875"/>
            <ac:spMk id="57397" creationId="{A3A693B1-BD43-497B-8ACA-0717B8DEDF57}"/>
          </ac:spMkLst>
        </pc:spChg>
        <pc:spChg chg="mod">
          <ac:chgData name="王 欣捷" userId="b965477fa0aef5e6" providerId="LiveId" clId="{CCC25DF9-4458-4252-A1FA-96CED2233F88}" dt="2021-04-22T08:21:43.335" v="464" actId="1076"/>
          <ac:spMkLst>
            <pc:docMk/>
            <pc:sldMk cId="0" sldId="875"/>
            <ac:spMk id="57398" creationId="{0B6A13EE-22D2-487C-A368-E44C512BBC68}"/>
          </ac:spMkLst>
        </pc:spChg>
        <pc:spChg chg="mod">
          <ac:chgData name="王 欣捷" userId="b965477fa0aef5e6" providerId="LiveId" clId="{CCC25DF9-4458-4252-A1FA-96CED2233F88}" dt="2021-04-22T08:21:43.335" v="464" actId="1076"/>
          <ac:spMkLst>
            <pc:docMk/>
            <pc:sldMk cId="0" sldId="875"/>
            <ac:spMk id="57399" creationId="{7BF90871-BA7A-4393-AA0E-2656AB041A33}"/>
          </ac:spMkLst>
        </pc:spChg>
        <pc:spChg chg="mod">
          <ac:chgData name="王 欣捷" userId="b965477fa0aef5e6" providerId="LiveId" clId="{CCC25DF9-4458-4252-A1FA-96CED2233F88}" dt="2021-04-22T08:21:43.335" v="464" actId="1076"/>
          <ac:spMkLst>
            <pc:docMk/>
            <pc:sldMk cId="0" sldId="875"/>
            <ac:spMk id="57400" creationId="{BC73EE23-D692-4110-A7F3-2CD20CD87977}"/>
          </ac:spMkLst>
        </pc:spChg>
        <pc:spChg chg="mod">
          <ac:chgData name="王 欣捷" userId="b965477fa0aef5e6" providerId="LiveId" clId="{CCC25DF9-4458-4252-A1FA-96CED2233F88}" dt="2021-04-22T08:21:43.335" v="464" actId="1076"/>
          <ac:spMkLst>
            <pc:docMk/>
            <pc:sldMk cId="0" sldId="875"/>
            <ac:spMk id="57401" creationId="{3F8612AE-8907-4A0F-B02F-7A13995C66BD}"/>
          </ac:spMkLst>
        </pc:spChg>
        <pc:spChg chg="mod">
          <ac:chgData name="王 欣捷" userId="b965477fa0aef5e6" providerId="LiveId" clId="{CCC25DF9-4458-4252-A1FA-96CED2233F88}" dt="2021-04-22T08:21:43.335" v="464" actId="1076"/>
          <ac:spMkLst>
            <pc:docMk/>
            <pc:sldMk cId="0" sldId="875"/>
            <ac:spMk id="57402" creationId="{5E4EF571-D639-43F8-9F12-607F78A3651E}"/>
          </ac:spMkLst>
        </pc:spChg>
        <pc:spChg chg="mod">
          <ac:chgData name="王 欣捷" userId="b965477fa0aef5e6" providerId="LiveId" clId="{CCC25DF9-4458-4252-A1FA-96CED2233F88}" dt="2021-04-22T08:21:43.335" v="464" actId="1076"/>
          <ac:spMkLst>
            <pc:docMk/>
            <pc:sldMk cId="0" sldId="875"/>
            <ac:spMk id="57403" creationId="{1ECA44D5-C38E-483A-B1A1-50526C663861}"/>
          </ac:spMkLst>
        </pc:spChg>
        <pc:spChg chg="mod">
          <ac:chgData name="王 欣捷" userId="b965477fa0aef5e6" providerId="LiveId" clId="{CCC25DF9-4458-4252-A1FA-96CED2233F88}" dt="2021-04-22T08:21:43.335" v="464" actId="1076"/>
          <ac:spMkLst>
            <pc:docMk/>
            <pc:sldMk cId="0" sldId="875"/>
            <ac:spMk id="57404" creationId="{D9B1D410-C1A1-4450-BC30-3848A2E10EA3}"/>
          </ac:spMkLst>
        </pc:spChg>
        <pc:spChg chg="mod">
          <ac:chgData name="王 欣捷" userId="b965477fa0aef5e6" providerId="LiveId" clId="{CCC25DF9-4458-4252-A1FA-96CED2233F88}" dt="2021-04-22T08:21:43.335" v="464" actId="1076"/>
          <ac:spMkLst>
            <pc:docMk/>
            <pc:sldMk cId="0" sldId="875"/>
            <ac:spMk id="57405" creationId="{CEB3C6F4-F179-46BA-833E-480E0478D51B}"/>
          </ac:spMkLst>
        </pc:spChg>
        <pc:spChg chg="mod">
          <ac:chgData name="王 欣捷" userId="b965477fa0aef5e6" providerId="LiveId" clId="{CCC25DF9-4458-4252-A1FA-96CED2233F88}" dt="2021-04-22T08:21:43.335" v="464" actId="1076"/>
          <ac:spMkLst>
            <pc:docMk/>
            <pc:sldMk cId="0" sldId="875"/>
            <ac:spMk id="57406" creationId="{70686DCC-13F4-4126-971C-042C65016DAC}"/>
          </ac:spMkLst>
        </pc:spChg>
        <pc:spChg chg="mod">
          <ac:chgData name="王 欣捷" userId="b965477fa0aef5e6" providerId="LiveId" clId="{CCC25DF9-4458-4252-A1FA-96CED2233F88}" dt="2021-04-22T08:21:43.335" v="464" actId="1076"/>
          <ac:spMkLst>
            <pc:docMk/>
            <pc:sldMk cId="0" sldId="875"/>
            <ac:spMk id="57407" creationId="{ABF3FB96-50F8-44C6-A980-0017A4365AD2}"/>
          </ac:spMkLst>
        </pc:spChg>
        <pc:spChg chg="mod">
          <ac:chgData name="王 欣捷" userId="b965477fa0aef5e6" providerId="LiveId" clId="{CCC25DF9-4458-4252-A1FA-96CED2233F88}" dt="2021-04-22T08:21:43.335" v="464" actId="1076"/>
          <ac:spMkLst>
            <pc:docMk/>
            <pc:sldMk cId="0" sldId="875"/>
            <ac:spMk id="57408" creationId="{A3EE97A0-36E7-4AC6-B8D5-7B3CC7A18F90}"/>
          </ac:spMkLst>
        </pc:spChg>
        <pc:spChg chg="mod">
          <ac:chgData name="王 欣捷" userId="b965477fa0aef5e6" providerId="LiveId" clId="{CCC25DF9-4458-4252-A1FA-96CED2233F88}" dt="2021-04-22T08:21:43.335" v="464" actId="1076"/>
          <ac:spMkLst>
            <pc:docMk/>
            <pc:sldMk cId="0" sldId="875"/>
            <ac:spMk id="57409" creationId="{18CB42DB-BF3B-4E34-A5BF-961D8F94FE21}"/>
          </ac:spMkLst>
        </pc:spChg>
        <pc:spChg chg="mod">
          <ac:chgData name="王 欣捷" userId="b965477fa0aef5e6" providerId="LiveId" clId="{CCC25DF9-4458-4252-A1FA-96CED2233F88}" dt="2021-04-22T08:21:43.335" v="464" actId="1076"/>
          <ac:spMkLst>
            <pc:docMk/>
            <pc:sldMk cId="0" sldId="875"/>
            <ac:spMk id="57410" creationId="{6684E2C9-6297-4660-8E0F-D9951517AFFD}"/>
          </ac:spMkLst>
        </pc:spChg>
        <pc:spChg chg="mod">
          <ac:chgData name="王 欣捷" userId="b965477fa0aef5e6" providerId="LiveId" clId="{CCC25DF9-4458-4252-A1FA-96CED2233F88}" dt="2021-04-22T08:21:43.335" v="464" actId="1076"/>
          <ac:spMkLst>
            <pc:docMk/>
            <pc:sldMk cId="0" sldId="875"/>
            <ac:spMk id="57411" creationId="{06634305-91E2-488D-A325-757532DB26F8}"/>
          </ac:spMkLst>
        </pc:spChg>
        <pc:spChg chg="mod">
          <ac:chgData name="王 欣捷" userId="b965477fa0aef5e6" providerId="LiveId" clId="{CCC25DF9-4458-4252-A1FA-96CED2233F88}" dt="2021-04-22T08:21:43.335" v="464" actId="1076"/>
          <ac:spMkLst>
            <pc:docMk/>
            <pc:sldMk cId="0" sldId="875"/>
            <ac:spMk id="57412" creationId="{74AB8A6C-C633-42B4-BDC7-4A5D3CAF5AB9}"/>
          </ac:spMkLst>
        </pc:spChg>
        <pc:grpChg chg="mod">
          <ac:chgData name="王 欣捷" userId="b965477fa0aef5e6" providerId="LiveId" clId="{CCC25DF9-4458-4252-A1FA-96CED2233F88}" dt="2021-04-22T08:21:43.335" v="464" actId="1076"/>
          <ac:grpSpMkLst>
            <pc:docMk/>
            <pc:sldMk cId="0" sldId="875"/>
            <ac:grpSpMk id="57349" creationId="{C2097C96-257B-400B-B529-4F2742DBD860}"/>
          </ac:grpSpMkLst>
        </pc:grpChg>
        <pc:grpChg chg="mod">
          <ac:chgData name="王 欣捷" userId="b965477fa0aef5e6" providerId="LiveId" clId="{CCC25DF9-4458-4252-A1FA-96CED2233F88}" dt="2021-04-22T08:21:43.335" v="464" actId="1076"/>
          <ac:grpSpMkLst>
            <pc:docMk/>
            <pc:sldMk cId="0" sldId="875"/>
            <ac:grpSpMk id="57375" creationId="{7166DDFA-FFE1-4210-AC9C-46BA81B714B4}"/>
          </ac:grpSpMkLst>
        </pc:grpChg>
        <pc:grpChg chg="mod">
          <ac:chgData name="王 欣捷" userId="b965477fa0aef5e6" providerId="LiveId" clId="{CCC25DF9-4458-4252-A1FA-96CED2233F88}" dt="2021-04-22T08:21:43.335" v="464" actId="1076"/>
          <ac:grpSpMkLst>
            <pc:docMk/>
            <pc:sldMk cId="0" sldId="875"/>
            <ac:grpSpMk id="57376" creationId="{4B7D6DEB-E9A9-4CEE-8D96-BF6B6183221D}"/>
          </ac:grpSpMkLst>
        </pc:grpChg>
        <pc:grpChg chg="mod">
          <ac:chgData name="王 欣捷" userId="b965477fa0aef5e6" providerId="LiveId" clId="{CCC25DF9-4458-4252-A1FA-96CED2233F88}" dt="2021-04-22T08:21:43.335" v="464" actId="1076"/>
          <ac:grpSpMkLst>
            <pc:docMk/>
            <pc:sldMk cId="0" sldId="875"/>
            <ac:grpSpMk id="57377" creationId="{83C91969-5245-454E-8664-88CE93C23FBA}"/>
          </ac:grpSpMkLst>
        </pc:grpChg>
        <pc:grpChg chg="mod">
          <ac:chgData name="王 欣捷" userId="b965477fa0aef5e6" providerId="LiveId" clId="{CCC25DF9-4458-4252-A1FA-96CED2233F88}" dt="2021-04-22T08:21:43.335" v="464" actId="1076"/>
          <ac:grpSpMkLst>
            <pc:docMk/>
            <pc:sldMk cId="0" sldId="875"/>
            <ac:grpSpMk id="57378" creationId="{E3BD696C-CAC2-418C-A561-D0CF26B227C6}"/>
          </ac:grpSpMkLst>
        </pc:grpChg>
        <pc:grpChg chg="mod">
          <ac:chgData name="王 欣捷" userId="b965477fa0aef5e6" providerId="LiveId" clId="{CCC25DF9-4458-4252-A1FA-96CED2233F88}" dt="2021-04-22T08:21:43.335" v="464" actId="1076"/>
          <ac:grpSpMkLst>
            <pc:docMk/>
            <pc:sldMk cId="0" sldId="875"/>
            <ac:grpSpMk id="57379" creationId="{633F58A1-B1F8-4B3F-A6EE-E0F767588972}"/>
          </ac:grpSpMkLst>
        </pc:grpChg>
      </pc:sldChg>
      <pc:sldChg chg="addSp delSp modSp add mod modClrScheme chgLayout">
        <pc:chgData name="王 欣捷" userId="b965477fa0aef5e6" providerId="LiveId" clId="{CCC25DF9-4458-4252-A1FA-96CED2233F88}" dt="2021-04-22T08:23:34.243" v="511"/>
        <pc:sldMkLst>
          <pc:docMk/>
          <pc:sldMk cId="0" sldId="876"/>
        </pc:sldMkLst>
        <pc:spChg chg="add mod">
          <ac:chgData name="王 欣捷" userId="b965477fa0aef5e6" providerId="LiveId" clId="{CCC25DF9-4458-4252-A1FA-96CED2233F88}" dt="2021-04-22T08:23:34.243" v="511"/>
          <ac:spMkLst>
            <pc:docMk/>
            <pc:sldMk cId="0" sldId="876"/>
            <ac:spMk id="69" creationId="{3A4F8814-9304-49AF-A996-1C5F9F7A937E}"/>
          </ac:spMkLst>
        </pc:spChg>
        <pc:spChg chg="mod ord">
          <ac:chgData name="王 欣捷" userId="b965477fa0aef5e6" providerId="LiveId" clId="{CCC25DF9-4458-4252-A1FA-96CED2233F88}" dt="2021-04-22T08:19:18.091" v="440" actId="404"/>
          <ac:spMkLst>
            <pc:docMk/>
            <pc:sldMk cId="0" sldId="876"/>
            <ac:spMk id="58370" creationId="{EC887FAE-198A-43A6-83EE-904603320431}"/>
          </ac:spMkLst>
        </pc:spChg>
        <pc:spChg chg="del">
          <ac:chgData name="王 欣捷" userId="b965477fa0aef5e6" providerId="LiveId" clId="{CCC25DF9-4458-4252-A1FA-96CED2233F88}" dt="2021-04-22T08:13:49.440" v="367" actId="700"/>
          <ac:spMkLst>
            <pc:docMk/>
            <pc:sldMk cId="0" sldId="876"/>
            <ac:spMk id="58371" creationId="{44F229E5-9F67-41D3-A2DC-C49C291015C3}"/>
          </ac:spMkLst>
        </pc:spChg>
        <pc:spChg chg="del">
          <ac:chgData name="王 欣捷" userId="b965477fa0aef5e6" providerId="LiveId" clId="{CCC25DF9-4458-4252-A1FA-96CED2233F88}" dt="2021-04-22T08:21:51.061" v="468" actId="478"/>
          <ac:spMkLst>
            <pc:docMk/>
            <pc:sldMk cId="0" sldId="876"/>
            <ac:spMk id="58372" creationId="{593D499B-8810-402D-AF14-CD645B60E5B0}"/>
          </ac:spMkLst>
        </pc:spChg>
        <pc:spChg chg="mod">
          <ac:chgData name="王 欣捷" userId="b965477fa0aef5e6" providerId="LiveId" clId="{CCC25DF9-4458-4252-A1FA-96CED2233F88}" dt="2021-04-22T08:21:56.031" v="469" actId="1076"/>
          <ac:spMkLst>
            <pc:docMk/>
            <pc:sldMk cId="0" sldId="876"/>
            <ac:spMk id="58374" creationId="{1BD7437C-77F3-44DE-B229-59E00AD62988}"/>
          </ac:spMkLst>
        </pc:spChg>
        <pc:spChg chg="mod">
          <ac:chgData name="王 欣捷" userId="b965477fa0aef5e6" providerId="LiveId" clId="{CCC25DF9-4458-4252-A1FA-96CED2233F88}" dt="2021-04-22T08:21:56.031" v="469" actId="1076"/>
          <ac:spMkLst>
            <pc:docMk/>
            <pc:sldMk cId="0" sldId="876"/>
            <ac:spMk id="58375" creationId="{BE41467C-05A1-4F0A-AC83-E1F8ED8E7EE6}"/>
          </ac:spMkLst>
        </pc:spChg>
        <pc:spChg chg="mod">
          <ac:chgData name="王 欣捷" userId="b965477fa0aef5e6" providerId="LiveId" clId="{CCC25DF9-4458-4252-A1FA-96CED2233F88}" dt="2021-04-22T08:21:56.031" v="469" actId="1076"/>
          <ac:spMkLst>
            <pc:docMk/>
            <pc:sldMk cId="0" sldId="876"/>
            <ac:spMk id="58376" creationId="{75FD2402-8A28-4F2E-948B-B2574772F88E}"/>
          </ac:spMkLst>
        </pc:spChg>
        <pc:spChg chg="mod">
          <ac:chgData name="王 欣捷" userId="b965477fa0aef5e6" providerId="LiveId" clId="{CCC25DF9-4458-4252-A1FA-96CED2233F88}" dt="2021-04-22T08:21:56.031" v="469" actId="1076"/>
          <ac:spMkLst>
            <pc:docMk/>
            <pc:sldMk cId="0" sldId="876"/>
            <ac:spMk id="58377" creationId="{C22A4688-0786-4F99-A61C-5D004FEE66BB}"/>
          </ac:spMkLst>
        </pc:spChg>
        <pc:spChg chg="mod">
          <ac:chgData name="王 欣捷" userId="b965477fa0aef5e6" providerId="LiveId" clId="{CCC25DF9-4458-4252-A1FA-96CED2233F88}" dt="2021-04-22T08:21:56.031" v="469" actId="1076"/>
          <ac:spMkLst>
            <pc:docMk/>
            <pc:sldMk cId="0" sldId="876"/>
            <ac:spMk id="58378" creationId="{68C2F3F9-55FB-4BA0-A0CB-7D3BED10F6B0}"/>
          </ac:spMkLst>
        </pc:spChg>
        <pc:spChg chg="mod">
          <ac:chgData name="王 欣捷" userId="b965477fa0aef5e6" providerId="LiveId" clId="{CCC25DF9-4458-4252-A1FA-96CED2233F88}" dt="2021-04-22T08:21:56.031" v="469" actId="1076"/>
          <ac:spMkLst>
            <pc:docMk/>
            <pc:sldMk cId="0" sldId="876"/>
            <ac:spMk id="58379" creationId="{772A62B1-3369-4394-A110-472829D365FB}"/>
          </ac:spMkLst>
        </pc:spChg>
        <pc:spChg chg="mod">
          <ac:chgData name="王 欣捷" userId="b965477fa0aef5e6" providerId="LiveId" clId="{CCC25DF9-4458-4252-A1FA-96CED2233F88}" dt="2021-04-22T08:21:56.031" v="469" actId="1076"/>
          <ac:spMkLst>
            <pc:docMk/>
            <pc:sldMk cId="0" sldId="876"/>
            <ac:spMk id="58380" creationId="{25A70F49-4610-4FF9-86B0-6739FC32C937}"/>
          </ac:spMkLst>
        </pc:spChg>
        <pc:spChg chg="mod">
          <ac:chgData name="王 欣捷" userId="b965477fa0aef5e6" providerId="LiveId" clId="{CCC25DF9-4458-4252-A1FA-96CED2233F88}" dt="2021-04-22T08:21:56.031" v="469" actId="1076"/>
          <ac:spMkLst>
            <pc:docMk/>
            <pc:sldMk cId="0" sldId="876"/>
            <ac:spMk id="58381" creationId="{3D300125-EFD1-4BF9-984D-FF40AC3E4F1F}"/>
          </ac:spMkLst>
        </pc:spChg>
        <pc:spChg chg="mod">
          <ac:chgData name="王 欣捷" userId="b965477fa0aef5e6" providerId="LiveId" clId="{CCC25DF9-4458-4252-A1FA-96CED2233F88}" dt="2021-04-22T08:21:56.031" v="469" actId="1076"/>
          <ac:spMkLst>
            <pc:docMk/>
            <pc:sldMk cId="0" sldId="876"/>
            <ac:spMk id="58382" creationId="{053B9C1E-614B-4815-8F84-9DB593859F38}"/>
          </ac:spMkLst>
        </pc:spChg>
        <pc:spChg chg="mod">
          <ac:chgData name="王 欣捷" userId="b965477fa0aef5e6" providerId="LiveId" clId="{CCC25DF9-4458-4252-A1FA-96CED2233F88}" dt="2021-04-22T08:21:56.031" v="469" actId="1076"/>
          <ac:spMkLst>
            <pc:docMk/>
            <pc:sldMk cId="0" sldId="876"/>
            <ac:spMk id="58383" creationId="{E49DFED0-9E54-4650-BF5D-1788CFF66380}"/>
          </ac:spMkLst>
        </pc:spChg>
        <pc:spChg chg="mod">
          <ac:chgData name="王 欣捷" userId="b965477fa0aef5e6" providerId="LiveId" clId="{CCC25DF9-4458-4252-A1FA-96CED2233F88}" dt="2021-04-22T08:21:56.031" v="469" actId="1076"/>
          <ac:spMkLst>
            <pc:docMk/>
            <pc:sldMk cId="0" sldId="876"/>
            <ac:spMk id="58384" creationId="{B33444F0-34C6-42D4-BE67-F7D8355AFDC6}"/>
          </ac:spMkLst>
        </pc:spChg>
        <pc:spChg chg="mod">
          <ac:chgData name="王 欣捷" userId="b965477fa0aef5e6" providerId="LiveId" clId="{CCC25DF9-4458-4252-A1FA-96CED2233F88}" dt="2021-04-22T08:21:56.031" v="469" actId="1076"/>
          <ac:spMkLst>
            <pc:docMk/>
            <pc:sldMk cId="0" sldId="876"/>
            <ac:spMk id="58385" creationId="{624123F7-56AD-4360-B9FF-C16981B1D7D3}"/>
          </ac:spMkLst>
        </pc:spChg>
        <pc:spChg chg="mod">
          <ac:chgData name="王 欣捷" userId="b965477fa0aef5e6" providerId="LiveId" clId="{CCC25DF9-4458-4252-A1FA-96CED2233F88}" dt="2021-04-22T08:21:56.031" v="469" actId="1076"/>
          <ac:spMkLst>
            <pc:docMk/>
            <pc:sldMk cId="0" sldId="876"/>
            <ac:spMk id="58386" creationId="{C48C98F1-1C91-489F-B754-450648D13948}"/>
          </ac:spMkLst>
        </pc:spChg>
        <pc:spChg chg="mod">
          <ac:chgData name="王 欣捷" userId="b965477fa0aef5e6" providerId="LiveId" clId="{CCC25DF9-4458-4252-A1FA-96CED2233F88}" dt="2021-04-22T08:21:56.031" v="469" actId="1076"/>
          <ac:spMkLst>
            <pc:docMk/>
            <pc:sldMk cId="0" sldId="876"/>
            <ac:spMk id="58387" creationId="{A0591478-89C0-4D19-AAB5-B194A3A74D5A}"/>
          </ac:spMkLst>
        </pc:spChg>
        <pc:spChg chg="mod">
          <ac:chgData name="王 欣捷" userId="b965477fa0aef5e6" providerId="LiveId" clId="{CCC25DF9-4458-4252-A1FA-96CED2233F88}" dt="2021-04-22T08:21:56.031" v="469" actId="1076"/>
          <ac:spMkLst>
            <pc:docMk/>
            <pc:sldMk cId="0" sldId="876"/>
            <ac:spMk id="58388" creationId="{7A10FC2B-9179-4D25-BC62-5057EFE65F20}"/>
          </ac:spMkLst>
        </pc:spChg>
        <pc:spChg chg="mod">
          <ac:chgData name="王 欣捷" userId="b965477fa0aef5e6" providerId="LiveId" clId="{CCC25DF9-4458-4252-A1FA-96CED2233F88}" dt="2021-04-22T08:21:56.031" v="469" actId="1076"/>
          <ac:spMkLst>
            <pc:docMk/>
            <pc:sldMk cId="0" sldId="876"/>
            <ac:spMk id="58389" creationId="{255C987C-D24F-4B1C-BCC9-24984196B817}"/>
          </ac:spMkLst>
        </pc:spChg>
        <pc:spChg chg="mod">
          <ac:chgData name="王 欣捷" userId="b965477fa0aef5e6" providerId="LiveId" clId="{CCC25DF9-4458-4252-A1FA-96CED2233F88}" dt="2021-04-22T08:21:56.031" v="469" actId="1076"/>
          <ac:spMkLst>
            <pc:docMk/>
            <pc:sldMk cId="0" sldId="876"/>
            <ac:spMk id="58390" creationId="{1A6A5590-F899-40C2-974A-FC60114D5F11}"/>
          </ac:spMkLst>
        </pc:spChg>
        <pc:spChg chg="mod">
          <ac:chgData name="王 欣捷" userId="b965477fa0aef5e6" providerId="LiveId" clId="{CCC25DF9-4458-4252-A1FA-96CED2233F88}" dt="2021-04-22T08:21:56.031" v="469" actId="1076"/>
          <ac:spMkLst>
            <pc:docMk/>
            <pc:sldMk cId="0" sldId="876"/>
            <ac:spMk id="58391" creationId="{C0B8208A-1DB9-44A7-B66A-ED8E2C33842C}"/>
          </ac:spMkLst>
        </pc:spChg>
        <pc:spChg chg="mod">
          <ac:chgData name="王 欣捷" userId="b965477fa0aef5e6" providerId="LiveId" clId="{CCC25DF9-4458-4252-A1FA-96CED2233F88}" dt="2021-04-22T08:21:56.031" v="469" actId="1076"/>
          <ac:spMkLst>
            <pc:docMk/>
            <pc:sldMk cId="0" sldId="876"/>
            <ac:spMk id="58392" creationId="{32A593A4-8994-4748-8795-12C9330F50F8}"/>
          </ac:spMkLst>
        </pc:spChg>
        <pc:spChg chg="mod">
          <ac:chgData name="王 欣捷" userId="b965477fa0aef5e6" providerId="LiveId" clId="{CCC25DF9-4458-4252-A1FA-96CED2233F88}" dt="2021-04-22T08:21:56.031" v="469" actId="1076"/>
          <ac:spMkLst>
            <pc:docMk/>
            <pc:sldMk cId="0" sldId="876"/>
            <ac:spMk id="58393" creationId="{8EBD1E03-3FE3-4336-9AFF-FAF84BA8DE99}"/>
          </ac:spMkLst>
        </pc:spChg>
        <pc:spChg chg="mod">
          <ac:chgData name="王 欣捷" userId="b965477fa0aef5e6" providerId="LiveId" clId="{CCC25DF9-4458-4252-A1FA-96CED2233F88}" dt="2021-04-22T08:21:56.031" v="469" actId="1076"/>
          <ac:spMkLst>
            <pc:docMk/>
            <pc:sldMk cId="0" sldId="876"/>
            <ac:spMk id="58394" creationId="{62379F66-ED7D-46CB-968F-0E4A29F9ED02}"/>
          </ac:spMkLst>
        </pc:spChg>
        <pc:spChg chg="mod">
          <ac:chgData name="王 欣捷" userId="b965477fa0aef5e6" providerId="LiveId" clId="{CCC25DF9-4458-4252-A1FA-96CED2233F88}" dt="2021-04-22T08:21:56.031" v="469" actId="1076"/>
          <ac:spMkLst>
            <pc:docMk/>
            <pc:sldMk cId="0" sldId="876"/>
            <ac:spMk id="58395" creationId="{A08FA8A1-B4C4-4AE4-8A6B-FB4D5DE90CF3}"/>
          </ac:spMkLst>
        </pc:spChg>
        <pc:spChg chg="mod">
          <ac:chgData name="王 欣捷" userId="b965477fa0aef5e6" providerId="LiveId" clId="{CCC25DF9-4458-4252-A1FA-96CED2233F88}" dt="2021-04-22T08:21:56.031" v="469" actId="1076"/>
          <ac:spMkLst>
            <pc:docMk/>
            <pc:sldMk cId="0" sldId="876"/>
            <ac:spMk id="58396" creationId="{DF84EB9F-66C0-481C-80BC-69F781800208}"/>
          </ac:spMkLst>
        </pc:spChg>
        <pc:spChg chg="mod">
          <ac:chgData name="王 欣捷" userId="b965477fa0aef5e6" providerId="LiveId" clId="{CCC25DF9-4458-4252-A1FA-96CED2233F88}" dt="2021-04-22T08:21:56.031" v="469" actId="1076"/>
          <ac:spMkLst>
            <pc:docMk/>
            <pc:sldMk cId="0" sldId="876"/>
            <ac:spMk id="58397" creationId="{DA713E6A-E91B-4F7E-9172-91CB018B74CE}"/>
          </ac:spMkLst>
        </pc:spChg>
        <pc:spChg chg="mod">
          <ac:chgData name="王 欣捷" userId="b965477fa0aef5e6" providerId="LiveId" clId="{CCC25DF9-4458-4252-A1FA-96CED2233F88}" dt="2021-04-22T08:21:56.031" v="469" actId="1076"/>
          <ac:spMkLst>
            <pc:docMk/>
            <pc:sldMk cId="0" sldId="876"/>
            <ac:spMk id="58398" creationId="{5A9F6248-CA06-4844-B696-802EF01CE93B}"/>
          </ac:spMkLst>
        </pc:spChg>
        <pc:spChg chg="mod">
          <ac:chgData name="王 欣捷" userId="b965477fa0aef5e6" providerId="LiveId" clId="{CCC25DF9-4458-4252-A1FA-96CED2233F88}" dt="2021-04-22T08:23:13.573" v="498" actId="113"/>
          <ac:spMkLst>
            <pc:docMk/>
            <pc:sldMk cId="0" sldId="876"/>
            <ac:spMk id="58404" creationId="{A6B00F19-19B3-47B5-A3EE-F79C856D6388}"/>
          </ac:spMkLst>
        </pc:spChg>
        <pc:spChg chg="mod">
          <ac:chgData name="王 欣捷" userId="b965477fa0aef5e6" providerId="LiveId" clId="{CCC25DF9-4458-4252-A1FA-96CED2233F88}" dt="2021-04-22T08:23:14.523" v="499" actId="113"/>
          <ac:spMkLst>
            <pc:docMk/>
            <pc:sldMk cId="0" sldId="876"/>
            <ac:spMk id="58405" creationId="{C3E011A3-9CA6-4BBB-9E1C-16A72DD224BD}"/>
          </ac:spMkLst>
        </pc:spChg>
        <pc:spChg chg="mod">
          <ac:chgData name="王 欣捷" userId="b965477fa0aef5e6" providerId="LiveId" clId="{CCC25DF9-4458-4252-A1FA-96CED2233F88}" dt="2021-04-22T08:21:56.031" v="469" actId="1076"/>
          <ac:spMkLst>
            <pc:docMk/>
            <pc:sldMk cId="0" sldId="876"/>
            <ac:spMk id="58406" creationId="{67ACEB53-20CB-45CA-AFDA-64D5CC7564B5}"/>
          </ac:spMkLst>
        </pc:spChg>
        <pc:spChg chg="mod">
          <ac:chgData name="王 欣捷" userId="b965477fa0aef5e6" providerId="LiveId" clId="{CCC25DF9-4458-4252-A1FA-96CED2233F88}" dt="2021-04-22T08:21:56.031" v="469" actId="1076"/>
          <ac:spMkLst>
            <pc:docMk/>
            <pc:sldMk cId="0" sldId="876"/>
            <ac:spMk id="58407" creationId="{BE7894BE-114A-49E4-A6CC-852C20951576}"/>
          </ac:spMkLst>
        </pc:spChg>
        <pc:spChg chg="mod">
          <ac:chgData name="王 欣捷" userId="b965477fa0aef5e6" providerId="LiveId" clId="{CCC25DF9-4458-4252-A1FA-96CED2233F88}" dt="2021-04-22T08:21:56.031" v="469" actId="1076"/>
          <ac:spMkLst>
            <pc:docMk/>
            <pc:sldMk cId="0" sldId="876"/>
            <ac:spMk id="58408" creationId="{B10E0AF6-F376-40D1-B556-E0318E1BABF2}"/>
          </ac:spMkLst>
        </pc:spChg>
        <pc:spChg chg="mod">
          <ac:chgData name="王 欣捷" userId="b965477fa0aef5e6" providerId="LiveId" clId="{CCC25DF9-4458-4252-A1FA-96CED2233F88}" dt="2021-04-22T08:21:56.031" v="469" actId="1076"/>
          <ac:spMkLst>
            <pc:docMk/>
            <pc:sldMk cId="0" sldId="876"/>
            <ac:spMk id="58409" creationId="{7429CCC0-8BAB-46AC-BD89-AB4603FD4D29}"/>
          </ac:spMkLst>
        </pc:spChg>
        <pc:spChg chg="mod">
          <ac:chgData name="王 欣捷" userId="b965477fa0aef5e6" providerId="LiveId" clId="{CCC25DF9-4458-4252-A1FA-96CED2233F88}" dt="2021-04-22T08:21:56.031" v="469" actId="1076"/>
          <ac:spMkLst>
            <pc:docMk/>
            <pc:sldMk cId="0" sldId="876"/>
            <ac:spMk id="58410" creationId="{CB66B30E-156C-4266-89B4-BF8903B9096B}"/>
          </ac:spMkLst>
        </pc:spChg>
        <pc:spChg chg="mod">
          <ac:chgData name="王 欣捷" userId="b965477fa0aef5e6" providerId="LiveId" clId="{CCC25DF9-4458-4252-A1FA-96CED2233F88}" dt="2021-04-22T08:21:56.031" v="469" actId="1076"/>
          <ac:spMkLst>
            <pc:docMk/>
            <pc:sldMk cId="0" sldId="876"/>
            <ac:spMk id="58411" creationId="{3B887DE5-BEB5-400E-85EA-22E852635FCB}"/>
          </ac:spMkLst>
        </pc:spChg>
        <pc:spChg chg="mod">
          <ac:chgData name="王 欣捷" userId="b965477fa0aef5e6" providerId="LiveId" clId="{CCC25DF9-4458-4252-A1FA-96CED2233F88}" dt="2021-04-22T08:21:56.031" v="469" actId="1076"/>
          <ac:spMkLst>
            <pc:docMk/>
            <pc:sldMk cId="0" sldId="876"/>
            <ac:spMk id="58412" creationId="{56BEFF67-096A-418A-B9DB-450D62724DD4}"/>
          </ac:spMkLst>
        </pc:spChg>
        <pc:spChg chg="mod">
          <ac:chgData name="王 欣捷" userId="b965477fa0aef5e6" providerId="LiveId" clId="{CCC25DF9-4458-4252-A1FA-96CED2233F88}" dt="2021-04-22T08:21:56.031" v="469" actId="1076"/>
          <ac:spMkLst>
            <pc:docMk/>
            <pc:sldMk cId="0" sldId="876"/>
            <ac:spMk id="58413" creationId="{03579EEA-5B62-41E6-A086-F9BA8265D462}"/>
          </ac:spMkLst>
        </pc:spChg>
        <pc:spChg chg="mod">
          <ac:chgData name="王 欣捷" userId="b965477fa0aef5e6" providerId="LiveId" clId="{CCC25DF9-4458-4252-A1FA-96CED2233F88}" dt="2021-04-22T08:21:56.031" v="469" actId="1076"/>
          <ac:spMkLst>
            <pc:docMk/>
            <pc:sldMk cId="0" sldId="876"/>
            <ac:spMk id="58414" creationId="{831693C3-F7B5-482F-9334-7CAF15E64FC8}"/>
          </ac:spMkLst>
        </pc:spChg>
        <pc:spChg chg="mod">
          <ac:chgData name="王 欣捷" userId="b965477fa0aef5e6" providerId="LiveId" clId="{CCC25DF9-4458-4252-A1FA-96CED2233F88}" dt="2021-04-22T08:21:56.031" v="469" actId="1076"/>
          <ac:spMkLst>
            <pc:docMk/>
            <pc:sldMk cId="0" sldId="876"/>
            <ac:spMk id="58415" creationId="{A70FA66F-786B-4A9D-B12D-ADEC3C646AAE}"/>
          </ac:spMkLst>
        </pc:spChg>
        <pc:spChg chg="mod">
          <ac:chgData name="王 欣捷" userId="b965477fa0aef5e6" providerId="LiveId" clId="{CCC25DF9-4458-4252-A1FA-96CED2233F88}" dt="2021-04-22T08:21:56.031" v="469" actId="1076"/>
          <ac:spMkLst>
            <pc:docMk/>
            <pc:sldMk cId="0" sldId="876"/>
            <ac:spMk id="58416" creationId="{13AB9A4D-16B8-4875-B0D8-9BB4986CD7A3}"/>
          </ac:spMkLst>
        </pc:spChg>
        <pc:spChg chg="mod">
          <ac:chgData name="王 欣捷" userId="b965477fa0aef5e6" providerId="LiveId" clId="{CCC25DF9-4458-4252-A1FA-96CED2233F88}" dt="2021-04-22T08:21:56.031" v="469" actId="1076"/>
          <ac:spMkLst>
            <pc:docMk/>
            <pc:sldMk cId="0" sldId="876"/>
            <ac:spMk id="58417" creationId="{9A4756C0-D8D2-4048-8236-1D787F22AE5E}"/>
          </ac:spMkLst>
        </pc:spChg>
        <pc:spChg chg="mod">
          <ac:chgData name="王 欣捷" userId="b965477fa0aef5e6" providerId="LiveId" clId="{CCC25DF9-4458-4252-A1FA-96CED2233F88}" dt="2021-04-22T08:21:56.031" v="469" actId="1076"/>
          <ac:spMkLst>
            <pc:docMk/>
            <pc:sldMk cId="0" sldId="876"/>
            <ac:spMk id="58418" creationId="{9C6296E7-2DB8-42D6-8167-5AF8B177BD6C}"/>
          </ac:spMkLst>
        </pc:spChg>
        <pc:spChg chg="mod">
          <ac:chgData name="王 欣捷" userId="b965477fa0aef5e6" providerId="LiveId" clId="{CCC25DF9-4458-4252-A1FA-96CED2233F88}" dt="2021-04-22T08:21:56.031" v="469" actId="1076"/>
          <ac:spMkLst>
            <pc:docMk/>
            <pc:sldMk cId="0" sldId="876"/>
            <ac:spMk id="58419" creationId="{3E01A3FC-D8A0-4413-A6C6-878AF706671B}"/>
          </ac:spMkLst>
        </pc:spChg>
        <pc:spChg chg="mod">
          <ac:chgData name="王 欣捷" userId="b965477fa0aef5e6" providerId="LiveId" clId="{CCC25DF9-4458-4252-A1FA-96CED2233F88}" dt="2021-04-22T08:21:56.031" v="469" actId="1076"/>
          <ac:spMkLst>
            <pc:docMk/>
            <pc:sldMk cId="0" sldId="876"/>
            <ac:spMk id="58420" creationId="{A9DBD4F2-359E-4FF5-94DD-0C3EBA97F112}"/>
          </ac:spMkLst>
        </pc:spChg>
        <pc:spChg chg="mod">
          <ac:chgData name="王 欣捷" userId="b965477fa0aef5e6" providerId="LiveId" clId="{CCC25DF9-4458-4252-A1FA-96CED2233F88}" dt="2021-04-22T08:21:56.031" v="469" actId="1076"/>
          <ac:spMkLst>
            <pc:docMk/>
            <pc:sldMk cId="0" sldId="876"/>
            <ac:spMk id="58421" creationId="{62DDB457-ECB1-4C7F-955F-AA73CF30FC55}"/>
          </ac:spMkLst>
        </pc:spChg>
        <pc:spChg chg="mod">
          <ac:chgData name="王 欣捷" userId="b965477fa0aef5e6" providerId="LiveId" clId="{CCC25DF9-4458-4252-A1FA-96CED2233F88}" dt="2021-04-22T08:21:56.031" v="469" actId="1076"/>
          <ac:spMkLst>
            <pc:docMk/>
            <pc:sldMk cId="0" sldId="876"/>
            <ac:spMk id="58422" creationId="{3EB07E1A-3140-48D6-A293-E9F960939D90}"/>
          </ac:spMkLst>
        </pc:spChg>
        <pc:spChg chg="mod">
          <ac:chgData name="王 欣捷" userId="b965477fa0aef5e6" providerId="LiveId" clId="{CCC25DF9-4458-4252-A1FA-96CED2233F88}" dt="2021-04-22T08:21:56.031" v="469" actId="1076"/>
          <ac:spMkLst>
            <pc:docMk/>
            <pc:sldMk cId="0" sldId="876"/>
            <ac:spMk id="58423" creationId="{BF30BA91-7E13-4CE6-925C-8EC018FE60C4}"/>
          </ac:spMkLst>
        </pc:spChg>
        <pc:spChg chg="mod">
          <ac:chgData name="王 欣捷" userId="b965477fa0aef5e6" providerId="LiveId" clId="{CCC25DF9-4458-4252-A1FA-96CED2233F88}" dt="2021-04-22T08:21:56.031" v="469" actId="1076"/>
          <ac:spMkLst>
            <pc:docMk/>
            <pc:sldMk cId="0" sldId="876"/>
            <ac:spMk id="58424" creationId="{183EF1A9-6ACE-4268-A2F3-271C5B153588}"/>
          </ac:spMkLst>
        </pc:spChg>
        <pc:spChg chg="mod">
          <ac:chgData name="王 欣捷" userId="b965477fa0aef5e6" providerId="LiveId" clId="{CCC25DF9-4458-4252-A1FA-96CED2233F88}" dt="2021-04-22T08:21:56.031" v="469" actId="1076"/>
          <ac:spMkLst>
            <pc:docMk/>
            <pc:sldMk cId="0" sldId="876"/>
            <ac:spMk id="58425" creationId="{5C37006A-209D-4CF8-8917-CE509417F8C8}"/>
          </ac:spMkLst>
        </pc:spChg>
        <pc:spChg chg="mod">
          <ac:chgData name="王 欣捷" userId="b965477fa0aef5e6" providerId="LiveId" clId="{CCC25DF9-4458-4252-A1FA-96CED2233F88}" dt="2021-04-22T08:21:56.031" v="469" actId="1076"/>
          <ac:spMkLst>
            <pc:docMk/>
            <pc:sldMk cId="0" sldId="876"/>
            <ac:spMk id="58426" creationId="{E0FF3716-0F44-4379-97AC-7BAB2D3AD176}"/>
          </ac:spMkLst>
        </pc:spChg>
        <pc:spChg chg="mod">
          <ac:chgData name="王 欣捷" userId="b965477fa0aef5e6" providerId="LiveId" clId="{CCC25DF9-4458-4252-A1FA-96CED2233F88}" dt="2021-04-22T08:21:56.031" v="469" actId="1076"/>
          <ac:spMkLst>
            <pc:docMk/>
            <pc:sldMk cId="0" sldId="876"/>
            <ac:spMk id="58427" creationId="{51C4333C-5F2E-41E7-B649-CF6953937498}"/>
          </ac:spMkLst>
        </pc:spChg>
        <pc:spChg chg="mod">
          <ac:chgData name="王 欣捷" userId="b965477fa0aef5e6" providerId="LiveId" clId="{CCC25DF9-4458-4252-A1FA-96CED2233F88}" dt="2021-04-22T08:21:56.031" v="469" actId="1076"/>
          <ac:spMkLst>
            <pc:docMk/>
            <pc:sldMk cId="0" sldId="876"/>
            <ac:spMk id="58428" creationId="{3D26FDF8-085D-4579-A637-D8A185498E23}"/>
          </ac:spMkLst>
        </pc:spChg>
        <pc:spChg chg="mod">
          <ac:chgData name="王 欣捷" userId="b965477fa0aef5e6" providerId="LiveId" clId="{CCC25DF9-4458-4252-A1FA-96CED2233F88}" dt="2021-04-22T08:21:56.031" v="469" actId="1076"/>
          <ac:spMkLst>
            <pc:docMk/>
            <pc:sldMk cId="0" sldId="876"/>
            <ac:spMk id="58429" creationId="{219829E1-6593-4ACF-8535-9CF8315FB5C7}"/>
          </ac:spMkLst>
        </pc:spChg>
        <pc:spChg chg="mod">
          <ac:chgData name="王 欣捷" userId="b965477fa0aef5e6" providerId="LiveId" clId="{CCC25DF9-4458-4252-A1FA-96CED2233F88}" dt="2021-04-22T08:21:56.031" v="469" actId="1076"/>
          <ac:spMkLst>
            <pc:docMk/>
            <pc:sldMk cId="0" sldId="876"/>
            <ac:spMk id="58430" creationId="{E65B89EF-EA8D-4F81-B12F-5417B57A23C8}"/>
          </ac:spMkLst>
        </pc:spChg>
        <pc:spChg chg="mod">
          <ac:chgData name="王 欣捷" userId="b965477fa0aef5e6" providerId="LiveId" clId="{CCC25DF9-4458-4252-A1FA-96CED2233F88}" dt="2021-04-22T08:21:56.031" v="469" actId="1076"/>
          <ac:spMkLst>
            <pc:docMk/>
            <pc:sldMk cId="0" sldId="876"/>
            <ac:spMk id="58431" creationId="{D61E8F27-AA18-47D3-B957-5CFB029153DD}"/>
          </ac:spMkLst>
        </pc:spChg>
        <pc:spChg chg="mod">
          <ac:chgData name="王 欣捷" userId="b965477fa0aef5e6" providerId="LiveId" clId="{CCC25DF9-4458-4252-A1FA-96CED2233F88}" dt="2021-04-22T08:21:56.031" v="469" actId="1076"/>
          <ac:spMkLst>
            <pc:docMk/>
            <pc:sldMk cId="0" sldId="876"/>
            <ac:spMk id="58432" creationId="{116C0F94-0D9D-4F9A-84ED-5A03BC70E8E7}"/>
          </ac:spMkLst>
        </pc:spChg>
        <pc:spChg chg="mod">
          <ac:chgData name="王 欣捷" userId="b965477fa0aef5e6" providerId="LiveId" clId="{CCC25DF9-4458-4252-A1FA-96CED2233F88}" dt="2021-04-22T08:21:56.031" v="469" actId="1076"/>
          <ac:spMkLst>
            <pc:docMk/>
            <pc:sldMk cId="0" sldId="876"/>
            <ac:spMk id="58433" creationId="{1075FE8C-7E21-49CB-8BFB-BC39B48C1C28}"/>
          </ac:spMkLst>
        </pc:spChg>
        <pc:spChg chg="mod">
          <ac:chgData name="王 欣捷" userId="b965477fa0aef5e6" providerId="LiveId" clId="{CCC25DF9-4458-4252-A1FA-96CED2233F88}" dt="2021-04-22T08:21:56.031" v="469" actId="1076"/>
          <ac:spMkLst>
            <pc:docMk/>
            <pc:sldMk cId="0" sldId="876"/>
            <ac:spMk id="58434" creationId="{0556F90F-0F63-4135-B234-5C1366B1C06F}"/>
          </ac:spMkLst>
        </pc:spChg>
        <pc:spChg chg="mod">
          <ac:chgData name="王 欣捷" userId="b965477fa0aef5e6" providerId="LiveId" clId="{CCC25DF9-4458-4252-A1FA-96CED2233F88}" dt="2021-04-22T08:21:56.031" v="469" actId="1076"/>
          <ac:spMkLst>
            <pc:docMk/>
            <pc:sldMk cId="0" sldId="876"/>
            <ac:spMk id="58435" creationId="{0BF6571C-9BDE-4018-AC9B-85CDBB0CC377}"/>
          </ac:spMkLst>
        </pc:spChg>
        <pc:spChg chg="mod">
          <ac:chgData name="王 欣捷" userId="b965477fa0aef5e6" providerId="LiveId" clId="{CCC25DF9-4458-4252-A1FA-96CED2233F88}" dt="2021-04-22T08:21:56.031" v="469" actId="1076"/>
          <ac:spMkLst>
            <pc:docMk/>
            <pc:sldMk cId="0" sldId="876"/>
            <ac:spMk id="58436" creationId="{62DADF21-A6EB-46CC-BE38-7C80A8CFC7D9}"/>
          </ac:spMkLst>
        </pc:spChg>
        <pc:grpChg chg="mod">
          <ac:chgData name="王 欣捷" userId="b965477fa0aef5e6" providerId="LiveId" clId="{CCC25DF9-4458-4252-A1FA-96CED2233F88}" dt="2021-04-22T08:21:56.031" v="469" actId="1076"/>
          <ac:grpSpMkLst>
            <pc:docMk/>
            <pc:sldMk cId="0" sldId="876"/>
            <ac:grpSpMk id="58373" creationId="{D5DBE4A5-F1E7-46FE-B483-6C3BCA699078}"/>
          </ac:grpSpMkLst>
        </pc:grpChg>
        <pc:grpChg chg="mod">
          <ac:chgData name="王 欣捷" userId="b965477fa0aef5e6" providerId="LiveId" clId="{CCC25DF9-4458-4252-A1FA-96CED2233F88}" dt="2021-04-22T08:21:56.031" v="469" actId="1076"/>
          <ac:grpSpMkLst>
            <pc:docMk/>
            <pc:sldMk cId="0" sldId="876"/>
            <ac:grpSpMk id="58399" creationId="{3001AD04-5156-4684-B4E3-C0E3F6442348}"/>
          </ac:grpSpMkLst>
        </pc:grpChg>
        <pc:grpChg chg="mod">
          <ac:chgData name="王 欣捷" userId="b965477fa0aef5e6" providerId="LiveId" clId="{CCC25DF9-4458-4252-A1FA-96CED2233F88}" dt="2021-04-22T08:21:56.031" v="469" actId="1076"/>
          <ac:grpSpMkLst>
            <pc:docMk/>
            <pc:sldMk cId="0" sldId="876"/>
            <ac:grpSpMk id="58400" creationId="{D66DE26F-6158-4CAC-A537-AAA8AE8D2EC5}"/>
          </ac:grpSpMkLst>
        </pc:grpChg>
        <pc:grpChg chg="mod">
          <ac:chgData name="王 欣捷" userId="b965477fa0aef5e6" providerId="LiveId" clId="{CCC25DF9-4458-4252-A1FA-96CED2233F88}" dt="2021-04-22T08:21:56.031" v="469" actId="1076"/>
          <ac:grpSpMkLst>
            <pc:docMk/>
            <pc:sldMk cId="0" sldId="876"/>
            <ac:grpSpMk id="58401" creationId="{5B76C217-850A-4104-BD7C-5AD7224965AB}"/>
          </ac:grpSpMkLst>
        </pc:grpChg>
        <pc:grpChg chg="mod">
          <ac:chgData name="王 欣捷" userId="b965477fa0aef5e6" providerId="LiveId" clId="{CCC25DF9-4458-4252-A1FA-96CED2233F88}" dt="2021-04-22T08:21:56.031" v="469" actId="1076"/>
          <ac:grpSpMkLst>
            <pc:docMk/>
            <pc:sldMk cId="0" sldId="876"/>
            <ac:grpSpMk id="58402" creationId="{B8706DE9-A9CD-4B7D-8521-22BDB2A9DB97}"/>
          </ac:grpSpMkLst>
        </pc:grpChg>
        <pc:grpChg chg="mod">
          <ac:chgData name="王 欣捷" userId="b965477fa0aef5e6" providerId="LiveId" clId="{CCC25DF9-4458-4252-A1FA-96CED2233F88}" dt="2021-04-22T08:21:56.031" v="469" actId="1076"/>
          <ac:grpSpMkLst>
            <pc:docMk/>
            <pc:sldMk cId="0" sldId="876"/>
            <ac:grpSpMk id="58403" creationId="{56F39E59-5879-4B99-9C59-B2D38A41AEB8}"/>
          </ac:grpSpMkLst>
        </pc:grpChg>
      </pc:sldChg>
      <pc:sldChg chg="addSp delSp modSp add mod modClrScheme chgLayout">
        <pc:chgData name="王 欣捷" userId="b965477fa0aef5e6" providerId="LiveId" clId="{CCC25DF9-4458-4252-A1FA-96CED2233F88}" dt="2021-04-22T08:23:34.960" v="512"/>
        <pc:sldMkLst>
          <pc:docMk/>
          <pc:sldMk cId="0" sldId="877"/>
        </pc:sldMkLst>
        <pc:spChg chg="add mod">
          <ac:chgData name="王 欣捷" userId="b965477fa0aef5e6" providerId="LiveId" clId="{CCC25DF9-4458-4252-A1FA-96CED2233F88}" dt="2021-04-22T08:23:34.960" v="512"/>
          <ac:spMkLst>
            <pc:docMk/>
            <pc:sldMk cId="0" sldId="877"/>
            <ac:spMk id="69" creationId="{F1AECC76-2DE9-476F-A502-6A09454F9C86}"/>
          </ac:spMkLst>
        </pc:spChg>
        <pc:spChg chg="mod ord">
          <ac:chgData name="王 欣捷" userId="b965477fa0aef5e6" providerId="LiveId" clId="{CCC25DF9-4458-4252-A1FA-96CED2233F88}" dt="2021-04-22T08:19:21.512" v="441" actId="404"/>
          <ac:spMkLst>
            <pc:docMk/>
            <pc:sldMk cId="0" sldId="877"/>
            <ac:spMk id="59394" creationId="{4369366C-B70E-43F5-8D86-DEFF6F8F77D2}"/>
          </ac:spMkLst>
        </pc:spChg>
        <pc:spChg chg="del">
          <ac:chgData name="王 欣捷" userId="b965477fa0aef5e6" providerId="LiveId" clId="{CCC25DF9-4458-4252-A1FA-96CED2233F88}" dt="2021-04-22T08:13:49.440" v="367" actId="700"/>
          <ac:spMkLst>
            <pc:docMk/>
            <pc:sldMk cId="0" sldId="877"/>
            <ac:spMk id="59395" creationId="{B8D2E819-5086-4E3F-858C-8AD307C3E126}"/>
          </ac:spMkLst>
        </pc:spChg>
        <pc:spChg chg="del">
          <ac:chgData name="王 欣捷" userId="b965477fa0aef5e6" providerId="LiveId" clId="{CCC25DF9-4458-4252-A1FA-96CED2233F88}" dt="2021-04-22T08:22:28.451" v="477" actId="478"/>
          <ac:spMkLst>
            <pc:docMk/>
            <pc:sldMk cId="0" sldId="877"/>
            <ac:spMk id="59396" creationId="{650E4D6B-3A44-4800-B503-2C937BAC405A}"/>
          </ac:spMkLst>
        </pc:spChg>
        <pc:spChg chg="mod">
          <ac:chgData name="王 欣捷" userId="b965477fa0aef5e6" providerId="LiveId" clId="{CCC25DF9-4458-4252-A1FA-96CED2233F88}" dt="2021-04-22T08:22:00.903" v="470" actId="1076"/>
          <ac:spMkLst>
            <pc:docMk/>
            <pc:sldMk cId="0" sldId="877"/>
            <ac:spMk id="59398" creationId="{5B105BDA-9598-4AE4-A0D7-F38C15919ACB}"/>
          </ac:spMkLst>
        </pc:spChg>
        <pc:spChg chg="mod">
          <ac:chgData name="王 欣捷" userId="b965477fa0aef5e6" providerId="LiveId" clId="{CCC25DF9-4458-4252-A1FA-96CED2233F88}" dt="2021-04-22T08:22:00.903" v="470" actId="1076"/>
          <ac:spMkLst>
            <pc:docMk/>
            <pc:sldMk cId="0" sldId="877"/>
            <ac:spMk id="59399" creationId="{FB584A75-26C6-4062-A10E-238602D80025}"/>
          </ac:spMkLst>
        </pc:spChg>
        <pc:spChg chg="mod">
          <ac:chgData name="王 欣捷" userId="b965477fa0aef5e6" providerId="LiveId" clId="{CCC25DF9-4458-4252-A1FA-96CED2233F88}" dt="2021-04-22T08:22:00.903" v="470" actId="1076"/>
          <ac:spMkLst>
            <pc:docMk/>
            <pc:sldMk cId="0" sldId="877"/>
            <ac:spMk id="59400" creationId="{597FD1B2-5B0C-4A89-9BCA-C1766B744512}"/>
          </ac:spMkLst>
        </pc:spChg>
        <pc:spChg chg="mod">
          <ac:chgData name="王 欣捷" userId="b965477fa0aef5e6" providerId="LiveId" clId="{CCC25DF9-4458-4252-A1FA-96CED2233F88}" dt="2021-04-22T08:22:00.903" v="470" actId="1076"/>
          <ac:spMkLst>
            <pc:docMk/>
            <pc:sldMk cId="0" sldId="877"/>
            <ac:spMk id="59401" creationId="{1132C49F-6CA5-4DEA-AE46-108441EFF8DA}"/>
          </ac:spMkLst>
        </pc:spChg>
        <pc:spChg chg="mod">
          <ac:chgData name="王 欣捷" userId="b965477fa0aef5e6" providerId="LiveId" clId="{CCC25DF9-4458-4252-A1FA-96CED2233F88}" dt="2021-04-22T08:22:00.903" v="470" actId="1076"/>
          <ac:spMkLst>
            <pc:docMk/>
            <pc:sldMk cId="0" sldId="877"/>
            <ac:spMk id="59402" creationId="{DDCB7270-E3ED-4869-80E5-1D5F5167447B}"/>
          </ac:spMkLst>
        </pc:spChg>
        <pc:spChg chg="mod">
          <ac:chgData name="王 欣捷" userId="b965477fa0aef5e6" providerId="LiveId" clId="{CCC25DF9-4458-4252-A1FA-96CED2233F88}" dt="2021-04-22T08:22:00.903" v="470" actId="1076"/>
          <ac:spMkLst>
            <pc:docMk/>
            <pc:sldMk cId="0" sldId="877"/>
            <ac:spMk id="59403" creationId="{21881896-B839-4EDD-8394-AB47D0834A67}"/>
          </ac:spMkLst>
        </pc:spChg>
        <pc:spChg chg="mod">
          <ac:chgData name="王 欣捷" userId="b965477fa0aef5e6" providerId="LiveId" clId="{CCC25DF9-4458-4252-A1FA-96CED2233F88}" dt="2021-04-22T08:22:00.903" v="470" actId="1076"/>
          <ac:spMkLst>
            <pc:docMk/>
            <pc:sldMk cId="0" sldId="877"/>
            <ac:spMk id="59404" creationId="{C8B4B64C-8E16-490B-97DC-7F1AF515EA12}"/>
          </ac:spMkLst>
        </pc:spChg>
        <pc:spChg chg="mod">
          <ac:chgData name="王 欣捷" userId="b965477fa0aef5e6" providerId="LiveId" clId="{CCC25DF9-4458-4252-A1FA-96CED2233F88}" dt="2021-04-22T08:22:00.903" v="470" actId="1076"/>
          <ac:spMkLst>
            <pc:docMk/>
            <pc:sldMk cId="0" sldId="877"/>
            <ac:spMk id="59405" creationId="{BB4C32D9-C685-4A27-93B8-762EDA569163}"/>
          </ac:spMkLst>
        </pc:spChg>
        <pc:spChg chg="mod">
          <ac:chgData name="王 欣捷" userId="b965477fa0aef5e6" providerId="LiveId" clId="{CCC25DF9-4458-4252-A1FA-96CED2233F88}" dt="2021-04-22T08:22:00.903" v="470" actId="1076"/>
          <ac:spMkLst>
            <pc:docMk/>
            <pc:sldMk cId="0" sldId="877"/>
            <ac:spMk id="59406" creationId="{CE208BDE-0863-4339-B80F-62979559BE61}"/>
          </ac:spMkLst>
        </pc:spChg>
        <pc:spChg chg="mod">
          <ac:chgData name="王 欣捷" userId="b965477fa0aef5e6" providerId="LiveId" clId="{CCC25DF9-4458-4252-A1FA-96CED2233F88}" dt="2021-04-22T08:22:00.903" v="470" actId="1076"/>
          <ac:spMkLst>
            <pc:docMk/>
            <pc:sldMk cId="0" sldId="877"/>
            <ac:spMk id="59407" creationId="{A9B56761-3D70-4DD5-B389-51392A8A489D}"/>
          </ac:spMkLst>
        </pc:spChg>
        <pc:spChg chg="mod">
          <ac:chgData name="王 欣捷" userId="b965477fa0aef5e6" providerId="LiveId" clId="{CCC25DF9-4458-4252-A1FA-96CED2233F88}" dt="2021-04-22T08:22:00.903" v="470" actId="1076"/>
          <ac:spMkLst>
            <pc:docMk/>
            <pc:sldMk cId="0" sldId="877"/>
            <ac:spMk id="59408" creationId="{3E0DCE3B-0606-4C45-9255-0A0E7B654147}"/>
          </ac:spMkLst>
        </pc:spChg>
        <pc:spChg chg="mod">
          <ac:chgData name="王 欣捷" userId="b965477fa0aef5e6" providerId="LiveId" clId="{CCC25DF9-4458-4252-A1FA-96CED2233F88}" dt="2021-04-22T08:22:00.903" v="470" actId="1076"/>
          <ac:spMkLst>
            <pc:docMk/>
            <pc:sldMk cId="0" sldId="877"/>
            <ac:spMk id="59409" creationId="{5F4F45D4-B105-4AF1-B8A3-6526F54EE16A}"/>
          </ac:spMkLst>
        </pc:spChg>
        <pc:spChg chg="mod">
          <ac:chgData name="王 欣捷" userId="b965477fa0aef5e6" providerId="LiveId" clId="{CCC25DF9-4458-4252-A1FA-96CED2233F88}" dt="2021-04-22T08:22:00.903" v="470" actId="1076"/>
          <ac:spMkLst>
            <pc:docMk/>
            <pc:sldMk cId="0" sldId="877"/>
            <ac:spMk id="59410" creationId="{B28551C3-9356-4BD8-B4A8-7621B0DE23A5}"/>
          </ac:spMkLst>
        </pc:spChg>
        <pc:spChg chg="mod">
          <ac:chgData name="王 欣捷" userId="b965477fa0aef5e6" providerId="LiveId" clId="{CCC25DF9-4458-4252-A1FA-96CED2233F88}" dt="2021-04-22T08:22:00.903" v="470" actId="1076"/>
          <ac:spMkLst>
            <pc:docMk/>
            <pc:sldMk cId="0" sldId="877"/>
            <ac:spMk id="59411" creationId="{AE26217C-0433-4BEA-8A9A-8934562B26B5}"/>
          </ac:spMkLst>
        </pc:spChg>
        <pc:spChg chg="mod">
          <ac:chgData name="王 欣捷" userId="b965477fa0aef5e6" providerId="LiveId" clId="{CCC25DF9-4458-4252-A1FA-96CED2233F88}" dt="2021-04-22T08:22:00.903" v="470" actId="1076"/>
          <ac:spMkLst>
            <pc:docMk/>
            <pc:sldMk cId="0" sldId="877"/>
            <ac:spMk id="59412" creationId="{403D9A90-A9EF-46CF-942C-40B8E5719859}"/>
          </ac:spMkLst>
        </pc:spChg>
        <pc:spChg chg="mod">
          <ac:chgData name="王 欣捷" userId="b965477fa0aef5e6" providerId="LiveId" clId="{CCC25DF9-4458-4252-A1FA-96CED2233F88}" dt="2021-04-22T08:22:00.903" v="470" actId="1076"/>
          <ac:spMkLst>
            <pc:docMk/>
            <pc:sldMk cId="0" sldId="877"/>
            <ac:spMk id="59413" creationId="{2FC9E29E-AB53-4536-B26D-7AF04BDEE57D}"/>
          </ac:spMkLst>
        </pc:spChg>
        <pc:spChg chg="mod">
          <ac:chgData name="王 欣捷" userId="b965477fa0aef5e6" providerId="LiveId" clId="{CCC25DF9-4458-4252-A1FA-96CED2233F88}" dt="2021-04-22T08:22:00.903" v="470" actId="1076"/>
          <ac:spMkLst>
            <pc:docMk/>
            <pc:sldMk cId="0" sldId="877"/>
            <ac:spMk id="59414" creationId="{4B7E0EAB-9B5C-4D06-B050-3E9A4C8A6582}"/>
          </ac:spMkLst>
        </pc:spChg>
        <pc:spChg chg="mod">
          <ac:chgData name="王 欣捷" userId="b965477fa0aef5e6" providerId="LiveId" clId="{CCC25DF9-4458-4252-A1FA-96CED2233F88}" dt="2021-04-22T08:22:00.903" v="470" actId="1076"/>
          <ac:spMkLst>
            <pc:docMk/>
            <pc:sldMk cId="0" sldId="877"/>
            <ac:spMk id="59415" creationId="{F4FC0937-65DD-4E24-A3D7-9E01E264DC9A}"/>
          </ac:spMkLst>
        </pc:spChg>
        <pc:spChg chg="mod">
          <ac:chgData name="王 欣捷" userId="b965477fa0aef5e6" providerId="LiveId" clId="{CCC25DF9-4458-4252-A1FA-96CED2233F88}" dt="2021-04-22T08:22:00.903" v="470" actId="1076"/>
          <ac:spMkLst>
            <pc:docMk/>
            <pc:sldMk cId="0" sldId="877"/>
            <ac:spMk id="59416" creationId="{D2E0722F-06AE-4E80-909E-4B711E7EAC64}"/>
          </ac:spMkLst>
        </pc:spChg>
        <pc:spChg chg="mod">
          <ac:chgData name="王 欣捷" userId="b965477fa0aef5e6" providerId="LiveId" clId="{CCC25DF9-4458-4252-A1FA-96CED2233F88}" dt="2021-04-22T08:22:00.903" v="470" actId="1076"/>
          <ac:spMkLst>
            <pc:docMk/>
            <pc:sldMk cId="0" sldId="877"/>
            <ac:spMk id="59417" creationId="{F62D3CDB-2FCC-447F-856B-560B0694E7F8}"/>
          </ac:spMkLst>
        </pc:spChg>
        <pc:spChg chg="mod">
          <ac:chgData name="王 欣捷" userId="b965477fa0aef5e6" providerId="LiveId" clId="{CCC25DF9-4458-4252-A1FA-96CED2233F88}" dt="2021-04-22T08:22:00.903" v="470" actId="1076"/>
          <ac:spMkLst>
            <pc:docMk/>
            <pc:sldMk cId="0" sldId="877"/>
            <ac:spMk id="59418" creationId="{63BCE35A-68DA-4C42-BEB1-036C88BA3461}"/>
          </ac:spMkLst>
        </pc:spChg>
        <pc:spChg chg="mod">
          <ac:chgData name="王 欣捷" userId="b965477fa0aef5e6" providerId="LiveId" clId="{CCC25DF9-4458-4252-A1FA-96CED2233F88}" dt="2021-04-22T08:22:00.903" v="470" actId="1076"/>
          <ac:spMkLst>
            <pc:docMk/>
            <pc:sldMk cId="0" sldId="877"/>
            <ac:spMk id="59419" creationId="{B4C6474A-AD72-4D7F-B70E-644E8D55657B}"/>
          </ac:spMkLst>
        </pc:spChg>
        <pc:spChg chg="mod">
          <ac:chgData name="王 欣捷" userId="b965477fa0aef5e6" providerId="LiveId" clId="{CCC25DF9-4458-4252-A1FA-96CED2233F88}" dt="2021-04-22T08:22:00.903" v="470" actId="1076"/>
          <ac:spMkLst>
            <pc:docMk/>
            <pc:sldMk cId="0" sldId="877"/>
            <ac:spMk id="59420" creationId="{EE6D942B-3636-4733-9093-B409799E9D73}"/>
          </ac:spMkLst>
        </pc:spChg>
        <pc:spChg chg="mod">
          <ac:chgData name="王 欣捷" userId="b965477fa0aef5e6" providerId="LiveId" clId="{CCC25DF9-4458-4252-A1FA-96CED2233F88}" dt="2021-04-22T08:22:00.903" v="470" actId="1076"/>
          <ac:spMkLst>
            <pc:docMk/>
            <pc:sldMk cId="0" sldId="877"/>
            <ac:spMk id="59421" creationId="{C72BB069-3F39-4C92-B3CF-42B1C754DF21}"/>
          </ac:spMkLst>
        </pc:spChg>
        <pc:spChg chg="mod">
          <ac:chgData name="王 欣捷" userId="b965477fa0aef5e6" providerId="LiveId" clId="{CCC25DF9-4458-4252-A1FA-96CED2233F88}" dt="2021-04-22T08:22:00.903" v="470" actId="1076"/>
          <ac:spMkLst>
            <pc:docMk/>
            <pc:sldMk cId="0" sldId="877"/>
            <ac:spMk id="59422" creationId="{865DC84B-0E9E-4582-8870-9C3D9F1F3CD4}"/>
          </ac:spMkLst>
        </pc:spChg>
        <pc:spChg chg="mod">
          <ac:chgData name="王 欣捷" userId="b965477fa0aef5e6" providerId="LiveId" clId="{CCC25DF9-4458-4252-A1FA-96CED2233F88}" dt="2021-04-22T08:23:09.919" v="496" actId="113"/>
          <ac:spMkLst>
            <pc:docMk/>
            <pc:sldMk cId="0" sldId="877"/>
            <ac:spMk id="59428" creationId="{3646AEE3-9371-469B-8D9F-094C6DB56F38}"/>
          </ac:spMkLst>
        </pc:spChg>
        <pc:spChg chg="mod">
          <ac:chgData name="王 欣捷" userId="b965477fa0aef5e6" providerId="LiveId" clId="{CCC25DF9-4458-4252-A1FA-96CED2233F88}" dt="2021-04-22T08:23:10.869" v="497" actId="113"/>
          <ac:spMkLst>
            <pc:docMk/>
            <pc:sldMk cId="0" sldId="877"/>
            <ac:spMk id="59429" creationId="{4E5C3E14-ABEC-4441-8DE0-8A82B7EFC4ED}"/>
          </ac:spMkLst>
        </pc:spChg>
        <pc:spChg chg="mod">
          <ac:chgData name="王 欣捷" userId="b965477fa0aef5e6" providerId="LiveId" clId="{CCC25DF9-4458-4252-A1FA-96CED2233F88}" dt="2021-04-22T08:22:00.903" v="470" actId="1076"/>
          <ac:spMkLst>
            <pc:docMk/>
            <pc:sldMk cId="0" sldId="877"/>
            <ac:spMk id="59430" creationId="{8B87A8CB-5866-47CD-841F-38EE40D27300}"/>
          </ac:spMkLst>
        </pc:spChg>
        <pc:spChg chg="mod">
          <ac:chgData name="王 欣捷" userId="b965477fa0aef5e6" providerId="LiveId" clId="{CCC25DF9-4458-4252-A1FA-96CED2233F88}" dt="2021-04-22T08:22:00.903" v="470" actId="1076"/>
          <ac:spMkLst>
            <pc:docMk/>
            <pc:sldMk cId="0" sldId="877"/>
            <ac:spMk id="59431" creationId="{08D58B8D-46E3-4CD7-83BD-BF2CF6A4F21A}"/>
          </ac:spMkLst>
        </pc:spChg>
        <pc:spChg chg="mod">
          <ac:chgData name="王 欣捷" userId="b965477fa0aef5e6" providerId="LiveId" clId="{CCC25DF9-4458-4252-A1FA-96CED2233F88}" dt="2021-04-22T08:22:00.903" v="470" actId="1076"/>
          <ac:spMkLst>
            <pc:docMk/>
            <pc:sldMk cId="0" sldId="877"/>
            <ac:spMk id="59432" creationId="{FAC134DE-53B0-46BC-803E-6B2CFE06712B}"/>
          </ac:spMkLst>
        </pc:spChg>
        <pc:spChg chg="mod">
          <ac:chgData name="王 欣捷" userId="b965477fa0aef5e6" providerId="LiveId" clId="{CCC25DF9-4458-4252-A1FA-96CED2233F88}" dt="2021-04-22T08:22:00.903" v="470" actId="1076"/>
          <ac:spMkLst>
            <pc:docMk/>
            <pc:sldMk cId="0" sldId="877"/>
            <ac:spMk id="59433" creationId="{844D47C3-116C-45C8-917E-1E305B55AB24}"/>
          </ac:spMkLst>
        </pc:spChg>
        <pc:spChg chg="mod">
          <ac:chgData name="王 欣捷" userId="b965477fa0aef5e6" providerId="LiveId" clId="{CCC25DF9-4458-4252-A1FA-96CED2233F88}" dt="2021-04-22T08:22:00.903" v="470" actId="1076"/>
          <ac:spMkLst>
            <pc:docMk/>
            <pc:sldMk cId="0" sldId="877"/>
            <ac:spMk id="59434" creationId="{0D921559-9528-475E-A739-2C7498C0E646}"/>
          </ac:spMkLst>
        </pc:spChg>
        <pc:spChg chg="mod">
          <ac:chgData name="王 欣捷" userId="b965477fa0aef5e6" providerId="LiveId" clId="{CCC25DF9-4458-4252-A1FA-96CED2233F88}" dt="2021-04-22T08:22:00.903" v="470" actId="1076"/>
          <ac:spMkLst>
            <pc:docMk/>
            <pc:sldMk cId="0" sldId="877"/>
            <ac:spMk id="59435" creationId="{4AE2317C-BEDF-4622-A81E-98941CD6CC78}"/>
          </ac:spMkLst>
        </pc:spChg>
        <pc:spChg chg="mod">
          <ac:chgData name="王 欣捷" userId="b965477fa0aef5e6" providerId="LiveId" clId="{CCC25DF9-4458-4252-A1FA-96CED2233F88}" dt="2021-04-22T08:22:00.903" v="470" actId="1076"/>
          <ac:spMkLst>
            <pc:docMk/>
            <pc:sldMk cId="0" sldId="877"/>
            <ac:spMk id="59436" creationId="{8D24D232-A4D9-4D38-9F34-0238CFC317D0}"/>
          </ac:spMkLst>
        </pc:spChg>
        <pc:spChg chg="mod">
          <ac:chgData name="王 欣捷" userId="b965477fa0aef5e6" providerId="LiveId" clId="{CCC25DF9-4458-4252-A1FA-96CED2233F88}" dt="2021-04-22T08:22:00.903" v="470" actId="1076"/>
          <ac:spMkLst>
            <pc:docMk/>
            <pc:sldMk cId="0" sldId="877"/>
            <ac:spMk id="59437" creationId="{CAD40C6B-081C-42CF-8AB2-B9AD35D1A2D1}"/>
          </ac:spMkLst>
        </pc:spChg>
        <pc:spChg chg="mod">
          <ac:chgData name="王 欣捷" userId="b965477fa0aef5e6" providerId="LiveId" clId="{CCC25DF9-4458-4252-A1FA-96CED2233F88}" dt="2021-04-22T08:22:00.903" v="470" actId="1076"/>
          <ac:spMkLst>
            <pc:docMk/>
            <pc:sldMk cId="0" sldId="877"/>
            <ac:spMk id="59438" creationId="{D7461FA8-CA43-4D60-9C5A-B7D6015700CD}"/>
          </ac:spMkLst>
        </pc:spChg>
        <pc:spChg chg="mod">
          <ac:chgData name="王 欣捷" userId="b965477fa0aef5e6" providerId="LiveId" clId="{CCC25DF9-4458-4252-A1FA-96CED2233F88}" dt="2021-04-22T08:22:00.903" v="470" actId="1076"/>
          <ac:spMkLst>
            <pc:docMk/>
            <pc:sldMk cId="0" sldId="877"/>
            <ac:spMk id="59439" creationId="{D6F8ED6D-3BBB-4F7D-B5A3-C85D47A175C4}"/>
          </ac:spMkLst>
        </pc:spChg>
        <pc:spChg chg="mod">
          <ac:chgData name="王 欣捷" userId="b965477fa0aef5e6" providerId="LiveId" clId="{CCC25DF9-4458-4252-A1FA-96CED2233F88}" dt="2021-04-22T08:22:00.903" v="470" actId="1076"/>
          <ac:spMkLst>
            <pc:docMk/>
            <pc:sldMk cId="0" sldId="877"/>
            <ac:spMk id="59440" creationId="{AB5D4790-D903-4BC4-9EB4-910EC70A711C}"/>
          </ac:spMkLst>
        </pc:spChg>
        <pc:spChg chg="mod">
          <ac:chgData name="王 欣捷" userId="b965477fa0aef5e6" providerId="LiveId" clId="{CCC25DF9-4458-4252-A1FA-96CED2233F88}" dt="2021-04-22T08:22:00.903" v="470" actId="1076"/>
          <ac:spMkLst>
            <pc:docMk/>
            <pc:sldMk cId="0" sldId="877"/>
            <ac:spMk id="59441" creationId="{BED46CF8-DD1C-43EE-958D-B0A4A5AA4204}"/>
          </ac:spMkLst>
        </pc:spChg>
        <pc:spChg chg="mod">
          <ac:chgData name="王 欣捷" userId="b965477fa0aef5e6" providerId="LiveId" clId="{CCC25DF9-4458-4252-A1FA-96CED2233F88}" dt="2021-04-22T08:22:00.903" v="470" actId="1076"/>
          <ac:spMkLst>
            <pc:docMk/>
            <pc:sldMk cId="0" sldId="877"/>
            <ac:spMk id="59442" creationId="{322BC202-72B0-4DB8-91D8-84B4B3BE08F5}"/>
          </ac:spMkLst>
        </pc:spChg>
        <pc:spChg chg="mod">
          <ac:chgData name="王 欣捷" userId="b965477fa0aef5e6" providerId="LiveId" clId="{CCC25DF9-4458-4252-A1FA-96CED2233F88}" dt="2021-04-22T08:22:00.903" v="470" actId="1076"/>
          <ac:spMkLst>
            <pc:docMk/>
            <pc:sldMk cId="0" sldId="877"/>
            <ac:spMk id="59443" creationId="{29475FEE-90E2-49A9-922E-2A6D7EDAB859}"/>
          </ac:spMkLst>
        </pc:spChg>
        <pc:spChg chg="mod">
          <ac:chgData name="王 欣捷" userId="b965477fa0aef5e6" providerId="LiveId" clId="{CCC25DF9-4458-4252-A1FA-96CED2233F88}" dt="2021-04-22T08:22:00.903" v="470" actId="1076"/>
          <ac:spMkLst>
            <pc:docMk/>
            <pc:sldMk cId="0" sldId="877"/>
            <ac:spMk id="59444" creationId="{72988EF6-7024-4BD9-9FF3-5FE0D5D973BB}"/>
          </ac:spMkLst>
        </pc:spChg>
        <pc:spChg chg="mod">
          <ac:chgData name="王 欣捷" userId="b965477fa0aef5e6" providerId="LiveId" clId="{CCC25DF9-4458-4252-A1FA-96CED2233F88}" dt="2021-04-22T08:22:00.903" v="470" actId="1076"/>
          <ac:spMkLst>
            <pc:docMk/>
            <pc:sldMk cId="0" sldId="877"/>
            <ac:spMk id="59445" creationId="{CFC8F6D5-B107-46C1-8FCB-05E264833F28}"/>
          </ac:spMkLst>
        </pc:spChg>
        <pc:spChg chg="mod">
          <ac:chgData name="王 欣捷" userId="b965477fa0aef5e6" providerId="LiveId" clId="{CCC25DF9-4458-4252-A1FA-96CED2233F88}" dt="2021-04-22T08:22:00.903" v="470" actId="1076"/>
          <ac:spMkLst>
            <pc:docMk/>
            <pc:sldMk cId="0" sldId="877"/>
            <ac:spMk id="59446" creationId="{28D79D21-5DB1-4CB0-AAAC-3297C46B7316}"/>
          </ac:spMkLst>
        </pc:spChg>
        <pc:spChg chg="mod">
          <ac:chgData name="王 欣捷" userId="b965477fa0aef5e6" providerId="LiveId" clId="{CCC25DF9-4458-4252-A1FA-96CED2233F88}" dt="2021-04-22T08:22:00.903" v="470" actId="1076"/>
          <ac:spMkLst>
            <pc:docMk/>
            <pc:sldMk cId="0" sldId="877"/>
            <ac:spMk id="59447" creationId="{4B0839BD-921D-44FD-BF13-B04A49563F6D}"/>
          </ac:spMkLst>
        </pc:spChg>
        <pc:spChg chg="mod">
          <ac:chgData name="王 欣捷" userId="b965477fa0aef5e6" providerId="LiveId" clId="{CCC25DF9-4458-4252-A1FA-96CED2233F88}" dt="2021-04-22T08:22:00.903" v="470" actId="1076"/>
          <ac:spMkLst>
            <pc:docMk/>
            <pc:sldMk cId="0" sldId="877"/>
            <ac:spMk id="59448" creationId="{8CD913B1-0C89-4FA3-9E5B-B0F5AE3AF2E9}"/>
          </ac:spMkLst>
        </pc:spChg>
        <pc:spChg chg="mod">
          <ac:chgData name="王 欣捷" userId="b965477fa0aef5e6" providerId="LiveId" clId="{CCC25DF9-4458-4252-A1FA-96CED2233F88}" dt="2021-04-22T08:22:00.903" v="470" actId="1076"/>
          <ac:spMkLst>
            <pc:docMk/>
            <pc:sldMk cId="0" sldId="877"/>
            <ac:spMk id="59449" creationId="{53ED6B40-EA10-4305-9034-E42F965587C7}"/>
          </ac:spMkLst>
        </pc:spChg>
        <pc:spChg chg="mod">
          <ac:chgData name="王 欣捷" userId="b965477fa0aef5e6" providerId="LiveId" clId="{CCC25DF9-4458-4252-A1FA-96CED2233F88}" dt="2021-04-22T08:22:00.903" v="470" actId="1076"/>
          <ac:spMkLst>
            <pc:docMk/>
            <pc:sldMk cId="0" sldId="877"/>
            <ac:spMk id="59450" creationId="{AE47CA8B-4626-481E-A76C-393AC18515BF}"/>
          </ac:spMkLst>
        </pc:spChg>
        <pc:spChg chg="mod">
          <ac:chgData name="王 欣捷" userId="b965477fa0aef5e6" providerId="LiveId" clId="{CCC25DF9-4458-4252-A1FA-96CED2233F88}" dt="2021-04-22T08:22:00.903" v="470" actId="1076"/>
          <ac:spMkLst>
            <pc:docMk/>
            <pc:sldMk cId="0" sldId="877"/>
            <ac:spMk id="59451" creationId="{DBF5D91F-DCE7-44DA-9D47-257672EEB7C9}"/>
          </ac:spMkLst>
        </pc:spChg>
        <pc:spChg chg="mod">
          <ac:chgData name="王 欣捷" userId="b965477fa0aef5e6" providerId="LiveId" clId="{CCC25DF9-4458-4252-A1FA-96CED2233F88}" dt="2021-04-22T08:22:00.903" v="470" actId="1076"/>
          <ac:spMkLst>
            <pc:docMk/>
            <pc:sldMk cId="0" sldId="877"/>
            <ac:spMk id="59452" creationId="{D7F3EBBD-B21B-44F5-BECE-A0505866948D}"/>
          </ac:spMkLst>
        </pc:spChg>
        <pc:spChg chg="mod">
          <ac:chgData name="王 欣捷" userId="b965477fa0aef5e6" providerId="LiveId" clId="{CCC25DF9-4458-4252-A1FA-96CED2233F88}" dt="2021-04-22T08:22:00.903" v="470" actId="1076"/>
          <ac:spMkLst>
            <pc:docMk/>
            <pc:sldMk cId="0" sldId="877"/>
            <ac:spMk id="59453" creationId="{9D3B5CF3-DAAE-4716-8630-52AE3B9154E6}"/>
          </ac:spMkLst>
        </pc:spChg>
        <pc:spChg chg="mod">
          <ac:chgData name="王 欣捷" userId="b965477fa0aef5e6" providerId="LiveId" clId="{CCC25DF9-4458-4252-A1FA-96CED2233F88}" dt="2021-04-22T08:22:00.903" v="470" actId="1076"/>
          <ac:spMkLst>
            <pc:docMk/>
            <pc:sldMk cId="0" sldId="877"/>
            <ac:spMk id="59454" creationId="{D87D8E94-7AB9-453A-AFAB-1755DE0BD686}"/>
          </ac:spMkLst>
        </pc:spChg>
        <pc:spChg chg="mod">
          <ac:chgData name="王 欣捷" userId="b965477fa0aef5e6" providerId="LiveId" clId="{CCC25DF9-4458-4252-A1FA-96CED2233F88}" dt="2021-04-22T08:22:00.903" v="470" actId="1076"/>
          <ac:spMkLst>
            <pc:docMk/>
            <pc:sldMk cId="0" sldId="877"/>
            <ac:spMk id="59455" creationId="{E20B244A-E5F1-4E3E-B88C-58FAA3DF30AF}"/>
          </ac:spMkLst>
        </pc:spChg>
        <pc:spChg chg="mod">
          <ac:chgData name="王 欣捷" userId="b965477fa0aef5e6" providerId="LiveId" clId="{CCC25DF9-4458-4252-A1FA-96CED2233F88}" dt="2021-04-22T08:22:00.903" v="470" actId="1076"/>
          <ac:spMkLst>
            <pc:docMk/>
            <pc:sldMk cId="0" sldId="877"/>
            <ac:spMk id="59456" creationId="{20B12963-3A02-4A0A-AB93-E45F8D3B3018}"/>
          </ac:spMkLst>
        </pc:spChg>
        <pc:spChg chg="mod">
          <ac:chgData name="王 欣捷" userId="b965477fa0aef5e6" providerId="LiveId" clId="{CCC25DF9-4458-4252-A1FA-96CED2233F88}" dt="2021-04-22T08:22:00.903" v="470" actId="1076"/>
          <ac:spMkLst>
            <pc:docMk/>
            <pc:sldMk cId="0" sldId="877"/>
            <ac:spMk id="59457" creationId="{4C02EC34-8AC4-448C-A40B-62FFD7B967DC}"/>
          </ac:spMkLst>
        </pc:spChg>
        <pc:spChg chg="mod">
          <ac:chgData name="王 欣捷" userId="b965477fa0aef5e6" providerId="LiveId" clId="{CCC25DF9-4458-4252-A1FA-96CED2233F88}" dt="2021-04-22T08:22:00.903" v="470" actId="1076"/>
          <ac:spMkLst>
            <pc:docMk/>
            <pc:sldMk cId="0" sldId="877"/>
            <ac:spMk id="59458" creationId="{A012E207-4731-491C-A1A1-E54C7F2F6A90}"/>
          </ac:spMkLst>
        </pc:spChg>
        <pc:spChg chg="mod">
          <ac:chgData name="王 欣捷" userId="b965477fa0aef5e6" providerId="LiveId" clId="{CCC25DF9-4458-4252-A1FA-96CED2233F88}" dt="2021-04-22T08:22:00.903" v="470" actId="1076"/>
          <ac:spMkLst>
            <pc:docMk/>
            <pc:sldMk cId="0" sldId="877"/>
            <ac:spMk id="59459" creationId="{7E7C850B-6F5A-496A-ACCC-2DA37143BBD4}"/>
          </ac:spMkLst>
        </pc:spChg>
        <pc:spChg chg="mod">
          <ac:chgData name="王 欣捷" userId="b965477fa0aef5e6" providerId="LiveId" clId="{CCC25DF9-4458-4252-A1FA-96CED2233F88}" dt="2021-04-22T08:22:00.903" v="470" actId="1076"/>
          <ac:spMkLst>
            <pc:docMk/>
            <pc:sldMk cId="0" sldId="877"/>
            <ac:spMk id="59460" creationId="{E5E45C48-49CC-4EC2-87E4-52175A771362}"/>
          </ac:spMkLst>
        </pc:spChg>
        <pc:grpChg chg="mod">
          <ac:chgData name="王 欣捷" userId="b965477fa0aef5e6" providerId="LiveId" clId="{CCC25DF9-4458-4252-A1FA-96CED2233F88}" dt="2021-04-22T08:22:39.086" v="478" actId="113"/>
          <ac:grpSpMkLst>
            <pc:docMk/>
            <pc:sldMk cId="0" sldId="877"/>
            <ac:grpSpMk id="59397" creationId="{207DB6CD-52B9-4277-8487-094ED9A75143}"/>
          </ac:grpSpMkLst>
        </pc:grpChg>
        <pc:grpChg chg="mod">
          <ac:chgData name="王 欣捷" userId="b965477fa0aef5e6" providerId="LiveId" clId="{CCC25DF9-4458-4252-A1FA-96CED2233F88}" dt="2021-04-22T08:22:00.903" v="470" actId="1076"/>
          <ac:grpSpMkLst>
            <pc:docMk/>
            <pc:sldMk cId="0" sldId="877"/>
            <ac:grpSpMk id="59423" creationId="{B0A50DEF-9D95-41CA-94D8-9683F19843DE}"/>
          </ac:grpSpMkLst>
        </pc:grpChg>
        <pc:grpChg chg="mod">
          <ac:chgData name="王 欣捷" userId="b965477fa0aef5e6" providerId="LiveId" clId="{CCC25DF9-4458-4252-A1FA-96CED2233F88}" dt="2021-04-22T08:22:00.903" v="470" actId="1076"/>
          <ac:grpSpMkLst>
            <pc:docMk/>
            <pc:sldMk cId="0" sldId="877"/>
            <ac:grpSpMk id="59424" creationId="{61F2CA1F-3247-4D52-8160-02BA784FEDD0}"/>
          </ac:grpSpMkLst>
        </pc:grpChg>
        <pc:grpChg chg="mod">
          <ac:chgData name="王 欣捷" userId="b965477fa0aef5e6" providerId="LiveId" clId="{CCC25DF9-4458-4252-A1FA-96CED2233F88}" dt="2021-04-22T08:22:00.903" v="470" actId="1076"/>
          <ac:grpSpMkLst>
            <pc:docMk/>
            <pc:sldMk cId="0" sldId="877"/>
            <ac:grpSpMk id="59425" creationId="{4584EB21-1118-41CF-BF97-4CF6CC08B5C2}"/>
          </ac:grpSpMkLst>
        </pc:grpChg>
        <pc:grpChg chg="mod">
          <ac:chgData name="王 欣捷" userId="b965477fa0aef5e6" providerId="LiveId" clId="{CCC25DF9-4458-4252-A1FA-96CED2233F88}" dt="2021-04-22T08:22:00.903" v="470" actId="1076"/>
          <ac:grpSpMkLst>
            <pc:docMk/>
            <pc:sldMk cId="0" sldId="877"/>
            <ac:grpSpMk id="59426" creationId="{CFCD2AEC-5466-4F4A-BDBF-A040E2E98F70}"/>
          </ac:grpSpMkLst>
        </pc:grpChg>
        <pc:grpChg chg="mod">
          <ac:chgData name="王 欣捷" userId="b965477fa0aef5e6" providerId="LiveId" clId="{CCC25DF9-4458-4252-A1FA-96CED2233F88}" dt="2021-04-22T08:22:00.903" v="470" actId="1076"/>
          <ac:grpSpMkLst>
            <pc:docMk/>
            <pc:sldMk cId="0" sldId="877"/>
            <ac:grpSpMk id="59427" creationId="{F9329699-AC9B-405E-AE63-8AFD96131C31}"/>
          </ac:grpSpMkLst>
        </pc:grpChg>
      </pc:sldChg>
      <pc:sldChg chg="addSp delSp modSp add del mod modClrScheme chgLayout">
        <pc:chgData name="王 欣捷" userId="b965477fa0aef5e6" providerId="LiveId" clId="{CCC25DF9-4458-4252-A1FA-96CED2233F88}" dt="2021-04-22T08:23:35.545" v="513"/>
        <pc:sldMkLst>
          <pc:docMk/>
          <pc:sldMk cId="0" sldId="878"/>
        </pc:sldMkLst>
        <pc:spChg chg="add mod">
          <ac:chgData name="王 欣捷" userId="b965477fa0aef5e6" providerId="LiveId" clId="{CCC25DF9-4458-4252-A1FA-96CED2233F88}" dt="2021-04-22T08:23:35.545" v="513"/>
          <ac:spMkLst>
            <pc:docMk/>
            <pc:sldMk cId="0" sldId="878"/>
            <ac:spMk id="69" creationId="{516C48BB-3FE7-4181-833C-F4D69717450E}"/>
          </ac:spMkLst>
        </pc:spChg>
        <pc:spChg chg="mod ord">
          <ac:chgData name="王 欣捷" userId="b965477fa0aef5e6" providerId="LiveId" clId="{CCC25DF9-4458-4252-A1FA-96CED2233F88}" dt="2021-04-22T08:19:25.852" v="442" actId="404"/>
          <ac:spMkLst>
            <pc:docMk/>
            <pc:sldMk cId="0" sldId="878"/>
            <ac:spMk id="60418" creationId="{BD39080B-2642-4472-A189-6DA8BA80F6E4}"/>
          </ac:spMkLst>
        </pc:spChg>
        <pc:spChg chg="del">
          <ac:chgData name="王 欣捷" userId="b965477fa0aef5e6" providerId="LiveId" clId="{CCC25DF9-4458-4252-A1FA-96CED2233F88}" dt="2021-04-22T08:13:49.440" v="367" actId="700"/>
          <ac:spMkLst>
            <pc:docMk/>
            <pc:sldMk cId="0" sldId="878"/>
            <ac:spMk id="60419" creationId="{3971CF1C-EDBB-43F4-A54E-4B2F214EA651}"/>
          </ac:spMkLst>
        </pc:spChg>
        <pc:spChg chg="del">
          <ac:chgData name="王 欣捷" userId="b965477fa0aef5e6" providerId="LiveId" clId="{CCC25DF9-4458-4252-A1FA-96CED2233F88}" dt="2021-04-22T08:22:26.084" v="476" actId="478"/>
          <ac:spMkLst>
            <pc:docMk/>
            <pc:sldMk cId="0" sldId="878"/>
            <ac:spMk id="60420" creationId="{3C6DBB52-5D89-40B7-B999-4993469542F9}"/>
          </ac:spMkLst>
        </pc:spChg>
        <pc:spChg chg="mod">
          <ac:chgData name="王 欣捷" userId="b965477fa0aef5e6" providerId="LiveId" clId="{CCC25DF9-4458-4252-A1FA-96CED2233F88}" dt="2021-04-22T08:22:07.795" v="471" actId="1076"/>
          <ac:spMkLst>
            <pc:docMk/>
            <pc:sldMk cId="0" sldId="878"/>
            <ac:spMk id="60422" creationId="{97C36F73-DE6C-4580-83EB-9BF29BF25BC1}"/>
          </ac:spMkLst>
        </pc:spChg>
        <pc:spChg chg="mod">
          <ac:chgData name="王 欣捷" userId="b965477fa0aef5e6" providerId="LiveId" clId="{CCC25DF9-4458-4252-A1FA-96CED2233F88}" dt="2021-04-22T08:22:07.795" v="471" actId="1076"/>
          <ac:spMkLst>
            <pc:docMk/>
            <pc:sldMk cId="0" sldId="878"/>
            <ac:spMk id="60423" creationId="{0D5BC8F2-8CC6-420A-B8FD-7FA5EF38BF87}"/>
          </ac:spMkLst>
        </pc:spChg>
        <pc:spChg chg="mod">
          <ac:chgData name="王 欣捷" userId="b965477fa0aef5e6" providerId="LiveId" clId="{CCC25DF9-4458-4252-A1FA-96CED2233F88}" dt="2021-04-22T08:22:07.795" v="471" actId="1076"/>
          <ac:spMkLst>
            <pc:docMk/>
            <pc:sldMk cId="0" sldId="878"/>
            <ac:spMk id="60424" creationId="{FF76D368-664B-4635-BABA-C3CE2D477B26}"/>
          </ac:spMkLst>
        </pc:spChg>
        <pc:spChg chg="mod">
          <ac:chgData name="王 欣捷" userId="b965477fa0aef5e6" providerId="LiveId" clId="{CCC25DF9-4458-4252-A1FA-96CED2233F88}" dt="2021-04-22T08:22:07.795" v="471" actId="1076"/>
          <ac:spMkLst>
            <pc:docMk/>
            <pc:sldMk cId="0" sldId="878"/>
            <ac:spMk id="60425" creationId="{B9744E80-09BA-4E2B-A167-A96CFBC7DE9E}"/>
          </ac:spMkLst>
        </pc:spChg>
        <pc:spChg chg="mod">
          <ac:chgData name="王 欣捷" userId="b965477fa0aef5e6" providerId="LiveId" clId="{CCC25DF9-4458-4252-A1FA-96CED2233F88}" dt="2021-04-22T08:22:07.795" v="471" actId="1076"/>
          <ac:spMkLst>
            <pc:docMk/>
            <pc:sldMk cId="0" sldId="878"/>
            <ac:spMk id="60426" creationId="{509A6D21-C7EF-4AC7-809E-249136EB1100}"/>
          </ac:spMkLst>
        </pc:spChg>
        <pc:spChg chg="mod">
          <ac:chgData name="王 欣捷" userId="b965477fa0aef5e6" providerId="LiveId" clId="{CCC25DF9-4458-4252-A1FA-96CED2233F88}" dt="2021-04-22T08:22:07.795" v="471" actId="1076"/>
          <ac:spMkLst>
            <pc:docMk/>
            <pc:sldMk cId="0" sldId="878"/>
            <ac:spMk id="60427" creationId="{C172CE94-4195-4A20-8340-9758CD6B62F0}"/>
          </ac:spMkLst>
        </pc:spChg>
        <pc:spChg chg="mod">
          <ac:chgData name="王 欣捷" userId="b965477fa0aef5e6" providerId="LiveId" clId="{CCC25DF9-4458-4252-A1FA-96CED2233F88}" dt="2021-04-22T08:22:07.795" v="471" actId="1076"/>
          <ac:spMkLst>
            <pc:docMk/>
            <pc:sldMk cId="0" sldId="878"/>
            <ac:spMk id="60428" creationId="{E32752C3-697A-4DCD-ABFD-508856A06F4E}"/>
          </ac:spMkLst>
        </pc:spChg>
        <pc:spChg chg="mod">
          <ac:chgData name="王 欣捷" userId="b965477fa0aef5e6" providerId="LiveId" clId="{CCC25DF9-4458-4252-A1FA-96CED2233F88}" dt="2021-04-22T08:22:07.795" v="471" actId="1076"/>
          <ac:spMkLst>
            <pc:docMk/>
            <pc:sldMk cId="0" sldId="878"/>
            <ac:spMk id="60429" creationId="{1C9FD1FC-B2B7-4F94-8819-F9976A048244}"/>
          </ac:spMkLst>
        </pc:spChg>
        <pc:spChg chg="mod">
          <ac:chgData name="王 欣捷" userId="b965477fa0aef5e6" providerId="LiveId" clId="{CCC25DF9-4458-4252-A1FA-96CED2233F88}" dt="2021-04-22T08:22:07.795" v="471" actId="1076"/>
          <ac:spMkLst>
            <pc:docMk/>
            <pc:sldMk cId="0" sldId="878"/>
            <ac:spMk id="60430" creationId="{5E857CF0-3A8E-4147-A035-3A4086B434F1}"/>
          </ac:spMkLst>
        </pc:spChg>
        <pc:spChg chg="mod">
          <ac:chgData name="王 欣捷" userId="b965477fa0aef5e6" providerId="LiveId" clId="{CCC25DF9-4458-4252-A1FA-96CED2233F88}" dt="2021-04-22T08:22:07.795" v="471" actId="1076"/>
          <ac:spMkLst>
            <pc:docMk/>
            <pc:sldMk cId="0" sldId="878"/>
            <ac:spMk id="60431" creationId="{2B4575AA-7106-4AF1-897A-A5C4A30967A2}"/>
          </ac:spMkLst>
        </pc:spChg>
        <pc:spChg chg="mod">
          <ac:chgData name="王 欣捷" userId="b965477fa0aef5e6" providerId="LiveId" clId="{CCC25DF9-4458-4252-A1FA-96CED2233F88}" dt="2021-04-22T08:22:07.795" v="471" actId="1076"/>
          <ac:spMkLst>
            <pc:docMk/>
            <pc:sldMk cId="0" sldId="878"/>
            <ac:spMk id="60432" creationId="{28FC2E26-B8F6-4573-BB94-1D6A4B1C69DB}"/>
          </ac:spMkLst>
        </pc:spChg>
        <pc:spChg chg="mod">
          <ac:chgData name="王 欣捷" userId="b965477fa0aef5e6" providerId="LiveId" clId="{CCC25DF9-4458-4252-A1FA-96CED2233F88}" dt="2021-04-22T08:22:07.795" v="471" actId="1076"/>
          <ac:spMkLst>
            <pc:docMk/>
            <pc:sldMk cId="0" sldId="878"/>
            <ac:spMk id="60433" creationId="{0BAA4CC6-2DFF-43F4-842A-BBDABA25C0F3}"/>
          </ac:spMkLst>
        </pc:spChg>
        <pc:spChg chg="mod">
          <ac:chgData name="王 欣捷" userId="b965477fa0aef5e6" providerId="LiveId" clId="{CCC25DF9-4458-4252-A1FA-96CED2233F88}" dt="2021-04-22T08:22:07.795" v="471" actId="1076"/>
          <ac:spMkLst>
            <pc:docMk/>
            <pc:sldMk cId="0" sldId="878"/>
            <ac:spMk id="60434" creationId="{55B65C4A-D988-4557-A89B-4F553198FC23}"/>
          </ac:spMkLst>
        </pc:spChg>
        <pc:spChg chg="mod">
          <ac:chgData name="王 欣捷" userId="b965477fa0aef5e6" providerId="LiveId" clId="{CCC25DF9-4458-4252-A1FA-96CED2233F88}" dt="2021-04-22T08:22:07.795" v="471" actId="1076"/>
          <ac:spMkLst>
            <pc:docMk/>
            <pc:sldMk cId="0" sldId="878"/>
            <ac:spMk id="60435" creationId="{7F3698A0-FCC3-44DA-8D73-42004D06E047}"/>
          </ac:spMkLst>
        </pc:spChg>
        <pc:spChg chg="mod">
          <ac:chgData name="王 欣捷" userId="b965477fa0aef5e6" providerId="LiveId" clId="{CCC25DF9-4458-4252-A1FA-96CED2233F88}" dt="2021-04-22T08:22:07.795" v="471" actId="1076"/>
          <ac:spMkLst>
            <pc:docMk/>
            <pc:sldMk cId="0" sldId="878"/>
            <ac:spMk id="60436" creationId="{238DC1B8-51C6-4262-A810-2D9B80A5D510}"/>
          </ac:spMkLst>
        </pc:spChg>
        <pc:spChg chg="mod">
          <ac:chgData name="王 欣捷" userId="b965477fa0aef5e6" providerId="LiveId" clId="{CCC25DF9-4458-4252-A1FA-96CED2233F88}" dt="2021-04-22T08:22:07.795" v="471" actId="1076"/>
          <ac:spMkLst>
            <pc:docMk/>
            <pc:sldMk cId="0" sldId="878"/>
            <ac:spMk id="60437" creationId="{FA21262D-CA55-46B7-AE59-F06C32307D08}"/>
          </ac:spMkLst>
        </pc:spChg>
        <pc:spChg chg="mod">
          <ac:chgData name="王 欣捷" userId="b965477fa0aef5e6" providerId="LiveId" clId="{CCC25DF9-4458-4252-A1FA-96CED2233F88}" dt="2021-04-22T08:22:07.795" v="471" actId="1076"/>
          <ac:spMkLst>
            <pc:docMk/>
            <pc:sldMk cId="0" sldId="878"/>
            <ac:spMk id="60438" creationId="{47C45773-6B28-460B-B97D-79DB618F1E16}"/>
          </ac:spMkLst>
        </pc:spChg>
        <pc:spChg chg="mod">
          <ac:chgData name="王 欣捷" userId="b965477fa0aef5e6" providerId="LiveId" clId="{CCC25DF9-4458-4252-A1FA-96CED2233F88}" dt="2021-04-22T08:22:07.795" v="471" actId="1076"/>
          <ac:spMkLst>
            <pc:docMk/>
            <pc:sldMk cId="0" sldId="878"/>
            <ac:spMk id="60439" creationId="{5BCF0C3B-3A15-46B5-8815-CC027665BFAD}"/>
          </ac:spMkLst>
        </pc:spChg>
        <pc:spChg chg="mod">
          <ac:chgData name="王 欣捷" userId="b965477fa0aef5e6" providerId="LiveId" clId="{CCC25DF9-4458-4252-A1FA-96CED2233F88}" dt="2021-04-22T08:22:07.795" v="471" actId="1076"/>
          <ac:spMkLst>
            <pc:docMk/>
            <pc:sldMk cId="0" sldId="878"/>
            <ac:spMk id="60440" creationId="{C073BC23-8315-4D16-9E5E-B8DBEBA39E5E}"/>
          </ac:spMkLst>
        </pc:spChg>
        <pc:spChg chg="mod">
          <ac:chgData name="王 欣捷" userId="b965477fa0aef5e6" providerId="LiveId" clId="{CCC25DF9-4458-4252-A1FA-96CED2233F88}" dt="2021-04-22T08:22:07.795" v="471" actId="1076"/>
          <ac:spMkLst>
            <pc:docMk/>
            <pc:sldMk cId="0" sldId="878"/>
            <ac:spMk id="60441" creationId="{34C165AB-D1A6-42B1-8373-EE5C4F0AE0C8}"/>
          </ac:spMkLst>
        </pc:spChg>
        <pc:spChg chg="mod">
          <ac:chgData name="王 欣捷" userId="b965477fa0aef5e6" providerId="LiveId" clId="{CCC25DF9-4458-4252-A1FA-96CED2233F88}" dt="2021-04-22T08:22:07.795" v="471" actId="1076"/>
          <ac:spMkLst>
            <pc:docMk/>
            <pc:sldMk cId="0" sldId="878"/>
            <ac:spMk id="60442" creationId="{6EA9EA62-3C3B-4BC5-BAC7-8E9857052502}"/>
          </ac:spMkLst>
        </pc:spChg>
        <pc:spChg chg="mod">
          <ac:chgData name="王 欣捷" userId="b965477fa0aef5e6" providerId="LiveId" clId="{CCC25DF9-4458-4252-A1FA-96CED2233F88}" dt="2021-04-22T08:22:07.795" v="471" actId="1076"/>
          <ac:spMkLst>
            <pc:docMk/>
            <pc:sldMk cId="0" sldId="878"/>
            <ac:spMk id="60443" creationId="{41E4D072-65DA-4751-BD40-BB4C93E9DF3A}"/>
          </ac:spMkLst>
        </pc:spChg>
        <pc:spChg chg="mod">
          <ac:chgData name="王 欣捷" userId="b965477fa0aef5e6" providerId="LiveId" clId="{CCC25DF9-4458-4252-A1FA-96CED2233F88}" dt="2021-04-22T08:22:07.795" v="471" actId="1076"/>
          <ac:spMkLst>
            <pc:docMk/>
            <pc:sldMk cId="0" sldId="878"/>
            <ac:spMk id="60444" creationId="{7B46CC98-A46A-4C84-9AA0-9264268DD658}"/>
          </ac:spMkLst>
        </pc:spChg>
        <pc:spChg chg="mod">
          <ac:chgData name="王 欣捷" userId="b965477fa0aef5e6" providerId="LiveId" clId="{CCC25DF9-4458-4252-A1FA-96CED2233F88}" dt="2021-04-22T08:22:07.795" v="471" actId="1076"/>
          <ac:spMkLst>
            <pc:docMk/>
            <pc:sldMk cId="0" sldId="878"/>
            <ac:spMk id="60445" creationId="{3062DC7F-610C-4630-8EBB-69617F90AA13}"/>
          </ac:spMkLst>
        </pc:spChg>
        <pc:spChg chg="mod">
          <ac:chgData name="王 欣捷" userId="b965477fa0aef5e6" providerId="LiveId" clId="{CCC25DF9-4458-4252-A1FA-96CED2233F88}" dt="2021-04-22T08:22:07.795" v="471" actId="1076"/>
          <ac:spMkLst>
            <pc:docMk/>
            <pc:sldMk cId="0" sldId="878"/>
            <ac:spMk id="60446" creationId="{9EC0B0EC-7F63-45DE-9F6B-089CE9796B81}"/>
          </ac:spMkLst>
        </pc:spChg>
        <pc:spChg chg="mod">
          <ac:chgData name="王 欣捷" userId="b965477fa0aef5e6" providerId="LiveId" clId="{CCC25DF9-4458-4252-A1FA-96CED2233F88}" dt="2021-04-22T08:23:06.769" v="494" actId="113"/>
          <ac:spMkLst>
            <pc:docMk/>
            <pc:sldMk cId="0" sldId="878"/>
            <ac:spMk id="60452" creationId="{0C19EFE6-8CFC-4B5B-81CA-A83D7B872BAB}"/>
          </ac:spMkLst>
        </pc:spChg>
        <pc:spChg chg="mod">
          <ac:chgData name="王 欣捷" userId="b965477fa0aef5e6" providerId="LiveId" clId="{CCC25DF9-4458-4252-A1FA-96CED2233F88}" dt="2021-04-22T08:23:07.623" v="495" actId="113"/>
          <ac:spMkLst>
            <pc:docMk/>
            <pc:sldMk cId="0" sldId="878"/>
            <ac:spMk id="60453" creationId="{14EC32E4-ADC5-48FA-BD91-B29A72135589}"/>
          </ac:spMkLst>
        </pc:spChg>
        <pc:spChg chg="mod">
          <ac:chgData name="王 欣捷" userId="b965477fa0aef5e6" providerId="LiveId" clId="{CCC25DF9-4458-4252-A1FA-96CED2233F88}" dt="2021-04-22T08:22:07.795" v="471" actId="1076"/>
          <ac:spMkLst>
            <pc:docMk/>
            <pc:sldMk cId="0" sldId="878"/>
            <ac:spMk id="60454" creationId="{982D7F2E-F796-46C5-A7FC-1B0CC0507ED0}"/>
          </ac:spMkLst>
        </pc:spChg>
        <pc:spChg chg="mod">
          <ac:chgData name="王 欣捷" userId="b965477fa0aef5e6" providerId="LiveId" clId="{CCC25DF9-4458-4252-A1FA-96CED2233F88}" dt="2021-04-22T08:22:07.795" v="471" actId="1076"/>
          <ac:spMkLst>
            <pc:docMk/>
            <pc:sldMk cId="0" sldId="878"/>
            <ac:spMk id="60455" creationId="{890A4664-F96B-476B-925C-13ED0231E14F}"/>
          </ac:spMkLst>
        </pc:spChg>
        <pc:spChg chg="mod">
          <ac:chgData name="王 欣捷" userId="b965477fa0aef5e6" providerId="LiveId" clId="{CCC25DF9-4458-4252-A1FA-96CED2233F88}" dt="2021-04-22T08:22:07.795" v="471" actId="1076"/>
          <ac:spMkLst>
            <pc:docMk/>
            <pc:sldMk cId="0" sldId="878"/>
            <ac:spMk id="60456" creationId="{F8FB59EE-2CDF-432A-B125-B5940A597A3A}"/>
          </ac:spMkLst>
        </pc:spChg>
        <pc:spChg chg="mod">
          <ac:chgData name="王 欣捷" userId="b965477fa0aef5e6" providerId="LiveId" clId="{CCC25DF9-4458-4252-A1FA-96CED2233F88}" dt="2021-04-22T08:22:07.795" v="471" actId="1076"/>
          <ac:spMkLst>
            <pc:docMk/>
            <pc:sldMk cId="0" sldId="878"/>
            <ac:spMk id="60457" creationId="{A5C3F297-A21E-4579-8765-F5B0353CD4D7}"/>
          </ac:spMkLst>
        </pc:spChg>
        <pc:spChg chg="mod">
          <ac:chgData name="王 欣捷" userId="b965477fa0aef5e6" providerId="LiveId" clId="{CCC25DF9-4458-4252-A1FA-96CED2233F88}" dt="2021-04-22T08:22:07.795" v="471" actId="1076"/>
          <ac:spMkLst>
            <pc:docMk/>
            <pc:sldMk cId="0" sldId="878"/>
            <ac:spMk id="60458" creationId="{17D8D468-950C-4406-9BD5-005B768FEF91}"/>
          </ac:spMkLst>
        </pc:spChg>
        <pc:spChg chg="mod">
          <ac:chgData name="王 欣捷" userId="b965477fa0aef5e6" providerId="LiveId" clId="{CCC25DF9-4458-4252-A1FA-96CED2233F88}" dt="2021-04-22T08:22:07.795" v="471" actId="1076"/>
          <ac:spMkLst>
            <pc:docMk/>
            <pc:sldMk cId="0" sldId="878"/>
            <ac:spMk id="60459" creationId="{E3CFD74C-4892-4D59-BA41-9279B122B50F}"/>
          </ac:spMkLst>
        </pc:spChg>
        <pc:spChg chg="mod">
          <ac:chgData name="王 欣捷" userId="b965477fa0aef5e6" providerId="LiveId" clId="{CCC25DF9-4458-4252-A1FA-96CED2233F88}" dt="2021-04-22T08:22:07.795" v="471" actId="1076"/>
          <ac:spMkLst>
            <pc:docMk/>
            <pc:sldMk cId="0" sldId="878"/>
            <ac:spMk id="60460" creationId="{40009E25-274E-4BE6-A3E9-8521F0AC9EED}"/>
          </ac:spMkLst>
        </pc:spChg>
        <pc:spChg chg="mod">
          <ac:chgData name="王 欣捷" userId="b965477fa0aef5e6" providerId="LiveId" clId="{CCC25DF9-4458-4252-A1FA-96CED2233F88}" dt="2021-04-22T08:22:07.795" v="471" actId="1076"/>
          <ac:spMkLst>
            <pc:docMk/>
            <pc:sldMk cId="0" sldId="878"/>
            <ac:spMk id="60461" creationId="{9A2256E7-A5E7-4710-8280-D3F72DF1AED5}"/>
          </ac:spMkLst>
        </pc:spChg>
        <pc:spChg chg="mod">
          <ac:chgData name="王 欣捷" userId="b965477fa0aef5e6" providerId="LiveId" clId="{CCC25DF9-4458-4252-A1FA-96CED2233F88}" dt="2021-04-22T08:22:07.795" v="471" actId="1076"/>
          <ac:spMkLst>
            <pc:docMk/>
            <pc:sldMk cId="0" sldId="878"/>
            <ac:spMk id="60462" creationId="{1BA0277A-7D42-4480-BD10-C88BF0310463}"/>
          </ac:spMkLst>
        </pc:spChg>
        <pc:spChg chg="mod">
          <ac:chgData name="王 欣捷" userId="b965477fa0aef5e6" providerId="LiveId" clId="{CCC25DF9-4458-4252-A1FA-96CED2233F88}" dt="2021-04-22T08:22:07.795" v="471" actId="1076"/>
          <ac:spMkLst>
            <pc:docMk/>
            <pc:sldMk cId="0" sldId="878"/>
            <ac:spMk id="60463" creationId="{FF1ED212-B5F4-4E41-B4D4-8B2078122D24}"/>
          </ac:spMkLst>
        </pc:spChg>
        <pc:spChg chg="mod">
          <ac:chgData name="王 欣捷" userId="b965477fa0aef5e6" providerId="LiveId" clId="{CCC25DF9-4458-4252-A1FA-96CED2233F88}" dt="2021-04-22T08:22:07.795" v="471" actId="1076"/>
          <ac:spMkLst>
            <pc:docMk/>
            <pc:sldMk cId="0" sldId="878"/>
            <ac:spMk id="60464" creationId="{D3D18436-D3CF-4CE8-B46C-DF06A7546CC1}"/>
          </ac:spMkLst>
        </pc:spChg>
        <pc:spChg chg="mod">
          <ac:chgData name="王 欣捷" userId="b965477fa0aef5e6" providerId="LiveId" clId="{CCC25DF9-4458-4252-A1FA-96CED2233F88}" dt="2021-04-22T08:22:07.795" v="471" actId="1076"/>
          <ac:spMkLst>
            <pc:docMk/>
            <pc:sldMk cId="0" sldId="878"/>
            <ac:spMk id="60465" creationId="{20B0BE75-BEBF-4D21-92EF-284F12D615FC}"/>
          </ac:spMkLst>
        </pc:spChg>
        <pc:spChg chg="mod">
          <ac:chgData name="王 欣捷" userId="b965477fa0aef5e6" providerId="LiveId" clId="{CCC25DF9-4458-4252-A1FA-96CED2233F88}" dt="2021-04-22T08:22:07.795" v="471" actId="1076"/>
          <ac:spMkLst>
            <pc:docMk/>
            <pc:sldMk cId="0" sldId="878"/>
            <ac:spMk id="60466" creationId="{4698EDBF-B651-4D9C-B9F1-FD25388C6D11}"/>
          </ac:spMkLst>
        </pc:spChg>
        <pc:spChg chg="mod">
          <ac:chgData name="王 欣捷" userId="b965477fa0aef5e6" providerId="LiveId" clId="{CCC25DF9-4458-4252-A1FA-96CED2233F88}" dt="2021-04-22T08:22:07.795" v="471" actId="1076"/>
          <ac:spMkLst>
            <pc:docMk/>
            <pc:sldMk cId="0" sldId="878"/>
            <ac:spMk id="60467" creationId="{5983C595-B599-409F-A646-4FE4243B85AC}"/>
          </ac:spMkLst>
        </pc:spChg>
        <pc:spChg chg="mod">
          <ac:chgData name="王 欣捷" userId="b965477fa0aef5e6" providerId="LiveId" clId="{CCC25DF9-4458-4252-A1FA-96CED2233F88}" dt="2021-04-22T08:22:07.795" v="471" actId="1076"/>
          <ac:spMkLst>
            <pc:docMk/>
            <pc:sldMk cId="0" sldId="878"/>
            <ac:spMk id="60468" creationId="{92E27251-2E15-4056-B37D-3C89B24D87C5}"/>
          </ac:spMkLst>
        </pc:spChg>
        <pc:spChg chg="mod">
          <ac:chgData name="王 欣捷" userId="b965477fa0aef5e6" providerId="LiveId" clId="{CCC25DF9-4458-4252-A1FA-96CED2233F88}" dt="2021-04-22T08:22:07.795" v="471" actId="1076"/>
          <ac:spMkLst>
            <pc:docMk/>
            <pc:sldMk cId="0" sldId="878"/>
            <ac:spMk id="60469" creationId="{D6A4A083-7511-4799-939C-27FB3109E98A}"/>
          </ac:spMkLst>
        </pc:spChg>
        <pc:spChg chg="mod">
          <ac:chgData name="王 欣捷" userId="b965477fa0aef5e6" providerId="LiveId" clId="{CCC25DF9-4458-4252-A1FA-96CED2233F88}" dt="2021-04-22T08:22:07.795" v="471" actId="1076"/>
          <ac:spMkLst>
            <pc:docMk/>
            <pc:sldMk cId="0" sldId="878"/>
            <ac:spMk id="60470" creationId="{748AA596-CB96-4F1D-90AA-B0A9FF8837B2}"/>
          </ac:spMkLst>
        </pc:spChg>
        <pc:spChg chg="mod">
          <ac:chgData name="王 欣捷" userId="b965477fa0aef5e6" providerId="LiveId" clId="{CCC25DF9-4458-4252-A1FA-96CED2233F88}" dt="2021-04-22T08:22:07.795" v="471" actId="1076"/>
          <ac:spMkLst>
            <pc:docMk/>
            <pc:sldMk cId="0" sldId="878"/>
            <ac:spMk id="60471" creationId="{FA3D30EB-1078-49D3-AEDA-46D771D294EE}"/>
          </ac:spMkLst>
        </pc:spChg>
        <pc:spChg chg="mod">
          <ac:chgData name="王 欣捷" userId="b965477fa0aef5e6" providerId="LiveId" clId="{CCC25DF9-4458-4252-A1FA-96CED2233F88}" dt="2021-04-22T08:22:07.795" v="471" actId="1076"/>
          <ac:spMkLst>
            <pc:docMk/>
            <pc:sldMk cId="0" sldId="878"/>
            <ac:spMk id="60472" creationId="{9381FE3C-BAE1-4EDF-BF3E-7DE8A816972D}"/>
          </ac:spMkLst>
        </pc:spChg>
        <pc:spChg chg="mod">
          <ac:chgData name="王 欣捷" userId="b965477fa0aef5e6" providerId="LiveId" clId="{CCC25DF9-4458-4252-A1FA-96CED2233F88}" dt="2021-04-22T08:22:07.795" v="471" actId="1076"/>
          <ac:spMkLst>
            <pc:docMk/>
            <pc:sldMk cId="0" sldId="878"/>
            <ac:spMk id="60473" creationId="{F0900BCD-D721-4BE6-A91F-6B48CDA211A2}"/>
          </ac:spMkLst>
        </pc:spChg>
        <pc:spChg chg="mod">
          <ac:chgData name="王 欣捷" userId="b965477fa0aef5e6" providerId="LiveId" clId="{CCC25DF9-4458-4252-A1FA-96CED2233F88}" dt="2021-04-22T08:22:07.795" v="471" actId="1076"/>
          <ac:spMkLst>
            <pc:docMk/>
            <pc:sldMk cId="0" sldId="878"/>
            <ac:spMk id="60474" creationId="{3A475E5C-3731-4F31-BED2-58C983C633DE}"/>
          </ac:spMkLst>
        </pc:spChg>
        <pc:spChg chg="mod">
          <ac:chgData name="王 欣捷" userId="b965477fa0aef5e6" providerId="LiveId" clId="{CCC25DF9-4458-4252-A1FA-96CED2233F88}" dt="2021-04-22T08:22:07.795" v="471" actId="1076"/>
          <ac:spMkLst>
            <pc:docMk/>
            <pc:sldMk cId="0" sldId="878"/>
            <ac:spMk id="60475" creationId="{DDA2AE7C-F6A3-4D6C-B242-4887BEC963AB}"/>
          </ac:spMkLst>
        </pc:spChg>
        <pc:spChg chg="mod">
          <ac:chgData name="王 欣捷" userId="b965477fa0aef5e6" providerId="LiveId" clId="{CCC25DF9-4458-4252-A1FA-96CED2233F88}" dt="2021-04-22T08:22:07.795" v="471" actId="1076"/>
          <ac:spMkLst>
            <pc:docMk/>
            <pc:sldMk cId="0" sldId="878"/>
            <ac:spMk id="60476" creationId="{C6902167-E31B-4273-AF2D-51B80E6C1F30}"/>
          </ac:spMkLst>
        </pc:spChg>
        <pc:spChg chg="mod">
          <ac:chgData name="王 欣捷" userId="b965477fa0aef5e6" providerId="LiveId" clId="{CCC25DF9-4458-4252-A1FA-96CED2233F88}" dt="2021-04-22T08:22:07.795" v="471" actId="1076"/>
          <ac:spMkLst>
            <pc:docMk/>
            <pc:sldMk cId="0" sldId="878"/>
            <ac:spMk id="60477" creationId="{090770AF-2696-4A13-8255-28FE73B2ABD3}"/>
          </ac:spMkLst>
        </pc:spChg>
        <pc:spChg chg="mod">
          <ac:chgData name="王 欣捷" userId="b965477fa0aef5e6" providerId="LiveId" clId="{CCC25DF9-4458-4252-A1FA-96CED2233F88}" dt="2021-04-22T08:22:07.795" v="471" actId="1076"/>
          <ac:spMkLst>
            <pc:docMk/>
            <pc:sldMk cId="0" sldId="878"/>
            <ac:spMk id="60478" creationId="{60954769-18C1-40B7-A2B4-05EC44F60643}"/>
          </ac:spMkLst>
        </pc:spChg>
        <pc:spChg chg="mod">
          <ac:chgData name="王 欣捷" userId="b965477fa0aef5e6" providerId="LiveId" clId="{CCC25DF9-4458-4252-A1FA-96CED2233F88}" dt="2021-04-22T08:22:07.795" v="471" actId="1076"/>
          <ac:spMkLst>
            <pc:docMk/>
            <pc:sldMk cId="0" sldId="878"/>
            <ac:spMk id="60479" creationId="{90B28E2F-BD41-4A69-937E-A97EDA0158CB}"/>
          </ac:spMkLst>
        </pc:spChg>
        <pc:spChg chg="mod">
          <ac:chgData name="王 欣捷" userId="b965477fa0aef5e6" providerId="LiveId" clId="{CCC25DF9-4458-4252-A1FA-96CED2233F88}" dt="2021-04-22T08:22:07.795" v="471" actId="1076"/>
          <ac:spMkLst>
            <pc:docMk/>
            <pc:sldMk cId="0" sldId="878"/>
            <ac:spMk id="60480" creationId="{7263268D-B8E4-454B-8D22-E06216352C09}"/>
          </ac:spMkLst>
        </pc:spChg>
        <pc:spChg chg="mod">
          <ac:chgData name="王 欣捷" userId="b965477fa0aef5e6" providerId="LiveId" clId="{CCC25DF9-4458-4252-A1FA-96CED2233F88}" dt="2021-04-22T08:22:07.795" v="471" actId="1076"/>
          <ac:spMkLst>
            <pc:docMk/>
            <pc:sldMk cId="0" sldId="878"/>
            <ac:spMk id="60481" creationId="{2A0EFCC3-EA0E-4AC1-BF2F-8C19531579E8}"/>
          </ac:spMkLst>
        </pc:spChg>
        <pc:spChg chg="mod">
          <ac:chgData name="王 欣捷" userId="b965477fa0aef5e6" providerId="LiveId" clId="{CCC25DF9-4458-4252-A1FA-96CED2233F88}" dt="2021-04-22T08:22:07.795" v="471" actId="1076"/>
          <ac:spMkLst>
            <pc:docMk/>
            <pc:sldMk cId="0" sldId="878"/>
            <ac:spMk id="60482" creationId="{DD39DC00-711E-458C-BB1A-BFA0A1D39BBA}"/>
          </ac:spMkLst>
        </pc:spChg>
        <pc:spChg chg="mod">
          <ac:chgData name="王 欣捷" userId="b965477fa0aef5e6" providerId="LiveId" clId="{CCC25DF9-4458-4252-A1FA-96CED2233F88}" dt="2021-04-22T08:22:07.795" v="471" actId="1076"/>
          <ac:spMkLst>
            <pc:docMk/>
            <pc:sldMk cId="0" sldId="878"/>
            <ac:spMk id="60483" creationId="{60207C33-8EF2-4192-AFA8-1BBBD931C6FD}"/>
          </ac:spMkLst>
        </pc:spChg>
        <pc:spChg chg="mod">
          <ac:chgData name="王 欣捷" userId="b965477fa0aef5e6" providerId="LiveId" clId="{CCC25DF9-4458-4252-A1FA-96CED2233F88}" dt="2021-04-22T08:22:07.795" v="471" actId="1076"/>
          <ac:spMkLst>
            <pc:docMk/>
            <pc:sldMk cId="0" sldId="878"/>
            <ac:spMk id="60484" creationId="{B2310788-6650-477A-99DA-2A5AE787CCC6}"/>
          </ac:spMkLst>
        </pc:spChg>
        <pc:grpChg chg="mod">
          <ac:chgData name="王 欣捷" userId="b965477fa0aef5e6" providerId="LiveId" clId="{CCC25DF9-4458-4252-A1FA-96CED2233F88}" dt="2021-04-22T08:22:44.628" v="481" actId="113"/>
          <ac:grpSpMkLst>
            <pc:docMk/>
            <pc:sldMk cId="0" sldId="878"/>
            <ac:grpSpMk id="60421" creationId="{BB555BC5-3CE8-44C2-82E7-BD549D7259C6}"/>
          </ac:grpSpMkLst>
        </pc:grpChg>
        <pc:grpChg chg="mod">
          <ac:chgData name="王 欣捷" userId="b965477fa0aef5e6" providerId="LiveId" clId="{CCC25DF9-4458-4252-A1FA-96CED2233F88}" dt="2021-04-22T08:22:07.795" v="471" actId="1076"/>
          <ac:grpSpMkLst>
            <pc:docMk/>
            <pc:sldMk cId="0" sldId="878"/>
            <ac:grpSpMk id="60447" creationId="{A9C6A1F4-C8A5-4FAA-A4F4-16F591C95772}"/>
          </ac:grpSpMkLst>
        </pc:grpChg>
        <pc:grpChg chg="mod">
          <ac:chgData name="王 欣捷" userId="b965477fa0aef5e6" providerId="LiveId" clId="{CCC25DF9-4458-4252-A1FA-96CED2233F88}" dt="2021-04-22T08:22:07.795" v="471" actId="1076"/>
          <ac:grpSpMkLst>
            <pc:docMk/>
            <pc:sldMk cId="0" sldId="878"/>
            <ac:grpSpMk id="60448" creationId="{07AC8D02-EB61-4828-8CAC-CB45437C61F3}"/>
          </ac:grpSpMkLst>
        </pc:grpChg>
        <pc:grpChg chg="mod">
          <ac:chgData name="王 欣捷" userId="b965477fa0aef5e6" providerId="LiveId" clId="{CCC25DF9-4458-4252-A1FA-96CED2233F88}" dt="2021-04-22T08:22:07.795" v="471" actId="1076"/>
          <ac:grpSpMkLst>
            <pc:docMk/>
            <pc:sldMk cId="0" sldId="878"/>
            <ac:grpSpMk id="60449" creationId="{AB6EAB31-1B09-442F-B874-C511262B74F0}"/>
          </ac:grpSpMkLst>
        </pc:grpChg>
        <pc:grpChg chg="mod">
          <ac:chgData name="王 欣捷" userId="b965477fa0aef5e6" providerId="LiveId" clId="{CCC25DF9-4458-4252-A1FA-96CED2233F88}" dt="2021-04-22T08:22:07.795" v="471" actId="1076"/>
          <ac:grpSpMkLst>
            <pc:docMk/>
            <pc:sldMk cId="0" sldId="878"/>
            <ac:grpSpMk id="60450" creationId="{127521F8-51A0-4817-9879-E855C118082C}"/>
          </ac:grpSpMkLst>
        </pc:grpChg>
        <pc:grpChg chg="mod">
          <ac:chgData name="王 欣捷" userId="b965477fa0aef5e6" providerId="LiveId" clId="{CCC25DF9-4458-4252-A1FA-96CED2233F88}" dt="2021-04-22T08:22:07.795" v="471" actId="1076"/>
          <ac:grpSpMkLst>
            <pc:docMk/>
            <pc:sldMk cId="0" sldId="878"/>
            <ac:grpSpMk id="60451" creationId="{B970F95A-69D6-423C-8403-2994676C9FBE}"/>
          </ac:grpSpMkLst>
        </pc:grpChg>
      </pc:sldChg>
      <pc:sldChg chg="addSp delSp modSp add mod modClrScheme chgLayout">
        <pc:chgData name="王 欣捷" userId="b965477fa0aef5e6" providerId="LiveId" clId="{CCC25DF9-4458-4252-A1FA-96CED2233F88}" dt="2021-04-22T08:23:36.228" v="514"/>
        <pc:sldMkLst>
          <pc:docMk/>
          <pc:sldMk cId="0" sldId="879"/>
        </pc:sldMkLst>
        <pc:spChg chg="add mod">
          <ac:chgData name="王 欣捷" userId="b965477fa0aef5e6" providerId="LiveId" clId="{CCC25DF9-4458-4252-A1FA-96CED2233F88}" dt="2021-04-22T08:23:36.228" v="514"/>
          <ac:spMkLst>
            <pc:docMk/>
            <pc:sldMk cId="0" sldId="879"/>
            <ac:spMk id="69" creationId="{C3B35619-7A4F-490E-916E-588A92473303}"/>
          </ac:spMkLst>
        </pc:spChg>
        <pc:spChg chg="mod ord">
          <ac:chgData name="王 欣捷" userId="b965477fa0aef5e6" providerId="LiveId" clId="{CCC25DF9-4458-4252-A1FA-96CED2233F88}" dt="2021-04-22T08:19:28.803" v="443" actId="404"/>
          <ac:spMkLst>
            <pc:docMk/>
            <pc:sldMk cId="0" sldId="879"/>
            <ac:spMk id="61442" creationId="{9E5F35F4-30B2-46DC-A4E7-9D5D96903DAC}"/>
          </ac:spMkLst>
        </pc:spChg>
        <pc:spChg chg="del">
          <ac:chgData name="王 欣捷" userId="b965477fa0aef5e6" providerId="LiveId" clId="{CCC25DF9-4458-4252-A1FA-96CED2233F88}" dt="2021-04-22T08:13:49.440" v="367" actId="700"/>
          <ac:spMkLst>
            <pc:docMk/>
            <pc:sldMk cId="0" sldId="879"/>
            <ac:spMk id="61443" creationId="{BC1552DE-CE0B-47A6-8A30-1AE401D4BAEE}"/>
          </ac:spMkLst>
        </pc:spChg>
        <pc:spChg chg="del">
          <ac:chgData name="王 欣捷" userId="b965477fa0aef5e6" providerId="LiveId" clId="{CCC25DF9-4458-4252-A1FA-96CED2233F88}" dt="2021-04-22T08:22:24.008" v="475" actId="478"/>
          <ac:spMkLst>
            <pc:docMk/>
            <pc:sldMk cId="0" sldId="879"/>
            <ac:spMk id="61444" creationId="{1566CA87-7CC0-41DB-8D6A-A60EFEFC787A}"/>
          </ac:spMkLst>
        </pc:spChg>
        <pc:spChg chg="mod">
          <ac:chgData name="王 欣捷" userId="b965477fa0aef5e6" providerId="LiveId" clId="{CCC25DF9-4458-4252-A1FA-96CED2233F88}" dt="2021-04-22T08:22:13.807" v="472" actId="1076"/>
          <ac:spMkLst>
            <pc:docMk/>
            <pc:sldMk cId="0" sldId="879"/>
            <ac:spMk id="61446" creationId="{7A8B6634-AB74-472A-8587-8B028F855241}"/>
          </ac:spMkLst>
        </pc:spChg>
        <pc:spChg chg="mod">
          <ac:chgData name="王 欣捷" userId="b965477fa0aef5e6" providerId="LiveId" clId="{CCC25DF9-4458-4252-A1FA-96CED2233F88}" dt="2021-04-22T08:22:13.807" v="472" actId="1076"/>
          <ac:spMkLst>
            <pc:docMk/>
            <pc:sldMk cId="0" sldId="879"/>
            <ac:spMk id="61447" creationId="{5518983F-2B3B-4835-9095-AFB524DC490A}"/>
          </ac:spMkLst>
        </pc:spChg>
        <pc:spChg chg="mod">
          <ac:chgData name="王 欣捷" userId="b965477fa0aef5e6" providerId="LiveId" clId="{CCC25DF9-4458-4252-A1FA-96CED2233F88}" dt="2021-04-22T08:22:13.807" v="472" actId="1076"/>
          <ac:spMkLst>
            <pc:docMk/>
            <pc:sldMk cId="0" sldId="879"/>
            <ac:spMk id="61448" creationId="{A3C60ACD-9F53-4576-BC5F-8A746F2BB8BB}"/>
          </ac:spMkLst>
        </pc:spChg>
        <pc:spChg chg="mod">
          <ac:chgData name="王 欣捷" userId="b965477fa0aef5e6" providerId="LiveId" clId="{CCC25DF9-4458-4252-A1FA-96CED2233F88}" dt="2021-04-22T08:22:13.807" v="472" actId="1076"/>
          <ac:spMkLst>
            <pc:docMk/>
            <pc:sldMk cId="0" sldId="879"/>
            <ac:spMk id="61449" creationId="{2E85C4C3-BD6C-44B9-AAB2-1ED2EAF7563C}"/>
          </ac:spMkLst>
        </pc:spChg>
        <pc:spChg chg="mod">
          <ac:chgData name="王 欣捷" userId="b965477fa0aef5e6" providerId="LiveId" clId="{CCC25DF9-4458-4252-A1FA-96CED2233F88}" dt="2021-04-22T08:22:13.807" v="472" actId="1076"/>
          <ac:spMkLst>
            <pc:docMk/>
            <pc:sldMk cId="0" sldId="879"/>
            <ac:spMk id="61450" creationId="{3215EA12-69C2-4285-8BD6-978BE78E9AD1}"/>
          </ac:spMkLst>
        </pc:spChg>
        <pc:spChg chg="mod">
          <ac:chgData name="王 欣捷" userId="b965477fa0aef5e6" providerId="LiveId" clId="{CCC25DF9-4458-4252-A1FA-96CED2233F88}" dt="2021-04-22T08:22:13.807" v="472" actId="1076"/>
          <ac:spMkLst>
            <pc:docMk/>
            <pc:sldMk cId="0" sldId="879"/>
            <ac:spMk id="61451" creationId="{D5D145AB-0980-4DDE-9CFE-5A7CA3C3406C}"/>
          </ac:spMkLst>
        </pc:spChg>
        <pc:spChg chg="mod">
          <ac:chgData name="王 欣捷" userId="b965477fa0aef5e6" providerId="LiveId" clId="{CCC25DF9-4458-4252-A1FA-96CED2233F88}" dt="2021-04-22T08:22:13.807" v="472" actId="1076"/>
          <ac:spMkLst>
            <pc:docMk/>
            <pc:sldMk cId="0" sldId="879"/>
            <ac:spMk id="61452" creationId="{F5E333FC-C708-49E5-A186-CE61E72EAC70}"/>
          </ac:spMkLst>
        </pc:spChg>
        <pc:spChg chg="mod">
          <ac:chgData name="王 欣捷" userId="b965477fa0aef5e6" providerId="LiveId" clId="{CCC25DF9-4458-4252-A1FA-96CED2233F88}" dt="2021-04-22T08:22:13.807" v="472" actId="1076"/>
          <ac:spMkLst>
            <pc:docMk/>
            <pc:sldMk cId="0" sldId="879"/>
            <ac:spMk id="61453" creationId="{4FADB9E0-B4B8-4A7E-9FFC-89B3B0054C51}"/>
          </ac:spMkLst>
        </pc:spChg>
        <pc:spChg chg="mod">
          <ac:chgData name="王 欣捷" userId="b965477fa0aef5e6" providerId="LiveId" clId="{CCC25DF9-4458-4252-A1FA-96CED2233F88}" dt="2021-04-22T08:22:13.807" v="472" actId="1076"/>
          <ac:spMkLst>
            <pc:docMk/>
            <pc:sldMk cId="0" sldId="879"/>
            <ac:spMk id="61454" creationId="{D5A27ADB-8A1F-4EFC-BF7A-82CD8E999261}"/>
          </ac:spMkLst>
        </pc:spChg>
        <pc:spChg chg="mod">
          <ac:chgData name="王 欣捷" userId="b965477fa0aef5e6" providerId="LiveId" clId="{CCC25DF9-4458-4252-A1FA-96CED2233F88}" dt="2021-04-22T08:22:13.807" v="472" actId="1076"/>
          <ac:spMkLst>
            <pc:docMk/>
            <pc:sldMk cId="0" sldId="879"/>
            <ac:spMk id="61455" creationId="{1BC8DE5C-8572-4A59-B05D-595917A88CAB}"/>
          </ac:spMkLst>
        </pc:spChg>
        <pc:spChg chg="mod">
          <ac:chgData name="王 欣捷" userId="b965477fa0aef5e6" providerId="LiveId" clId="{CCC25DF9-4458-4252-A1FA-96CED2233F88}" dt="2021-04-22T08:22:13.807" v="472" actId="1076"/>
          <ac:spMkLst>
            <pc:docMk/>
            <pc:sldMk cId="0" sldId="879"/>
            <ac:spMk id="61456" creationId="{58EAEC18-72CE-4452-8D1E-8829C1F5AA5D}"/>
          </ac:spMkLst>
        </pc:spChg>
        <pc:spChg chg="mod">
          <ac:chgData name="王 欣捷" userId="b965477fa0aef5e6" providerId="LiveId" clId="{CCC25DF9-4458-4252-A1FA-96CED2233F88}" dt="2021-04-22T08:22:13.807" v="472" actId="1076"/>
          <ac:spMkLst>
            <pc:docMk/>
            <pc:sldMk cId="0" sldId="879"/>
            <ac:spMk id="61457" creationId="{54CA2FD3-F27A-4CF2-8BB5-DE47154BBD67}"/>
          </ac:spMkLst>
        </pc:spChg>
        <pc:spChg chg="mod">
          <ac:chgData name="王 欣捷" userId="b965477fa0aef5e6" providerId="LiveId" clId="{CCC25DF9-4458-4252-A1FA-96CED2233F88}" dt="2021-04-22T08:22:13.807" v="472" actId="1076"/>
          <ac:spMkLst>
            <pc:docMk/>
            <pc:sldMk cId="0" sldId="879"/>
            <ac:spMk id="61458" creationId="{66ABDFCF-0F04-4E73-92E9-A5092B957C1E}"/>
          </ac:spMkLst>
        </pc:spChg>
        <pc:spChg chg="mod">
          <ac:chgData name="王 欣捷" userId="b965477fa0aef5e6" providerId="LiveId" clId="{CCC25DF9-4458-4252-A1FA-96CED2233F88}" dt="2021-04-22T08:22:13.807" v="472" actId="1076"/>
          <ac:spMkLst>
            <pc:docMk/>
            <pc:sldMk cId="0" sldId="879"/>
            <ac:spMk id="61459" creationId="{6C85A96C-62F9-49C5-BDB7-73F48B5A3A2A}"/>
          </ac:spMkLst>
        </pc:spChg>
        <pc:spChg chg="mod">
          <ac:chgData name="王 欣捷" userId="b965477fa0aef5e6" providerId="LiveId" clId="{CCC25DF9-4458-4252-A1FA-96CED2233F88}" dt="2021-04-22T08:22:13.807" v="472" actId="1076"/>
          <ac:spMkLst>
            <pc:docMk/>
            <pc:sldMk cId="0" sldId="879"/>
            <ac:spMk id="61460" creationId="{E2AACCA9-1338-4A92-8627-C8DB6C3EC938}"/>
          </ac:spMkLst>
        </pc:spChg>
        <pc:spChg chg="mod">
          <ac:chgData name="王 欣捷" userId="b965477fa0aef5e6" providerId="LiveId" clId="{CCC25DF9-4458-4252-A1FA-96CED2233F88}" dt="2021-04-22T08:22:13.807" v="472" actId="1076"/>
          <ac:spMkLst>
            <pc:docMk/>
            <pc:sldMk cId="0" sldId="879"/>
            <ac:spMk id="61461" creationId="{AE1BBCCB-2112-4E5D-9509-0162F18A6D42}"/>
          </ac:spMkLst>
        </pc:spChg>
        <pc:spChg chg="mod">
          <ac:chgData name="王 欣捷" userId="b965477fa0aef5e6" providerId="LiveId" clId="{CCC25DF9-4458-4252-A1FA-96CED2233F88}" dt="2021-04-22T08:22:13.807" v="472" actId="1076"/>
          <ac:spMkLst>
            <pc:docMk/>
            <pc:sldMk cId="0" sldId="879"/>
            <ac:spMk id="61462" creationId="{3A34F400-F72B-45C6-B340-3DA38FB3D7DA}"/>
          </ac:spMkLst>
        </pc:spChg>
        <pc:spChg chg="mod">
          <ac:chgData name="王 欣捷" userId="b965477fa0aef5e6" providerId="LiveId" clId="{CCC25DF9-4458-4252-A1FA-96CED2233F88}" dt="2021-04-22T08:22:13.807" v="472" actId="1076"/>
          <ac:spMkLst>
            <pc:docMk/>
            <pc:sldMk cId="0" sldId="879"/>
            <ac:spMk id="61463" creationId="{8FD23578-DD8D-4CFA-8214-9DBF300CCE4F}"/>
          </ac:spMkLst>
        </pc:spChg>
        <pc:spChg chg="mod">
          <ac:chgData name="王 欣捷" userId="b965477fa0aef5e6" providerId="LiveId" clId="{CCC25DF9-4458-4252-A1FA-96CED2233F88}" dt="2021-04-22T08:22:13.807" v="472" actId="1076"/>
          <ac:spMkLst>
            <pc:docMk/>
            <pc:sldMk cId="0" sldId="879"/>
            <ac:spMk id="61464" creationId="{17B23473-8658-41B2-846C-CFC968FB4838}"/>
          </ac:spMkLst>
        </pc:spChg>
        <pc:spChg chg="mod">
          <ac:chgData name="王 欣捷" userId="b965477fa0aef5e6" providerId="LiveId" clId="{CCC25DF9-4458-4252-A1FA-96CED2233F88}" dt="2021-04-22T08:22:13.807" v="472" actId="1076"/>
          <ac:spMkLst>
            <pc:docMk/>
            <pc:sldMk cId="0" sldId="879"/>
            <ac:spMk id="61465" creationId="{DA0A5674-260F-48CA-8A36-2B121F474305}"/>
          </ac:spMkLst>
        </pc:spChg>
        <pc:spChg chg="mod">
          <ac:chgData name="王 欣捷" userId="b965477fa0aef5e6" providerId="LiveId" clId="{CCC25DF9-4458-4252-A1FA-96CED2233F88}" dt="2021-04-22T08:22:13.807" v="472" actId="1076"/>
          <ac:spMkLst>
            <pc:docMk/>
            <pc:sldMk cId="0" sldId="879"/>
            <ac:spMk id="61466" creationId="{B0FE00C8-8C41-4085-8C87-92382260C92D}"/>
          </ac:spMkLst>
        </pc:spChg>
        <pc:spChg chg="mod">
          <ac:chgData name="王 欣捷" userId="b965477fa0aef5e6" providerId="LiveId" clId="{CCC25DF9-4458-4252-A1FA-96CED2233F88}" dt="2021-04-22T08:22:13.807" v="472" actId="1076"/>
          <ac:spMkLst>
            <pc:docMk/>
            <pc:sldMk cId="0" sldId="879"/>
            <ac:spMk id="61467" creationId="{BC7B34C7-47AE-4486-8415-24F8BF19B267}"/>
          </ac:spMkLst>
        </pc:spChg>
        <pc:spChg chg="mod">
          <ac:chgData name="王 欣捷" userId="b965477fa0aef5e6" providerId="LiveId" clId="{CCC25DF9-4458-4252-A1FA-96CED2233F88}" dt="2021-04-22T08:22:13.807" v="472" actId="1076"/>
          <ac:spMkLst>
            <pc:docMk/>
            <pc:sldMk cId="0" sldId="879"/>
            <ac:spMk id="61468" creationId="{FEC8FEB3-D67F-4E57-ABAF-D7052675D539}"/>
          </ac:spMkLst>
        </pc:spChg>
        <pc:spChg chg="mod">
          <ac:chgData name="王 欣捷" userId="b965477fa0aef5e6" providerId="LiveId" clId="{CCC25DF9-4458-4252-A1FA-96CED2233F88}" dt="2021-04-22T08:22:13.807" v="472" actId="1076"/>
          <ac:spMkLst>
            <pc:docMk/>
            <pc:sldMk cId="0" sldId="879"/>
            <ac:spMk id="61469" creationId="{1675A0DF-88A8-466E-B258-0CC375B02F8C}"/>
          </ac:spMkLst>
        </pc:spChg>
        <pc:spChg chg="mod">
          <ac:chgData name="王 欣捷" userId="b965477fa0aef5e6" providerId="LiveId" clId="{CCC25DF9-4458-4252-A1FA-96CED2233F88}" dt="2021-04-22T08:22:13.807" v="472" actId="1076"/>
          <ac:spMkLst>
            <pc:docMk/>
            <pc:sldMk cId="0" sldId="879"/>
            <ac:spMk id="61470" creationId="{BBAF4143-56D3-48AC-BEE0-81CD69761E88}"/>
          </ac:spMkLst>
        </pc:spChg>
        <pc:spChg chg="mod">
          <ac:chgData name="王 欣捷" userId="b965477fa0aef5e6" providerId="LiveId" clId="{CCC25DF9-4458-4252-A1FA-96CED2233F88}" dt="2021-04-22T08:23:03.369" v="492" actId="113"/>
          <ac:spMkLst>
            <pc:docMk/>
            <pc:sldMk cId="0" sldId="879"/>
            <ac:spMk id="61476" creationId="{437F144F-62E3-4077-B42B-E4D11A6072BF}"/>
          </ac:spMkLst>
        </pc:spChg>
        <pc:spChg chg="mod">
          <ac:chgData name="王 欣捷" userId="b965477fa0aef5e6" providerId="LiveId" clId="{CCC25DF9-4458-4252-A1FA-96CED2233F88}" dt="2021-04-22T08:23:04.229" v="493" actId="113"/>
          <ac:spMkLst>
            <pc:docMk/>
            <pc:sldMk cId="0" sldId="879"/>
            <ac:spMk id="61477" creationId="{BBCBA3BE-A922-411D-A54F-8B804E36A6FC}"/>
          </ac:spMkLst>
        </pc:spChg>
        <pc:spChg chg="mod">
          <ac:chgData name="王 欣捷" userId="b965477fa0aef5e6" providerId="LiveId" clId="{CCC25DF9-4458-4252-A1FA-96CED2233F88}" dt="2021-04-22T08:22:13.807" v="472" actId="1076"/>
          <ac:spMkLst>
            <pc:docMk/>
            <pc:sldMk cId="0" sldId="879"/>
            <ac:spMk id="61478" creationId="{DB2DADF4-3152-4E30-AE5C-B20B09E11589}"/>
          </ac:spMkLst>
        </pc:spChg>
        <pc:spChg chg="mod">
          <ac:chgData name="王 欣捷" userId="b965477fa0aef5e6" providerId="LiveId" clId="{CCC25DF9-4458-4252-A1FA-96CED2233F88}" dt="2021-04-22T08:22:13.807" v="472" actId="1076"/>
          <ac:spMkLst>
            <pc:docMk/>
            <pc:sldMk cId="0" sldId="879"/>
            <ac:spMk id="61479" creationId="{2BAA2170-6B0C-4914-B1FB-57C05BAABCF1}"/>
          </ac:spMkLst>
        </pc:spChg>
        <pc:spChg chg="mod">
          <ac:chgData name="王 欣捷" userId="b965477fa0aef5e6" providerId="LiveId" clId="{CCC25DF9-4458-4252-A1FA-96CED2233F88}" dt="2021-04-22T08:22:13.807" v="472" actId="1076"/>
          <ac:spMkLst>
            <pc:docMk/>
            <pc:sldMk cId="0" sldId="879"/>
            <ac:spMk id="61480" creationId="{90C93D44-C52A-4509-9AB8-E21D978DA19B}"/>
          </ac:spMkLst>
        </pc:spChg>
        <pc:spChg chg="mod">
          <ac:chgData name="王 欣捷" userId="b965477fa0aef5e6" providerId="LiveId" clId="{CCC25DF9-4458-4252-A1FA-96CED2233F88}" dt="2021-04-22T08:22:13.807" v="472" actId="1076"/>
          <ac:spMkLst>
            <pc:docMk/>
            <pc:sldMk cId="0" sldId="879"/>
            <ac:spMk id="61481" creationId="{297D5F78-19BE-4CCE-935E-05CA8A5852B9}"/>
          </ac:spMkLst>
        </pc:spChg>
        <pc:spChg chg="mod">
          <ac:chgData name="王 欣捷" userId="b965477fa0aef5e6" providerId="LiveId" clId="{CCC25DF9-4458-4252-A1FA-96CED2233F88}" dt="2021-04-22T08:22:13.807" v="472" actId="1076"/>
          <ac:spMkLst>
            <pc:docMk/>
            <pc:sldMk cId="0" sldId="879"/>
            <ac:spMk id="61482" creationId="{C24D3B10-BFF9-45C1-93AE-8F15E629272C}"/>
          </ac:spMkLst>
        </pc:spChg>
        <pc:spChg chg="mod">
          <ac:chgData name="王 欣捷" userId="b965477fa0aef5e6" providerId="LiveId" clId="{CCC25DF9-4458-4252-A1FA-96CED2233F88}" dt="2021-04-22T08:22:13.807" v="472" actId="1076"/>
          <ac:spMkLst>
            <pc:docMk/>
            <pc:sldMk cId="0" sldId="879"/>
            <ac:spMk id="61483" creationId="{1C1CF22F-B3F2-4178-AACA-E6706EE7C426}"/>
          </ac:spMkLst>
        </pc:spChg>
        <pc:spChg chg="mod">
          <ac:chgData name="王 欣捷" userId="b965477fa0aef5e6" providerId="LiveId" clId="{CCC25DF9-4458-4252-A1FA-96CED2233F88}" dt="2021-04-22T08:22:13.807" v="472" actId="1076"/>
          <ac:spMkLst>
            <pc:docMk/>
            <pc:sldMk cId="0" sldId="879"/>
            <ac:spMk id="61484" creationId="{43480A97-A1E9-47F9-9E98-C24CDB8C0B6E}"/>
          </ac:spMkLst>
        </pc:spChg>
        <pc:spChg chg="mod">
          <ac:chgData name="王 欣捷" userId="b965477fa0aef5e6" providerId="LiveId" clId="{CCC25DF9-4458-4252-A1FA-96CED2233F88}" dt="2021-04-22T08:22:13.807" v="472" actId="1076"/>
          <ac:spMkLst>
            <pc:docMk/>
            <pc:sldMk cId="0" sldId="879"/>
            <ac:spMk id="61485" creationId="{F687FD31-0434-42AA-9753-034A8DCA6202}"/>
          </ac:spMkLst>
        </pc:spChg>
        <pc:spChg chg="mod">
          <ac:chgData name="王 欣捷" userId="b965477fa0aef5e6" providerId="LiveId" clId="{CCC25DF9-4458-4252-A1FA-96CED2233F88}" dt="2021-04-22T08:22:13.807" v="472" actId="1076"/>
          <ac:spMkLst>
            <pc:docMk/>
            <pc:sldMk cId="0" sldId="879"/>
            <ac:spMk id="61486" creationId="{D178DD73-F48B-462F-B868-203AF4D2A37E}"/>
          </ac:spMkLst>
        </pc:spChg>
        <pc:spChg chg="mod">
          <ac:chgData name="王 欣捷" userId="b965477fa0aef5e6" providerId="LiveId" clId="{CCC25DF9-4458-4252-A1FA-96CED2233F88}" dt="2021-04-22T08:22:13.807" v="472" actId="1076"/>
          <ac:spMkLst>
            <pc:docMk/>
            <pc:sldMk cId="0" sldId="879"/>
            <ac:spMk id="61487" creationId="{0D865154-CF49-4AD3-853B-68F9257E84D6}"/>
          </ac:spMkLst>
        </pc:spChg>
        <pc:spChg chg="mod">
          <ac:chgData name="王 欣捷" userId="b965477fa0aef5e6" providerId="LiveId" clId="{CCC25DF9-4458-4252-A1FA-96CED2233F88}" dt="2021-04-22T08:22:13.807" v="472" actId="1076"/>
          <ac:spMkLst>
            <pc:docMk/>
            <pc:sldMk cId="0" sldId="879"/>
            <ac:spMk id="61488" creationId="{7F084674-D126-44F6-A9B3-2B3837776F8B}"/>
          </ac:spMkLst>
        </pc:spChg>
        <pc:spChg chg="mod">
          <ac:chgData name="王 欣捷" userId="b965477fa0aef5e6" providerId="LiveId" clId="{CCC25DF9-4458-4252-A1FA-96CED2233F88}" dt="2021-04-22T08:22:13.807" v="472" actId="1076"/>
          <ac:spMkLst>
            <pc:docMk/>
            <pc:sldMk cId="0" sldId="879"/>
            <ac:spMk id="61489" creationId="{2DCDB194-B4A3-4C66-9CE8-BB313982A5C0}"/>
          </ac:spMkLst>
        </pc:spChg>
        <pc:spChg chg="mod">
          <ac:chgData name="王 欣捷" userId="b965477fa0aef5e6" providerId="LiveId" clId="{CCC25DF9-4458-4252-A1FA-96CED2233F88}" dt="2021-04-22T08:22:13.807" v="472" actId="1076"/>
          <ac:spMkLst>
            <pc:docMk/>
            <pc:sldMk cId="0" sldId="879"/>
            <ac:spMk id="61490" creationId="{57C48E71-37C8-4931-8F4A-F099A3792F7A}"/>
          </ac:spMkLst>
        </pc:spChg>
        <pc:spChg chg="mod">
          <ac:chgData name="王 欣捷" userId="b965477fa0aef5e6" providerId="LiveId" clId="{CCC25DF9-4458-4252-A1FA-96CED2233F88}" dt="2021-04-22T08:22:13.807" v="472" actId="1076"/>
          <ac:spMkLst>
            <pc:docMk/>
            <pc:sldMk cId="0" sldId="879"/>
            <ac:spMk id="61491" creationId="{FBFC15B3-B383-4FF7-9381-74AEA4A21A25}"/>
          </ac:spMkLst>
        </pc:spChg>
        <pc:spChg chg="mod">
          <ac:chgData name="王 欣捷" userId="b965477fa0aef5e6" providerId="LiveId" clId="{CCC25DF9-4458-4252-A1FA-96CED2233F88}" dt="2021-04-22T08:22:13.807" v="472" actId="1076"/>
          <ac:spMkLst>
            <pc:docMk/>
            <pc:sldMk cId="0" sldId="879"/>
            <ac:spMk id="61492" creationId="{63816458-CBAE-495A-8E8A-7145EF8E32B7}"/>
          </ac:spMkLst>
        </pc:spChg>
        <pc:spChg chg="mod">
          <ac:chgData name="王 欣捷" userId="b965477fa0aef5e6" providerId="LiveId" clId="{CCC25DF9-4458-4252-A1FA-96CED2233F88}" dt="2021-04-22T08:22:13.807" v="472" actId="1076"/>
          <ac:spMkLst>
            <pc:docMk/>
            <pc:sldMk cId="0" sldId="879"/>
            <ac:spMk id="61493" creationId="{D60C3B1A-2DF9-4CBF-B3B0-94E97725E0F9}"/>
          </ac:spMkLst>
        </pc:spChg>
        <pc:spChg chg="mod">
          <ac:chgData name="王 欣捷" userId="b965477fa0aef5e6" providerId="LiveId" clId="{CCC25DF9-4458-4252-A1FA-96CED2233F88}" dt="2021-04-22T08:22:13.807" v="472" actId="1076"/>
          <ac:spMkLst>
            <pc:docMk/>
            <pc:sldMk cId="0" sldId="879"/>
            <ac:spMk id="61494" creationId="{8863D517-1E62-4F53-99A5-27261C2F4A91}"/>
          </ac:spMkLst>
        </pc:spChg>
        <pc:spChg chg="mod">
          <ac:chgData name="王 欣捷" userId="b965477fa0aef5e6" providerId="LiveId" clId="{CCC25DF9-4458-4252-A1FA-96CED2233F88}" dt="2021-04-22T08:22:13.807" v="472" actId="1076"/>
          <ac:spMkLst>
            <pc:docMk/>
            <pc:sldMk cId="0" sldId="879"/>
            <ac:spMk id="61495" creationId="{5CDEBDE8-E025-4E90-93C9-BE4BC169F60A}"/>
          </ac:spMkLst>
        </pc:spChg>
        <pc:spChg chg="mod">
          <ac:chgData name="王 欣捷" userId="b965477fa0aef5e6" providerId="LiveId" clId="{CCC25DF9-4458-4252-A1FA-96CED2233F88}" dt="2021-04-22T08:22:13.807" v="472" actId="1076"/>
          <ac:spMkLst>
            <pc:docMk/>
            <pc:sldMk cId="0" sldId="879"/>
            <ac:spMk id="61496" creationId="{74553F0A-F8D1-4217-8F0A-4C1EF1E89F1C}"/>
          </ac:spMkLst>
        </pc:spChg>
        <pc:spChg chg="mod">
          <ac:chgData name="王 欣捷" userId="b965477fa0aef5e6" providerId="LiveId" clId="{CCC25DF9-4458-4252-A1FA-96CED2233F88}" dt="2021-04-22T08:22:13.807" v="472" actId="1076"/>
          <ac:spMkLst>
            <pc:docMk/>
            <pc:sldMk cId="0" sldId="879"/>
            <ac:spMk id="61497" creationId="{24DAAC52-6627-4598-BFFC-825D536EAA9D}"/>
          </ac:spMkLst>
        </pc:spChg>
        <pc:spChg chg="mod">
          <ac:chgData name="王 欣捷" userId="b965477fa0aef5e6" providerId="LiveId" clId="{CCC25DF9-4458-4252-A1FA-96CED2233F88}" dt="2021-04-22T08:22:13.807" v="472" actId="1076"/>
          <ac:spMkLst>
            <pc:docMk/>
            <pc:sldMk cId="0" sldId="879"/>
            <ac:spMk id="61498" creationId="{AD8F2F6A-9FB7-4A60-A46A-F2B94FBF896D}"/>
          </ac:spMkLst>
        </pc:spChg>
        <pc:spChg chg="mod">
          <ac:chgData name="王 欣捷" userId="b965477fa0aef5e6" providerId="LiveId" clId="{CCC25DF9-4458-4252-A1FA-96CED2233F88}" dt="2021-04-22T08:22:13.807" v="472" actId="1076"/>
          <ac:spMkLst>
            <pc:docMk/>
            <pc:sldMk cId="0" sldId="879"/>
            <ac:spMk id="61499" creationId="{D1F30485-DE6F-4555-A744-45950705D2E5}"/>
          </ac:spMkLst>
        </pc:spChg>
        <pc:spChg chg="mod">
          <ac:chgData name="王 欣捷" userId="b965477fa0aef5e6" providerId="LiveId" clId="{CCC25DF9-4458-4252-A1FA-96CED2233F88}" dt="2021-04-22T08:22:13.807" v="472" actId="1076"/>
          <ac:spMkLst>
            <pc:docMk/>
            <pc:sldMk cId="0" sldId="879"/>
            <ac:spMk id="61500" creationId="{4293EFFA-C733-4D1A-8C4C-7D1AC3F736C6}"/>
          </ac:spMkLst>
        </pc:spChg>
        <pc:spChg chg="mod">
          <ac:chgData name="王 欣捷" userId="b965477fa0aef5e6" providerId="LiveId" clId="{CCC25DF9-4458-4252-A1FA-96CED2233F88}" dt="2021-04-22T08:22:13.807" v="472" actId="1076"/>
          <ac:spMkLst>
            <pc:docMk/>
            <pc:sldMk cId="0" sldId="879"/>
            <ac:spMk id="61501" creationId="{F7D3DB62-8709-4B59-A90B-F0A7A150F98A}"/>
          </ac:spMkLst>
        </pc:spChg>
        <pc:spChg chg="mod">
          <ac:chgData name="王 欣捷" userId="b965477fa0aef5e6" providerId="LiveId" clId="{CCC25DF9-4458-4252-A1FA-96CED2233F88}" dt="2021-04-22T08:22:13.807" v="472" actId="1076"/>
          <ac:spMkLst>
            <pc:docMk/>
            <pc:sldMk cId="0" sldId="879"/>
            <ac:spMk id="61502" creationId="{92850FDC-040D-40A2-AEF6-A76FFAF00169}"/>
          </ac:spMkLst>
        </pc:spChg>
        <pc:spChg chg="mod">
          <ac:chgData name="王 欣捷" userId="b965477fa0aef5e6" providerId="LiveId" clId="{CCC25DF9-4458-4252-A1FA-96CED2233F88}" dt="2021-04-22T08:22:13.807" v="472" actId="1076"/>
          <ac:spMkLst>
            <pc:docMk/>
            <pc:sldMk cId="0" sldId="879"/>
            <ac:spMk id="61503" creationId="{F7E270C8-7C98-4583-A9D5-965A648B957C}"/>
          </ac:spMkLst>
        </pc:spChg>
        <pc:spChg chg="mod">
          <ac:chgData name="王 欣捷" userId="b965477fa0aef5e6" providerId="LiveId" clId="{CCC25DF9-4458-4252-A1FA-96CED2233F88}" dt="2021-04-22T08:22:13.807" v="472" actId="1076"/>
          <ac:spMkLst>
            <pc:docMk/>
            <pc:sldMk cId="0" sldId="879"/>
            <ac:spMk id="61504" creationId="{5F2FFC29-5C26-4A36-A553-4D10D5F25EE7}"/>
          </ac:spMkLst>
        </pc:spChg>
        <pc:spChg chg="mod">
          <ac:chgData name="王 欣捷" userId="b965477fa0aef5e6" providerId="LiveId" clId="{CCC25DF9-4458-4252-A1FA-96CED2233F88}" dt="2021-04-22T08:22:13.807" v="472" actId="1076"/>
          <ac:spMkLst>
            <pc:docMk/>
            <pc:sldMk cId="0" sldId="879"/>
            <ac:spMk id="61505" creationId="{F28D15B6-C848-42E1-A627-C5D381C8C66F}"/>
          </ac:spMkLst>
        </pc:spChg>
        <pc:spChg chg="mod">
          <ac:chgData name="王 欣捷" userId="b965477fa0aef5e6" providerId="LiveId" clId="{CCC25DF9-4458-4252-A1FA-96CED2233F88}" dt="2021-04-22T08:22:13.807" v="472" actId="1076"/>
          <ac:spMkLst>
            <pc:docMk/>
            <pc:sldMk cId="0" sldId="879"/>
            <ac:spMk id="61506" creationId="{A1C2FF2E-4A24-438C-BAC6-D06F583F8302}"/>
          </ac:spMkLst>
        </pc:spChg>
        <pc:spChg chg="mod">
          <ac:chgData name="王 欣捷" userId="b965477fa0aef5e6" providerId="LiveId" clId="{CCC25DF9-4458-4252-A1FA-96CED2233F88}" dt="2021-04-22T08:22:13.807" v="472" actId="1076"/>
          <ac:spMkLst>
            <pc:docMk/>
            <pc:sldMk cId="0" sldId="879"/>
            <ac:spMk id="61507" creationId="{4FC7BC76-2E35-49FE-B7C9-90A7AE79CDFE}"/>
          </ac:spMkLst>
        </pc:spChg>
        <pc:spChg chg="mod">
          <ac:chgData name="王 欣捷" userId="b965477fa0aef5e6" providerId="LiveId" clId="{CCC25DF9-4458-4252-A1FA-96CED2233F88}" dt="2021-04-22T08:22:13.807" v="472" actId="1076"/>
          <ac:spMkLst>
            <pc:docMk/>
            <pc:sldMk cId="0" sldId="879"/>
            <ac:spMk id="61508" creationId="{C6EBC852-CFA6-48AA-8193-1809474673DC}"/>
          </ac:spMkLst>
        </pc:spChg>
        <pc:grpChg chg="mod">
          <ac:chgData name="王 欣捷" userId="b965477fa0aef5e6" providerId="LiveId" clId="{CCC25DF9-4458-4252-A1FA-96CED2233F88}" dt="2021-04-22T08:22:49.585" v="484" actId="113"/>
          <ac:grpSpMkLst>
            <pc:docMk/>
            <pc:sldMk cId="0" sldId="879"/>
            <ac:grpSpMk id="61445" creationId="{9EDC22CA-98EC-41F3-B495-435C0ED4F29E}"/>
          </ac:grpSpMkLst>
        </pc:grpChg>
        <pc:grpChg chg="mod">
          <ac:chgData name="王 欣捷" userId="b965477fa0aef5e6" providerId="LiveId" clId="{CCC25DF9-4458-4252-A1FA-96CED2233F88}" dt="2021-04-22T08:22:13.807" v="472" actId="1076"/>
          <ac:grpSpMkLst>
            <pc:docMk/>
            <pc:sldMk cId="0" sldId="879"/>
            <ac:grpSpMk id="61471" creationId="{497C1387-C117-4F48-BC67-537270C439BA}"/>
          </ac:grpSpMkLst>
        </pc:grpChg>
        <pc:grpChg chg="mod">
          <ac:chgData name="王 欣捷" userId="b965477fa0aef5e6" providerId="LiveId" clId="{CCC25DF9-4458-4252-A1FA-96CED2233F88}" dt="2021-04-22T08:22:13.807" v="472" actId="1076"/>
          <ac:grpSpMkLst>
            <pc:docMk/>
            <pc:sldMk cId="0" sldId="879"/>
            <ac:grpSpMk id="61472" creationId="{9D6AFDCC-3354-4320-8647-35AD54B48748}"/>
          </ac:grpSpMkLst>
        </pc:grpChg>
        <pc:grpChg chg="mod">
          <ac:chgData name="王 欣捷" userId="b965477fa0aef5e6" providerId="LiveId" clId="{CCC25DF9-4458-4252-A1FA-96CED2233F88}" dt="2021-04-22T08:22:13.807" v="472" actId="1076"/>
          <ac:grpSpMkLst>
            <pc:docMk/>
            <pc:sldMk cId="0" sldId="879"/>
            <ac:grpSpMk id="61473" creationId="{DA943811-01DE-4098-BFEB-233AC17AAFAF}"/>
          </ac:grpSpMkLst>
        </pc:grpChg>
        <pc:grpChg chg="mod">
          <ac:chgData name="王 欣捷" userId="b965477fa0aef5e6" providerId="LiveId" clId="{CCC25DF9-4458-4252-A1FA-96CED2233F88}" dt="2021-04-22T08:22:13.807" v="472" actId="1076"/>
          <ac:grpSpMkLst>
            <pc:docMk/>
            <pc:sldMk cId="0" sldId="879"/>
            <ac:grpSpMk id="61474" creationId="{E946CE63-431D-45D7-849A-DA38E938C8BC}"/>
          </ac:grpSpMkLst>
        </pc:grpChg>
        <pc:grpChg chg="mod">
          <ac:chgData name="王 欣捷" userId="b965477fa0aef5e6" providerId="LiveId" clId="{CCC25DF9-4458-4252-A1FA-96CED2233F88}" dt="2021-04-22T08:22:13.807" v="472" actId="1076"/>
          <ac:grpSpMkLst>
            <pc:docMk/>
            <pc:sldMk cId="0" sldId="879"/>
            <ac:grpSpMk id="61475" creationId="{1AE07C6B-478F-4FA6-9773-4FCC45836A92}"/>
          </ac:grpSpMkLst>
        </pc:grpChg>
      </pc:sldChg>
      <pc:sldChg chg="addSp delSp modSp add mod modClrScheme chgLayout">
        <pc:chgData name="王 欣捷" userId="b965477fa0aef5e6" providerId="LiveId" clId="{CCC25DF9-4458-4252-A1FA-96CED2233F88}" dt="2021-04-22T08:23:36.944" v="515"/>
        <pc:sldMkLst>
          <pc:docMk/>
          <pc:sldMk cId="0" sldId="880"/>
        </pc:sldMkLst>
        <pc:spChg chg="add mod">
          <ac:chgData name="王 欣捷" userId="b965477fa0aef5e6" providerId="LiveId" clId="{CCC25DF9-4458-4252-A1FA-96CED2233F88}" dt="2021-04-22T08:23:36.944" v="515"/>
          <ac:spMkLst>
            <pc:docMk/>
            <pc:sldMk cId="0" sldId="880"/>
            <ac:spMk id="69" creationId="{525B4E4B-24E5-4206-8918-5EB6DDD63C26}"/>
          </ac:spMkLst>
        </pc:spChg>
        <pc:spChg chg="mod ord">
          <ac:chgData name="王 欣捷" userId="b965477fa0aef5e6" providerId="LiveId" clId="{CCC25DF9-4458-4252-A1FA-96CED2233F88}" dt="2021-04-22T08:19:32.635" v="444" actId="404"/>
          <ac:spMkLst>
            <pc:docMk/>
            <pc:sldMk cId="0" sldId="880"/>
            <ac:spMk id="62466" creationId="{1CD934BB-CB5E-4D63-92BB-52F797988840}"/>
          </ac:spMkLst>
        </pc:spChg>
        <pc:spChg chg="del">
          <ac:chgData name="王 欣捷" userId="b965477fa0aef5e6" providerId="LiveId" clId="{CCC25DF9-4458-4252-A1FA-96CED2233F88}" dt="2021-04-22T08:13:05.557" v="349" actId="700"/>
          <ac:spMkLst>
            <pc:docMk/>
            <pc:sldMk cId="0" sldId="880"/>
            <ac:spMk id="62467" creationId="{3339ABD3-DF7E-4FA1-89F5-C00F0B268284}"/>
          </ac:spMkLst>
        </pc:spChg>
        <pc:spChg chg="del mod">
          <ac:chgData name="王 欣捷" userId="b965477fa0aef5e6" providerId="LiveId" clId="{CCC25DF9-4458-4252-A1FA-96CED2233F88}" dt="2021-04-22T08:22:21.761" v="474" actId="478"/>
          <ac:spMkLst>
            <pc:docMk/>
            <pc:sldMk cId="0" sldId="880"/>
            <ac:spMk id="62468" creationId="{5144A19E-D254-43E8-868A-709DCA7609A3}"/>
          </ac:spMkLst>
        </pc:spChg>
        <pc:spChg chg="mod">
          <ac:chgData name="王 欣捷" userId="b965477fa0aef5e6" providerId="LiveId" clId="{CCC25DF9-4458-4252-A1FA-96CED2233F88}" dt="2021-04-22T08:22:18.678" v="473" actId="1076"/>
          <ac:spMkLst>
            <pc:docMk/>
            <pc:sldMk cId="0" sldId="880"/>
            <ac:spMk id="62470" creationId="{3492F332-2666-41D7-9D93-EE16277494B3}"/>
          </ac:spMkLst>
        </pc:spChg>
        <pc:spChg chg="mod">
          <ac:chgData name="王 欣捷" userId="b965477fa0aef5e6" providerId="LiveId" clId="{CCC25DF9-4458-4252-A1FA-96CED2233F88}" dt="2021-04-22T08:22:18.678" v="473" actId="1076"/>
          <ac:spMkLst>
            <pc:docMk/>
            <pc:sldMk cId="0" sldId="880"/>
            <ac:spMk id="62471" creationId="{59EA0A71-42F6-4B3E-96A2-89F98DB506F3}"/>
          </ac:spMkLst>
        </pc:spChg>
        <pc:spChg chg="mod">
          <ac:chgData name="王 欣捷" userId="b965477fa0aef5e6" providerId="LiveId" clId="{CCC25DF9-4458-4252-A1FA-96CED2233F88}" dt="2021-04-22T08:22:18.678" v="473" actId="1076"/>
          <ac:spMkLst>
            <pc:docMk/>
            <pc:sldMk cId="0" sldId="880"/>
            <ac:spMk id="62472" creationId="{AEF5112A-14F6-45BC-849E-53549E190A73}"/>
          </ac:spMkLst>
        </pc:spChg>
        <pc:spChg chg="mod">
          <ac:chgData name="王 欣捷" userId="b965477fa0aef5e6" providerId="LiveId" clId="{CCC25DF9-4458-4252-A1FA-96CED2233F88}" dt="2021-04-22T08:22:18.678" v="473" actId="1076"/>
          <ac:spMkLst>
            <pc:docMk/>
            <pc:sldMk cId="0" sldId="880"/>
            <ac:spMk id="62473" creationId="{EE2D0F1D-AEC1-4665-B470-E7716EEFC41F}"/>
          </ac:spMkLst>
        </pc:spChg>
        <pc:spChg chg="mod">
          <ac:chgData name="王 欣捷" userId="b965477fa0aef5e6" providerId="LiveId" clId="{CCC25DF9-4458-4252-A1FA-96CED2233F88}" dt="2021-04-22T08:22:18.678" v="473" actId="1076"/>
          <ac:spMkLst>
            <pc:docMk/>
            <pc:sldMk cId="0" sldId="880"/>
            <ac:spMk id="62474" creationId="{032B2371-1914-4689-A8F6-62B76B742E5A}"/>
          </ac:spMkLst>
        </pc:spChg>
        <pc:spChg chg="mod">
          <ac:chgData name="王 欣捷" userId="b965477fa0aef5e6" providerId="LiveId" clId="{CCC25DF9-4458-4252-A1FA-96CED2233F88}" dt="2021-04-22T08:22:18.678" v="473" actId="1076"/>
          <ac:spMkLst>
            <pc:docMk/>
            <pc:sldMk cId="0" sldId="880"/>
            <ac:spMk id="62475" creationId="{CF94C37B-5902-4FDB-8FD7-FF0E52634691}"/>
          </ac:spMkLst>
        </pc:spChg>
        <pc:spChg chg="mod">
          <ac:chgData name="王 欣捷" userId="b965477fa0aef5e6" providerId="LiveId" clId="{CCC25DF9-4458-4252-A1FA-96CED2233F88}" dt="2021-04-22T08:22:18.678" v="473" actId="1076"/>
          <ac:spMkLst>
            <pc:docMk/>
            <pc:sldMk cId="0" sldId="880"/>
            <ac:spMk id="62476" creationId="{BC406097-BD04-4516-B432-3DA08DC30DEE}"/>
          </ac:spMkLst>
        </pc:spChg>
        <pc:spChg chg="mod">
          <ac:chgData name="王 欣捷" userId="b965477fa0aef5e6" providerId="LiveId" clId="{CCC25DF9-4458-4252-A1FA-96CED2233F88}" dt="2021-04-22T08:22:18.678" v="473" actId="1076"/>
          <ac:spMkLst>
            <pc:docMk/>
            <pc:sldMk cId="0" sldId="880"/>
            <ac:spMk id="62477" creationId="{2FBC0ECE-56C7-428E-BBA9-D328D77942F3}"/>
          </ac:spMkLst>
        </pc:spChg>
        <pc:spChg chg="mod">
          <ac:chgData name="王 欣捷" userId="b965477fa0aef5e6" providerId="LiveId" clId="{CCC25DF9-4458-4252-A1FA-96CED2233F88}" dt="2021-04-22T08:22:18.678" v="473" actId="1076"/>
          <ac:spMkLst>
            <pc:docMk/>
            <pc:sldMk cId="0" sldId="880"/>
            <ac:spMk id="62478" creationId="{A60F4BDE-090B-4965-9472-AF51519E6B69}"/>
          </ac:spMkLst>
        </pc:spChg>
        <pc:spChg chg="mod">
          <ac:chgData name="王 欣捷" userId="b965477fa0aef5e6" providerId="LiveId" clId="{CCC25DF9-4458-4252-A1FA-96CED2233F88}" dt="2021-04-22T08:22:18.678" v="473" actId="1076"/>
          <ac:spMkLst>
            <pc:docMk/>
            <pc:sldMk cId="0" sldId="880"/>
            <ac:spMk id="62479" creationId="{65B89DAC-458D-47FC-9433-74B5B31E34EC}"/>
          </ac:spMkLst>
        </pc:spChg>
        <pc:spChg chg="mod">
          <ac:chgData name="王 欣捷" userId="b965477fa0aef5e6" providerId="LiveId" clId="{CCC25DF9-4458-4252-A1FA-96CED2233F88}" dt="2021-04-22T08:22:18.678" v="473" actId="1076"/>
          <ac:spMkLst>
            <pc:docMk/>
            <pc:sldMk cId="0" sldId="880"/>
            <ac:spMk id="62480" creationId="{4CF90491-2DA9-4A14-BFD0-6BC2379A9078}"/>
          </ac:spMkLst>
        </pc:spChg>
        <pc:spChg chg="mod">
          <ac:chgData name="王 欣捷" userId="b965477fa0aef5e6" providerId="LiveId" clId="{CCC25DF9-4458-4252-A1FA-96CED2233F88}" dt="2021-04-22T08:22:18.678" v="473" actId="1076"/>
          <ac:spMkLst>
            <pc:docMk/>
            <pc:sldMk cId="0" sldId="880"/>
            <ac:spMk id="62481" creationId="{39D12445-91B1-4252-A5D7-A4252FE4573A}"/>
          </ac:spMkLst>
        </pc:spChg>
        <pc:spChg chg="mod">
          <ac:chgData name="王 欣捷" userId="b965477fa0aef5e6" providerId="LiveId" clId="{CCC25DF9-4458-4252-A1FA-96CED2233F88}" dt="2021-04-22T08:22:18.678" v="473" actId="1076"/>
          <ac:spMkLst>
            <pc:docMk/>
            <pc:sldMk cId="0" sldId="880"/>
            <ac:spMk id="62482" creationId="{A64FD467-488E-4E42-901C-2D5AD49C1327}"/>
          </ac:spMkLst>
        </pc:spChg>
        <pc:spChg chg="mod">
          <ac:chgData name="王 欣捷" userId="b965477fa0aef5e6" providerId="LiveId" clId="{CCC25DF9-4458-4252-A1FA-96CED2233F88}" dt="2021-04-22T08:22:18.678" v="473" actId="1076"/>
          <ac:spMkLst>
            <pc:docMk/>
            <pc:sldMk cId="0" sldId="880"/>
            <ac:spMk id="62483" creationId="{6BF6D54B-2EC5-4700-B317-87B1B29F6507}"/>
          </ac:spMkLst>
        </pc:spChg>
        <pc:spChg chg="mod">
          <ac:chgData name="王 欣捷" userId="b965477fa0aef5e6" providerId="LiveId" clId="{CCC25DF9-4458-4252-A1FA-96CED2233F88}" dt="2021-04-22T08:22:18.678" v="473" actId="1076"/>
          <ac:spMkLst>
            <pc:docMk/>
            <pc:sldMk cId="0" sldId="880"/>
            <ac:spMk id="62484" creationId="{851875E2-BB26-4971-90CB-2459BC0B9C39}"/>
          </ac:spMkLst>
        </pc:spChg>
        <pc:spChg chg="mod">
          <ac:chgData name="王 欣捷" userId="b965477fa0aef5e6" providerId="LiveId" clId="{CCC25DF9-4458-4252-A1FA-96CED2233F88}" dt="2021-04-22T08:22:18.678" v="473" actId="1076"/>
          <ac:spMkLst>
            <pc:docMk/>
            <pc:sldMk cId="0" sldId="880"/>
            <ac:spMk id="62485" creationId="{F8049C85-E12F-4807-93BF-4698DB740D12}"/>
          </ac:spMkLst>
        </pc:spChg>
        <pc:spChg chg="mod">
          <ac:chgData name="王 欣捷" userId="b965477fa0aef5e6" providerId="LiveId" clId="{CCC25DF9-4458-4252-A1FA-96CED2233F88}" dt="2021-04-22T08:22:18.678" v="473" actId="1076"/>
          <ac:spMkLst>
            <pc:docMk/>
            <pc:sldMk cId="0" sldId="880"/>
            <ac:spMk id="62486" creationId="{61C0F98B-1D74-44F6-B4CC-6B5D836FA44F}"/>
          </ac:spMkLst>
        </pc:spChg>
        <pc:spChg chg="mod">
          <ac:chgData name="王 欣捷" userId="b965477fa0aef5e6" providerId="LiveId" clId="{CCC25DF9-4458-4252-A1FA-96CED2233F88}" dt="2021-04-22T08:22:18.678" v="473" actId="1076"/>
          <ac:spMkLst>
            <pc:docMk/>
            <pc:sldMk cId="0" sldId="880"/>
            <ac:spMk id="62487" creationId="{95D72461-64C9-47D8-A71D-B8EA5F79C79B}"/>
          </ac:spMkLst>
        </pc:spChg>
        <pc:spChg chg="mod">
          <ac:chgData name="王 欣捷" userId="b965477fa0aef5e6" providerId="LiveId" clId="{CCC25DF9-4458-4252-A1FA-96CED2233F88}" dt="2021-04-22T08:22:18.678" v="473" actId="1076"/>
          <ac:spMkLst>
            <pc:docMk/>
            <pc:sldMk cId="0" sldId="880"/>
            <ac:spMk id="62488" creationId="{0F73FD63-029B-4A1C-9833-2D02EBEE985E}"/>
          </ac:spMkLst>
        </pc:spChg>
        <pc:spChg chg="mod">
          <ac:chgData name="王 欣捷" userId="b965477fa0aef5e6" providerId="LiveId" clId="{CCC25DF9-4458-4252-A1FA-96CED2233F88}" dt="2021-04-22T08:22:18.678" v="473" actId="1076"/>
          <ac:spMkLst>
            <pc:docMk/>
            <pc:sldMk cId="0" sldId="880"/>
            <ac:spMk id="62489" creationId="{1C916EAA-2D57-4356-876F-3E8C2D113783}"/>
          </ac:spMkLst>
        </pc:spChg>
        <pc:spChg chg="mod">
          <ac:chgData name="王 欣捷" userId="b965477fa0aef5e6" providerId="LiveId" clId="{CCC25DF9-4458-4252-A1FA-96CED2233F88}" dt="2021-04-22T08:22:18.678" v="473" actId="1076"/>
          <ac:spMkLst>
            <pc:docMk/>
            <pc:sldMk cId="0" sldId="880"/>
            <ac:spMk id="62490" creationId="{B0BEC605-08F2-4FAC-B01E-EAAD73036AE0}"/>
          </ac:spMkLst>
        </pc:spChg>
        <pc:spChg chg="mod">
          <ac:chgData name="王 欣捷" userId="b965477fa0aef5e6" providerId="LiveId" clId="{CCC25DF9-4458-4252-A1FA-96CED2233F88}" dt="2021-04-22T08:22:18.678" v="473" actId="1076"/>
          <ac:spMkLst>
            <pc:docMk/>
            <pc:sldMk cId="0" sldId="880"/>
            <ac:spMk id="62491" creationId="{BF28E42A-6D74-4D53-A58D-F6623A293A04}"/>
          </ac:spMkLst>
        </pc:spChg>
        <pc:spChg chg="mod">
          <ac:chgData name="王 欣捷" userId="b965477fa0aef5e6" providerId="LiveId" clId="{CCC25DF9-4458-4252-A1FA-96CED2233F88}" dt="2021-04-22T08:22:18.678" v="473" actId="1076"/>
          <ac:spMkLst>
            <pc:docMk/>
            <pc:sldMk cId="0" sldId="880"/>
            <ac:spMk id="62492" creationId="{218D0163-FD7D-4CC9-9393-123CF40D06F4}"/>
          </ac:spMkLst>
        </pc:spChg>
        <pc:spChg chg="mod">
          <ac:chgData name="王 欣捷" userId="b965477fa0aef5e6" providerId="LiveId" clId="{CCC25DF9-4458-4252-A1FA-96CED2233F88}" dt="2021-04-22T08:22:18.678" v="473" actId="1076"/>
          <ac:spMkLst>
            <pc:docMk/>
            <pc:sldMk cId="0" sldId="880"/>
            <ac:spMk id="62493" creationId="{B4D6AE49-751D-4EE8-86DE-0EAD8EDBA5E0}"/>
          </ac:spMkLst>
        </pc:spChg>
        <pc:spChg chg="mod">
          <ac:chgData name="王 欣捷" userId="b965477fa0aef5e6" providerId="LiveId" clId="{CCC25DF9-4458-4252-A1FA-96CED2233F88}" dt="2021-04-22T08:22:18.678" v="473" actId="1076"/>
          <ac:spMkLst>
            <pc:docMk/>
            <pc:sldMk cId="0" sldId="880"/>
            <ac:spMk id="62494" creationId="{F1186BF3-946E-41C8-A3EE-356653D026B4}"/>
          </ac:spMkLst>
        </pc:spChg>
        <pc:spChg chg="mod">
          <ac:chgData name="王 欣捷" userId="b965477fa0aef5e6" providerId="LiveId" clId="{CCC25DF9-4458-4252-A1FA-96CED2233F88}" dt="2021-04-22T08:23:00.072" v="490" actId="113"/>
          <ac:spMkLst>
            <pc:docMk/>
            <pc:sldMk cId="0" sldId="880"/>
            <ac:spMk id="62500" creationId="{AF9B2677-31D4-4D77-A57E-90C59B2EB6D8}"/>
          </ac:spMkLst>
        </pc:spChg>
        <pc:spChg chg="mod">
          <ac:chgData name="王 欣捷" userId="b965477fa0aef5e6" providerId="LiveId" clId="{CCC25DF9-4458-4252-A1FA-96CED2233F88}" dt="2021-04-22T08:23:01.040" v="491" actId="113"/>
          <ac:spMkLst>
            <pc:docMk/>
            <pc:sldMk cId="0" sldId="880"/>
            <ac:spMk id="62501" creationId="{6D432701-9DE5-4F70-8AFB-6E4BC5EA415C}"/>
          </ac:spMkLst>
        </pc:spChg>
        <pc:spChg chg="mod">
          <ac:chgData name="王 欣捷" userId="b965477fa0aef5e6" providerId="LiveId" clId="{CCC25DF9-4458-4252-A1FA-96CED2233F88}" dt="2021-04-22T08:22:18.678" v="473" actId="1076"/>
          <ac:spMkLst>
            <pc:docMk/>
            <pc:sldMk cId="0" sldId="880"/>
            <ac:spMk id="62502" creationId="{F2E978F2-B93B-4F3D-B63C-FB75858634B4}"/>
          </ac:spMkLst>
        </pc:spChg>
        <pc:spChg chg="mod">
          <ac:chgData name="王 欣捷" userId="b965477fa0aef5e6" providerId="LiveId" clId="{CCC25DF9-4458-4252-A1FA-96CED2233F88}" dt="2021-04-22T08:22:18.678" v="473" actId="1076"/>
          <ac:spMkLst>
            <pc:docMk/>
            <pc:sldMk cId="0" sldId="880"/>
            <ac:spMk id="62503" creationId="{192391C3-0FFD-4B42-9C51-3C8C33ECECFC}"/>
          </ac:spMkLst>
        </pc:spChg>
        <pc:spChg chg="mod">
          <ac:chgData name="王 欣捷" userId="b965477fa0aef5e6" providerId="LiveId" clId="{CCC25DF9-4458-4252-A1FA-96CED2233F88}" dt="2021-04-22T08:22:18.678" v="473" actId="1076"/>
          <ac:spMkLst>
            <pc:docMk/>
            <pc:sldMk cId="0" sldId="880"/>
            <ac:spMk id="62504" creationId="{9A79ED8E-30C1-41AD-AAD1-32B63E620C32}"/>
          </ac:spMkLst>
        </pc:spChg>
        <pc:spChg chg="mod">
          <ac:chgData name="王 欣捷" userId="b965477fa0aef5e6" providerId="LiveId" clId="{CCC25DF9-4458-4252-A1FA-96CED2233F88}" dt="2021-04-22T08:22:18.678" v="473" actId="1076"/>
          <ac:spMkLst>
            <pc:docMk/>
            <pc:sldMk cId="0" sldId="880"/>
            <ac:spMk id="62505" creationId="{059F7BDC-A67F-47EF-9A11-191157B19691}"/>
          </ac:spMkLst>
        </pc:spChg>
        <pc:spChg chg="mod">
          <ac:chgData name="王 欣捷" userId="b965477fa0aef5e6" providerId="LiveId" clId="{CCC25DF9-4458-4252-A1FA-96CED2233F88}" dt="2021-04-22T08:22:18.678" v="473" actId="1076"/>
          <ac:spMkLst>
            <pc:docMk/>
            <pc:sldMk cId="0" sldId="880"/>
            <ac:spMk id="62506" creationId="{617665BE-5D60-4B2B-AD4B-01CA1BC2F8C7}"/>
          </ac:spMkLst>
        </pc:spChg>
        <pc:spChg chg="mod">
          <ac:chgData name="王 欣捷" userId="b965477fa0aef5e6" providerId="LiveId" clId="{CCC25DF9-4458-4252-A1FA-96CED2233F88}" dt="2021-04-22T08:22:18.678" v="473" actId="1076"/>
          <ac:spMkLst>
            <pc:docMk/>
            <pc:sldMk cId="0" sldId="880"/>
            <ac:spMk id="62507" creationId="{74E154E1-D30B-46BC-8D06-0F6045CEE408}"/>
          </ac:spMkLst>
        </pc:spChg>
        <pc:spChg chg="mod">
          <ac:chgData name="王 欣捷" userId="b965477fa0aef5e6" providerId="LiveId" clId="{CCC25DF9-4458-4252-A1FA-96CED2233F88}" dt="2021-04-22T08:22:18.678" v="473" actId="1076"/>
          <ac:spMkLst>
            <pc:docMk/>
            <pc:sldMk cId="0" sldId="880"/>
            <ac:spMk id="62508" creationId="{B0B990EA-F130-481C-AA54-CE1A74FE1FBA}"/>
          </ac:spMkLst>
        </pc:spChg>
        <pc:spChg chg="mod">
          <ac:chgData name="王 欣捷" userId="b965477fa0aef5e6" providerId="LiveId" clId="{CCC25DF9-4458-4252-A1FA-96CED2233F88}" dt="2021-04-22T08:22:18.678" v="473" actId="1076"/>
          <ac:spMkLst>
            <pc:docMk/>
            <pc:sldMk cId="0" sldId="880"/>
            <ac:spMk id="62509" creationId="{5CF037C4-2B30-4FCA-B202-6948FA76F32D}"/>
          </ac:spMkLst>
        </pc:spChg>
        <pc:spChg chg="mod">
          <ac:chgData name="王 欣捷" userId="b965477fa0aef5e6" providerId="LiveId" clId="{CCC25DF9-4458-4252-A1FA-96CED2233F88}" dt="2021-04-22T08:22:18.678" v="473" actId="1076"/>
          <ac:spMkLst>
            <pc:docMk/>
            <pc:sldMk cId="0" sldId="880"/>
            <ac:spMk id="62510" creationId="{685BB10F-5058-4785-B984-3F2027769976}"/>
          </ac:spMkLst>
        </pc:spChg>
        <pc:spChg chg="mod">
          <ac:chgData name="王 欣捷" userId="b965477fa0aef5e6" providerId="LiveId" clId="{CCC25DF9-4458-4252-A1FA-96CED2233F88}" dt="2021-04-22T08:22:18.678" v="473" actId="1076"/>
          <ac:spMkLst>
            <pc:docMk/>
            <pc:sldMk cId="0" sldId="880"/>
            <ac:spMk id="62511" creationId="{7BCAEBE5-FAEA-4E0C-BBAF-7EE5D226227E}"/>
          </ac:spMkLst>
        </pc:spChg>
        <pc:spChg chg="mod">
          <ac:chgData name="王 欣捷" userId="b965477fa0aef5e6" providerId="LiveId" clId="{CCC25DF9-4458-4252-A1FA-96CED2233F88}" dt="2021-04-22T08:22:18.678" v="473" actId="1076"/>
          <ac:spMkLst>
            <pc:docMk/>
            <pc:sldMk cId="0" sldId="880"/>
            <ac:spMk id="62512" creationId="{F9B96FB4-DBB0-4C0F-BA21-AC73EDFB3D01}"/>
          </ac:spMkLst>
        </pc:spChg>
        <pc:spChg chg="mod">
          <ac:chgData name="王 欣捷" userId="b965477fa0aef5e6" providerId="LiveId" clId="{CCC25DF9-4458-4252-A1FA-96CED2233F88}" dt="2021-04-22T08:22:18.678" v="473" actId="1076"/>
          <ac:spMkLst>
            <pc:docMk/>
            <pc:sldMk cId="0" sldId="880"/>
            <ac:spMk id="62513" creationId="{CC361F68-38E1-473E-A889-0C2A0C71EA9D}"/>
          </ac:spMkLst>
        </pc:spChg>
        <pc:spChg chg="mod">
          <ac:chgData name="王 欣捷" userId="b965477fa0aef5e6" providerId="LiveId" clId="{CCC25DF9-4458-4252-A1FA-96CED2233F88}" dt="2021-04-22T08:22:18.678" v="473" actId="1076"/>
          <ac:spMkLst>
            <pc:docMk/>
            <pc:sldMk cId="0" sldId="880"/>
            <ac:spMk id="62514" creationId="{399800A9-3B68-46F4-8A17-A4295041D981}"/>
          </ac:spMkLst>
        </pc:spChg>
        <pc:spChg chg="mod">
          <ac:chgData name="王 欣捷" userId="b965477fa0aef5e6" providerId="LiveId" clId="{CCC25DF9-4458-4252-A1FA-96CED2233F88}" dt="2021-04-22T08:22:18.678" v="473" actId="1076"/>
          <ac:spMkLst>
            <pc:docMk/>
            <pc:sldMk cId="0" sldId="880"/>
            <ac:spMk id="62515" creationId="{86BE85D4-C505-44BF-9B6E-A841BBF9AEEA}"/>
          </ac:spMkLst>
        </pc:spChg>
        <pc:spChg chg="mod">
          <ac:chgData name="王 欣捷" userId="b965477fa0aef5e6" providerId="LiveId" clId="{CCC25DF9-4458-4252-A1FA-96CED2233F88}" dt="2021-04-22T08:22:18.678" v="473" actId="1076"/>
          <ac:spMkLst>
            <pc:docMk/>
            <pc:sldMk cId="0" sldId="880"/>
            <ac:spMk id="62516" creationId="{0ACD72AB-35DB-4085-B532-1F855C370A00}"/>
          </ac:spMkLst>
        </pc:spChg>
        <pc:spChg chg="mod">
          <ac:chgData name="王 欣捷" userId="b965477fa0aef5e6" providerId="LiveId" clId="{CCC25DF9-4458-4252-A1FA-96CED2233F88}" dt="2021-04-22T08:22:18.678" v="473" actId="1076"/>
          <ac:spMkLst>
            <pc:docMk/>
            <pc:sldMk cId="0" sldId="880"/>
            <ac:spMk id="62517" creationId="{6AD456AF-E4AF-4CCF-A058-DA4834D58F6C}"/>
          </ac:spMkLst>
        </pc:spChg>
        <pc:spChg chg="mod">
          <ac:chgData name="王 欣捷" userId="b965477fa0aef5e6" providerId="LiveId" clId="{CCC25DF9-4458-4252-A1FA-96CED2233F88}" dt="2021-04-22T08:22:18.678" v="473" actId="1076"/>
          <ac:spMkLst>
            <pc:docMk/>
            <pc:sldMk cId="0" sldId="880"/>
            <ac:spMk id="62518" creationId="{CF22EC57-D4D5-4154-8692-ACD5C7D92B00}"/>
          </ac:spMkLst>
        </pc:spChg>
        <pc:spChg chg="mod">
          <ac:chgData name="王 欣捷" userId="b965477fa0aef5e6" providerId="LiveId" clId="{CCC25DF9-4458-4252-A1FA-96CED2233F88}" dt="2021-04-22T08:22:18.678" v="473" actId="1076"/>
          <ac:spMkLst>
            <pc:docMk/>
            <pc:sldMk cId="0" sldId="880"/>
            <ac:spMk id="62519" creationId="{A987A673-A12A-4044-A6DF-545461966B71}"/>
          </ac:spMkLst>
        </pc:spChg>
        <pc:spChg chg="mod">
          <ac:chgData name="王 欣捷" userId="b965477fa0aef5e6" providerId="LiveId" clId="{CCC25DF9-4458-4252-A1FA-96CED2233F88}" dt="2021-04-22T08:22:18.678" v="473" actId="1076"/>
          <ac:spMkLst>
            <pc:docMk/>
            <pc:sldMk cId="0" sldId="880"/>
            <ac:spMk id="62520" creationId="{89491B03-CCD1-4EED-9DE1-94F797A81F1D}"/>
          </ac:spMkLst>
        </pc:spChg>
        <pc:spChg chg="mod">
          <ac:chgData name="王 欣捷" userId="b965477fa0aef5e6" providerId="LiveId" clId="{CCC25DF9-4458-4252-A1FA-96CED2233F88}" dt="2021-04-22T08:22:18.678" v="473" actId="1076"/>
          <ac:spMkLst>
            <pc:docMk/>
            <pc:sldMk cId="0" sldId="880"/>
            <ac:spMk id="62521" creationId="{7755F09C-411F-4A4B-A051-82D1DEFBB835}"/>
          </ac:spMkLst>
        </pc:spChg>
        <pc:spChg chg="mod">
          <ac:chgData name="王 欣捷" userId="b965477fa0aef5e6" providerId="LiveId" clId="{CCC25DF9-4458-4252-A1FA-96CED2233F88}" dt="2021-04-22T08:22:18.678" v="473" actId="1076"/>
          <ac:spMkLst>
            <pc:docMk/>
            <pc:sldMk cId="0" sldId="880"/>
            <ac:spMk id="62522" creationId="{7A6EC293-B55A-4901-947C-2BC857A226FB}"/>
          </ac:spMkLst>
        </pc:spChg>
        <pc:spChg chg="mod">
          <ac:chgData name="王 欣捷" userId="b965477fa0aef5e6" providerId="LiveId" clId="{CCC25DF9-4458-4252-A1FA-96CED2233F88}" dt="2021-04-22T08:22:18.678" v="473" actId="1076"/>
          <ac:spMkLst>
            <pc:docMk/>
            <pc:sldMk cId="0" sldId="880"/>
            <ac:spMk id="62523" creationId="{B7472264-B105-41E3-ACF4-619E99862D47}"/>
          </ac:spMkLst>
        </pc:spChg>
        <pc:spChg chg="mod">
          <ac:chgData name="王 欣捷" userId="b965477fa0aef5e6" providerId="LiveId" clId="{CCC25DF9-4458-4252-A1FA-96CED2233F88}" dt="2021-04-22T08:22:18.678" v="473" actId="1076"/>
          <ac:spMkLst>
            <pc:docMk/>
            <pc:sldMk cId="0" sldId="880"/>
            <ac:spMk id="62524" creationId="{1D922C56-2F31-4050-A03E-0C4E72691370}"/>
          </ac:spMkLst>
        </pc:spChg>
        <pc:spChg chg="mod">
          <ac:chgData name="王 欣捷" userId="b965477fa0aef5e6" providerId="LiveId" clId="{CCC25DF9-4458-4252-A1FA-96CED2233F88}" dt="2021-04-22T08:22:18.678" v="473" actId="1076"/>
          <ac:spMkLst>
            <pc:docMk/>
            <pc:sldMk cId="0" sldId="880"/>
            <ac:spMk id="62525" creationId="{4817D21A-A573-4FEA-B29C-DD536FC72E32}"/>
          </ac:spMkLst>
        </pc:spChg>
        <pc:spChg chg="mod">
          <ac:chgData name="王 欣捷" userId="b965477fa0aef5e6" providerId="LiveId" clId="{CCC25DF9-4458-4252-A1FA-96CED2233F88}" dt="2021-04-22T08:22:18.678" v="473" actId="1076"/>
          <ac:spMkLst>
            <pc:docMk/>
            <pc:sldMk cId="0" sldId="880"/>
            <ac:spMk id="62526" creationId="{9542E277-FC09-443E-856D-52500E0165B9}"/>
          </ac:spMkLst>
        </pc:spChg>
        <pc:spChg chg="mod">
          <ac:chgData name="王 欣捷" userId="b965477fa0aef5e6" providerId="LiveId" clId="{CCC25DF9-4458-4252-A1FA-96CED2233F88}" dt="2021-04-22T08:22:18.678" v="473" actId="1076"/>
          <ac:spMkLst>
            <pc:docMk/>
            <pc:sldMk cId="0" sldId="880"/>
            <ac:spMk id="62527" creationId="{0AEEB8DF-B6D9-4571-B4F3-6ADD12838F4C}"/>
          </ac:spMkLst>
        </pc:spChg>
        <pc:spChg chg="mod">
          <ac:chgData name="王 欣捷" userId="b965477fa0aef5e6" providerId="LiveId" clId="{CCC25DF9-4458-4252-A1FA-96CED2233F88}" dt="2021-04-22T08:22:18.678" v="473" actId="1076"/>
          <ac:spMkLst>
            <pc:docMk/>
            <pc:sldMk cId="0" sldId="880"/>
            <ac:spMk id="62528" creationId="{146EC904-54D7-4C36-A471-4B6885DFEF9A}"/>
          </ac:spMkLst>
        </pc:spChg>
        <pc:spChg chg="mod">
          <ac:chgData name="王 欣捷" userId="b965477fa0aef5e6" providerId="LiveId" clId="{CCC25DF9-4458-4252-A1FA-96CED2233F88}" dt="2021-04-22T08:22:18.678" v="473" actId="1076"/>
          <ac:spMkLst>
            <pc:docMk/>
            <pc:sldMk cId="0" sldId="880"/>
            <ac:spMk id="62529" creationId="{9ABD4DBB-1B32-4136-A086-6A30629ACCD2}"/>
          </ac:spMkLst>
        </pc:spChg>
        <pc:spChg chg="mod">
          <ac:chgData name="王 欣捷" userId="b965477fa0aef5e6" providerId="LiveId" clId="{CCC25DF9-4458-4252-A1FA-96CED2233F88}" dt="2021-04-22T08:22:18.678" v="473" actId="1076"/>
          <ac:spMkLst>
            <pc:docMk/>
            <pc:sldMk cId="0" sldId="880"/>
            <ac:spMk id="62530" creationId="{B89F9D9E-6F5B-477D-B7FE-28416FBC8066}"/>
          </ac:spMkLst>
        </pc:spChg>
        <pc:spChg chg="mod">
          <ac:chgData name="王 欣捷" userId="b965477fa0aef5e6" providerId="LiveId" clId="{CCC25DF9-4458-4252-A1FA-96CED2233F88}" dt="2021-04-22T08:22:18.678" v="473" actId="1076"/>
          <ac:spMkLst>
            <pc:docMk/>
            <pc:sldMk cId="0" sldId="880"/>
            <ac:spMk id="62531" creationId="{2572304C-FA56-41DA-82BE-FA3BEBA605D1}"/>
          </ac:spMkLst>
        </pc:spChg>
        <pc:spChg chg="mod">
          <ac:chgData name="王 欣捷" userId="b965477fa0aef5e6" providerId="LiveId" clId="{CCC25DF9-4458-4252-A1FA-96CED2233F88}" dt="2021-04-22T08:22:18.678" v="473" actId="1076"/>
          <ac:spMkLst>
            <pc:docMk/>
            <pc:sldMk cId="0" sldId="880"/>
            <ac:spMk id="62532" creationId="{9A19A086-0126-4135-AAC8-65E79D9C00D9}"/>
          </ac:spMkLst>
        </pc:spChg>
        <pc:grpChg chg="mod">
          <ac:chgData name="王 欣捷" userId="b965477fa0aef5e6" providerId="LiveId" clId="{CCC25DF9-4458-4252-A1FA-96CED2233F88}" dt="2021-04-22T08:22:53.360" v="487" actId="113"/>
          <ac:grpSpMkLst>
            <pc:docMk/>
            <pc:sldMk cId="0" sldId="880"/>
            <ac:grpSpMk id="62469" creationId="{FEB33575-D61E-4AB9-9A44-CD7866947FEF}"/>
          </ac:grpSpMkLst>
        </pc:grpChg>
        <pc:grpChg chg="mod">
          <ac:chgData name="王 欣捷" userId="b965477fa0aef5e6" providerId="LiveId" clId="{CCC25DF9-4458-4252-A1FA-96CED2233F88}" dt="2021-04-22T08:22:18.678" v="473" actId="1076"/>
          <ac:grpSpMkLst>
            <pc:docMk/>
            <pc:sldMk cId="0" sldId="880"/>
            <ac:grpSpMk id="62495" creationId="{4626B888-B985-4415-A86F-DB7D11CC5BF0}"/>
          </ac:grpSpMkLst>
        </pc:grpChg>
        <pc:grpChg chg="mod">
          <ac:chgData name="王 欣捷" userId="b965477fa0aef5e6" providerId="LiveId" clId="{CCC25DF9-4458-4252-A1FA-96CED2233F88}" dt="2021-04-22T08:22:18.678" v="473" actId="1076"/>
          <ac:grpSpMkLst>
            <pc:docMk/>
            <pc:sldMk cId="0" sldId="880"/>
            <ac:grpSpMk id="62496" creationId="{0C1DF54D-BF2A-4835-AD96-242255D63DD7}"/>
          </ac:grpSpMkLst>
        </pc:grpChg>
        <pc:grpChg chg="mod">
          <ac:chgData name="王 欣捷" userId="b965477fa0aef5e6" providerId="LiveId" clId="{CCC25DF9-4458-4252-A1FA-96CED2233F88}" dt="2021-04-22T08:22:18.678" v="473" actId="1076"/>
          <ac:grpSpMkLst>
            <pc:docMk/>
            <pc:sldMk cId="0" sldId="880"/>
            <ac:grpSpMk id="62497" creationId="{3275597F-CCC1-4974-B320-2B048FC1570C}"/>
          </ac:grpSpMkLst>
        </pc:grpChg>
        <pc:grpChg chg="mod">
          <ac:chgData name="王 欣捷" userId="b965477fa0aef5e6" providerId="LiveId" clId="{CCC25DF9-4458-4252-A1FA-96CED2233F88}" dt="2021-04-22T08:22:18.678" v="473" actId="1076"/>
          <ac:grpSpMkLst>
            <pc:docMk/>
            <pc:sldMk cId="0" sldId="880"/>
            <ac:grpSpMk id="62498" creationId="{83C6553F-B8FC-4E31-9999-85E5F3D8C648}"/>
          </ac:grpSpMkLst>
        </pc:grpChg>
        <pc:grpChg chg="mod">
          <ac:chgData name="王 欣捷" userId="b965477fa0aef5e6" providerId="LiveId" clId="{CCC25DF9-4458-4252-A1FA-96CED2233F88}" dt="2021-04-22T08:22:18.678" v="473" actId="1076"/>
          <ac:grpSpMkLst>
            <pc:docMk/>
            <pc:sldMk cId="0" sldId="880"/>
            <ac:grpSpMk id="62499" creationId="{93B40723-12C2-49C5-9A83-81876CD36E62}"/>
          </ac:grpSpMkLst>
        </pc:grpChg>
      </pc:sldChg>
      <pc:sldChg chg="del">
        <pc:chgData name="王 欣捷" userId="b965477fa0aef5e6" providerId="LiveId" clId="{CCC25DF9-4458-4252-A1FA-96CED2233F88}" dt="2021-04-22T07:28:31.744" v="22" actId="47"/>
        <pc:sldMkLst>
          <pc:docMk/>
          <pc:sldMk cId="1458318623" sldId="897"/>
        </pc:sldMkLst>
      </pc:sldChg>
      <pc:sldChg chg="add">
        <pc:chgData name="王 欣捷" userId="b965477fa0aef5e6" providerId="LiveId" clId="{CCC25DF9-4458-4252-A1FA-96CED2233F88}" dt="2021-04-22T07:28:32.426" v="23"/>
        <pc:sldMkLst>
          <pc:docMk/>
          <pc:sldMk cId="0" sldId="909"/>
        </pc:sldMkLst>
      </pc:sldChg>
      <pc:sldChg chg="modSp add">
        <pc:chgData name="王 欣捷" userId="b965477fa0aef5e6" providerId="LiveId" clId="{CCC25DF9-4458-4252-A1FA-96CED2233F88}" dt="2021-04-22T07:30:15.426" v="47"/>
        <pc:sldMkLst>
          <pc:docMk/>
          <pc:sldMk cId="0" sldId="910"/>
        </pc:sldMkLst>
        <pc:spChg chg="mod">
          <ac:chgData name="王 欣捷" userId="b965477fa0aef5e6" providerId="LiveId" clId="{CCC25DF9-4458-4252-A1FA-96CED2233F88}" dt="2021-04-22T07:30:15.426" v="47"/>
          <ac:spMkLst>
            <pc:docMk/>
            <pc:sldMk cId="0" sldId="910"/>
            <ac:spMk id="17410" creationId="{56B6CD14-5853-4322-8107-28381D8B7832}"/>
          </ac:spMkLst>
        </pc:spChg>
      </pc:sldChg>
      <pc:sldChg chg="modSp add mod">
        <pc:chgData name="王 欣捷" userId="b965477fa0aef5e6" providerId="LiveId" clId="{CCC25DF9-4458-4252-A1FA-96CED2233F88}" dt="2021-04-22T07:28:32.597" v="35" actId="27636"/>
        <pc:sldMkLst>
          <pc:docMk/>
          <pc:sldMk cId="0" sldId="911"/>
        </pc:sldMkLst>
        <pc:spChg chg="mod">
          <ac:chgData name="王 欣捷" userId="b965477fa0aef5e6" providerId="LiveId" clId="{CCC25DF9-4458-4252-A1FA-96CED2233F88}" dt="2021-04-22T07:28:32.597" v="35" actId="27636"/>
          <ac:spMkLst>
            <pc:docMk/>
            <pc:sldMk cId="0" sldId="911"/>
            <ac:spMk id="63490" creationId="{AF81E5E5-2C59-456D-B8EA-B3BD8507AE57}"/>
          </ac:spMkLst>
        </pc:spChg>
      </pc:sldChg>
      <pc:sldChg chg="modSp add mod">
        <pc:chgData name="王 欣捷" userId="b965477fa0aef5e6" providerId="LiveId" clId="{CCC25DF9-4458-4252-A1FA-96CED2233F88}" dt="2021-04-22T08:13:00.810" v="348" actId="1076"/>
        <pc:sldMkLst>
          <pc:docMk/>
          <pc:sldMk cId="0" sldId="912"/>
        </pc:sldMkLst>
        <pc:spChg chg="mod">
          <ac:chgData name="王 欣捷" userId="b965477fa0aef5e6" providerId="LiveId" clId="{CCC25DF9-4458-4252-A1FA-96CED2233F88}" dt="2021-04-22T07:30:15.426" v="47"/>
          <ac:spMkLst>
            <pc:docMk/>
            <pc:sldMk cId="0" sldId="912"/>
            <ac:spMk id="64514" creationId="{CF45981F-AA8D-40DA-AD2C-B093B4950154}"/>
          </ac:spMkLst>
        </pc:spChg>
        <pc:spChg chg="mod">
          <ac:chgData name="王 欣捷" userId="b965477fa0aef5e6" providerId="LiveId" clId="{CCC25DF9-4458-4252-A1FA-96CED2233F88}" dt="2021-04-22T08:13:00.810" v="348" actId="1076"/>
          <ac:spMkLst>
            <pc:docMk/>
            <pc:sldMk cId="0" sldId="912"/>
            <ac:spMk id="64536" creationId="{47BA52F3-22A4-441A-ADAE-CEB4AF5DAF36}"/>
          </ac:spMkLst>
        </pc:spChg>
        <pc:spChg chg="mod">
          <ac:chgData name="王 欣捷" userId="b965477fa0aef5e6" providerId="LiveId" clId="{CCC25DF9-4458-4252-A1FA-96CED2233F88}" dt="2021-04-22T08:13:00.810" v="348" actId="1076"/>
          <ac:spMkLst>
            <pc:docMk/>
            <pc:sldMk cId="0" sldId="912"/>
            <ac:spMk id="64537" creationId="{61AF215D-D007-4B14-AC11-1D08E5F8498C}"/>
          </ac:spMkLst>
        </pc:spChg>
        <pc:spChg chg="mod">
          <ac:chgData name="王 欣捷" userId="b965477fa0aef5e6" providerId="LiveId" clId="{CCC25DF9-4458-4252-A1FA-96CED2233F88}" dt="2021-04-22T08:13:00.810" v="348" actId="1076"/>
          <ac:spMkLst>
            <pc:docMk/>
            <pc:sldMk cId="0" sldId="912"/>
            <ac:spMk id="64538" creationId="{C7439F04-A10E-481A-9753-769B8485E44A}"/>
          </ac:spMkLst>
        </pc:spChg>
        <pc:spChg chg="mod">
          <ac:chgData name="王 欣捷" userId="b965477fa0aef5e6" providerId="LiveId" clId="{CCC25DF9-4458-4252-A1FA-96CED2233F88}" dt="2021-04-22T08:13:00.810" v="348" actId="1076"/>
          <ac:spMkLst>
            <pc:docMk/>
            <pc:sldMk cId="0" sldId="912"/>
            <ac:spMk id="64539" creationId="{965A6531-67E0-4438-BEAA-4616C74393AE}"/>
          </ac:spMkLst>
        </pc:spChg>
        <pc:spChg chg="mod">
          <ac:chgData name="王 欣捷" userId="b965477fa0aef5e6" providerId="LiveId" clId="{CCC25DF9-4458-4252-A1FA-96CED2233F88}" dt="2021-04-22T08:13:00.810" v="348" actId="1076"/>
          <ac:spMkLst>
            <pc:docMk/>
            <pc:sldMk cId="0" sldId="912"/>
            <ac:spMk id="719900" creationId="{EC4D46B0-D68B-4376-B63A-749A0C7C17C9}"/>
          </ac:spMkLst>
        </pc:spChg>
        <pc:spChg chg="mod">
          <ac:chgData name="王 欣捷" userId="b965477fa0aef5e6" providerId="LiveId" clId="{CCC25DF9-4458-4252-A1FA-96CED2233F88}" dt="2021-04-22T08:13:00.810" v="348" actId="1076"/>
          <ac:spMkLst>
            <pc:docMk/>
            <pc:sldMk cId="0" sldId="912"/>
            <ac:spMk id="719915" creationId="{F41119DD-0890-4E8E-9886-042405F3C048}"/>
          </ac:spMkLst>
        </pc:spChg>
        <pc:spChg chg="mod">
          <ac:chgData name="王 欣捷" userId="b965477fa0aef5e6" providerId="LiveId" clId="{CCC25DF9-4458-4252-A1FA-96CED2233F88}" dt="2021-04-22T08:13:00.810" v="348" actId="1076"/>
          <ac:spMkLst>
            <pc:docMk/>
            <pc:sldMk cId="0" sldId="912"/>
            <ac:spMk id="719916" creationId="{0D49F7AE-B61A-4B37-8947-06D4923482F8}"/>
          </ac:spMkLst>
        </pc:spChg>
        <pc:graphicFrameChg chg="mod">
          <ac:chgData name="王 欣捷" userId="b965477fa0aef5e6" providerId="LiveId" clId="{CCC25DF9-4458-4252-A1FA-96CED2233F88}" dt="2021-04-22T08:13:00.810" v="348" actId="1076"/>
          <ac:graphicFrameMkLst>
            <pc:docMk/>
            <pc:sldMk cId="0" sldId="912"/>
            <ac:graphicFrameMk id="719876" creationId="{BFAAD3A1-D163-457E-907C-D20C3774ABC4}"/>
          </ac:graphicFrameMkLst>
        </pc:graphicFrameChg>
        <pc:graphicFrameChg chg="mod">
          <ac:chgData name="王 欣捷" userId="b965477fa0aef5e6" providerId="LiveId" clId="{CCC25DF9-4458-4252-A1FA-96CED2233F88}" dt="2021-04-22T08:13:00.810" v="348" actId="1076"/>
          <ac:graphicFrameMkLst>
            <pc:docMk/>
            <pc:sldMk cId="0" sldId="912"/>
            <ac:graphicFrameMk id="719901" creationId="{1B211A17-2AC8-4584-9DE1-5C6F1685DDA2}"/>
          </ac:graphicFrameMkLst>
        </pc:graphicFrameChg>
      </pc:sldChg>
      <pc:sldChg chg="addSp delSp modSp add mod modAnim">
        <pc:chgData name="王 欣捷" userId="b965477fa0aef5e6" providerId="LiveId" clId="{CCC25DF9-4458-4252-A1FA-96CED2233F88}" dt="2021-04-28T13:14:48.045" v="618"/>
        <pc:sldMkLst>
          <pc:docMk/>
          <pc:sldMk cId="0" sldId="913"/>
        </pc:sldMkLst>
        <pc:spChg chg="add mod">
          <ac:chgData name="王 欣捷" userId="b965477fa0aef5e6" providerId="LiveId" clId="{CCC25DF9-4458-4252-A1FA-96CED2233F88}" dt="2021-04-28T13:14:39.145" v="617" actId="14100"/>
          <ac:spMkLst>
            <pc:docMk/>
            <pc:sldMk cId="0" sldId="913"/>
            <ac:spMk id="2" creationId="{D7340C53-1676-4352-9B50-F8C06342C519}"/>
          </ac:spMkLst>
        </pc:spChg>
        <pc:spChg chg="add mod">
          <ac:chgData name="王 欣捷" userId="b965477fa0aef5e6" providerId="LiveId" clId="{CCC25DF9-4458-4252-A1FA-96CED2233F88}" dt="2021-04-22T08:26:40.474" v="542"/>
          <ac:spMkLst>
            <pc:docMk/>
            <pc:sldMk cId="0" sldId="913"/>
            <ac:spMk id="11" creationId="{E0EB25F0-4672-4F87-A644-6507320AA269}"/>
          </ac:spMkLst>
        </pc:spChg>
        <pc:spChg chg="add mod">
          <ac:chgData name="王 欣捷" userId="b965477fa0aef5e6" providerId="LiveId" clId="{CCC25DF9-4458-4252-A1FA-96CED2233F88}" dt="2021-04-22T08:26:40.474" v="542"/>
          <ac:spMkLst>
            <pc:docMk/>
            <pc:sldMk cId="0" sldId="913"/>
            <ac:spMk id="12" creationId="{1A661B44-41D9-4E4D-8F61-D1D870BD7351}"/>
          </ac:spMkLst>
        </pc:spChg>
        <pc:spChg chg="add mod">
          <ac:chgData name="王 欣捷" userId="b965477fa0aef5e6" providerId="LiveId" clId="{CCC25DF9-4458-4252-A1FA-96CED2233F88}" dt="2021-04-22T08:26:40.474" v="542"/>
          <ac:spMkLst>
            <pc:docMk/>
            <pc:sldMk cId="0" sldId="913"/>
            <ac:spMk id="13" creationId="{877E7FBC-38E1-44B0-98FC-419D78E7260F}"/>
          </ac:spMkLst>
        </pc:spChg>
        <pc:spChg chg="add mod">
          <ac:chgData name="王 欣捷" userId="b965477fa0aef5e6" providerId="LiveId" clId="{CCC25DF9-4458-4252-A1FA-96CED2233F88}" dt="2021-04-22T08:26:40.474" v="542"/>
          <ac:spMkLst>
            <pc:docMk/>
            <pc:sldMk cId="0" sldId="913"/>
            <ac:spMk id="14" creationId="{E5E424E6-07C5-4850-867C-54939FF78C8E}"/>
          </ac:spMkLst>
        </pc:spChg>
        <pc:spChg chg="mod">
          <ac:chgData name="王 欣捷" userId="b965477fa0aef5e6" providerId="LiveId" clId="{CCC25DF9-4458-4252-A1FA-96CED2233F88}" dt="2021-04-22T07:30:15.426" v="47"/>
          <ac:spMkLst>
            <pc:docMk/>
            <pc:sldMk cId="0" sldId="913"/>
            <ac:spMk id="65538" creationId="{4050059B-56DF-4DF6-83C4-35420FD2DFB5}"/>
          </ac:spMkLst>
        </pc:spChg>
        <pc:spChg chg="del">
          <ac:chgData name="王 欣捷" userId="b965477fa0aef5e6" providerId="LiveId" clId="{CCC25DF9-4458-4252-A1FA-96CED2233F88}" dt="2021-04-22T08:26:37.752" v="541" actId="478"/>
          <ac:spMkLst>
            <pc:docMk/>
            <pc:sldMk cId="0" sldId="913"/>
            <ac:spMk id="65560" creationId="{80D2A3C0-ECEA-4F7B-A7FB-30900D2A3CA8}"/>
          </ac:spMkLst>
        </pc:spChg>
        <pc:spChg chg="del">
          <ac:chgData name="王 欣捷" userId="b965477fa0aef5e6" providerId="LiveId" clId="{CCC25DF9-4458-4252-A1FA-96CED2233F88}" dt="2021-04-22T08:26:37.752" v="541" actId="478"/>
          <ac:spMkLst>
            <pc:docMk/>
            <pc:sldMk cId="0" sldId="913"/>
            <ac:spMk id="65561" creationId="{470A982B-10C3-46F4-9A4E-88391E5C4BB2}"/>
          </ac:spMkLst>
        </pc:spChg>
        <pc:spChg chg="del">
          <ac:chgData name="王 欣捷" userId="b965477fa0aef5e6" providerId="LiveId" clId="{CCC25DF9-4458-4252-A1FA-96CED2233F88}" dt="2021-04-22T08:26:37.752" v="541" actId="478"/>
          <ac:spMkLst>
            <pc:docMk/>
            <pc:sldMk cId="0" sldId="913"/>
            <ac:spMk id="65562" creationId="{9ED4F738-686A-42DE-BDE0-533A978259BA}"/>
          </ac:spMkLst>
        </pc:spChg>
        <pc:spChg chg="del">
          <ac:chgData name="王 欣捷" userId="b965477fa0aef5e6" providerId="LiveId" clId="{CCC25DF9-4458-4252-A1FA-96CED2233F88}" dt="2021-04-22T08:26:37.752" v="541" actId="478"/>
          <ac:spMkLst>
            <pc:docMk/>
            <pc:sldMk cId="0" sldId="913"/>
            <ac:spMk id="65563" creationId="{6F14985E-5B98-4B29-B930-A06E73C5C106}"/>
          </ac:spMkLst>
        </pc:spChg>
        <pc:graphicFrameChg chg="add mod">
          <ac:chgData name="王 欣捷" userId="b965477fa0aef5e6" providerId="LiveId" clId="{CCC25DF9-4458-4252-A1FA-96CED2233F88}" dt="2021-04-22T08:26:40.474" v="542"/>
          <ac:graphicFrameMkLst>
            <pc:docMk/>
            <pc:sldMk cId="0" sldId="913"/>
            <ac:graphicFrameMk id="10" creationId="{C6E07B0C-CB97-458A-B79B-5E8A5F5293E4}"/>
          </ac:graphicFrameMkLst>
        </pc:graphicFrameChg>
        <pc:graphicFrameChg chg="del mod">
          <ac:chgData name="王 欣捷" userId="b965477fa0aef5e6" providerId="LiveId" clId="{CCC25DF9-4458-4252-A1FA-96CED2233F88}" dt="2021-04-22T08:26:37.752" v="541" actId="478"/>
          <ac:graphicFrameMkLst>
            <pc:docMk/>
            <pc:sldMk cId="0" sldId="913"/>
            <ac:graphicFrameMk id="720900" creationId="{E30E75E1-2A11-4999-8CEA-207FEEB1DCD5}"/>
          </ac:graphicFrameMkLst>
        </pc:graphicFrameChg>
        <pc:graphicFrameChg chg="mod">
          <ac:chgData name="王 欣捷" userId="b965477fa0aef5e6" providerId="LiveId" clId="{CCC25DF9-4458-4252-A1FA-96CED2233F88}" dt="2021-04-22T08:28:53.810" v="581" actId="1076"/>
          <ac:graphicFrameMkLst>
            <pc:docMk/>
            <pc:sldMk cId="0" sldId="913"/>
            <ac:graphicFrameMk id="720924" creationId="{6E5388C2-2AE4-4393-AA2E-A81407989535}"/>
          </ac:graphicFrameMkLst>
        </pc:graphicFrameChg>
      </pc:sldChg>
      <pc:sldChg chg="addSp delSp modSp add mod">
        <pc:chgData name="王 欣捷" userId="b965477fa0aef5e6" providerId="LiveId" clId="{CCC25DF9-4458-4252-A1FA-96CED2233F88}" dt="2021-04-22T08:29:00.747" v="582" actId="1076"/>
        <pc:sldMkLst>
          <pc:docMk/>
          <pc:sldMk cId="0" sldId="914"/>
        </pc:sldMkLst>
        <pc:spChg chg="add del mod">
          <ac:chgData name="王 欣捷" userId="b965477fa0aef5e6" providerId="LiveId" clId="{CCC25DF9-4458-4252-A1FA-96CED2233F88}" dt="2021-04-22T08:26:54.291" v="544"/>
          <ac:spMkLst>
            <pc:docMk/>
            <pc:sldMk cId="0" sldId="914"/>
            <ac:spMk id="11" creationId="{B17E5637-E810-44B0-8F8F-6DBDFF7E1155}"/>
          </ac:spMkLst>
        </pc:spChg>
        <pc:spChg chg="add del mod">
          <ac:chgData name="王 欣捷" userId="b965477fa0aef5e6" providerId="LiveId" clId="{CCC25DF9-4458-4252-A1FA-96CED2233F88}" dt="2021-04-22T08:26:54.291" v="544"/>
          <ac:spMkLst>
            <pc:docMk/>
            <pc:sldMk cId="0" sldId="914"/>
            <ac:spMk id="12" creationId="{4AEDF0D5-E682-43AE-B0DB-0C9350C96638}"/>
          </ac:spMkLst>
        </pc:spChg>
        <pc:spChg chg="add del mod">
          <ac:chgData name="王 欣捷" userId="b965477fa0aef5e6" providerId="LiveId" clId="{CCC25DF9-4458-4252-A1FA-96CED2233F88}" dt="2021-04-22T08:26:54.291" v="544"/>
          <ac:spMkLst>
            <pc:docMk/>
            <pc:sldMk cId="0" sldId="914"/>
            <ac:spMk id="13" creationId="{5FBB6FE9-9BE8-4209-82EA-8EB292519DC4}"/>
          </ac:spMkLst>
        </pc:spChg>
        <pc:spChg chg="add del mod">
          <ac:chgData name="王 欣捷" userId="b965477fa0aef5e6" providerId="LiveId" clId="{CCC25DF9-4458-4252-A1FA-96CED2233F88}" dt="2021-04-22T08:26:54.291" v="544"/>
          <ac:spMkLst>
            <pc:docMk/>
            <pc:sldMk cId="0" sldId="914"/>
            <ac:spMk id="14" creationId="{F2097C72-3526-4398-8000-685EDEDE3C6A}"/>
          </ac:spMkLst>
        </pc:spChg>
        <pc:spChg chg="mod">
          <ac:chgData name="王 欣捷" userId="b965477fa0aef5e6" providerId="LiveId" clId="{CCC25DF9-4458-4252-A1FA-96CED2233F88}" dt="2021-04-22T07:30:15.426" v="47"/>
          <ac:spMkLst>
            <pc:docMk/>
            <pc:sldMk cId="0" sldId="914"/>
            <ac:spMk id="66562" creationId="{139B1E58-90EB-4ED8-BE32-A917CDA6F635}"/>
          </ac:spMkLst>
        </pc:spChg>
        <pc:spChg chg="mod">
          <ac:chgData name="王 欣捷" userId="b965477fa0aef5e6" providerId="LiveId" clId="{CCC25DF9-4458-4252-A1FA-96CED2233F88}" dt="2021-04-22T08:27:02.895" v="548" actId="1076"/>
          <ac:spMkLst>
            <pc:docMk/>
            <pc:sldMk cId="0" sldId="914"/>
            <ac:spMk id="66581" creationId="{120ABA74-649B-474C-8F29-4DE19D26F44B}"/>
          </ac:spMkLst>
        </pc:spChg>
        <pc:spChg chg="mod">
          <ac:chgData name="王 欣捷" userId="b965477fa0aef5e6" providerId="LiveId" clId="{CCC25DF9-4458-4252-A1FA-96CED2233F88}" dt="2021-04-22T08:27:02.895" v="548" actId="1076"/>
          <ac:spMkLst>
            <pc:docMk/>
            <pc:sldMk cId="0" sldId="914"/>
            <ac:spMk id="66582" creationId="{7A3DB492-E3AC-40D1-B68F-5728E8C71814}"/>
          </ac:spMkLst>
        </pc:spChg>
        <pc:spChg chg="mod">
          <ac:chgData name="王 欣捷" userId="b965477fa0aef5e6" providerId="LiveId" clId="{CCC25DF9-4458-4252-A1FA-96CED2233F88}" dt="2021-04-22T08:27:02.895" v="548" actId="1076"/>
          <ac:spMkLst>
            <pc:docMk/>
            <pc:sldMk cId="0" sldId="914"/>
            <ac:spMk id="66583" creationId="{C0C5D84F-1CEF-4A84-B458-95430B23E0EE}"/>
          </ac:spMkLst>
        </pc:spChg>
        <pc:spChg chg="mod">
          <ac:chgData name="王 欣捷" userId="b965477fa0aef5e6" providerId="LiveId" clId="{CCC25DF9-4458-4252-A1FA-96CED2233F88}" dt="2021-04-22T08:27:02.895" v="548" actId="1076"/>
          <ac:spMkLst>
            <pc:docMk/>
            <pc:sldMk cId="0" sldId="914"/>
            <ac:spMk id="66584" creationId="{C82B768B-C03D-4762-8B9B-EC0A110A3ADC}"/>
          </ac:spMkLst>
        </pc:spChg>
        <pc:graphicFrameChg chg="add del mod">
          <ac:chgData name="王 欣捷" userId="b965477fa0aef5e6" providerId="LiveId" clId="{CCC25DF9-4458-4252-A1FA-96CED2233F88}" dt="2021-04-22T08:26:54.291" v="544"/>
          <ac:graphicFrameMkLst>
            <pc:docMk/>
            <pc:sldMk cId="0" sldId="914"/>
            <ac:graphicFrameMk id="10" creationId="{4C49BF62-72D2-444B-AC1E-41A4AF071B12}"/>
          </ac:graphicFrameMkLst>
        </pc:graphicFrameChg>
        <pc:graphicFrameChg chg="mod">
          <ac:chgData name="王 欣捷" userId="b965477fa0aef5e6" providerId="LiveId" clId="{CCC25DF9-4458-4252-A1FA-96CED2233F88}" dt="2021-04-22T08:27:02.895" v="548" actId="1076"/>
          <ac:graphicFrameMkLst>
            <pc:docMk/>
            <pc:sldMk cId="0" sldId="914"/>
            <ac:graphicFrameMk id="721924" creationId="{17FB797E-D55C-4B4C-B68C-A76DAB5EC4AA}"/>
          </ac:graphicFrameMkLst>
        </pc:graphicFrameChg>
        <pc:graphicFrameChg chg="mod modGraphic">
          <ac:chgData name="王 欣捷" userId="b965477fa0aef5e6" providerId="LiveId" clId="{CCC25DF9-4458-4252-A1FA-96CED2233F88}" dt="2021-04-22T08:29:00.747" v="582" actId="1076"/>
          <ac:graphicFrameMkLst>
            <pc:docMk/>
            <pc:sldMk cId="0" sldId="914"/>
            <ac:graphicFrameMk id="721945" creationId="{B20140E9-D38B-4360-8FBB-0DE1FB59DDA6}"/>
          </ac:graphicFrameMkLst>
        </pc:graphicFrameChg>
      </pc:sldChg>
      <pc:sldChg chg="modSp add mod">
        <pc:chgData name="王 欣捷" userId="b965477fa0aef5e6" providerId="LiveId" clId="{CCC25DF9-4458-4252-A1FA-96CED2233F88}" dt="2021-04-22T08:29:14.702" v="583" actId="1076"/>
        <pc:sldMkLst>
          <pc:docMk/>
          <pc:sldMk cId="0" sldId="915"/>
        </pc:sldMkLst>
        <pc:spChg chg="mod">
          <ac:chgData name="王 欣捷" userId="b965477fa0aef5e6" providerId="LiveId" clId="{CCC25DF9-4458-4252-A1FA-96CED2233F88}" dt="2021-04-22T07:30:15.426" v="47"/>
          <ac:spMkLst>
            <pc:docMk/>
            <pc:sldMk cId="0" sldId="915"/>
            <ac:spMk id="67586" creationId="{60C882DF-E4B9-403D-A687-660E9941377E}"/>
          </ac:spMkLst>
        </pc:spChg>
        <pc:spChg chg="mod">
          <ac:chgData name="王 欣捷" userId="b965477fa0aef5e6" providerId="LiveId" clId="{CCC25DF9-4458-4252-A1FA-96CED2233F88}" dt="2021-04-22T08:27:31.868" v="559" actId="1038"/>
          <ac:spMkLst>
            <pc:docMk/>
            <pc:sldMk cId="0" sldId="915"/>
            <ac:spMk id="67605" creationId="{AAB8CF9F-CDEB-4B75-AAF5-6C060775EE09}"/>
          </ac:spMkLst>
        </pc:spChg>
        <pc:spChg chg="mod">
          <ac:chgData name="王 欣捷" userId="b965477fa0aef5e6" providerId="LiveId" clId="{CCC25DF9-4458-4252-A1FA-96CED2233F88}" dt="2021-04-22T08:27:31.868" v="559" actId="1038"/>
          <ac:spMkLst>
            <pc:docMk/>
            <pc:sldMk cId="0" sldId="915"/>
            <ac:spMk id="67606" creationId="{DBF0B246-595F-4C25-B6A3-3B2E76157000}"/>
          </ac:spMkLst>
        </pc:spChg>
        <pc:spChg chg="mod">
          <ac:chgData name="王 欣捷" userId="b965477fa0aef5e6" providerId="LiveId" clId="{CCC25DF9-4458-4252-A1FA-96CED2233F88}" dt="2021-04-22T08:27:31.868" v="559" actId="1038"/>
          <ac:spMkLst>
            <pc:docMk/>
            <pc:sldMk cId="0" sldId="915"/>
            <ac:spMk id="67607" creationId="{654F2DDC-5E7E-43C9-AF7E-737F7C985139}"/>
          </ac:spMkLst>
        </pc:spChg>
        <pc:spChg chg="mod">
          <ac:chgData name="王 欣捷" userId="b965477fa0aef5e6" providerId="LiveId" clId="{CCC25DF9-4458-4252-A1FA-96CED2233F88}" dt="2021-04-22T08:27:31.868" v="559" actId="1038"/>
          <ac:spMkLst>
            <pc:docMk/>
            <pc:sldMk cId="0" sldId="915"/>
            <ac:spMk id="67608" creationId="{44F04503-BE5D-421F-97EB-871A59701C56}"/>
          </ac:spMkLst>
        </pc:spChg>
        <pc:graphicFrameChg chg="mod">
          <ac:chgData name="王 欣捷" userId="b965477fa0aef5e6" providerId="LiveId" clId="{CCC25DF9-4458-4252-A1FA-96CED2233F88}" dt="2021-04-22T08:27:31.868" v="559" actId="1038"/>
          <ac:graphicFrameMkLst>
            <pc:docMk/>
            <pc:sldMk cId="0" sldId="915"/>
            <ac:graphicFrameMk id="722948" creationId="{438BF14E-7A83-4990-A36D-D0436A64B6A2}"/>
          </ac:graphicFrameMkLst>
        </pc:graphicFrameChg>
        <pc:graphicFrameChg chg="mod modGraphic">
          <ac:chgData name="王 欣捷" userId="b965477fa0aef5e6" providerId="LiveId" clId="{CCC25DF9-4458-4252-A1FA-96CED2233F88}" dt="2021-04-22T08:29:14.702" v="583" actId="1076"/>
          <ac:graphicFrameMkLst>
            <pc:docMk/>
            <pc:sldMk cId="0" sldId="915"/>
            <ac:graphicFrameMk id="722969" creationId="{DC421245-46F2-4449-9A17-2DACE48B9C32}"/>
          </ac:graphicFrameMkLst>
        </pc:graphicFrameChg>
      </pc:sldChg>
      <pc:sldChg chg="addSp delSp modSp add mod">
        <pc:chgData name="王 欣捷" userId="b965477fa0aef5e6" providerId="LiveId" clId="{CCC25DF9-4458-4252-A1FA-96CED2233F88}" dt="2021-04-22T08:29:21.764" v="584" actId="1076"/>
        <pc:sldMkLst>
          <pc:docMk/>
          <pc:sldMk cId="0" sldId="916"/>
        </pc:sldMkLst>
        <pc:spChg chg="add del mod">
          <ac:chgData name="王 欣捷" userId="b965477fa0aef5e6" providerId="LiveId" clId="{CCC25DF9-4458-4252-A1FA-96CED2233F88}" dt="2021-04-22T08:27:42.080" v="562"/>
          <ac:spMkLst>
            <pc:docMk/>
            <pc:sldMk cId="0" sldId="916"/>
            <ac:spMk id="11" creationId="{B4200706-47CF-4689-9357-92A93D5D46AF}"/>
          </ac:spMkLst>
        </pc:spChg>
        <pc:spChg chg="add del mod">
          <ac:chgData name="王 欣捷" userId="b965477fa0aef5e6" providerId="LiveId" clId="{CCC25DF9-4458-4252-A1FA-96CED2233F88}" dt="2021-04-22T08:27:42.080" v="562"/>
          <ac:spMkLst>
            <pc:docMk/>
            <pc:sldMk cId="0" sldId="916"/>
            <ac:spMk id="12" creationId="{DE614E4C-B0E6-44C9-9B4A-A170DFB5072E}"/>
          </ac:spMkLst>
        </pc:spChg>
        <pc:spChg chg="add del mod">
          <ac:chgData name="王 欣捷" userId="b965477fa0aef5e6" providerId="LiveId" clId="{CCC25DF9-4458-4252-A1FA-96CED2233F88}" dt="2021-04-22T08:27:42.080" v="562"/>
          <ac:spMkLst>
            <pc:docMk/>
            <pc:sldMk cId="0" sldId="916"/>
            <ac:spMk id="13" creationId="{9ABA794C-9D60-4752-9CDA-DF164B697DCD}"/>
          </ac:spMkLst>
        </pc:spChg>
        <pc:spChg chg="add del mod">
          <ac:chgData name="王 欣捷" userId="b965477fa0aef5e6" providerId="LiveId" clId="{CCC25DF9-4458-4252-A1FA-96CED2233F88}" dt="2021-04-22T08:27:42.080" v="562"/>
          <ac:spMkLst>
            <pc:docMk/>
            <pc:sldMk cId="0" sldId="916"/>
            <ac:spMk id="14" creationId="{7DEE3020-8464-41F9-BFE4-6E017A84B752}"/>
          </ac:spMkLst>
        </pc:spChg>
        <pc:spChg chg="mod">
          <ac:chgData name="王 欣捷" userId="b965477fa0aef5e6" providerId="LiveId" clId="{CCC25DF9-4458-4252-A1FA-96CED2233F88}" dt="2021-04-22T07:30:15.426" v="47"/>
          <ac:spMkLst>
            <pc:docMk/>
            <pc:sldMk cId="0" sldId="916"/>
            <ac:spMk id="68610" creationId="{C326C14D-7195-40A7-A691-80651E7E1DD7}"/>
          </ac:spMkLst>
        </pc:spChg>
        <pc:spChg chg="mod">
          <ac:chgData name="王 欣捷" userId="b965477fa0aef5e6" providerId="LiveId" clId="{CCC25DF9-4458-4252-A1FA-96CED2233F88}" dt="2021-04-22T08:27:44.597" v="564" actId="113"/>
          <ac:spMkLst>
            <pc:docMk/>
            <pc:sldMk cId="0" sldId="916"/>
            <ac:spMk id="68632" creationId="{344C6271-F38F-499A-A515-F1B6FA2CB426}"/>
          </ac:spMkLst>
        </pc:spChg>
        <pc:spChg chg="mod">
          <ac:chgData name="王 欣捷" userId="b965477fa0aef5e6" providerId="LiveId" clId="{CCC25DF9-4458-4252-A1FA-96CED2233F88}" dt="2021-04-22T08:27:37.159" v="560" actId="1076"/>
          <ac:spMkLst>
            <pc:docMk/>
            <pc:sldMk cId="0" sldId="916"/>
            <ac:spMk id="68633" creationId="{90AA2D81-65F3-4C22-B0FD-27CDD06316CC}"/>
          </ac:spMkLst>
        </pc:spChg>
        <pc:spChg chg="mod">
          <ac:chgData name="王 欣捷" userId="b965477fa0aef5e6" providerId="LiveId" clId="{CCC25DF9-4458-4252-A1FA-96CED2233F88}" dt="2021-04-22T08:27:43.143" v="563" actId="113"/>
          <ac:spMkLst>
            <pc:docMk/>
            <pc:sldMk cId="0" sldId="916"/>
            <ac:spMk id="68634" creationId="{9BCBBAE5-F456-4073-8C55-E5A17B746C4F}"/>
          </ac:spMkLst>
        </pc:spChg>
        <pc:spChg chg="mod">
          <ac:chgData name="王 欣捷" userId="b965477fa0aef5e6" providerId="LiveId" clId="{CCC25DF9-4458-4252-A1FA-96CED2233F88}" dt="2021-04-22T08:27:37.159" v="560" actId="1076"/>
          <ac:spMkLst>
            <pc:docMk/>
            <pc:sldMk cId="0" sldId="916"/>
            <ac:spMk id="68635" creationId="{44E7A0D2-AB08-40AD-B756-CF6D83616519}"/>
          </ac:spMkLst>
        </pc:spChg>
        <pc:graphicFrameChg chg="add del mod">
          <ac:chgData name="王 欣捷" userId="b965477fa0aef5e6" providerId="LiveId" clId="{CCC25DF9-4458-4252-A1FA-96CED2233F88}" dt="2021-04-22T08:27:42.080" v="562"/>
          <ac:graphicFrameMkLst>
            <pc:docMk/>
            <pc:sldMk cId="0" sldId="916"/>
            <ac:graphicFrameMk id="10" creationId="{8637A2E8-A676-4D74-84D6-5DCC789BB64F}"/>
          </ac:graphicFrameMkLst>
        </pc:graphicFrameChg>
        <pc:graphicFrameChg chg="mod">
          <ac:chgData name="王 欣捷" userId="b965477fa0aef5e6" providerId="LiveId" clId="{CCC25DF9-4458-4252-A1FA-96CED2233F88}" dt="2021-04-22T08:27:37.159" v="560" actId="1076"/>
          <ac:graphicFrameMkLst>
            <pc:docMk/>
            <pc:sldMk cId="0" sldId="916"/>
            <ac:graphicFrameMk id="723972" creationId="{78221FFC-2018-4533-9A09-80EB247F8145}"/>
          </ac:graphicFrameMkLst>
        </pc:graphicFrameChg>
        <pc:graphicFrameChg chg="mod modGraphic">
          <ac:chgData name="王 欣捷" userId="b965477fa0aef5e6" providerId="LiveId" clId="{CCC25DF9-4458-4252-A1FA-96CED2233F88}" dt="2021-04-22T08:29:21.764" v="584" actId="1076"/>
          <ac:graphicFrameMkLst>
            <pc:docMk/>
            <pc:sldMk cId="0" sldId="916"/>
            <ac:graphicFrameMk id="723996" creationId="{DC356330-6AED-452E-9DBA-A9235B623D77}"/>
          </ac:graphicFrameMkLst>
        </pc:graphicFrameChg>
      </pc:sldChg>
      <pc:sldChg chg="modSp add mod">
        <pc:chgData name="王 欣捷" userId="b965477fa0aef5e6" providerId="LiveId" clId="{CCC25DF9-4458-4252-A1FA-96CED2233F88}" dt="2021-04-22T08:29:26.859" v="585" actId="1076"/>
        <pc:sldMkLst>
          <pc:docMk/>
          <pc:sldMk cId="0" sldId="917"/>
        </pc:sldMkLst>
        <pc:spChg chg="mod">
          <ac:chgData name="王 欣捷" userId="b965477fa0aef5e6" providerId="LiveId" clId="{CCC25DF9-4458-4252-A1FA-96CED2233F88}" dt="2021-04-22T07:30:15.426" v="47"/>
          <ac:spMkLst>
            <pc:docMk/>
            <pc:sldMk cId="0" sldId="917"/>
            <ac:spMk id="69634" creationId="{D48E0C60-4D41-4752-9464-96FCADF92362}"/>
          </ac:spMkLst>
        </pc:spChg>
        <pc:spChg chg="mod">
          <ac:chgData name="王 欣捷" userId="b965477fa0aef5e6" providerId="LiveId" clId="{CCC25DF9-4458-4252-A1FA-96CED2233F88}" dt="2021-04-22T08:27:55.005" v="567" actId="113"/>
          <ac:spMkLst>
            <pc:docMk/>
            <pc:sldMk cId="0" sldId="917"/>
            <ac:spMk id="69650" creationId="{5D42A959-875F-4F1F-AEEB-A0791AC7CCC1}"/>
          </ac:spMkLst>
        </pc:spChg>
        <pc:spChg chg="mod">
          <ac:chgData name="王 欣捷" userId="b965477fa0aef5e6" providerId="LiveId" clId="{CCC25DF9-4458-4252-A1FA-96CED2233F88}" dt="2021-04-22T08:27:50.708" v="565" actId="1076"/>
          <ac:spMkLst>
            <pc:docMk/>
            <pc:sldMk cId="0" sldId="917"/>
            <ac:spMk id="69651" creationId="{61850AA5-8D12-413D-9E9D-063342124D33}"/>
          </ac:spMkLst>
        </pc:spChg>
        <pc:spChg chg="mod">
          <ac:chgData name="王 欣捷" userId="b965477fa0aef5e6" providerId="LiveId" clId="{CCC25DF9-4458-4252-A1FA-96CED2233F88}" dt="2021-04-22T08:27:53.488" v="566" actId="113"/>
          <ac:spMkLst>
            <pc:docMk/>
            <pc:sldMk cId="0" sldId="917"/>
            <ac:spMk id="69652" creationId="{5CEA921E-023F-4BE8-95C8-DC34930FF0B4}"/>
          </ac:spMkLst>
        </pc:spChg>
        <pc:spChg chg="mod">
          <ac:chgData name="王 欣捷" userId="b965477fa0aef5e6" providerId="LiveId" clId="{CCC25DF9-4458-4252-A1FA-96CED2233F88}" dt="2021-04-22T08:27:50.708" v="565" actId="1076"/>
          <ac:spMkLst>
            <pc:docMk/>
            <pc:sldMk cId="0" sldId="917"/>
            <ac:spMk id="69653" creationId="{65EC3621-1983-4AE0-82C7-DF93FB43AE58}"/>
          </ac:spMkLst>
        </pc:spChg>
        <pc:graphicFrameChg chg="mod">
          <ac:chgData name="王 欣捷" userId="b965477fa0aef5e6" providerId="LiveId" clId="{CCC25DF9-4458-4252-A1FA-96CED2233F88}" dt="2021-04-22T08:27:50.708" v="565" actId="1076"/>
          <ac:graphicFrameMkLst>
            <pc:docMk/>
            <pc:sldMk cId="0" sldId="917"/>
            <ac:graphicFrameMk id="724996" creationId="{E93D0F76-9488-4B57-8FA5-0B3DD6EB5085}"/>
          </ac:graphicFrameMkLst>
        </pc:graphicFrameChg>
        <pc:graphicFrameChg chg="mod modGraphic">
          <ac:chgData name="王 欣捷" userId="b965477fa0aef5e6" providerId="LiveId" clId="{CCC25DF9-4458-4252-A1FA-96CED2233F88}" dt="2021-04-22T08:29:26.859" v="585" actId="1076"/>
          <ac:graphicFrameMkLst>
            <pc:docMk/>
            <pc:sldMk cId="0" sldId="917"/>
            <ac:graphicFrameMk id="725014" creationId="{94503984-2C71-42D0-A5FC-63011ADB137E}"/>
          </ac:graphicFrameMkLst>
        </pc:graphicFrameChg>
      </pc:sldChg>
      <pc:sldChg chg="modSp add mod">
        <pc:chgData name="王 欣捷" userId="b965477fa0aef5e6" providerId="LiveId" clId="{CCC25DF9-4458-4252-A1FA-96CED2233F88}" dt="2021-04-22T08:29:32.913" v="586" actId="1076"/>
        <pc:sldMkLst>
          <pc:docMk/>
          <pc:sldMk cId="0" sldId="918"/>
        </pc:sldMkLst>
        <pc:spChg chg="mod">
          <ac:chgData name="王 欣捷" userId="b965477fa0aef5e6" providerId="LiveId" clId="{CCC25DF9-4458-4252-A1FA-96CED2233F88}" dt="2021-04-22T07:30:15.426" v="47"/>
          <ac:spMkLst>
            <pc:docMk/>
            <pc:sldMk cId="0" sldId="918"/>
            <ac:spMk id="70658" creationId="{40C7BB50-4F5A-4778-80F1-A21AE02CBA12}"/>
          </ac:spMkLst>
        </pc:spChg>
        <pc:spChg chg="mod">
          <ac:chgData name="王 欣捷" userId="b965477fa0aef5e6" providerId="LiveId" clId="{CCC25DF9-4458-4252-A1FA-96CED2233F88}" dt="2021-04-22T08:28:05.191" v="569" actId="113"/>
          <ac:spMkLst>
            <pc:docMk/>
            <pc:sldMk cId="0" sldId="918"/>
            <ac:spMk id="70680" creationId="{5CD98020-E0F0-4677-B0E1-88F1A24F8A08}"/>
          </ac:spMkLst>
        </pc:spChg>
        <pc:spChg chg="mod">
          <ac:chgData name="王 欣捷" userId="b965477fa0aef5e6" providerId="LiveId" clId="{CCC25DF9-4458-4252-A1FA-96CED2233F88}" dt="2021-04-22T08:27:58.330" v="568" actId="1076"/>
          <ac:spMkLst>
            <pc:docMk/>
            <pc:sldMk cId="0" sldId="918"/>
            <ac:spMk id="70681" creationId="{FD32F51D-90AD-40C0-8DE0-16B38114B443}"/>
          </ac:spMkLst>
        </pc:spChg>
        <pc:spChg chg="mod">
          <ac:chgData name="王 欣捷" userId="b965477fa0aef5e6" providerId="LiveId" clId="{CCC25DF9-4458-4252-A1FA-96CED2233F88}" dt="2021-04-22T08:28:06.552" v="570" actId="113"/>
          <ac:spMkLst>
            <pc:docMk/>
            <pc:sldMk cId="0" sldId="918"/>
            <ac:spMk id="70682" creationId="{FD75E51A-795E-4193-92FB-C2EEDB4A357A}"/>
          </ac:spMkLst>
        </pc:spChg>
        <pc:spChg chg="mod">
          <ac:chgData name="王 欣捷" userId="b965477fa0aef5e6" providerId="LiveId" clId="{CCC25DF9-4458-4252-A1FA-96CED2233F88}" dt="2021-04-22T08:27:58.330" v="568" actId="1076"/>
          <ac:spMkLst>
            <pc:docMk/>
            <pc:sldMk cId="0" sldId="918"/>
            <ac:spMk id="70683" creationId="{CDFDD17D-D169-4366-8F10-0DB452BE5995}"/>
          </ac:spMkLst>
        </pc:spChg>
        <pc:graphicFrameChg chg="mod">
          <ac:chgData name="王 欣捷" userId="b965477fa0aef5e6" providerId="LiveId" clId="{CCC25DF9-4458-4252-A1FA-96CED2233F88}" dt="2021-04-22T08:27:58.330" v="568" actId="1076"/>
          <ac:graphicFrameMkLst>
            <pc:docMk/>
            <pc:sldMk cId="0" sldId="918"/>
            <ac:graphicFrameMk id="726020" creationId="{7670312A-88AE-436D-A6A0-18343808605B}"/>
          </ac:graphicFrameMkLst>
        </pc:graphicFrameChg>
        <pc:graphicFrameChg chg="mod modGraphic">
          <ac:chgData name="王 欣捷" userId="b965477fa0aef5e6" providerId="LiveId" clId="{CCC25DF9-4458-4252-A1FA-96CED2233F88}" dt="2021-04-22T08:29:32.913" v="586" actId="1076"/>
          <ac:graphicFrameMkLst>
            <pc:docMk/>
            <pc:sldMk cId="0" sldId="918"/>
            <ac:graphicFrameMk id="726044" creationId="{ACC298F1-FC5A-4E48-98B6-7EF73941E03C}"/>
          </ac:graphicFrameMkLst>
        </pc:graphicFrameChg>
      </pc:sldChg>
      <pc:sldChg chg="modSp add mod">
        <pc:chgData name="王 欣捷" userId="b965477fa0aef5e6" providerId="LiveId" clId="{CCC25DF9-4458-4252-A1FA-96CED2233F88}" dt="2021-04-22T08:29:38.028" v="587" actId="1076"/>
        <pc:sldMkLst>
          <pc:docMk/>
          <pc:sldMk cId="0" sldId="919"/>
        </pc:sldMkLst>
        <pc:spChg chg="mod">
          <ac:chgData name="王 欣捷" userId="b965477fa0aef5e6" providerId="LiveId" clId="{CCC25DF9-4458-4252-A1FA-96CED2233F88}" dt="2021-04-22T07:30:15.426" v="47"/>
          <ac:spMkLst>
            <pc:docMk/>
            <pc:sldMk cId="0" sldId="919"/>
            <ac:spMk id="71682" creationId="{7380B5E8-64D4-478C-B54F-7CFF9E4DC5E0}"/>
          </ac:spMkLst>
        </pc:spChg>
        <pc:spChg chg="mod">
          <ac:chgData name="王 欣捷" userId="b965477fa0aef5e6" providerId="LiveId" clId="{CCC25DF9-4458-4252-A1FA-96CED2233F88}" dt="2021-04-22T08:28:15.161" v="573" actId="113"/>
          <ac:spMkLst>
            <pc:docMk/>
            <pc:sldMk cId="0" sldId="919"/>
            <ac:spMk id="71698" creationId="{21D3D7D0-36C4-4C3C-BB9F-9643419774E2}"/>
          </ac:spMkLst>
        </pc:spChg>
        <pc:spChg chg="mod">
          <ac:chgData name="王 欣捷" userId="b965477fa0aef5e6" providerId="LiveId" clId="{CCC25DF9-4458-4252-A1FA-96CED2233F88}" dt="2021-04-22T08:28:10.376" v="571" actId="1076"/>
          <ac:spMkLst>
            <pc:docMk/>
            <pc:sldMk cId="0" sldId="919"/>
            <ac:spMk id="71699" creationId="{A8973E2D-FB45-4832-B5C9-885582D73EFB}"/>
          </ac:spMkLst>
        </pc:spChg>
        <pc:spChg chg="mod">
          <ac:chgData name="王 欣捷" userId="b965477fa0aef5e6" providerId="LiveId" clId="{CCC25DF9-4458-4252-A1FA-96CED2233F88}" dt="2021-04-22T08:28:13.756" v="572" actId="113"/>
          <ac:spMkLst>
            <pc:docMk/>
            <pc:sldMk cId="0" sldId="919"/>
            <ac:spMk id="71700" creationId="{A85CA80D-577A-4269-AC61-114B7F42DFEC}"/>
          </ac:spMkLst>
        </pc:spChg>
        <pc:spChg chg="mod">
          <ac:chgData name="王 欣捷" userId="b965477fa0aef5e6" providerId="LiveId" clId="{CCC25DF9-4458-4252-A1FA-96CED2233F88}" dt="2021-04-22T08:28:10.376" v="571" actId="1076"/>
          <ac:spMkLst>
            <pc:docMk/>
            <pc:sldMk cId="0" sldId="919"/>
            <ac:spMk id="71701" creationId="{359F63EB-E37E-44E2-94C9-99E0277C32AE}"/>
          </ac:spMkLst>
        </pc:spChg>
        <pc:graphicFrameChg chg="mod">
          <ac:chgData name="王 欣捷" userId="b965477fa0aef5e6" providerId="LiveId" clId="{CCC25DF9-4458-4252-A1FA-96CED2233F88}" dt="2021-04-22T08:28:10.376" v="571" actId="1076"/>
          <ac:graphicFrameMkLst>
            <pc:docMk/>
            <pc:sldMk cId="0" sldId="919"/>
            <ac:graphicFrameMk id="727044" creationId="{227BD25C-6FD5-4315-9370-5327291A3FD2}"/>
          </ac:graphicFrameMkLst>
        </pc:graphicFrameChg>
        <pc:graphicFrameChg chg="mod modGraphic">
          <ac:chgData name="王 欣捷" userId="b965477fa0aef5e6" providerId="LiveId" clId="{CCC25DF9-4458-4252-A1FA-96CED2233F88}" dt="2021-04-22T08:29:38.028" v="587" actId="1076"/>
          <ac:graphicFrameMkLst>
            <pc:docMk/>
            <pc:sldMk cId="0" sldId="919"/>
            <ac:graphicFrameMk id="727062" creationId="{169A3065-3E79-4153-AC02-D0600777786A}"/>
          </ac:graphicFrameMkLst>
        </pc:graphicFrameChg>
      </pc:sldChg>
      <pc:sldChg chg="modSp add mod">
        <pc:chgData name="王 欣捷" userId="b965477fa0aef5e6" providerId="LiveId" clId="{CCC25DF9-4458-4252-A1FA-96CED2233F88}" dt="2021-04-22T08:29:42.865" v="588" actId="1076"/>
        <pc:sldMkLst>
          <pc:docMk/>
          <pc:sldMk cId="0" sldId="920"/>
        </pc:sldMkLst>
        <pc:spChg chg="mod">
          <ac:chgData name="王 欣捷" userId="b965477fa0aef5e6" providerId="LiveId" clId="{CCC25DF9-4458-4252-A1FA-96CED2233F88}" dt="2021-04-22T07:30:15.426" v="47"/>
          <ac:spMkLst>
            <pc:docMk/>
            <pc:sldMk cId="0" sldId="920"/>
            <ac:spMk id="72706" creationId="{609ECCE6-BE3A-493B-9ACF-9F78E126FD13}"/>
          </ac:spMkLst>
        </pc:spChg>
        <pc:spChg chg="mod">
          <ac:chgData name="王 欣捷" userId="b965477fa0aef5e6" providerId="LiveId" clId="{CCC25DF9-4458-4252-A1FA-96CED2233F88}" dt="2021-04-22T08:28:23.540" v="576" actId="113"/>
          <ac:spMkLst>
            <pc:docMk/>
            <pc:sldMk cId="0" sldId="920"/>
            <ac:spMk id="72728" creationId="{8B6CD266-A43A-449D-8A99-2281148D5572}"/>
          </ac:spMkLst>
        </pc:spChg>
        <pc:spChg chg="mod">
          <ac:chgData name="王 欣捷" userId="b965477fa0aef5e6" providerId="LiveId" clId="{CCC25DF9-4458-4252-A1FA-96CED2233F88}" dt="2021-04-22T08:28:19.431" v="574" actId="1076"/>
          <ac:spMkLst>
            <pc:docMk/>
            <pc:sldMk cId="0" sldId="920"/>
            <ac:spMk id="72729" creationId="{9962F72B-DC59-4D0F-914F-D031E8D540A9}"/>
          </ac:spMkLst>
        </pc:spChg>
        <pc:spChg chg="mod">
          <ac:chgData name="王 欣捷" userId="b965477fa0aef5e6" providerId="LiveId" clId="{CCC25DF9-4458-4252-A1FA-96CED2233F88}" dt="2021-04-22T08:28:22.311" v="575" actId="113"/>
          <ac:spMkLst>
            <pc:docMk/>
            <pc:sldMk cId="0" sldId="920"/>
            <ac:spMk id="72730" creationId="{B28E9A53-20C0-45B9-904D-65A900B896FE}"/>
          </ac:spMkLst>
        </pc:spChg>
        <pc:spChg chg="mod">
          <ac:chgData name="王 欣捷" userId="b965477fa0aef5e6" providerId="LiveId" clId="{CCC25DF9-4458-4252-A1FA-96CED2233F88}" dt="2021-04-22T08:28:19.431" v="574" actId="1076"/>
          <ac:spMkLst>
            <pc:docMk/>
            <pc:sldMk cId="0" sldId="920"/>
            <ac:spMk id="72731" creationId="{A64E1692-EFD6-48BD-8D96-352CA777DC59}"/>
          </ac:spMkLst>
        </pc:spChg>
        <pc:graphicFrameChg chg="mod">
          <ac:chgData name="王 欣捷" userId="b965477fa0aef5e6" providerId="LiveId" clId="{CCC25DF9-4458-4252-A1FA-96CED2233F88}" dt="2021-04-22T08:28:19.431" v="574" actId="1076"/>
          <ac:graphicFrameMkLst>
            <pc:docMk/>
            <pc:sldMk cId="0" sldId="920"/>
            <ac:graphicFrameMk id="728068" creationId="{03A0F74E-845A-4835-B55E-2DA81F53313F}"/>
          </ac:graphicFrameMkLst>
        </pc:graphicFrameChg>
        <pc:graphicFrameChg chg="mod modGraphic">
          <ac:chgData name="王 欣捷" userId="b965477fa0aef5e6" providerId="LiveId" clId="{CCC25DF9-4458-4252-A1FA-96CED2233F88}" dt="2021-04-22T08:29:42.865" v="588" actId="1076"/>
          <ac:graphicFrameMkLst>
            <pc:docMk/>
            <pc:sldMk cId="0" sldId="920"/>
            <ac:graphicFrameMk id="728092" creationId="{AF9192AE-2C9D-4481-A83E-747F714B0B42}"/>
          </ac:graphicFrameMkLst>
        </pc:graphicFrameChg>
      </pc:sldChg>
      <pc:sldChg chg="modSp add mod">
        <pc:chgData name="王 欣捷" userId="b965477fa0aef5e6" providerId="LiveId" clId="{CCC25DF9-4458-4252-A1FA-96CED2233F88}" dt="2021-04-22T08:29:47.548" v="589" actId="1076"/>
        <pc:sldMkLst>
          <pc:docMk/>
          <pc:sldMk cId="0" sldId="921"/>
        </pc:sldMkLst>
        <pc:spChg chg="mod">
          <ac:chgData name="王 欣捷" userId="b965477fa0aef5e6" providerId="LiveId" clId="{CCC25DF9-4458-4252-A1FA-96CED2233F88}" dt="2021-04-22T07:30:15.426" v="47"/>
          <ac:spMkLst>
            <pc:docMk/>
            <pc:sldMk cId="0" sldId="921"/>
            <ac:spMk id="73730" creationId="{48D43E17-C7AE-4D72-9FCD-753A3682DD4D}"/>
          </ac:spMkLst>
        </pc:spChg>
        <pc:spChg chg="mod">
          <ac:chgData name="王 欣捷" userId="b965477fa0aef5e6" providerId="LiveId" clId="{CCC25DF9-4458-4252-A1FA-96CED2233F88}" dt="2021-04-22T08:28:32.307" v="579" actId="113"/>
          <ac:spMkLst>
            <pc:docMk/>
            <pc:sldMk cId="0" sldId="921"/>
            <ac:spMk id="73746" creationId="{E4693AD7-622F-4DB8-9DA8-B7F80B9811D7}"/>
          </ac:spMkLst>
        </pc:spChg>
        <pc:spChg chg="mod">
          <ac:chgData name="王 欣捷" userId="b965477fa0aef5e6" providerId="LiveId" clId="{CCC25DF9-4458-4252-A1FA-96CED2233F88}" dt="2021-04-22T08:28:28.642" v="577" actId="1076"/>
          <ac:spMkLst>
            <pc:docMk/>
            <pc:sldMk cId="0" sldId="921"/>
            <ac:spMk id="73747" creationId="{39E8C9ED-9FC2-4CCF-A309-DA74A3B83F56}"/>
          </ac:spMkLst>
        </pc:spChg>
        <pc:spChg chg="mod">
          <ac:chgData name="王 欣捷" userId="b965477fa0aef5e6" providerId="LiveId" clId="{CCC25DF9-4458-4252-A1FA-96CED2233F88}" dt="2021-04-22T08:28:31.280" v="578" actId="113"/>
          <ac:spMkLst>
            <pc:docMk/>
            <pc:sldMk cId="0" sldId="921"/>
            <ac:spMk id="73748" creationId="{67515A0D-4753-4120-ACDE-10DC610C354C}"/>
          </ac:spMkLst>
        </pc:spChg>
        <pc:spChg chg="mod">
          <ac:chgData name="王 欣捷" userId="b965477fa0aef5e6" providerId="LiveId" clId="{CCC25DF9-4458-4252-A1FA-96CED2233F88}" dt="2021-04-22T08:28:28.642" v="577" actId="1076"/>
          <ac:spMkLst>
            <pc:docMk/>
            <pc:sldMk cId="0" sldId="921"/>
            <ac:spMk id="73749" creationId="{DBCAAC63-67E0-4A9C-9327-EF60F0526D24}"/>
          </ac:spMkLst>
        </pc:spChg>
        <pc:graphicFrameChg chg="mod">
          <ac:chgData name="王 欣捷" userId="b965477fa0aef5e6" providerId="LiveId" clId="{CCC25DF9-4458-4252-A1FA-96CED2233F88}" dt="2021-04-22T08:28:28.642" v="577" actId="1076"/>
          <ac:graphicFrameMkLst>
            <pc:docMk/>
            <pc:sldMk cId="0" sldId="921"/>
            <ac:graphicFrameMk id="729092" creationId="{9F2E85D2-8E76-4867-A967-5FC8307F5A7A}"/>
          </ac:graphicFrameMkLst>
        </pc:graphicFrameChg>
        <pc:graphicFrameChg chg="mod modGraphic">
          <ac:chgData name="王 欣捷" userId="b965477fa0aef5e6" providerId="LiveId" clId="{CCC25DF9-4458-4252-A1FA-96CED2233F88}" dt="2021-04-22T08:29:47.548" v="589" actId="1076"/>
          <ac:graphicFrameMkLst>
            <pc:docMk/>
            <pc:sldMk cId="0" sldId="921"/>
            <ac:graphicFrameMk id="729110" creationId="{630DC1BD-1BE1-48FF-A271-A8C5EF174CE6}"/>
          </ac:graphicFrameMkLst>
        </pc:graphicFrameChg>
      </pc:sldChg>
      <pc:sldChg chg="modSp add del">
        <pc:chgData name="王 欣捷" userId="b965477fa0aef5e6" providerId="LiveId" clId="{CCC25DF9-4458-4252-A1FA-96CED2233F88}" dt="2021-04-22T07:44:25.943" v="145"/>
        <pc:sldMkLst>
          <pc:docMk/>
          <pc:sldMk cId="0" sldId="922"/>
        </pc:sldMkLst>
        <pc:spChg chg="mod">
          <ac:chgData name="王 欣捷" userId="b965477fa0aef5e6" providerId="LiveId" clId="{CCC25DF9-4458-4252-A1FA-96CED2233F88}" dt="2021-04-22T07:30:15.426" v="47"/>
          <ac:spMkLst>
            <pc:docMk/>
            <pc:sldMk cId="0" sldId="922"/>
            <ac:spMk id="74754" creationId="{75980505-D650-4B4F-ABE3-99B11DDE6878}"/>
          </ac:spMkLst>
        </pc:spChg>
      </pc:sldChg>
      <pc:sldChg chg="modSp add del">
        <pc:chgData name="王 欣捷" userId="b965477fa0aef5e6" providerId="LiveId" clId="{CCC25DF9-4458-4252-A1FA-96CED2233F88}" dt="2021-04-22T07:44:25.943" v="145"/>
        <pc:sldMkLst>
          <pc:docMk/>
          <pc:sldMk cId="0" sldId="923"/>
        </pc:sldMkLst>
        <pc:spChg chg="mod">
          <ac:chgData name="王 欣捷" userId="b965477fa0aef5e6" providerId="LiveId" clId="{CCC25DF9-4458-4252-A1FA-96CED2233F88}" dt="2021-04-22T07:30:15.426" v="47"/>
          <ac:spMkLst>
            <pc:docMk/>
            <pc:sldMk cId="0" sldId="923"/>
            <ac:spMk id="75778" creationId="{401C75C9-44D4-419D-8C10-A03B063CFC2F}"/>
          </ac:spMkLst>
        </pc:spChg>
      </pc:sldChg>
      <pc:sldChg chg="modSp add del">
        <pc:chgData name="王 欣捷" userId="b965477fa0aef5e6" providerId="LiveId" clId="{CCC25DF9-4458-4252-A1FA-96CED2233F88}" dt="2021-04-22T07:44:25.943" v="145"/>
        <pc:sldMkLst>
          <pc:docMk/>
          <pc:sldMk cId="0" sldId="924"/>
        </pc:sldMkLst>
        <pc:spChg chg="mod">
          <ac:chgData name="王 欣捷" userId="b965477fa0aef5e6" providerId="LiveId" clId="{CCC25DF9-4458-4252-A1FA-96CED2233F88}" dt="2021-04-22T07:40:54.916" v="140"/>
          <ac:spMkLst>
            <pc:docMk/>
            <pc:sldMk cId="0" sldId="924"/>
            <ac:spMk id="18434" creationId="{83CF4C8F-A729-47D2-948B-6ED12A6CAB50}"/>
          </ac:spMkLst>
        </pc:spChg>
        <pc:spChg chg="mod">
          <ac:chgData name="王 欣捷" userId="b965477fa0aef5e6" providerId="LiveId" clId="{CCC25DF9-4458-4252-A1FA-96CED2233F88}" dt="2021-04-22T07:30:15.426" v="47"/>
          <ac:spMkLst>
            <pc:docMk/>
            <pc:sldMk cId="0" sldId="924"/>
            <ac:spMk id="76802" creationId="{81DDDFDA-1B3A-40DF-83E3-173A6D9C9481}"/>
          </ac:spMkLst>
        </pc:spChg>
      </pc:sldChg>
      <pc:sldChg chg="modSp add del">
        <pc:chgData name="王 欣捷" userId="b965477fa0aef5e6" providerId="LiveId" clId="{CCC25DF9-4458-4252-A1FA-96CED2233F88}" dt="2021-04-22T07:44:25.943" v="145"/>
        <pc:sldMkLst>
          <pc:docMk/>
          <pc:sldMk cId="0" sldId="925"/>
        </pc:sldMkLst>
        <pc:spChg chg="mod">
          <ac:chgData name="王 欣捷" userId="b965477fa0aef5e6" providerId="LiveId" clId="{CCC25DF9-4458-4252-A1FA-96CED2233F88}" dt="2021-04-22T07:40:54.916" v="140"/>
          <ac:spMkLst>
            <pc:docMk/>
            <pc:sldMk cId="0" sldId="925"/>
            <ac:spMk id="19458" creationId="{1D4FDB3B-2CB1-404A-AEC9-750861463A0C}"/>
          </ac:spMkLst>
        </pc:spChg>
        <pc:spChg chg="mod">
          <ac:chgData name="王 欣捷" userId="b965477fa0aef5e6" providerId="LiveId" clId="{CCC25DF9-4458-4252-A1FA-96CED2233F88}" dt="2021-04-22T07:30:15.426" v="47"/>
          <ac:spMkLst>
            <pc:docMk/>
            <pc:sldMk cId="0" sldId="925"/>
            <ac:spMk id="77826" creationId="{ADC273BB-30E2-4343-BD3E-E61B37A0AE4E}"/>
          </ac:spMkLst>
        </pc:spChg>
      </pc:sldChg>
      <pc:sldChg chg="modSp add del">
        <pc:chgData name="王 欣捷" userId="b965477fa0aef5e6" providerId="LiveId" clId="{CCC25DF9-4458-4252-A1FA-96CED2233F88}" dt="2021-04-22T07:44:25.943" v="145"/>
        <pc:sldMkLst>
          <pc:docMk/>
          <pc:sldMk cId="0" sldId="926"/>
        </pc:sldMkLst>
        <pc:spChg chg="mod">
          <ac:chgData name="王 欣捷" userId="b965477fa0aef5e6" providerId="LiveId" clId="{CCC25DF9-4458-4252-A1FA-96CED2233F88}" dt="2021-04-22T07:30:15.426" v="47"/>
          <ac:spMkLst>
            <pc:docMk/>
            <pc:sldMk cId="0" sldId="926"/>
            <ac:spMk id="78850" creationId="{F44EFC79-AA71-41F2-AC28-BC9B847F77CB}"/>
          </ac:spMkLst>
        </pc:spChg>
      </pc:sldChg>
      <pc:sldChg chg="modSp add del">
        <pc:chgData name="王 欣捷" userId="b965477fa0aef5e6" providerId="LiveId" clId="{CCC25DF9-4458-4252-A1FA-96CED2233F88}" dt="2021-04-22T07:44:25.943" v="145"/>
        <pc:sldMkLst>
          <pc:docMk/>
          <pc:sldMk cId="0" sldId="927"/>
        </pc:sldMkLst>
        <pc:spChg chg="mod">
          <ac:chgData name="王 欣捷" userId="b965477fa0aef5e6" providerId="LiveId" clId="{CCC25DF9-4458-4252-A1FA-96CED2233F88}" dt="2021-04-22T07:40:54.916" v="140"/>
          <ac:spMkLst>
            <pc:docMk/>
            <pc:sldMk cId="0" sldId="927"/>
            <ac:spMk id="23554" creationId="{FE76B30E-F944-491B-A1B6-DD61A57EE9C0}"/>
          </ac:spMkLst>
        </pc:spChg>
        <pc:spChg chg="mod">
          <ac:chgData name="王 欣捷" userId="b965477fa0aef5e6" providerId="LiveId" clId="{CCC25DF9-4458-4252-A1FA-96CED2233F88}" dt="2021-04-22T07:30:15.426" v="47"/>
          <ac:spMkLst>
            <pc:docMk/>
            <pc:sldMk cId="0" sldId="927"/>
            <ac:spMk id="79874" creationId="{FE5FBD1F-56F4-481D-A37A-E6D67713CEA6}"/>
          </ac:spMkLst>
        </pc:spChg>
      </pc:sldChg>
      <pc:sldChg chg="modSp add del">
        <pc:chgData name="王 欣捷" userId="b965477fa0aef5e6" providerId="LiveId" clId="{CCC25DF9-4458-4252-A1FA-96CED2233F88}" dt="2021-04-22T07:44:25.943" v="145"/>
        <pc:sldMkLst>
          <pc:docMk/>
          <pc:sldMk cId="0" sldId="928"/>
        </pc:sldMkLst>
        <pc:spChg chg="mod">
          <ac:chgData name="王 欣捷" userId="b965477fa0aef5e6" providerId="LiveId" clId="{CCC25DF9-4458-4252-A1FA-96CED2233F88}" dt="2021-04-22T07:40:54.916" v="140"/>
          <ac:spMkLst>
            <pc:docMk/>
            <pc:sldMk cId="0" sldId="928"/>
            <ac:spMk id="25602" creationId="{B39EE8F2-F575-4DEC-A9A4-4D820E41A47D}"/>
          </ac:spMkLst>
        </pc:spChg>
        <pc:spChg chg="mod">
          <ac:chgData name="王 欣捷" userId="b965477fa0aef5e6" providerId="LiveId" clId="{CCC25DF9-4458-4252-A1FA-96CED2233F88}" dt="2021-04-22T07:30:15.426" v="47"/>
          <ac:spMkLst>
            <pc:docMk/>
            <pc:sldMk cId="0" sldId="928"/>
            <ac:spMk id="80898" creationId="{7F6A7A15-2170-4B10-970B-8E19E07E7A6F}"/>
          </ac:spMkLst>
        </pc:spChg>
      </pc:sldChg>
      <pc:sldChg chg="modSp add del">
        <pc:chgData name="王 欣捷" userId="b965477fa0aef5e6" providerId="LiveId" clId="{CCC25DF9-4458-4252-A1FA-96CED2233F88}" dt="2021-04-22T07:44:25.943" v="145"/>
        <pc:sldMkLst>
          <pc:docMk/>
          <pc:sldMk cId="0" sldId="929"/>
        </pc:sldMkLst>
        <pc:spChg chg="mod">
          <ac:chgData name="王 欣捷" userId="b965477fa0aef5e6" providerId="LiveId" clId="{CCC25DF9-4458-4252-A1FA-96CED2233F88}" dt="2021-04-22T07:40:54.916" v="140"/>
          <ac:spMkLst>
            <pc:docMk/>
            <pc:sldMk cId="0" sldId="929"/>
            <ac:spMk id="26626" creationId="{5BA64F75-0864-4190-A001-AE9A0A19AFA5}"/>
          </ac:spMkLst>
        </pc:spChg>
        <pc:spChg chg="mod">
          <ac:chgData name="王 欣捷" userId="b965477fa0aef5e6" providerId="LiveId" clId="{CCC25DF9-4458-4252-A1FA-96CED2233F88}" dt="2021-04-22T07:30:15.426" v="47"/>
          <ac:spMkLst>
            <pc:docMk/>
            <pc:sldMk cId="0" sldId="929"/>
            <ac:spMk id="81922" creationId="{D03D5C8C-42DC-4083-948A-7080842F777C}"/>
          </ac:spMkLst>
        </pc:spChg>
      </pc:sldChg>
      <pc:sldChg chg="modSp add del">
        <pc:chgData name="王 欣捷" userId="b965477fa0aef5e6" providerId="LiveId" clId="{CCC25DF9-4458-4252-A1FA-96CED2233F88}" dt="2021-04-22T07:44:25.943" v="145"/>
        <pc:sldMkLst>
          <pc:docMk/>
          <pc:sldMk cId="0" sldId="930"/>
        </pc:sldMkLst>
        <pc:spChg chg="mod">
          <ac:chgData name="王 欣捷" userId="b965477fa0aef5e6" providerId="LiveId" clId="{CCC25DF9-4458-4252-A1FA-96CED2233F88}" dt="2021-04-22T07:40:54.916" v="140"/>
          <ac:spMkLst>
            <pc:docMk/>
            <pc:sldMk cId="0" sldId="930"/>
            <ac:spMk id="27650" creationId="{D96A7554-869F-4BC2-91D4-4922F581D664}"/>
          </ac:spMkLst>
        </pc:spChg>
        <pc:spChg chg="mod">
          <ac:chgData name="王 欣捷" userId="b965477fa0aef5e6" providerId="LiveId" clId="{CCC25DF9-4458-4252-A1FA-96CED2233F88}" dt="2021-04-22T07:30:15.426" v="47"/>
          <ac:spMkLst>
            <pc:docMk/>
            <pc:sldMk cId="0" sldId="930"/>
            <ac:spMk id="82946" creationId="{4F344673-E905-47F2-9CB5-6923CD0B9205}"/>
          </ac:spMkLst>
        </pc:spChg>
        <pc:graphicFrameChg chg="mod">
          <ac:chgData name="王 欣捷" userId="b965477fa0aef5e6" providerId="LiveId" clId="{CCC25DF9-4458-4252-A1FA-96CED2233F88}" dt="2021-04-22T07:30:15.426" v="47"/>
          <ac:graphicFrameMkLst>
            <pc:docMk/>
            <pc:sldMk cId="0" sldId="930"/>
            <ac:graphicFrameMk id="738307" creationId="{B53A32B1-80DE-4F3B-86CE-93E5DFA802F2}"/>
          </ac:graphicFrameMkLst>
        </pc:graphicFrameChg>
        <pc:graphicFrameChg chg="mod">
          <ac:chgData name="王 欣捷" userId="b965477fa0aef5e6" providerId="LiveId" clId="{CCC25DF9-4458-4252-A1FA-96CED2233F88}" dt="2021-04-22T07:40:54.916" v="140"/>
          <ac:graphicFrameMkLst>
            <pc:docMk/>
            <pc:sldMk cId="0" sldId="930"/>
            <ac:graphicFrameMk id="757768" creationId="{6312AE14-D852-41AA-9687-39D62594B0EE}"/>
          </ac:graphicFrameMkLst>
        </pc:graphicFrameChg>
      </pc:sldChg>
      <pc:sldChg chg="modSp add del">
        <pc:chgData name="王 欣捷" userId="b965477fa0aef5e6" providerId="LiveId" clId="{CCC25DF9-4458-4252-A1FA-96CED2233F88}" dt="2021-04-22T07:44:25.943" v="145"/>
        <pc:sldMkLst>
          <pc:docMk/>
          <pc:sldMk cId="0" sldId="931"/>
        </pc:sldMkLst>
        <pc:spChg chg="mod">
          <ac:chgData name="王 欣捷" userId="b965477fa0aef5e6" providerId="LiveId" clId="{CCC25DF9-4458-4252-A1FA-96CED2233F88}" dt="2021-04-22T07:40:54.916" v="140"/>
          <ac:spMkLst>
            <pc:docMk/>
            <pc:sldMk cId="0" sldId="931"/>
            <ac:spMk id="28674" creationId="{ABBC9EF1-739E-43C6-87BD-C3E7C58E6D23}"/>
          </ac:spMkLst>
        </pc:spChg>
        <pc:spChg chg="mod">
          <ac:chgData name="王 欣捷" userId="b965477fa0aef5e6" providerId="LiveId" clId="{CCC25DF9-4458-4252-A1FA-96CED2233F88}" dt="2021-04-22T07:30:15.426" v="47"/>
          <ac:spMkLst>
            <pc:docMk/>
            <pc:sldMk cId="0" sldId="931"/>
            <ac:spMk id="83970" creationId="{E3FB1BDD-C849-4E03-B3CD-A61179DAAB3C}"/>
          </ac:spMkLst>
        </pc:spChg>
        <pc:graphicFrameChg chg="mod">
          <ac:chgData name="王 欣捷" userId="b965477fa0aef5e6" providerId="LiveId" clId="{CCC25DF9-4458-4252-A1FA-96CED2233F88}" dt="2021-04-22T07:30:15.426" v="47"/>
          <ac:graphicFrameMkLst>
            <pc:docMk/>
            <pc:sldMk cId="0" sldId="931"/>
            <ac:graphicFrameMk id="739331" creationId="{B1E21FDA-A2D8-4F71-B78F-3BA5F170BE2C}"/>
          </ac:graphicFrameMkLst>
        </pc:graphicFrameChg>
      </pc:sldChg>
      <pc:sldChg chg="modSp add del">
        <pc:chgData name="王 欣捷" userId="b965477fa0aef5e6" providerId="LiveId" clId="{CCC25DF9-4458-4252-A1FA-96CED2233F88}" dt="2021-04-22T07:44:25.943" v="145"/>
        <pc:sldMkLst>
          <pc:docMk/>
          <pc:sldMk cId="0" sldId="932"/>
        </pc:sldMkLst>
        <pc:spChg chg="mod">
          <ac:chgData name="王 欣捷" userId="b965477fa0aef5e6" providerId="LiveId" clId="{CCC25DF9-4458-4252-A1FA-96CED2233F88}" dt="2021-04-22T07:40:54.916" v="140"/>
          <ac:spMkLst>
            <pc:docMk/>
            <pc:sldMk cId="0" sldId="932"/>
            <ac:spMk id="29698" creationId="{EF949056-A1E6-4B07-91FC-A72A83283728}"/>
          </ac:spMkLst>
        </pc:spChg>
        <pc:spChg chg="mod">
          <ac:chgData name="王 欣捷" userId="b965477fa0aef5e6" providerId="LiveId" clId="{CCC25DF9-4458-4252-A1FA-96CED2233F88}" dt="2021-04-22T07:30:15.426" v="47"/>
          <ac:spMkLst>
            <pc:docMk/>
            <pc:sldMk cId="0" sldId="932"/>
            <ac:spMk id="84994" creationId="{E93F4A0C-E169-404C-8D9F-213E3DBC59FA}"/>
          </ac:spMkLst>
        </pc:spChg>
        <pc:graphicFrameChg chg="mod">
          <ac:chgData name="王 欣捷" userId="b965477fa0aef5e6" providerId="LiveId" clId="{CCC25DF9-4458-4252-A1FA-96CED2233F88}" dt="2021-04-22T07:30:15.426" v="47"/>
          <ac:graphicFrameMkLst>
            <pc:docMk/>
            <pc:sldMk cId="0" sldId="932"/>
            <ac:graphicFrameMk id="740355" creationId="{0D54F9AA-E8B7-4010-9765-FDB60C5E582C}"/>
          </ac:graphicFrameMkLst>
        </pc:graphicFrameChg>
      </pc:sldChg>
      <pc:sldChg chg="modSp add del">
        <pc:chgData name="王 欣捷" userId="b965477fa0aef5e6" providerId="LiveId" clId="{CCC25DF9-4458-4252-A1FA-96CED2233F88}" dt="2021-04-22T07:35:09.806" v="111" actId="47"/>
        <pc:sldMkLst>
          <pc:docMk/>
          <pc:sldMk cId="0" sldId="933"/>
        </pc:sldMkLst>
        <pc:spChg chg="mod">
          <ac:chgData name="王 欣捷" userId="b965477fa0aef5e6" providerId="LiveId" clId="{CCC25DF9-4458-4252-A1FA-96CED2233F88}" dt="2021-04-22T07:30:15.426" v="47"/>
          <ac:spMkLst>
            <pc:docMk/>
            <pc:sldMk cId="0" sldId="933"/>
            <ac:spMk id="86018" creationId="{2832C0C2-EF0D-4FB5-9E18-6EF4503AF172}"/>
          </ac:spMkLst>
        </pc:spChg>
        <pc:graphicFrameChg chg="mod">
          <ac:chgData name="王 欣捷" userId="b965477fa0aef5e6" providerId="LiveId" clId="{CCC25DF9-4458-4252-A1FA-96CED2233F88}" dt="2021-04-22T07:30:15.426" v="47"/>
          <ac:graphicFrameMkLst>
            <pc:docMk/>
            <pc:sldMk cId="0" sldId="933"/>
            <ac:graphicFrameMk id="741379" creationId="{F52A6E53-D527-40F9-AD87-D17BAE75190A}"/>
          </ac:graphicFrameMkLst>
        </pc:graphicFrameChg>
      </pc:sldChg>
      <pc:sldChg chg="modSp add del">
        <pc:chgData name="王 欣捷" userId="b965477fa0aef5e6" providerId="LiveId" clId="{CCC25DF9-4458-4252-A1FA-96CED2233F88}" dt="2021-04-22T07:35:09.806" v="111" actId="47"/>
        <pc:sldMkLst>
          <pc:docMk/>
          <pc:sldMk cId="0" sldId="934"/>
        </pc:sldMkLst>
        <pc:spChg chg="mod">
          <ac:chgData name="王 欣捷" userId="b965477fa0aef5e6" providerId="LiveId" clId="{CCC25DF9-4458-4252-A1FA-96CED2233F88}" dt="2021-04-22T07:30:15.426" v="47"/>
          <ac:spMkLst>
            <pc:docMk/>
            <pc:sldMk cId="0" sldId="934"/>
            <ac:spMk id="87042" creationId="{4DB8F8B5-7EB5-41A1-96AB-08FFA078A275}"/>
          </ac:spMkLst>
        </pc:spChg>
        <pc:graphicFrameChg chg="mod">
          <ac:chgData name="王 欣捷" userId="b965477fa0aef5e6" providerId="LiveId" clId="{CCC25DF9-4458-4252-A1FA-96CED2233F88}" dt="2021-04-22T07:30:15.426" v="47"/>
          <ac:graphicFrameMkLst>
            <pc:docMk/>
            <pc:sldMk cId="0" sldId="934"/>
            <ac:graphicFrameMk id="742403" creationId="{0751CCFD-3DE9-4119-9CCF-1900618B5EEE}"/>
          </ac:graphicFrameMkLst>
        </pc:graphicFrameChg>
      </pc:sldChg>
      <pc:sldChg chg="modSp add del">
        <pc:chgData name="王 欣捷" userId="b965477fa0aef5e6" providerId="LiveId" clId="{CCC25DF9-4458-4252-A1FA-96CED2233F88}" dt="2021-04-22T07:35:09.806" v="111" actId="47"/>
        <pc:sldMkLst>
          <pc:docMk/>
          <pc:sldMk cId="0" sldId="935"/>
        </pc:sldMkLst>
        <pc:spChg chg="mod">
          <ac:chgData name="王 欣捷" userId="b965477fa0aef5e6" providerId="LiveId" clId="{CCC25DF9-4458-4252-A1FA-96CED2233F88}" dt="2021-04-22T07:30:15.426" v="47"/>
          <ac:spMkLst>
            <pc:docMk/>
            <pc:sldMk cId="0" sldId="935"/>
            <ac:spMk id="88066" creationId="{5D7F736D-3984-47F4-9FE3-0C14282C5B4B}"/>
          </ac:spMkLst>
        </pc:spChg>
        <pc:graphicFrameChg chg="mod">
          <ac:chgData name="王 欣捷" userId="b965477fa0aef5e6" providerId="LiveId" clId="{CCC25DF9-4458-4252-A1FA-96CED2233F88}" dt="2021-04-22T07:30:15.426" v="47"/>
          <ac:graphicFrameMkLst>
            <pc:docMk/>
            <pc:sldMk cId="0" sldId="935"/>
            <ac:graphicFrameMk id="743427" creationId="{3D9D7422-89B8-4FFC-8EC1-2F8AE8FC2192}"/>
          </ac:graphicFrameMkLst>
        </pc:graphicFrameChg>
      </pc:sldChg>
      <pc:sldChg chg="modSp add del">
        <pc:chgData name="王 欣捷" userId="b965477fa0aef5e6" providerId="LiveId" clId="{CCC25DF9-4458-4252-A1FA-96CED2233F88}" dt="2021-04-22T07:35:09.806" v="111" actId="47"/>
        <pc:sldMkLst>
          <pc:docMk/>
          <pc:sldMk cId="0" sldId="936"/>
        </pc:sldMkLst>
        <pc:spChg chg="mod">
          <ac:chgData name="王 欣捷" userId="b965477fa0aef5e6" providerId="LiveId" clId="{CCC25DF9-4458-4252-A1FA-96CED2233F88}" dt="2021-04-22T07:30:15.426" v="47"/>
          <ac:spMkLst>
            <pc:docMk/>
            <pc:sldMk cId="0" sldId="936"/>
            <ac:spMk id="89090" creationId="{5EB6AA74-919D-4A59-B309-E57D4A894294}"/>
          </ac:spMkLst>
        </pc:spChg>
        <pc:graphicFrameChg chg="mod">
          <ac:chgData name="王 欣捷" userId="b965477fa0aef5e6" providerId="LiveId" clId="{CCC25DF9-4458-4252-A1FA-96CED2233F88}" dt="2021-04-22T07:30:15.426" v="47"/>
          <ac:graphicFrameMkLst>
            <pc:docMk/>
            <pc:sldMk cId="0" sldId="936"/>
            <ac:graphicFrameMk id="744451" creationId="{2F13DB0C-9E29-401C-AFEE-D19FB38F84BB}"/>
          </ac:graphicFrameMkLst>
        </pc:graphicFrameChg>
      </pc:sldChg>
      <pc:sldChg chg="modSp add del">
        <pc:chgData name="王 欣捷" userId="b965477fa0aef5e6" providerId="LiveId" clId="{CCC25DF9-4458-4252-A1FA-96CED2233F88}" dt="2021-04-22T07:35:09.806" v="111" actId="47"/>
        <pc:sldMkLst>
          <pc:docMk/>
          <pc:sldMk cId="0" sldId="937"/>
        </pc:sldMkLst>
        <pc:spChg chg="mod">
          <ac:chgData name="王 欣捷" userId="b965477fa0aef5e6" providerId="LiveId" clId="{CCC25DF9-4458-4252-A1FA-96CED2233F88}" dt="2021-04-22T07:30:15.426" v="47"/>
          <ac:spMkLst>
            <pc:docMk/>
            <pc:sldMk cId="0" sldId="937"/>
            <ac:spMk id="90114" creationId="{3DFEE693-CA13-49EC-861F-875CB15B8B8E}"/>
          </ac:spMkLst>
        </pc:spChg>
        <pc:graphicFrameChg chg="mod">
          <ac:chgData name="王 欣捷" userId="b965477fa0aef5e6" providerId="LiveId" clId="{CCC25DF9-4458-4252-A1FA-96CED2233F88}" dt="2021-04-22T07:30:15.426" v="47"/>
          <ac:graphicFrameMkLst>
            <pc:docMk/>
            <pc:sldMk cId="0" sldId="937"/>
            <ac:graphicFrameMk id="745475" creationId="{7DDCEDAD-AC58-41EA-ABEA-81DFE66490EE}"/>
          </ac:graphicFrameMkLst>
        </pc:graphicFrameChg>
      </pc:sldChg>
      <pc:sldChg chg="modSp add">
        <pc:chgData name="王 欣捷" userId="b965477fa0aef5e6" providerId="LiveId" clId="{CCC25DF9-4458-4252-A1FA-96CED2233F88}" dt="2021-04-22T07:30:15.426" v="47"/>
        <pc:sldMkLst>
          <pc:docMk/>
          <pc:sldMk cId="0" sldId="938"/>
        </pc:sldMkLst>
        <pc:spChg chg="mod">
          <ac:chgData name="王 欣捷" userId="b965477fa0aef5e6" providerId="LiveId" clId="{CCC25DF9-4458-4252-A1FA-96CED2233F88}" dt="2021-04-22T07:30:15.426" v="47"/>
          <ac:spMkLst>
            <pc:docMk/>
            <pc:sldMk cId="0" sldId="938"/>
            <ac:spMk id="35842" creationId="{CFEB9F4D-3067-4210-9067-72E0D2368BED}"/>
          </ac:spMkLst>
        </pc:spChg>
      </pc:sldChg>
      <pc:sldChg chg="add del">
        <pc:chgData name="王 欣捷" userId="b965477fa0aef5e6" providerId="LiveId" clId="{CCC25DF9-4458-4252-A1FA-96CED2233F88}" dt="2021-04-22T07:28:32.426" v="23"/>
        <pc:sldMkLst>
          <pc:docMk/>
          <pc:sldMk cId="0" sldId="939"/>
        </pc:sldMkLst>
      </pc:sldChg>
      <pc:sldChg chg="add">
        <pc:chgData name="王 欣捷" userId="b965477fa0aef5e6" providerId="LiveId" clId="{CCC25DF9-4458-4252-A1FA-96CED2233F88}" dt="2021-04-22T07:28:32.426" v="23"/>
        <pc:sldMkLst>
          <pc:docMk/>
          <pc:sldMk cId="0" sldId="940"/>
        </pc:sldMkLst>
      </pc:sldChg>
      <pc:sldChg chg="add del">
        <pc:chgData name="王 欣捷" userId="b965477fa0aef5e6" providerId="LiveId" clId="{CCC25DF9-4458-4252-A1FA-96CED2233F88}" dt="2021-04-22T07:28:32.426" v="23"/>
        <pc:sldMkLst>
          <pc:docMk/>
          <pc:sldMk cId="0" sldId="941"/>
        </pc:sldMkLst>
      </pc:sldChg>
      <pc:sldChg chg="modSp add mod">
        <pc:chgData name="王 欣捷" userId="b965477fa0aef5e6" providerId="LiveId" clId="{CCC25DF9-4458-4252-A1FA-96CED2233F88}" dt="2021-04-28T13:45:54.448" v="987" actId="207"/>
        <pc:sldMkLst>
          <pc:docMk/>
          <pc:sldMk cId="0" sldId="943"/>
        </pc:sldMkLst>
        <pc:spChg chg="mod">
          <ac:chgData name="王 欣捷" userId="b965477fa0aef5e6" providerId="LiveId" clId="{CCC25DF9-4458-4252-A1FA-96CED2233F88}" dt="2021-04-22T07:30:15.426" v="47"/>
          <ac:spMkLst>
            <pc:docMk/>
            <pc:sldMk cId="0" sldId="943"/>
            <ac:spMk id="91138" creationId="{576472EC-7AD0-47EC-B620-441B2D8D7194}"/>
          </ac:spMkLst>
        </pc:spChg>
        <pc:spChg chg="mod">
          <ac:chgData name="王 欣捷" userId="b965477fa0aef5e6" providerId="LiveId" clId="{CCC25DF9-4458-4252-A1FA-96CED2233F88}" dt="2021-04-28T13:45:54.448" v="987" actId="207"/>
          <ac:spMkLst>
            <pc:docMk/>
            <pc:sldMk cId="0" sldId="943"/>
            <ac:spMk id="91139" creationId="{36CD74D2-2681-4185-B28A-7DB1AF06E643}"/>
          </ac:spMkLst>
        </pc:spChg>
      </pc:sldChg>
      <pc:sldChg chg="modSp add del mod chgLayout">
        <pc:chgData name="王 欣捷" userId="b965477fa0aef5e6" providerId="LiveId" clId="{CCC25DF9-4458-4252-A1FA-96CED2233F88}" dt="2021-04-22T08:17:20.320" v="412" actId="1076"/>
        <pc:sldMkLst>
          <pc:docMk/>
          <pc:sldMk cId="0" sldId="944"/>
        </pc:sldMkLst>
        <pc:spChg chg="mod ord">
          <ac:chgData name="王 欣捷" userId="b965477fa0aef5e6" providerId="LiveId" clId="{CCC25DF9-4458-4252-A1FA-96CED2233F88}" dt="2021-04-22T08:15:22.831" v="386" actId="700"/>
          <ac:spMkLst>
            <pc:docMk/>
            <pc:sldMk cId="0" sldId="944"/>
            <ac:spMk id="40962" creationId="{7B09FD7B-82B0-4C66-ADFC-C53CC6D94B3E}"/>
          </ac:spMkLst>
        </pc:spChg>
        <pc:spChg chg="mod ord">
          <ac:chgData name="王 欣捷" userId="b965477fa0aef5e6" providerId="LiveId" clId="{CCC25DF9-4458-4252-A1FA-96CED2233F88}" dt="2021-04-22T08:15:36.541" v="390" actId="207"/>
          <ac:spMkLst>
            <pc:docMk/>
            <pc:sldMk cId="0" sldId="944"/>
            <ac:spMk id="40963" creationId="{4ECB0FD0-6ED8-4F2F-A1EA-562FCC936975}"/>
          </ac:spMkLst>
        </pc:spChg>
        <pc:spChg chg="mod">
          <ac:chgData name="王 欣捷" userId="b965477fa0aef5e6" providerId="LiveId" clId="{CCC25DF9-4458-4252-A1FA-96CED2233F88}" dt="2021-04-22T08:17:20.320" v="412" actId="1076"/>
          <ac:spMkLst>
            <pc:docMk/>
            <pc:sldMk cId="0" sldId="944"/>
            <ac:spMk id="40965" creationId="{7C061960-89BB-4FC2-A4CD-F14EBCA9D1B3}"/>
          </ac:spMkLst>
        </pc:spChg>
        <pc:spChg chg="mod">
          <ac:chgData name="王 欣捷" userId="b965477fa0aef5e6" providerId="LiveId" clId="{CCC25DF9-4458-4252-A1FA-96CED2233F88}" dt="2021-04-22T08:17:20.320" v="412" actId="1076"/>
          <ac:spMkLst>
            <pc:docMk/>
            <pc:sldMk cId="0" sldId="944"/>
            <ac:spMk id="40969" creationId="{2AB7D771-A07E-4CE6-868D-DDB331A27E0B}"/>
          </ac:spMkLst>
        </pc:spChg>
        <pc:spChg chg="mod">
          <ac:chgData name="王 欣捷" userId="b965477fa0aef5e6" providerId="LiveId" clId="{CCC25DF9-4458-4252-A1FA-96CED2233F88}" dt="2021-04-22T08:17:20.320" v="412" actId="1076"/>
          <ac:spMkLst>
            <pc:docMk/>
            <pc:sldMk cId="0" sldId="944"/>
            <ac:spMk id="40970" creationId="{CAF36358-AB59-493C-BB93-FC5A0B4BF36D}"/>
          </ac:spMkLst>
        </pc:spChg>
        <pc:spChg chg="mod">
          <ac:chgData name="王 欣捷" userId="b965477fa0aef5e6" providerId="LiveId" clId="{CCC25DF9-4458-4252-A1FA-96CED2233F88}" dt="2021-04-22T08:17:20.320" v="412" actId="1076"/>
          <ac:spMkLst>
            <pc:docMk/>
            <pc:sldMk cId="0" sldId="944"/>
            <ac:spMk id="40971" creationId="{2A61E4A5-5F23-427C-8CEA-9E0519295599}"/>
          </ac:spMkLst>
        </pc:spChg>
        <pc:spChg chg="mod">
          <ac:chgData name="王 欣捷" userId="b965477fa0aef5e6" providerId="LiveId" clId="{CCC25DF9-4458-4252-A1FA-96CED2233F88}" dt="2021-04-22T08:17:20.320" v="412" actId="1076"/>
          <ac:spMkLst>
            <pc:docMk/>
            <pc:sldMk cId="0" sldId="944"/>
            <ac:spMk id="40972" creationId="{E56EEAE2-3EF6-4DED-BCF4-AA911D825720}"/>
          </ac:spMkLst>
        </pc:spChg>
        <pc:spChg chg="mod">
          <ac:chgData name="王 欣捷" userId="b965477fa0aef5e6" providerId="LiveId" clId="{CCC25DF9-4458-4252-A1FA-96CED2233F88}" dt="2021-04-22T08:17:20.320" v="412" actId="1076"/>
          <ac:spMkLst>
            <pc:docMk/>
            <pc:sldMk cId="0" sldId="944"/>
            <ac:spMk id="40973" creationId="{9EC1B6AF-E7F0-433B-8CA8-963E9F6EC27A}"/>
          </ac:spMkLst>
        </pc:spChg>
        <pc:spChg chg="mod">
          <ac:chgData name="王 欣捷" userId="b965477fa0aef5e6" providerId="LiveId" clId="{CCC25DF9-4458-4252-A1FA-96CED2233F88}" dt="2021-04-22T08:17:20.320" v="412" actId="1076"/>
          <ac:spMkLst>
            <pc:docMk/>
            <pc:sldMk cId="0" sldId="944"/>
            <ac:spMk id="40974" creationId="{13AC30E8-1AAA-4D38-B09B-599CD78BBB8D}"/>
          </ac:spMkLst>
        </pc:spChg>
        <pc:spChg chg="mod">
          <ac:chgData name="王 欣捷" userId="b965477fa0aef5e6" providerId="LiveId" clId="{CCC25DF9-4458-4252-A1FA-96CED2233F88}" dt="2021-04-22T08:17:20.320" v="412" actId="1076"/>
          <ac:spMkLst>
            <pc:docMk/>
            <pc:sldMk cId="0" sldId="944"/>
            <ac:spMk id="40975" creationId="{B33EE001-8E67-48D1-8920-97CDAF084369}"/>
          </ac:spMkLst>
        </pc:spChg>
        <pc:spChg chg="mod">
          <ac:chgData name="王 欣捷" userId="b965477fa0aef5e6" providerId="LiveId" clId="{CCC25DF9-4458-4252-A1FA-96CED2233F88}" dt="2021-04-22T08:17:20.320" v="412" actId="1076"/>
          <ac:spMkLst>
            <pc:docMk/>
            <pc:sldMk cId="0" sldId="944"/>
            <ac:spMk id="40976" creationId="{1AFA3AEB-62BB-4AA1-B9A8-5C0F963F652E}"/>
          </ac:spMkLst>
        </pc:spChg>
        <pc:spChg chg="mod">
          <ac:chgData name="王 欣捷" userId="b965477fa0aef5e6" providerId="LiveId" clId="{CCC25DF9-4458-4252-A1FA-96CED2233F88}" dt="2021-04-22T08:17:20.320" v="412" actId="1076"/>
          <ac:spMkLst>
            <pc:docMk/>
            <pc:sldMk cId="0" sldId="944"/>
            <ac:spMk id="40977" creationId="{1A210F1B-BA4A-4622-96FC-E5ECCF6DF266}"/>
          </ac:spMkLst>
        </pc:spChg>
        <pc:spChg chg="mod">
          <ac:chgData name="王 欣捷" userId="b965477fa0aef5e6" providerId="LiveId" clId="{CCC25DF9-4458-4252-A1FA-96CED2233F88}" dt="2021-04-22T08:17:20.320" v="412" actId="1076"/>
          <ac:spMkLst>
            <pc:docMk/>
            <pc:sldMk cId="0" sldId="944"/>
            <ac:spMk id="40978" creationId="{2CDC552A-3C02-4336-BA4E-852FDF49789B}"/>
          </ac:spMkLst>
        </pc:spChg>
        <pc:spChg chg="mod">
          <ac:chgData name="王 欣捷" userId="b965477fa0aef5e6" providerId="LiveId" clId="{CCC25DF9-4458-4252-A1FA-96CED2233F88}" dt="2021-04-22T08:17:20.320" v="412" actId="1076"/>
          <ac:spMkLst>
            <pc:docMk/>
            <pc:sldMk cId="0" sldId="944"/>
            <ac:spMk id="40979" creationId="{A19FDA26-094E-454E-B04C-D3C9A24480F6}"/>
          </ac:spMkLst>
        </pc:spChg>
        <pc:spChg chg="mod">
          <ac:chgData name="王 欣捷" userId="b965477fa0aef5e6" providerId="LiveId" clId="{CCC25DF9-4458-4252-A1FA-96CED2233F88}" dt="2021-04-22T08:17:20.320" v="412" actId="1076"/>
          <ac:spMkLst>
            <pc:docMk/>
            <pc:sldMk cId="0" sldId="944"/>
            <ac:spMk id="40980" creationId="{96576AF7-3D0F-401E-99CA-596093660BFF}"/>
          </ac:spMkLst>
        </pc:spChg>
        <pc:spChg chg="mod">
          <ac:chgData name="王 欣捷" userId="b965477fa0aef5e6" providerId="LiveId" clId="{CCC25DF9-4458-4252-A1FA-96CED2233F88}" dt="2021-04-22T08:17:20.320" v="412" actId="1076"/>
          <ac:spMkLst>
            <pc:docMk/>
            <pc:sldMk cId="0" sldId="944"/>
            <ac:spMk id="40981" creationId="{8C907F63-5F54-4892-921E-7FDBC5F64312}"/>
          </ac:spMkLst>
        </pc:spChg>
        <pc:spChg chg="mod">
          <ac:chgData name="王 欣捷" userId="b965477fa0aef5e6" providerId="LiveId" clId="{CCC25DF9-4458-4252-A1FA-96CED2233F88}" dt="2021-04-22T08:17:20.320" v="412" actId="1076"/>
          <ac:spMkLst>
            <pc:docMk/>
            <pc:sldMk cId="0" sldId="944"/>
            <ac:spMk id="40982" creationId="{60196DDE-FADC-46AB-905B-E84CF6B199AD}"/>
          </ac:spMkLst>
        </pc:spChg>
        <pc:spChg chg="mod">
          <ac:chgData name="王 欣捷" userId="b965477fa0aef5e6" providerId="LiveId" clId="{CCC25DF9-4458-4252-A1FA-96CED2233F88}" dt="2021-04-22T08:17:20.320" v="412" actId="1076"/>
          <ac:spMkLst>
            <pc:docMk/>
            <pc:sldMk cId="0" sldId="944"/>
            <ac:spMk id="40983" creationId="{5731E789-61B8-4AF9-B857-1AF1384C5B89}"/>
          </ac:spMkLst>
        </pc:spChg>
        <pc:spChg chg="mod">
          <ac:chgData name="王 欣捷" userId="b965477fa0aef5e6" providerId="LiveId" clId="{CCC25DF9-4458-4252-A1FA-96CED2233F88}" dt="2021-04-22T08:17:20.320" v="412" actId="1076"/>
          <ac:spMkLst>
            <pc:docMk/>
            <pc:sldMk cId="0" sldId="944"/>
            <ac:spMk id="40984" creationId="{2C2D3C00-EE7E-49C7-8FA6-4A1226B159B0}"/>
          </ac:spMkLst>
        </pc:spChg>
        <pc:spChg chg="mod">
          <ac:chgData name="王 欣捷" userId="b965477fa0aef5e6" providerId="LiveId" clId="{CCC25DF9-4458-4252-A1FA-96CED2233F88}" dt="2021-04-22T08:17:20.320" v="412" actId="1076"/>
          <ac:spMkLst>
            <pc:docMk/>
            <pc:sldMk cId="0" sldId="944"/>
            <ac:spMk id="40985" creationId="{4F8E3EEB-F590-4627-8548-BE7C6E8C7E1C}"/>
          </ac:spMkLst>
        </pc:spChg>
        <pc:spChg chg="mod">
          <ac:chgData name="王 欣捷" userId="b965477fa0aef5e6" providerId="LiveId" clId="{CCC25DF9-4458-4252-A1FA-96CED2233F88}" dt="2021-04-22T08:17:20.320" v="412" actId="1076"/>
          <ac:spMkLst>
            <pc:docMk/>
            <pc:sldMk cId="0" sldId="944"/>
            <ac:spMk id="40986" creationId="{2A90FC4D-362F-4777-9BD1-E868B8296753}"/>
          </ac:spMkLst>
        </pc:spChg>
        <pc:spChg chg="mod">
          <ac:chgData name="王 欣捷" userId="b965477fa0aef5e6" providerId="LiveId" clId="{CCC25DF9-4458-4252-A1FA-96CED2233F88}" dt="2021-04-22T08:17:20.320" v="412" actId="1076"/>
          <ac:spMkLst>
            <pc:docMk/>
            <pc:sldMk cId="0" sldId="944"/>
            <ac:spMk id="40987" creationId="{D2189709-7C9F-4EDA-8650-333A83AE1EAA}"/>
          </ac:spMkLst>
        </pc:spChg>
        <pc:spChg chg="mod">
          <ac:chgData name="王 欣捷" userId="b965477fa0aef5e6" providerId="LiveId" clId="{CCC25DF9-4458-4252-A1FA-96CED2233F88}" dt="2021-04-22T08:17:20.320" v="412" actId="1076"/>
          <ac:spMkLst>
            <pc:docMk/>
            <pc:sldMk cId="0" sldId="944"/>
            <ac:spMk id="40988" creationId="{CE2629CB-6D8C-41A0-B718-2A86F237EB0F}"/>
          </ac:spMkLst>
        </pc:spChg>
        <pc:spChg chg="mod">
          <ac:chgData name="王 欣捷" userId="b965477fa0aef5e6" providerId="LiveId" clId="{CCC25DF9-4458-4252-A1FA-96CED2233F88}" dt="2021-04-22T08:17:20.320" v="412" actId="1076"/>
          <ac:spMkLst>
            <pc:docMk/>
            <pc:sldMk cId="0" sldId="944"/>
            <ac:spMk id="40989" creationId="{1FECB2B0-3460-4FDD-BE9A-C3C9E7274907}"/>
          </ac:spMkLst>
        </pc:spChg>
        <pc:spChg chg="mod">
          <ac:chgData name="王 欣捷" userId="b965477fa0aef5e6" providerId="LiveId" clId="{CCC25DF9-4458-4252-A1FA-96CED2233F88}" dt="2021-04-22T08:17:20.320" v="412" actId="1076"/>
          <ac:spMkLst>
            <pc:docMk/>
            <pc:sldMk cId="0" sldId="944"/>
            <ac:spMk id="40990" creationId="{8C49DF12-10CE-4096-8EEF-935B66C91DAB}"/>
          </ac:spMkLst>
        </pc:spChg>
        <pc:spChg chg="mod">
          <ac:chgData name="王 欣捷" userId="b965477fa0aef5e6" providerId="LiveId" clId="{CCC25DF9-4458-4252-A1FA-96CED2233F88}" dt="2021-04-22T08:17:20.320" v="412" actId="1076"/>
          <ac:spMkLst>
            <pc:docMk/>
            <pc:sldMk cId="0" sldId="944"/>
            <ac:spMk id="40991" creationId="{7C40EC19-30F2-41C1-85DB-06E8B34673D0}"/>
          </ac:spMkLst>
        </pc:spChg>
        <pc:spChg chg="mod">
          <ac:chgData name="王 欣捷" userId="b965477fa0aef5e6" providerId="LiveId" clId="{CCC25DF9-4458-4252-A1FA-96CED2233F88}" dt="2021-04-22T08:17:20.320" v="412" actId="1076"/>
          <ac:spMkLst>
            <pc:docMk/>
            <pc:sldMk cId="0" sldId="944"/>
            <ac:spMk id="40992" creationId="{E00061C4-8816-4481-892F-D0E4224DF648}"/>
          </ac:spMkLst>
        </pc:spChg>
        <pc:spChg chg="mod">
          <ac:chgData name="王 欣捷" userId="b965477fa0aef5e6" providerId="LiveId" clId="{CCC25DF9-4458-4252-A1FA-96CED2233F88}" dt="2021-04-22T08:17:20.320" v="412" actId="1076"/>
          <ac:spMkLst>
            <pc:docMk/>
            <pc:sldMk cId="0" sldId="944"/>
            <ac:spMk id="40993" creationId="{CFBA8E42-8498-4986-A946-4051FDD9D090}"/>
          </ac:spMkLst>
        </pc:spChg>
        <pc:spChg chg="mod">
          <ac:chgData name="王 欣捷" userId="b965477fa0aef5e6" providerId="LiveId" clId="{CCC25DF9-4458-4252-A1FA-96CED2233F88}" dt="2021-04-22T08:17:20.320" v="412" actId="1076"/>
          <ac:spMkLst>
            <pc:docMk/>
            <pc:sldMk cId="0" sldId="944"/>
            <ac:spMk id="40994" creationId="{43EC382D-A17D-4111-B079-2BF64527BBC2}"/>
          </ac:spMkLst>
        </pc:spChg>
        <pc:spChg chg="mod">
          <ac:chgData name="王 欣捷" userId="b965477fa0aef5e6" providerId="LiveId" clId="{CCC25DF9-4458-4252-A1FA-96CED2233F88}" dt="2021-04-22T08:17:20.320" v="412" actId="1076"/>
          <ac:spMkLst>
            <pc:docMk/>
            <pc:sldMk cId="0" sldId="944"/>
            <ac:spMk id="40995" creationId="{C80A8125-1BED-4934-80ED-6E5DCE575673}"/>
          </ac:spMkLst>
        </pc:spChg>
        <pc:spChg chg="mod">
          <ac:chgData name="王 欣捷" userId="b965477fa0aef5e6" providerId="LiveId" clId="{CCC25DF9-4458-4252-A1FA-96CED2233F88}" dt="2021-04-22T08:17:20.320" v="412" actId="1076"/>
          <ac:spMkLst>
            <pc:docMk/>
            <pc:sldMk cId="0" sldId="944"/>
            <ac:spMk id="40996" creationId="{C60D0C69-27C9-428F-80EC-10ABB9C7C634}"/>
          </ac:spMkLst>
        </pc:spChg>
        <pc:spChg chg="mod">
          <ac:chgData name="王 欣捷" userId="b965477fa0aef5e6" providerId="LiveId" clId="{CCC25DF9-4458-4252-A1FA-96CED2233F88}" dt="2021-04-22T08:17:20.320" v="412" actId="1076"/>
          <ac:spMkLst>
            <pc:docMk/>
            <pc:sldMk cId="0" sldId="944"/>
            <ac:spMk id="40997" creationId="{532F8186-1DE8-4689-B737-3F24587C3CB5}"/>
          </ac:spMkLst>
        </pc:spChg>
        <pc:spChg chg="mod">
          <ac:chgData name="王 欣捷" userId="b965477fa0aef5e6" providerId="LiveId" clId="{CCC25DF9-4458-4252-A1FA-96CED2233F88}" dt="2021-04-22T08:17:20.320" v="412" actId="1076"/>
          <ac:spMkLst>
            <pc:docMk/>
            <pc:sldMk cId="0" sldId="944"/>
            <ac:spMk id="40998" creationId="{D38EEF29-F2CF-48D9-939B-8379CF2E3024}"/>
          </ac:spMkLst>
        </pc:spChg>
        <pc:spChg chg="mod">
          <ac:chgData name="王 欣捷" userId="b965477fa0aef5e6" providerId="LiveId" clId="{CCC25DF9-4458-4252-A1FA-96CED2233F88}" dt="2021-04-22T08:17:20.320" v="412" actId="1076"/>
          <ac:spMkLst>
            <pc:docMk/>
            <pc:sldMk cId="0" sldId="944"/>
            <ac:spMk id="40999" creationId="{49C21F26-900A-4A7A-B050-D41D5D0223E1}"/>
          </ac:spMkLst>
        </pc:spChg>
        <pc:spChg chg="mod">
          <ac:chgData name="王 欣捷" userId="b965477fa0aef5e6" providerId="LiveId" clId="{CCC25DF9-4458-4252-A1FA-96CED2233F88}" dt="2021-04-22T08:17:20.320" v="412" actId="1076"/>
          <ac:spMkLst>
            <pc:docMk/>
            <pc:sldMk cId="0" sldId="944"/>
            <ac:spMk id="41000" creationId="{94943D26-544B-45D4-82F0-7B194C35B86D}"/>
          </ac:spMkLst>
        </pc:spChg>
        <pc:spChg chg="mod">
          <ac:chgData name="王 欣捷" userId="b965477fa0aef5e6" providerId="LiveId" clId="{CCC25DF9-4458-4252-A1FA-96CED2233F88}" dt="2021-04-22T08:17:20.320" v="412" actId="1076"/>
          <ac:spMkLst>
            <pc:docMk/>
            <pc:sldMk cId="0" sldId="944"/>
            <ac:spMk id="41001" creationId="{13C251E0-1DED-4508-B522-F20057729367}"/>
          </ac:spMkLst>
        </pc:spChg>
        <pc:spChg chg="mod">
          <ac:chgData name="王 欣捷" userId="b965477fa0aef5e6" providerId="LiveId" clId="{CCC25DF9-4458-4252-A1FA-96CED2233F88}" dt="2021-04-22T08:17:20.320" v="412" actId="1076"/>
          <ac:spMkLst>
            <pc:docMk/>
            <pc:sldMk cId="0" sldId="944"/>
            <ac:spMk id="41002" creationId="{F2918A60-F381-4450-A65B-87129B5BCAC9}"/>
          </ac:spMkLst>
        </pc:spChg>
        <pc:spChg chg="mod">
          <ac:chgData name="王 欣捷" userId="b965477fa0aef5e6" providerId="LiveId" clId="{CCC25DF9-4458-4252-A1FA-96CED2233F88}" dt="2021-04-22T08:17:20.320" v="412" actId="1076"/>
          <ac:spMkLst>
            <pc:docMk/>
            <pc:sldMk cId="0" sldId="944"/>
            <ac:spMk id="41003" creationId="{1F1CB30E-9281-4647-A2D5-EEC131E4DDEC}"/>
          </ac:spMkLst>
        </pc:spChg>
        <pc:spChg chg="mod">
          <ac:chgData name="王 欣捷" userId="b965477fa0aef5e6" providerId="LiveId" clId="{CCC25DF9-4458-4252-A1FA-96CED2233F88}" dt="2021-04-22T08:17:20.320" v="412" actId="1076"/>
          <ac:spMkLst>
            <pc:docMk/>
            <pc:sldMk cId="0" sldId="944"/>
            <ac:spMk id="41004" creationId="{BD2386E0-69E6-4949-93DF-F121EECC3D61}"/>
          </ac:spMkLst>
        </pc:spChg>
        <pc:spChg chg="mod">
          <ac:chgData name="王 欣捷" userId="b965477fa0aef5e6" providerId="LiveId" clId="{CCC25DF9-4458-4252-A1FA-96CED2233F88}" dt="2021-04-22T08:17:20.320" v="412" actId="1076"/>
          <ac:spMkLst>
            <pc:docMk/>
            <pc:sldMk cId="0" sldId="944"/>
            <ac:spMk id="41005" creationId="{E1717C49-55B4-4E7C-9626-670FECF26015}"/>
          </ac:spMkLst>
        </pc:spChg>
        <pc:spChg chg="mod">
          <ac:chgData name="王 欣捷" userId="b965477fa0aef5e6" providerId="LiveId" clId="{CCC25DF9-4458-4252-A1FA-96CED2233F88}" dt="2021-04-22T08:17:20.320" v="412" actId="1076"/>
          <ac:spMkLst>
            <pc:docMk/>
            <pc:sldMk cId="0" sldId="944"/>
            <ac:spMk id="41006" creationId="{519A0519-F03E-44DC-A428-EA31CFBB0899}"/>
          </ac:spMkLst>
        </pc:spChg>
        <pc:spChg chg="mod">
          <ac:chgData name="王 欣捷" userId="b965477fa0aef5e6" providerId="LiveId" clId="{CCC25DF9-4458-4252-A1FA-96CED2233F88}" dt="2021-04-22T08:17:20.320" v="412" actId="1076"/>
          <ac:spMkLst>
            <pc:docMk/>
            <pc:sldMk cId="0" sldId="944"/>
            <ac:spMk id="41007" creationId="{55353D15-3908-4009-87F2-CB4BC1D8688C}"/>
          </ac:spMkLst>
        </pc:spChg>
        <pc:spChg chg="mod">
          <ac:chgData name="王 欣捷" userId="b965477fa0aef5e6" providerId="LiveId" clId="{CCC25DF9-4458-4252-A1FA-96CED2233F88}" dt="2021-04-22T08:17:20.320" v="412" actId="1076"/>
          <ac:spMkLst>
            <pc:docMk/>
            <pc:sldMk cId="0" sldId="944"/>
            <ac:spMk id="41008" creationId="{DC1D10F8-F9B1-454A-9E6D-03C34BC828D3}"/>
          </ac:spMkLst>
        </pc:spChg>
        <pc:grpChg chg="mod">
          <ac:chgData name="王 欣捷" userId="b965477fa0aef5e6" providerId="LiveId" clId="{CCC25DF9-4458-4252-A1FA-96CED2233F88}" dt="2021-04-22T08:17:20.320" v="412" actId="1076"/>
          <ac:grpSpMkLst>
            <pc:docMk/>
            <pc:sldMk cId="0" sldId="944"/>
            <ac:grpSpMk id="40964" creationId="{F611AE49-2633-40D5-9899-D3CDE397083E}"/>
          </ac:grpSpMkLst>
        </pc:grpChg>
      </pc:sldChg>
      <pc:sldChg chg="modSp mod">
        <pc:chgData name="王 欣捷" userId="b965477fa0aef5e6" providerId="LiveId" clId="{CCC25DF9-4458-4252-A1FA-96CED2233F88}" dt="2021-04-22T08:26:14.907" v="540" actId="1035"/>
        <pc:sldMkLst>
          <pc:docMk/>
          <pc:sldMk cId="672076074" sldId="945"/>
        </pc:sldMkLst>
        <pc:spChg chg="del">
          <ac:chgData name="王 欣捷" userId="b965477fa0aef5e6" providerId="LiveId" clId="{CCC25DF9-4458-4252-A1FA-96CED2233F88}" dt="2021-04-22T07:31:24.217" v="49" actId="700"/>
          <ac:spMkLst>
            <pc:docMk/>
            <pc:sldMk cId="672076074" sldId="945"/>
            <ac:spMk id="2" creationId="{3D8ED6F9-253C-4873-910D-720B8E5FA635}"/>
          </ac:spMkLst>
        </pc:spChg>
        <pc:spChg chg="del">
          <ac:chgData name="王 欣捷" userId="b965477fa0aef5e6" providerId="LiveId" clId="{CCC25DF9-4458-4252-A1FA-96CED2233F88}" dt="2021-04-22T07:31:24.217" v="49" actId="700"/>
          <ac:spMkLst>
            <pc:docMk/>
            <pc:sldMk cId="672076074" sldId="945"/>
            <ac:spMk id="3" creationId="{84626CF4-CE87-41F2-A560-EE567F94E22F}"/>
          </ac:spMkLst>
        </pc:spChg>
        <pc:spChg chg="del mod topLvl">
          <ac:chgData name="王 欣捷" userId="b965477fa0aef5e6" providerId="LiveId" clId="{CCC25DF9-4458-4252-A1FA-96CED2233F88}" dt="2021-04-22T07:31:32.343" v="52" actId="478"/>
          <ac:spMkLst>
            <pc:docMk/>
            <pc:sldMk cId="672076074" sldId="945"/>
            <ac:spMk id="6" creationId="{AE5CF7CF-448E-4320-A4B5-54496A6433DC}"/>
          </ac:spMkLst>
        </pc:spChg>
        <pc:spChg chg="mod">
          <ac:chgData name="王 欣捷" userId="b965477fa0aef5e6" providerId="LiveId" clId="{CCC25DF9-4458-4252-A1FA-96CED2233F88}" dt="2021-04-22T08:26:14.907" v="540" actId="1035"/>
          <ac:spMkLst>
            <pc:docMk/>
            <pc:sldMk cId="672076074" sldId="945"/>
            <ac:spMk id="7" creationId="{27E602F6-5EFB-44CC-ACB5-6A61AAB62B4B}"/>
          </ac:spMkLst>
        </pc:spChg>
        <pc:spChg chg="mod">
          <ac:chgData name="王 欣捷" userId="b965477fa0aef5e6" providerId="LiveId" clId="{CCC25DF9-4458-4252-A1FA-96CED2233F88}" dt="2021-04-22T08:26:14.907" v="540" actId="1035"/>
          <ac:spMkLst>
            <pc:docMk/>
            <pc:sldMk cId="672076074" sldId="945"/>
            <ac:spMk id="8" creationId="{16426760-127D-48AF-AD31-C24FFB784967}"/>
          </ac:spMkLst>
        </pc:spChg>
        <pc:spChg chg="mod">
          <ac:chgData name="王 欣捷" userId="b965477fa0aef5e6" providerId="LiveId" clId="{CCC25DF9-4458-4252-A1FA-96CED2233F88}" dt="2021-04-22T08:26:14.907" v="540" actId="1035"/>
          <ac:spMkLst>
            <pc:docMk/>
            <pc:sldMk cId="672076074" sldId="945"/>
            <ac:spMk id="9" creationId="{AC703E09-C020-4389-8DB6-FB4E3F65B373}"/>
          </ac:spMkLst>
        </pc:spChg>
        <pc:spChg chg="mod">
          <ac:chgData name="王 欣捷" userId="b965477fa0aef5e6" providerId="LiveId" clId="{CCC25DF9-4458-4252-A1FA-96CED2233F88}" dt="2021-04-22T08:26:14.907" v="540" actId="1035"/>
          <ac:spMkLst>
            <pc:docMk/>
            <pc:sldMk cId="672076074" sldId="945"/>
            <ac:spMk id="10" creationId="{3C187073-F501-41C6-B5B3-3E8B141A227A}"/>
          </ac:spMkLst>
        </pc:spChg>
        <pc:spChg chg="mod">
          <ac:chgData name="王 欣捷" userId="b965477fa0aef5e6" providerId="LiveId" clId="{CCC25DF9-4458-4252-A1FA-96CED2233F88}" dt="2021-04-22T08:26:14.907" v="540" actId="1035"/>
          <ac:spMkLst>
            <pc:docMk/>
            <pc:sldMk cId="672076074" sldId="945"/>
            <ac:spMk id="11" creationId="{1645A8B6-3383-4B05-A563-AD33D9606961}"/>
          </ac:spMkLst>
        </pc:spChg>
        <pc:spChg chg="mod">
          <ac:chgData name="王 欣捷" userId="b965477fa0aef5e6" providerId="LiveId" clId="{CCC25DF9-4458-4252-A1FA-96CED2233F88}" dt="2021-04-22T08:26:14.907" v="540" actId="1035"/>
          <ac:spMkLst>
            <pc:docMk/>
            <pc:sldMk cId="672076074" sldId="945"/>
            <ac:spMk id="12" creationId="{350C5774-6D51-4E25-A159-65394D185DBC}"/>
          </ac:spMkLst>
        </pc:spChg>
        <pc:spChg chg="mod">
          <ac:chgData name="王 欣捷" userId="b965477fa0aef5e6" providerId="LiveId" clId="{CCC25DF9-4458-4252-A1FA-96CED2233F88}" dt="2021-04-22T08:26:14.907" v="540" actId="1035"/>
          <ac:spMkLst>
            <pc:docMk/>
            <pc:sldMk cId="672076074" sldId="945"/>
            <ac:spMk id="13" creationId="{A150EBF7-14DB-47EA-8CF4-4D53D64BFA68}"/>
          </ac:spMkLst>
        </pc:spChg>
        <pc:spChg chg="mod">
          <ac:chgData name="王 欣捷" userId="b965477fa0aef5e6" providerId="LiveId" clId="{CCC25DF9-4458-4252-A1FA-96CED2233F88}" dt="2021-04-22T08:26:14.907" v="540" actId="1035"/>
          <ac:spMkLst>
            <pc:docMk/>
            <pc:sldMk cId="672076074" sldId="945"/>
            <ac:spMk id="14" creationId="{82979BB3-DBCC-4FE1-A345-79F7E646CE73}"/>
          </ac:spMkLst>
        </pc:spChg>
        <pc:spChg chg="mod">
          <ac:chgData name="王 欣捷" userId="b965477fa0aef5e6" providerId="LiveId" clId="{CCC25DF9-4458-4252-A1FA-96CED2233F88}" dt="2021-04-22T08:26:14.907" v="540" actId="1035"/>
          <ac:spMkLst>
            <pc:docMk/>
            <pc:sldMk cId="672076074" sldId="945"/>
            <ac:spMk id="15" creationId="{24424E10-4737-4F6D-8355-CD7D5C2F61F4}"/>
          </ac:spMkLst>
        </pc:spChg>
        <pc:spChg chg="mod">
          <ac:chgData name="王 欣捷" userId="b965477fa0aef5e6" providerId="LiveId" clId="{CCC25DF9-4458-4252-A1FA-96CED2233F88}" dt="2021-04-22T08:26:14.907" v="540" actId="1035"/>
          <ac:spMkLst>
            <pc:docMk/>
            <pc:sldMk cId="672076074" sldId="945"/>
            <ac:spMk id="16" creationId="{94AC7065-2BC8-4851-B631-A804C446D848}"/>
          </ac:spMkLst>
        </pc:spChg>
        <pc:spChg chg="mod">
          <ac:chgData name="王 欣捷" userId="b965477fa0aef5e6" providerId="LiveId" clId="{CCC25DF9-4458-4252-A1FA-96CED2233F88}" dt="2021-04-22T08:26:14.907" v="540" actId="1035"/>
          <ac:spMkLst>
            <pc:docMk/>
            <pc:sldMk cId="672076074" sldId="945"/>
            <ac:spMk id="17" creationId="{F0ABD1DB-7CD0-4974-B325-8D98DD763986}"/>
          </ac:spMkLst>
        </pc:spChg>
        <pc:spChg chg="mod">
          <ac:chgData name="王 欣捷" userId="b965477fa0aef5e6" providerId="LiveId" clId="{CCC25DF9-4458-4252-A1FA-96CED2233F88}" dt="2021-04-22T08:26:14.907" v="540" actId="1035"/>
          <ac:spMkLst>
            <pc:docMk/>
            <pc:sldMk cId="672076074" sldId="945"/>
            <ac:spMk id="18" creationId="{A8CEFD55-069F-4185-8DAA-158725AD6C3B}"/>
          </ac:spMkLst>
        </pc:spChg>
        <pc:spChg chg="mod">
          <ac:chgData name="王 欣捷" userId="b965477fa0aef5e6" providerId="LiveId" clId="{CCC25DF9-4458-4252-A1FA-96CED2233F88}" dt="2021-04-22T08:26:14.907" v="540" actId="1035"/>
          <ac:spMkLst>
            <pc:docMk/>
            <pc:sldMk cId="672076074" sldId="945"/>
            <ac:spMk id="19" creationId="{60D0AB61-C8A2-4F95-AFE9-96C321C42EF0}"/>
          </ac:spMkLst>
        </pc:spChg>
        <pc:spChg chg="mod">
          <ac:chgData name="王 欣捷" userId="b965477fa0aef5e6" providerId="LiveId" clId="{CCC25DF9-4458-4252-A1FA-96CED2233F88}" dt="2021-04-22T08:26:14.907" v="540" actId="1035"/>
          <ac:spMkLst>
            <pc:docMk/>
            <pc:sldMk cId="672076074" sldId="945"/>
            <ac:spMk id="20" creationId="{6D8629DF-99D2-4BD4-BCC3-C88C48AD931C}"/>
          </ac:spMkLst>
        </pc:spChg>
        <pc:spChg chg="mod">
          <ac:chgData name="王 欣捷" userId="b965477fa0aef5e6" providerId="LiveId" clId="{CCC25DF9-4458-4252-A1FA-96CED2233F88}" dt="2021-04-22T08:26:14.907" v="540" actId="1035"/>
          <ac:spMkLst>
            <pc:docMk/>
            <pc:sldMk cId="672076074" sldId="945"/>
            <ac:spMk id="21" creationId="{6A9FFB80-187E-4441-95F2-2D1811E5051E}"/>
          </ac:spMkLst>
        </pc:spChg>
        <pc:spChg chg="mod">
          <ac:chgData name="王 欣捷" userId="b965477fa0aef5e6" providerId="LiveId" clId="{CCC25DF9-4458-4252-A1FA-96CED2233F88}" dt="2021-04-22T08:26:14.907" v="540" actId="1035"/>
          <ac:spMkLst>
            <pc:docMk/>
            <pc:sldMk cId="672076074" sldId="945"/>
            <ac:spMk id="22" creationId="{1E40A068-8767-416E-B526-857F996253CA}"/>
          </ac:spMkLst>
        </pc:spChg>
        <pc:spChg chg="mod">
          <ac:chgData name="王 欣捷" userId="b965477fa0aef5e6" providerId="LiveId" clId="{CCC25DF9-4458-4252-A1FA-96CED2233F88}" dt="2021-04-22T08:26:14.907" v="540" actId="1035"/>
          <ac:spMkLst>
            <pc:docMk/>
            <pc:sldMk cId="672076074" sldId="945"/>
            <ac:spMk id="23" creationId="{80BC5F22-D07D-49AD-B098-881672E57C9C}"/>
          </ac:spMkLst>
        </pc:spChg>
        <pc:spChg chg="mod">
          <ac:chgData name="王 欣捷" userId="b965477fa0aef5e6" providerId="LiveId" clId="{CCC25DF9-4458-4252-A1FA-96CED2233F88}" dt="2021-04-22T08:26:14.907" v="540" actId="1035"/>
          <ac:spMkLst>
            <pc:docMk/>
            <pc:sldMk cId="672076074" sldId="945"/>
            <ac:spMk id="24" creationId="{149000EE-F641-4EDD-818A-6F2C21A0B8DB}"/>
          </ac:spMkLst>
        </pc:spChg>
        <pc:spChg chg="mod">
          <ac:chgData name="王 欣捷" userId="b965477fa0aef5e6" providerId="LiveId" clId="{CCC25DF9-4458-4252-A1FA-96CED2233F88}" dt="2021-04-22T08:26:14.907" v="540" actId="1035"/>
          <ac:spMkLst>
            <pc:docMk/>
            <pc:sldMk cId="672076074" sldId="945"/>
            <ac:spMk id="25" creationId="{F9B3725F-F950-4EEC-96C3-BD7B64415D8D}"/>
          </ac:spMkLst>
        </pc:spChg>
        <pc:spChg chg="mod">
          <ac:chgData name="王 欣捷" userId="b965477fa0aef5e6" providerId="LiveId" clId="{CCC25DF9-4458-4252-A1FA-96CED2233F88}" dt="2021-04-22T08:26:14.907" v="540" actId="1035"/>
          <ac:spMkLst>
            <pc:docMk/>
            <pc:sldMk cId="672076074" sldId="945"/>
            <ac:spMk id="26" creationId="{7F258069-DEDD-488F-AB41-CF641BF3E0DF}"/>
          </ac:spMkLst>
        </pc:spChg>
        <pc:spChg chg="mod">
          <ac:chgData name="王 欣捷" userId="b965477fa0aef5e6" providerId="LiveId" clId="{CCC25DF9-4458-4252-A1FA-96CED2233F88}" dt="2021-04-22T08:26:14.907" v="540" actId="1035"/>
          <ac:spMkLst>
            <pc:docMk/>
            <pc:sldMk cId="672076074" sldId="945"/>
            <ac:spMk id="27" creationId="{16209659-E543-433A-9CE7-7F8C579AECC9}"/>
          </ac:spMkLst>
        </pc:spChg>
        <pc:spChg chg="mod">
          <ac:chgData name="王 欣捷" userId="b965477fa0aef5e6" providerId="LiveId" clId="{CCC25DF9-4458-4252-A1FA-96CED2233F88}" dt="2021-04-22T08:26:14.907" v="540" actId="1035"/>
          <ac:spMkLst>
            <pc:docMk/>
            <pc:sldMk cId="672076074" sldId="945"/>
            <ac:spMk id="28" creationId="{9AD8F008-A381-47DB-88EA-520AB89ECA7F}"/>
          </ac:spMkLst>
        </pc:spChg>
        <pc:spChg chg="mod">
          <ac:chgData name="王 欣捷" userId="b965477fa0aef5e6" providerId="LiveId" clId="{CCC25DF9-4458-4252-A1FA-96CED2233F88}" dt="2021-04-22T08:26:14.907" v="540" actId="1035"/>
          <ac:spMkLst>
            <pc:docMk/>
            <pc:sldMk cId="672076074" sldId="945"/>
            <ac:spMk id="29" creationId="{A59A2629-0C9D-4E4D-AFBF-F05A3B8B5EC6}"/>
          </ac:spMkLst>
        </pc:spChg>
        <pc:spChg chg="mod">
          <ac:chgData name="王 欣捷" userId="b965477fa0aef5e6" providerId="LiveId" clId="{CCC25DF9-4458-4252-A1FA-96CED2233F88}" dt="2021-04-22T08:26:14.907" v="540" actId="1035"/>
          <ac:spMkLst>
            <pc:docMk/>
            <pc:sldMk cId="672076074" sldId="945"/>
            <ac:spMk id="30" creationId="{EF177123-9EA1-446B-9F36-6111FD8C9B78}"/>
          </ac:spMkLst>
        </pc:spChg>
        <pc:spChg chg="mod">
          <ac:chgData name="王 欣捷" userId="b965477fa0aef5e6" providerId="LiveId" clId="{CCC25DF9-4458-4252-A1FA-96CED2233F88}" dt="2021-04-22T08:26:14.907" v="540" actId="1035"/>
          <ac:spMkLst>
            <pc:docMk/>
            <pc:sldMk cId="672076074" sldId="945"/>
            <ac:spMk id="31" creationId="{350A1E3E-023F-45A9-8228-09120049106E}"/>
          </ac:spMkLst>
        </pc:spChg>
        <pc:spChg chg="mod">
          <ac:chgData name="王 欣捷" userId="b965477fa0aef5e6" providerId="LiveId" clId="{CCC25DF9-4458-4252-A1FA-96CED2233F88}" dt="2021-04-22T08:26:14.907" v="540" actId="1035"/>
          <ac:spMkLst>
            <pc:docMk/>
            <pc:sldMk cId="672076074" sldId="945"/>
            <ac:spMk id="32" creationId="{1D33B595-8D26-431D-8D14-3087C49E4166}"/>
          </ac:spMkLst>
        </pc:spChg>
        <pc:spChg chg="mod">
          <ac:chgData name="王 欣捷" userId="b965477fa0aef5e6" providerId="LiveId" clId="{CCC25DF9-4458-4252-A1FA-96CED2233F88}" dt="2021-04-22T08:26:14.907" v="540" actId="1035"/>
          <ac:spMkLst>
            <pc:docMk/>
            <pc:sldMk cId="672076074" sldId="945"/>
            <ac:spMk id="33" creationId="{0FF707F5-BA40-4586-9A67-944B67E3D1F6}"/>
          </ac:spMkLst>
        </pc:spChg>
        <pc:spChg chg="mod">
          <ac:chgData name="王 欣捷" userId="b965477fa0aef5e6" providerId="LiveId" clId="{CCC25DF9-4458-4252-A1FA-96CED2233F88}" dt="2021-04-22T08:26:14.907" v="540" actId="1035"/>
          <ac:spMkLst>
            <pc:docMk/>
            <pc:sldMk cId="672076074" sldId="945"/>
            <ac:spMk id="34" creationId="{00F7C250-E15C-4BE1-AC03-6924BC8DCDBA}"/>
          </ac:spMkLst>
        </pc:spChg>
        <pc:spChg chg="mod">
          <ac:chgData name="王 欣捷" userId="b965477fa0aef5e6" providerId="LiveId" clId="{CCC25DF9-4458-4252-A1FA-96CED2233F88}" dt="2021-04-22T08:26:14.907" v="540" actId="1035"/>
          <ac:spMkLst>
            <pc:docMk/>
            <pc:sldMk cId="672076074" sldId="945"/>
            <ac:spMk id="35" creationId="{FB83AB44-7F66-4750-8A9E-E0CB5E7DDE26}"/>
          </ac:spMkLst>
        </pc:spChg>
        <pc:spChg chg="mod">
          <ac:chgData name="王 欣捷" userId="b965477fa0aef5e6" providerId="LiveId" clId="{CCC25DF9-4458-4252-A1FA-96CED2233F88}" dt="2021-04-22T08:26:14.907" v="540" actId="1035"/>
          <ac:spMkLst>
            <pc:docMk/>
            <pc:sldMk cId="672076074" sldId="945"/>
            <ac:spMk id="36" creationId="{29A4DB6B-7043-4CA9-9FB7-6B7B0ACF4CDF}"/>
          </ac:spMkLst>
        </pc:spChg>
        <pc:spChg chg="mod">
          <ac:chgData name="王 欣捷" userId="b965477fa0aef5e6" providerId="LiveId" clId="{CCC25DF9-4458-4252-A1FA-96CED2233F88}" dt="2021-04-22T08:26:14.907" v="540" actId="1035"/>
          <ac:spMkLst>
            <pc:docMk/>
            <pc:sldMk cId="672076074" sldId="945"/>
            <ac:spMk id="37" creationId="{587ED288-8293-4CA7-9711-003EBE15C39B}"/>
          </ac:spMkLst>
        </pc:spChg>
        <pc:spChg chg="mod">
          <ac:chgData name="王 欣捷" userId="b965477fa0aef5e6" providerId="LiveId" clId="{CCC25DF9-4458-4252-A1FA-96CED2233F88}" dt="2021-04-22T08:26:14.907" v="540" actId="1035"/>
          <ac:spMkLst>
            <pc:docMk/>
            <pc:sldMk cId="672076074" sldId="945"/>
            <ac:spMk id="38" creationId="{3DADE806-34F3-4F11-B501-5D1BEBE16ABC}"/>
          </ac:spMkLst>
        </pc:spChg>
        <pc:spChg chg="mod">
          <ac:chgData name="王 欣捷" userId="b965477fa0aef5e6" providerId="LiveId" clId="{CCC25DF9-4458-4252-A1FA-96CED2233F88}" dt="2021-04-22T08:26:14.907" v="540" actId="1035"/>
          <ac:spMkLst>
            <pc:docMk/>
            <pc:sldMk cId="672076074" sldId="945"/>
            <ac:spMk id="39" creationId="{EF02EAA8-CCC1-4E5C-9B96-79CA04DA45A0}"/>
          </ac:spMkLst>
        </pc:spChg>
        <pc:spChg chg="mod">
          <ac:chgData name="王 欣捷" userId="b965477fa0aef5e6" providerId="LiveId" clId="{CCC25DF9-4458-4252-A1FA-96CED2233F88}" dt="2021-04-22T08:26:14.907" v="540" actId="1035"/>
          <ac:spMkLst>
            <pc:docMk/>
            <pc:sldMk cId="672076074" sldId="945"/>
            <ac:spMk id="40" creationId="{08E3B16C-1587-4CDD-8D60-0251660E996E}"/>
          </ac:spMkLst>
        </pc:spChg>
        <pc:spChg chg="mod">
          <ac:chgData name="王 欣捷" userId="b965477fa0aef5e6" providerId="LiveId" clId="{CCC25DF9-4458-4252-A1FA-96CED2233F88}" dt="2021-04-22T08:26:14.907" v="540" actId="1035"/>
          <ac:spMkLst>
            <pc:docMk/>
            <pc:sldMk cId="672076074" sldId="945"/>
            <ac:spMk id="41" creationId="{C09E2384-9491-47E1-8332-C48CE4AFC82A}"/>
          </ac:spMkLst>
        </pc:spChg>
        <pc:spChg chg="mod">
          <ac:chgData name="王 欣捷" userId="b965477fa0aef5e6" providerId="LiveId" clId="{CCC25DF9-4458-4252-A1FA-96CED2233F88}" dt="2021-04-22T08:26:14.907" v="540" actId="1035"/>
          <ac:spMkLst>
            <pc:docMk/>
            <pc:sldMk cId="672076074" sldId="945"/>
            <ac:spMk id="42" creationId="{102F5560-3C29-4107-B2AB-CC6BA6324471}"/>
          </ac:spMkLst>
        </pc:spChg>
        <pc:spChg chg="mod">
          <ac:chgData name="王 欣捷" userId="b965477fa0aef5e6" providerId="LiveId" clId="{CCC25DF9-4458-4252-A1FA-96CED2233F88}" dt="2021-04-22T08:26:14.907" v="540" actId="1035"/>
          <ac:spMkLst>
            <pc:docMk/>
            <pc:sldMk cId="672076074" sldId="945"/>
            <ac:spMk id="43" creationId="{CAD5A62E-2AFF-44D2-89EB-CBDD89EDB19A}"/>
          </ac:spMkLst>
        </pc:spChg>
        <pc:spChg chg="mod">
          <ac:chgData name="王 欣捷" userId="b965477fa0aef5e6" providerId="LiveId" clId="{CCC25DF9-4458-4252-A1FA-96CED2233F88}" dt="2021-04-22T08:26:14.907" v="540" actId="1035"/>
          <ac:spMkLst>
            <pc:docMk/>
            <pc:sldMk cId="672076074" sldId="945"/>
            <ac:spMk id="44" creationId="{3C1657DE-3212-4B3C-8723-7E375144EB81}"/>
          </ac:spMkLst>
        </pc:spChg>
        <pc:spChg chg="mod">
          <ac:chgData name="王 欣捷" userId="b965477fa0aef5e6" providerId="LiveId" clId="{CCC25DF9-4458-4252-A1FA-96CED2233F88}" dt="2021-04-22T08:26:14.907" v="540" actId="1035"/>
          <ac:spMkLst>
            <pc:docMk/>
            <pc:sldMk cId="672076074" sldId="945"/>
            <ac:spMk id="45" creationId="{458AD7FB-E38C-4B8B-BE66-D4D5B986159A}"/>
          </ac:spMkLst>
        </pc:spChg>
        <pc:spChg chg="mod">
          <ac:chgData name="王 欣捷" userId="b965477fa0aef5e6" providerId="LiveId" clId="{CCC25DF9-4458-4252-A1FA-96CED2233F88}" dt="2021-04-22T08:26:14.907" v="540" actId="1035"/>
          <ac:spMkLst>
            <pc:docMk/>
            <pc:sldMk cId="672076074" sldId="945"/>
            <ac:spMk id="46" creationId="{AC89EE1D-DBB2-41D3-B4DF-10965F6EC33D}"/>
          </ac:spMkLst>
        </pc:spChg>
        <pc:spChg chg="mod">
          <ac:chgData name="王 欣捷" userId="b965477fa0aef5e6" providerId="LiveId" clId="{CCC25DF9-4458-4252-A1FA-96CED2233F88}" dt="2021-04-22T08:26:14.907" v="540" actId="1035"/>
          <ac:spMkLst>
            <pc:docMk/>
            <pc:sldMk cId="672076074" sldId="945"/>
            <ac:spMk id="47" creationId="{26EF8405-EF94-45B5-93DE-97313727051D}"/>
          </ac:spMkLst>
        </pc:spChg>
        <pc:spChg chg="mod">
          <ac:chgData name="王 欣捷" userId="b965477fa0aef5e6" providerId="LiveId" clId="{CCC25DF9-4458-4252-A1FA-96CED2233F88}" dt="2021-04-22T08:26:14.907" v="540" actId="1035"/>
          <ac:spMkLst>
            <pc:docMk/>
            <pc:sldMk cId="672076074" sldId="945"/>
            <ac:spMk id="48" creationId="{3310DB82-B72A-4B8B-BBE5-476F60719013}"/>
          </ac:spMkLst>
        </pc:spChg>
        <pc:spChg chg="mod">
          <ac:chgData name="王 欣捷" userId="b965477fa0aef5e6" providerId="LiveId" clId="{CCC25DF9-4458-4252-A1FA-96CED2233F88}" dt="2021-04-22T08:26:14.907" v="540" actId="1035"/>
          <ac:spMkLst>
            <pc:docMk/>
            <pc:sldMk cId="672076074" sldId="945"/>
            <ac:spMk id="49" creationId="{3B01E6D6-477F-4B71-AE1A-07E96F4CDCE9}"/>
          </ac:spMkLst>
        </pc:spChg>
        <pc:spChg chg="mod">
          <ac:chgData name="王 欣捷" userId="b965477fa0aef5e6" providerId="LiveId" clId="{CCC25DF9-4458-4252-A1FA-96CED2233F88}" dt="2021-04-22T08:26:14.907" v="540" actId="1035"/>
          <ac:spMkLst>
            <pc:docMk/>
            <pc:sldMk cId="672076074" sldId="945"/>
            <ac:spMk id="50" creationId="{0EC2FB32-BFD9-4BF0-8564-EF4DB0F9C89F}"/>
          </ac:spMkLst>
        </pc:spChg>
        <pc:spChg chg="mod">
          <ac:chgData name="王 欣捷" userId="b965477fa0aef5e6" providerId="LiveId" clId="{CCC25DF9-4458-4252-A1FA-96CED2233F88}" dt="2021-04-22T08:26:14.907" v="540" actId="1035"/>
          <ac:spMkLst>
            <pc:docMk/>
            <pc:sldMk cId="672076074" sldId="945"/>
            <ac:spMk id="51" creationId="{C7D5C838-339C-48D5-9AE4-F29450C32187}"/>
          </ac:spMkLst>
        </pc:spChg>
        <pc:spChg chg="mod">
          <ac:chgData name="王 欣捷" userId="b965477fa0aef5e6" providerId="LiveId" clId="{CCC25DF9-4458-4252-A1FA-96CED2233F88}" dt="2021-04-22T08:26:14.907" v="540" actId="1035"/>
          <ac:spMkLst>
            <pc:docMk/>
            <pc:sldMk cId="672076074" sldId="945"/>
            <ac:spMk id="52" creationId="{3C41A23E-23B9-4302-9EE2-49A82C20562E}"/>
          </ac:spMkLst>
        </pc:spChg>
        <pc:spChg chg="mod">
          <ac:chgData name="王 欣捷" userId="b965477fa0aef5e6" providerId="LiveId" clId="{CCC25DF9-4458-4252-A1FA-96CED2233F88}" dt="2021-04-22T08:26:14.907" v="540" actId="1035"/>
          <ac:spMkLst>
            <pc:docMk/>
            <pc:sldMk cId="672076074" sldId="945"/>
            <ac:spMk id="53" creationId="{2B846DC9-53A9-4544-999D-A3806B956B2F}"/>
          </ac:spMkLst>
        </pc:spChg>
        <pc:spChg chg="mod">
          <ac:chgData name="王 欣捷" userId="b965477fa0aef5e6" providerId="LiveId" clId="{CCC25DF9-4458-4252-A1FA-96CED2233F88}" dt="2021-04-22T08:26:14.907" v="540" actId="1035"/>
          <ac:spMkLst>
            <pc:docMk/>
            <pc:sldMk cId="672076074" sldId="945"/>
            <ac:spMk id="54" creationId="{7B502FAF-204D-4C8A-8DB8-06D5C59EB183}"/>
          </ac:spMkLst>
        </pc:spChg>
        <pc:spChg chg="mod">
          <ac:chgData name="王 欣捷" userId="b965477fa0aef5e6" providerId="LiveId" clId="{CCC25DF9-4458-4252-A1FA-96CED2233F88}" dt="2021-04-22T08:26:14.907" v="540" actId="1035"/>
          <ac:spMkLst>
            <pc:docMk/>
            <pc:sldMk cId="672076074" sldId="945"/>
            <ac:spMk id="55" creationId="{0F0AB461-FF0F-4720-B692-9DF282963A3A}"/>
          </ac:spMkLst>
        </pc:spChg>
        <pc:spChg chg="mod">
          <ac:chgData name="王 欣捷" userId="b965477fa0aef5e6" providerId="LiveId" clId="{CCC25DF9-4458-4252-A1FA-96CED2233F88}" dt="2021-04-22T08:26:14.907" v="540" actId="1035"/>
          <ac:spMkLst>
            <pc:docMk/>
            <pc:sldMk cId="672076074" sldId="945"/>
            <ac:spMk id="56" creationId="{6422731D-6B49-4698-B574-BD535F303794}"/>
          </ac:spMkLst>
        </pc:spChg>
        <pc:spChg chg="mod">
          <ac:chgData name="王 欣捷" userId="b965477fa0aef5e6" providerId="LiveId" clId="{CCC25DF9-4458-4252-A1FA-96CED2233F88}" dt="2021-04-22T08:26:14.907" v="540" actId="1035"/>
          <ac:spMkLst>
            <pc:docMk/>
            <pc:sldMk cId="672076074" sldId="945"/>
            <ac:spMk id="57" creationId="{102032B8-70CF-4B64-B465-CAA42DBB35F5}"/>
          </ac:spMkLst>
        </pc:spChg>
        <pc:spChg chg="mod">
          <ac:chgData name="王 欣捷" userId="b965477fa0aef5e6" providerId="LiveId" clId="{CCC25DF9-4458-4252-A1FA-96CED2233F88}" dt="2021-04-22T08:26:14.907" v="540" actId="1035"/>
          <ac:spMkLst>
            <pc:docMk/>
            <pc:sldMk cId="672076074" sldId="945"/>
            <ac:spMk id="58" creationId="{490364CC-5541-4B96-AA9C-2DB2C3192721}"/>
          </ac:spMkLst>
        </pc:spChg>
        <pc:spChg chg="mod">
          <ac:chgData name="王 欣捷" userId="b965477fa0aef5e6" providerId="LiveId" clId="{CCC25DF9-4458-4252-A1FA-96CED2233F88}" dt="2021-04-22T08:26:14.907" v="540" actId="1035"/>
          <ac:spMkLst>
            <pc:docMk/>
            <pc:sldMk cId="672076074" sldId="945"/>
            <ac:spMk id="59" creationId="{1AAFF6C9-67E6-4F5A-9141-2475D02F07A8}"/>
          </ac:spMkLst>
        </pc:spChg>
        <pc:spChg chg="mod">
          <ac:chgData name="王 欣捷" userId="b965477fa0aef5e6" providerId="LiveId" clId="{CCC25DF9-4458-4252-A1FA-96CED2233F88}" dt="2021-04-22T08:26:14.907" v="540" actId="1035"/>
          <ac:spMkLst>
            <pc:docMk/>
            <pc:sldMk cId="672076074" sldId="945"/>
            <ac:spMk id="60" creationId="{F4992DC7-2901-4AD6-BE76-B350F1D3B996}"/>
          </ac:spMkLst>
        </pc:spChg>
        <pc:spChg chg="mod">
          <ac:chgData name="王 欣捷" userId="b965477fa0aef5e6" providerId="LiveId" clId="{CCC25DF9-4458-4252-A1FA-96CED2233F88}" dt="2021-04-22T08:26:14.907" v="540" actId="1035"/>
          <ac:spMkLst>
            <pc:docMk/>
            <pc:sldMk cId="672076074" sldId="945"/>
            <ac:spMk id="61" creationId="{32258C08-A127-4822-B488-FC9B03076C21}"/>
          </ac:spMkLst>
        </pc:spChg>
        <pc:spChg chg="mod">
          <ac:chgData name="王 欣捷" userId="b965477fa0aef5e6" providerId="LiveId" clId="{CCC25DF9-4458-4252-A1FA-96CED2233F88}" dt="2021-04-22T08:26:14.907" v="540" actId="1035"/>
          <ac:spMkLst>
            <pc:docMk/>
            <pc:sldMk cId="672076074" sldId="945"/>
            <ac:spMk id="62" creationId="{F65B9A5B-A533-4FA2-A5B4-1B51B80D0C8B}"/>
          </ac:spMkLst>
        </pc:spChg>
        <pc:spChg chg="mod">
          <ac:chgData name="王 欣捷" userId="b965477fa0aef5e6" providerId="LiveId" clId="{CCC25DF9-4458-4252-A1FA-96CED2233F88}" dt="2021-04-22T08:26:14.907" v="540" actId="1035"/>
          <ac:spMkLst>
            <pc:docMk/>
            <pc:sldMk cId="672076074" sldId="945"/>
            <ac:spMk id="63" creationId="{3C86CA30-0D72-4515-83AF-79A889756BFE}"/>
          </ac:spMkLst>
        </pc:spChg>
        <pc:spChg chg="mod">
          <ac:chgData name="王 欣捷" userId="b965477fa0aef5e6" providerId="LiveId" clId="{CCC25DF9-4458-4252-A1FA-96CED2233F88}" dt="2021-04-22T08:26:14.907" v="540" actId="1035"/>
          <ac:spMkLst>
            <pc:docMk/>
            <pc:sldMk cId="672076074" sldId="945"/>
            <ac:spMk id="64" creationId="{6FEDB921-45DA-47EA-8AD4-547CE1C9A673}"/>
          </ac:spMkLst>
        </pc:spChg>
        <pc:spChg chg="mod">
          <ac:chgData name="王 欣捷" userId="b965477fa0aef5e6" providerId="LiveId" clId="{CCC25DF9-4458-4252-A1FA-96CED2233F88}" dt="2021-04-22T08:26:14.907" v="540" actId="1035"/>
          <ac:spMkLst>
            <pc:docMk/>
            <pc:sldMk cId="672076074" sldId="945"/>
            <ac:spMk id="65" creationId="{80B2479C-50AA-44D7-88A8-8E5BB60905FD}"/>
          </ac:spMkLst>
        </pc:spChg>
        <pc:spChg chg="add del mod ord">
          <ac:chgData name="王 欣捷" userId="b965477fa0aef5e6" providerId="LiveId" clId="{CCC25DF9-4458-4252-A1FA-96CED2233F88}" dt="2021-04-22T07:32:19.794" v="65" actId="700"/>
          <ac:spMkLst>
            <pc:docMk/>
            <pc:sldMk cId="672076074" sldId="945"/>
            <ac:spMk id="75" creationId="{5FE7955D-86A8-4F54-9810-B86BB8FDEC97}"/>
          </ac:spMkLst>
        </pc:spChg>
        <pc:spChg chg="add del mod ord">
          <ac:chgData name="王 欣捷" userId="b965477fa0aef5e6" providerId="LiveId" clId="{CCC25DF9-4458-4252-A1FA-96CED2233F88}" dt="2021-04-22T07:32:19.794" v="65" actId="700"/>
          <ac:spMkLst>
            <pc:docMk/>
            <pc:sldMk cId="672076074" sldId="945"/>
            <ac:spMk id="76" creationId="{C03044FE-297C-4F90-AD67-602ACBA903E3}"/>
          </ac:spMkLst>
        </pc:spChg>
        <pc:spChg chg="add mod ord">
          <ac:chgData name="王 欣捷" userId="b965477fa0aef5e6" providerId="LiveId" clId="{CCC25DF9-4458-4252-A1FA-96CED2233F88}" dt="2021-04-22T07:32:45.015" v="77" actId="1076"/>
          <ac:spMkLst>
            <pc:docMk/>
            <pc:sldMk cId="672076074" sldId="945"/>
            <ac:spMk id="77" creationId="{BE0F15CC-E720-487C-8293-E08359796339}"/>
          </ac:spMkLst>
        </pc:spChg>
        <pc:spChg chg="mod">
          <ac:chgData name="王 欣捷" userId="b965477fa0aef5e6" providerId="LiveId" clId="{CCC25DF9-4458-4252-A1FA-96CED2233F88}" dt="2021-04-22T08:12:24.195" v="340" actId="113"/>
          <ac:spMkLst>
            <pc:docMk/>
            <pc:sldMk cId="672076074" sldId="945"/>
            <ac:spMk id="78" creationId="{3190E55A-1BA7-4E06-8BA7-06A2ED73DEB3}"/>
          </ac:spMkLst>
        </pc:spChg>
        <pc:spChg chg="mod">
          <ac:chgData name="王 欣捷" userId="b965477fa0aef5e6" providerId="LiveId" clId="{CCC25DF9-4458-4252-A1FA-96CED2233F88}" dt="2021-04-22T07:32:31.459" v="73" actId="571"/>
          <ac:spMkLst>
            <pc:docMk/>
            <pc:sldMk cId="672076074" sldId="945"/>
            <ac:spMk id="80" creationId="{A889A40E-A734-4077-BCC5-E0940E9D753A}"/>
          </ac:spMkLst>
        </pc:spChg>
        <pc:spChg chg="mod">
          <ac:chgData name="王 欣捷" userId="b965477fa0aef5e6" providerId="LiveId" clId="{CCC25DF9-4458-4252-A1FA-96CED2233F88}" dt="2021-04-22T07:32:31.459" v="73" actId="571"/>
          <ac:spMkLst>
            <pc:docMk/>
            <pc:sldMk cId="672076074" sldId="945"/>
            <ac:spMk id="81" creationId="{5883B8B7-2D16-4938-85E9-E663E56B83D9}"/>
          </ac:spMkLst>
        </pc:spChg>
        <pc:spChg chg="mod">
          <ac:chgData name="王 欣捷" userId="b965477fa0aef5e6" providerId="LiveId" clId="{CCC25DF9-4458-4252-A1FA-96CED2233F88}" dt="2021-04-22T07:32:31.459" v="73" actId="571"/>
          <ac:spMkLst>
            <pc:docMk/>
            <pc:sldMk cId="672076074" sldId="945"/>
            <ac:spMk id="82" creationId="{706A2B36-C2DB-49D1-81F4-910A7A694677}"/>
          </ac:spMkLst>
        </pc:spChg>
        <pc:spChg chg="mod">
          <ac:chgData name="王 欣捷" userId="b965477fa0aef5e6" providerId="LiveId" clId="{CCC25DF9-4458-4252-A1FA-96CED2233F88}" dt="2021-04-22T07:32:31.459" v="73" actId="571"/>
          <ac:spMkLst>
            <pc:docMk/>
            <pc:sldMk cId="672076074" sldId="945"/>
            <ac:spMk id="83" creationId="{F9B3F40D-546D-4593-8260-683107BAFE38}"/>
          </ac:spMkLst>
        </pc:spChg>
        <pc:spChg chg="mod">
          <ac:chgData name="王 欣捷" userId="b965477fa0aef5e6" providerId="LiveId" clId="{CCC25DF9-4458-4252-A1FA-96CED2233F88}" dt="2021-04-22T07:32:31.459" v="73" actId="571"/>
          <ac:spMkLst>
            <pc:docMk/>
            <pc:sldMk cId="672076074" sldId="945"/>
            <ac:spMk id="84" creationId="{567DDB3E-FF62-4502-AEEA-1A7EFA172980}"/>
          </ac:spMkLst>
        </pc:spChg>
        <pc:spChg chg="mod">
          <ac:chgData name="王 欣捷" userId="b965477fa0aef5e6" providerId="LiveId" clId="{CCC25DF9-4458-4252-A1FA-96CED2233F88}" dt="2021-04-22T07:32:31.459" v="73" actId="571"/>
          <ac:spMkLst>
            <pc:docMk/>
            <pc:sldMk cId="672076074" sldId="945"/>
            <ac:spMk id="85" creationId="{E5E911B7-5EC2-4F8E-8E02-5FD4A2A09547}"/>
          </ac:spMkLst>
        </pc:spChg>
        <pc:spChg chg="mod">
          <ac:chgData name="王 欣捷" userId="b965477fa0aef5e6" providerId="LiveId" clId="{CCC25DF9-4458-4252-A1FA-96CED2233F88}" dt="2021-04-22T07:32:31.459" v="73" actId="571"/>
          <ac:spMkLst>
            <pc:docMk/>
            <pc:sldMk cId="672076074" sldId="945"/>
            <ac:spMk id="86" creationId="{9FB25618-7304-4F24-9525-57CF15B5AA9F}"/>
          </ac:spMkLst>
        </pc:spChg>
        <pc:spChg chg="mod">
          <ac:chgData name="王 欣捷" userId="b965477fa0aef5e6" providerId="LiveId" clId="{CCC25DF9-4458-4252-A1FA-96CED2233F88}" dt="2021-04-22T07:32:31.459" v="73" actId="571"/>
          <ac:spMkLst>
            <pc:docMk/>
            <pc:sldMk cId="672076074" sldId="945"/>
            <ac:spMk id="87" creationId="{3CFD7EB8-D659-48F3-855A-AFEDFA682115}"/>
          </ac:spMkLst>
        </pc:spChg>
        <pc:spChg chg="mod">
          <ac:chgData name="王 欣捷" userId="b965477fa0aef5e6" providerId="LiveId" clId="{CCC25DF9-4458-4252-A1FA-96CED2233F88}" dt="2021-04-22T07:32:31.459" v="73" actId="571"/>
          <ac:spMkLst>
            <pc:docMk/>
            <pc:sldMk cId="672076074" sldId="945"/>
            <ac:spMk id="88" creationId="{11118593-2BBD-4C7D-BAC9-AC9CD16B3B4B}"/>
          </ac:spMkLst>
        </pc:spChg>
        <pc:spChg chg="mod">
          <ac:chgData name="王 欣捷" userId="b965477fa0aef5e6" providerId="LiveId" clId="{CCC25DF9-4458-4252-A1FA-96CED2233F88}" dt="2021-04-22T07:32:31.459" v="73" actId="571"/>
          <ac:spMkLst>
            <pc:docMk/>
            <pc:sldMk cId="672076074" sldId="945"/>
            <ac:spMk id="89" creationId="{03CDBDFB-763A-46B0-80F2-7CBC53297841}"/>
          </ac:spMkLst>
        </pc:spChg>
        <pc:spChg chg="mod">
          <ac:chgData name="王 欣捷" userId="b965477fa0aef5e6" providerId="LiveId" clId="{CCC25DF9-4458-4252-A1FA-96CED2233F88}" dt="2021-04-22T07:32:31.459" v="73" actId="571"/>
          <ac:spMkLst>
            <pc:docMk/>
            <pc:sldMk cId="672076074" sldId="945"/>
            <ac:spMk id="90" creationId="{E4C5103D-E9B2-4D2C-A1AD-D6AA2A601F75}"/>
          </ac:spMkLst>
        </pc:spChg>
        <pc:spChg chg="mod">
          <ac:chgData name="王 欣捷" userId="b965477fa0aef5e6" providerId="LiveId" clId="{CCC25DF9-4458-4252-A1FA-96CED2233F88}" dt="2021-04-22T07:32:31.459" v="73" actId="571"/>
          <ac:spMkLst>
            <pc:docMk/>
            <pc:sldMk cId="672076074" sldId="945"/>
            <ac:spMk id="91" creationId="{C86426D1-9132-4D7C-873B-0AE66BCD333C}"/>
          </ac:spMkLst>
        </pc:spChg>
        <pc:spChg chg="mod">
          <ac:chgData name="王 欣捷" userId="b965477fa0aef5e6" providerId="LiveId" clId="{CCC25DF9-4458-4252-A1FA-96CED2233F88}" dt="2021-04-22T07:32:31.459" v="73" actId="571"/>
          <ac:spMkLst>
            <pc:docMk/>
            <pc:sldMk cId="672076074" sldId="945"/>
            <ac:spMk id="92" creationId="{BFE7E6C9-74FB-4174-A7C3-7752A6D5650F}"/>
          </ac:spMkLst>
        </pc:spChg>
        <pc:spChg chg="mod">
          <ac:chgData name="王 欣捷" userId="b965477fa0aef5e6" providerId="LiveId" clId="{CCC25DF9-4458-4252-A1FA-96CED2233F88}" dt="2021-04-22T07:32:31.459" v="73" actId="571"/>
          <ac:spMkLst>
            <pc:docMk/>
            <pc:sldMk cId="672076074" sldId="945"/>
            <ac:spMk id="93" creationId="{556CBB46-D1E3-4297-BB0A-980A9F61A686}"/>
          </ac:spMkLst>
        </pc:spChg>
        <pc:spChg chg="mod">
          <ac:chgData name="王 欣捷" userId="b965477fa0aef5e6" providerId="LiveId" clId="{CCC25DF9-4458-4252-A1FA-96CED2233F88}" dt="2021-04-22T07:32:31.459" v="73" actId="571"/>
          <ac:spMkLst>
            <pc:docMk/>
            <pc:sldMk cId="672076074" sldId="945"/>
            <ac:spMk id="94" creationId="{DF078DDA-56F1-47C2-B015-022071D7C303}"/>
          </ac:spMkLst>
        </pc:spChg>
        <pc:spChg chg="mod">
          <ac:chgData name="王 欣捷" userId="b965477fa0aef5e6" providerId="LiveId" clId="{CCC25DF9-4458-4252-A1FA-96CED2233F88}" dt="2021-04-22T07:32:31.459" v="73" actId="571"/>
          <ac:spMkLst>
            <pc:docMk/>
            <pc:sldMk cId="672076074" sldId="945"/>
            <ac:spMk id="95" creationId="{A7AD8147-05CA-43EF-A328-3F3CE8123012}"/>
          </ac:spMkLst>
        </pc:spChg>
        <pc:spChg chg="mod">
          <ac:chgData name="王 欣捷" userId="b965477fa0aef5e6" providerId="LiveId" clId="{CCC25DF9-4458-4252-A1FA-96CED2233F88}" dt="2021-04-22T07:32:31.459" v="73" actId="571"/>
          <ac:spMkLst>
            <pc:docMk/>
            <pc:sldMk cId="672076074" sldId="945"/>
            <ac:spMk id="96" creationId="{19F4A4C8-FE05-4B4C-A693-E38FD6A0E533}"/>
          </ac:spMkLst>
        </pc:spChg>
        <pc:spChg chg="mod">
          <ac:chgData name="王 欣捷" userId="b965477fa0aef5e6" providerId="LiveId" clId="{CCC25DF9-4458-4252-A1FA-96CED2233F88}" dt="2021-04-22T07:32:31.459" v="73" actId="571"/>
          <ac:spMkLst>
            <pc:docMk/>
            <pc:sldMk cId="672076074" sldId="945"/>
            <ac:spMk id="97" creationId="{6500F11F-23DB-4086-A34A-391ECC5D2612}"/>
          </ac:spMkLst>
        </pc:spChg>
        <pc:spChg chg="mod">
          <ac:chgData name="王 欣捷" userId="b965477fa0aef5e6" providerId="LiveId" clId="{CCC25DF9-4458-4252-A1FA-96CED2233F88}" dt="2021-04-22T07:32:31.459" v="73" actId="571"/>
          <ac:spMkLst>
            <pc:docMk/>
            <pc:sldMk cId="672076074" sldId="945"/>
            <ac:spMk id="98" creationId="{8A1B1082-249A-4E77-87A2-6D457185ADDF}"/>
          </ac:spMkLst>
        </pc:spChg>
        <pc:spChg chg="mod">
          <ac:chgData name="王 欣捷" userId="b965477fa0aef5e6" providerId="LiveId" clId="{CCC25DF9-4458-4252-A1FA-96CED2233F88}" dt="2021-04-22T07:32:31.459" v="73" actId="571"/>
          <ac:spMkLst>
            <pc:docMk/>
            <pc:sldMk cId="672076074" sldId="945"/>
            <ac:spMk id="100" creationId="{611AB30D-2301-489A-AEE9-21387615A369}"/>
          </ac:spMkLst>
        </pc:spChg>
        <pc:spChg chg="mod">
          <ac:chgData name="王 欣捷" userId="b965477fa0aef5e6" providerId="LiveId" clId="{CCC25DF9-4458-4252-A1FA-96CED2233F88}" dt="2021-04-22T07:32:31.459" v="73" actId="571"/>
          <ac:spMkLst>
            <pc:docMk/>
            <pc:sldMk cId="672076074" sldId="945"/>
            <ac:spMk id="101" creationId="{9A04D5C4-4DDA-4C38-B981-D46670807562}"/>
          </ac:spMkLst>
        </pc:spChg>
        <pc:spChg chg="mod">
          <ac:chgData name="王 欣捷" userId="b965477fa0aef5e6" providerId="LiveId" clId="{CCC25DF9-4458-4252-A1FA-96CED2233F88}" dt="2021-04-22T07:32:31.459" v="73" actId="571"/>
          <ac:spMkLst>
            <pc:docMk/>
            <pc:sldMk cId="672076074" sldId="945"/>
            <ac:spMk id="102" creationId="{F900CC01-074E-4EB0-8AE2-4FAED2573FB0}"/>
          </ac:spMkLst>
        </pc:spChg>
        <pc:spChg chg="mod">
          <ac:chgData name="王 欣捷" userId="b965477fa0aef5e6" providerId="LiveId" clId="{CCC25DF9-4458-4252-A1FA-96CED2233F88}" dt="2021-04-22T07:32:31.459" v="73" actId="571"/>
          <ac:spMkLst>
            <pc:docMk/>
            <pc:sldMk cId="672076074" sldId="945"/>
            <ac:spMk id="104" creationId="{1D4CFE77-E0EF-4347-BE9C-F9ABB7E11F24}"/>
          </ac:spMkLst>
        </pc:spChg>
        <pc:spChg chg="mod">
          <ac:chgData name="王 欣捷" userId="b965477fa0aef5e6" providerId="LiveId" clId="{CCC25DF9-4458-4252-A1FA-96CED2233F88}" dt="2021-04-22T07:32:31.459" v="73" actId="571"/>
          <ac:spMkLst>
            <pc:docMk/>
            <pc:sldMk cId="672076074" sldId="945"/>
            <ac:spMk id="105" creationId="{EF22B955-BE0D-48C3-A5B2-4F7DED68AE8E}"/>
          </ac:spMkLst>
        </pc:spChg>
        <pc:spChg chg="mod">
          <ac:chgData name="王 欣捷" userId="b965477fa0aef5e6" providerId="LiveId" clId="{CCC25DF9-4458-4252-A1FA-96CED2233F88}" dt="2021-04-22T07:32:31.459" v="73" actId="571"/>
          <ac:spMkLst>
            <pc:docMk/>
            <pc:sldMk cId="672076074" sldId="945"/>
            <ac:spMk id="106" creationId="{2AC374B0-728A-4EC4-8ABD-16E1F5CAEA19}"/>
          </ac:spMkLst>
        </pc:spChg>
        <pc:spChg chg="mod">
          <ac:chgData name="王 欣捷" userId="b965477fa0aef5e6" providerId="LiveId" clId="{CCC25DF9-4458-4252-A1FA-96CED2233F88}" dt="2021-04-22T07:32:31.459" v="73" actId="571"/>
          <ac:spMkLst>
            <pc:docMk/>
            <pc:sldMk cId="672076074" sldId="945"/>
            <ac:spMk id="108" creationId="{F1CAF23D-CB3D-473B-89FE-990A622A48FF}"/>
          </ac:spMkLst>
        </pc:spChg>
        <pc:spChg chg="mod">
          <ac:chgData name="王 欣捷" userId="b965477fa0aef5e6" providerId="LiveId" clId="{CCC25DF9-4458-4252-A1FA-96CED2233F88}" dt="2021-04-22T07:32:31.459" v="73" actId="571"/>
          <ac:spMkLst>
            <pc:docMk/>
            <pc:sldMk cId="672076074" sldId="945"/>
            <ac:spMk id="109" creationId="{98823933-78D8-41E3-B2B4-48B918A06D89}"/>
          </ac:spMkLst>
        </pc:spChg>
        <pc:spChg chg="mod">
          <ac:chgData name="王 欣捷" userId="b965477fa0aef5e6" providerId="LiveId" clId="{CCC25DF9-4458-4252-A1FA-96CED2233F88}" dt="2021-04-22T07:32:31.459" v="73" actId="571"/>
          <ac:spMkLst>
            <pc:docMk/>
            <pc:sldMk cId="672076074" sldId="945"/>
            <ac:spMk id="110" creationId="{6ED22A44-C3B3-4F2B-93AA-464592147DAE}"/>
          </ac:spMkLst>
        </pc:spChg>
        <pc:spChg chg="mod">
          <ac:chgData name="王 欣捷" userId="b965477fa0aef5e6" providerId="LiveId" clId="{CCC25DF9-4458-4252-A1FA-96CED2233F88}" dt="2021-04-22T07:32:31.459" v="73" actId="571"/>
          <ac:spMkLst>
            <pc:docMk/>
            <pc:sldMk cId="672076074" sldId="945"/>
            <ac:spMk id="111" creationId="{8C291361-CEE8-4690-8AF2-6283BC07ED59}"/>
          </ac:spMkLst>
        </pc:spChg>
        <pc:spChg chg="mod">
          <ac:chgData name="王 欣捷" userId="b965477fa0aef5e6" providerId="LiveId" clId="{CCC25DF9-4458-4252-A1FA-96CED2233F88}" dt="2021-04-22T07:32:31.459" v="73" actId="571"/>
          <ac:spMkLst>
            <pc:docMk/>
            <pc:sldMk cId="672076074" sldId="945"/>
            <ac:spMk id="112" creationId="{83141466-492D-4FB9-A57B-54E0E12A8325}"/>
          </ac:spMkLst>
        </pc:spChg>
        <pc:spChg chg="mod">
          <ac:chgData name="王 欣捷" userId="b965477fa0aef5e6" providerId="LiveId" clId="{CCC25DF9-4458-4252-A1FA-96CED2233F88}" dt="2021-04-22T07:32:31.459" v="73" actId="571"/>
          <ac:spMkLst>
            <pc:docMk/>
            <pc:sldMk cId="672076074" sldId="945"/>
            <ac:spMk id="113" creationId="{B311DDF2-A1FB-4894-AB08-AC75C80C3ACA}"/>
          </ac:spMkLst>
        </pc:spChg>
        <pc:spChg chg="mod">
          <ac:chgData name="王 欣捷" userId="b965477fa0aef5e6" providerId="LiveId" clId="{CCC25DF9-4458-4252-A1FA-96CED2233F88}" dt="2021-04-22T07:32:31.459" v="73" actId="571"/>
          <ac:spMkLst>
            <pc:docMk/>
            <pc:sldMk cId="672076074" sldId="945"/>
            <ac:spMk id="115" creationId="{3839507F-D75C-4B5F-B696-F064910F89E8}"/>
          </ac:spMkLst>
        </pc:spChg>
        <pc:spChg chg="mod">
          <ac:chgData name="王 欣捷" userId="b965477fa0aef5e6" providerId="LiveId" clId="{CCC25DF9-4458-4252-A1FA-96CED2233F88}" dt="2021-04-22T07:32:31.459" v="73" actId="571"/>
          <ac:spMkLst>
            <pc:docMk/>
            <pc:sldMk cId="672076074" sldId="945"/>
            <ac:spMk id="116" creationId="{95ED578F-17B3-4298-AF26-E286321920CE}"/>
          </ac:spMkLst>
        </pc:spChg>
        <pc:spChg chg="mod">
          <ac:chgData name="王 欣捷" userId="b965477fa0aef5e6" providerId="LiveId" clId="{CCC25DF9-4458-4252-A1FA-96CED2233F88}" dt="2021-04-22T07:32:31.459" v="73" actId="571"/>
          <ac:spMkLst>
            <pc:docMk/>
            <pc:sldMk cId="672076074" sldId="945"/>
            <ac:spMk id="117" creationId="{CC1AD3DB-B653-4884-A69E-1B6D94838408}"/>
          </ac:spMkLst>
        </pc:spChg>
        <pc:spChg chg="mod">
          <ac:chgData name="王 欣捷" userId="b965477fa0aef5e6" providerId="LiveId" clId="{CCC25DF9-4458-4252-A1FA-96CED2233F88}" dt="2021-04-22T07:32:31.459" v="73" actId="571"/>
          <ac:spMkLst>
            <pc:docMk/>
            <pc:sldMk cId="672076074" sldId="945"/>
            <ac:spMk id="118" creationId="{49D3F8D2-71BF-45DE-AC4E-3DF3A0D9F794}"/>
          </ac:spMkLst>
        </pc:spChg>
        <pc:spChg chg="mod">
          <ac:chgData name="王 欣捷" userId="b965477fa0aef5e6" providerId="LiveId" clId="{CCC25DF9-4458-4252-A1FA-96CED2233F88}" dt="2021-04-22T07:32:31.459" v="73" actId="571"/>
          <ac:spMkLst>
            <pc:docMk/>
            <pc:sldMk cId="672076074" sldId="945"/>
            <ac:spMk id="119" creationId="{B7A91F4B-D160-404F-A9E2-E443D2CA65B9}"/>
          </ac:spMkLst>
        </pc:spChg>
        <pc:spChg chg="mod">
          <ac:chgData name="王 欣捷" userId="b965477fa0aef5e6" providerId="LiveId" clId="{CCC25DF9-4458-4252-A1FA-96CED2233F88}" dt="2021-04-22T07:32:31.459" v="73" actId="571"/>
          <ac:spMkLst>
            <pc:docMk/>
            <pc:sldMk cId="672076074" sldId="945"/>
            <ac:spMk id="120" creationId="{6D4B6F76-BCC9-4399-8A92-F10245AD587C}"/>
          </ac:spMkLst>
        </pc:spChg>
        <pc:spChg chg="mod">
          <ac:chgData name="王 欣捷" userId="b965477fa0aef5e6" providerId="LiveId" clId="{CCC25DF9-4458-4252-A1FA-96CED2233F88}" dt="2021-04-22T07:32:31.459" v="73" actId="571"/>
          <ac:spMkLst>
            <pc:docMk/>
            <pc:sldMk cId="672076074" sldId="945"/>
            <ac:spMk id="122" creationId="{505B9FD8-5CFD-4727-8930-51CDF2AEA461}"/>
          </ac:spMkLst>
        </pc:spChg>
        <pc:spChg chg="mod">
          <ac:chgData name="王 欣捷" userId="b965477fa0aef5e6" providerId="LiveId" clId="{CCC25DF9-4458-4252-A1FA-96CED2233F88}" dt="2021-04-22T07:32:31.459" v="73" actId="571"/>
          <ac:spMkLst>
            <pc:docMk/>
            <pc:sldMk cId="672076074" sldId="945"/>
            <ac:spMk id="123" creationId="{4279E484-D09B-45C6-A216-0B250D23988C}"/>
          </ac:spMkLst>
        </pc:spChg>
        <pc:spChg chg="mod">
          <ac:chgData name="王 欣捷" userId="b965477fa0aef5e6" providerId="LiveId" clId="{CCC25DF9-4458-4252-A1FA-96CED2233F88}" dt="2021-04-22T07:32:31.459" v="73" actId="571"/>
          <ac:spMkLst>
            <pc:docMk/>
            <pc:sldMk cId="672076074" sldId="945"/>
            <ac:spMk id="124" creationId="{7E59F986-0374-4909-8814-D280D19BB104}"/>
          </ac:spMkLst>
        </pc:spChg>
        <pc:spChg chg="mod">
          <ac:chgData name="王 欣捷" userId="b965477fa0aef5e6" providerId="LiveId" clId="{CCC25DF9-4458-4252-A1FA-96CED2233F88}" dt="2021-04-22T07:32:31.459" v="73" actId="571"/>
          <ac:spMkLst>
            <pc:docMk/>
            <pc:sldMk cId="672076074" sldId="945"/>
            <ac:spMk id="125" creationId="{4E3A00A3-B7C7-4BF0-A205-FF52024E9D02}"/>
          </ac:spMkLst>
        </pc:spChg>
        <pc:spChg chg="mod">
          <ac:chgData name="王 欣捷" userId="b965477fa0aef5e6" providerId="LiveId" clId="{CCC25DF9-4458-4252-A1FA-96CED2233F88}" dt="2021-04-22T07:32:31.459" v="73" actId="571"/>
          <ac:spMkLst>
            <pc:docMk/>
            <pc:sldMk cId="672076074" sldId="945"/>
            <ac:spMk id="126" creationId="{5C748F42-16ED-42EF-8AEF-EC13E70FEA6E}"/>
          </ac:spMkLst>
        </pc:spChg>
        <pc:spChg chg="mod">
          <ac:chgData name="王 欣捷" userId="b965477fa0aef5e6" providerId="LiveId" clId="{CCC25DF9-4458-4252-A1FA-96CED2233F88}" dt="2021-04-22T07:32:31.459" v="73" actId="571"/>
          <ac:spMkLst>
            <pc:docMk/>
            <pc:sldMk cId="672076074" sldId="945"/>
            <ac:spMk id="127" creationId="{09B97E4D-B913-4FAA-9514-ABCAD8FC43E0}"/>
          </ac:spMkLst>
        </pc:spChg>
        <pc:spChg chg="mod">
          <ac:chgData name="王 欣捷" userId="b965477fa0aef5e6" providerId="LiveId" clId="{CCC25DF9-4458-4252-A1FA-96CED2233F88}" dt="2021-04-22T07:32:31.459" v="73" actId="571"/>
          <ac:spMkLst>
            <pc:docMk/>
            <pc:sldMk cId="672076074" sldId="945"/>
            <ac:spMk id="129" creationId="{6DA343E9-7B6C-4AE8-829A-A760389A8C6F}"/>
          </ac:spMkLst>
        </pc:spChg>
        <pc:spChg chg="mod">
          <ac:chgData name="王 欣捷" userId="b965477fa0aef5e6" providerId="LiveId" clId="{CCC25DF9-4458-4252-A1FA-96CED2233F88}" dt="2021-04-22T07:32:31.459" v="73" actId="571"/>
          <ac:spMkLst>
            <pc:docMk/>
            <pc:sldMk cId="672076074" sldId="945"/>
            <ac:spMk id="130" creationId="{43C9CB12-97C6-4DDF-829F-F3FD175AA831}"/>
          </ac:spMkLst>
        </pc:spChg>
        <pc:spChg chg="mod">
          <ac:chgData name="王 欣捷" userId="b965477fa0aef5e6" providerId="LiveId" clId="{CCC25DF9-4458-4252-A1FA-96CED2233F88}" dt="2021-04-22T07:32:31.459" v="73" actId="571"/>
          <ac:spMkLst>
            <pc:docMk/>
            <pc:sldMk cId="672076074" sldId="945"/>
            <ac:spMk id="131" creationId="{1B460E49-DCD8-470D-8020-14BDD3DD7B51}"/>
          </ac:spMkLst>
        </pc:spChg>
        <pc:spChg chg="mod">
          <ac:chgData name="王 欣捷" userId="b965477fa0aef5e6" providerId="LiveId" clId="{CCC25DF9-4458-4252-A1FA-96CED2233F88}" dt="2021-04-22T07:32:31.459" v="73" actId="571"/>
          <ac:spMkLst>
            <pc:docMk/>
            <pc:sldMk cId="672076074" sldId="945"/>
            <ac:spMk id="132" creationId="{99A99CAD-F394-44FB-8C49-076A2E20EFDE}"/>
          </ac:spMkLst>
        </pc:spChg>
        <pc:spChg chg="mod">
          <ac:chgData name="王 欣捷" userId="b965477fa0aef5e6" providerId="LiveId" clId="{CCC25DF9-4458-4252-A1FA-96CED2233F88}" dt="2021-04-22T07:32:31.459" v="73" actId="571"/>
          <ac:spMkLst>
            <pc:docMk/>
            <pc:sldMk cId="672076074" sldId="945"/>
            <ac:spMk id="134" creationId="{B6E185AB-129F-4E23-98C8-63514E85EABE}"/>
          </ac:spMkLst>
        </pc:spChg>
        <pc:spChg chg="mod">
          <ac:chgData name="王 欣捷" userId="b965477fa0aef5e6" providerId="LiveId" clId="{CCC25DF9-4458-4252-A1FA-96CED2233F88}" dt="2021-04-22T07:32:31.459" v="73" actId="571"/>
          <ac:spMkLst>
            <pc:docMk/>
            <pc:sldMk cId="672076074" sldId="945"/>
            <ac:spMk id="135" creationId="{935846C3-A8BE-45A0-86CB-581C533A51C9}"/>
          </ac:spMkLst>
        </pc:spChg>
        <pc:spChg chg="mod">
          <ac:chgData name="王 欣捷" userId="b965477fa0aef5e6" providerId="LiveId" clId="{CCC25DF9-4458-4252-A1FA-96CED2233F88}" dt="2021-04-22T07:32:31.459" v="73" actId="571"/>
          <ac:spMkLst>
            <pc:docMk/>
            <pc:sldMk cId="672076074" sldId="945"/>
            <ac:spMk id="136" creationId="{49555421-0CFB-4259-9372-0B6A69CF9FE7}"/>
          </ac:spMkLst>
        </pc:spChg>
        <pc:spChg chg="mod">
          <ac:chgData name="王 欣捷" userId="b965477fa0aef5e6" providerId="LiveId" clId="{CCC25DF9-4458-4252-A1FA-96CED2233F88}" dt="2021-04-22T07:32:31.459" v="73" actId="571"/>
          <ac:spMkLst>
            <pc:docMk/>
            <pc:sldMk cId="672076074" sldId="945"/>
            <ac:spMk id="137" creationId="{6EA55B9B-2CE4-4AC8-80A0-FBD3ED19BBE5}"/>
          </ac:spMkLst>
        </pc:spChg>
        <pc:spChg chg="mod">
          <ac:chgData name="王 欣捷" userId="b965477fa0aef5e6" providerId="LiveId" clId="{CCC25DF9-4458-4252-A1FA-96CED2233F88}" dt="2021-04-22T07:32:31.459" v="73" actId="571"/>
          <ac:spMkLst>
            <pc:docMk/>
            <pc:sldMk cId="672076074" sldId="945"/>
            <ac:spMk id="139" creationId="{384187A4-D0A8-48BB-915A-1D8C240DE9AE}"/>
          </ac:spMkLst>
        </pc:spChg>
        <pc:spChg chg="mod">
          <ac:chgData name="王 欣捷" userId="b965477fa0aef5e6" providerId="LiveId" clId="{CCC25DF9-4458-4252-A1FA-96CED2233F88}" dt="2021-04-22T07:32:31.459" v="73" actId="571"/>
          <ac:spMkLst>
            <pc:docMk/>
            <pc:sldMk cId="672076074" sldId="945"/>
            <ac:spMk id="140" creationId="{F208797E-B50E-4943-97A9-538656571BD6}"/>
          </ac:spMkLst>
        </pc:spChg>
        <pc:spChg chg="mod">
          <ac:chgData name="王 欣捷" userId="b965477fa0aef5e6" providerId="LiveId" clId="{CCC25DF9-4458-4252-A1FA-96CED2233F88}" dt="2021-04-22T07:32:31.459" v="73" actId="571"/>
          <ac:spMkLst>
            <pc:docMk/>
            <pc:sldMk cId="672076074" sldId="945"/>
            <ac:spMk id="141" creationId="{9F327C15-E8E9-41A6-9E61-9EE4D35BB0D5}"/>
          </ac:spMkLst>
        </pc:spChg>
        <pc:spChg chg="mod">
          <ac:chgData name="王 欣捷" userId="b965477fa0aef5e6" providerId="LiveId" clId="{CCC25DF9-4458-4252-A1FA-96CED2233F88}" dt="2021-04-22T07:32:31.459" v="73" actId="571"/>
          <ac:spMkLst>
            <pc:docMk/>
            <pc:sldMk cId="672076074" sldId="945"/>
            <ac:spMk id="142" creationId="{601D0688-BBE5-4624-8C15-BD299EC97EF1}"/>
          </ac:spMkLst>
        </pc:spChg>
        <pc:spChg chg="mod">
          <ac:chgData name="王 欣捷" userId="b965477fa0aef5e6" providerId="LiveId" clId="{CCC25DF9-4458-4252-A1FA-96CED2233F88}" dt="2021-04-22T07:32:31.459" v="73" actId="571"/>
          <ac:spMkLst>
            <pc:docMk/>
            <pc:sldMk cId="672076074" sldId="945"/>
            <ac:spMk id="143" creationId="{D490ACEA-6BF2-41DA-8B63-BF4EF6C14F2B}"/>
          </ac:spMkLst>
        </pc:spChg>
        <pc:spChg chg="mod">
          <ac:chgData name="王 欣捷" userId="b965477fa0aef5e6" providerId="LiveId" clId="{CCC25DF9-4458-4252-A1FA-96CED2233F88}" dt="2021-04-22T07:32:31.459" v="73" actId="571"/>
          <ac:spMkLst>
            <pc:docMk/>
            <pc:sldMk cId="672076074" sldId="945"/>
            <ac:spMk id="144" creationId="{EB9C4747-6BFD-4A66-A24E-9E3B1081B178}"/>
          </ac:spMkLst>
        </pc:spChg>
        <pc:spChg chg="mod">
          <ac:chgData name="王 欣捷" userId="b965477fa0aef5e6" providerId="LiveId" clId="{CCC25DF9-4458-4252-A1FA-96CED2233F88}" dt="2021-04-22T07:32:31.459" v="73" actId="571"/>
          <ac:spMkLst>
            <pc:docMk/>
            <pc:sldMk cId="672076074" sldId="945"/>
            <ac:spMk id="145" creationId="{10B13F9D-2D58-4295-AFD7-8B8F1BFBBD17}"/>
          </ac:spMkLst>
        </pc:spChg>
        <pc:spChg chg="mod">
          <ac:chgData name="王 欣捷" userId="b965477fa0aef5e6" providerId="LiveId" clId="{CCC25DF9-4458-4252-A1FA-96CED2233F88}" dt="2021-04-22T07:32:31.459" v="73" actId="571"/>
          <ac:spMkLst>
            <pc:docMk/>
            <pc:sldMk cId="672076074" sldId="945"/>
            <ac:spMk id="146" creationId="{649FD460-C816-4411-8780-6B052BEF2FAE}"/>
          </ac:spMkLst>
        </pc:spChg>
        <pc:spChg chg="add mod">
          <ac:chgData name="王 欣捷" userId="b965477fa0aef5e6" providerId="LiveId" clId="{CCC25DF9-4458-4252-A1FA-96CED2233F88}" dt="2021-04-22T07:32:31.459" v="73" actId="571"/>
          <ac:spMkLst>
            <pc:docMk/>
            <pc:sldMk cId="672076074" sldId="945"/>
            <ac:spMk id="147" creationId="{9B141C0B-703F-4D0D-AC79-823E123A6F42}"/>
          </ac:spMkLst>
        </pc:spChg>
        <pc:grpChg chg="mod">
          <ac:chgData name="王 欣捷" userId="b965477fa0aef5e6" providerId="LiveId" clId="{CCC25DF9-4458-4252-A1FA-96CED2233F88}" dt="2021-04-22T07:31:27.886" v="50" actId="338"/>
          <ac:grpSpMkLst>
            <pc:docMk/>
            <pc:sldMk cId="672076074" sldId="945"/>
            <ac:grpSpMk id="1" creationId="{00000000-0000-0000-0000-000000000000}"/>
          </ac:grpSpMkLst>
        </pc:grpChg>
        <pc:grpChg chg="del mod">
          <ac:chgData name="王 欣捷" userId="b965477fa0aef5e6" providerId="LiveId" clId="{CCC25DF9-4458-4252-A1FA-96CED2233F88}" dt="2021-04-22T07:31:29.897" v="51" actId="165"/>
          <ac:grpSpMkLst>
            <pc:docMk/>
            <pc:sldMk cId="672076074" sldId="945"/>
            <ac:grpSpMk id="5" creationId="{ADB0FCB7-885F-4799-9AEF-A9D8371274B6}"/>
          </ac:grpSpMkLst>
        </pc:grpChg>
        <pc:grpChg chg="mod">
          <ac:chgData name="王 欣捷" userId="b965477fa0aef5e6" providerId="LiveId" clId="{CCC25DF9-4458-4252-A1FA-96CED2233F88}" dt="2021-04-22T08:26:14.907" v="540" actId="1035"/>
          <ac:grpSpMkLst>
            <pc:docMk/>
            <pc:sldMk cId="672076074" sldId="945"/>
            <ac:grpSpMk id="66" creationId="{3B31E2A3-1B41-44AF-990C-9975499BDBC2}"/>
          </ac:grpSpMkLst>
        </pc:grpChg>
        <pc:grpChg chg="mod">
          <ac:chgData name="王 欣捷" userId="b965477fa0aef5e6" providerId="LiveId" clId="{CCC25DF9-4458-4252-A1FA-96CED2233F88}" dt="2021-04-22T08:26:14.907" v="540" actId="1035"/>
          <ac:grpSpMkLst>
            <pc:docMk/>
            <pc:sldMk cId="672076074" sldId="945"/>
            <ac:grpSpMk id="67" creationId="{89A56738-EEC0-40D2-B4DD-4173362118E6}"/>
          </ac:grpSpMkLst>
        </pc:grpChg>
        <pc:grpChg chg="mod">
          <ac:chgData name="王 欣捷" userId="b965477fa0aef5e6" providerId="LiveId" clId="{CCC25DF9-4458-4252-A1FA-96CED2233F88}" dt="2021-04-22T08:26:14.907" v="540" actId="1035"/>
          <ac:grpSpMkLst>
            <pc:docMk/>
            <pc:sldMk cId="672076074" sldId="945"/>
            <ac:grpSpMk id="68" creationId="{6041EC34-3442-41EA-A066-BDF94B561AB7}"/>
          </ac:grpSpMkLst>
        </pc:grpChg>
        <pc:grpChg chg="mod">
          <ac:chgData name="王 欣捷" userId="b965477fa0aef5e6" providerId="LiveId" clId="{CCC25DF9-4458-4252-A1FA-96CED2233F88}" dt="2021-04-22T08:26:14.907" v="540" actId="1035"/>
          <ac:grpSpMkLst>
            <pc:docMk/>
            <pc:sldMk cId="672076074" sldId="945"/>
            <ac:grpSpMk id="69" creationId="{71265710-56E9-4814-99C9-4FF829FA9726}"/>
          </ac:grpSpMkLst>
        </pc:grpChg>
        <pc:grpChg chg="mod">
          <ac:chgData name="王 欣捷" userId="b965477fa0aef5e6" providerId="LiveId" clId="{CCC25DF9-4458-4252-A1FA-96CED2233F88}" dt="2021-04-22T08:26:14.907" v="540" actId="1035"/>
          <ac:grpSpMkLst>
            <pc:docMk/>
            <pc:sldMk cId="672076074" sldId="945"/>
            <ac:grpSpMk id="70" creationId="{CE290C31-943E-4EE4-8769-17C9EC61C719}"/>
          </ac:grpSpMkLst>
        </pc:grpChg>
        <pc:grpChg chg="mod">
          <ac:chgData name="王 欣捷" userId="b965477fa0aef5e6" providerId="LiveId" clId="{CCC25DF9-4458-4252-A1FA-96CED2233F88}" dt="2021-04-22T08:26:14.907" v="540" actId="1035"/>
          <ac:grpSpMkLst>
            <pc:docMk/>
            <pc:sldMk cId="672076074" sldId="945"/>
            <ac:grpSpMk id="71" creationId="{7F70ACD7-19A4-430E-B947-66D65C9C8BE5}"/>
          </ac:grpSpMkLst>
        </pc:grpChg>
        <pc:grpChg chg="mod">
          <ac:chgData name="王 欣捷" userId="b965477fa0aef5e6" providerId="LiveId" clId="{CCC25DF9-4458-4252-A1FA-96CED2233F88}" dt="2021-04-22T08:26:14.907" v="540" actId="1035"/>
          <ac:grpSpMkLst>
            <pc:docMk/>
            <pc:sldMk cId="672076074" sldId="945"/>
            <ac:grpSpMk id="72" creationId="{36AD146A-577C-4467-943E-D117E1979486}"/>
          </ac:grpSpMkLst>
        </pc:grpChg>
        <pc:grpChg chg="mod">
          <ac:chgData name="王 欣捷" userId="b965477fa0aef5e6" providerId="LiveId" clId="{CCC25DF9-4458-4252-A1FA-96CED2233F88}" dt="2021-04-22T08:26:14.907" v="540" actId="1035"/>
          <ac:grpSpMkLst>
            <pc:docMk/>
            <pc:sldMk cId="672076074" sldId="945"/>
            <ac:grpSpMk id="73" creationId="{D25A00AB-79AD-45F3-A4CC-4A6F52BF579E}"/>
          </ac:grpSpMkLst>
        </pc:grpChg>
        <pc:grpChg chg="mod">
          <ac:chgData name="王 欣捷" userId="b965477fa0aef5e6" providerId="LiveId" clId="{CCC25DF9-4458-4252-A1FA-96CED2233F88}" dt="2021-04-22T08:26:14.907" v="540" actId="1035"/>
          <ac:grpSpMkLst>
            <pc:docMk/>
            <pc:sldMk cId="672076074" sldId="945"/>
            <ac:grpSpMk id="74" creationId="{D8BF4D1C-C6F9-4711-8618-28096A83946B}"/>
          </ac:grpSpMkLst>
        </pc:grpChg>
        <pc:grpChg chg="add mod">
          <ac:chgData name="王 欣捷" userId="b965477fa0aef5e6" providerId="LiveId" clId="{CCC25DF9-4458-4252-A1FA-96CED2233F88}" dt="2021-04-22T07:32:31.459" v="73" actId="571"/>
          <ac:grpSpMkLst>
            <pc:docMk/>
            <pc:sldMk cId="672076074" sldId="945"/>
            <ac:grpSpMk id="79" creationId="{4F06C3B6-2CA0-4D69-BACF-AF44C3B623EE}"/>
          </ac:grpSpMkLst>
        </pc:grpChg>
        <pc:grpChg chg="add mod">
          <ac:chgData name="王 欣捷" userId="b965477fa0aef5e6" providerId="LiveId" clId="{CCC25DF9-4458-4252-A1FA-96CED2233F88}" dt="2021-04-22T07:32:31.459" v="73" actId="571"/>
          <ac:grpSpMkLst>
            <pc:docMk/>
            <pc:sldMk cId="672076074" sldId="945"/>
            <ac:grpSpMk id="99" creationId="{E8062EC8-AD46-40BF-AB8C-48CDA908469F}"/>
          </ac:grpSpMkLst>
        </pc:grpChg>
        <pc:grpChg chg="add mod">
          <ac:chgData name="王 欣捷" userId="b965477fa0aef5e6" providerId="LiveId" clId="{CCC25DF9-4458-4252-A1FA-96CED2233F88}" dt="2021-04-22T07:32:31.459" v="73" actId="571"/>
          <ac:grpSpMkLst>
            <pc:docMk/>
            <pc:sldMk cId="672076074" sldId="945"/>
            <ac:grpSpMk id="103" creationId="{45DB49BB-8162-4AB4-9650-A816B952BC6A}"/>
          </ac:grpSpMkLst>
        </pc:grpChg>
        <pc:grpChg chg="add mod">
          <ac:chgData name="王 欣捷" userId="b965477fa0aef5e6" providerId="LiveId" clId="{CCC25DF9-4458-4252-A1FA-96CED2233F88}" dt="2021-04-22T07:32:31.459" v="73" actId="571"/>
          <ac:grpSpMkLst>
            <pc:docMk/>
            <pc:sldMk cId="672076074" sldId="945"/>
            <ac:grpSpMk id="107" creationId="{492A292C-79A1-4733-AF78-C628954D796B}"/>
          </ac:grpSpMkLst>
        </pc:grpChg>
        <pc:grpChg chg="add mod">
          <ac:chgData name="王 欣捷" userId="b965477fa0aef5e6" providerId="LiveId" clId="{CCC25DF9-4458-4252-A1FA-96CED2233F88}" dt="2021-04-22T07:32:31.459" v="73" actId="571"/>
          <ac:grpSpMkLst>
            <pc:docMk/>
            <pc:sldMk cId="672076074" sldId="945"/>
            <ac:grpSpMk id="114" creationId="{5C7A08D9-72AE-4F48-9FE6-024DD29694C3}"/>
          </ac:grpSpMkLst>
        </pc:grpChg>
        <pc:grpChg chg="add mod">
          <ac:chgData name="王 欣捷" userId="b965477fa0aef5e6" providerId="LiveId" clId="{CCC25DF9-4458-4252-A1FA-96CED2233F88}" dt="2021-04-22T07:32:31.459" v="73" actId="571"/>
          <ac:grpSpMkLst>
            <pc:docMk/>
            <pc:sldMk cId="672076074" sldId="945"/>
            <ac:grpSpMk id="121" creationId="{0E8CB6F6-A88F-43C1-9836-1D3A9C5F6D72}"/>
          </ac:grpSpMkLst>
        </pc:grpChg>
        <pc:grpChg chg="add mod">
          <ac:chgData name="王 欣捷" userId="b965477fa0aef5e6" providerId="LiveId" clId="{CCC25DF9-4458-4252-A1FA-96CED2233F88}" dt="2021-04-22T07:32:31.459" v="73" actId="571"/>
          <ac:grpSpMkLst>
            <pc:docMk/>
            <pc:sldMk cId="672076074" sldId="945"/>
            <ac:grpSpMk id="128" creationId="{E3338AC8-AE2F-41FF-95F2-AE2463B2F250}"/>
          </ac:grpSpMkLst>
        </pc:grpChg>
        <pc:grpChg chg="add mod">
          <ac:chgData name="王 欣捷" userId="b965477fa0aef5e6" providerId="LiveId" clId="{CCC25DF9-4458-4252-A1FA-96CED2233F88}" dt="2021-04-22T07:32:31.459" v="73" actId="571"/>
          <ac:grpSpMkLst>
            <pc:docMk/>
            <pc:sldMk cId="672076074" sldId="945"/>
            <ac:grpSpMk id="133" creationId="{DA7C3452-3C39-4665-AE4C-BF4DC43D23EC}"/>
          </ac:grpSpMkLst>
        </pc:grpChg>
        <pc:grpChg chg="add mod">
          <ac:chgData name="王 欣捷" userId="b965477fa0aef5e6" providerId="LiveId" clId="{CCC25DF9-4458-4252-A1FA-96CED2233F88}" dt="2021-04-22T07:32:31.459" v="73" actId="571"/>
          <ac:grpSpMkLst>
            <pc:docMk/>
            <pc:sldMk cId="672076074" sldId="945"/>
            <ac:grpSpMk id="138" creationId="{C11705C1-A1D7-4B9D-AB2F-3A57ACF96753}"/>
          </ac:grpSpMkLst>
        </pc:grpChg>
        <pc:picChg chg="del mod">
          <ac:chgData name="王 欣捷" userId="b965477fa0aef5e6" providerId="LiveId" clId="{CCC25DF9-4458-4252-A1FA-96CED2233F88}" dt="2021-04-22T07:31:27.886" v="50" actId="338"/>
          <ac:picMkLst>
            <pc:docMk/>
            <pc:sldMk cId="672076074" sldId="945"/>
            <ac:picMk id="4" creationId="{C862C518-D52A-466F-BF3E-4E94B2C7469F}"/>
          </ac:picMkLst>
        </pc:picChg>
      </pc:sldChg>
      <pc:sldChg chg="addSp delSp modSp new mod modClrScheme modAnim chgLayout">
        <pc:chgData name="王 欣捷" userId="b965477fa0aef5e6" providerId="LiveId" clId="{CCC25DF9-4458-4252-A1FA-96CED2233F88}" dt="2021-04-22T07:37:01.921" v="138"/>
        <pc:sldMkLst>
          <pc:docMk/>
          <pc:sldMk cId="4090644917" sldId="946"/>
        </pc:sldMkLst>
        <pc:spChg chg="del">
          <ac:chgData name="王 欣捷" userId="b965477fa0aef5e6" providerId="LiveId" clId="{CCC25DF9-4458-4252-A1FA-96CED2233F88}" dt="2021-04-22T07:33:59.957" v="90" actId="700"/>
          <ac:spMkLst>
            <pc:docMk/>
            <pc:sldMk cId="4090644917" sldId="946"/>
            <ac:spMk id="2" creationId="{9056E52F-2356-4711-A99F-569138FA83C8}"/>
          </ac:spMkLst>
        </pc:spChg>
        <pc:spChg chg="del">
          <ac:chgData name="王 欣捷" userId="b965477fa0aef5e6" providerId="LiveId" clId="{CCC25DF9-4458-4252-A1FA-96CED2233F88}" dt="2021-04-22T07:33:59.957" v="90" actId="700"/>
          <ac:spMkLst>
            <pc:docMk/>
            <pc:sldMk cId="4090644917" sldId="946"/>
            <ac:spMk id="3" creationId="{5EF6FEB4-C019-44F0-85A8-7137414963DD}"/>
          </ac:spMkLst>
        </pc:spChg>
        <pc:spChg chg="del mod topLvl">
          <ac:chgData name="王 欣捷" userId="b965477fa0aef5e6" providerId="LiveId" clId="{CCC25DF9-4458-4252-A1FA-96CED2233F88}" dt="2021-04-22T07:34:14.079" v="93" actId="478"/>
          <ac:spMkLst>
            <pc:docMk/>
            <pc:sldMk cId="4090644917" sldId="946"/>
            <ac:spMk id="6" creationId="{4662E652-AC15-410A-813E-5BB32FC8835F}"/>
          </ac:spMkLst>
        </pc:spChg>
        <pc:spChg chg="mod topLvl">
          <ac:chgData name="王 欣捷" userId="b965477fa0aef5e6" providerId="LiveId" clId="{CCC25DF9-4458-4252-A1FA-96CED2233F88}" dt="2021-04-22T07:36:18.538" v="128" actId="1076"/>
          <ac:spMkLst>
            <pc:docMk/>
            <pc:sldMk cId="4090644917" sldId="946"/>
            <ac:spMk id="7" creationId="{3FC962AE-AA85-496B-9BC3-418B8B9ADC88}"/>
          </ac:spMkLst>
        </pc:spChg>
        <pc:spChg chg="mod topLvl">
          <ac:chgData name="王 欣捷" userId="b965477fa0aef5e6" providerId="LiveId" clId="{CCC25DF9-4458-4252-A1FA-96CED2233F88}" dt="2021-04-22T07:36:18.538" v="128" actId="1076"/>
          <ac:spMkLst>
            <pc:docMk/>
            <pc:sldMk cId="4090644917" sldId="946"/>
            <ac:spMk id="8" creationId="{8E3103D6-FFFF-4584-8F24-E99E56355BB7}"/>
          </ac:spMkLst>
        </pc:spChg>
        <pc:spChg chg="mod topLvl">
          <ac:chgData name="王 欣捷" userId="b965477fa0aef5e6" providerId="LiveId" clId="{CCC25DF9-4458-4252-A1FA-96CED2233F88}" dt="2021-04-22T07:36:18.538" v="128" actId="1076"/>
          <ac:spMkLst>
            <pc:docMk/>
            <pc:sldMk cId="4090644917" sldId="946"/>
            <ac:spMk id="9" creationId="{51903F81-2449-4B9D-A585-9C3E6038AE63}"/>
          </ac:spMkLst>
        </pc:spChg>
        <pc:spChg chg="mod topLvl">
          <ac:chgData name="王 欣捷" userId="b965477fa0aef5e6" providerId="LiveId" clId="{CCC25DF9-4458-4252-A1FA-96CED2233F88}" dt="2021-04-22T07:36:18.538" v="128" actId="1076"/>
          <ac:spMkLst>
            <pc:docMk/>
            <pc:sldMk cId="4090644917" sldId="946"/>
            <ac:spMk id="10" creationId="{F0350DA3-7BFD-4320-96AF-1D5DA3D42A7F}"/>
          </ac:spMkLst>
        </pc:spChg>
        <pc:spChg chg="mod topLvl">
          <ac:chgData name="王 欣捷" userId="b965477fa0aef5e6" providerId="LiveId" clId="{CCC25DF9-4458-4252-A1FA-96CED2233F88}" dt="2021-04-22T07:36:18.538" v="128" actId="1076"/>
          <ac:spMkLst>
            <pc:docMk/>
            <pc:sldMk cId="4090644917" sldId="946"/>
            <ac:spMk id="11" creationId="{E3EADC27-17E7-4524-AA8E-129457246AE1}"/>
          </ac:spMkLst>
        </pc:spChg>
        <pc:spChg chg="mod topLvl">
          <ac:chgData name="王 欣捷" userId="b965477fa0aef5e6" providerId="LiveId" clId="{CCC25DF9-4458-4252-A1FA-96CED2233F88}" dt="2021-04-22T07:36:18.538" v="128" actId="1076"/>
          <ac:spMkLst>
            <pc:docMk/>
            <pc:sldMk cId="4090644917" sldId="946"/>
            <ac:spMk id="12" creationId="{B45FE053-EAAB-423B-B9C0-E2800943331A}"/>
          </ac:spMkLst>
        </pc:spChg>
        <pc:spChg chg="mod topLvl">
          <ac:chgData name="王 欣捷" userId="b965477fa0aef5e6" providerId="LiveId" clId="{CCC25DF9-4458-4252-A1FA-96CED2233F88}" dt="2021-04-22T07:36:18.538" v="128" actId="1076"/>
          <ac:spMkLst>
            <pc:docMk/>
            <pc:sldMk cId="4090644917" sldId="946"/>
            <ac:spMk id="13" creationId="{5D14D4A6-D66A-4EDD-8AF3-FBA76185E38A}"/>
          </ac:spMkLst>
        </pc:spChg>
        <pc:spChg chg="mod topLvl">
          <ac:chgData name="王 欣捷" userId="b965477fa0aef5e6" providerId="LiveId" clId="{CCC25DF9-4458-4252-A1FA-96CED2233F88}" dt="2021-04-22T07:36:18.538" v="128" actId="1076"/>
          <ac:spMkLst>
            <pc:docMk/>
            <pc:sldMk cId="4090644917" sldId="946"/>
            <ac:spMk id="14" creationId="{FF10CD1F-E4E6-42B0-BC7D-91C0DBD4A6EC}"/>
          </ac:spMkLst>
        </pc:spChg>
        <pc:spChg chg="mod topLvl">
          <ac:chgData name="王 欣捷" userId="b965477fa0aef5e6" providerId="LiveId" clId="{CCC25DF9-4458-4252-A1FA-96CED2233F88}" dt="2021-04-22T07:36:18.538" v="128" actId="1076"/>
          <ac:spMkLst>
            <pc:docMk/>
            <pc:sldMk cId="4090644917" sldId="946"/>
            <ac:spMk id="15" creationId="{838E0E82-8090-4C75-9A8D-AF3A594247B9}"/>
          </ac:spMkLst>
        </pc:spChg>
        <pc:spChg chg="mod topLvl">
          <ac:chgData name="王 欣捷" userId="b965477fa0aef5e6" providerId="LiveId" clId="{CCC25DF9-4458-4252-A1FA-96CED2233F88}" dt="2021-04-22T07:36:18.538" v="128" actId="1076"/>
          <ac:spMkLst>
            <pc:docMk/>
            <pc:sldMk cId="4090644917" sldId="946"/>
            <ac:spMk id="16" creationId="{5B610EEA-FB63-492A-91F5-93D63444D152}"/>
          </ac:spMkLst>
        </pc:spChg>
        <pc:spChg chg="mod topLvl">
          <ac:chgData name="王 欣捷" userId="b965477fa0aef5e6" providerId="LiveId" clId="{CCC25DF9-4458-4252-A1FA-96CED2233F88}" dt="2021-04-22T07:36:18.538" v="128" actId="1076"/>
          <ac:spMkLst>
            <pc:docMk/>
            <pc:sldMk cId="4090644917" sldId="946"/>
            <ac:spMk id="17" creationId="{F7329129-2519-46C6-AA78-39567F04FC29}"/>
          </ac:spMkLst>
        </pc:spChg>
        <pc:spChg chg="mod topLvl">
          <ac:chgData name="王 欣捷" userId="b965477fa0aef5e6" providerId="LiveId" clId="{CCC25DF9-4458-4252-A1FA-96CED2233F88}" dt="2021-04-22T07:36:18.538" v="128" actId="1076"/>
          <ac:spMkLst>
            <pc:docMk/>
            <pc:sldMk cId="4090644917" sldId="946"/>
            <ac:spMk id="18" creationId="{0578C21D-CB37-49FC-8CAE-DC8F9D3C9E3C}"/>
          </ac:spMkLst>
        </pc:spChg>
        <pc:spChg chg="mod topLvl">
          <ac:chgData name="王 欣捷" userId="b965477fa0aef5e6" providerId="LiveId" clId="{CCC25DF9-4458-4252-A1FA-96CED2233F88}" dt="2021-04-22T07:36:18.538" v="128" actId="1076"/>
          <ac:spMkLst>
            <pc:docMk/>
            <pc:sldMk cId="4090644917" sldId="946"/>
            <ac:spMk id="19" creationId="{2394003A-63D7-4987-ADA1-28C49527416F}"/>
          </ac:spMkLst>
        </pc:spChg>
        <pc:spChg chg="mod topLvl">
          <ac:chgData name="王 欣捷" userId="b965477fa0aef5e6" providerId="LiveId" clId="{CCC25DF9-4458-4252-A1FA-96CED2233F88}" dt="2021-04-22T07:36:18.538" v="128" actId="1076"/>
          <ac:spMkLst>
            <pc:docMk/>
            <pc:sldMk cId="4090644917" sldId="946"/>
            <ac:spMk id="20" creationId="{B6E04430-B4AE-485F-AC25-50109ECA53DE}"/>
          </ac:spMkLst>
        </pc:spChg>
        <pc:spChg chg="mod topLvl">
          <ac:chgData name="王 欣捷" userId="b965477fa0aef5e6" providerId="LiveId" clId="{CCC25DF9-4458-4252-A1FA-96CED2233F88}" dt="2021-04-22T07:36:18.538" v="128" actId="1076"/>
          <ac:spMkLst>
            <pc:docMk/>
            <pc:sldMk cId="4090644917" sldId="946"/>
            <ac:spMk id="21" creationId="{2DBF468B-A414-4B72-8B1A-C6B2932C6F41}"/>
          </ac:spMkLst>
        </pc:spChg>
        <pc:spChg chg="mod topLvl">
          <ac:chgData name="王 欣捷" userId="b965477fa0aef5e6" providerId="LiveId" clId="{CCC25DF9-4458-4252-A1FA-96CED2233F88}" dt="2021-04-22T07:36:18.538" v="128" actId="1076"/>
          <ac:spMkLst>
            <pc:docMk/>
            <pc:sldMk cId="4090644917" sldId="946"/>
            <ac:spMk id="22" creationId="{2BBD8F42-56BF-48CF-9BFC-82D5A87A1A13}"/>
          </ac:spMkLst>
        </pc:spChg>
        <pc:spChg chg="mod topLvl">
          <ac:chgData name="王 欣捷" userId="b965477fa0aef5e6" providerId="LiveId" clId="{CCC25DF9-4458-4252-A1FA-96CED2233F88}" dt="2021-04-22T07:36:18.538" v="128" actId="1076"/>
          <ac:spMkLst>
            <pc:docMk/>
            <pc:sldMk cId="4090644917" sldId="946"/>
            <ac:spMk id="23" creationId="{BA00CB66-20FD-49EB-BF1B-04579D9C2F96}"/>
          </ac:spMkLst>
        </pc:spChg>
        <pc:spChg chg="mod topLvl">
          <ac:chgData name="王 欣捷" userId="b965477fa0aef5e6" providerId="LiveId" clId="{CCC25DF9-4458-4252-A1FA-96CED2233F88}" dt="2021-04-22T07:36:18.538" v="128" actId="1076"/>
          <ac:spMkLst>
            <pc:docMk/>
            <pc:sldMk cId="4090644917" sldId="946"/>
            <ac:spMk id="24" creationId="{9AE9B4EE-5C76-4A5D-9B15-83999E364A8A}"/>
          </ac:spMkLst>
        </pc:spChg>
        <pc:spChg chg="mod topLvl">
          <ac:chgData name="王 欣捷" userId="b965477fa0aef5e6" providerId="LiveId" clId="{CCC25DF9-4458-4252-A1FA-96CED2233F88}" dt="2021-04-22T07:36:18.538" v="128" actId="1076"/>
          <ac:spMkLst>
            <pc:docMk/>
            <pc:sldMk cId="4090644917" sldId="946"/>
            <ac:spMk id="25" creationId="{710FFDE6-71CD-49FB-9FE3-B9320B2332E4}"/>
          </ac:spMkLst>
        </pc:spChg>
        <pc:spChg chg="mod topLvl">
          <ac:chgData name="王 欣捷" userId="b965477fa0aef5e6" providerId="LiveId" clId="{CCC25DF9-4458-4252-A1FA-96CED2233F88}" dt="2021-04-22T07:34:55.753" v="107" actId="1076"/>
          <ac:spMkLst>
            <pc:docMk/>
            <pc:sldMk cId="4090644917" sldId="946"/>
            <ac:spMk id="26" creationId="{4A297563-FB87-43F0-B663-938F80EE1A9D}"/>
          </ac:spMkLst>
        </pc:spChg>
        <pc:spChg chg="mod topLvl">
          <ac:chgData name="王 欣捷" userId="b965477fa0aef5e6" providerId="LiveId" clId="{CCC25DF9-4458-4252-A1FA-96CED2233F88}" dt="2021-04-22T07:34:55.753" v="107" actId="1076"/>
          <ac:spMkLst>
            <pc:docMk/>
            <pc:sldMk cId="4090644917" sldId="946"/>
            <ac:spMk id="27" creationId="{244C2F29-A714-4F00-B06F-54863F34770A}"/>
          </ac:spMkLst>
        </pc:spChg>
        <pc:spChg chg="mod topLvl">
          <ac:chgData name="王 欣捷" userId="b965477fa0aef5e6" providerId="LiveId" clId="{CCC25DF9-4458-4252-A1FA-96CED2233F88}" dt="2021-04-22T07:34:55.753" v="107" actId="1076"/>
          <ac:spMkLst>
            <pc:docMk/>
            <pc:sldMk cId="4090644917" sldId="946"/>
            <ac:spMk id="28" creationId="{ABAB9E9E-BBAC-4D43-B5D1-5CA64B90DA0F}"/>
          </ac:spMkLst>
        </pc:spChg>
        <pc:spChg chg="mod topLvl">
          <ac:chgData name="王 欣捷" userId="b965477fa0aef5e6" providerId="LiveId" clId="{CCC25DF9-4458-4252-A1FA-96CED2233F88}" dt="2021-04-22T07:34:55.753" v="107" actId="1076"/>
          <ac:spMkLst>
            <pc:docMk/>
            <pc:sldMk cId="4090644917" sldId="946"/>
            <ac:spMk id="29" creationId="{F95712C0-A361-4F96-8D2C-F788BF84D7C3}"/>
          </ac:spMkLst>
        </pc:spChg>
        <pc:spChg chg="mod topLvl">
          <ac:chgData name="王 欣捷" userId="b965477fa0aef5e6" providerId="LiveId" clId="{CCC25DF9-4458-4252-A1FA-96CED2233F88}" dt="2021-04-22T07:34:55.753" v="107" actId="1076"/>
          <ac:spMkLst>
            <pc:docMk/>
            <pc:sldMk cId="4090644917" sldId="946"/>
            <ac:spMk id="30" creationId="{3A266DDC-258D-49BE-852E-C7D9F572ADAC}"/>
          </ac:spMkLst>
        </pc:spChg>
        <pc:spChg chg="mod topLvl">
          <ac:chgData name="王 欣捷" userId="b965477fa0aef5e6" providerId="LiveId" clId="{CCC25DF9-4458-4252-A1FA-96CED2233F88}" dt="2021-04-22T07:34:55.753" v="107" actId="1076"/>
          <ac:spMkLst>
            <pc:docMk/>
            <pc:sldMk cId="4090644917" sldId="946"/>
            <ac:spMk id="31" creationId="{93A080B8-5A5E-479B-9B6F-6C59E412FE50}"/>
          </ac:spMkLst>
        </pc:spChg>
        <pc:spChg chg="mod topLvl">
          <ac:chgData name="王 欣捷" userId="b965477fa0aef5e6" providerId="LiveId" clId="{CCC25DF9-4458-4252-A1FA-96CED2233F88}" dt="2021-04-22T07:34:55.753" v="107" actId="1076"/>
          <ac:spMkLst>
            <pc:docMk/>
            <pc:sldMk cId="4090644917" sldId="946"/>
            <ac:spMk id="32" creationId="{BF3DB8CA-6E0F-4B76-95F1-ECDBD451198C}"/>
          </ac:spMkLst>
        </pc:spChg>
        <pc:spChg chg="mod topLvl">
          <ac:chgData name="王 欣捷" userId="b965477fa0aef5e6" providerId="LiveId" clId="{CCC25DF9-4458-4252-A1FA-96CED2233F88}" dt="2021-04-22T07:34:55.753" v="107" actId="1076"/>
          <ac:spMkLst>
            <pc:docMk/>
            <pc:sldMk cId="4090644917" sldId="946"/>
            <ac:spMk id="33" creationId="{3C435748-3DA0-46C8-96BE-655F9A9667A7}"/>
          </ac:spMkLst>
        </pc:spChg>
        <pc:spChg chg="mod topLvl">
          <ac:chgData name="王 欣捷" userId="b965477fa0aef5e6" providerId="LiveId" clId="{CCC25DF9-4458-4252-A1FA-96CED2233F88}" dt="2021-04-22T07:34:55.753" v="107" actId="1076"/>
          <ac:spMkLst>
            <pc:docMk/>
            <pc:sldMk cId="4090644917" sldId="946"/>
            <ac:spMk id="34" creationId="{05B97EEB-1F1D-493D-95F4-5A6CAC6829F3}"/>
          </ac:spMkLst>
        </pc:spChg>
        <pc:spChg chg="mod topLvl">
          <ac:chgData name="王 欣捷" userId="b965477fa0aef5e6" providerId="LiveId" clId="{CCC25DF9-4458-4252-A1FA-96CED2233F88}" dt="2021-04-22T07:34:55.753" v="107" actId="1076"/>
          <ac:spMkLst>
            <pc:docMk/>
            <pc:sldMk cId="4090644917" sldId="946"/>
            <ac:spMk id="35" creationId="{4276EFE1-F88D-4E1F-9C73-29B46AB99694}"/>
          </ac:spMkLst>
        </pc:spChg>
        <pc:spChg chg="mod topLvl">
          <ac:chgData name="王 欣捷" userId="b965477fa0aef5e6" providerId="LiveId" clId="{CCC25DF9-4458-4252-A1FA-96CED2233F88}" dt="2021-04-22T07:34:55.753" v="107" actId="1076"/>
          <ac:spMkLst>
            <pc:docMk/>
            <pc:sldMk cId="4090644917" sldId="946"/>
            <ac:spMk id="36" creationId="{205032D1-7051-4534-9646-B0B39643709D}"/>
          </ac:spMkLst>
        </pc:spChg>
        <pc:spChg chg="mod topLvl">
          <ac:chgData name="王 欣捷" userId="b965477fa0aef5e6" providerId="LiveId" clId="{CCC25DF9-4458-4252-A1FA-96CED2233F88}" dt="2021-04-22T07:34:55.753" v="107" actId="1076"/>
          <ac:spMkLst>
            <pc:docMk/>
            <pc:sldMk cId="4090644917" sldId="946"/>
            <ac:spMk id="37" creationId="{B6AAF248-D5CD-449B-B46F-FD414AFE439E}"/>
          </ac:spMkLst>
        </pc:spChg>
        <pc:spChg chg="mod topLvl">
          <ac:chgData name="王 欣捷" userId="b965477fa0aef5e6" providerId="LiveId" clId="{CCC25DF9-4458-4252-A1FA-96CED2233F88}" dt="2021-04-22T07:34:55.753" v="107" actId="1076"/>
          <ac:spMkLst>
            <pc:docMk/>
            <pc:sldMk cId="4090644917" sldId="946"/>
            <ac:spMk id="38" creationId="{60D26558-4CDD-4F5C-93A5-BEFA0AEAC6AF}"/>
          </ac:spMkLst>
        </pc:spChg>
        <pc:spChg chg="mod topLvl">
          <ac:chgData name="王 欣捷" userId="b965477fa0aef5e6" providerId="LiveId" clId="{CCC25DF9-4458-4252-A1FA-96CED2233F88}" dt="2021-04-22T07:34:55.753" v="107" actId="1076"/>
          <ac:spMkLst>
            <pc:docMk/>
            <pc:sldMk cId="4090644917" sldId="946"/>
            <ac:spMk id="39" creationId="{1334F717-9408-4FA8-B741-1E731AE97C77}"/>
          </ac:spMkLst>
        </pc:spChg>
        <pc:spChg chg="mod topLvl">
          <ac:chgData name="王 欣捷" userId="b965477fa0aef5e6" providerId="LiveId" clId="{CCC25DF9-4458-4252-A1FA-96CED2233F88}" dt="2021-04-22T07:34:55.753" v="107" actId="1076"/>
          <ac:spMkLst>
            <pc:docMk/>
            <pc:sldMk cId="4090644917" sldId="946"/>
            <ac:spMk id="40" creationId="{1CA44209-A62F-4476-B98D-9AFAD13F1438}"/>
          </ac:spMkLst>
        </pc:spChg>
        <pc:spChg chg="mod topLvl">
          <ac:chgData name="王 欣捷" userId="b965477fa0aef5e6" providerId="LiveId" clId="{CCC25DF9-4458-4252-A1FA-96CED2233F88}" dt="2021-04-22T07:34:55.753" v="107" actId="1076"/>
          <ac:spMkLst>
            <pc:docMk/>
            <pc:sldMk cId="4090644917" sldId="946"/>
            <ac:spMk id="41" creationId="{577942B5-F3B8-485B-BD7A-64BFB23F9DCB}"/>
          </ac:spMkLst>
        </pc:spChg>
        <pc:spChg chg="mod topLvl">
          <ac:chgData name="王 欣捷" userId="b965477fa0aef5e6" providerId="LiveId" clId="{CCC25DF9-4458-4252-A1FA-96CED2233F88}" dt="2021-04-22T07:34:55.753" v="107" actId="1076"/>
          <ac:spMkLst>
            <pc:docMk/>
            <pc:sldMk cId="4090644917" sldId="946"/>
            <ac:spMk id="42" creationId="{5707B440-9091-44C7-B074-CCB397E0AC45}"/>
          </ac:spMkLst>
        </pc:spChg>
        <pc:spChg chg="mod topLvl">
          <ac:chgData name="王 欣捷" userId="b965477fa0aef5e6" providerId="LiveId" clId="{CCC25DF9-4458-4252-A1FA-96CED2233F88}" dt="2021-04-22T07:34:55.753" v="107" actId="1076"/>
          <ac:spMkLst>
            <pc:docMk/>
            <pc:sldMk cId="4090644917" sldId="946"/>
            <ac:spMk id="43" creationId="{4B03C290-4B76-43B2-A8BB-116260538668}"/>
          </ac:spMkLst>
        </pc:spChg>
        <pc:spChg chg="mod topLvl">
          <ac:chgData name="王 欣捷" userId="b965477fa0aef5e6" providerId="LiveId" clId="{CCC25DF9-4458-4252-A1FA-96CED2233F88}" dt="2021-04-22T07:34:55.753" v="107" actId="1076"/>
          <ac:spMkLst>
            <pc:docMk/>
            <pc:sldMk cId="4090644917" sldId="946"/>
            <ac:spMk id="44" creationId="{1DAF417A-27DB-4D83-9CD7-A475B7BD441E}"/>
          </ac:spMkLst>
        </pc:spChg>
        <pc:spChg chg="mod topLvl">
          <ac:chgData name="王 欣捷" userId="b965477fa0aef5e6" providerId="LiveId" clId="{CCC25DF9-4458-4252-A1FA-96CED2233F88}" dt="2021-04-22T07:36:45.522" v="133" actId="164"/>
          <ac:spMkLst>
            <pc:docMk/>
            <pc:sldMk cId="4090644917" sldId="946"/>
            <ac:spMk id="45" creationId="{ACB1CBA9-2EB5-45C0-8BE2-499EDED83C15}"/>
          </ac:spMkLst>
        </pc:spChg>
        <pc:spChg chg="mod topLvl">
          <ac:chgData name="王 欣捷" userId="b965477fa0aef5e6" providerId="LiveId" clId="{CCC25DF9-4458-4252-A1FA-96CED2233F88}" dt="2021-04-22T07:36:45.522" v="133" actId="164"/>
          <ac:spMkLst>
            <pc:docMk/>
            <pc:sldMk cId="4090644917" sldId="946"/>
            <ac:spMk id="46" creationId="{3B776426-D057-4872-95BF-9EC32EEDEB8D}"/>
          </ac:spMkLst>
        </pc:spChg>
        <pc:spChg chg="mod topLvl">
          <ac:chgData name="王 欣捷" userId="b965477fa0aef5e6" providerId="LiveId" clId="{CCC25DF9-4458-4252-A1FA-96CED2233F88}" dt="2021-04-22T07:36:45.522" v="133" actId="164"/>
          <ac:spMkLst>
            <pc:docMk/>
            <pc:sldMk cId="4090644917" sldId="946"/>
            <ac:spMk id="47" creationId="{9D7A319C-F077-4B1B-87AF-56487DA148A5}"/>
          </ac:spMkLst>
        </pc:spChg>
        <pc:spChg chg="mod topLvl">
          <ac:chgData name="王 欣捷" userId="b965477fa0aef5e6" providerId="LiveId" clId="{CCC25DF9-4458-4252-A1FA-96CED2233F88}" dt="2021-04-22T07:36:45.522" v="133" actId="164"/>
          <ac:spMkLst>
            <pc:docMk/>
            <pc:sldMk cId="4090644917" sldId="946"/>
            <ac:spMk id="48" creationId="{3A7D379A-5ED5-452F-B99A-850C4D5281A3}"/>
          </ac:spMkLst>
        </pc:spChg>
        <pc:spChg chg="mod topLvl">
          <ac:chgData name="王 欣捷" userId="b965477fa0aef5e6" providerId="LiveId" clId="{CCC25DF9-4458-4252-A1FA-96CED2233F88}" dt="2021-04-22T07:36:45.522" v="133" actId="164"/>
          <ac:spMkLst>
            <pc:docMk/>
            <pc:sldMk cId="4090644917" sldId="946"/>
            <ac:spMk id="49" creationId="{62886FD4-3A98-48DC-964E-089468C84532}"/>
          </ac:spMkLst>
        </pc:spChg>
        <pc:spChg chg="mod topLvl">
          <ac:chgData name="王 欣捷" userId="b965477fa0aef5e6" providerId="LiveId" clId="{CCC25DF9-4458-4252-A1FA-96CED2233F88}" dt="2021-04-22T07:36:45.522" v="133" actId="164"/>
          <ac:spMkLst>
            <pc:docMk/>
            <pc:sldMk cId="4090644917" sldId="946"/>
            <ac:spMk id="50" creationId="{C39973FC-B9B8-4BEC-8A97-377EB7BFE0B0}"/>
          </ac:spMkLst>
        </pc:spChg>
        <pc:spChg chg="mod topLvl">
          <ac:chgData name="王 欣捷" userId="b965477fa0aef5e6" providerId="LiveId" clId="{CCC25DF9-4458-4252-A1FA-96CED2233F88}" dt="2021-04-22T07:36:45.522" v="133" actId="164"/>
          <ac:spMkLst>
            <pc:docMk/>
            <pc:sldMk cId="4090644917" sldId="946"/>
            <ac:spMk id="51" creationId="{74EC502F-6B7E-4178-A197-3525CA23D8C2}"/>
          </ac:spMkLst>
        </pc:spChg>
        <pc:spChg chg="mod topLvl">
          <ac:chgData name="王 欣捷" userId="b965477fa0aef5e6" providerId="LiveId" clId="{CCC25DF9-4458-4252-A1FA-96CED2233F88}" dt="2021-04-22T07:36:45.522" v="133" actId="164"/>
          <ac:spMkLst>
            <pc:docMk/>
            <pc:sldMk cId="4090644917" sldId="946"/>
            <ac:spMk id="52" creationId="{7A8EB80A-304D-4D4F-8C44-2CF93CA8A217}"/>
          </ac:spMkLst>
        </pc:spChg>
        <pc:spChg chg="mod topLvl">
          <ac:chgData name="王 欣捷" userId="b965477fa0aef5e6" providerId="LiveId" clId="{CCC25DF9-4458-4252-A1FA-96CED2233F88}" dt="2021-04-22T07:36:34.586" v="132" actId="1076"/>
          <ac:spMkLst>
            <pc:docMk/>
            <pc:sldMk cId="4090644917" sldId="946"/>
            <ac:spMk id="53" creationId="{1B239E9F-A6CA-45EC-9392-FD2D6BE248F6}"/>
          </ac:spMkLst>
        </pc:spChg>
        <pc:spChg chg="mod topLvl">
          <ac:chgData name="王 欣捷" userId="b965477fa0aef5e6" providerId="LiveId" clId="{CCC25DF9-4458-4252-A1FA-96CED2233F88}" dt="2021-04-22T07:36:34.586" v="132" actId="1076"/>
          <ac:spMkLst>
            <pc:docMk/>
            <pc:sldMk cId="4090644917" sldId="946"/>
            <ac:spMk id="54" creationId="{C09E1BDA-E6C0-4ECE-A0DF-93F69715253F}"/>
          </ac:spMkLst>
        </pc:spChg>
        <pc:spChg chg="mod topLvl">
          <ac:chgData name="王 欣捷" userId="b965477fa0aef5e6" providerId="LiveId" clId="{CCC25DF9-4458-4252-A1FA-96CED2233F88}" dt="2021-04-22T07:36:34.586" v="132" actId="1076"/>
          <ac:spMkLst>
            <pc:docMk/>
            <pc:sldMk cId="4090644917" sldId="946"/>
            <ac:spMk id="55" creationId="{CE584957-AC2D-44E1-8089-CF92D1138933}"/>
          </ac:spMkLst>
        </pc:spChg>
        <pc:spChg chg="mod topLvl">
          <ac:chgData name="王 欣捷" userId="b965477fa0aef5e6" providerId="LiveId" clId="{CCC25DF9-4458-4252-A1FA-96CED2233F88}" dt="2021-04-22T07:36:34.586" v="132" actId="1076"/>
          <ac:spMkLst>
            <pc:docMk/>
            <pc:sldMk cId="4090644917" sldId="946"/>
            <ac:spMk id="56" creationId="{0D4F9DB1-7AC7-480D-B70E-5136C3E2E6E6}"/>
          </ac:spMkLst>
        </pc:spChg>
        <pc:spChg chg="mod topLvl">
          <ac:chgData name="王 欣捷" userId="b965477fa0aef5e6" providerId="LiveId" clId="{CCC25DF9-4458-4252-A1FA-96CED2233F88}" dt="2021-04-22T07:36:34.586" v="132" actId="1076"/>
          <ac:spMkLst>
            <pc:docMk/>
            <pc:sldMk cId="4090644917" sldId="946"/>
            <ac:spMk id="57" creationId="{8303C365-A110-41A7-A9C3-4526823C72C2}"/>
          </ac:spMkLst>
        </pc:spChg>
        <pc:spChg chg="mod topLvl">
          <ac:chgData name="王 欣捷" userId="b965477fa0aef5e6" providerId="LiveId" clId="{CCC25DF9-4458-4252-A1FA-96CED2233F88}" dt="2021-04-22T07:36:34.586" v="132" actId="1076"/>
          <ac:spMkLst>
            <pc:docMk/>
            <pc:sldMk cId="4090644917" sldId="946"/>
            <ac:spMk id="58" creationId="{1E78416D-0A76-4E57-A2B1-088A2E6CD6D4}"/>
          </ac:spMkLst>
        </pc:spChg>
        <pc:spChg chg="mod topLvl">
          <ac:chgData name="王 欣捷" userId="b965477fa0aef5e6" providerId="LiveId" clId="{CCC25DF9-4458-4252-A1FA-96CED2233F88}" dt="2021-04-22T07:36:34.586" v="132" actId="1076"/>
          <ac:spMkLst>
            <pc:docMk/>
            <pc:sldMk cId="4090644917" sldId="946"/>
            <ac:spMk id="59" creationId="{2E065FFF-1AF4-42CB-AABE-7B9AFC20EC2F}"/>
          </ac:spMkLst>
        </pc:spChg>
        <pc:spChg chg="mod topLvl">
          <ac:chgData name="王 欣捷" userId="b965477fa0aef5e6" providerId="LiveId" clId="{CCC25DF9-4458-4252-A1FA-96CED2233F88}" dt="2021-04-22T07:36:34.586" v="132" actId="1076"/>
          <ac:spMkLst>
            <pc:docMk/>
            <pc:sldMk cId="4090644917" sldId="946"/>
            <ac:spMk id="60" creationId="{1BC64DE6-D68C-4FB1-9A52-BC0895442AE3}"/>
          </ac:spMkLst>
        </pc:spChg>
        <pc:spChg chg="mod topLvl">
          <ac:chgData name="王 欣捷" userId="b965477fa0aef5e6" providerId="LiveId" clId="{CCC25DF9-4458-4252-A1FA-96CED2233F88}" dt="2021-04-22T07:36:34.586" v="132" actId="1076"/>
          <ac:spMkLst>
            <pc:docMk/>
            <pc:sldMk cId="4090644917" sldId="946"/>
            <ac:spMk id="61" creationId="{C5A27A63-C050-4A09-9A67-124621261759}"/>
          </ac:spMkLst>
        </pc:spChg>
        <pc:spChg chg="mod topLvl">
          <ac:chgData name="王 欣捷" userId="b965477fa0aef5e6" providerId="LiveId" clId="{CCC25DF9-4458-4252-A1FA-96CED2233F88}" dt="2021-04-22T07:36:34.586" v="132" actId="1076"/>
          <ac:spMkLst>
            <pc:docMk/>
            <pc:sldMk cId="4090644917" sldId="946"/>
            <ac:spMk id="62" creationId="{9F3DDA67-86E8-4C90-B493-99ECF3C226E6}"/>
          </ac:spMkLst>
        </pc:spChg>
        <pc:spChg chg="mod topLvl">
          <ac:chgData name="王 欣捷" userId="b965477fa0aef5e6" providerId="LiveId" clId="{CCC25DF9-4458-4252-A1FA-96CED2233F88}" dt="2021-04-22T07:34:55.753" v="107" actId="1076"/>
          <ac:spMkLst>
            <pc:docMk/>
            <pc:sldMk cId="4090644917" sldId="946"/>
            <ac:spMk id="63" creationId="{97B84383-2733-424F-B1C5-FFB32A31BF11}"/>
          </ac:spMkLst>
        </pc:spChg>
        <pc:spChg chg="mod topLvl">
          <ac:chgData name="王 欣捷" userId="b965477fa0aef5e6" providerId="LiveId" clId="{CCC25DF9-4458-4252-A1FA-96CED2233F88}" dt="2021-04-22T07:34:55.753" v="107" actId="1076"/>
          <ac:spMkLst>
            <pc:docMk/>
            <pc:sldMk cId="4090644917" sldId="946"/>
            <ac:spMk id="64" creationId="{6A16BF8A-B109-4144-9CA4-4D467A982C37}"/>
          </ac:spMkLst>
        </pc:spChg>
        <pc:spChg chg="mod topLvl">
          <ac:chgData name="王 欣捷" userId="b965477fa0aef5e6" providerId="LiveId" clId="{CCC25DF9-4458-4252-A1FA-96CED2233F88}" dt="2021-04-22T07:34:55.753" v="107" actId="1076"/>
          <ac:spMkLst>
            <pc:docMk/>
            <pc:sldMk cId="4090644917" sldId="946"/>
            <ac:spMk id="65" creationId="{673F59EA-C48F-4217-B0E4-499A119CB015}"/>
          </ac:spMkLst>
        </pc:spChg>
        <pc:spChg chg="mod topLvl">
          <ac:chgData name="王 欣捷" userId="b965477fa0aef5e6" providerId="LiveId" clId="{CCC25DF9-4458-4252-A1FA-96CED2233F88}" dt="2021-04-22T07:34:55.753" v="107" actId="1076"/>
          <ac:spMkLst>
            <pc:docMk/>
            <pc:sldMk cId="4090644917" sldId="946"/>
            <ac:spMk id="66" creationId="{B0C85333-B9E1-4CCB-8ABF-4BDB438D787B}"/>
          </ac:spMkLst>
        </pc:spChg>
        <pc:spChg chg="mod topLvl">
          <ac:chgData name="王 欣捷" userId="b965477fa0aef5e6" providerId="LiveId" clId="{CCC25DF9-4458-4252-A1FA-96CED2233F88}" dt="2021-04-22T07:34:55.753" v="107" actId="1076"/>
          <ac:spMkLst>
            <pc:docMk/>
            <pc:sldMk cId="4090644917" sldId="946"/>
            <ac:spMk id="67" creationId="{FA3765AD-FCB5-44A8-8EFE-8EBF99F4B029}"/>
          </ac:spMkLst>
        </pc:spChg>
        <pc:spChg chg="mod topLvl">
          <ac:chgData name="王 欣捷" userId="b965477fa0aef5e6" providerId="LiveId" clId="{CCC25DF9-4458-4252-A1FA-96CED2233F88}" dt="2021-04-22T07:34:55.753" v="107" actId="1076"/>
          <ac:spMkLst>
            <pc:docMk/>
            <pc:sldMk cId="4090644917" sldId="946"/>
            <ac:spMk id="68" creationId="{EB4BEAA9-360E-4882-A578-67B529847986}"/>
          </ac:spMkLst>
        </pc:spChg>
        <pc:spChg chg="mod topLvl">
          <ac:chgData name="王 欣捷" userId="b965477fa0aef5e6" providerId="LiveId" clId="{CCC25DF9-4458-4252-A1FA-96CED2233F88}" dt="2021-04-22T07:34:55.753" v="107" actId="1076"/>
          <ac:spMkLst>
            <pc:docMk/>
            <pc:sldMk cId="4090644917" sldId="946"/>
            <ac:spMk id="69" creationId="{9F6E41D2-7828-4DA5-813D-82F0548027EE}"/>
          </ac:spMkLst>
        </pc:spChg>
        <pc:spChg chg="mod topLvl">
          <ac:chgData name="王 欣捷" userId="b965477fa0aef5e6" providerId="LiveId" clId="{CCC25DF9-4458-4252-A1FA-96CED2233F88}" dt="2021-04-22T07:34:55.753" v="107" actId="1076"/>
          <ac:spMkLst>
            <pc:docMk/>
            <pc:sldMk cId="4090644917" sldId="946"/>
            <ac:spMk id="70" creationId="{F0AA13C5-6A9D-4436-9DA7-BE3792B470F7}"/>
          </ac:spMkLst>
        </pc:spChg>
        <pc:spChg chg="mod topLvl">
          <ac:chgData name="王 欣捷" userId="b965477fa0aef5e6" providerId="LiveId" clId="{CCC25DF9-4458-4252-A1FA-96CED2233F88}" dt="2021-04-22T07:34:55.753" v="107" actId="1076"/>
          <ac:spMkLst>
            <pc:docMk/>
            <pc:sldMk cId="4090644917" sldId="946"/>
            <ac:spMk id="71" creationId="{CA1D5302-2F60-4FBB-BD26-15E181855692}"/>
          </ac:spMkLst>
        </pc:spChg>
        <pc:spChg chg="mod topLvl">
          <ac:chgData name="王 欣捷" userId="b965477fa0aef5e6" providerId="LiveId" clId="{CCC25DF9-4458-4252-A1FA-96CED2233F88}" dt="2021-04-22T07:34:55.753" v="107" actId="1076"/>
          <ac:spMkLst>
            <pc:docMk/>
            <pc:sldMk cId="4090644917" sldId="946"/>
            <ac:spMk id="72" creationId="{9EADE948-5F62-42FE-90ED-D6A627F10F4D}"/>
          </ac:spMkLst>
        </pc:spChg>
        <pc:spChg chg="mod topLvl">
          <ac:chgData name="王 欣捷" userId="b965477fa0aef5e6" providerId="LiveId" clId="{CCC25DF9-4458-4252-A1FA-96CED2233F88}" dt="2021-04-22T07:34:55.753" v="107" actId="1076"/>
          <ac:spMkLst>
            <pc:docMk/>
            <pc:sldMk cId="4090644917" sldId="946"/>
            <ac:spMk id="73" creationId="{EACDC886-BF4C-4D7D-9658-6E026712318B}"/>
          </ac:spMkLst>
        </pc:spChg>
        <pc:spChg chg="mod topLvl">
          <ac:chgData name="王 欣捷" userId="b965477fa0aef5e6" providerId="LiveId" clId="{CCC25DF9-4458-4252-A1FA-96CED2233F88}" dt="2021-04-22T07:34:55.753" v="107" actId="1076"/>
          <ac:spMkLst>
            <pc:docMk/>
            <pc:sldMk cId="4090644917" sldId="946"/>
            <ac:spMk id="74" creationId="{FEFC82D9-8BAC-471F-874E-FA8EA4FAEF97}"/>
          </ac:spMkLst>
        </pc:spChg>
        <pc:spChg chg="mod topLvl">
          <ac:chgData name="王 欣捷" userId="b965477fa0aef5e6" providerId="LiveId" clId="{CCC25DF9-4458-4252-A1FA-96CED2233F88}" dt="2021-04-22T07:34:55.753" v="107" actId="1076"/>
          <ac:spMkLst>
            <pc:docMk/>
            <pc:sldMk cId="4090644917" sldId="946"/>
            <ac:spMk id="75" creationId="{CCC394CD-5C4E-4031-ADC5-4D6B459C66F9}"/>
          </ac:spMkLst>
        </pc:spChg>
        <pc:spChg chg="mod topLvl">
          <ac:chgData name="王 欣捷" userId="b965477fa0aef5e6" providerId="LiveId" clId="{CCC25DF9-4458-4252-A1FA-96CED2233F88}" dt="2021-04-22T07:34:55.753" v="107" actId="1076"/>
          <ac:spMkLst>
            <pc:docMk/>
            <pc:sldMk cId="4090644917" sldId="946"/>
            <ac:spMk id="76" creationId="{ED7057A5-8ECD-4B74-889A-9E67FC48982F}"/>
          </ac:spMkLst>
        </pc:spChg>
        <pc:spChg chg="mod topLvl">
          <ac:chgData name="王 欣捷" userId="b965477fa0aef5e6" providerId="LiveId" clId="{CCC25DF9-4458-4252-A1FA-96CED2233F88}" dt="2021-04-22T07:34:55.753" v="107" actId="1076"/>
          <ac:spMkLst>
            <pc:docMk/>
            <pc:sldMk cId="4090644917" sldId="946"/>
            <ac:spMk id="77" creationId="{181BF99D-75A4-472B-BDC9-166A3F8476A7}"/>
          </ac:spMkLst>
        </pc:spChg>
        <pc:spChg chg="mod topLvl">
          <ac:chgData name="王 欣捷" userId="b965477fa0aef5e6" providerId="LiveId" clId="{CCC25DF9-4458-4252-A1FA-96CED2233F88}" dt="2021-04-22T07:34:55.753" v="107" actId="1076"/>
          <ac:spMkLst>
            <pc:docMk/>
            <pc:sldMk cId="4090644917" sldId="946"/>
            <ac:spMk id="78" creationId="{5C2991C8-AB10-4E7B-B625-3A80FEDB8A07}"/>
          </ac:spMkLst>
        </pc:spChg>
        <pc:spChg chg="mod topLvl">
          <ac:chgData name="王 欣捷" userId="b965477fa0aef5e6" providerId="LiveId" clId="{CCC25DF9-4458-4252-A1FA-96CED2233F88}" dt="2021-04-22T07:34:55.753" v="107" actId="1076"/>
          <ac:spMkLst>
            <pc:docMk/>
            <pc:sldMk cId="4090644917" sldId="946"/>
            <ac:spMk id="79" creationId="{BC2B2C75-55DB-451F-9B6B-CF2B28C0DCBE}"/>
          </ac:spMkLst>
        </pc:spChg>
        <pc:spChg chg="mod topLvl">
          <ac:chgData name="王 欣捷" userId="b965477fa0aef5e6" providerId="LiveId" clId="{CCC25DF9-4458-4252-A1FA-96CED2233F88}" dt="2021-04-22T07:34:55.753" v="107" actId="1076"/>
          <ac:spMkLst>
            <pc:docMk/>
            <pc:sldMk cId="4090644917" sldId="946"/>
            <ac:spMk id="80" creationId="{BC77A050-4CFC-4231-B4E4-5C66334FA3E1}"/>
          </ac:spMkLst>
        </pc:spChg>
        <pc:spChg chg="add mod ord">
          <ac:chgData name="王 欣捷" userId="b965477fa0aef5e6" providerId="LiveId" clId="{CCC25DF9-4458-4252-A1FA-96CED2233F88}" dt="2021-04-22T07:35:02.239" v="110" actId="27636"/>
          <ac:spMkLst>
            <pc:docMk/>
            <pc:sldMk cId="4090644917" sldId="946"/>
            <ac:spMk id="90" creationId="{08414A11-0938-407D-A733-5DC681B7845F}"/>
          </ac:spMkLst>
        </pc:spChg>
        <pc:spChg chg="add mod ord">
          <ac:chgData name="王 欣捷" userId="b965477fa0aef5e6" providerId="LiveId" clId="{CCC25DF9-4458-4252-A1FA-96CED2233F88}" dt="2021-04-22T07:36:15.687" v="126" actId="1076"/>
          <ac:spMkLst>
            <pc:docMk/>
            <pc:sldMk cId="4090644917" sldId="946"/>
            <ac:spMk id="91" creationId="{666A1937-D1AC-4987-B1F8-4237DB8CC21A}"/>
          </ac:spMkLst>
        </pc:spChg>
        <pc:grpChg chg="mod">
          <ac:chgData name="王 欣捷" userId="b965477fa0aef5e6" providerId="LiveId" clId="{CCC25DF9-4458-4252-A1FA-96CED2233F88}" dt="2021-04-22T07:34:09.532" v="91" actId="338"/>
          <ac:grpSpMkLst>
            <pc:docMk/>
            <pc:sldMk cId="4090644917" sldId="946"/>
            <ac:grpSpMk id="1" creationId="{00000000-0000-0000-0000-000000000000}"/>
          </ac:grpSpMkLst>
        </pc:grpChg>
        <pc:grpChg chg="del mod">
          <ac:chgData name="王 欣捷" userId="b965477fa0aef5e6" providerId="LiveId" clId="{CCC25DF9-4458-4252-A1FA-96CED2233F88}" dt="2021-04-22T07:34:12.062" v="92" actId="165"/>
          <ac:grpSpMkLst>
            <pc:docMk/>
            <pc:sldMk cId="4090644917" sldId="946"/>
            <ac:grpSpMk id="5" creationId="{9FB66C29-D82A-4452-BFC6-5A53F87A4DDA}"/>
          </ac:grpSpMkLst>
        </pc:grpChg>
        <pc:grpChg chg="add del mod">
          <ac:chgData name="王 欣捷" userId="b965477fa0aef5e6" providerId="LiveId" clId="{CCC25DF9-4458-4252-A1FA-96CED2233F88}" dt="2021-04-22T07:35:52.630" v="119" actId="165"/>
          <ac:grpSpMkLst>
            <pc:docMk/>
            <pc:sldMk cId="4090644917" sldId="946"/>
            <ac:grpSpMk id="81" creationId="{73C69B23-6672-49FE-99B7-D36DF3F33E57}"/>
          </ac:grpSpMkLst>
        </pc:grpChg>
        <pc:grpChg chg="add mod">
          <ac:chgData name="王 欣捷" userId="b965477fa0aef5e6" providerId="LiveId" clId="{CCC25DF9-4458-4252-A1FA-96CED2233F88}" dt="2021-04-22T07:34:55.753" v="107" actId="1076"/>
          <ac:grpSpMkLst>
            <pc:docMk/>
            <pc:sldMk cId="4090644917" sldId="946"/>
            <ac:grpSpMk id="82" creationId="{E1DF432B-9453-4538-A4BB-6C8CEBB545FF}"/>
          </ac:grpSpMkLst>
        </pc:grpChg>
        <pc:grpChg chg="add mod">
          <ac:chgData name="王 欣捷" userId="b965477fa0aef5e6" providerId="LiveId" clId="{CCC25DF9-4458-4252-A1FA-96CED2233F88}" dt="2021-04-22T07:34:55.753" v="107" actId="1076"/>
          <ac:grpSpMkLst>
            <pc:docMk/>
            <pc:sldMk cId="4090644917" sldId="946"/>
            <ac:grpSpMk id="83" creationId="{6FED653A-C679-4CD6-AAE6-183184750DA7}"/>
          </ac:grpSpMkLst>
        </pc:grpChg>
        <pc:grpChg chg="add mod">
          <ac:chgData name="王 欣捷" userId="b965477fa0aef5e6" providerId="LiveId" clId="{CCC25DF9-4458-4252-A1FA-96CED2233F88}" dt="2021-04-22T07:34:55.753" v="107" actId="1076"/>
          <ac:grpSpMkLst>
            <pc:docMk/>
            <pc:sldMk cId="4090644917" sldId="946"/>
            <ac:grpSpMk id="84" creationId="{70EE79E6-5A6D-4F83-B745-63FDA81FA3C5}"/>
          </ac:grpSpMkLst>
        </pc:grpChg>
        <pc:grpChg chg="add del mod">
          <ac:chgData name="王 欣捷" userId="b965477fa0aef5e6" providerId="LiveId" clId="{CCC25DF9-4458-4252-A1FA-96CED2233F88}" dt="2021-04-22T07:35:42.137" v="116" actId="165"/>
          <ac:grpSpMkLst>
            <pc:docMk/>
            <pc:sldMk cId="4090644917" sldId="946"/>
            <ac:grpSpMk id="85" creationId="{FAAB07B7-3401-4121-80C8-45E33696D231}"/>
          </ac:grpSpMkLst>
        </pc:grpChg>
        <pc:grpChg chg="add mod">
          <ac:chgData name="王 欣捷" userId="b965477fa0aef5e6" providerId="LiveId" clId="{CCC25DF9-4458-4252-A1FA-96CED2233F88}" dt="2021-04-22T07:36:34.586" v="132" actId="1076"/>
          <ac:grpSpMkLst>
            <pc:docMk/>
            <pc:sldMk cId="4090644917" sldId="946"/>
            <ac:grpSpMk id="86" creationId="{BF875737-2DB5-4FA4-891B-3982100FD5CE}"/>
          </ac:grpSpMkLst>
        </pc:grpChg>
        <pc:grpChg chg="add mod">
          <ac:chgData name="王 欣捷" userId="b965477fa0aef5e6" providerId="LiveId" clId="{CCC25DF9-4458-4252-A1FA-96CED2233F88}" dt="2021-04-22T07:34:55.753" v="107" actId="1076"/>
          <ac:grpSpMkLst>
            <pc:docMk/>
            <pc:sldMk cId="4090644917" sldId="946"/>
            <ac:grpSpMk id="87" creationId="{2D27FF75-BFE8-4180-924B-056A9B2D3E0F}"/>
          </ac:grpSpMkLst>
        </pc:grpChg>
        <pc:grpChg chg="add mod">
          <ac:chgData name="王 欣捷" userId="b965477fa0aef5e6" providerId="LiveId" clId="{CCC25DF9-4458-4252-A1FA-96CED2233F88}" dt="2021-04-22T07:34:55.753" v="107" actId="1076"/>
          <ac:grpSpMkLst>
            <pc:docMk/>
            <pc:sldMk cId="4090644917" sldId="946"/>
            <ac:grpSpMk id="88" creationId="{C6ADAB29-7F99-437F-83DF-DBF4963EE48A}"/>
          </ac:grpSpMkLst>
        </pc:grpChg>
        <pc:grpChg chg="add mod">
          <ac:chgData name="王 欣捷" userId="b965477fa0aef5e6" providerId="LiveId" clId="{CCC25DF9-4458-4252-A1FA-96CED2233F88}" dt="2021-04-22T07:34:55.753" v="107" actId="1076"/>
          <ac:grpSpMkLst>
            <pc:docMk/>
            <pc:sldMk cId="4090644917" sldId="946"/>
            <ac:grpSpMk id="89" creationId="{7C14ED04-91AD-41E0-8E07-C1861567D3E1}"/>
          </ac:grpSpMkLst>
        </pc:grpChg>
        <pc:grpChg chg="add mod">
          <ac:chgData name="王 欣捷" userId="b965477fa0aef5e6" providerId="LiveId" clId="{CCC25DF9-4458-4252-A1FA-96CED2233F88}" dt="2021-04-22T07:36:18.538" v="128" actId="1076"/>
          <ac:grpSpMkLst>
            <pc:docMk/>
            <pc:sldMk cId="4090644917" sldId="946"/>
            <ac:grpSpMk id="92" creationId="{CFBB732F-32C7-44BE-9B25-2B63D052E986}"/>
          </ac:grpSpMkLst>
        </pc:grpChg>
        <pc:grpChg chg="add mod">
          <ac:chgData name="王 欣捷" userId="b965477fa0aef5e6" providerId="LiveId" clId="{CCC25DF9-4458-4252-A1FA-96CED2233F88}" dt="2021-04-22T07:36:45.522" v="133" actId="164"/>
          <ac:grpSpMkLst>
            <pc:docMk/>
            <pc:sldMk cId="4090644917" sldId="946"/>
            <ac:grpSpMk id="93" creationId="{6C827C96-2FF9-4130-967B-DE2997090804}"/>
          </ac:grpSpMkLst>
        </pc:grpChg>
        <pc:picChg chg="del mod">
          <ac:chgData name="王 欣捷" userId="b965477fa0aef5e6" providerId="LiveId" clId="{CCC25DF9-4458-4252-A1FA-96CED2233F88}" dt="2021-04-22T07:34:09.532" v="91" actId="338"/>
          <ac:picMkLst>
            <pc:docMk/>
            <pc:sldMk cId="4090644917" sldId="946"/>
            <ac:picMk id="4" creationId="{04DA7B1D-F1CC-4874-A0B8-CEC1C2AA3D5C}"/>
          </ac:picMkLst>
        </pc:picChg>
      </pc:sldChg>
      <pc:sldChg chg="modSp new mod">
        <pc:chgData name="王 欣捷" userId="b965477fa0aef5e6" providerId="LiveId" clId="{CCC25DF9-4458-4252-A1FA-96CED2233F88}" dt="2021-04-22T08:11:49.058" v="336" actId="113"/>
        <pc:sldMkLst>
          <pc:docMk/>
          <pc:sldMk cId="2198492349" sldId="947"/>
        </pc:sldMkLst>
        <pc:spChg chg="mod">
          <ac:chgData name="王 欣捷" userId="b965477fa0aef5e6" providerId="LiveId" clId="{CCC25DF9-4458-4252-A1FA-96CED2233F88}" dt="2021-04-22T08:09:47.159" v="150"/>
          <ac:spMkLst>
            <pc:docMk/>
            <pc:sldMk cId="2198492349" sldId="947"/>
            <ac:spMk id="2" creationId="{BE43F709-49BB-4BD2-A02D-DA98516138E8}"/>
          </ac:spMkLst>
        </pc:spChg>
        <pc:spChg chg="mod">
          <ac:chgData name="王 欣捷" userId="b965477fa0aef5e6" providerId="LiveId" clId="{CCC25DF9-4458-4252-A1FA-96CED2233F88}" dt="2021-04-22T08:11:49.058" v="336" actId="113"/>
          <ac:spMkLst>
            <pc:docMk/>
            <pc:sldMk cId="2198492349" sldId="947"/>
            <ac:spMk id="3" creationId="{83223860-FE93-4EBA-AA13-19E55DD0F28F}"/>
          </ac:spMkLst>
        </pc:spChg>
      </pc:sldChg>
      <pc:sldChg chg="modSp add mod">
        <pc:chgData name="王 欣捷" userId="b965477fa0aef5e6" providerId="LiveId" clId="{CCC25DF9-4458-4252-A1FA-96CED2233F88}" dt="2021-04-22T08:12:06.071" v="338"/>
        <pc:sldMkLst>
          <pc:docMk/>
          <pc:sldMk cId="2570831121" sldId="948"/>
        </pc:sldMkLst>
        <pc:spChg chg="mod">
          <ac:chgData name="王 欣捷" userId="b965477fa0aef5e6" providerId="LiveId" clId="{CCC25DF9-4458-4252-A1FA-96CED2233F88}" dt="2021-04-22T08:12:06.071" v="338"/>
          <ac:spMkLst>
            <pc:docMk/>
            <pc:sldMk cId="2570831121" sldId="948"/>
            <ac:spMk id="2" creationId="{BE43F709-49BB-4BD2-A02D-DA98516138E8}"/>
          </ac:spMkLst>
        </pc:spChg>
      </pc:sldChg>
      <pc:sldChg chg="modSp add del">
        <pc:chgData name="王 欣捷" userId="b965477fa0aef5e6" providerId="LiveId" clId="{CCC25DF9-4458-4252-A1FA-96CED2233F88}" dt="2021-04-22T07:44:25.943" v="145"/>
        <pc:sldMkLst>
          <pc:docMk/>
          <pc:sldMk cId="3274214887" sldId="954"/>
        </pc:sldMkLst>
        <pc:spChg chg="mod">
          <ac:chgData name="王 欣捷" userId="b965477fa0aef5e6" providerId="LiveId" clId="{CCC25DF9-4458-4252-A1FA-96CED2233F88}" dt="2021-04-22T07:40:54.916" v="140"/>
          <ac:spMkLst>
            <pc:docMk/>
            <pc:sldMk cId="3274214887" sldId="954"/>
            <ac:spMk id="38914" creationId="{28CE3509-59E4-47BA-9778-C1625AFB2554}"/>
          </ac:spMkLst>
        </pc:spChg>
      </pc:sldChg>
      <pc:sldChg chg="modSp add del">
        <pc:chgData name="王 欣捷" userId="b965477fa0aef5e6" providerId="LiveId" clId="{CCC25DF9-4458-4252-A1FA-96CED2233F88}" dt="2021-04-22T07:44:25.943" v="145"/>
        <pc:sldMkLst>
          <pc:docMk/>
          <pc:sldMk cId="4227420311" sldId="955"/>
        </pc:sldMkLst>
        <pc:spChg chg="mod">
          <ac:chgData name="王 欣捷" userId="b965477fa0aef5e6" providerId="LiveId" clId="{CCC25DF9-4458-4252-A1FA-96CED2233F88}" dt="2021-04-22T07:40:54.916" v="140"/>
          <ac:spMkLst>
            <pc:docMk/>
            <pc:sldMk cId="4227420311" sldId="955"/>
            <ac:spMk id="21506" creationId="{1A8D6337-402C-4A74-BA01-903840EA0331}"/>
          </ac:spMkLst>
        </pc:spChg>
      </pc:sldChg>
      <pc:sldChg chg="modSp add del">
        <pc:chgData name="王 欣捷" userId="b965477fa0aef5e6" providerId="LiveId" clId="{CCC25DF9-4458-4252-A1FA-96CED2233F88}" dt="2021-04-22T07:44:25.943" v="145"/>
        <pc:sldMkLst>
          <pc:docMk/>
          <pc:sldMk cId="0" sldId="956"/>
        </pc:sldMkLst>
        <pc:spChg chg="mod">
          <ac:chgData name="王 欣捷" userId="b965477fa0aef5e6" providerId="LiveId" clId="{CCC25DF9-4458-4252-A1FA-96CED2233F88}" dt="2021-04-22T07:40:54.916" v="140"/>
          <ac:spMkLst>
            <pc:docMk/>
            <pc:sldMk cId="0" sldId="956"/>
            <ac:spMk id="31746" creationId="{CBA333DE-8DAC-4F1A-AD70-D8560F1B622C}"/>
          </ac:spMkLst>
        </pc:spChg>
      </pc:sldChg>
      <pc:sldChg chg="addSp delSp modSp new del mod modClrScheme chgLayout">
        <pc:chgData name="王 欣捷" userId="b965477fa0aef5e6" providerId="LiveId" clId="{CCC25DF9-4458-4252-A1FA-96CED2233F88}" dt="2021-04-28T13:38:26.551" v="651" actId="47"/>
        <pc:sldMkLst>
          <pc:docMk/>
          <pc:sldMk cId="2916871396" sldId="956"/>
        </pc:sldMkLst>
        <pc:spChg chg="del">
          <ac:chgData name="王 欣捷" userId="b965477fa0aef5e6" providerId="LiveId" clId="{CCC25DF9-4458-4252-A1FA-96CED2233F88}" dt="2021-04-28T13:37:58.306" v="643" actId="700"/>
          <ac:spMkLst>
            <pc:docMk/>
            <pc:sldMk cId="2916871396" sldId="956"/>
            <ac:spMk id="2" creationId="{4AFB3D2E-E9A8-4C5D-B411-B2AD9491EEFF}"/>
          </ac:spMkLst>
        </pc:spChg>
        <pc:spChg chg="del mod">
          <ac:chgData name="王 欣捷" userId="b965477fa0aef5e6" providerId="LiveId" clId="{CCC25DF9-4458-4252-A1FA-96CED2233F88}" dt="2021-04-28T13:37:58.306" v="643" actId="700"/>
          <ac:spMkLst>
            <pc:docMk/>
            <pc:sldMk cId="2916871396" sldId="956"/>
            <ac:spMk id="3" creationId="{8FF25B76-4E8D-4259-AD9E-F619C93B3512}"/>
          </ac:spMkLst>
        </pc:spChg>
        <pc:spChg chg="add del">
          <ac:chgData name="王 欣捷" userId="b965477fa0aef5e6" providerId="LiveId" clId="{CCC25DF9-4458-4252-A1FA-96CED2233F88}" dt="2021-04-28T13:36:20.668" v="626" actId="22"/>
          <ac:spMkLst>
            <pc:docMk/>
            <pc:sldMk cId="2916871396" sldId="956"/>
            <ac:spMk id="7" creationId="{D33636BF-DE67-4B7F-877D-EF731D0DA38B}"/>
          </ac:spMkLst>
        </pc:spChg>
        <pc:spChg chg="add mod">
          <ac:chgData name="王 欣捷" userId="b965477fa0aef5e6" providerId="LiveId" clId="{CCC25DF9-4458-4252-A1FA-96CED2233F88}" dt="2021-04-28T13:38:11.113" v="646" actId="1076"/>
          <ac:spMkLst>
            <pc:docMk/>
            <pc:sldMk cId="2916871396" sldId="956"/>
            <ac:spMk id="9" creationId="{50F199AB-9D35-4CAA-BE00-2B90B565A10A}"/>
          </ac:spMkLst>
        </pc:spChg>
        <pc:picChg chg="add del">
          <ac:chgData name="王 欣捷" userId="b965477fa0aef5e6" providerId="LiveId" clId="{CCC25DF9-4458-4252-A1FA-96CED2233F88}" dt="2021-04-28T13:35:09.168" v="621" actId="22"/>
          <ac:picMkLst>
            <pc:docMk/>
            <pc:sldMk cId="2916871396" sldId="956"/>
            <ac:picMk id="5" creationId="{4C38648E-0C64-49C4-863C-96AD739D8D78}"/>
          </ac:picMkLst>
        </pc:picChg>
      </pc:sldChg>
      <pc:sldChg chg="addSp delSp modSp add mod modClrScheme modAnim chgLayout">
        <pc:chgData name="王 欣捷" userId="b965477fa0aef5e6" providerId="LiveId" clId="{CCC25DF9-4458-4252-A1FA-96CED2233F88}" dt="2021-04-28T13:45:35.323" v="984" actId="113"/>
        <pc:sldMkLst>
          <pc:docMk/>
          <pc:sldMk cId="2811519429" sldId="957"/>
        </pc:sldMkLst>
        <pc:spChg chg="add mod">
          <ac:chgData name="王 欣捷" userId="b965477fa0aef5e6" providerId="LiveId" clId="{CCC25DF9-4458-4252-A1FA-96CED2233F88}" dt="2021-04-28T13:45:07.660" v="976" actId="1076"/>
          <ac:spMkLst>
            <pc:docMk/>
            <pc:sldMk cId="2811519429" sldId="957"/>
            <ac:spMk id="4" creationId="{D0A59E88-4FDD-4303-8072-D2BCE2DFC4F2}"/>
          </ac:spMkLst>
        </pc:spChg>
        <pc:spChg chg="add mod">
          <ac:chgData name="王 欣捷" userId="b965477fa0aef5e6" providerId="LiveId" clId="{CCC25DF9-4458-4252-A1FA-96CED2233F88}" dt="2021-04-28T13:45:35.323" v="984" actId="113"/>
          <ac:spMkLst>
            <pc:docMk/>
            <pc:sldMk cId="2811519429" sldId="957"/>
            <ac:spMk id="5" creationId="{DB5A1713-0175-494A-AC32-772400C7EFA8}"/>
          </ac:spMkLst>
        </pc:spChg>
        <pc:spChg chg="mod">
          <ac:chgData name="王 欣捷" userId="b965477fa0aef5e6" providerId="LiveId" clId="{CCC25DF9-4458-4252-A1FA-96CED2233F88}" dt="2021-04-22T07:40:54.916" v="140"/>
          <ac:spMkLst>
            <pc:docMk/>
            <pc:sldMk cId="2811519429" sldId="957"/>
            <ac:spMk id="32770" creationId="{F43E01EE-F21F-4F34-A8C5-AE2648940F07}"/>
          </ac:spMkLst>
        </pc:spChg>
        <pc:spChg chg="mod ord">
          <ac:chgData name="王 欣捷" userId="b965477fa0aef5e6" providerId="LiveId" clId="{CCC25DF9-4458-4252-A1FA-96CED2233F88}" dt="2021-04-28T13:38:17.250" v="648" actId="700"/>
          <ac:spMkLst>
            <pc:docMk/>
            <pc:sldMk cId="2811519429" sldId="957"/>
            <ac:spMk id="91138" creationId="{576472EC-7AD0-47EC-B620-441B2D8D7194}"/>
          </ac:spMkLst>
        </pc:spChg>
        <pc:spChg chg="del mod ord">
          <ac:chgData name="王 欣捷" userId="b965477fa0aef5e6" providerId="LiveId" clId="{CCC25DF9-4458-4252-A1FA-96CED2233F88}" dt="2021-04-28T13:38:19.104" v="649" actId="478"/>
          <ac:spMkLst>
            <pc:docMk/>
            <pc:sldMk cId="2811519429" sldId="957"/>
            <ac:spMk id="91139" creationId="{36CD74D2-2681-4185-B28A-7DB1AF06E643}"/>
          </ac:spMkLst>
        </pc:spChg>
        <pc:graphicFrameChg chg="mod">
          <ac:chgData name="王 欣捷" userId="b965477fa0aef5e6" providerId="LiveId" clId="{CCC25DF9-4458-4252-A1FA-96CED2233F88}" dt="2021-04-22T07:40:54.916" v="140"/>
          <ac:graphicFrameMkLst>
            <pc:docMk/>
            <pc:sldMk cId="2811519429" sldId="957"/>
            <ac:graphicFrameMk id="759811" creationId="{3A573865-75FB-4649-A787-E32A4AD8739F}"/>
          </ac:graphicFrameMkLst>
        </pc:graphicFrameChg>
      </pc:sldChg>
      <pc:sldChg chg="modSp add del">
        <pc:chgData name="王 欣捷" userId="b965477fa0aef5e6" providerId="LiveId" clId="{CCC25DF9-4458-4252-A1FA-96CED2233F88}" dt="2021-04-22T07:44:25.943" v="145"/>
        <pc:sldMkLst>
          <pc:docMk/>
          <pc:sldMk cId="2100743063" sldId="958"/>
        </pc:sldMkLst>
        <pc:spChg chg="mod">
          <ac:chgData name="王 欣捷" userId="b965477fa0aef5e6" providerId="LiveId" clId="{CCC25DF9-4458-4252-A1FA-96CED2233F88}" dt="2021-04-28T13:45:26.610" v="981" actId="1076"/>
          <ac:spMkLst>
            <pc:docMk/>
            <pc:sldMk cId="2100743063" sldId="958"/>
            <ac:spMk id="4" creationId="{D0A59E88-4FDD-4303-8072-D2BCE2DFC4F2}"/>
          </ac:spMkLst>
        </pc:spChg>
        <pc:spChg chg="mod">
          <ac:chgData name="王 欣捷" userId="b965477fa0aef5e6" providerId="LiveId" clId="{CCC25DF9-4458-4252-A1FA-96CED2233F88}" dt="2021-04-28T13:45:32.004" v="983" actId="113"/>
          <ac:spMkLst>
            <pc:docMk/>
            <pc:sldMk cId="2100743063" sldId="958"/>
            <ac:spMk id="5" creationId="{DB5A1713-0175-494A-AC32-772400C7EFA8}"/>
          </ac:spMkLst>
        </pc:spChg>
        <pc:spChg chg="mod">
          <ac:chgData name="王 欣捷" userId="b965477fa0aef5e6" providerId="LiveId" clId="{CCC25DF9-4458-4252-A1FA-96CED2233F88}" dt="2021-04-22T07:40:54.916" v="140"/>
          <ac:spMkLst>
            <pc:docMk/>
            <pc:sldMk cId="2100743063" sldId="958"/>
            <ac:spMk id="33794" creationId="{BADD5867-6C8A-463B-A679-92EECEE31450}"/>
          </ac:spMkLst>
        </pc:spChg>
      </pc:sldChg>
      <pc:sldChg chg="addSp delSp modSp new mod modClrScheme chgLayout">
        <pc:chgData name="王 欣捷" userId="b965477fa0aef5e6" providerId="LiveId" clId="{CCC25DF9-4458-4252-A1FA-96CED2233F88}" dt="2021-04-28T14:01:09.531" v="1302"/>
        <pc:sldMkLst>
          <pc:docMk/>
          <pc:sldMk cId="3687718703" sldId="959"/>
        </pc:sldMkLst>
        <pc:spChg chg="del mod ord">
          <ac:chgData name="王 欣捷" userId="b965477fa0aef5e6" providerId="LiveId" clId="{CCC25DF9-4458-4252-A1FA-96CED2233F88}" dt="2021-04-28T13:51:06.384" v="990" actId="700"/>
          <ac:spMkLst>
            <pc:docMk/>
            <pc:sldMk cId="3687718703" sldId="959"/>
            <ac:spMk id="2" creationId="{41F4E63A-557E-43EF-92F5-9570C4AF8777}"/>
          </ac:spMkLst>
        </pc:spChg>
        <pc:spChg chg="del">
          <ac:chgData name="王 欣捷" userId="b965477fa0aef5e6" providerId="LiveId" clId="{CCC25DF9-4458-4252-A1FA-96CED2233F88}" dt="2021-04-28T13:51:06.384" v="990" actId="700"/>
          <ac:spMkLst>
            <pc:docMk/>
            <pc:sldMk cId="3687718703" sldId="959"/>
            <ac:spMk id="3" creationId="{005489D2-7006-4C1C-B2E7-FFB13CAB859C}"/>
          </ac:spMkLst>
        </pc:spChg>
        <pc:spChg chg="add mod ord">
          <ac:chgData name="王 欣捷" userId="b965477fa0aef5e6" providerId="LiveId" clId="{CCC25DF9-4458-4252-A1FA-96CED2233F88}" dt="2021-04-28T13:52:27.266" v="1064" actId="27636"/>
          <ac:spMkLst>
            <pc:docMk/>
            <pc:sldMk cId="3687718703" sldId="959"/>
            <ac:spMk id="5" creationId="{72A7D1FC-AE11-4197-8904-D3AA923C7581}"/>
          </ac:spMkLst>
        </pc:spChg>
        <pc:spChg chg="add del mod">
          <ac:chgData name="王 欣捷" userId="b965477fa0aef5e6" providerId="LiveId" clId="{CCC25DF9-4458-4252-A1FA-96CED2233F88}" dt="2021-04-28T13:51:16.349" v="994" actId="21"/>
          <ac:spMkLst>
            <pc:docMk/>
            <pc:sldMk cId="3687718703" sldId="959"/>
            <ac:spMk id="6" creationId="{CDF77396-FA87-4D88-A53E-9397C4EF0ECA}"/>
          </ac:spMkLst>
        </pc:spChg>
        <pc:spChg chg="mod">
          <ac:chgData name="王 欣捷" userId="b965477fa0aef5e6" providerId="LiveId" clId="{CCC25DF9-4458-4252-A1FA-96CED2233F88}" dt="2021-04-22T07:40:54.916" v="140"/>
          <ac:spMkLst>
            <pc:docMk/>
            <pc:sldMk cId="3687718703" sldId="959"/>
            <ac:spMk id="35842" creationId="{4B434EC7-E5E0-48A1-9BDB-2E965D7B7BE3}"/>
          </ac:spMkLst>
        </pc:spChg>
        <pc:graphicFrameChg chg="add mod modGraphic">
          <ac:chgData name="王 欣捷" userId="b965477fa0aef5e6" providerId="LiveId" clId="{CCC25DF9-4458-4252-A1FA-96CED2233F88}" dt="2021-04-28T14:01:09.531" v="1302"/>
          <ac:graphicFrameMkLst>
            <pc:docMk/>
            <pc:sldMk cId="3687718703" sldId="959"/>
            <ac:graphicFrameMk id="4" creationId="{A2635ED6-CC65-43A7-A562-F384AA9E04BD}"/>
          </ac:graphicFrameMkLst>
        </pc:graphicFrameChg>
      </pc:sldChg>
      <pc:sldChg chg="addSp modSp new mod">
        <pc:chgData name="王 欣捷" userId="b965477fa0aef5e6" providerId="LiveId" clId="{CCC25DF9-4458-4252-A1FA-96CED2233F88}" dt="2021-04-28T14:03:53.723" v="1373"/>
        <pc:sldMkLst>
          <pc:docMk/>
          <pc:sldMk cId="575355836" sldId="960"/>
        </pc:sldMkLst>
        <pc:spChg chg="mod">
          <ac:chgData name="王 欣捷" userId="b965477fa0aef5e6" providerId="LiveId" clId="{CCC25DF9-4458-4252-A1FA-96CED2233F88}" dt="2021-04-28T13:52:51.417" v="1069" actId="404"/>
          <ac:spMkLst>
            <pc:docMk/>
            <pc:sldMk cId="575355836" sldId="960"/>
            <ac:spMk id="2" creationId="{A48AEBA9-C979-458C-B768-97E6B1A1342A}"/>
          </ac:spMkLst>
        </pc:spChg>
        <pc:spChg chg="mod">
          <ac:chgData name="王 欣捷" userId="b965477fa0aef5e6" providerId="LiveId" clId="{CCC25DF9-4458-4252-A1FA-96CED2233F88}" dt="2021-04-22T07:40:54.916" v="140"/>
          <ac:spMkLst>
            <pc:docMk/>
            <pc:sldMk cId="575355836" sldId="960"/>
            <ac:spMk id="37890" creationId="{E7EC4258-DFAE-4969-959B-AD51D22B0F02}"/>
          </ac:spMkLst>
        </pc:spChg>
        <pc:graphicFrameChg chg="add mod modGraphic">
          <ac:chgData name="王 欣捷" userId="b965477fa0aef5e6" providerId="LiveId" clId="{CCC25DF9-4458-4252-A1FA-96CED2233F88}" dt="2021-04-28T14:03:53.723" v="1373"/>
          <ac:graphicFrameMkLst>
            <pc:docMk/>
            <pc:sldMk cId="575355836" sldId="960"/>
            <ac:graphicFrameMk id="3" creationId="{517B2D50-AF67-4B78-A3B7-11BCEC6B9BAC}"/>
          </ac:graphicFrameMkLst>
        </pc:graphicFrameChg>
      </pc:sldChg>
      <pc:sldChg chg="del">
        <pc:chgData name="王 欣捷" userId="b965477fa0aef5e6" providerId="LiveId" clId="{CCC25DF9-4458-4252-A1FA-96CED2233F88}" dt="2021-04-22T07:28:31.744" v="22" actId="47"/>
        <pc:sldMkLst>
          <pc:docMk/>
          <pc:sldMk cId="0" sldId="962"/>
        </pc:sldMkLst>
      </pc:sldChg>
      <pc:sldChg chg="del">
        <pc:chgData name="王 欣捷" userId="b965477fa0aef5e6" providerId="LiveId" clId="{CCC25DF9-4458-4252-A1FA-96CED2233F88}" dt="2021-04-22T07:28:31.744" v="22" actId="47"/>
        <pc:sldMkLst>
          <pc:docMk/>
          <pc:sldMk cId="0" sldId="1029"/>
        </pc:sldMkLst>
      </pc:sldChg>
      <pc:sldChg chg="del">
        <pc:chgData name="王 欣捷" userId="b965477fa0aef5e6" providerId="LiveId" clId="{CCC25DF9-4458-4252-A1FA-96CED2233F88}" dt="2021-04-22T07:28:31.744" v="22" actId="47"/>
        <pc:sldMkLst>
          <pc:docMk/>
          <pc:sldMk cId="0" sldId="1030"/>
        </pc:sldMkLst>
      </pc:sldChg>
      <pc:sldChg chg="del">
        <pc:chgData name="王 欣捷" userId="b965477fa0aef5e6" providerId="LiveId" clId="{CCC25DF9-4458-4252-A1FA-96CED2233F88}" dt="2021-04-22T07:28:31.744" v="22" actId="47"/>
        <pc:sldMkLst>
          <pc:docMk/>
          <pc:sldMk cId="0" sldId="1037"/>
        </pc:sldMkLst>
      </pc:sldChg>
      <pc:sldChg chg="del">
        <pc:chgData name="王 欣捷" userId="b965477fa0aef5e6" providerId="LiveId" clId="{CCC25DF9-4458-4252-A1FA-96CED2233F88}" dt="2021-04-22T07:28:31.744" v="22" actId="47"/>
        <pc:sldMkLst>
          <pc:docMk/>
          <pc:sldMk cId="0" sldId="1059"/>
        </pc:sldMkLst>
      </pc:sldChg>
      <pc:sldChg chg="del">
        <pc:chgData name="王 欣捷" userId="b965477fa0aef5e6" providerId="LiveId" clId="{CCC25DF9-4458-4252-A1FA-96CED2233F88}" dt="2021-04-22T07:28:31.744" v="22" actId="47"/>
        <pc:sldMkLst>
          <pc:docMk/>
          <pc:sldMk cId="0" sldId="1079"/>
        </pc:sldMkLst>
      </pc:sldChg>
      <pc:sldChg chg="del">
        <pc:chgData name="王 欣捷" userId="b965477fa0aef5e6" providerId="LiveId" clId="{CCC25DF9-4458-4252-A1FA-96CED2233F88}" dt="2021-04-22T07:28:31.744" v="22" actId="47"/>
        <pc:sldMkLst>
          <pc:docMk/>
          <pc:sldMk cId="0" sldId="1080"/>
        </pc:sldMkLst>
      </pc:sldChg>
      <pc:sldChg chg="del">
        <pc:chgData name="王 欣捷" userId="b965477fa0aef5e6" providerId="LiveId" clId="{CCC25DF9-4458-4252-A1FA-96CED2233F88}" dt="2021-04-22T07:28:31.744" v="22" actId="47"/>
        <pc:sldMkLst>
          <pc:docMk/>
          <pc:sldMk cId="0" sldId="1081"/>
        </pc:sldMkLst>
      </pc:sldChg>
      <pc:sldChg chg="del">
        <pc:chgData name="王 欣捷" userId="b965477fa0aef5e6" providerId="LiveId" clId="{CCC25DF9-4458-4252-A1FA-96CED2233F88}" dt="2021-04-22T07:28:31.744" v="22" actId="47"/>
        <pc:sldMkLst>
          <pc:docMk/>
          <pc:sldMk cId="0" sldId="1082"/>
        </pc:sldMkLst>
      </pc:sldChg>
      <pc:sldChg chg="del">
        <pc:chgData name="王 欣捷" userId="b965477fa0aef5e6" providerId="LiveId" clId="{CCC25DF9-4458-4252-A1FA-96CED2233F88}" dt="2021-04-22T07:28:31.744" v="22" actId="47"/>
        <pc:sldMkLst>
          <pc:docMk/>
          <pc:sldMk cId="0" sldId="1083"/>
        </pc:sldMkLst>
      </pc:sldChg>
      <pc:sldChg chg="del">
        <pc:chgData name="王 欣捷" userId="b965477fa0aef5e6" providerId="LiveId" clId="{CCC25DF9-4458-4252-A1FA-96CED2233F88}" dt="2021-04-22T07:28:31.744" v="22" actId="47"/>
        <pc:sldMkLst>
          <pc:docMk/>
          <pc:sldMk cId="0" sldId="1087"/>
        </pc:sldMkLst>
      </pc:sldChg>
      <pc:sldChg chg="del">
        <pc:chgData name="王 欣捷" userId="b965477fa0aef5e6" providerId="LiveId" clId="{CCC25DF9-4458-4252-A1FA-96CED2233F88}" dt="2021-04-22T07:28:31.744" v="22" actId="47"/>
        <pc:sldMkLst>
          <pc:docMk/>
          <pc:sldMk cId="0" sldId="1088"/>
        </pc:sldMkLst>
      </pc:sldChg>
      <pc:sldChg chg="del">
        <pc:chgData name="王 欣捷" userId="b965477fa0aef5e6" providerId="LiveId" clId="{CCC25DF9-4458-4252-A1FA-96CED2233F88}" dt="2021-04-22T07:28:31.744" v="22" actId="47"/>
        <pc:sldMkLst>
          <pc:docMk/>
          <pc:sldMk cId="0" sldId="1089"/>
        </pc:sldMkLst>
      </pc:sldChg>
      <pc:sldChg chg="del">
        <pc:chgData name="王 欣捷" userId="b965477fa0aef5e6" providerId="LiveId" clId="{CCC25DF9-4458-4252-A1FA-96CED2233F88}" dt="2021-04-22T07:28:31.744" v="22" actId="47"/>
        <pc:sldMkLst>
          <pc:docMk/>
          <pc:sldMk cId="0" sldId="1090"/>
        </pc:sldMkLst>
      </pc:sldChg>
      <pc:sldChg chg="del">
        <pc:chgData name="王 欣捷" userId="b965477fa0aef5e6" providerId="LiveId" clId="{CCC25DF9-4458-4252-A1FA-96CED2233F88}" dt="2021-04-22T07:28:31.744" v="22" actId="47"/>
        <pc:sldMkLst>
          <pc:docMk/>
          <pc:sldMk cId="0" sldId="1091"/>
        </pc:sldMkLst>
      </pc:sldChg>
      <pc:sldChg chg="del">
        <pc:chgData name="王 欣捷" userId="b965477fa0aef5e6" providerId="LiveId" clId="{CCC25DF9-4458-4252-A1FA-96CED2233F88}" dt="2021-04-22T07:28:31.744" v="22" actId="47"/>
        <pc:sldMkLst>
          <pc:docMk/>
          <pc:sldMk cId="0" sldId="1092"/>
        </pc:sldMkLst>
      </pc:sldChg>
      <pc:sldChg chg="del">
        <pc:chgData name="王 欣捷" userId="b965477fa0aef5e6" providerId="LiveId" clId="{CCC25DF9-4458-4252-A1FA-96CED2233F88}" dt="2021-04-22T07:28:31.744" v="22" actId="47"/>
        <pc:sldMkLst>
          <pc:docMk/>
          <pc:sldMk cId="0" sldId="1093"/>
        </pc:sldMkLst>
      </pc:sldChg>
      <pc:sldChg chg="del">
        <pc:chgData name="王 欣捷" userId="b965477fa0aef5e6" providerId="LiveId" clId="{CCC25DF9-4458-4252-A1FA-96CED2233F88}" dt="2021-04-22T07:28:31.744" v="22" actId="47"/>
        <pc:sldMkLst>
          <pc:docMk/>
          <pc:sldMk cId="0" sldId="1094"/>
        </pc:sldMkLst>
      </pc:sldChg>
      <pc:sldChg chg="del">
        <pc:chgData name="王 欣捷" userId="b965477fa0aef5e6" providerId="LiveId" clId="{CCC25DF9-4458-4252-A1FA-96CED2233F88}" dt="2021-04-22T07:28:31.744" v="22" actId="47"/>
        <pc:sldMkLst>
          <pc:docMk/>
          <pc:sldMk cId="0" sldId="1095"/>
        </pc:sldMkLst>
      </pc:sldChg>
      <pc:sldChg chg="del">
        <pc:chgData name="王 欣捷" userId="b965477fa0aef5e6" providerId="LiveId" clId="{CCC25DF9-4458-4252-A1FA-96CED2233F88}" dt="2021-04-22T07:28:31.744" v="22" actId="47"/>
        <pc:sldMkLst>
          <pc:docMk/>
          <pc:sldMk cId="0" sldId="1096"/>
        </pc:sldMkLst>
      </pc:sldChg>
      <pc:sldChg chg="del">
        <pc:chgData name="王 欣捷" userId="b965477fa0aef5e6" providerId="LiveId" clId="{CCC25DF9-4458-4252-A1FA-96CED2233F88}" dt="2021-04-22T07:28:31.744" v="22" actId="47"/>
        <pc:sldMkLst>
          <pc:docMk/>
          <pc:sldMk cId="0" sldId="1097"/>
        </pc:sldMkLst>
      </pc:sldChg>
      <pc:sldChg chg="del">
        <pc:chgData name="王 欣捷" userId="b965477fa0aef5e6" providerId="LiveId" clId="{CCC25DF9-4458-4252-A1FA-96CED2233F88}" dt="2021-04-22T07:28:31.744" v="22" actId="47"/>
        <pc:sldMkLst>
          <pc:docMk/>
          <pc:sldMk cId="0" sldId="1098"/>
        </pc:sldMkLst>
      </pc:sldChg>
      <pc:sldChg chg="del">
        <pc:chgData name="王 欣捷" userId="b965477fa0aef5e6" providerId="LiveId" clId="{CCC25DF9-4458-4252-A1FA-96CED2233F88}" dt="2021-04-22T07:28:31.744" v="22" actId="47"/>
        <pc:sldMkLst>
          <pc:docMk/>
          <pc:sldMk cId="0" sldId="1099"/>
        </pc:sldMkLst>
      </pc:sldChg>
      <pc:sldChg chg="del">
        <pc:chgData name="王 欣捷" userId="b965477fa0aef5e6" providerId="LiveId" clId="{CCC25DF9-4458-4252-A1FA-96CED2233F88}" dt="2021-04-22T07:28:31.744" v="22" actId="47"/>
        <pc:sldMkLst>
          <pc:docMk/>
          <pc:sldMk cId="0" sldId="1100"/>
        </pc:sldMkLst>
      </pc:sldChg>
      <pc:sldChg chg="del">
        <pc:chgData name="王 欣捷" userId="b965477fa0aef5e6" providerId="LiveId" clId="{CCC25DF9-4458-4252-A1FA-96CED2233F88}" dt="2021-04-22T07:28:31.744" v="22" actId="47"/>
        <pc:sldMkLst>
          <pc:docMk/>
          <pc:sldMk cId="0" sldId="1101"/>
        </pc:sldMkLst>
      </pc:sldChg>
      <pc:sldChg chg="del">
        <pc:chgData name="王 欣捷" userId="b965477fa0aef5e6" providerId="LiveId" clId="{CCC25DF9-4458-4252-A1FA-96CED2233F88}" dt="2021-04-22T07:28:31.744" v="22" actId="47"/>
        <pc:sldMkLst>
          <pc:docMk/>
          <pc:sldMk cId="0" sldId="1102"/>
        </pc:sldMkLst>
      </pc:sldChg>
      <pc:sldChg chg="del">
        <pc:chgData name="王 欣捷" userId="b965477fa0aef5e6" providerId="LiveId" clId="{CCC25DF9-4458-4252-A1FA-96CED2233F88}" dt="2021-04-22T07:28:31.744" v="22" actId="47"/>
        <pc:sldMkLst>
          <pc:docMk/>
          <pc:sldMk cId="0" sldId="1103"/>
        </pc:sldMkLst>
      </pc:sldChg>
      <pc:sldChg chg="del">
        <pc:chgData name="王 欣捷" userId="b965477fa0aef5e6" providerId="LiveId" clId="{CCC25DF9-4458-4252-A1FA-96CED2233F88}" dt="2021-04-22T07:28:31.744" v="22" actId="47"/>
        <pc:sldMkLst>
          <pc:docMk/>
          <pc:sldMk cId="0" sldId="1104"/>
        </pc:sldMkLst>
      </pc:sldChg>
      <pc:sldChg chg="del">
        <pc:chgData name="王 欣捷" userId="b965477fa0aef5e6" providerId="LiveId" clId="{CCC25DF9-4458-4252-A1FA-96CED2233F88}" dt="2021-04-22T07:28:31.744" v="22" actId="47"/>
        <pc:sldMkLst>
          <pc:docMk/>
          <pc:sldMk cId="0" sldId="1105"/>
        </pc:sldMkLst>
      </pc:sldChg>
      <pc:sldChg chg="del">
        <pc:chgData name="王 欣捷" userId="b965477fa0aef5e6" providerId="LiveId" clId="{CCC25DF9-4458-4252-A1FA-96CED2233F88}" dt="2021-04-22T07:28:31.744" v="22" actId="47"/>
        <pc:sldMkLst>
          <pc:docMk/>
          <pc:sldMk cId="0" sldId="1106"/>
        </pc:sldMkLst>
      </pc:sldChg>
      <pc:sldChg chg="del">
        <pc:chgData name="王 欣捷" userId="b965477fa0aef5e6" providerId="LiveId" clId="{CCC25DF9-4458-4252-A1FA-96CED2233F88}" dt="2021-04-22T07:28:31.744" v="22" actId="47"/>
        <pc:sldMkLst>
          <pc:docMk/>
          <pc:sldMk cId="0" sldId="1107"/>
        </pc:sldMkLst>
      </pc:sldChg>
      <pc:sldChg chg="del">
        <pc:chgData name="王 欣捷" userId="b965477fa0aef5e6" providerId="LiveId" clId="{CCC25DF9-4458-4252-A1FA-96CED2233F88}" dt="2021-04-22T07:28:31.744" v="22" actId="47"/>
        <pc:sldMkLst>
          <pc:docMk/>
          <pc:sldMk cId="0" sldId="1110"/>
        </pc:sldMkLst>
      </pc:sldChg>
      <pc:sldChg chg="del">
        <pc:chgData name="王 欣捷" userId="b965477fa0aef5e6" providerId="LiveId" clId="{CCC25DF9-4458-4252-A1FA-96CED2233F88}" dt="2021-04-22T07:28:31.744" v="22" actId="47"/>
        <pc:sldMkLst>
          <pc:docMk/>
          <pc:sldMk cId="0" sldId="1113"/>
        </pc:sldMkLst>
      </pc:sldChg>
      <pc:sldChg chg="del">
        <pc:chgData name="王 欣捷" userId="b965477fa0aef5e6" providerId="LiveId" clId="{CCC25DF9-4458-4252-A1FA-96CED2233F88}" dt="2021-04-22T07:28:31.744" v="22" actId="47"/>
        <pc:sldMkLst>
          <pc:docMk/>
          <pc:sldMk cId="0" sldId="1127"/>
        </pc:sldMkLst>
      </pc:sldChg>
      <pc:sldChg chg="del">
        <pc:chgData name="王 欣捷" userId="b965477fa0aef5e6" providerId="LiveId" clId="{CCC25DF9-4458-4252-A1FA-96CED2233F88}" dt="2021-04-22T07:28:31.744" v="22" actId="47"/>
        <pc:sldMkLst>
          <pc:docMk/>
          <pc:sldMk cId="0" sldId="1138"/>
        </pc:sldMkLst>
      </pc:sldChg>
      <pc:sldChg chg="del">
        <pc:chgData name="王 欣捷" userId="b965477fa0aef5e6" providerId="LiveId" clId="{CCC25DF9-4458-4252-A1FA-96CED2233F88}" dt="2021-04-22T07:28:31.744" v="22" actId="47"/>
        <pc:sldMkLst>
          <pc:docMk/>
          <pc:sldMk cId="516213771" sldId="1139"/>
        </pc:sldMkLst>
      </pc:sldChg>
      <pc:sldChg chg="del">
        <pc:chgData name="王 欣捷" userId="b965477fa0aef5e6" providerId="LiveId" clId="{CCC25DF9-4458-4252-A1FA-96CED2233F88}" dt="2021-04-22T07:28:31.744" v="22" actId="47"/>
        <pc:sldMkLst>
          <pc:docMk/>
          <pc:sldMk cId="406512071" sldId="1141"/>
        </pc:sldMkLst>
      </pc:sldChg>
      <pc:sldChg chg="del">
        <pc:chgData name="王 欣捷" userId="b965477fa0aef5e6" providerId="LiveId" clId="{CCC25DF9-4458-4252-A1FA-96CED2233F88}" dt="2021-04-22T07:28:31.744" v="22" actId="47"/>
        <pc:sldMkLst>
          <pc:docMk/>
          <pc:sldMk cId="1844201406" sldId="1142"/>
        </pc:sldMkLst>
      </pc:sldChg>
      <pc:sldChg chg="del">
        <pc:chgData name="王 欣捷" userId="b965477fa0aef5e6" providerId="LiveId" clId="{CCC25DF9-4458-4252-A1FA-96CED2233F88}" dt="2021-04-22T07:28:31.744" v="22" actId="47"/>
        <pc:sldMkLst>
          <pc:docMk/>
          <pc:sldMk cId="4223351651" sldId="1145"/>
        </pc:sldMkLst>
      </pc:sldChg>
      <pc:sldChg chg="del">
        <pc:chgData name="王 欣捷" userId="b965477fa0aef5e6" providerId="LiveId" clId="{CCC25DF9-4458-4252-A1FA-96CED2233F88}" dt="2021-04-22T07:28:31.744" v="22" actId="47"/>
        <pc:sldMkLst>
          <pc:docMk/>
          <pc:sldMk cId="3962178428" sldId="1151"/>
        </pc:sldMkLst>
      </pc:sldChg>
      <pc:sldChg chg="del">
        <pc:chgData name="王 欣捷" userId="b965477fa0aef5e6" providerId="LiveId" clId="{CCC25DF9-4458-4252-A1FA-96CED2233F88}" dt="2021-04-22T07:28:31.744" v="22" actId="47"/>
        <pc:sldMkLst>
          <pc:docMk/>
          <pc:sldMk cId="2813883607" sldId="1158"/>
        </pc:sldMkLst>
      </pc:sldChg>
      <pc:sldChg chg="del">
        <pc:chgData name="王 欣捷" userId="b965477fa0aef5e6" providerId="LiveId" clId="{CCC25DF9-4458-4252-A1FA-96CED2233F88}" dt="2021-04-22T07:28:31.744" v="22" actId="47"/>
        <pc:sldMkLst>
          <pc:docMk/>
          <pc:sldMk cId="3740059661" sldId="1159"/>
        </pc:sldMkLst>
      </pc:sldChg>
      <pc:sldChg chg="del">
        <pc:chgData name="王 欣捷" userId="b965477fa0aef5e6" providerId="LiveId" clId="{CCC25DF9-4458-4252-A1FA-96CED2233F88}" dt="2021-04-22T07:28:31.744" v="22" actId="47"/>
        <pc:sldMkLst>
          <pc:docMk/>
          <pc:sldMk cId="3618475896" sldId="1160"/>
        </pc:sldMkLst>
      </pc:sldChg>
      <pc:sldChg chg="del">
        <pc:chgData name="王 欣捷" userId="b965477fa0aef5e6" providerId="LiveId" clId="{CCC25DF9-4458-4252-A1FA-96CED2233F88}" dt="2021-04-22T07:28:31.744" v="22" actId="47"/>
        <pc:sldMkLst>
          <pc:docMk/>
          <pc:sldMk cId="2042943240" sldId="1161"/>
        </pc:sldMkLst>
      </pc:sldChg>
      <pc:sldChg chg="del">
        <pc:chgData name="王 欣捷" userId="b965477fa0aef5e6" providerId="LiveId" clId="{CCC25DF9-4458-4252-A1FA-96CED2233F88}" dt="2021-04-22T07:28:31.744" v="22" actId="47"/>
        <pc:sldMkLst>
          <pc:docMk/>
          <pc:sldMk cId="3272006686" sldId="1162"/>
        </pc:sldMkLst>
      </pc:sldChg>
      <pc:sldChg chg="del">
        <pc:chgData name="王 欣捷" userId="b965477fa0aef5e6" providerId="LiveId" clId="{CCC25DF9-4458-4252-A1FA-96CED2233F88}" dt="2021-04-22T07:28:31.744" v="22" actId="47"/>
        <pc:sldMkLst>
          <pc:docMk/>
          <pc:sldMk cId="2547034749" sldId="1163"/>
        </pc:sldMkLst>
      </pc:sldChg>
      <pc:sldChg chg="del">
        <pc:chgData name="王 欣捷" userId="b965477fa0aef5e6" providerId="LiveId" clId="{CCC25DF9-4458-4252-A1FA-96CED2233F88}" dt="2021-04-22T07:28:31.744" v="22" actId="47"/>
        <pc:sldMkLst>
          <pc:docMk/>
          <pc:sldMk cId="771280182" sldId="1165"/>
        </pc:sldMkLst>
      </pc:sldChg>
      <pc:sldChg chg="del">
        <pc:chgData name="王 欣捷" userId="b965477fa0aef5e6" providerId="LiveId" clId="{CCC25DF9-4458-4252-A1FA-96CED2233F88}" dt="2021-04-22T07:28:31.744" v="22" actId="47"/>
        <pc:sldMkLst>
          <pc:docMk/>
          <pc:sldMk cId="2692631" sldId="1166"/>
        </pc:sldMkLst>
      </pc:sldChg>
      <pc:sldChg chg="del">
        <pc:chgData name="王 欣捷" userId="b965477fa0aef5e6" providerId="LiveId" clId="{CCC25DF9-4458-4252-A1FA-96CED2233F88}" dt="2021-04-22T07:28:31.744" v="22" actId="47"/>
        <pc:sldMkLst>
          <pc:docMk/>
          <pc:sldMk cId="3628184232" sldId="1167"/>
        </pc:sldMkLst>
      </pc:sldChg>
      <pc:sldChg chg="del">
        <pc:chgData name="王 欣捷" userId="b965477fa0aef5e6" providerId="LiveId" clId="{CCC25DF9-4458-4252-A1FA-96CED2233F88}" dt="2021-04-22T07:28:31.744" v="22" actId="47"/>
        <pc:sldMkLst>
          <pc:docMk/>
          <pc:sldMk cId="1528587018" sldId="1168"/>
        </pc:sldMkLst>
      </pc:sldChg>
      <pc:sldChg chg="del">
        <pc:chgData name="王 欣捷" userId="b965477fa0aef5e6" providerId="LiveId" clId="{CCC25DF9-4458-4252-A1FA-96CED2233F88}" dt="2021-04-22T07:28:31.744" v="22" actId="47"/>
        <pc:sldMkLst>
          <pc:docMk/>
          <pc:sldMk cId="3168183637" sldId="1169"/>
        </pc:sldMkLst>
      </pc:sldChg>
      <pc:sldChg chg="del">
        <pc:chgData name="王 欣捷" userId="b965477fa0aef5e6" providerId="LiveId" clId="{CCC25DF9-4458-4252-A1FA-96CED2233F88}" dt="2021-04-22T07:28:31.744" v="22" actId="47"/>
        <pc:sldMkLst>
          <pc:docMk/>
          <pc:sldMk cId="1630523457" sldId="1170"/>
        </pc:sldMkLst>
      </pc:sldChg>
    </pc:docChg>
  </pc:docChgLst>
  <pc:docChgLst>
    <pc:chgData name="欣捷 王" userId="b965477fa0aef5e6" providerId="LiveId" clId="{3035BFA3-5ADC-4A3C-B468-B5044E346C8F}"/>
    <pc:docChg chg="modSld modMainMaster">
      <pc:chgData name="欣捷 王" userId="b965477fa0aef5e6" providerId="LiveId" clId="{3035BFA3-5ADC-4A3C-B468-B5044E346C8F}" dt="2024-03-05T05:45:40.881" v="1"/>
      <pc:docMkLst>
        <pc:docMk/>
      </pc:docMkLst>
      <pc:sldChg chg="modSp">
        <pc:chgData name="欣捷 王" userId="b965477fa0aef5e6" providerId="LiveId" clId="{3035BFA3-5ADC-4A3C-B468-B5044E346C8F}" dt="2024-03-05T05:39:13.800" v="0"/>
        <pc:sldMkLst>
          <pc:docMk/>
          <pc:sldMk cId="2470898374" sldId="256"/>
        </pc:sldMkLst>
        <pc:spChg chg="mod">
          <ac:chgData name="欣捷 王" userId="b965477fa0aef5e6" providerId="LiveId" clId="{3035BFA3-5ADC-4A3C-B468-B5044E346C8F}" dt="2024-03-05T05:39:13.800" v="0"/>
          <ac:spMkLst>
            <pc:docMk/>
            <pc:sldMk cId="2470898374" sldId="256"/>
            <ac:spMk id="2" creationId="{E7DC3515-54D4-4A44-A409-1AD3C10C63ED}"/>
          </ac:spMkLst>
        </pc:spChg>
        <pc:spChg chg="mod">
          <ac:chgData name="欣捷 王" userId="b965477fa0aef5e6" providerId="LiveId" clId="{3035BFA3-5ADC-4A3C-B468-B5044E346C8F}" dt="2024-03-05T05:39:13.800" v="0"/>
          <ac:spMkLst>
            <pc:docMk/>
            <pc:sldMk cId="2470898374" sldId="256"/>
            <ac:spMk id="3" creationId="{B9F7C19A-4716-4FDA-9AAE-2A3CD35E521D}"/>
          </ac:spMkLst>
        </pc:spChg>
      </pc:sldChg>
      <pc:sldChg chg="modSp">
        <pc:chgData name="欣捷 王" userId="b965477fa0aef5e6" providerId="LiveId" clId="{3035BFA3-5ADC-4A3C-B468-B5044E346C8F}" dt="2024-03-05T05:39:13.800" v="0"/>
        <pc:sldMkLst>
          <pc:docMk/>
          <pc:sldMk cId="0" sldId="806"/>
        </pc:sldMkLst>
        <pc:spChg chg="mod">
          <ac:chgData name="欣捷 王" userId="b965477fa0aef5e6" providerId="LiveId" clId="{3035BFA3-5ADC-4A3C-B468-B5044E346C8F}" dt="2024-03-05T05:39:13.800" v="0"/>
          <ac:spMkLst>
            <pc:docMk/>
            <pc:sldMk cId="0" sldId="806"/>
            <ac:spMk id="7170" creationId="{F59E4CE3-E997-42B9-B452-3EF935B83F63}"/>
          </ac:spMkLst>
        </pc:spChg>
        <pc:spChg chg="mod">
          <ac:chgData name="欣捷 王" userId="b965477fa0aef5e6" providerId="LiveId" clId="{3035BFA3-5ADC-4A3C-B468-B5044E346C8F}" dt="2024-03-05T05:39:13.800" v="0"/>
          <ac:spMkLst>
            <pc:docMk/>
            <pc:sldMk cId="0" sldId="806"/>
            <ac:spMk id="7171" creationId="{E3E7636B-6B2E-4C4C-9D06-CB1B229FC268}"/>
          </ac:spMkLst>
        </pc:spChg>
      </pc:sldChg>
      <pc:sldChg chg="modSp">
        <pc:chgData name="欣捷 王" userId="b965477fa0aef5e6" providerId="LiveId" clId="{3035BFA3-5ADC-4A3C-B468-B5044E346C8F}" dt="2024-03-05T05:39:13.800" v="0"/>
        <pc:sldMkLst>
          <pc:docMk/>
          <pc:sldMk cId="0" sldId="807"/>
        </pc:sldMkLst>
        <pc:spChg chg="mod">
          <ac:chgData name="欣捷 王" userId="b965477fa0aef5e6" providerId="LiveId" clId="{3035BFA3-5ADC-4A3C-B468-B5044E346C8F}" dt="2024-03-05T05:39:13.800" v="0"/>
          <ac:spMkLst>
            <pc:docMk/>
            <pc:sldMk cId="0" sldId="807"/>
            <ac:spMk id="14338" creationId="{25C3DA7B-9A4F-4E11-9E1B-9F8F304EBE8B}"/>
          </ac:spMkLst>
        </pc:spChg>
        <pc:spChg chg="mod">
          <ac:chgData name="欣捷 王" userId="b965477fa0aef5e6" providerId="LiveId" clId="{3035BFA3-5ADC-4A3C-B468-B5044E346C8F}" dt="2024-03-05T05:39:13.800" v="0"/>
          <ac:spMkLst>
            <pc:docMk/>
            <pc:sldMk cId="0" sldId="807"/>
            <ac:spMk id="14339" creationId="{F234493A-0E80-4029-B08B-80E4AD925738}"/>
          </ac:spMkLst>
        </pc:spChg>
      </pc:sldChg>
      <pc:sldChg chg="modSp">
        <pc:chgData name="欣捷 王" userId="b965477fa0aef5e6" providerId="LiveId" clId="{3035BFA3-5ADC-4A3C-B468-B5044E346C8F}" dt="2024-03-05T05:39:13.800" v="0"/>
        <pc:sldMkLst>
          <pc:docMk/>
          <pc:sldMk cId="0" sldId="808"/>
        </pc:sldMkLst>
        <pc:spChg chg="mod">
          <ac:chgData name="欣捷 王" userId="b965477fa0aef5e6" providerId="LiveId" clId="{3035BFA3-5ADC-4A3C-B468-B5044E346C8F}" dt="2024-03-05T05:39:13.800" v="0"/>
          <ac:spMkLst>
            <pc:docMk/>
            <pc:sldMk cId="0" sldId="808"/>
            <ac:spMk id="9218" creationId="{00A2FD92-97C5-4DD5-A04A-B80790496283}"/>
          </ac:spMkLst>
        </pc:spChg>
        <pc:spChg chg="mod">
          <ac:chgData name="欣捷 王" userId="b965477fa0aef5e6" providerId="LiveId" clId="{3035BFA3-5ADC-4A3C-B468-B5044E346C8F}" dt="2024-03-05T05:39:13.800" v="0"/>
          <ac:spMkLst>
            <pc:docMk/>
            <pc:sldMk cId="0" sldId="808"/>
            <ac:spMk id="9219" creationId="{85A8D77F-F33E-421C-BD01-E9609AEBF2A5}"/>
          </ac:spMkLst>
        </pc:spChg>
      </pc:sldChg>
      <pc:sldChg chg="modSp">
        <pc:chgData name="欣捷 王" userId="b965477fa0aef5e6" providerId="LiveId" clId="{3035BFA3-5ADC-4A3C-B468-B5044E346C8F}" dt="2024-03-05T05:39:13.800" v="0"/>
        <pc:sldMkLst>
          <pc:docMk/>
          <pc:sldMk cId="0" sldId="809"/>
        </pc:sldMkLst>
        <pc:spChg chg="mod">
          <ac:chgData name="欣捷 王" userId="b965477fa0aef5e6" providerId="LiveId" clId="{3035BFA3-5ADC-4A3C-B468-B5044E346C8F}" dt="2024-03-05T05:39:13.800" v="0"/>
          <ac:spMkLst>
            <pc:docMk/>
            <pc:sldMk cId="0" sldId="809"/>
            <ac:spMk id="15362" creationId="{C422016E-5E8E-4F73-BEB6-F39B48B9A073}"/>
          </ac:spMkLst>
        </pc:spChg>
        <pc:spChg chg="mod">
          <ac:chgData name="欣捷 王" userId="b965477fa0aef5e6" providerId="LiveId" clId="{3035BFA3-5ADC-4A3C-B468-B5044E346C8F}" dt="2024-03-05T05:39:13.800" v="0"/>
          <ac:spMkLst>
            <pc:docMk/>
            <pc:sldMk cId="0" sldId="809"/>
            <ac:spMk id="15363" creationId="{3159D4C9-563E-49E9-8F81-3D6599EA2E97}"/>
          </ac:spMkLst>
        </pc:spChg>
      </pc:sldChg>
      <pc:sldChg chg="modSp">
        <pc:chgData name="欣捷 王" userId="b965477fa0aef5e6" providerId="LiveId" clId="{3035BFA3-5ADC-4A3C-B468-B5044E346C8F}" dt="2024-03-05T05:39:13.800" v="0"/>
        <pc:sldMkLst>
          <pc:docMk/>
          <pc:sldMk cId="0" sldId="810"/>
        </pc:sldMkLst>
        <pc:spChg chg="mod">
          <ac:chgData name="欣捷 王" userId="b965477fa0aef5e6" providerId="LiveId" clId="{3035BFA3-5ADC-4A3C-B468-B5044E346C8F}" dt="2024-03-05T05:39:13.800" v="0"/>
          <ac:spMkLst>
            <pc:docMk/>
            <pc:sldMk cId="0" sldId="810"/>
            <ac:spMk id="18434" creationId="{DD2B3C60-D33A-40D0-9F34-FC601CEDD198}"/>
          </ac:spMkLst>
        </pc:spChg>
        <pc:spChg chg="mod">
          <ac:chgData name="欣捷 王" userId="b965477fa0aef5e6" providerId="LiveId" clId="{3035BFA3-5ADC-4A3C-B468-B5044E346C8F}" dt="2024-03-05T05:39:13.800" v="0"/>
          <ac:spMkLst>
            <pc:docMk/>
            <pc:sldMk cId="0" sldId="810"/>
            <ac:spMk id="18435" creationId="{F5EF257D-63BA-45DD-A12B-565D32A3724B}"/>
          </ac:spMkLst>
        </pc:spChg>
      </pc:sldChg>
      <pc:sldChg chg="modSp">
        <pc:chgData name="欣捷 王" userId="b965477fa0aef5e6" providerId="LiveId" clId="{3035BFA3-5ADC-4A3C-B468-B5044E346C8F}" dt="2024-03-05T05:39:13.800" v="0"/>
        <pc:sldMkLst>
          <pc:docMk/>
          <pc:sldMk cId="0" sldId="836"/>
        </pc:sldMkLst>
        <pc:spChg chg="mod">
          <ac:chgData name="欣捷 王" userId="b965477fa0aef5e6" providerId="LiveId" clId="{3035BFA3-5ADC-4A3C-B468-B5044E346C8F}" dt="2024-03-05T05:39:13.800" v="0"/>
          <ac:spMkLst>
            <pc:docMk/>
            <pc:sldMk cId="0" sldId="836"/>
            <ac:spMk id="8194" creationId="{EE9B4254-0357-4CB8-9083-D324369408D9}"/>
          </ac:spMkLst>
        </pc:spChg>
        <pc:spChg chg="mod">
          <ac:chgData name="欣捷 王" userId="b965477fa0aef5e6" providerId="LiveId" clId="{3035BFA3-5ADC-4A3C-B468-B5044E346C8F}" dt="2024-03-05T05:39:13.800" v="0"/>
          <ac:spMkLst>
            <pc:docMk/>
            <pc:sldMk cId="0" sldId="836"/>
            <ac:spMk id="8195" creationId="{E5A0D429-AB1A-48A7-A01E-08C9F1AFE1F2}"/>
          </ac:spMkLst>
        </pc:spChg>
      </pc:sldChg>
      <pc:sldChg chg="modSp">
        <pc:chgData name="欣捷 王" userId="b965477fa0aef5e6" providerId="LiveId" clId="{3035BFA3-5ADC-4A3C-B468-B5044E346C8F}" dt="2024-03-05T05:39:13.800" v="0"/>
        <pc:sldMkLst>
          <pc:docMk/>
          <pc:sldMk cId="0" sldId="837"/>
        </pc:sldMkLst>
        <pc:spChg chg="mod">
          <ac:chgData name="欣捷 王" userId="b965477fa0aef5e6" providerId="LiveId" clId="{3035BFA3-5ADC-4A3C-B468-B5044E346C8F}" dt="2024-03-05T05:39:13.800" v="0"/>
          <ac:spMkLst>
            <pc:docMk/>
            <pc:sldMk cId="0" sldId="837"/>
            <ac:spMk id="11266" creationId="{593D79C7-8EDB-4A3A-A043-71F10FE1707B}"/>
          </ac:spMkLst>
        </pc:spChg>
        <pc:spChg chg="mod">
          <ac:chgData name="欣捷 王" userId="b965477fa0aef5e6" providerId="LiveId" clId="{3035BFA3-5ADC-4A3C-B468-B5044E346C8F}" dt="2024-03-05T05:39:13.800" v="0"/>
          <ac:spMkLst>
            <pc:docMk/>
            <pc:sldMk cId="0" sldId="837"/>
            <ac:spMk id="11267" creationId="{45A04941-A296-4CCB-9ED4-0A9180A07787}"/>
          </ac:spMkLst>
        </pc:spChg>
      </pc:sldChg>
      <pc:sldChg chg="modSp">
        <pc:chgData name="欣捷 王" userId="b965477fa0aef5e6" providerId="LiveId" clId="{3035BFA3-5ADC-4A3C-B468-B5044E346C8F}" dt="2024-03-05T05:39:13.800" v="0"/>
        <pc:sldMkLst>
          <pc:docMk/>
          <pc:sldMk cId="0" sldId="851"/>
        </pc:sldMkLst>
        <pc:spChg chg="mod">
          <ac:chgData name="欣捷 王" userId="b965477fa0aef5e6" providerId="LiveId" clId="{3035BFA3-5ADC-4A3C-B468-B5044E346C8F}" dt="2024-03-05T05:39:13.800" v="0"/>
          <ac:spMkLst>
            <pc:docMk/>
            <pc:sldMk cId="0" sldId="851"/>
            <ac:spMk id="5122" creationId="{2DC400A2-D58B-4506-8FBC-56DF92792AF4}"/>
          </ac:spMkLst>
        </pc:spChg>
        <pc:spChg chg="mod">
          <ac:chgData name="欣捷 王" userId="b965477fa0aef5e6" providerId="LiveId" clId="{3035BFA3-5ADC-4A3C-B468-B5044E346C8F}" dt="2024-03-05T05:39:13.800" v="0"/>
          <ac:spMkLst>
            <pc:docMk/>
            <pc:sldMk cId="0" sldId="851"/>
            <ac:spMk id="5123" creationId="{035B6942-B498-4A27-A3CD-BE4EC064D3B1}"/>
          </ac:spMkLst>
        </pc:spChg>
      </pc:sldChg>
      <pc:sldChg chg="modSp">
        <pc:chgData name="欣捷 王" userId="b965477fa0aef5e6" providerId="LiveId" clId="{3035BFA3-5ADC-4A3C-B468-B5044E346C8F}" dt="2024-03-05T05:39:13.800" v="0"/>
        <pc:sldMkLst>
          <pc:docMk/>
          <pc:sldMk cId="0" sldId="852"/>
        </pc:sldMkLst>
        <pc:spChg chg="mod">
          <ac:chgData name="欣捷 王" userId="b965477fa0aef5e6" providerId="LiveId" clId="{3035BFA3-5ADC-4A3C-B468-B5044E346C8F}" dt="2024-03-05T05:39:13.800" v="0"/>
          <ac:spMkLst>
            <pc:docMk/>
            <pc:sldMk cId="0" sldId="852"/>
            <ac:spMk id="10242" creationId="{C43CBDCA-8E2F-4590-9945-2595F7D4FF97}"/>
          </ac:spMkLst>
        </pc:spChg>
        <pc:spChg chg="mod">
          <ac:chgData name="欣捷 王" userId="b965477fa0aef5e6" providerId="LiveId" clId="{3035BFA3-5ADC-4A3C-B468-B5044E346C8F}" dt="2024-03-05T05:39:13.800" v="0"/>
          <ac:spMkLst>
            <pc:docMk/>
            <pc:sldMk cId="0" sldId="852"/>
            <ac:spMk id="10243" creationId="{BFD33568-0E53-4A22-AAA8-A8CBDF897F5D}"/>
          </ac:spMkLst>
        </pc:spChg>
      </pc:sldChg>
      <pc:sldChg chg="modSp">
        <pc:chgData name="欣捷 王" userId="b965477fa0aef5e6" providerId="LiveId" clId="{3035BFA3-5ADC-4A3C-B468-B5044E346C8F}" dt="2024-03-05T05:39:13.800" v="0"/>
        <pc:sldMkLst>
          <pc:docMk/>
          <pc:sldMk cId="0" sldId="853"/>
        </pc:sldMkLst>
        <pc:spChg chg="mod">
          <ac:chgData name="欣捷 王" userId="b965477fa0aef5e6" providerId="LiveId" clId="{3035BFA3-5ADC-4A3C-B468-B5044E346C8F}" dt="2024-03-05T05:39:13.800" v="0"/>
          <ac:spMkLst>
            <pc:docMk/>
            <pc:sldMk cId="0" sldId="853"/>
            <ac:spMk id="16386" creationId="{64C63FD9-9B0F-4B7B-9431-A1EE79C00DD8}"/>
          </ac:spMkLst>
        </pc:spChg>
        <pc:spChg chg="mod">
          <ac:chgData name="欣捷 王" userId="b965477fa0aef5e6" providerId="LiveId" clId="{3035BFA3-5ADC-4A3C-B468-B5044E346C8F}" dt="2024-03-05T05:39:13.800" v="0"/>
          <ac:spMkLst>
            <pc:docMk/>
            <pc:sldMk cId="0" sldId="853"/>
            <ac:spMk id="16387" creationId="{E05B54EF-BE90-49D3-ABAB-01C3737991AB}"/>
          </ac:spMkLst>
        </pc:spChg>
      </pc:sldChg>
      <pc:sldChg chg="modSp">
        <pc:chgData name="欣捷 王" userId="b965477fa0aef5e6" providerId="LiveId" clId="{3035BFA3-5ADC-4A3C-B468-B5044E346C8F}" dt="2024-03-05T05:39:13.800" v="0"/>
        <pc:sldMkLst>
          <pc:docMk/>
          <pc:sldMk cId="0" sldId="854"/>
        </pc:sldMkLst>
        <pc:spChg chg="mod">
          <ac:chgData name="欣捷 王" userId="b965477fa0aef5e6" providerId="LiveId" clId="{3035BFA3-5ADC-4A3C-B468-B5044E346C8F}" dt="2024-03-05T05:39:13.800" v="0"/>
          <ac:spMkLst>
            <pc:docMk/>
            <pc:sldMk cId="0" sldId="854"/>
            <ac:spMk id="32770" creationId="{A05B52C2-2BFA-4130-9E87-B5959EA11354}"/>
          </ac:spMkLst>
        </pc:spChg>
        <pc:spChg chg="mod">
          <ac:chgData name="欣捷 王" userId="b965477fa0aef5e6" providerId="LiveId" clId="{3035BFA3-5ADC-4A3C-B468-B5044E346C8F}" dt="2024-03-05T05:39:13.800" v="0"/>
          <ac:spMkLst>
            <pc:docMk/>
            <pc:sldMk cId="0" sldId="854"/>
            <ac:spMk id="32771" creationId="{6AF6DBA5-E617-4257-9FB7-553B7F460341}"/>
          </ac:spMkLst>
        </pc:spChg>
      </pc:sldChg>
      <pc:sldChg chg="modSp">
        <pc:chgData name="欣捷 王" userId="b965477fa0aef5e6" providerId="LiveId" clId="{3035BFA3-5ADC-4A3C-B468-B5044E346C8F}" dt="2024-03-05T05:39:13.800" v="0"/>
        <pc:sldMkLst>
          <pc:docMk/>
          <pc:sldMk cId="0" sldId="855"/>
        </pc:sldMkLst>
        <pc:spChg chg="mod">
          <ac:chgData name="欣捷 王" userId="b965477fa0aef5e6" providerId="LiveId" clId="{3035BFA3-5ADC-4A3C-B468-B5044E346C8F}" dt="2024-03-05T05:39:13.800" v="0"/>
          <ac:spMkLst>
            <pc:docMk/>
            <pc:sldMk cId="0" sldId="855"/>
            <ac:spMk id="34818" creationId="{936AF027-0C85-4C2E-83A6-C47F61BEEB17}"/>
          </ac:spMkLst>
        </pc:spChg>
        <pc:spChg chg="mod">
          <ac:chgData name="欣捷 王" userId="b965477fa0aef5e6" providerId="LiveId" clId="{3035BFA3-5ADC-4A3C-B468-B5044E346C8F}" dt="2024-03-05T05:39:13.800" v="0"/>
          <ac:spMkLst>
            <pc:docMk/>
            <pc:sldMk cId="0" sldId="855"/>
            <ac:spMk id="34819" creationId="{517F3A61-5790-4AD2-B6F2-9A3F3B1A3F9B}"/>
          </ac:spMkLst>
        </pc:spChg>
      </pc:sldChg>
      <pc:sldChg chg="modSp">
        <pc:chgData name="欣捷 王" userId="b965477fa0aef5e6" providerId="LiveId" clId="{3035BFA3-5ADC-4A3C-B468-B5044E346C8F}" dt="2024-03-05T05:39:13.800" v="0"/>
        <pc:sldMkLst>
          <pc:docMk/>
          <pc:sldMk cId="0" sldId="856"/>
        </pc:sldMkLst>
        <pc:spChg chg="mod">
          <ac:chgData name="欣捷 王" userId="b965477fa0aef5e6" providerId="LiveId" clId="{3035BFA3-5ADC-4A3C-B468-B5044E346C8F}" dt="2024-03-05T05:39:13.800" v="0"/>
          <ac:spMkLst>
            <pc:docMk/>
            <pc:sldMk cId="0" sldId="856"/>
            <ac:spMk id="36866" creationId="{1048C414-F54A-4CA2-9960-5996B2A3B7C1}"/>
          </ac:spMkLst>
        </pc:spChg>
        <pc:spChg chg="mod">
          <ac:chgData name="欣捷 王" userId="b965477fa0aef5e6" providerId="LiveId" clId="{3035BFA3-5ADC-4A3C-B468-B5044E346C8F}" dt="2024-03-05T05:39:13.800" v="0"/>
          <ac:spMkLst>
            <pc:docMk/>
            <pc:sldMk cId="0" sldId="856"/>
            <ac:spMk id="36867" creationId="{1740D62B-1C3D-49C8-9EE5-41D5BFFC9AC0}"/>
          </ac:spMkLst>
        </pc:spChg>
      </pc:sldChg>
      <pc:sldChg chg="modSp">
        <pc:chgData name="欣捷 王" userId="b965477fa0aef5e6" providerId="LiveId" clId="{3035BFA3-5ADC-4A3C-B468-B5044E346C8F}" dt="2024-03-05T05:39:13.800" v="0"/>
        <pc:sldMkLst>
          <pc:docMk/>
          <pc:sldMk cId="0" sldId="857"/>
        </pc:sldMkLst>
        <pc:spChg chg="mod">
          <ac:chgData name="欣捷 王" userId="b965477fa0aef5e6" providerId="LiveId" clId="{3035BFA3-5ADC-4A3C-B468-B5044E346C8F}" dt="2024-03-05T05:39:13.800" v="0"/>
          <ac:spMkLst>
            <pc:docMk/>
            <pc:sldMk cId="0" sldId="857"/>
            <ac:spMk id="37890" creationId="{2EB9E0C5-0F2B-49F8-9BEA-02BD6D005C13}"/>
          </ac:spMkLst>
        </pc:spChg>
        <pc:spChg chg="mod">
          <ac:chgData name="欣捷 王" userId="b965477fa0aef5e6" providerId="LiveId" clId="{3035BFA3-5ADC-4A3C-B468-B5044E346C8F}" dt="2024-03-05T05:39:13.800" v="0"/>
          <ac:spMkLst>
            <pc:docMk/>
            <pc:sldMk cId="0" sldId="857"/>
            <ac:spMk id="37891" creationId="{9A3426E9-E596-448B-89A2-8EC00A88BB7F}"/>
          </ac:spMkLst>
        </pc:spChg>
      </pc:sldChg>
      <pc:sldChg chg="modSp">
        <pc:chgData name="欣捷 王" userId="b965477fa0aef5e6" providerId="LiveId" clId="{3035BFA3-5ADC-4A3C-B468-B5044E346C8F}" dt="2024-03-05T05:39:13.800" v="0"/>
        <pc:sldMkLst>
          <pc:docMk/>
          <pc:sldMk cId="0" sldId="860"/>
        </pc:sldMkLst>
        <pc:spChg chg="mod">
          <ac:chgData name="欣捷 王" userId="b965477fa0aef5e6" providerId="LiveId" clId="{3035BFA3-5ADC-4A3C-B468-B5044E346C8F}" dt="2024-03-05T05:39:13.800" v="0"/>
          <ac:spMkLst>
            <pc:docMk/>
            <pc:sldMk cId="0" sldId="860"/>
            <ac:spMk id="41986" creationId="{8FD689B5-D317-4F2D-8800-87042F91B43E}"/>
          </ac:spMkLst>
        </pc:spChg>
        <pc:spChg chg="mod">
          <ac:chgData name="欣捷 王" userId="b965477fa0aef5e6" providerId="LiveId" clId="{3035BFA3-5ADC-4A3C-B468-B5044E346C8F}" dt="2024-03-05T05:39:13.800" v="0"/>
          <ac:spMkLst>
            <pc:docMk/>
            <pc:sldMk cId="0" sldId="860"/>
            <ac:spMk id="41987" creationId="{68E016D2-0AF2-4CD1-A2EA-ED8F25359801}"/>
          </ac:spMkLst>
        </pc:spChg>
      </pc:sldChg>
      <pc:sldChg chg="modSp">
        <pc:chgData name="欣捷 王" userId="b965477fa0aef5e6" providerId="LiveId" clId="{3035BFA3-5ADC-4A3C-B468-B5044E346C8F}" dt="2024-03-05T05:39:13.800" v="0"/>
        <pc:sldMkLst>
          <pc:docMk/>
          <pc:sldMk cId="0" sldId="862"/>
        </pc:sldMkLst>
        <pc:spChg chg="mod">
          <ac:chgData name="欣捷 王" userId="b965477fa0aef5e6" providerId="LiveId" clId="{3035BFA3-5ADC-4A3C-B468-B5044E346C8F}" dt="2024-03-05T05:39:13.800" v="0"/>
          <ac:spMkLst>
            <pc:docMk/>
            <pc:sldMk cId="0" sldId="862"/>
            <ac:spMk id="44034" creationId="{05F92909-DBA2-45AE-AEF6-2A903069A575}"/>
          </ac:spMkLst>
        </pc:spChg>
        <pc:spChg chg="mod">
          <ac:chgData name="欣捷 王" userId="b965477fa0aef5e6" providerId="LiveId" clId="{3035BFA3-5ADC-4A3C-B468-B5044E346C8F}" dt="2024-03-05T05:39:13.800" v="0"/>
          <ac:spMkLst>
            <pc:docMk/>
            <pc:sldMk cId="0" sldId="862"/>
            <ac:spMk id="44035" creationId="{C5FC65C5-72E0-454B-800E-F2E5D2E135FD}"/>
          </ac:spMkLst>
        </pc:spChg>
      </pc:sldChg>
      <pc:sldChg chg="modSp">
        <pc:chgData name="欣捷 王" userId="b965477fa0aef5e6" providerId="LiveId" clId="{3035BFA3-5ADC-4A3C-B468-B5044E346C8F}" dt="2024-03-05T05:39:13.800" v="0"/>
        <pc:sldMkLst>
          <pc:docMk/>
          <pc:sldMk cId="0" sldId="863"/>
        </pc:sldMkLst>
        <pc:spChg chg="mod">
          <ac:chgData name="欣捷 王" userId="b965477fa0aef5e6" providerId="LiveId" clId="{3035BFA3-5ADC-4A3C-B468-B5044E346C8F}" dt="2024-03-05T05:39:13.800" v="0"/>
          <ac:spMkLst>
            <pc:docMk/>
            <pc:sldMk cId="0" sldId="863"/>
            <ac:spMk id="45058" creationId="{15581E9B-FFE3-40D2-A98A-E6E9C1008A5F}"/>
          </ac:spMkLst>
        </pc:spChg>
        <pc:spChg chg="mod">
          <ac:chgData name="欣捷 王" userId="b965477fa0aef5e6" providerId="LiveId" clId="{3035BFA3-5ADC-4A3C-B468-B5044E346C8F}" dt="2024-03-05T05:39:13.800" v="0"/>
          <ac:spMkLst>
            <pc:docMk/>
            <pc:sldMk cId="0" sldId="863"/>
            <ac:spMk id="45059" creationId="{06AC20CA-C8BA-4F02-B7FA-FD2046E2C18A}"/>
          </ac:spMkLst>
        </pc:spChg>
      </pc:sldChg>
      <pc:sldChg chg="modSp">
        <pc:chgData name="欣捷 王" userId="b965477fa0aef5e6" providerId="LiveId" clId="{3035BFA3-5ADC-4A3C-B468-B5044E346C8F}" dt="2024-03-05T05:39:13.800" v="0"/>
        <pc:sldMkLst>
          <pc:docMk/>
          <pc:sldMk cId="0" sldId="864"/>
        </pc:sldMkLst>
        <pc:spChg chg="mod">
          <ac:chgData name="欣捷 王" userId="b965477fa0aef5e6" providerId="LiveId" clId="{3035BFA3-5ADC-4A3C-B468-B5044E346C8F}" dt="2024-03-05T05:39:13.800" v="0"/>
          <ac:spMkLst>
            <pc:docMk/>
            <pc:sldMk cId="0" sldId="864"/>
            <ac:spMk id="46082" creationId="{AAAA5776-56B7-44B1-8AD0-892AFDAEBE03}"/>
          </ac:spMkLst>
        </pc:spChg>
        <pc:spChg chg="mod">
          <ac:chgData name="欣捷 王" userId="b965477fa0aef5e6" providerId="LiveId" clId="{3035BFA3-5ADC-4A3C-B468-B5044E346C8F}" dt="2024-03-05T05:39:13.800" v="0"/>
          <ac:spMkLst>
            <pc:docMk/>
            <pc:sldMk cId="0" sldId="864"/>
            <ac:spMk id="46083" creationId="{113FA2D9-234C-4821-9862-8329AEA2A64E}"/>
          </ac:spMkLst>
        </pc:spChg>
      </pc:sldChg>
      <pc:sldChg chg="modSp">
        <pc:chgData name="欣捷 王" userId="b965477fa0aef5e6" providerId="LiveId" clId="{3035BFA3-5ADC-4A3C-B468-B5044E346C8F}" dt="2024-03-05T05:39:13.800" v="0"/>
        <pc:sldMkLst>
          <pc:docMk/>
          <pc:sldMk cId="0" sldId="865"/>
        </pc:sldMkLst>
        <pc:spChg chg="mod">
          <ac:chgData name="欣捷 王" userId="b965477fa0aef5e6" providerId="LiveId" clId="{3035BFA3-5ADC-4A3C-B468-B5044E346C8F}" dt="2024-03-05T05:39:13.800" v="0"/>
          <ac:spMkLst>
            <pc:docMk/>
            <pc:sldMk cId="0" sldId="865"/>
            <ac:spMk id="47106" creationId="{6A8F55C2-1BD4-411D-B005-9EB0A36F4973}"/>
          </ac:spMkLst>
        </pc:spChg>
        <pc:spChg chg="mod">
          <ac:chgData name="欣捷 王" userId="b965477fa0aef5e6" providerId="LiveId" clId="{3035BFA3-5ADC-4A3C-B468-B5044E346C8F}" dt="2024-03-05T05:39:13.800" v="0"/>
          <ac:spMkLst>
            <pc:docMk/>
            <pc:sldMk cId="0" sldId="865"/>
            <ac:spMk id="47107" creationId="{F14AACCD-12A8-41C1-B36B-775FB383257E}"/>
          </ac:spMkLst>
        </pc:spChg>
      </pc:sldChg>
      <pc:sldChg chg="modSp">
        <pc:chgData name="欣捷 王" userId="b965477fa0aef5e6" providerId="LiveId" clId="{3035BFA3-5ADC-4A3C-B468-B5044E346C8F}" dt="2024-03-05T05:39:13.800" v="0"/>
        <pc:sldMkLst>
          <pc:docMk/>
          <pc:sldMk cId="0" sldId="866"/>
        </pc:sldMkLst>
        <pc:spChg chg="mod">
          <ac:chgData name="欣捷 王" userId="b965477fa0aef5e6" providerId="LiveId" clId="{3035BFA3-5ADC-4A3C-B468-B5044E346C8F}" dt="2024-03-05T05:39:13.800" v="0"/>
          <ac:spMkLst>
            <pc:docMk/>
            <pc:sldMk cId="0" sldId="866"/>
            <ac:spMk id="48130" creationId="{07EB6E79-81DC-44EE-B65F-9E59ABFC71BE}"/>
          </ac:spMkLst>
        </pc:spChg>
        <pc:spChg chg="mod">
          <ac:chgData name="欣捷 王" userId="b965477fa0aef5e6" providerId="LiveId" clId="{3035BFA3-5ADC-4A3C-B468-B5044E346C8F}" dt="2024-03-05T05:39:13.800" v="0"/>
          <ac:spMkLst>
            <pc:docMk/>
            <pc:sldMk cId="0" sldId="866"/>
            <ac:spMk id="48131" creationId="{8083CCDF-0D0A-4C1F-9A70-1BE3CAC9E68C}"/>
          </ac:spMkLst>
        </pc:spChg>
      </pc:sldChg>
      <pc:sldChg chg="modSp">
        <pc:chgData name="欣捷 王" userId="b965477fa0aef5e6" providerId="LiveId" clId="{3035BFA3-5ADC-4A3C-B468-B5044E346C8F}" dt="2024-03-05T05:39:13.800" v="0"/>
        <pc:sldMkLst>
          <pc:docMk/>
          <pc:sldMk cId="0" sldId="909"/>
        </pc:sldMkLst>
        <pc:spChg chg="mod">
          <ac:chgData name="欣捷 王" userId="b965477fa0aef5e6" providerId="LiveId" clId="{3035BFA3-5ADC-4A3C-B468-B5044E346C8F}" dt="2024-03-05T05:39:13.800" v="0"/>
          <ac:spMkLst>
            <pc:docMk/>
            <pc:sldMk cId="0" sldId="909"/>
            <ac:spMk id="13314" creationId="{E9DF4CAF-E9A6-4688-A36B-2E95E55940FC}"/>
          </ac:spMkLst>
        </pc:spChg>
        <pc:spChg chg="mod">
          <ac:chgData name="欣捷 王" userId="b965477fa0aef5e6" providerId="LiveId" clId="{3035BFA3-5ADC-4A3C-B468-B5044E346C8F}" dt="2024-03-05T05:39:13.800" v="0"/>
          <ac:spMkLst>
            <pc:docMk/>
            <pc:sldMk cId="0" sldId="909"/>
            <ac:spMk id="13315" creationId="{2FB2471E-0B05-4BD0-8EA3-FD9296A9EEBF}"/>
          </ac:spMkLst>
        </pc:spChg>
      </pc:sldChg>
      <pc:sldChg chg="modSp">
        <pc:chgData name="欣捷 王" userId="b965477fa0aef5e6" providerId="LiveId" clId="{3035BFA3-5ADC-4A3C-B468-B5044E346C8F}" dt="2024-03-05T05:39:13.800" v="0"/>
        <pc:sldMkLst>
          <pc:docMk/>
          <pc:sldMk cId="0" sldId="910"/>
        </pc:sldMkLst>
        <pc:spChg chg="mod">
          <ac:chgData name="欣捷 王" userId="b965477fa0aef5e6" providerId="LiveId" clId="{3035BFA3-5ADC-4A3C-B468-B5044E346C8F}" dt="2024-03-05T05:39:13.800" v="0"/>
          <ac:spMkLst>
            <pc:docMk/>
            <pc:sldMk cId="0" sldId="910"/>
            <ac:spMk id="17410" creationId="{56B6CD14-5853-4322-8107-28381D8B7832}"/>
          </ac:spMkLst>
        </pc:spChg>
        <pc:spChg chg="mod">
          <ac:chgData name="欣捷 王" userId="b965477fa0aef5e6" providerId="LiveId" clId="{3035BFA3-5ADC-4A3C-B468-B5044E346C8F}" dt="2024-03-05T05:39:13.800" v="0"/>
          <ac:spMkLst>
            <pc:docMk/>
            <pc:sldMk cId="0" sldId="910"/>
            <ac:spMk id="17411" creationId="{34CAD800-BC8F-4424-8AA8-3589C809255A}"/>
          </ac:spMkLst>
        </pc:spChg>
      </pc:sldChg>
      <pc:sldChg chg="modSp">
        <pc:chgData name="欣捷 王" userId="b965477fa0aef5e6" providerId="LiveId" clId="{3035BFA3-5ADC-4A3C-B468-B5044E346C8F}" dt="2024-03-05T05:39:13.800" v="0"/>
        <pc:sldMkLst>
          <pc:docMk/>
          <pc:sldMk cId="0" sldId="938"/>
        </pc:sldMkLst>
        <pc:spChg chg="mod">
          <ac:chgData name="欣捷 王" userId="b965477fa0aef5e6" providerId="LiveId" clId="{3035BFA3-5ADC-4A3C-B468-B5044E346C8F}" dt="2024-03-05T05:39:13.800" v="0"/>
          <ac:spMkLst>
            <pc:docMk/>
            <pc:sldMk cId="0" sldId="938"/>
            <ac:spMk id="3" creationId="{3D16AA85-6233-4681-A7FC-3835D397770B}"/>
          </ac:spMkLst>
        </pc:spChg>
        <pc:spChg chg="mod">
          <ac:chgData name="欣捷 王" userId="b965477fa0aef5e6" providerId="LiveId" clId="{3035BFA3-5ADC-4A3C-B468-B5044E346C8F}" dt="2024-03-05T05:39:13.800" v="0"/>
          <ac:spMkLst>
            <pc:docMk/>
            <pc:sldMk cId="0" sldId="938"/>
            <ac:spMk id="35842" creationId="{CFEB9F4D-3067-4210-9067-72E0D2368BED}"/>
          </ac:spMkLst>
        </pc:spChg>
      </pc:sldChg>
      <pc:sldChg chg="modSp">
        <pc:chgData name="欣捷 王" userId="b965477fa0aef5e6" providerId="LiveId" clId="{3035BFA3-5ADC-4A3C-B468-B5044E346C8F}" dt="2024-03-05T05:39:13.800" v="0"/>
        <pc:sldMkLst>
          <pc:docMk/>
          <pc:sldMk cId="0" sldId="939"/>
        </pc:sldMkLst>
        <pc:spChg chg="mod">
          <ac:chgData name="欣捷 王" userId="b965477fa0aef5e6" providerId="LiveId" clId="{3035BFA3-5ADC-4A3C-B468-B5044E346C8F}" dt="2024-03-05T05:39:13.800" v="0"/>
          <ac:spMkLst>
            <pc:docMk/>
            <pc:sldMk cId="0" sldId="939"/>
            <ac:spMk id="30722" creationId="{5D5A328E-AD88-4B48-89A6-A3F0905C3945}"/>
          </ac:spMkLst>
        </pc:spChg>
        <pc:spChg chg="mod">
          <ac:chgData name="欣捷 王" userId="b965477fa0aef5e6" providerId="LiveId" clId="{3035BFA3-5ADC-4A3C-B468-B5044E346C8F}" dt="2024-03-05T05:39:13.800" v="0"/>
          <ac:spMkLst>
            <pc:docMk/>
            <pc:sldMk cId="0" sldId="939"/>
            <ac:spMk id="30723" creationId="{B65D63C2-EBF2-482F-B494-B71F462A349E}"/>
          </ac:spMkLst>
        </pc:spChg>
      </pc:sldChg>
      <pc:sldChg chg="modSp">
        <pc:chgData name="欣捷 王" userId="b965477fa0aef5e6" providerId="LiveId" clId="{3035BFA3-5ADC-4A3C-B468-B5044E346C8F}" dt="2024-03-05T05:39:13.800" v="0"/>
        <pc:sldMkLst>
          <pc:docMk/>
          <pc:sldMk cId="0" sldId="940"/>
        </pc:sldMkLst>
        <pc:spChg chg="mod">
          <ac:chgData name="欣捷 王" userId="b965477fa0aef5e6" providerId="LiveId" clId="{3035BFA3-5ADC-4A3C-B468-B5044E346C8F}" dt="2024-03-05T05:39:13.800" v="0"/>
          <ac:spMkLst>
            <pc:docMk/>
            <pc:sldMk cId="0" sldId="940"/>
            <ac:spMk id="6146" creationId="{EE0B81F4-8B30-4D45-B647-34BB317E7371}"/>
          </ac:spMkLst>
        </pc:spChg>
        <pc:spChg chg="mod">
          <ac:chgData name="欣捷 王" userId="b965477fa0aef5e6" providerId="LiveId" clId="{3035BFA3-5ADC-4A3C-B468-B5044E346C8F}" dt="2024-03-05T05:39:13.800" v="0"/>
          <ac:spMkLst>
            <pc:docMk/>
            <pc:sldMk cId="0" sldId="940"/>
            <ac:spMk id="6147" creationId="{9293B501-1ADE-4078-AB91-CC2E23E90DEC}"/>
          </ac:spMkLst>
        </pc:spChg>
      </pc:sldChg>
      <pc:sldChg chg="modSp">
        <pc:chgData name="欣捷 王" userId="b965477fa0aef5e6" providerId="LiveId" clId="{3035BFA3-5ADC-4A3C-B468-B5044E346C8F}" dt="2024-03-05T05:39:13.800" v="0"/>
        <pc:sldMkLst>
          <pc:docMk/>
          <pc:sldMk cId="0" sldId="941"/>
        </pc:sldMkLst>
        <pc:spChg chg="mod">
          <ac:chgData name="欣捷 王" userId="b965477fa0aef5e6" providerId="LiveId" clId="{3035BFA3-5ADC-4A3C-B468-B5044E346C8F}" dt="2024-03-05T05:39:13.800" v="0"/>
          <ac:spMkLst>
            <pc:docMk/>
            <pc:sldMk cId="0" sldId="941"/>
            <ac:spMk id="12290" creationId="{368A17BC-4DB9-4D53-996C-8FEC226D3326}"/>
          </ac:spMkLst>
        </pc:spChg>
        <pc:spChg chg="mod">
          <ac:chgData name="欣捷 王" userId="b965477fa0aef5e6" providerId="LiveId" clId="{3035BFA3-5ADC-4A3C-B468-B5044E346C8F}" dt="2024-03-05T05:39:13.800" v="0"/>
          <ac:spMkLst>
            <pc:docMk/>
            <pc:sldMk cId="0" sldId="941"/>
            <ac:spMk id="12291" creationId="{B88D1986-FD0A-40A9-A2DB-01F3FEFBA2A7}"/>
          </ac:spMkLst>
        </pc:spChg>
      </pc:sldChg>
      <pc:sldChg chg="modSp">
        <pc:chgData name="欣捷 王" userId="b965477fa0aef5e6" providerId="LiveId" clId="{3035BFA3-5ADC-4A3C-B468-B5044E346C8F}" dt="2024-03-05T05:39:13.800" v="0"/>
        <pc:sldMkLst>
          <pc:docMk/>
          <pc:sldMk cId="2198492349" sldId="947"/>
        </pc:sldMkLst>
        <pc:spChg chg="mod">
          <ac:chgData name="欣捷 王" userId="b965477fa0aef5e6" providerId="LiveId" clId="{3035BFA3-5ADC-4A3C-B468-B5044E346C8F}" dt="2024-03-05T05:39:13.800" v="0"/>
          <ac:spMkLst>
            <pc:docMk/>
            <pc:sldMk cId="2198492349" sldId="947"/>
            <ac:spMk id="2" creationId="{BE43F709-49BB-4BD2-A02D-DA98516138E8}"/>
          </ac:spMkLst>
        </pc:spChg>
      </pc:sldChg>
      <pc:sldChg chg="modSp">
        <pc:chgData name="欣捷 王" userId="b965477fa0aef5e6" providerId="LiveId" clId="{3035BFA3-5ADC-4A3C-B468-B5044E346C8F}" dt="2024-03-05T05:39:13.800" v="0"/>
        <pc:sldMkLst>
          <pc:docMk/>
          <pc:sldMk cId="2570831121" sldId="948"/>
        </pc:sldMkLst>
        <pc:spChg chg="mod">
          <ac:chgData name="欣捷 王" userId="b965477fa0aef5e6" providerId="LiveId" clId="{3035BFA3-5ADC-4A3C-B468-B5044E346C8F}" dt="2024-03-05T05:39:13.800" v="0"/>
          <ac:spMkLst>
            <pc:docMk/>
            <pc:sldMk cId="2570831121" sldId="948"/>
            <ac:spMk id="2" creationId="{BE43F709-49BB-4BD2-A02D-DA98516138E8}"/>
          </ac:spMkLst>
        </pc:spChg>
      </pc:sldChg>
      <pc:sldChg chg="modSp">
        <pc:chgData name="欣捷 王" userId="b965477fa0aef5e6" providerId="LiveId" clId="{3035BFA3-5ADC-4A3C-B468-B5044E346C8F}" dt="2024-03-05T05:39:13.800" v="0"/>
        <pc:sldMkLst>
          <pc:docMk/>
          <pc:sldMk cId="2491439333" sldId="949"/>
        </pc:sldMkLst>
        <pc:spChg chg="mod">
          <ac:chgData name="欣捷 王" userId="b965477fa0aef5e6" providerId="LiveId" clId="{3035BFA3-5ADC-4A3C-B468-B5044E346C8F}" dt="2024-03-05T05:39:13.800" v="0"/>
          <ac:spMkLst>
            <pc:docMk/>
            <pc:sldMk cId="2491439333" sldId="949"/>
            <ac:spMk id="18434" creationId="{DD2B3C60-D33A-40D0-9F34-FC601CEDD198}"/>
          </ac:spMkLst>
        </pc:spChg>
        <pc:spChg chg="mod">
          <ac:chgData name="欣捷 王" userId="b965477fa0aef5e6" providerId="LiveId" clId="{3035BFA3-5ADC-4A3C-B468-B5044E346C8F}" dt="2024-03-05T05:39:13.800" v="0"/>
          <ac:spMkLst>
            <pc:docMk/>
            <pc:sldMk cId="2491439333" sldId="949"/>
            <ac:spMk id="18435" creationId="{F5EF257D-63BA-45DD-A12B-565D32A3724B}"/>
          </ac:spMkLst>
        </pc:spChg>
      </pc:sldChg>
      <pc:sldChg chg="modSp">
        <pc:chgData name="欣捷 王" userId="b965477fa0aef5e6" providerId="LiveId" clId="{3035BFA3-5ADC-4A3C-B468-B5044E346C8F}" dt="2024-03-05T05:39:13.800" v="0"/>
        <pc:sldMkLst>
          <pc:docMk/>
          <pc:sldMk cId="2077764911" sldId="951"/>
        </pc:sldMkLst>
        <pc:spChg chg="mod">
          <ac:chgData name="欣捷 王" userId="b965477fa0aef5e6" providerId="LiveId" clId="{3035BFA3-5ADC-4A3C-B468-B5044E346C8F}" dt="2024-03-05T05:39:13.800" v="0"/>
          <ac:spMkLst>
            <pc:docMk/>
            <pc:sldMk cId="2077764911" sldId="951"/>
            <ac:spMk id="37890" creationId="{2EB9E0C5-0F2B-49F8-9BEA-02BD6D005C13}"/>
          </ac:spMkLst>
        </pc:spChg>
        <pc:spChg chg="mod">
          <ac:chgData name="欣捷 王" userId="b965477fa0aef5e6" providerId="LiveId" clId="{3035BFA3-5ADC-4A3C-B468-B5044E346C8F}" dt="2024-03-05T05:39:13.800" v="0"/>
          <ac:spMkLst>
            <pc:docMk/>
            <pc:sldMk cId="2077764911" sldId="951"/>
            <ac:spMk id="37891" creationId="{9A3426E9-E596-448B-89A2-8EC00A88BB7F}"/>
          </ac:spMkLst>
        </pc:spChg>
      </pc:sldChg>
      <pc:sldChg chg="modSp">
        <pc:chgData name="欣捷 王" userId="b965477fa0aef5e6" providerId="LiveId" clId="{3035BFA3-5ADC-4A3C-B468-B5044E346C8F}" dt="2024-03-05T05:39:13.800" v="0"/>
        <pc:sldMkLst>
          <pc:docMk/>
          <pc:sldMk cId="1474300822" sldId="952"/>
        </pc:sldMkLst>
        <pc:spChg chg="mod">
          <ac:chgData name="欣捷 王" userId="b965477fa0aef5e6" providerId="LiveId" clId="{3035BFA3-5ADC-4A3C-B468-B5044E346C8F}" dt="2024-03-05T05:39:13.800" v="0"/>
          <ac:spMkLst>
            <pc:docMk/>
            <pc:sldMk cId="1474300822" sldId="952"/>
            <ac:spMk id="37890" creationId="{2EB9E0C5-0F2B-49F8-9BEA-02BD6D005C13}"/>
          </ac:spMkLst>
        </pc:spChg>
        <pc:spChg chg="mod">
          <ac:chgData name="欣捷 王" userId="b965477fa0aef5e6" providerId="LiveId" clId="{3035BFA3-5ADC-4A3C-B468-B5044E346C8F}" dt="2024-03-05T05:39:13.800" v="0"/>
          <ac:spMkLst>
            <pc:docMk/>
            <pc:sldMk cId="1474300822" sldId="952"/>
            <ac:spMk id="37891" creationId="{9A3426E9-E596-448B-89A2-8EC00A88BB7F}"/>
          </ac:spMkLst>
        </pc:spChg>
      </pc:sldChg>
      <pc:sldChg chg="modSp">
        <pc:chgData name="欣捷 王" userId="b965477fa0aef5e6" providerId="LiveId" clId="{3035BFA3-5ADC-4A3C-B468-B5044E346C8F}" dt="2024-03-05T05:39:13.800" v="0"/>
        <pc:sldMkLst>
          <pc:docMk/>
          <pc:sldMk cId="2527016574" sldId="953"/>
        </pc:sldMkLst>
        <pc:spChg chg="mod">
          <ac:chgData name="欣捷 王" userId="b965477fa0aef5e6" providerId="LiveId" clId="{3035BFA3-5ADC-4A3C-B468-B5044E346C8F}" dt="2024-03-05T05:39:13.800" v="0"/>
          <ac:spMkLst>
            <pc:docMk/>
            <pc:sldMk cId="2527016574" sldId="953"/>
            <ac:spMk id="37890" creationId="{2EB9E0C5-0F2B-49F8-9BEA-02BD6D005C13}"/>
          </ac:spMkLst>
        </pc:spChg>
        <pc:spChg chg="mod">
          <ac:chgData name="欣捷 王" userId="b965477fa0aef5e6" providerId="LiveId" clId="{3035BFA3-5ADC-4A3C-B468-B5044E346C8F}" dt="2024-03-05T05:39:13.800" v="0"/>
          <ac:spMkLst>
            <pc:docMk/>
            <pc:sldMk cId="2527016574" sldId="953"/>
            <ac:spMk id="37891" creationId="{9A3426E9-E596-448B-89A2-8EC00A88BB7F}"/>
          </ac:spMkLst>
        </pc:spChg>
      </pc:sldChg>
      <pc:sldChg chg="modSp">
        <pc:chgData name="欣捷 王" userId="b965477fa0aef5e6" providerId="LiveId" clId="{3035BFA3-5ADC-4A3C-B468-B5044E346C8F}" dt="2024-03-05T05:39:13.800" v="0"/>
        <pc:sldMkLst>
          <pc:docMk/>
          <pc:sldMk cId="3274214887" sldId="954"/>
        </pc:sldMkLst>
        <pc:spChg chg="mod">
          <ac:chgData name="欣捷 王" userId="b965477fa0aef5e6" providerId="LiveId" clId="{3035BFA3-5ADC-4A3C-B468-B5044E346C8F}" dt="2024-03-05T05:39:13.800" v="0"/>
          <ac:spMkLst>
            <pc:docMk/>
            <pc:sldMk cId="3274214887" sldId="954"/>
            <ac:spMk id="37890" creationId="{2EB9E0C5-0F2B-49F8-9BEA-02BD6D005C13}"/>
          </ac:spMkLst>
        </pc:spChg>
        <pc:spChg chg="mod">
          <ac:chgData name="欣捷 王" userId="b965477fa0aef5e6" providerId="LiveId" clId="{3035BFA3-5ADC-4A3C-B468-B5044E346C8F}" dt="2024-03-05T05:39:13.800" v="0"/>
          <ac:spMkLst>
            <pc:docMk/>
            <pc:sldMk cId="3274214887" sldId="954"/>
            <ac:spMk id="37891" creationId="{9A3426E9-E596-448B-89A2-8EC00A88BB7F}"/>
          </ac:spMkLst>
        </pc:spChg>
      </pc:sldChg>
      <pc:sldChg chg="modSp">
        <pc:chgData name="欣捷 王" userId="b965477fa0aef5e6" providerId="LiveId" clId="{3035BFA3-5ADC-4A3C-B468-B5044E346C8F}" dt="2024-03-05T05:39:13.800" v="0"/>
        <pc:sldMkLst>
          <pc:docMk/>
          <pc:sldMk cId="4227420311" sldId="955"/>
        </pc:sldMkLst>
        <pc:spChg chg="mod">
          <ac:chgData name="欣捷 王" userId="b965477fa0aef5e6" providerId="LiveId" clId="{3035BFA3-5ADC-4A3C-B468-B5044E346C8F}" dt="2024-03-05T05:39:13.800" v="0"/>
          <ac:spMkLst>
            <pc:docMk/>
            <pc:sldMk cId="4227420311" sldId="955"/>
            <ac:spMk id="37890" creationId="{2EB9E0C5-0F2B-49F8-9BEA-02BD6D005C13}"/>
          </ac:spMkLst>
        </pc:spChg>
        <pc:spChg chg="mod">
          <ac:chgData name="欣捷 王" userId="b965477fa0aef5e6" providerId="LiveId" clId="{3035BFA3-5ADC-4A3C-B468-B5044E346C8F}" dt="2024-03-05T05:39:13.800" v="0"/>
          <ac:spMkLst>
            <pc:docMk/>
            <pc:sldMk cId="4227420311" sldId="955"/>
            <ac:spMk id="37891" creationId="{9A3426E9-E596-448B-89A2-8EC00A88BB7F}"/>
          </ac:spMkLst>
        </pc:spChg>
      </pc:sldChg>
      <pc:sldChg chg="modSp">
        <pc:chgData name="欣捷 王" userId="b965477fa0aef5e6" providerId="LiveId" clId="{3035BFA3-5ADC-4A3C-B468-B5044E346C8F}" dt="2024-03-05T05:39:13.800" v="0"/>
        <pc:sldMkLst>
          <pc:docMk/>
          <pc:sldMk cId="29038470" sldId="989"/>
        </pc:sldMkLst>
        <pc:spChg chg="mod">
          <ac:chgData name="欣捷 王" userId="b965477fa0aef5e6" providerId="LiveId" clId="{3035BFA3-5ADC-4A3C-B468-B5044E346C8F}" dt="2024-03-05T05:39:13.800" v="0"/>
          <ac:spMkLst>
            <pc:docMk/>
            <pc:sldMk cId="29038470" sldId="989"/>
            <ac:spMk id="2" creationId="{40C1D707-E2F7-477C-8A14-287D57695CCB}"/>
          </ac:spMkLst>
        </pc:spChg>
      </pc:sldChg>
      <pc:sldChg chg="modSp">
        <pc:chgData name="欣捷 王" userId="b965477fa0aef5e6" providerId="LiveId" clId="{3035BFA3-5ADC-4A3C-B468-B5044E346C8F}" dt="2024-03-05T05:39:13.800" v="0"/>
        <pc:sldMkLst>
          <pc:docMk/>
          <pc:sldMk cId="3087293968" sldId="990"/>
        </pc:sldMkLst>
        <pc:spChg chg="mod">
          <ac:chgData name="欣捷 王" userId="b965477fa0aef5e6" providerId="LiveId" clId="{3035BFA3-5ADC-4A3C-B468-B5044E346C8F}" dt="2024-03-05T05:39:13.800" v="0"/>
          <ac:spMkLst>
            <pc:docMk/>
            <pc:sldMk cId="3087293968" sldId="990"/>
            <ac:spMk id="18434" creationId="{DD2B3C60-D33A-40D0-9F34-FC601CEDD198}"/>
          </ac:spMkLst>
        </pc:spChg>
        <pc:spChg chg="mod">
          <ac:chgData name="欣捷 王" userId="b965477fa0aef5e6" providerId="LiveId" clId="{3035BFA3-5ADC-4A3C-B468-B5044E346C8F}" dt="2024-03-05T05:39:13.800" v="0"/>
          <ac:spMkLst>
            <pc:docMk/>
            <pc:sldMk cId="3087293968" sldId="990"/>
            <ac:spMk id="18435" creationId="{F5EF257D-63BA-45DD-A12B-565D32A3724B}"/>
          </ac:spMkLst>
        </pc:spChg>
      </pc:sldChg>
      <pc:sldChg chg="modSp">
        <pc:chgData name="欣捷 王" userId="b965477fa0aef5e6" providerId="LiveId" clId="{3035BFA3-5ADC-4A3C-B468-B5044E346C8F}" dt="2024-03-05T05:39:13.800" v="0"/>
        <pc:sldMkLst>
          <pc:docMk/>
          <pc:sldMk cId="1106337047" sldId="991"/>
        </pc:sldMkLst>
        <pc:spChg chg="mod">
          <ac:chgData name="欣捷 王" userId="b965477fa0aef5e6" providerId="LiveId" clId="{3035BFA3-5ADC-4A3C-B468-B5044E346C8F}" dt="2024-03-05T05:39:13.800" v="0"/>
          <ac:spMkLst>
            <pc:docMk/>
            <pc:sldMk cId="1106337047" sldId="991"/>
            <ac:spMk id="48130" creationId="{07EB6E79-81DC-44EE-B65F-9E59ABFC71BE}"/>
          </ac:spMkLst>
        </pc:spChg>
        <pc:spChg chg="mod">
          <ac:chgData name="欣捷 王" userId="b965477fa0aef5e6" providerId="LiveId" clId="{3035BFA3-5ADC-4A3C-B468-B5044E346C8F}" dt="2024-03-05T05:39:13.800" v="0"/>
          <ac:spMkLst>
            <pc:docMk/>
            <pc:sldMk cId="1106337047" sldId="991"/>
            <ac:spMk id="48131" creationId="{8083CCDF-0D0A-4C1F-9A70-1BE3CAC9E68C}"/>
          </ac:spMkLst>
        </pc:spChg>
      </pc:sldChg>
      <pc:sldMasterChg chg="addSp modSldLayout">
        <pc:chgData name="欣捷 王" userId="b965477fa0aef5e6" providerId="LiveId" clId="{3035BFA3-5ADC-4A3C-B468-B5044E346C8F}" dt="2024-03-05T05:45:40.881" v="1"/>
        <pc:sldMasterMkLst>
          <pc:docMk/>
          <pc:sldMasterMk cId="888903601" sldId="2147483687"/>
        </pc:sldMasterMkLst>
        <pc:spChg chg="add">
          <ac:chgData name="欣捷 王" userId="b965477fa0aef5e6" providerId="LiveId" clId="{3035BFA3-5ADC-4A3C-B468-B5044E346C8F}" dt="2024-03-05T05:39:13.800" v="0"/>
          <ac:spMkLst>
            <pc:docMk/>
            <pc:sldMasterMk cId="888903601" sldId="2147483687"/>
            <ac:spMk id="11" creationId="{4CD4702A-D8EA-1F44-2F4B-77DC8C77731F}"/>
          </ac:spMkLst>
        </pc:spChg>
        <pc:sldLayoutChg chg="addSp">
          <pc:chgData name="欣捷 王" userId="b965477fa0aef5e6" providerId="LiveId" clId="{3035BFA3-5ADC-4A3C-B468-B5044E346C8F}" dt="2024-03-05T05:39:13.800" v="0"/>
          <pc:sldLayoutMkLst>
            <pc:docMk/>
            <pc:sldMasterMk cId="888903601" sldId="2147483687"/>
            <pc:sldLayoutMk cId="773817013" sldId="2147483688"/>
          </pc:sldLayoutMkLst>
          <pc:picChg chg="add">
            <ac:chgData name="欣捷 王" userId="b965477fa0aef5e6" providerId="LiveId" clId="{3035BFA3-5ADC-4A3C-B468-B5044E346C8F}" dt="2024-03-05T05:39:13.800" v="0"/>
            <ac:picMkLst>
              <pc:docMk/>
              <pc:sldMasterMk cId="888903601" sldId="2147483687"/>
              <pc:sldLayoutMk cId="773817013" sldId="2147483688"/>
              <ac:picMk id="4" creationId="{9DDD1B49-781E-E34C-E1D4-72F5E4ACAE86}"/>
            </ac:picMkLst>
          </pc:picChg>
        </pc:sldLayoutChg>
        <pc:sldLayoutChg chg="addSp modSp">
          <pc:chgData name="欣捷 王" userId="b965477fa0aef5e6" providerId="LiveId" clId="{3035BFA3-5ADC-4A3C-B468-B5044E346C8F}" dt="2024-03-05T05:45:40.881" v="1"/>
          <pc:sldLayoutMkLst>
            <pc:docMk/>
            <pc:sldMasterMk cId="888903601" sldId="2147483687"/>
            <pc:sldLayoutMk cId="631177302" sldId="2147483691"/>
          </pc:sldLayoutMkLst>
          <pc:spChg chg="add mod">
            <ac:chgData name="欣捷 王" userId="b965477fa0aef5e6" providerId="LiveId" clId="{3035BFA3-5ADC-4A3C-B468-B5044E346C8F}" dt="2024-03-05T05:45:40.881" v="1"/>
            <ac:spMkLst>
              <pc:docMk/>
              <pc:sldMasterMk cId="888903601" sldId="2147483687"/>
              <pc:sldLayoutMk cId="631177302" sldId="2147483691"/>
              <ac:spMk id="5" creationId="{C644F57D-5DF9-5CD3-92CD-4E7CC5B87C40}"/>
            </ac:spMkLst>
          </pc:spChg>
          <pc:spChg chg="add mod">
            <ac:chgData name="欣捷 王" userId="b965477fa0aef5e6" providerId="LiveId" clId="{3035BFA3-5ADC-4A3C-B468-B5044E346C8F}" dt="2024-03-05T05:45:40.881" v="1"/>
            <ac:spMkLst>
              <pc:docMk/>
              <pc:sldMasterMk cId="888903601" sldId="2147483687"/>
              <pc:sldLayoutMk cId="631177302" sldId="2147483691"/>
              <ac:spMk id="6" creationId="{E1DC6101-961B-C24B-F238-88AB1136C6A6}"/>
            </ac:spMkLst>
          </pc:spChg>
          <pc:spChg chg="add mod">
            <ac:chgData name="欣捷 王" userId="b965477fa0aef5e6" providerId="LiveId" clId="{3035BFA3-5ADC-4A3C-B468-B5044E346C8F}" dt="2024-03-05T05:45:40.881" v="1"/>
            <ac:spMkLst>
              <pc:docMk/>
              <pc:sldMasterMk cId="888903601" sldId="2147483687"/>
              <pc:sldLayoutMk cId="631177302" sldId="2147483691"/>
              <ac:spMk id="7" creationId="{73B82509-902B-020B-4806-A73C9FA4DB26}"/>
            </ac:spMkLst>
          </pc:spChg>
        </pc:sldLayoutChg>
      </pc:sldMasterChg>
    </pc:docChg>
  </pc:docChgLst>
  <pc:docChgLst>
    <pc:chgData name="欣捷" userId="b965477fa0aef5e6" providerId="LiveId" clId="{1BD81BBC-CA8F-4FC3-A7DB-D4F292335208}"/>
    <pc:docChg chg="undo custSel addSld delSld modSld">
      <pc:chgData name="欣捷" userId="b965477fa0aef5e6" providerId="LiveId" clId="{1BD81BBC-CA8F-4FC3-A7DB-D4F292335208}" dt="2021-05-13T04:16:18.163" v="712"/>
      <pc:docMkLst>
        <pc:docMk/>
      </pc:docMkLst>
      <pc:sldChg chg="addSp delSp modSp mod modClrScheme chgLayout">
        <pc:chgData name="欣捷" userId="b965477fa0aef5e6" providerId="LiveId" clId="{1BD81BBC-CA8F-4FC3-A7DB-D4F292335208}" dt="2021-05-11T09:02:37.692" v="711" actId="113"/>
        <pc:sldMkLst>
          <pc:docMk/>
          <pc:sldMk cId="0" sldId="807"/>
        </pc:sldMkLst>
        <pc:spChg chg="add del mod">
          <ac:chgData name="欣捷" userId="b965477fa0aef5e6" providerId="LiveId" clId="{1BD81BBC-CA8F-4FC3-A7DB-D4F292335208}" dt="2021-04-28T06:52:30.651" v="15" actId="21"/>
          <ac:spMkLst>
            <pc:docMk/>
            <pc:sldMk cId="0" sldId="807"/>
            <ac:spMk id="3" creationId="{321C4676-B923-4872-A39D-D25061F5F8D8}"/>
          </ac:spMkLst>
        </pc:spChg>
        <pc:spChg chg="add del mod ord">
          <ac:chgData name="欣捷" userId="b965477fa0aef5e6" providerId="LiveId" clId="{1BD81BBC-CA8F-4FC3-A7DB-D4F292335208}" dt="2021-04-28T06:52:34.990" v="17" actId="700"/>
          <ac:spMkLst>
            <pc:docMk/>
            <pc:sldMk cId="0" sldId="807"/>
            <ac:spMk id="5" creationId="{782DFC48-3343-42BD-98D7-8310E350423E}"/>
          </ac:spMkLst>
        </pc:spChg>
        <pc:spChg chg="mod ord">
          <ac:chgData name="欣捷" userId="b965477fa0aef5e6" providerId="LiveId" clId="{1BD81BBC-CA8F-4FC3-A7DB-D4F292335208}" dt="2021-04-28T06:52:34.990" v="17" actId="700"/>
          <ac:spMkLst>
            <pc:docMk/>
            <pc:sldMk cId="0" sldId="807"/>
            <ac:spMk id="14338" creationId="{25C3DA7B-9A4F-4E11-9E1B-9F8F304EBE8B}"/>
          </ac:spMkLst>
        </pc:spChg>
        <pc:spChg chg="mod ord">
          <ac:chgData name="欣捷" userId="b965477fa0aef5e6" providerId="LiveId" clId="{1BD81BBC-CA8F-4FC3-A7DB-D4F292335208}" dt="2021-05-11T09:02:37.692" v="711" actId="113"/>
          <ac:spMkLst>
            <pc:docMk/>
            <pc:sldMk cId="0" sldId="807"/>
            <ac:spMk id="14339" creationId="{F234493A-0E80-4029-B08B-80E4AD925738}"/>
          </ac:spMkLst>
        </pc:spChg>
        <pc:spChg chg="mod">
          <ac:chgData name="欣捷" userId="b965477fa0aef5e6" providerId="LiveId" clId="{1BD81BBC-CA8F-4FC3-A7DB-D4F292335208}" dt="2021-04-28T06:52:49.135" v="21" actId="1076"/>
          <ac:spMkLst>
            <pc:docMk/>
            <pc:sldMk cId="0" sldId="807"/>
            <ac:spMk id="634916" creationId="{A93FC424-1EAF-45C1-B39F-779090113202}"/>
          </ac:spMkLst>
        </pc:spChg>
        <pc:graphicFrameChg chg="add mod">
          <ac:chgData name="欣捷" userId="b965477fa0aef5e6" providerId="LiveId" clId="{1BD81BBC-CA8F-4FC3-A7DB-D4F292335208}" dt="2021-04-28T06:52:43.211" v="20" actId="1076"/>
          <ac:graphicFrameMkLst>
            <pc:docMk/>
            <pc:sldMk cId="0" sldId="807"/>
            <ac:graphicFrameMk id="10" creationId="{A59CA286-AB5C-4D07-A748-FF93486816FA}"/>
          </ac:graphicFrameMkLst>
        </pc:graphicFrameChg>
        <pc:graphicFrameChg chg="add del">
          <ac:chgData name="欣捷" userId="b965477fa0aef5e6" providerId="LiveId" clId="{1BD81BBC-CA8F-4FC3-A7DB-D4F292335208}" dt="2021-04-28T06:52:33.516" v="16" actId="21"/>
          <ac:graphicFrameMkLst>
            <pc:docMk/>
            <pc:sldMk cId="0" sldId="807"/>
            <ac:graphicFrameMk id="634915" creationId="{1968E1E0-A120-4AA5-AE1E-84313B0F1110}"/>
          </ac:graphicFrameMkLst>
        </pc:graphicFrameChg>
      </pc:sldChg>
      <pc:sldChg chg="addSp delSp modSp mod modClrScheme chgLayout">
        <pc:chgData name="欣捷" userId="b965477fa0aef5e6" providerId="LiveId" clId="{1BD81BBC-CA8F-4FC3-A7DB-D4F292335208}" dt="2021-04-28T06:53:30.473" v="26" actId="1076"/>
        <pc:sldMkLst>
          <pc:docMk/>
          <pc:sldMk cId="0" sldId="809"/>
        </pc:sldMkLst>
        <pc:spChg chg="add del mod ord">
          <ac:chgData name="欣捷" userId="b965477fa0aef5e6" providerId="LiveId" clId="{1BD81BBC-CA8F-4FC3-A7DB-D4F292335208}" dt="2021-04-28T06:53:26.431" v="24" actId="700"/>
          <ac:spMkLst>
            <pc:docMk/>
            <pc:sldMk cId="0" sldId="809"/>
            <ac:spMk id="3" creationId="{F13E4FCB-3CA2-4B93-9D2D-772F0A51449C}"/>
          </ac:spMkLst>
        </pc:spChg>
        <pc:spChg chg="mod ord">
          <ac:chgData name="欣捷" userId="b965477fa0aef5e6" providerId="LiveId" clId="{1BD81BBC-CA8F-4FC3-A7DB-D4F292335208}" dt="2021-04-28T06:53:26.431" v="24" actId="700"/>
          <ac:spMkLst>
            <pc:docMk/>
            <pc:sldMk cId="0" sldId="809"/>
            <ac:spMk id="15362" creationId="{C422016E-5E8E-4F73-BEB6-F39B48B9A073}"/>
          </ac:spMkLst>
        </pc:spChg>
        <pc:spChg chg="mod ord">
          <ac:chgData name="欣捷" userId="b965477fa0aef5e6" providerId="LiveId" clId="{1BD81BBC-CA8F-4FC3-A7DB-D4F292335208}" dt="2021-04-28T06:53:26.431" v="24" actId="700"/>
          <ac:spMkLst>
            <pc:docMk/>
            <pc:sldMk cId="0" sldId="809"/>
            <ac:spMk id="15363" creationId="{3159D4C9-563E-49E9-8F81-3D6599EA2E97}"/>
          </ac:spMkLst>
        </pc:spChg>
        <pc:graphicFrameChg chg="add mod">
          <ac:chgData name="欣捷" userId="b965477fa0aef5e6" providerId="LiveId" clId="{1BD81BBC-CA8F-4FC3-A7DB-D4F292335208}" dt="2021-04-28T06:53:30.473" v="26" actId="1076"/>
          <ac:graphicFrameMkLst>
            <pc:docMk/>
            <pc:sldMk cId="0" sldId="809"/>
            <ac:graphicFrameMk id="7" creationId="{77D47A9E-4D8A-4B6D-9292-77CE34BCB8F3}"/>
          </ac:graphicFrameMkLst>
        </pc:graphicFrameChg>
        <pc:graphicFrameChg chg="del">
          <ac:chgData name="欣捷" userId="b965477fa0aef5e6" providerId="LiveId" clId="{1BD81BBC-CA8F-4FC3-A7DB-D4F292335208}" dt="2021-04-28T06:53:25.209" v="23" actId="21"/>
          <ac:graphicFrameMkLst>
            <pc:docMk/>
            <pc:sldMk cId="0" sldId="809"/>
            <ac:graphicFrameMk id="637987" creationId="{C04F8D60-CBAD-40B5-8C2D-F719EDCECFDA}"/>
          </ac:graphicFrameMkLst>
        </pc:graphicFrameChg>
      </pc:sldChg>
      <pc:sldChg chg="modSp">
        <pc:chgData name="欣捷" userId="b965477fa0aef5e6" providerId="LiveId" clId="{1BD81BBC-CA8F-4FC3-A7DB-D4F292335208}" dt="2021-04-28T06:54:14.626" v="34" actId="1076"/>
        <pc:sldMkLst>
          <pc:docMk/>
          <pc:sldMk cId="0" sldId="810"/>
        </pc:sldMkLst>
        <pc:spChg chg="mod">
          <ac:chgData name="欣捷" userId="b965477fa0aef5e6" providerId="LiveId" clId="{1BD81BBC-CA8F-4FC3-A7DB-D4F292335208}" dt="2021-04-28T06:54:14.626" v="34" actId="1076"/>
          <ac:spMkLst>
            <pc:docMk/>
            <pc:sldMk cId="0" sldId="810"/>
            <ac:spMk id="18437" creationId="{5DACA2C7-A591-4813-A064-790A0673859C}"/>
          </ac:spMkLst>
        </pc:spChg>
        <pc:spChg chg="mod">
          <ac:chgData name="欣捷" userId="b965477fa0aef5e6" providerId="LiveId" clId="{1BD81BBC-CA8F-4FC3-A7DB-D4F292335208}" dt="2021-04-28T06:54:14.626" v="34" actId="1076"/>
          <ac:spMkLst>
            <pc:docMk/>
            <pc:sldMk cId="0" sldId="810"/>
            <ac:spMk id="18438" creationId="{E407E1C7-251E-44BA-A1DD-925B2C919055}"/>
          </ac:spMkLst>
        </pc:spChg>
        <pc:spChg chg="mod">
          <ac:chgData name="欣捷" userId="b965477fa0aef5e6" providerId="LiveId" clId="{1BD81BBC-CA8F-4FC3-A7DB-D4F292335208}" dt="2021-04-28T06:54:14.626" v="34" actId="1076"/>
          <ac:spMkLst>
            <pc:docMk/>
            <pc:sldMk cId="0" sldId="810"/>
            <ac:spMk id="18439" creationId="{50F96FD9-3AF1-4667-8433-0E96D555F828}"/>
          </ac:spMkLst>
        </pc:spChg>
        <pc:spChg chg="mod">
          <ac:chgData name="欣捷" userId="b965477fa0aef5e6" providerId="LiveId" clId="{1BD81BBC-CA8F-4FC3-A7DB-D4F292335208}" dt="2021-04-28T06:54:14.626" v="34" actId="1076"/>
          <ac:spMkLst>
            <pc:docMk/>
            <pc:sldMk cId="0" sldId="810"/>
            <ac:spMk id="18440" creationId="{F49948A1-C9AB-4C8D-9AF8-552F9DAEB6A3}"/>
          </ac:spMkLst>
        </pc:spChg>
        <pc:spChg chg="mod">
          <ac:chgData name="欣捷" userId="b965477fa0aef5e6" providerId="LiveId" clId="{1BD81BBC-CA8F-4FC3-A7DB-D4F292335208}" dt="2021-04-28T06:54:14.626" v="34" actId="1076"/>
          <ac:spMkLst>
            <pc:docMk/>
            <pc:sldMk cId="0" sldId="810"/>
            <ac:spMk id="18441" creationId="{8324CB71-A439-433A-9389-C7F13B87F4EE}"/>
          </ac:spMkLst>
        </pc:spChg>
        <pc:spChg chg="mod">
          <ac:chgData name="欣捷" userId="b965477fa0aef5e6" providerId="LiveId" clId="{1BD81BBC-CA8F-4FC3-A7DB-D4F292335208}" dt="2021-04-28T06:54:14.626" v="34" actId="1076"/>
          <ac:spMkLst>
            <pc:docMk/>
            <pc:sldMk cId="0" sldId="810"/>
            <ac:spMk id="18442" creationId="{EB66668A-FB31-4A4D-AFF9-0BC0CBA24756}"/>
          </ac:spMkLst>
        </pc:spChg>
        <pc:spChg chg="mod">
          <ac:chgData name="欣捷" userId="b965477fa0aef5e6" providerId="LiveId" clId="{1BD81BBC-CA8F-4FC3-A7DB-D4F292335208}" dt="2021-04-28T06:54:14.626" v="34" actId="1076"/>
          <ac:spMkLst>
            <pc:docMk/>
            <pc:sldMk cId="0" sldId="810"/>
            <ac:spMk id="18443" creationId="{90683B3F-D601-4F3E-9258-557677EA6E31}"/>
          </ac:spMkLst>
        </pc:spChg>
        <pc:spChg chg="mod">
          <ac:chgData name="欣捷" userId="b965477fa0aef5e6" providerId="LiveId" clId="{1BD81BBC-CA8F-4FC3-A7DB-D4F292335208}" dt="2021-04-28T06:54:14.626" v="34" actId="1076"/>
          <ac:spMkLst>
            <pc:docMk/>
            <pc:sldMk cId="0" sldId="810"/>
            <ac:spMk id="18444" creationId="{74583EC9-F18E-41AA-A341-3545CE06D127}"/>
          </ac:spMkLst>
        </pc:spChg>
        <pc:spChg chg="mod">
          <ac:chgData name="欣捷" userId="b965477fa0aef5e6" providerId="LiveId" clId="{1BD81BBC-CA8F-4FC3-A7DB-D4F292335208}" dt="2021-04-28T06:54:14.626" v="34" actId="1076"/>
          <ac:spMkLst>
            <pc:docMk/>
            <pc:sldMk cId="0" sldId="810"/>
            <ac:spMk id="18445" creationId="{70DE3356-10C4-4239-B4F4-E312EAB2FFC0}"/>
          </ac:spMkLst>
        </pc:spChg>
        <pc:spChg chg="mod">
          <ac:chgData name="欣捷" userId="b965477fa0aef5e6" providerId="LiveId" clId="{1BD81BBC-CA8F-4FC3-A7DB-D4F292335208}" dt="2021-04-28T06:54:14.626" v="34" actId="1076"/>
          <ac:spMkLst>
            <pc:docMk/>
            <pc:sldMk cId="0" sldId="810"/>
            <ac:spMk id="18446" creationId="{25391D31-982A-402F-9C32-3CB79EA2DCC6}"/>
          </ac:spMkLst>
        </pc:spChg>
        <pc:spChg chg="mod">
          <ac:chgData name="欣捷" userId="b965477fa0aef5e6" providerId="LiveId" clId="{1BD81BBC-CA8F-4FC3-A7DB-D4F292335208}" dt="2021-04-28T06:54:14.626" v="34" actId="1076"/>
          <ac:spMkLst>
            <pc:docMk/>
            <pc:sldMk cId="0" sldId="810"/>
            <ac:spMk id="18447" creationId="{1D965E75-FC0B-4B55-8CB1-AD50AE861B57}"/>
          </ac:spMkLst>
        </pc:spChg>
        <pc:spChg chg="mod">
          <ac:chgData name="欣捷" userId="b965477fa0aef5e6" providerId="LiveId" clId="{1BD81BBC-CA8F-4FC3-A7DB-D4F292335208}" dt="2021-04-28T06:54:14.626" v="34" actId="1076"/>
          <ac:spMkLst>
            <pc:docMk/>
            <pc:sldMk cId="0" sldId="810"/>
            <ac:spMk id="18448" creationId="{8C3C5B79-A3C3-4DC2-B784-B236334B98C5}"/>
          </ac:spMkLst>
        </pc:spChg>
        <pc:spChg chg="mod">
          <ac:chgData name="欣捷" userId="b965477fa0aef5e6" providerId="LiveId" clId="{1BD81BBC-CA8F-4FC3-A7DB-D4F292335208}" dt="2021-04-28T06:54:14.626" v="34" actId="1076"/>
          <ac:spMkLst>
            <pc:docMk/>
            <pc:sldMk cId="0" sldId="810"/>
            <ac:spMk id="18449" creationId="{A5A7BF00-2265-4CE4-A93A-2A9F5EC4C6D4}"/>
          </ac:spMkLst>
        </pc:spChg>
        <pc:spChg chg="mod">
          <ac:chgData name="欣捷" userId="b965477fa0aef5e6" providerId="LiveId" clId="{1BD81BBC-CA8F-4FC3-A7DB-D4F292335208}" dt="2021-04-28T06:54:14.626" v="34" actId="1076"/>
          <ac:spMkLst>
            <pc:docMk/>
            <pc:sldMk cId="0" sldId="810"/>
            <ac:spMk id="18450" creationId="{74EB2F9F-5951-4439-8B9B-1BA3B7DC43FC}"/>
          </ac:spMkLst>
        </pc:spChg>
        <pc:spChg chg="mod">
          <ac:chgData name="欣捷" userId="b965477fa0aef5e6" providerId="LiveId" clId="{1BD81BBC-CA8F-4FC3-A7DB-D4F292335208}" dt="2021-04-28T06:54:14.626" v="34" actId="1076"/>
          <ac:spMkLst>
            <pc:docMk/>
            <pc:sldMk cId="0" sldId="810"/>
            <ac:spMk id="18451" creationId="{C07158EC-E5D0-4962-A6A1-E7FB625340BC}"/>
          </ac:spMkLst>
        </pc:spChg>
        <pc:spChg chg="mod">
          <ac:chgData name="欣捷" userId="b965477fa0aef5e6" providerId="LiveId" clId="{1BD81BBC-CA8F-4FC3-A7DB-D4F292335208}" dt="2021-04-28T06:54:14.626" v="34" actId="1076"/>
          <ac:spMkLst>
            <pc:docMk/>
            <pc:sldMk cId="0" sldId="810"/>
            <ac:spMk id="18452" creationId="{9777706D-29F9-40F1-8860-BDDCA2E13816}"/>
          </ac:spMkLst>
        </pc:spChg>
        <pc:spChg chg="mod">
          <ac:chgData name="欣捷" userId="b965477fa0aef5e6" providerId="LiveId" clId="{1BD81BBC-CA8F-4FC3-A7DB-D4F292335208}" dt="2021-04-28T06:54:14.626" v="34" actId="1076"/>
          <ac:spMkLst>
            <pc:docMk/>
            <pc:sldMk cId="0" sldId="810"/>
            <ac:spMk id="18453" creationId="{F45B1093-330C-4E02-A751-1F8716AB9E9A}"/>
          </ac:spMkLst>
        </pc:spChg>
        <pc:spChg chg="mod">
          <ac:chgData name="欣捷" userId="b965477fa0aef5e6" providerId="LiveId" clId="{1BD81BBC-CA8F-4FC3-A7DB-D4F292335208}" dt="2021-04-28T06:54:14.626" v="34" actId="1076"/>
          <ac:spMkLst>
            <pc:docMk/>
            <pc:sldMk cId="0" sldId="810"/>
            <ac:spMk id="18454" creationId="{E49BA9B6-5168-4BF5-BCFD-0885B5B37B08}"/>
          </ac:spMkLst>
        </pc:spChg>
        <pc:spChg chg="mod">
          <ac:chgData name="欣捷" userId="b965477fa0aef5e6" providerId="LiveId" clId="{1BD81BBC-CA8F-4FC3-A7DB-D4F292335208}" dt="2021-04-28T06:54:14.626" v="34" actId="1076"/>
          <ac:spMkLst>
            <pc:docMk/>
            <pc:sldMk cId="0" sldId="810"/>
            <ac:spMk id="18455" creationId="{78D1A6D7-7EE1-459A-9EEA-756C74DFFD2C}"/>
          </ac:spMkLst>
        </pc:spChg>
        <pc:spChg chg="mod">
          <ac:chgData name="欣捷" userId="b965477fa0aef5e6" providerId="LiveId" clId="{1BD81BBC-CA8F-4FC3-A7DB-D4F292335208}" dt="2021-04-28T06:54:14.626" v="34" actId="1076"/>
          <ac:spMkLst>
            <pc:docMk/>
            <pc:sldMk cId="0" sldId="810"/>
            <ac:spMk id="18456" creationId="{A3554085-5FA7-4382-BD96-DF68922BC77E}"/>
          </ac:spMkLst>
        </pc:spChg>
        <pc:spChg chg="mod">
          <ac:chgData name="欣捷" userId="b965477fa0aef5e6" providerId="LiveId" clId="{1BD81BBC-CA8F-4FC3-A7DB-D4F292335208}" dt="2021-04-28T06:54:14.626" v="34" actId="1076"/>
          <ac:spMkLst>
            <pc:docMk/>
            <pc:sldMk cId="0" sldId="810"/>
            <ac:spMk id="18457" creationId="{2D1BA3DB-B88E-4873-BF3B-21EBCEAA8C08}"/>
          </ac:spMkLst>
        </pc:spChg>
        <pc:spChg chg="mod">
          <ac:chgData name="欣捷" userId="b965477fa0aef5e6" providerId="LiveId" clId="{1BD81BBC-CA8F-4FC3-A7DB-D4F292335208}" dt="2021-04-28T06:54:14.626" v="34" actId="1076"/>
          <ac:spMkLst>
            <pc:docMk/>
            <pc:sldMk cId="0" sldId="810"/>
            <ac:spMk id="18458" creationId="{D26210D9-922E-4C2B-A9AB-512B28A866F3}"/>
          </ac:spMkLst>
        </pc:spChg>
        <pc:spChg chg="mod">
          <ac:chgData name="欣捷" userId="b965477fa0aef5e6" providerId="LiveId" clId="{1BD81BBC-CA8F-4FC3-A7DB-D4F292335208}" dt="2021-04-28T06:54:14.626" v="34" actId="1076"/>
          <ac:spMkLst>
            <pc:docMk/>
            <pc:sldMk cId="0" sldId="810"/>
            <ac:spMk id="18459" creationId="{468A095C-94DA-4CE6-8E2D-3362BBB5DA8A}"/>
          </ac:spMkLst>
        </pc:spChg>
        <pc:spChg chg="mod">
          <ac:chgData name="欣捷" userId="b965477fa0aef5e6" providerId="LiveId" clId="{1BD81BBC-CA8F-4FC3-A7DB-D4F292335208}" dt="2021-04-28T06:54:14.626" v="34" actId="1076"/>
          <ac:spMkLst>
            <pc:docMk/>
            <pc:sldMk cId="0" sldId="810"/>
            <ac:spMk id="18460" creationId="{A4F5897B-2742-4460-9AB4-46F15E369443}"/>
          </ac:spMkLst>
        </pc:spChg>
        <pc:spChg chg="mod">
          <ac:chgData name="欣捷" userId="b965477fa0aef5e6" providerId="LiveId" clId="{1BD81BBC-CA8F-4FC3-A7DB-D4F292335208}" dt="2021-04-28T06:54:14.626" v="34" actId="1076"/>
          <ac:spMkLst>
            <pc:docMk/>
            <pc:sldMk cId="0" sldId="810"/>
            <ac:spMk id="18461" creationId="{64412ED7-404E-44C7-9BB3-9FC5720F30F1}"/>
          </ac:spMkLst>
        </pc:spChg>
        <pc:spChg chg="mod">
          <ac:chgData name="欣捷" userId="b965477fa0aef5e6" providerId="LiveId" clId="{1BD81BBC-CA8F-4FC3-A7DB-D4F292335208}" dt="2021-04-28T06:54:14.626" v="34" actId="1076"/>
          <ac:spMkLst>
            <pc:docMk/>
            <pc:sldMk cId="0" sldId="810"/>
            <ac:spMk id="18462" creationId="{B6DFBF8A-BA30-4349-9441-9AECF1B03848}"/>
          </ac:spMkLst>
        </pc:spChg>
        <pc:spChg chg="mod">
          <ac:chgData name="欣捷" userId="b965477fa0aef5e6" providerId="LiveId" clId="{1BD81BBC-CA8F-4FC3-A7DB-D4F292335208}" dt="2021-04-28T06:54:14.626" v="34" actId="1076"/>
          <ac:spMkLst>
            <pc:docMk/>
            <pc:sldMk cId="0" sldId="810"/>
            <ac:spMk id="18463" creationId="{8DFADC30-4A68-4B89-BC7A-BFDA9DD160C8}"/>
          </ac:spMkLst>
        </pc:spChg>
        <pc:spChg chg="mod">
          <ac:chgData name="欣捷" userId="b965477fa0aef5e6" providerId="LiveId" clId="{1BD81BBC-CA8F-4FC3-A7DB-D4F292335208}" dt="2021-04-28T06:54:14.626" v="34" actId="1076"/>
          <ac:spMkLst>
            <pc:docMk/>
            <pc:sldMk cId="0" sldId="810"/>
            <ac:spMk id="18464" creationId="{8FE96574-B95C-4EBD-A3A4-0EDB21252D54}"/>
          </ac:spMkLst>
        </pc:spChg>
        <pc:spChg chg="mod">
          <ac:chgData name="欣捷" userId="b965477fa0aef5e6" providerId="LiveId" clId="{1BD81BBC-CA8F-4FC3-A7DB-D4F292335208}" dt="2021-04-28T06:54:14.626" v="34" actId="1076"/>
          <ac:spMkLst>
            <pc:docMk/>
            <pc:sldMk cId="0" sldId="810"/>
            <ac:spMk id="18465" creationId="{054B73BD-7249-4B04-A750-3EB449F7A434}"/>
          </ac:spMkLst>
        </pc:spChg>
        <pc:grpChg chg="mod">
          <ac:chgData name="欣捷" userId="b965477fa0aef5e6" providerId="LiveId" clId="{1BD81BBC-CA8F-4FC3-A7DB-D4F292335208}" dt="2021-04-28T06:54:14.626" v="34" actId="1076"/>
          <ac:grpSpMkLst>
            <pc:docMk/>
            <pc:sldMk cId="0" sldId="810"/>
            <ac:grpSpMk id="18436" creationId="{EE138845-887D-4C65-8C53-41336E336483}"/>
          </ac:grpSpMkLst>
        </pc:grpChg>
      </pc:sldChg>
      <pc:sldChg chg="modSp del mod">
        <pc:chgData name="欣捷" userId="b965477fa0aef5e6" providerId="LiveId" clId="{1BD81BBC-CA8F-4FC3-A7DB-D4F292335208}" dt="2021-04-28T07:03:19.301" v="93" actId="47"/>
        <pc:sldMkLst>
          <pc:docMk/>
          <pc:sldMk cId="0" sldId="811"/>
        </pc:sldMkLst>
        <pc:spChg chg="mod">
          <ac:chgData name="欣捷" userId="b965477fa0aef5e6" providerId="LiveId" clId="{1BD81BBC-CA8F-4FC3-A7DB-D4F292335208}" dt="2021-04-28T06:54:28.283" v="37" actId="403"/>
          <ac:spMkLst>
            <pc:docMk/>
            <pc:sldMk cId="0" sldId="811"/>
            <ac:spMk id="19459" creationId="{391B61C8-EC0E-4098-9353-AE73B8FA253A}"/>
          </ac:spMkLst>
        </pc:spChg>
        <pc:spChg chg="mod">
          <ac:chgData name="欣捷" userId="b965477fa0aef5e6" providerId="LiveId" clId="{1BD81BBC-CA8F-4FC3-A7DB-D4F292335208}" dt="2021-04-28T06:54:21.858" v="36" actId="1076"/>
          <ac:spMkLst>
            <pc:docMk/>
            <pc:sldMk cId="0" sldId="811"/>
            <ac:spMk id="19461" creationId="{E0E08567-EB4D-47B9-84B0-C6D0F90F1D3C}"/>
          </ac:spMkLst>
        </pc:spChg>
        <pc:spChg chg="mod">
          <ac:chgData name="欣捷" userId="b965477fa0aef5e6" providerId="LiveId" clId="{1BD81BBC-CA8F-4FC3-A7DB-D4F292335208}" dt="2021-04-28T06:54:21.858" v="36" actId="1076"/>
          <ac:spMkLst>
            <pc:docMk/>
            <pc:sldMk cId="0" sldId="811"/>
            <ac:spMk id="19462" creationId="{77B47073-5F88-4FD6-A8A5-D6BEF003B33C}"/>
          </ac:spMkLst>
        </pc:spChg>
        <pc:spChg chg="mod">
          <ac:chgData name="欣捷" userId="b965477fa0aef5e6" providerId="LiveId" clId="{1BD81BBC-CA8F-4FC3-A7DB-D4F292335208}" dt="2021-04-28T06:54:21.858" v="36" actId="1076"/>
          <ac:spMkLst>
            <pc:docMk/>
            <pc:sldMk cId="0" sldId="811"/>
            <ac:spMk id="19463" creationId="{29A60C97-0694-4A4F-BBFE-DA2F05132D60}"/>
          </ac:spMkLst>
        </pc:spChg>
        <pc:spChg chg="mod">
          <ac:chgData name="欣捷" userId="b965477fa0aef5e6" providerId="LiveId" clId="{1BD81BBC-CA8F-4FC3-A7DB-D4F292335208}" dt="2021-04-28T06:54:21.858" v="36" actId="1076"/>
          <ac:spMkLst>
            <pc:docMk/>
            <pc:sldMk cId="0" sldId="811"/>
            <ac:spMk id="19464" creationId="{1BEA7086-6CF6-473B-A624-96C131780BB7}"/>
          </ac:spMkLst>
        </pc:spChg>
        <pc:spChg chg="mod">
          <ac:chgData name="欣捷" userId="b965477fa0aef5e6" providerId="LiveId" clId="{1BD81BBC-CA8F-4FC3-A7DB-D4F292335208}" dt="2021-04-28T06:54:21.858" v="36" actId="1076"/>
          <ac:spMkLst>
            <pc:docMk/>
            <pc:sldMk cId="0" sldId="811"/>
            <ac:spMk id="19465" creationId="{73662673-E1B2-4FCE-842A-0ED4FF2FFDD9}"/>
          </ac:spMkLst>
        </pc:spChg>
        <pc:spChg chg="mod">
          <ac:chgData name="欣捷" userId="b965477fa0aef5e6" providerId="LiveId" clId="{1BD81BBC-CA8F-4FC3-A7DB-D4F292335208}" dt="2021-04-28T06:54:21.858" v="36" actId="1076"/>
          <ac:spMkLst>
            <pc:docMk/>
            <pc:sldMk cId="0" sldId="811"/>
            <ac:spMk id="19466" creationId="{E788C1E5-4AE5-443B-A7C6-BECB9B52D4ED}"/>
          </ac:spMkLst>
        </pc:spChg>
        <pc:spChg chg="mod">
          <ac:chgData name="欣捷" userId="b965477fa0aef5e6" providerId="LiveId" clId="{1BD81BBC-CA8F-4FC3-A7DB-D4F292335208}" dt="2021-04-28T06:54:21.858" v="36" actId="1076"/>
          <ac:spMkLst>
            <pc:docMk/>
            <pc:sldMk cId="0" sldId="811"/>
            <ac:spMk id="19467" creationId="{D6D2DB4A-BC69-419A-920C-B72A728578F8}"/>
          </ac:spMkLst>
        </pc:spChg>
        <pc:spChg chg="mod">
          <ac:chgData name="欣捷" userId="b965477fa0aef5e6" providerId="LiveId" clId="{1BD81BBC-CA8F-4FC3-A7DB-D4F292335208}" dt="2021-04-28T06:54:21.858" v="36" actId="1076"/>
          <ac:spMkLst>
            <pc:docMk/>
            <pc:sldMk cId="0" sldId="811"/>
            <ac:spMk id="19468" creationId="{306AD1B1-E2FA-450C-89B8-2F865CB002DF}"/>
          </ac:spMkLst>
        </pc:spChg>
        <pc:spChg chg="mod">
          <ac:chgData name="欣捷" userId="b965477fa0aef5e6" providerId="LiveId" clId="{1BD81BBC-CA8F-4FC3-A7DB-D4F292335208}" dt="2021-04-28T06:54:21.858" v="36" actId="1076"/>
          <ac:spMkLst>
            <pc:docMk/>
            <pc:sldMk cId="0" sldId="811"/>
            <ac:spMk id="19469" creationId="{33070D06-26E9-470C-AF68-C8B1BFEC8485}"/>
          </ac:spMkLst>
        </pc:spChg>
        <pc:spChg chg="mod">
          <ac:chgData name="欣捷" userId="b965477fa0aef5e6" providerId="LiveId" clId="{1BD81BBC-CA8F-4FC3-A7DB-D4F292335208}" dt="2021-04-28T06:54:21.858" v="36" actId="1076"/>
          <ac:spMkLst>
            <pc:docMk/>
            <pc:sldMk cId="0" sldId="811"/>
            <ac:spMk id="19470" creationId="{3B92C366-5DB5-4FF8-A883-12A21BF9B273}"/>
          </ac:spMkLst>
        </pc:spChg>
        <pc:spChg chg="mod">
          <ac:chgData name="欣捷" userId="b965477fa0aef5e6" providerId="LiveId" clId="{1BD81BBC-CA8F-4FC3-A7DB-D4F292335208}" dt="2021-04-28T06:54:21.858" v="36" actId="1076"/>
          <ac:spMkLst>
            <pc:docMk/>
            <pc:sldMk cId="0" sldId="811"/>
            <ac:spMk id="19471" creationId="{3DC73D6D-EF1B-429D-A7F2-81F1601C1CEC}"/>
          </ac:spMkLst>
        </pc:spChg>
        <pc:spChg chg="mod">
          <ac:chgData name="欣捷" userId="b965477fa0aef5e6" providerId="LiveId" clId="{1BD81BBC-CA8F-4FC3-A7DB-D4F292335208}" dt="2021-04-28T06:54:21.858" v="36" actId="1076"/>
          <ac:spMkLst>
            <pc:docMk/>
            <pc:sldMk cId="0" sldId="811"/>
            <ac:spMk id="19472" creationId="{79DB79B5-0379-49A5-A871-9A2CB1908AE8}"/>
          </ac:spMkLst>
        </pc:spChg>
        <pc:spChg chg="mod">
          <ac:chgData name="欣捷" userId="b965477fa0aef5e6" providerId="LiveId" clId="{1BD81BBC-CA8F-4FC3-A7DB-D4F292335208}" dt="2021-04-28T06:54:21.858" v="36" actId="1076"/>
          <ac:spMkLst>
            <pc:docMk/>
            <pc:sldMk cId="0" sldId="811"/>
            <ac:spMk id="19473" creationId="{0B202971-AF0B-4FE5-A593-DBE0D8E84869}"/>
          </ac:spMkLst>
        </pc:spChg>
        <pc:spChg chg="mod">
          <ac:chgData name="欣捷" userId="b965477fa0aef5e6" providerId="LiveId" clId="{1BD81BBC-CA8F-4FC3-A7DB-D4F292335208}" dt="2021-04-28T06:54:21.858" v="36" actId="1076"/>
          <ac:spMkLst>
            <pc:docMk/>
            <pc:sldMk cId="0" sldId="811"/>
            <ac:spMk id="19474" creationId="{E322AB92-C907-4613-9FA3-AA000B0AF7E3}"/>
          </ac:spMkLst>
        </pc:spChg>
        <pc:spChg chg="mod">
          <ac:chgData name="欣捷" userId="b965477fa0aef5e6" providerId="LiveId" clId="{1BD81BBC-CA8F-4FC3-A7DB-D4F292335208}" dt="2021-04-28T06:54:21.858" v="36" actId="1076"/>
          <ac:spMkLst>
            <pc:docMk/>
            <pc:sldMk cId="0" sldId="811"/>
            <ac:spMk id="19475" creationId="{81FF58C9-D387-41E2-A20E-3EB8E6B3DAD0}"/>
          </ac:spMkLst>
        </pc:spChg>
        <pc:spChg chg="mod">
          <ac:chgData name="欣捷" userId="b965477fa0aef5e6" providerId="LiveId" clId="{1BD81BBC-CA8F-4FC3-A7DB-D4F292335208}" dt="2021-04-28T06:54:21.858" v="36" actId="1076"/>
          <ac:spMkLst>
            <pc:docMk/>
            <pc:sldMk cId="0" sldId="811"/>
            <ac:spMk id="19476" creationId="{A9325BF6-330C-42CC-93A9-C15CF039F234}"/>
          </ac:spMkLst>
        </pc:spChg>
        <pc:spChg chg="mod">
          <ac:chgData name="欣捷" userId="b965477fa0aef5e6" providerId="LiveId" clId="{1BD81BBC-CA8F-4FC3-A7DB-D4F292335208}" dt="2021-04-28T06:54:21.858" v="36" actId="1076"/>
          <ac:spMkLst>
            <pc:docMk/>
            <pc:sldMk cId="0" sldId="811"/>
            <ac:spMk id="19477" creationId="{0CCDACCB-65B4-4EFC-8A7E-C8343CA59F4C}"/>
          </ac:spMkLst>
        </pc:spChg>
        <pc:spChg chg="mod">
          <ac:chgData name="欣捷" userId="b965477fa0aef5e6" providerId="LiveId" clId="{1BD81BBC-CA8F-4FC3-A7DB-D4F292335208}" dt="2021-04-28T06:54:21.858" v="36" actId="1076"/>
          <ac:spMkLst>
            <pc:docMk/>
            <pc:sldMk cId="0" sldId="811"/>
            <ac:spMk id="19478" creationId="{C0E1EDF1-0AC9-4584-9CBE-6732DA415607}"/>
          </ac:spMkLst>
        </pc:spChg>
        <pc:spChg chg="mod">
          <ac:chgData name="欣捷" userId="b965477fa0aef5e6" providerId="LiveId" clId="{1BD81BBC-CA8F-4FC3-A7DB-D4F292335208}" dt="2021-04-28T06:54:21.858" v="36" actId="1076"/>
          <ac:spMkLst>
            <pc:docMk/>
            <pc:sldMk cId="0" sldId="811"/>
            <ac:spMk id="19479" creationId="{71701C53-148C-4729-B17C-7C7045F2EE01}"/>
          </ac:spMkLst>
        </pc:spChg>
        <pc:spChg chg="mod">
          <ac:chgData name="欣捷" userId="b965477fa0aef5e6" providerId="LiveId" clId="{1BD81BBC-CA8F-4FC3-A7DB-D4F292335208}" dt="2021-04-28T06:54:21.858" v="36" actId="1076"/>
          <ac:spMkLst>
            <pc:docMk/>
            <pc:sldMk cId="0" sldId="811"/>
            <ac:spMk id="19480" creationId="{552DEA69-17DD-4414-8CDD-2BD7415E15E1}"/>
          </ac:spMkLst>
        </pc:spChg>
        <pc:spChg chg="mod">
          <ac:chgData name="欣捷" userId="b965477fa0aef5e6" providerId="LiveId" clId="{1BD81BBC-CA8F-4FC3-A7DB-D4F292335208}" dt="2021-04-28T06:54:21.858" v="36" actId="1076"/>
          <ac:spMkLst>
            <pc:docMk/>
            <pc:sldMk cId="0" sldId="811"/>
            <ac:spMk id="19481" creationId="{24B7CE5D-D588-4B7F-A61B-AB9D0F66990A}"/>
          </ac:spMkLst>
        </pc:spChg>
        <pc:spChg chg="mod">
          <ac:chgData name="欣捷" userId="b965477fa0aef5e6" providerId="LiveId" clId="{1BD81BBC-CA8F-4FC3-A7DB-D4F292335208}" dt="2021-04-28T06:54:21.858" v="36" actId="1076"/>
          <ac:spMkLst>
            <pc:docMk/>
            <pc:sldMk cId="0" sldId="811"/>
            <ac:spMk id="19482" creationId="{2D65192E-0C7C-47DD-8EE1-D2EAA18F3207}"/>
          </ac:spMkLst>
        </pc:spChg>
        <pc:spChg chg="mod">
          <ac:chgData name="欣捷" userId="b965477fa0aef5e6" providerId="LiveId" clId="{1BD81BBC-CA8F-4FC3-A7DB-D4F292335208}" dt="2021-04-28T06:54:21.858" v="36" actId="1076"/>
          <ac:spMkLst>
            <pc:docMk/>
            <pc:sldMk cId="0" sldId="811"/>
            <ac:spMk id="19483" creationId="{D0DD0D3D-D080-4156-95EB-82D3E0A73490}"/>
          </ac:spMkLst>
        </pc:spChg>
        <pc:spChg chg="mod">
          <ac:chgData name="欣捷" userId="b965477fa0aef5e6" providerId="LiveId" clId="{1BD81BBC-CA8F-4FC3-A7DB-D4F292335208}" dt="2021-04-28T06:54:21.858" v="36" actId="1076"/>
          <ac:spMkLst>
            <pc:docMk/>
            <pc:sldMk cId="0" sldId="811"/>
            <ac:spMk id="19484" creationId="{1102CF96-C84B-4100-86FC-2F63103D0660}"/>
          </ac:spMkLst>
        </pc:spChg>
        <pc:spChg chg="mod">
          <ac:chgData name="欣捷" userId="b965477fa0aef5e6" providerId="LiveId" clId="{1BD81BBC-CA8F-4FC3-A7DB-D4F292335208}" dt="2021-04-28T06:54:21.858" v="36" actId="1076"/>
          <ac:spMkLst>
            <pc:docMk/>
            <pc:sldMk cId="0" sldId="811"/>
            <ac:spMk id="19485" creationId="{50AF582F-948C-4E40-81AA-8933D2554D1D}"/>
          </ac:spMkLst>
        </pc:spChg>
        <pc:spChg chg="mod">
          <ac:chgData name="欣捷" userId="b965477fa0aef5e6" providerId="LiveId" clId="{1BD81BBC-CA8F-4FC3-A7DB-D4F292335208}" dt="2021-04-28T06:54:21.858" v="36" actId="1076"/>
          <ac:spMkLst>
            <pc:docMk/>
            <pc:sldMk cId="0" sldId="811"/>
            <ac:spMk id="19486" creationId="{A75596D2-7C2E-4B64-B7F5-9900EB217875}"/>
          </ac:spMkLst>
        </pc:spChg>
        <pc:spChg chg="mod">
          <ac:chgData name="欣捷" userId="b965477fa0aef5e6" providerId="LiveId" clId="{1BD81BBC-CA8F-4FC3-A7DB-D4F292335208}" dt="2021-04-28T06:54:21.858" v="36" actId="1076"/>
          <ac:spMkLst>
            <pc:docMk/>
            <pc:sldMk cId="0" sldId="811"/>
            <ac:spMk id="19487" creationId="{C2F10D1D-B7A0-42BD-84B6-DFBBD532BE17}"/>
          </ac:spMkLst>
        </pc:spChg>
        <pc:spChg chg="mod">
          <ac:chgData name="欣捷" userId="b965477fa0aef5e6" providerId="LiveId" clId="{1BD81BBC-CA8F-4FC3-A7DB-D4F292335208}" dt="2021-04-28T06:54:21.858" v="36" actId="1076"/>
          <ac:spMkLst>
            <pc:docMk/>
            <pc:sldMk cId="0" sldId="811"/>
            <ac:spMk id="19488" creationId="{9690A4D1-2BEC-4190-942C-6318F422AE84}"/>
          </ac:spMkLst>
        </pc:spChg>
        <pc:spChg chg="mod">
          <ac:chgData name="欣捷" userId="b965477fa0aef5e6" providerId="LiveId" clId="{1BD81BBC-CA8F-4FC3-A7DB-D4F292335208}" dt="2021-04-28T06:54:21.858" v="36" actId="1076"/>
          <ac:spMkLst>
            <pc:docMk/>
            <pc:sldMk cId="0" sldId="811"/>
            <ac:spMk id="19489" creationId="{42A566DC-B59F-46F6-9AF9-264C13BA1AD1}"/>
          </ac:spMkLst>
        </pc:spChg>
        <pc:grpChg chg="mod">
          <ac:chgData name="欣捷" userId="b965477fa0aef5e6" providerId="LiveId" clId="{1BD81BBC-CA8F-4FC3-A7DB-D4F292335208}" dt="2021-04-28T06:54:21.858" v="36" actId="1076"/>
          <ac:grpSpMkLst>
            <pc:docMk/>
            <pc:sldMk cId="0" sldId="811"/>
            <ac:grpSpMk id="19460" creationId="{9D150129-9992-43B2-AC46-E33B01D91CA2}"/>
          </ac:grpSpMkLst>
        </pc:grpChg>
      </pc:sldChg>
      <pc:sldChg chg="modSp del mod">
        <pc:chgData name="欣捷" userId="b965477fa0aef5e6" providerId="LiveId" clId="{1BD81BBC-CA8F-4FC3-A7DB-D4F292335208}" dt="2021-04-28T07:03:19.301" v="93" actId="47"/>
        <pc:sldMkLst>
          <pc:docMk/>
          <pc:sldMk cId="0" sldId="813"/>
        </pc:sldMkLst>
        <pc:spChg chg="mod">
          <ac:chgData name="欣捷" userId="b965477fa0aef5e6" providerId="LiveId" clId="{1BD81BBC-CA8F-4FC3-A7DB-D4F292335208}" dt="2021-04-28T06:54:47.368" v="40" actId="403"/>
          <ac:spMkLst>
            <pc:docMk/>
            <pc:sldMk cId="0" sldId="813"/>
            <ac:spMk id="20483" creationId="{93E90CDB-5B89-45A1-9B2F-033813221DB0}"/>
          </ac:spMkLst>
        </pc:spChg>
        <pc:spChg chg="mod">
          <ac:chgData name="欣捷" userId="b965477fa0aef5e6" providerId="LiveId" clId="{1BD81BBC-CA8F-4FC3-A7DB-D4F292335208}" dt="2021-04-28T06:54:45.774" v="39" actId="1076"/>
          <ac:spMkLst>
            <pc:docMk/>
            <pc:sldMk cId="0" sldId="813"/>
            <ac:spMk id="20485" creationId="{2EFF5124-FCFE-4165-BA69-94C6B8F8CC64}"/>
          </ac:spMkLst>
        </pc:spChg>
        <pc:spChg chg="mod">
          <ac:chgData name="欣捷" userId="b965477fa0aef5e6" providerId="LiveId" clId="{1BD81BBC-CA8F-4FC3-A7DB-D4F292335208}" dt="2021-04-28T06:54:45.774" v="39" actId="1076"/>
          <ac:spMkLst>
            <pc:docMk/>
            <pc:sldMk cId="0" sldId="813"/>
            <ac:spMk id="20486" creationId="{D369FF2B-9AD4-43CA-8892-9018C165C1F8}"/>
          </ac:spMkLst>
        </pc:spChg>
        <pc:spChg chg="mod">
          <ac:chgData name="欣捷" userId="b965477fa0aef5e6" providerId="LiveId" clId="{1BD81BBC-CA8F-4FC3-A7DB-D4F292335208}" dt="2021-04-28T06:54:45.774" v="39" actId="1076"/>
          <ac:spMkLst>
            <pc:docMk/>
            <pc:sldMk cId="0" sldId="813"/>
            <ac:spMk id="20487" creationId="{8D028088-5057-489E-B3A9-47DA6CEEB6AF}"/>
          </ac:spMkLst>
        </pc:spChg>
        <pc:spChg chg="mod">
          <ac:chgData name="欣捷" userId="b965477fa0aef5e6" providerId="LiveId" clId="{1BD81BBC-CA8F-4FC3-A7DB-D4F292335208}" dt="2021-04-28T06:54:45.774" v="39" actId="1076"/>
          <ac:spMkLst>
            <pc:docMk/>
            <pc:sldMk cId="0" sldId="813"/>
            <ac:spMk id="20488" creationId="{552E17DB-485A-4677-8AFE-9E39C0AA0476}"/>
          </ac:spMkLst>
        </pc:spChg>
        <pc:spChg chg="mod">
          <ac:chgData name="欣捷" userId="b965477fa0aef5e6" providerId="LiveId" clId="{1BD81BBC-CA8F-4FC3-A7DB-D4F292335208}" dt="2021-04-28T06:54:45.774" v="39" actId="1076"/>
          <ac:spMkLst>
            <pc:docMk/>
            <pc:sldMk cId="0" sldId="813"/>
            <ac:spMk id="20489" creationId="{603A0E35-75CA-46A0-9EB7-C040AAE59316}"/>
          </ac:spMkLst>
        </pc:spChg>
        <pc:spChg chg="mod">
          <ac:chgData name="欣捷" userId="b965477fa0aef5e6" providerId="LiveId" clId="{1BD81BBC-CA8F-4FC3-A7DB-D4F292335208}" dt="2021-04-28T06:54:45.774" v="39" actId="1076"/>
          <ac:spMkLst>
            <pc:docMk/>
            <pc:sldMk cId="0" sldId="813"/>
            <ac:spMk id="20490" creationId="{27F04A1C-A805-41A5-8045-5E2F10FB81A2}"/>
          </ac:spMkLst>
        </pc:spChg>
        <pc:spChg chg="mod">
          <ac:chgData name="欣捷" userId="b965477fa0aef5e6" providerId="LiveId" clId="{1BD81BBC-CA8F-4FC3-A7DB-D4F292335208}" dt="2021-04-28T06:54:45.774" v="39" actId="1076"/>
          <ac:spMkLst>
            <pc:docMk/>
            <pc:sldMk cId="0" sldId="813"/>
            <ac:spMk id="20491" creationId="{E518CB00-A415-41CE-9A07-2D68E4910DCD}"/>
          </ac:spMkLst>
        </pc:spChg>
        <pc:spChg chg="mod">
          <ac:chgData name="欣捷" userId="b965477fa0aef5e6" providerId="LiveId" clId="{1BD81BBC-CA8F-4FC3-A7DB-D4F292335208}" dt="2021-04-28T06:54:45.774" v="39" actId="1076"/>
          <ac:spMkLst>
            <pc:docMk/>
            <pc:sldMk cId="0" sldId="813"/>
            <ac:spMk id="20492" creationId="{941EC69A-D18C-45EE-9169-9CF4948E8A34}"/>
          </ac:spMkLst>
        </pc:spChg>
        <pc:spChg chg="mod">
          <ac:chgData name="欣捷" userId="b965477fa0aef5e6" providerId="LiveId" clId="{1BD81BBC-CA8F-4FC3-A7DB-D4F292335208}" dt="2021-04-28T06:54:45.774" v="39" actId="1076"/>
          <ac:spMkLst>
            <pc:docMk/>
            <pc:sldMk cId="0" sldId="813"/>
            <ac:spMk id="20493" creationId="{DA6B7702-48B5-4E08-A499-315235B16EE9}"/>
          </ac:spMkLst>
        </pc:spChg>
        <pc:spChg chg="mod">
          <ac:chgData name="欣捷" userId="b965477fa0aef5e6" providerId="LiveId" clId="{1BD81BBC-CA8F-4FC3-A7DB-D4F292335208}" dt="2021-04-28T06:54:45.774" v="39" actId="1076"/>
          <ac:spMkLst>
            <pc:docMk/>
            <pc:sldMk cId="0" sldId="813"/>
            <ac:spMk id="20494" creationId="{22CB482F-BF4C-4359-A0A6-33978830B272}"/>
          </ac:spMkLst>
        </pc:spChg>
        <pc:spChg chg="mod">
          <ac:chgData name="欣捷" userId="b965477fa0aef5e6" providerId="LiveId" clId="{1BD81BBC-CA8F-4FC3-A7DB-D4F292335208}" dt="2021-04-28T06:54:45.774" v="39" actId="1076"/>
          <ac:spMkLst>
            <pc:docMk/>
            <pc:sldMk cId="0" sldId="813"/>
            <ac:spMk id="20495" creationId="{7760E583-0B3F-421C-BF2F-4ACCDF38AC79}"/>
          </ac:spMkLst>
        </pc:spChg>
        <pc:spChg chg="mod">
          <ac:chgData name="欣捷" userId="b965477fa0aef5e6" providerId="LiveId" clId="{1BD81BBC-CA8F-4FC3-A7DB-D4F292335208}" dt="2021-04-28T06:54:45.774" v="39" actId="1076"/>
          <ac:spMkLst>
            <pc:docMk/>
            <pc:sldMk cId="0" sldId="813"/>
            <ac:spMk id="20496" creationId="{0572B005-73F0-4684-A4F6-FAD26E1A6CB3}"/>
          </ac:spMkLst>
        </pc:spChg>
        <pc:spChg chg="mod">
          <ac:chgData name="欣捷" userId="b965477fa0aef5e6" providerId="LiveId" clId="{1BD81BBC-CA8F-4FC3-A7DB-D4F292335208}" dt="2021-04-28T06:54:45.774" v="39" actId="1076"/>
          <ac:spMkLst>
            <pc:docMk/>
            <pc:sldMk cId="0" sldId="813"/>
            <ac:spMk id="20497" creationId="{853F60D0-1172-4432-BAE4-9071E454E96A}"/>
          </ac:spMkLst>
        </pc:spChg>
        <pc:spChg chg="mod">
          <ac:chgData name="欣捷" userId="b965477fa0aef5e6" providerId="LiveId" clId="{1BD81BBC-CA8F-4FC3-A7DB-D4F292335208}" dt="2021-04-28T06:54:45.774" v="39" actId="1076"/>
          <ac:spMkLst>
            <pc:docMk/>
            <pc:sldMk cId="0" sldId="813"/>
            <ac:spMk id="20498" creationId="{EC5284C8-2595-485A-8976-274FC0BAC8C8}"/>
          </ac:spMkLst>
        </pc:spChg>
        <pc:spChg chg="mod">
          <ac:chgData name="欣捷" userId="b965477fa0aef5e6" providerId="LiveId" clId="{1BD81BBC-CA8F-4FC3-A7DB-D4F292335208}" dt="2021-04-28T06:54:45.774" v="39" actId="1076"/>
          <ac:spMkLst>
            <pc:docMk/>
            <pc:sldMk cId="0" sldId="813"/>
            <ac:spMk id="20499" creationId="{99A2483A-6BEA-415F-8228-2EB8A31F81AE}"/>
          </ac:spMkLst>
        </pc:spChg>
        <pc:spChg chg="mod">
          <ac:chgData name="欣捷" userId="b965477fa0aef5e6" providerId="LiveId" clId="{1BD81BBC-CA8F-4FC3-A7DB-D4F292335208}" dt="2021-04-28T06:54:45.774" v="39" actId="1076"/>
          <ac:spMkLst>
            <pc:docMk/>
            <pc:sldMk cId="0" sldId="813"/>
            <ac:spMk id="20500" creationId="{40A8DCA9-95AF-48DE-9E37-2BEC15AF2869}"/>
          </ac:spMkLst>
        </pc:spChg>
        <pc:spChg chg="mod">
          <ac:chgData name="欣捷" userId="b965477fa0aef5e6" providerId="LiveId" clId="{1BD81BBC-CA8F-4FC3-A7DB-D4F292335208}" dt="2021-04-28T06:54:45.774" v="39" actId="1076"/>
          <ac:spMkLst>
            <pc:docMk/>
            <pc:sldMk cId="0" sldId="813"/>
            <ac:spMk id="20501" creationId="{62BAE5DF-DE02-43C2-8528-158CD0F6FB6E}"/>
          </ac:spMkLst>
        </pc:spChg>
        <pc:spChg chg="mod">
          <ac:chgData name="欣捷" userId="b965477fa0aef5e6" providerId="LiveId" clId="{1BD81BBC-CA8F-4FC3-A7DB-D4F292335208}" dt="2021-04-28T06:54:45.774" v="39" actId="1076"/>
          <ac:spMkLst>
            <pc:docMk/>
            <pc:sldMk cId="0" sldId="813"/>
            <ac:spMk id="20502" creationId="{3774F322-69D0-4B50-82BE-70CF64FA319F}"/>
          </ac:spMkLst>
        </pc:spChg>
        <pc:spChg chg="mod">
          <ac:chgData name="欣捷" userId="b965477fa0aef5e6" providerId="LiveId" clId="{1BD81BBC-CA8F-4FC3-A7DB-D4F292335208}" dt="2021-04-28T06:54:45.774" v="39" actId="1076"/>
          <ac:spMkLst>
            <pc:docMk/>
            <pc:sldMk cId="0" sldId="813"/>
            <ac:spMk id="20503" creationId="{9A42B757-9750-4AC4-A4BF-FD7794A9E8EF}"/>
          </ac:spMkLst>
        </pc:spChg>
        <pc:spChg chg="mod">
          <ac:chgData name="欣捷" userId="b965477fa0aef5e6" providerId="LiveId" clId="{1BD81BBC-CA8F-4FC3-A7DB-D4F292335208}" dt="2021-04-28T06:54:45.774" v="39" actId="1076"/>
          <ac:spMkLst>
            <pc:docMk/>
            <pc:sldMk cId="0" sldId="813"/>
            <ac:spMk id="20504" creationId="{5253A164-6537-4572-BE32-8F85DD7B589D}"/>
          </ac:spMkLst>
        </pc:spChg>
        <pc:spChg chg="mod">
          <ac:chgData name="欣捷" userId="b965477fa0aef5e6" providerId="LiveId" clId="{1BD81BBC-CA8F-4FC3-A7DB-D4F292335208}" dt="2021-04-28T06:54:45.774" v="39" actId="1076"/>
          <ac:spMkLst>
            <pc:docMk/>
            <pc:sldMk cId="0" sldId="813"/>
            <ac:spMk id="20505" creationId="{02799E7E-C21F-4E43-9332-1ABE8E8B47C3}"/>
          </ac:spMkLst>
        </pc:spChg>
        <pc:spChg chg="mod">
          <ac:chgData name="欣捷" userId="b965477fa0aef5e6" providerId="LiveId" clId="{1BD81BBC-CA8F-4FC3-A7DB-D4F292335208}" dt="2021-04-28T06:54:45.774" v="39" actId="1076"/>
          <ac:spMkLst>
            <pc:docMk/>
            <pc:sldMk cId="0" sldId="813"/>
            <ac:spMk id="20506" creationId="{B70990BC-E1CE-457A-9289-896DAAB8275C}"/>
          </ac:spMkLst>
        </pc:spChg>
        <pc:spChg chg="mod">
          <ac:chgData name="欣捷" userId="b965477fa0aef5e6" providerId="LiveId" clId="{1BD81BBC-CA8F-4FC3-A7DB-D4F292335208}" dt="2021-04-28T06:54:45.774" v="39" actId="1076"/>
          <ac:spMkLst>
            <pc:docMk/>
            <pc:sldMk cId="0" sldId="813"/>
            <ac:spMk id="20507" creationId="{E3C67007-D70E-4B3B-845A-6F6C998E892C}"/>
          </ac:spMkLst>
        </pc:spChg>
        <pc:spChg chg="mod">
          <ac:chgData name="欣捷" userId="b965477fa0aef5e6" providerId="LiveId" clId="{1BD81BBC-CA8F-4FC3-A7DB-D4F292335208}" dt="2021-04-28T06:54:45.774" v="39" actId="1076"/>
          <ac:spMkLst>
            <pc:docMk/>
            <pc:sldMk cId="0" sldId="813"/>
            <ac:spMk id="20508" creationId="{A867F5F3-5F1A-4F10-B071-29051B434F45}"/>
          </ac:spMkLst>
        </pc:spChg>
        <pc:spChg chg="mod">
          <ac:chgData name="欣捷" userId="b965477fa0aef5e6" providerId="LiveId" clId="{1BD81BBC-CA8F-4FC3-A7DB-D4F292335208}" dt="2021-04-28T06:54:45.774" v="39" actId="1076"/>
          <ac:spMkLst>
            <pc:docMk/>
            <pc:sldMk cId="0" sldId="813"/>
            <ac:spMk id="20509" creationId="{6D27A8D4-167D-405E-8B74-0459B1063828}"/>
          </ac:spMkLst>
        </pc:spChg>
        <pc:spChg chg="mod">
          <ac:chgData name="欣捷" userId="b965477fa0aef5e6" providerId="LiveId" clId="{1BD81BBC-CA8F-4FC3-A7DB-D4F292335208}" dt="2021-04-28T06:54:45.774" v="39" actId="1076"/>
          <ac:spMkLst>
            <pc:docMk/>
            <pc:sldMk cId="0" sldId="813"/>
            <ac:spMk id="20510" creationId="{074E40B7-5CF4-4096-8D1D-1BAEF18C3D50}"/>
          </ac:spMkLst>
        </pc:spChg>
        <pc:spChg chg="mod">
          <ac:chgData name="欣捷" userId="b965477fa0aef5e6" providerId="LiveId" clId="{1BD81BBC-CA8F-4FC3-A7DB-D4F292335208}" dt="2021-04-28T06:54:45.774" v="39" actId="1076"/>
          <ac:spMkLst>
            <pc:docMk/>
            <pc:sldMk cId="0" sldId="813"/>
            <ac:spMk id="20511" creationId="{56049A65-03E9-4F78-B98F-34B8BBCD688D}"/>
          </ac:spMkLst>
        </pc:spChg>
        <pc:spChg chg="mod">
          <ac:chgData name="欣捷" userId="b965477fa0aef5e6" providerId="LiveId" clId="{1BD81BBC-CA8F-4FC3-A7DB-D4F292335208}" dt="2021-04-28T06:54:45.774" v="39" actId="1076"/>
          <ac:spMkLst>
            <pc:docMk/>
            <pc:sldMk cId="0" sldId="813"/>
            <ac:spMk id="20512" creationId="{38673731-65AA-4639-9CF5-EDC208F9696C}"/>
          </ac:spMkLst>
        </pc:spChg>
        <pc:spChg chg="mod">
          <ac:chgData name="欣捷" userId="b965477fa0aef5e6" providerId="LiveId" clId="{1BD81BBC-CA8F-4FC3-A7DB-D4F292335208}" dt="2021-04-28T06:54:45.774" v="39" actId="1076"/>
          <ac:spMkLst>
            <pc:docMk/>
            <pc:sldMk cId="0" sldId="813"/>
            <ac:spMk id="20513" creationId="{10141157-FF28-4F43-B142-9D1DEF509C4E}"/>
          </ac:spMkLst>
        </pc:spChg>
        <pc:grpChg chg="mod">
          <ac:chgData name="欣捷" userId="b965477fa0aef5e6" providerId="LiveId" clId="{1BD81BBC-CA8F-4FC3-A7DB-D4F292335208}" dt="2021-04-28T06:54:45.774" v="39" actId="1076"/>
          <ac:grpSpMkLst>
            <pc:docMk/>
            <pc:sldMk cId="0" sldId="813"/>
            <ac:grpSpMk id="20484" creationId="{86B52740-44FF-495C-B7E8-3D8FA465515B}"/>
          </ac:grpSpMkLst>
        </pc:grpChg>
      </pc:sldChg>
      <pc:sldChg chg="modSp del">
        <pc:chgData name="欣捷" userId="b965477fa0aef5e6" providerId="LiveId" clId="{1BD81BBC-CA8F-4FC3-A7DB-D4F292335208}" dt="2021-04-28T07:03:19.301" v="93" actId="47"/>
        <pc:sldMkLst>
          <pc:docMk/>
          <pc:sldMk cId="0" sldId="814"/>
        </pc:sldMkLst>
        <pc:spChg chg="mod">
          <ac:chgData name="欣捷" userId="b965477fa0aef5e6" providerId="LiveId" clId="{1BD81BBC-CA8F-4FC3-A7DB-D4F292335208}" dt="2021-04-28T06:55:35.760" v="42" actId="1076"/>
          <ac:spMkLst>
            <pc:docMk/>
            <pc:sldMk cId="0" sldId="814"/>
            <ac:spMk id="21509" creationId="{26CB4F28-87EB-459C-878D-1E49194343EE}"/>
          </ac:spMkLst>
        </pc:spChg>
        <pc:spChg chg="mod">
          <ac:chgData name="欣捷" userId="b965477fa0aef5e6" providerId="LiveId" clId="{1BD81BBC-CA8F-4FC3-A7DB-D4F292335208}" dt="2021-04-28T06:55:35.760" v="42" actId="1076"/>
          <ac:spMkLst>
            <pc:docMk/>
            <pc:sldMk cId="0" sldId="814"/>
            <ac:spMk id="21510" creationId="{91B38F33-15C0-4A7B-8CEE-C6AF2273C2F1}"/>
          </ac:spMkLst>
        </pc:spChg>
        <pc:spChg chg="mod">
          <ac:chgData name="欣捷" userId="b965477fa0aef5e6" providerId="LiveId" clId="{1BD81BBC-CA8F-4FC3-A7DB-D4F292335208}" dt="2021-04-28T06:55:35.760" v="42" actId="1076"/>
          <ac:spMkLst>
            <pc:docMk/>
            <pc:sldMk cId="0" sldId="814"/>
            <ac:spMk id="21511" creationId="{F1787FC8-BABF-4032-BA05-499E2E5BDE5A}"/>
          </ac:spMkLst>
        </pc:spChg>
        <pc:spChg chg="mod">
          <ac:chgData name="欣捷" userId="b965477fa0aef5e6" providerId="LiveId" clId="{1BD81BBC-CA8F-4FC3-A7DB-D4F292335208}" dt="2021-04-28T06:55:35.760" v="42" actId="1076"/>
          <ac:spMkLst>
            <pc:docMk/>
            <pc:sldMk cId="0" sldId="814"/>
            <ac:spMk id="21512" creationId="{64A4536D-E578-4635-8284-91D53CDE5351}"/>
          </ac:spMkLst>
        </pc:spChg>
        <pc:spChg chg="mod">
          <ac:chgData name="欣捷" userId="b965477fa0aef5e6" providerId="LiveId" clId="{1BD81BBC-CA8F-4FC3-A7DB-D4F292335208}" dt="2021-04-28T06:55:35.760" v="42" actId="1076"/>
          <ac:spMkLst>
            <pc:docMk/>
            <pc:sldMk cId="0" sldId="814"/>
            <ac:spMk id="21513" creationId="{A3989D4D-6A56-4090-AE1A-5F0BF3803E5D}"/>
          </ac:spMkLst>
        </pc:spChg>
        <pc:spChg chg="mod">
          <ac:chgData name="欣捷" userId="b965477fa0aef5e6" providerId="LiveId" clId="{1BD81BBC-CA8F-4FC3-A7DB-D4F292335208}" dt="2021-04-28T06:55:35.760" v="42" actId="1076"/>
          <ac:spMkLst>
            <pc:docMk/>
            <pc:sldMk cId="0" sldId="814"/>
            <ac:spMk id="21514" creationId="{B42A0110-E407-4960-ABA6-75E10CF4D044}"/>
          </ac:spMkLst>
        </pc:spChg>
        <pc:spChg chg="mod">
          <ac:chgData name="欣捷" userId="b965477fa0aef5e6" providerId="LiveId" clId="{1BD81BBC-CA8F-4FC3-A7DB-D4F292335208}" dt="2021-04-28T06:55:35.760" v="42" actId="1076"/>
          <ac:spMkLst>
            <pc:docMk/>
            <pc:sldMk cId="0" sldId="814"/>
            <ac:spMk id="21515" creationId="{CF1BCF83-BF37-404C-8219-E8B1550D44A7}"/>
          </ac:spMkLst>
        </pc:spChg>
        <pc:spChg chg="mod">
          <ac:chgData name="欣捷" userId="b965477fa0aef5e6" providerId="LiveId" clId="{1BD81BBC-CA8F-4FC3-A7DB-D4F292335208}" dt="2021-04-28T06:55:35.760" v="42" actId="1076"/>
          <ac:spMkLst>
            <pc:docMk/>
            <pc:sldMk cId="0" sldId="814"/>
            <ac:spMk id="21516" creationId="{08D1AF25-436F-47C1-AE5C-39592B850F03}"/>
          </ac:spMkLst>
        </pc:spChg>
        <pc:spChg chg="mod">
          <ac:chgData name="欣捷" userId="b965477fa0aef5e6" providerId="LiveId" clId="{1BD81BBC-CA8F-4FC3-A7DB-D4F292335208}" dt="2021-04-28T06:55:35.760" v="42" actId="1076"/>
          <ac:spMkLst>
            <pc:docMk/>
            <pc:sldMk cId="0" sldId="814"/>
            <ac:spMk id="21517" creationId="{B796D7ED-081F-464D-BB6F-FD60ED388862}"/>
          </ac:spMkLst>
        </pc:spChg>
        <pc:spChg chg="mod">
          <ac:chgData name="欣捷" userId="b965477fa0aef5e6" providerId="LiveId" clId="{1BD81BBC-CA8F-4FC3-A7DB-D4F292335208}" dt="2021-04-28T06:55:35.760" v="42" actId="1076"/>
          <ac:spMkLst>
            <pc:docMk/>
            <pc:sldMk cId="0" sldId="814"/>
            <ac:spMk id="21518" creationId="{8C09D023-EA12-45AA-B16A-BF42196B37AD}"/>
          </ac:spMkLst>
        </pc:spChg>
        <pc:spChg chg="mod">
          <ac:chgData name="欣捷" userId="b965477fa0aef5e6" providerId="LiveId" clId="{1BD81BBC-CA8F-4FC3-A7DB-D4F292335208}" dt="2021-04-28T06:55:35.760" v="42" actId="1076"/>
          <ac:spMkLst>
            <pc:docMk/>
            <pc:sldMk cId="0" sldId="814"/>
            <ac:spMk id="21519" creationId="{DCE86C15-EAB8-4617-ADF4-DD85E953AA1A}"/>
          </ac:spMkLst>
        </pc:spChg>
        <pc:spChg chg="mod">
          <ac:chgData name="欣捷" userId="b965477fa0aef5e6" providerId="LiveId" clId="{1BD81BBC-CA8F-4FC3-A7DB-D4F292335208}" dt="2021-04-28T06:55:35.760" v="42" actId="1076"/>
          <ac:spMkLst>
            <pc:docMk/>
            <pc:sldMk cId="0" sldId="814"/>
            <ac:spMk id="21520" creationId="{49BF4B01-C2CF-4785-BA91-77B4425814E8}"/>
          </ac:spMkLst>
        </pc:spChg>
        <pc:spChg chg="mod">
          <ac:chgData name="欣捷" userId="b965477fa0aef5e6" providerId="LiveId" clId="{1BD81BBC-CA8F-4FC3-A7DB-D4F292335208}" dt="2021-04-28T06:55:35.760" v="42" actId="1076"/>
          <ac:spMkLst>
            <pc:docMk/>
            <pc:sldMk cId="0" sldId="814"/>
            <ac:spMk id="21521" creationId="{B6561650-794F-412A-827C-1CEA029AD00E}"/>
          </ac:spMkLst>
        </pc:spChg>
        <pc:spChg chg="mod">
          <ac:chgData name="欣捷" userId="b965477fa0aef5e6" providerId="LiveId" clId="{1BD81BBC-CA8F-4FC3-A7DB-D4F292335208}" dt="2021-04-28T06:55:35.760" v="42" actId="1076"/>
          <ac:spMkLst>
            <pc:docMk/>
            <pc:sldMk cId="0" sldId="814"/>
            <ac:spMk id="21522" creationId="{B49F9FB8-D70D-4ECC-B6BB-D60EAA758191}"/>
          </ac:spMkLst>
        </pc:spChg>
        <pc:spChg chg="mod">
          <ac:chgData name="欣捷" userId="b965477fa0aef5e6" providerId="LiveId" clId="{1BD81BBC-CA8F-4FC3-A7DB-D4F292335208}" dt="2021-04-28T06:55:35.760" v="42" actId="1076"/>
          <ac:spMkLst>
            <pc:docMk/>
            <pc:sldMk cId="0" sldId="814"/>
            <ac:spMk id="21523" creationId="{DACB5799-D09C-4347-8E57-D4DD098C414E}"/>
          </ac:spMkLst>
        </pc:spChg>
        <pc:spChg chg="mod">
          <ac:chgData name="欣捷" userId="b965477fa0aef5e6" providerId="LiveId" clId="{1BD81BBC-CA8F-4FC3-A7DB-D4F292335208}" dt="2021-04-28T06:55:35.760" v="42" actId="1076"/>
          <ac:spMkLst>
            <pc:docMk/>
            <pc:sldMk cId="0" sldId="814"/>
            <ac:spMk id="21524" creationId="{D29DA0E7-CC0C-4262-9976-6826DB476503}"/>
          </ac:spMkLst>
        </pc:spChg>
        <pc:spChg chg="mod">
          <ac:chgData name="欣捷" userId="b965477fa0aef5e6" providerId="LiveId" clId="{1BD81BBC-CA8F-4FC3-A7DB-D4F292335208}" dt="2021-04-28T06:55:35.760" v="42" actId="1076"/>
          <ac:spMkLst>
            <pc:docMk/>
            <pc:sldMk cId="0" sldId="814"/>
            <ac:spMk id="21525" creationId="{065CB7AD-D5F9-4D8A-AAB2-D5C62626E16E}"/>
          </ac:spMkLst>
        </pc:spChg>
        <pc:spChg chg="mod">
          <ac:chgData name="欣捷" userId="b965477fa0aef5e6" providerId="LiveId" clId="{1BD81BBC-CA8F-4FC3-A7DB-D4F292335208}" dt="2021-04-28T06:55:35.760" v="42" actId="1076"/>
          <ac:spMkLst>
            <pc:docMk/>
            <pc:sldMk cId="0" sldId="814"/>
            <ac:spMk id="21526" creationId="{C846C1E4-DD91-4505-ACD2-F6B9861BED05}"/>
          </ac:spMkLst>
        </pc:spChg>
        <pc:spChg chg="mod">
          <ac:chgData name="欣捷" userId="b965477fa0aef5e6" providerId="LiveId" clId="{1BD81BBC-CA8F-4FC3-A7DB-D4F292335208}" dt="2021-04-28T06:55:35.760" v="42" actId="1076"/>
          <ac:spMkLst>
            <pc:docMk/>
            <pc:sldMk cId="0" sldId="814"/>
            <ac:spMk id="21527" creationId="{A41ADD9E-0D9A-4359-9FA2-F225E46013D4}"/>
          </ac:spMkLst>
        </pc:spChg>
        <pc:spChg chg="mod">
          <ac:chgData name="欣捷" userId="b965477fa0aef5e6" providerId="LiveId" clId="{1BD81BBC-CA8F-4FC3-A7DB-D4F292335208}" dt="2021-04-28T06:55:35.760" v="42" actId="1076"/>
          <ac:spMkLst>
            <pc:docMk/>
            <pc:sldMk cId="0" sldId="814"/>
            <ac:spMk id="21528" creationId="{41D4912C-FE70-4873-A8B7-83FC10CA800E}"/>
          </ac:spMkLst>
        </pc:spChg>
        <pc:spChg chg="mod">
          <ac:chgData name="欣捷" userId="b965477fa0aef5e6" providerId="LiveId" clId="{1BD81BBC-CA8F-4FC3-A7DB-D4F292335208}" dt="2021-04-28T06:55:35.760" v="42" actId="1076"/>
          <ac:spMkLst>
            <pc:docMk/>
            <pc:sldMk cId="0" sldId="814"/>
            <ac:spMk id="21529" creationId="{B902D20D-7E18-477D-AE53-8DEABDE59348}"/>
          </ac:spMkLst>
        </pc:spChg>
        <pc:spChg chg="mod">
          <ac:chgData name="欣捷" userId="b965477fa0aef5e6" providerId="LiveId" clId="{1BD81BBC-CA8F-4FC3-A7DB-D4F292335208}" dt="2021-04-28T06:55:35.760" v="42" actId="1076"/>
          <ac:spMkLst>
            <pc:docMk/>
            <pc:sldMk cId="0" sldId="814"/>
            <ac:spMk id="21530" creationId="{5C953D48-D2C6-4096-BBCB-8AB62E2A5BE8}"/>
          </ac:spMkLst>
        </pc:spChg>
        <pc:spChg chg="mod">
          <ac:chgData name="欣捷" userId="b965477fa0aef5e6" providerId="LiveId" clId="{1BD81BBC-CA8F-4FC3-A7DB-D4F292335208}" dt="2021-04-28T06:55:35.760" v="42" actId="1076"/>
          <ac:spMkLst>
            <pc:docMk/>
            <pc:sldMk cId="0" sldId="814"/>
            <ac:spMk id="21531" creationId="{03C3B5EA-BA3F-4FE2-9748-92B7A153157E}"/>
          </ac:spMkLst>
        </pc:spChg>
        <pc:spChg chg="mod">
          <ac:chgData name="欣捷" userId="b965477fa0aef5e6" providerId="LiveId" clId="{1BD81BBC-CA8F-4FC3-A7DB-D4F292335208}" dt="2021-04-28T06:55:35.760" v="42" actId="1076"/>
          <ac:spMkLst>
            <pc:docMk/>
            <pc:sldMk cId="0" sldId="814"/>
            <ac:spMk id="21532" creationId="{AE91F19F-5BD0-4B99-9C15-BD36379C6042}"/>
          </ac:spMkLst>
        </pc:spChg>
        <pc:spChg chg="mod">
          <ac:chgData name="欣捷" userId="b965477fa0aef5e6" providerId="LiveId" clId="{1BD81BBC-CA8F-4FC3-A7DB-D4F292335208}" dt="2021-04-28T06:55:35.760" v="42" actId="1076"/>
          <ac:spMkLst>
            <pc:docMk/>
            <pc:sldMk cId="0" sldId="814"/>
            <ac:spMk id="21533" creationId="{2EBFE9AA-3057-46B0-B556-B819C8A9ABD6}"/>
          </ac:spMkLst>
        </pc:spChg>
        <pc:spChg chg="mod">
          <ac:chgData name="欣捷" userId="b965477fa0aef5e6" providerId="LiveId" clId="{1BD81BBC-CA8F-4FC3-A7DB-D4F292335208}" dt="2021-04-28T06:55:35.760" v="42" actId="1076"/>
          <ac:spMkLst>
            <pc:docMk/>
            <pc:sldMk cId="0" sldId="814"/>
            <ac:spMk id="21534" creationId="{AF654BE9-F422-4744-915B-A64E3946728E}"/>
          </ac:spMkLst>
        </pc:spChg>
        <pc:spChg chg="mod">
          <ac:chgData name="欣捷" userId="b965477fa0aef5e6" providerId="LiveId" clId="{1BD81BBC-CA8F-4FC3-A7DB-D4F292335208}" dt="2021-04-28T06:55:35.760" v="42" actId="1076"/>
          <ac:spMkLst>
            <pc:docMk/>
            <pc:sldMk cId="0" sldId="814"/>
            <ac:spMk id="21535" creationId="{FD5A9441-BE29-428F-A360-A61EFB977DB6}"/>
          </ac:spMkLst>
        </pc:spChg>
        <pc:spChg chg="mod">
          <ac:chgData name="欣捷" userId="b965477fa0aef5e6" providerId="LiveId" clId="{1BD81BBC-CA8F-4FC3-A7DB-D4F292335208}" dt="2021-04-28T06:55:35.760" v="42" actId="1076"/>
          <ac:spMkLst>
            <pc:docMk/>
            <pc:sldMk cId="0" sldId="814"/>
            <ac:spMk id="21536" creationId="{F930E854-0903-47E0-8BBB-26F6BF85BCC8}"/>
          </ac:spMkLst>
        </pc:spChg>
        <pc:spChg chg="mod">
          <ac:chgData name="欣捷" userId="b965477fa0aef5e6" providerId="LiveId" clId="{1BD81BBC-CA8F-4FC3-A7DB-D4F292335208}" dt="2021-04-28T06:55:35.760" v="42" actId="1076"/>
          <ac:spMkLst>
            <pc:docMk/>
            <pc:sldMk cId="0" sldId="814"/>
            <ac:spMk id="21537" creationId="{E71DD07A-324D-4E0A-8E19-953E22DD0132}"/>
          </ac:spMkLst>
        </pc:spChg>
        <pc:grpChg chg="mod">
          <ac:chgData name="欣捷" userId="b965477fa0aef5e6" providerId="LiveId" clId="{1BD81BBC-CA8F-4FC3-A7DB-D4F292335208}" dt="2021-04-28T06:55:35.760" v="42" actId="1076"/>
          <ac:grpSpMkLst>
            <pc:docMk/>
            <pc:sldMk cId="0" sldId="814"/>
            <ac:grpSpMk id="21508" creationId="{7CF66806-AFDF-46E8-BEF2-7E509E97BBB0}"/>
          </ac:grpSpMkLst>
        </pc:grpChg>
      </pc:sldChg>
      <pc:sldChg chg="modSp del">
        <pc:chgData name="欣捷" userId="b965477fa0aef5e6" providerId="LiveId" clId="{1BD81BBC-CA8F-4FC3-A7DB-D4F292335208}" dt="2021-04-28T07:03:19.301" v="93" actId="47"/>
        <pc:sldMkLst>
          <pc:docMk/>
          <pc:sldMk cId="0" sldId="815"/>
        </pc:sldMkLst>
        <pc:spChg chg="mod">
          <ac:chgData name="欣捷" userId="b965477fa0aef5e6" providerId="LiveId" clId="{1BD81BBC-CA8F-4FC3-A7DB-D4F292335208}" dt="2021-04-28T06:55:41.029" v="44" actId="1076"/>
          <ac:spMkLst>
            <pc:docMk/>
            <pc:sldMk cId="0" sldId="815"/>
            <ac:spMk id="22533" creationId="{BDD9CAAD-2867-4777-890C-5ECFC5C7F785}"/>
          </ac:spMkLst>
        </pc:spChg>
        <pc:spChg chg="mod">
          <ac:chgData name="欣捷" userId="b965477fa0aef5e6" providerId="LiveId" clId="{1BD81BBC-CA8F-4FC3-A7DB-D4F292335208}" dt="2021-04-28T06:55:41.029" v="44" actId="1076"/>
          <ac:spMkLst>
            <pc:docMk/>
            <pc:sldMk cId="0" sldId="815"/>
            <ac:spMk id="22534" creationId="{9DBCCFDA-CBF0-4819-B356-52F0457B0667}"/>
          </ac:spMkLst>
        </pc:spChg>
        <pc:spChg chg="mod">
          <ac:chgData name="欣捷" userId="b965477fa0aef5e6" providerId="LiveId" clId="{1BD81BBC-CA8F-4FC3-A7DB-D4F292335208}" dt="2021-04-28T06:55:41.029" v="44" actId="1076"/>
          <ac:spMkLst>
            <pc:docMk/>
            <pc:sldMk cId="0" sldId="815"/>
            <ac:spMk id="22535" creationId="{0CAE418D-2CF4-4A68-801E-6FA059889708}"/>
          </ac:spMkLst>
        </pc:spChg>
        <pc:spChg chg="mod">
          <ac:chgData name="欣捷" userId="b965477fa0aef5e6" providerId="LiveId" clId="{1BD81BBC-CA8F-4FC3-A7DB-D4F292335208}" dt="2021-04-28T06:55:41.029" v="44" actId="1076"/>
          <ac:spMkLst>
            <pc:docMk/>
            <pc:sldMk cId="0" sldId="815"/>
            <ac:spMk id="22536" creationId="{391FD50C-BD2D-497D-BF9B-D614F7085CF7}"/>
          </ac:spMkLst>
        </pc:spChg>
        <pc:spChg chg="mod">
          <ac:chgData name="欣捷" userId="b965477fa0aef5e6" providerId="LiveId" clId="{1BD81BBC-CA8F-4FC3-A7DB-D4F292335208}" dt="2021-04-28T06:55:41.029" v="44" actId="1076"/>
          <ac:spMkLst>
            <pc:docMk/>
            <pc:sldMk cId="0" sldId="815"/>
            <ac:spMk id="22537" creationId="{2F87E97F-D651-45E1-A133-06BA576B61FB}"/>
          </ac:spMkLst>
        </pc:spChg>
        <pc:spChg chg="mod">
          <ac:chgData name="欣捷" userId="b965477fa0aef5e6" providerId="LiveId" clId="{1BD81BBC-CA8F-4FC3-A7DB-D4F292335208}" dt="2021-04-28T06:55:41.029" v="44" actId="1076"/>
          <ac:spMkLst>
            <pc:docMk/>
            <pc:sldMk cId="0" sldId="815"/>
            <ac:spMk id="22538" creationId="{B48D7FEE-BCE7-4A68-840D-BE8AC8FD42FC}"/>
          </ac:spMkLst>
        </pc:spChg>
        <pc:spChg chg="mod">
          <ac:chgData name="欣捷" userId="b965477fa0aef5e6" providerId="LiveId" clId="{1BD81BBC-CA8F-4FC3-A7DB-D4F292335208}" dt="2021-04-28T06:55:41.029" v="44" actId="1076"/>
          <ac:spMkLst>
            <pc:docMk/>
            <pc:sldMk cId="0" sldId="815"/>
            <ac:spMk id="22539" creationId="{A9DD4886-333B-4D07-8925-A658CA2F3993}"/>
          </ac:spMkLst>
        </pc:spChg>
        <pc:spChg chg="mod">
          <ac:chgData name="欣捷" userId="b965477fa0aef5e6" providerId="LiveId" clId="{1BD81BBC-CA8F-4FC3-A7DB-D4F292335208}" dt="2021-04-28T06:55:41.029" v="44" actId="1076"/>
          <ac:spMkLst>
            <pc:docMk/>
            <pc:sldMk cId="0" sldId="815"/>
            <ac:spMk id="22540" creationId="{D3644ADA-4651-47F2-8C3B-7F1A640A0F8F}"/>
          </ac:spMkLst>
        </pc:spChg>
        <pc:spChg chg="mod">
          <ac:chgData name="欣捷" userId="b965477fa0aef5e6" providerId="LiveId" clId="{1BD81BBC-CA8F-4FC3-A7DB-D4F292335208}" dt="2021-04-28T06:55:41.029" v="44" actId="1076"/>
          <ac:spMkLst>
            <pc:docMk/>
            <pc:sldMk cId="0" sldId="815"/>
            <ac:spMk id="22541" creationId="{D74E2314-ECBB-4890-A72D-5D07FE8D9BED}"/>
          </ac:spMkLst>
        </pc:spChg>
        <pc:spChg chg="mod">
          <ac:chgData name="欣捷" userId="b965477fa0aef5e6" providerId="LiveId" clId="{1BD81BBC-CA8F-4FC3-A7DB-D4F292335208}" dt="2021-04-28T06:55:41.029" v="44" actId="1076"/>
          <ac:spMkLst>
            <pc:docMk/>
            <pc:sldMk cId="0" sldId="815"/>
            <ac:spMk id="22542" creationId="{FD6D2984-7FA2-4433-B7E3-1E25BE3B9005}"/>
          </ac:spMkLst>
        </pc:spChg>
        <pc:spChg chg="mod">
          <ac:chgData name="欣捷" userId="b965477fa0aef5e6" providerId="LiveId" clId="{1BD81BBC-CA8F-4FC3-A7DB-D4F292335208}" dt="2021-04-28T06:55:41.029" v="44" actId="1076"/>
          <ac:spMkLst>
            <pc:docMk/>
            <pc:sldMk cId="0" sldId="815"/>
            <ac:spMk id="22543" creationId="{15A1E220-A94B-4475-8A07-EC4ADE76C4F6}"/>
          </ac:spMkLst>
        </pc:spChg>
        <pc:spChg chg="mod">
          <ac:chgData name="欣捷" userId="b965477fa0aef5e6" providerId="LiveId" clId="{1BD81BBC-CA8F-4FC3-A7DB-D4F292335208}" dt="2021-04-28T06:55:41.029" v="44" actId="1076"/>
          <ac:spMkLst>
            <pc:docMk/>
            <pc:sldMk cId="0" sldId="815"/>
            <ac:spMk id="22544" creationId="{DC6AC2D9-EB1E-4690-8699-3B1721D4F089}"/>
          </ac:spMkLst>
        </pc:spChg>
        <pc:spChg chg="mod">
          <ac:chgData name="欣捷" userId="b965477fa0aef5e6" providerId="LiveId" clId="{1BD81BBC-CA8F-4FC3-A7DB-D4F292335208}" dt="2021-04-28T06:55:41.029" v="44" actId="1076"/>
          <ac:spMkLst>
            <pc:docMk/>
            <pc:sldMk cId="0" sldId="815"/>
            <ac:spMk id="22545" creationId="{634E8E5A-8AB1-4627-A214-3435EB188222}"/>
          </ac:spMkLst>
        </pc:spChg>
        <pc:spChg chg="mod">
          <ac:chgData name="欣捷" userId="b965477fa0aef5e6" providerId="LiveId" clId="{1BD81BBC-CA8F-4FC3-A7DB-D4F292335208}" dt="2021-04-28T06:55:41.029" v="44" actId="1076"/>
          <ac:spMkLst>
            <pc:docMk/>
            <pc:sldMk cId="0" sldId="815"/>
            <ac:spMk id="22546" creationId="{EABD866A-26FE-484F-9FA1-4CBB6BF9CAE4}"/>
          </ac:spMkLst>
        </pc:spChg>
        <pc:spChg chg="mod">
          <ac:chgData name="欣捷" userId="b965477fa0aef5e6" providerId="LiveId" clId="{1BD81BBC-CA8F-4FC3-A7DB-D4F292335208}" dt="2021-04-28T06:55:41.029" v="44" actId="1076"/>
          <ac:spMkLst>
            <pc:docMk/>
            <pc:sldMk cId="0" sldId="815"/>
            <ac:spMk id="22547" creationId="{DEC126FA-2F7F-434C-A08D-D7A9D1AFBF34}"/>
          </ac:spMkLst>
        </pc:spChg>
        <pc:spChg chg="mod">
          <ac:chgData name="欣捷" userId="b965477fa0aef5e6" providerId="LiveId" clId="{1BD81BBC-CA8F-4FC3-A7DB-D4F292335208}" dt="2021-04-28T06:55:41.029" v="44" actId="1076"/>
          <ac:spMkLst>
            <pc:docMk/>
            <pc:sldMk cId="0" sldId="815"/>
            <ac:spMk id="22548" creationId="{0A1949AC-DDA4-4DF4-AA19-85788D639370}"/>
          </ac:spMkLst>
        </pc:spChg>
        <pc:spChg chg="mod">
          <ac:chgData name="欣捷" userId="b965477fa0aef5e6" providerId="LiveId" clId="{1BD81BBC-CA8F-4FC3-A7DB-D4F292335208}" dt="2021-04-28T06:55:41.029" v="44" actId="1076"/>
          <ac:spMkLst>
            <pc:docMk/>
            <pc:sldMk cId="0" sldId="815"/>
            <ac:spMk id="22549" creationId="{FD7DC8D0-5129-4F09-A51A-F1657A48AE52}"/>
          </ac:spMkLst>
        </pc:spChg>
        <pc:spChg chg="mod">
          <ac:chgData name="欣捷" userId="b965477fa0aef5e6" providerId="LiveId" clId="{1BD81BBC-CA8F-4FC3-A7DB-D4F292335208}" dt="2021-04-28T06:55:41.029" v="44" actId="1076"/>
          <ac:spMkLst>
            <pc:docMk/>
            <pc:sldMk cId="0" sldId="815"/>
            <ac:spMk id="22550" creationId="{95AFB34E-6E75-491E-BAEB-81FA3EC220C9}"/>
          </ac:spMkLst>
        </pc:spChg>
        <pc:spChg chg="mod">
          <ac:chgData name="欣捷" userId="b965477fa0aef5e6" providerId="LiveId" clId="{1BD81BBC-CA8F-4FC3-A7DB-D4F292335208}" dt="2021-04-28T06:55:41.029" v="44" actId="1076"/>
          <ac:spMkLst>
            <pc:docMk/>
            <pc:sldMk cId="0" sldId="815"/>
            <ac:spMk id="22551" creationId="{E63B56FE-2CCD-4003-8236-4D706795FE24}"/>
          </ac:spMkLst>
        </pc:spChg>
        <pc:spChg chg="mod">
          <ac:chgData name="欣捷" userId="b965477fa0aef5e6" providerId="LiveId" clId="{1BD81BBC-CA8F-4FC3-A7DB-D4F292335208}" dt="2021-04-28T06:55:41.029" v="44" actId="1076"/>
          <ac:spMkLst>
            <pc:docMk/>
            <pc:sldMk cId="0" sldId="815"/>
            <ac:spMk id="22552" creationId="{28E04ABA-95F5-4208-A617-31D4DFF7594F}"/>
          </ac:spMkLst>
        </pc:spChg>
        <pc:spChg chg="mod">
          <ac:chgData name="欣捷" userId="b965477fa0aef5e6" providerId="LiveId" clId="{1BD81BBC-CA8F-4FC3-A7DB-D4F292335208}" dt="2021-04-28T06:55:41.029" v="44" actId="1076"/>
          <ac:spMkLst>
            <pc:docMk/>
            <pc:sldMk cId="0" sldId="815"/>
            <ac:spMk id="22553" creationId="{EAE658D7-A7AE-4495-86B9-141280CE1786}"/>
          </ac:spMkLst>
        </pc:spChg>
        <pc:spChg chg="mod">
          <ac:chgData name="欣捷" userId="b965477fa0aef5e6" providerId="LiveId" clId="{1BD81BBC-CA8F-4FC3-A7DB-D4F292335208}" dt="2021-04-28T06:55:41.029" v="44" actId="1076"/>
          <ac:spMkLst>
            <pc:docMk/>
            <pc:sldMk cId="0" sldId="815"/>
            <ac:spMk id="22554" creationId="{EC767662-DC34-4F78-BFDB-386D8D6CC6F2}"/>
          </ac:spMkLst>
        </pc:spChg>
        <pc:spChg chg="mod">
          <ac:chgData name="欣捷" userId="b965477fa0aef5e6" providerId="LiveId" clId="{1BD81BBC-CA8F-4FC3-A7DB-D4F292335208}" dt="2021-04-28T06:55:41.029" v="44" actId="1076"/>
          <ac:spMkLst>
            <pc:docMk/>
            <pc:sldMk cId="0" sldId="815"/>
            <ac:spMk id="22555" creationId="{FDD0B86F-3122-4E86-B73A-6F878DCF2D71}"/>
          </ac:spMkLst>
        </pc:spChg>
        <pc:spChg chg="mod">
          <ac:chgData name="欣捷" userId="b965477fa0aef5e6" providerId="LiveId" clId="{1BD81BBC-CA8F-4FC3-A7DB-D4F292335208}" dt="2021-04-28T06:55:41.029" v="44" actId="1076"/>
          <ac:spMkLst>
            <pc:docMk/>
            <pc:sldMk cId="0" sldId="815"/>
            <ac:spMk id="22556" creationId="{9D18975B-08BE-4D2A-8A37-5B5AFFC057BD}"/>
          </ac:spMkLst>
        </pc:spChg>
        <pc:spChg chg="mod">
          <ac:chgData name="欣捷" userId="b965477fa0aef5e6" providerId="LiveId" clId="{1BD81BBC-CA8F-4FC3-A7DB-D4F292335208}" dt="2021-04-28T06:55:41.029" v="44" actId="1076"/>
          <ac:spMkLst>
            <pc:docMk/>
            <pc:sldMk cId="0" sldId="815"/>
            <ac:spMk id="22557" creationId="{4C807478-191D-486F-B14C-9BC8EE356677}"/>
          </ac:spMkLst>
        </pc:spChg>
        <pc:spChg chg="mod">
          <ac:chgData name="欣捷" userId="b965477fa0aef5e6" providerId="LiveId" clId="{1BD81BBC-CA8F-4FC3-A7DB-D4F292335208}" dt="2021-04-28T06:55:41.029" v="44" actId="1076"/>
          <ac:spMkLst>
            <pc:docMk/>
            <pc:sldMk cId="0" sldId="815"/>
            <ac:spMk id="22558" creationId="{EE4CFF0C-E8BD-4BF5-AF53-8167B19BAF01}"/>
          </ac:spMkLst>
        </pc:spChg>
        <pc:spChg chg="mod">
          <ac:chgData name="欣捷" userId="b965477fa0aef5e6" providerId="LiveId" clId="{1BD81BBC-CA8F-4FC3-A7DB-D4F292335208}" dt="2021-04-28T06:55:41.029" v="44" actId="1076"/>
          <ac:spMkLst>
            <pc:docMk/>
            <pc:sldMk cId="0" sldId="815"/>
            <ac:spMk id="22559" creationId="{DFC96B94-17CD-418C-AEAD-DC8E548B1F66}"/>
          </ac:spMkLst>
        </pc:spChg>
        <pc:spChg chg="mod">
          <ac:chgData name="欣捷" userId="b965477fa0aef5e6" providerId="LiveId" clId="{1BD81BBC-CA8F-4FC3-A7DB-D4F292335208}" dt="2021-04-28T06:55:41.029" v="44" actId="1076"/>
          <ac:spMkLst>
            <pc:docMk/>
            <pc:sldMk cId="0" sldId="815"/>
            <ac:spMk id="22560" creationId="{8BDC1851-24AC-4C2D-B8DC-470B59D7CCB7}"/>
          </ac:spMkLst>
        </pc:spChg>
        <pc:spChg chg="mod">
          <ac:chgData name="欣捷" userId="b965477fa0aef5e6" providerId="LiveId" clId="{1BD81BBC-CA8F-4FC3-A7DB-D4F292335208}" dt="2021-04-28T06:55:41.029" v="44" actId="1076"/>
          <ac:spMkLst>
            <pc:docMk/>
            <pc:sldMk cId="0" sldId="815"/>
            <ac:spMk id="22561" creationId="{E514A70F-09DD-44C2-9026-B79CC38EFBB4}"/>
          </ac:spMkLst>
        </pc:spChg>
        <pc:grpChg chg="mod">
          <ac:chgData name="欣捷" userId="b965477fa0aef5e6" providerId="LiveId" clId="{1BD81BBC-CA8F-4FC3-A7DB-D4F292335208}" dt="2021-04-28T06:55:41.029" v="44" actId="1076"/>
          <ac:grpSpMkLst>
            <pc:docMk/>
            <pc:sldMk cId="0" sldId="815"/>
            <ac:grpSpMk id="22532" creationId="{ADE8FBE2-6E01-4B0A-AB24-ED232E309F37}"/>
          </ac:grpSpMkLst>
        </pc:grpChg>
      </pc:sldChg>
      <pc:sldChg chg="modSp del">
        <pc:chgData name="欣捷" userId="b965477fa0aef5e6" providerId="LiveId" clId="{1BD81BBC-CA8F-4FC3-A7DB-D4F292335208}" dt="2021-04-28T07:03:19.301" v="93" actId="47"/>
        <pc:sldMkLst>
          <pc:docMk/>
          <pc:sldMk cId="0" sldId="816"/>
        </pc:sldMkLst>
        <pc:spChg chg="mod">
          <ac:chgData name="欣捷" userId="b965477fa0aef5e6" providerId="LiveId" clId="{1BD81BBC-CA8F-4FC3-A7DB-D4F292335208}" dt="2021-04-28T06:55:48.265" v="46" actId="1076"/>
          <ac:spMkLst>
            <pc:docMk/>
            <pc:sldMk cId="0" sldId="816"/>
            <ac:spMk id="23557" creationId="{CE7EE5D8-EB4F-4E89-A49B-14693FDEB5B5}"/>
          </ac:spMkLst>
        </pc:spChg>
        <pc:spChg chg="mod">
          <ac:chgData name="欣捷" userId="b965477fa0aef5e6" providerId="LiveId" clId="{1BD81BBC-CA8F-4FC3-A7DB-D4F292335208}" dt="2021-04-28T06:55:48.265" v="46" actId="1076"/>
          <ac:spMkLst>
            <pc:docMk/>
            <pc:sldMk cId="0" sldId="816"/>
            <ac:spMk id="23558" creationId="{2B247549-31FC-489B-8907-43F3441FD655}"/>
          </ac:spMkLst>
        </pc:spChg>
        <pc:spChg chg="mod">
          <ac:chgData name="欣捷" userId="b965477fa0aef5e6" providerId="LiveId" clId="{1BD81BBC-CA8F-4FC3-A7DB-D4F292335208}" dt="2021-04-28T06:55:48.265" v="46" actId="1076"/>
          <ac:spMkLst>
            <pc:docMk/>
            <pc:sldMk cId="0" sldId="816"/>
            <ac:spMk id="23559" creationId="{5B446ECE-E438-43F9-B0DC-B172D39371A3}"/>
          </ac:spMkLst>
        </pc:spChg>
        <pc:spChg chg="mod">
          <ac:chgData name="欣捷" userId="b965477fa0aef5e6" providerId="LiveId" clId="{1BD81BBC-CA8F-4FC3-A7DB-D4F292335208}" dt="2021-04-28T06:55:48.265" v="46" actId="1076"/>
          <ac:spMkLst>
            <pc:docMk/>
            <pc:sldMk cId="0" sldId="816"/>
            <ac:spMk id="23560" creationId="{F0D246DC-6267-481B-AF07-31F66EB50ACE}"/>
          </ac:spMkLst>
        </pc:spChg>
        <pc:spChg chg="mod">
          <ac:chgData name="欣捷" userId="b965477fa0aef5e6" providerId="LiveId" clId="{1BD81BBC-CA8F-4FC3-A7DB-D4F292335208}" dt="2021-04-28T06:55:48.265" v="46" actId="1076"/>
          <ac:spMkLst>
            <pc:docMk/>
            <pc:sldMk cId="0" sldId="816"/>
            <ac:spMk id="23561" creationId="{5476F4A8-3ACB-4D89-A99B-CA8F411A6204}"/>
          </ac:spMkLst>
        </pc:spChg>
        <pc:spChg chg="mod">
          <ac:chgData name="欣捷" userId="b965477fa0aef5e6" providerId="LiveId" clId="{1BD81BBC-CA8F-4FC3-A7DB-D4F292335208}" dt="2021-04-28T06:55:48.265" v="46" actId="1076"/>
          <ac:spMkLst>
            <pc:docMk/>
            <pc:sldMk cId="0" sldId="816"/>
            <ac:spMk id="23562" creationId="{776DE7C2-0F08-45B1-AD4A-4C055D0CA0E0}"/>
          </ac:spMkLst>
        </pc:spChg>
        <pc:spChg chg="mod">
          <ac:chgData name="欣捷" userId="b965477fa0aef5e6" providerId="LiveId" clId="{1BD81BBC-CA8F-4FC3-A7DB-D4F292335208}" dt="2021-04-28T06:55:48.265" v="46" actId="1076"/>
          <ac:spMkLst>
            <pc:docMk/>
            <pc:sldMk cId="0" sldId="816"/>
            <ac:spMk id="23563" creationId="{B7EEE038-EF84-48BA-B9D5-56B9B9A139B8}"/>
          </ac:spMkLst>
        </pc:spChg>
        <pc:spChg chg="mod">
          <ac:chgData name="欣捷" userId="b965477fa0aef5e6" providerId="LiveId" clId="{1BD81BBC-CA8F-4FC3-A7DB-D4F292335208}" dt="2021-04-28T06:55:48.265" v="46" actId="1076"/>
          <ac:spMkLst>
            <pc:docMk/>
            <pc:sldMk cId="0" sldId="816"/>
            <ac:spMk id="23564" creationId="{DD02A4DB-5D99-48F6-8634-535EB4524756}"/>
          </ac:spMkLst>
        </pc:spChg>
        <pc:spChg chg="mod">
          <ac:chgData name="欣捷" userId="b965477fa0aef5e6" providerId="LiveId" clId="{1BD81BBC-CA8F-4FC3-A7DB-D4F292335208}" dt="2021-04-28T06:55:48.265" v="46" actId="1076"/>
          <ac:spMkLst>
            <pc:docMk/>
            <pc:sldMk cId="0" sldId="816"/>
            <ac:spMk id="23565" creationId="{CCBF9403-7A77-4111-B479-0C672BE7B125}"/>
          </ac:spMkLst>
        </pc:spChg>
        <pc:spChg chg="mod">
          <ac:chgData name="欣捷" userId="b965477fa0aef5e6" providerId="LiveId" clId="{1BD81BBC-CA8F-4FC3-A7DB-D4F292335208}" dt="2021-04-28T06:55:48.265" v="46" actId="1076"/>
          <ac:spMkLst>
            <pc:docMk/>
            <pc:sldMk cId="0" sldId="816"/>
            <ac:spMk id="23566" creationId="{2200DCE3-F029-4E76-88F8-95BD78A8D5B3}"/>
          </ac:spMkLst>
        </pc:spChg>
        <pc:spChg chg="mod">
          <ac:chgData name="欣捷" userId="b965477fa0aef5e6" providerId="LiveId" clId="{1BD81BBC-CA8F-4FC3-A7DB-D4F292335208}" dt="2021-04-28T06:55:48.265" v="46" actId="1076"/>
          <ac:spMkLst>
            <pc:docMk/>
            <pc:sldMk cId="0" sldId="816"/>
            <ac:spMk id="23567" creationId="{B89E05DD-B3E6-4242-87FD-FAAE9329DD6E}"/>
          </ac:spMkLst>
        </pc:spChg>
        <pc:spChg chg="mod">
          <ac:chgData name="欣捷" userId="b965477fa0aef5e6" providerId="LiveId" clId="{1BD81BBC-CA8F-4FC3-A7DB-D4F292335208}" dt="2021-04-28T06:55:48.265" v="46" actId="1076"/>
          <ac:spMkLst>
            <pc:docMk/>
            <pc:sldMk cId="0" sldId="816"/>
            <ac:spMk id="23568" creationId="{68FDB897-3E0F-462A-9A2F-225C340ADD3A}"/>
          </ac:spMkLst>
        </pc:spChg>
        <pc:spChg chg="mod">
          <ac:chgData name="欣捷" userId="b965477fa0aef5e6" providerId="LiveId" clId="{1BD81BBC-CA8F-4FC3-A7DB-D4F292335208}" dt="2021-04-28T06:55:48.265" v="46" actId="1076"/>
          <ac:spMkLst>
            <pc:docMk/>
            <pc:sldMk cId="0" sldId="816"/>
            <ac:spMk id="23569" creationId="{C4BA39E0-521A-4E8B-9953-44894169BF75}"/>
          </ac:spMkLst>
        </pc:spChg>
        <pc:spChg chg="mod">
          <ac:chgData name="欣捷" userId="b965477fa0aef5e6" providerId="LiveId" clId="{1BD81BBC-CA8F-4FC3-A7DB-D4F292335208}" dt="2021-04-28T06:55:48.265" v="46" actId="1076"/>
          <ac:spMkLst>
            <pc:docMk/>
            <pc:sldMk cId="0" sldId="816"/>
            <ac:spMk id="23570" creationId="{E82C3765-275D-445F-9B64-40689127FB3B}"/>
          </ac:spMkLst>
        </pc:spChg>
        <pc:spChg chg="mod">
          <ac:chgData name="欣捷" userId="b965477fa0aef5e6" providerId="LiveId" clId="{1BD81BBC-CA8F-4FC3-A7DB-D4F292335208}" dt="2021-04-28T06:55:48.265" v="46" actId="1076"/>
          <ac:spMkLst>
            <pc:docMk/>
            <pc:sldMk cId="0" sldId="816"/>
            <ac:spMk id="23571" creationId="{66E4662C-49BD-4F74-8B91-CD00E38F777E}"/>
          </ac:spMkLst>
        </pc:spChg>
        <pc:spChg chg="mod">
          <ac:chgData name="欣捷" userId="b965477fa0aef5e6" providerId="LiveId" clId="{1BD81BBC-CA8F-4FC3-A7DB-D4F292335208}" dt="2021-04-28T06:55:48.265" v="46" actId="1076"/>
          <ac:spMkLst>
            <pc:docMk/>
            <pc:sldMk cId="0" sldId="816"/>
            <ac:spMk id="23572" creationId="{A3F86B5C-8CDF-40F1-869F-83BCF586F879}"/>
          </ac:spMkLst>
        </pc:spChg>
        <pc:spChg chg="mod">
          <ac:chgData name="欣捷" userId="b965477fa0aef5e6" providerId="LiveId" clId="{1BD81BBC-CA8F-4FC3-A7DB-D4F292335208}" dt="2021-04-28T06:55:48.265" v="46" actId="1076"/>
          <ac:spMkLst>
            <pc:docMk/>
            <pc:sldMk cId="0" sldId="816"/>
            <ac:spMk id="23573" creationId="{5EF21E11-AEEE-4F8A-B0E4-2A8711EBC14C}"/>
          </ac:spMkLst>
        </pc:spChg>
        <pc:spChg chg="mod">
          <ac:chgData name="欣捷" userId="b965477fa0aef5e6" providerId="LiveId" clId="{1BD81BBC-CA8F-4FC3-A7DB-D4F292335208}" dt="2021-04-28T06:55:48.265" v="46" actId="1076"/>
          <ac:spMkLst>
            <pc:docMk/>
            <pc:sldMk cId="0" sldId="816"/>
            <ac:spMk id="23574" creationId="{43BA0806-2A6B-4536-ACEA-AB4B3BB7C3C6}"/>
          </ac:spMkLst>
        </pc:spChg>
        <pc:spChg chg="mod">
          <ac:chgData name="欣捷" userId="b965477fa0aef5e6" providerId="LiveId" clId="{1BD81BBC-CA8F-4FC3-A7DB-D4F292335208}" dt="2021-04-28T06:55:48.265" v="46" actId="1076"/>
          <ac:spMkLst>
            <pc:docMk/>
            <pc:sldMk cId="0" sldId="816"/>
            <ac:spMk id="23575" creationId="{4278D150-777C-4A62-97F7-887072DAF56A}"/>
          </ac:spMkLst>
        </pc:spChg>
        <pc:spChg chg="mod">
          <ac:chgData name="欣捷" userId="b965477fa0aef5e6" providerId="LiveId" clId="{1BD81BBC-CA8F-4FC3-A7DB-D4F292335208}" dt="2021-04-28T06:55:48.265" v="46" actId="1076"/>
          <ac:spMkLst>
            <pc:docMk/>
            <pc:sldMk cId="0" sldId="816"/>
            <ac:spMk id="23576" creationId="{78446A1D-6804-40F9-9CBC-F33147245054}"/>
          </ac:spMkLst>
        </pc:spChg>
        <pc:spChg chg="mod">
          <ac:chgData name="欣捷" userId="b965477fa0aef5e6" providerId="LiveId" clId="{1BD81BBC-CA8F-4FC3-A7DB-D4F292335208}" dt="2021-04-28T06:55:48.265" v="46" actId="1076"/>
          <ac:spMkLst>
            <pc:docMk/>
            <pc:sldMk cId="0" sldId="816"/>
            <ac:spMk id="23577" creationId="{74239BF5-793E-45B5-9FA1-A8FC41888961}"/>
          </ac:spMkLst>
        </pc:spChg>
        <pc:spChg chg="mod">
          <ac:chgData name="欣捷" userId="b965477fa0aef5e6" providerId="LiveId" clId="{1BD81BBC-CA8F-4FC3-A7DB-D4F292335208}" dt="2021-04-28T06:55:48.265" v="46" actId="1076"/>
          <ac:spMkLst>
            <pc:docMk/>
            <pc:sldMk cId="0" sldId="816"/>
            <ac:spMk id="23578" creationId="{4816F2D2-14FE-43DC-8028-4CD3D117B80A}"/>
          </ac:spMkLst>
        </pc:spChg>
        <pc:spChg chg="mod">
          <ac:chgData name="欣捷" userId="b965477fa0aef5e6" providerId="LiveId" clId="{1BD81BBC-CA8F-4FC3-A7DB-D4F292335208}" dt="2021-04-28T06:55:48.265" v="46" actId="1076"/>
          <ac:spMkLst>
            <pc:docMk/>
            <pc:sldMk cId="0" sldId="816"/>
            <ac:spMk id="23579" creationId="{C88C78EF-8597-421B-B8D8-BC34EF060250}"/>
          </ac:spMkLst>
        </pc:spChg>
        <pc:spChg chg="mod">
          <ac:chgData name="欣捷" userId="b965477fa0aef5e6" providerId="LiveId" clId="{1BD81BBC-CA8F-4FC3-A7DB-D4F292335208}" dt="2021-04-28T06:55:48.265" v="46" actId="1076"/>
          <ac:spMkLst>
            <pc:docMk/>
            <pc:sldMk cId="0" sldId="816"/>
            <ac:spMk id="23580" creationId="{A1FC8C5E-CC77-4D54-8B13-CAA0B239E840}"/>
          </ac:spMkLst>
        </pc:spChg>
        <pc:spChg chg="mod">
          <ac:chgData name="欣捷" userId="b965477fa0aef5e6" providerId="LiveId" clId="{1BD81BBC-CA8F-4FC3-A7DB-D4F292335208}" dt="2021-04-28T06:55:48.265" v="46" actId="1076"/>
          <ac:spMkLst>
            <pc:docMk/>
            <pc:sldMk cId="0" sldId="816"/>
            <ac:spMk id="23581" creationId="{5293DC26-AFB6-4449-B1B9-14DD91D32A14}"/>
          </ac:spMkLst>
        </pc:spChg>
        <pc:spChg chg="mod">
          <ac:chgData name="欣捷" userId="b965477fa0aef5e6" providerId="LiveId" clId="{1BD81BBC-CA8F-4FC3-A7DB-D4F292335208}" dt="2021-04-28T06:55:48.265" v="46" actId="1076"/>
          <ac:spMkLst>
            <pc:docMk/>
            <pc:sldMk cId="0" sldId="816"/>
            <ac:spMk id="23582" creationId="{4BA21048-9B7D-4F98-8E74-1A969F085D74}"/>
          </ac:spMkLst>
        </pc:spChg>
        <pc:spChg chg="mod">
          <ac:chgData name="欣捷" userId="b965477fa0aef5e6" providerId="LiveId" clId="{1BD81BBC-CA8F-4FC3-A7DB-D4F292335208}" dt="2021-04-28T06:55:48.265" v="46" actId="1076"/>
          <ac:spMkLst>
            <pc:docMk/>
            <pc:sldMk cId="0" sldId="816"/>
            <ac:spMk id="23583" creationId="{B1531ACF-7B6B-4EE0-8EE1-92D21CE6666B}"/>
          </ac:spMkLst>
        </pc:spChg>
        <pc:spChg chg="mod">
          <ac:chgData name="欣捷" userId="b965477fa0aef5e6" providerId="LiveId" clId="{1BD81BBC-CA8F-4FC3-A7DB-D4F292335208}" dt="2021-04-28T06:55:48.265" v="46" actId="1076"/>
          <ac:spMkLst>
            <pc:docMk/>
            <pc:sldMk cId="0" sldId="816"/>
            <ac:spMk id="23584" creationId="{1D8A51DA-D825-4AE9-A3DB-B92D53FD91B9}"/>
          </ac:spMkLst>
        </pc:spChg>
        <pc:spChg chg="mod">
          <ac:chgData name="欣捷" userId="b965477fa0aef5e6" providerId="LiveId" clId="{1BD81BBC-CA8F-4FC3-A7DB-D4F292335208}" dt="2021-04-28T06:55:48.265" v="46" actId="1076"/>
          <ac:spMkLst>
            <pc:docMk/>
            <pc:sldMk cId="0" sldId="816"/>
            <ac:spMk id="23585" creationId="{C89AEF02-B8ED-499D-9F10-118FB8E69BBE}"/>
          </ac:spMkLst>
        </pc:spChg>
        <pc:grpChg chg="mod">
          <ac:chgData name="欣捷" userId="b965477fa0aef5e6" providerId="LiveId" clId="{1BD81BBC-CA8F-4FC3-A7DB-D4F292335208}" dt="2021-04-28T06:55:48.265" v="46" actId="1076"/>
          <ac:grpSpMkLst>
            <pc:docMk/>
            <pc:sldMk cId="0" sldId="816"/>
            <ac:grpSpMk id="23556" creationId="{1DFE75A0-6A3C-493D-BE79-84101B53B3E3}"/>
          </ac:grpSpMkLst>
        </pc:grpChg>
      </pc:sldChg>
      <pc:sldChg chg="modSp del">
        <pc:chgData name="欣捷" userId="b965477fa0aef5e6" providerId="LiveId" clId="{1BD81BBC-CA8F-4FC3-A7DB-D4F292335208}" dt="2021-04-28T07:03:19.301" v="93" actId="47"/>
        <pc:sldMkLst>
          <pc:docMk/>
          <pc:sldMk cId="0" sldId="817"/>
        </pc:sldMkLst>
        <pc:spChg chg="mod">
          <ac:chgData name="欣捷" userId="b965477fa0aef5e6" providerId="LiveId" clId="{1BD81BBC-CA8F-4FC3-A7DB-D4F292335208}" dt="2021-04-28T06:55:53.356" v="48" actId="1076"/>
          <ac:spMkLst>
            <pc:docMk/>
            <pc:sldMk cId="0" sldId="817"/>
            <ac:spMk id="24581" creationId="{D7FA8B16-8378-44A0-874F-D5B8563F93E8}"/>
          </ac:spMkLst>
        </pc:spChg>
        <pc:spChg chg="mod">
          <ac:chgData name="欣捷" userId="b965477fa0aef5e6" providerId="LiveId" clId="{1BD81BBC-CA8F-4FC3-A7DB-D4F292335208}" dt="2021-04-28T06:55:53.356" v="48" actId="1076"/>
          <ac:spMkLst>
            <pc:docMk/>
            <pc:sldMk cId="0" sldId="817"/>
            <ac:spMk id="24582" creationId="{81993983-94E8-46C8-8335-44C5A6128DBA}"/>
          </ac:spMkLst>
        </pc:spChg>
        <pc:spChg chg="mod">
          <ac:chgData name="欣捷" userId="b965477fa0aef5e6" providerId="LiveId" clId="{1BD81BBC-CA8F-4FC3-A7DB-D4F292335208}" dt="2021-04-28T06:55:53.356" v="48" actId="1076"/>
          <ac:spMkLst>
            <pc:docMk/>
            <pc:sldMk cId="0" sldId="817"/>
            <ac:spMk id="24583" creationId="{AB11B4E1-5E14-4690-AA68-D1F09216A9E7}"/>
          </ac:spMkLst>
        </pc:spChg>
        <pc:spChg chg="mod">
          <ac:chgData name="欣捷" userId="b965477fa0aef5e6" providerId="LiveId" clId="{1BD81BBC-CA8F-4FC3-A7DB-D4F292335208}" dt="2021-04-28T06:55:53.356" v="48" actId="1076"/>
          <ac:spMkLst>
            <pc:docMk/>
            <pc:sldMk cId="0" sldId="817"/>
            <ac:spMk id="24584" creationId="{B348EECD-966B-49AB-901D-E785110B0C83}"/>
          </ac:spMkLst>
        </pc:spChg>
        <pc:spChg chg="mod">
          <ac:chgData name="欣捷" userId="b965477fa0aef5e6" providerId="LiveId" clId="{1BD81BBC-CA8F-4FC3-A7DB-D4F292335208}" dt="2021-04-28T06:55:53.356" v="48" actId="1076"/>
          <ac:spMkLst>
            <pc:docMk/>
            <pc:sldMk cId="0" sldId="817"/>
            <ac:spMk id="24585" creationId="{BF440CA6-DA89-401B-9FF8-FEE97C3B52C4}"/>
          </ac:spMkLst>
        </pc:spChg>
        <pc:spChg chg="mod">
          <ac:chgData name="欣捷" userId="b965477fa0aef5e6" providerId="LiveId" clId="{1BD81BBC-CA8F-4FC3-A7DB-D4F292335208}" dt="2021-04-28T06:55:53.356" v="48" actId="1076"/>
          <ac:spMkLst>
            <pc:docMk/>
            <pc:sldMk cId="0" sldId="817"/>
            <ac:spMk id="24586" creationId="{1C3301E9-D00D-4CCD-9AF0-2C690E97CA30}"/>
          </ac:spMkLst>
        </pc:spChg>
        <pc:spChg chg="mod">
          <ac:chgData name="欣捷" userId="b965477fa0aef5e6" providerId="LiveId" clId="{1BD81BBC-CA8F-4FC3-A7DB-D4F292335208}" dt="2021-04-28T06:55:53.356" v="48" actId="1076"/>
          <ac:spMkLst>
            <pc:docMk/>
            <pc:sldMk cId="0" sldId="817"/>
            <ac:spMk id="24587" creationId="{AABF801C-BBF9-4393-BF08-065CB52450D9}"/>
          </ac:spMkLst>
        </pc:spChg>
        <pc:spChg chg="mod">
          <ac:chgData name="欣捷" userId="b965477fa0aef5e6" providerId="LiveId" clId="{1BD81BBC-CA8F-4FC3-A7DB-D4F292335208}" dt="2021-04-28T06:55:53.356" v="48" actId="1076"/>
          <ac:spMkLst>
            <pc:docMk/>
            <pc:sldMk cId="0" sldId="817"/>
            <ac:spMk id="24588" creationId="{4E19EB7C-FC6B-43D3-A10D-93FAB0F7D47D}"/>
          </ac:spMkLst>
        </pc:spChg>
        <pc:spChg chg="mod">
          <ac:chgData name="欣捷" userId="b965477fa0aef5e6" providerId="LiveId" clId="{1BD81BBC-CA8F-4FC3-A7DB-D4F292335208}" dt="2021-04-28T06:55:53.356" v="48" actId="1076"/>
          <ac:spMkLst>
            <pc:docMk/>
            <pc:sldMk cId="0" sldId="817"/>
            <ac:spMk id="24589" creationId="{5A905D10-3028-406F-AFEE-93DBBFC3EFFD}"/>
          </ac:spMkLst>
        </pc:spChg>
        <pc:spChg chg="mod">
          <ac:chgData name="欣捷" userId="b965477fa0aef5e6" providerId="LiveId" clId="{1BD81BBC-CA8F-4FC3-A7DB-D4F292335208}" dt="2021-04-28T06:55:53.356" v="48" actId="1076"/>
          <ac:spMkLst>
            <pc:docMk/>
            <pc:sldMk cId="0" sldId="817"/>
            <ac:spMk id="24590" creationId="{B429296E-F942-464E-B8A5-0FB1ED4A2428}"/>
          </ac:spMkLst>
        </pc:spChg>
        <pc:spChg chg="mod">
          <ac:chgData name="欣捷" userId="b965477fa0aef5e6" providerId="LiveId" clId="{1BD81BBC-CA8F-4FC3-A7DB-D4F292335208}" dt="2021-04-28T06:55:53.356" v="48" actId="1076"/>
          <ac:spMkLst>
            <pc:docMk/>
            <pc:sldMk cId="0" sldId="817"/>
            <ac:spMk id="24591" creationId="{FB50E8D5-B588-4925-9FBB-3D2B4BB3FA74}"/>
          </ac:spMkLst>
        </pc:spChg>
        <pc:spChg chg="mod">
          <ac:chgData name="欣捷" userId="b965477fa0aef5e6" providerId="LiveId" clId="{1BD81BBC-CA8F-4FC3-A7DB-D4F292335208}" dt="2021-04-28T06:55:53.356" v="48" actId="1076"/>
          <ac:spMkLst>
            <pc:docMk/>
            <pc:sldMk cId="0" sldId="817"/>
            <ac:spMk id="24592" creationId="{58D08A6B-654D-46BB-8F5E-B9F8775CB634}"/>
          </ac:spMkLst>
        </pc:spChg>
        <pc:spChg chg="mod">
          <ac:chgData name="欣捷" userId="b965477fa0aef5e6" providerId="LiveId" clId="{1BD81BBC-CA8F-4FC3-A7DB-D4F292335208}" dt="2021-04-28T06:55:53.356" v="48" actId="1076"/>
          <ac:spMkLst>
            <pc:docMk/>
            <pc:sldMk cId="0" sldId="817"/>
            <ac:spMk id="24593" creationId="{E88A347E-8163-4E0E-8DBF-A9F27B8C8168}"/>
          </ac:spMkLst>
        </pc:spChg>
        <pc:spChg chg="mod">
          <ac:chgData name="欣捷" userId="b965477fa0aef5e6" providerId="LiveId" clId="{1BD81BBC-CA8F-4FC3-A7DB-D4F292335208}" dt="2021-04-28T06:55:53.356" v="48" actId="1076"/>
          <ac:spMkLst>
            <pc:docMk/>
            <pc:sldMk cId="0" sldId="817"/>
            <ac:spMk id="24594" creationId="{6BAB3CA3-B3A1-4C30-AC9D-7BE4524D4D5B}"/>
          </ac:spMkLst>
        </pc:spChg>
        <pc:spChg chg="mod">
          <ac:chgData name="欣捷" userId="b965477fa0aef5e6" providerId="LiveId" clId="{1BD81BBC-CA8F-4FC3-A7DB-D4F292335208}" dt="2021-04-28T06:55:53.356" v="48" actId="1076"/>
          <ac:spMkLst>
            <pc:docMk/>
            <pc:sldMk cId="0" sldId="817"/>
            <ac:spMk id="24595" creationId="{9E155064-EBC5-4175-A91C-83A81D048F0E}"/>
          </ac:spMkLst>
        </pc:spChg>
        <pc:spChg chg="mod">
          <ac:chgData name="欣捷" userId="b965477fa0aef5e6" providerId="LiveId" clId="{1BD81BBC-CA8F-4FC3-A7DB-D4F292335208}" dt="2021-04-28T06:55:53.356" v="48" actId="1076"/>
          <ac:spMkLst>
            <pc:docMk/>
            <pc:sldMk cId="0" sldId="817"/>
            <ac:spMk id="24596" creationId="{DC239A60-51ED-42BC-B517-5E15231C21B2}"/>
          </ac:spMkLst>
        </pc:spChg>
        <pc:spChg chg="mod">
          <ac:chgData name="欣捷" userId="b965477fa0aef5e6" providerId="LiveId" clId="{1BD81BBC-CA8F-4FC3-A7DB-D4F292335208}" dt="2021-04-28T06:55:53.356" v="48" actId="1076"/>
          <ac:spMkLst>
            <pc:docMk/>
            <pc:sldMk cId="0" sldId="817"/>
            <ac:spMk id="24597" creationId="{25630A8D-9F02-4A29-B307-BC3F9ACAE38D}"/>
          </ac:spMkLst>
        </pc:spChg>
        <pc:spChg chg="mod">
          <ac:chgData name="欣捷" userId="b965477fa0aef5e6" providerId="LiveId" clId="{1BD81BBC-CA8F-4FC3-A7DB-D4F292335208}" dt="2021-04-28T06:55:53.356" v="48" actId="1076"/>
          <ac:spMkLst>
            <pc:docMk/>
            <pc:sldMk cId="0" sldId="817"/>
            <ac:spMk id="24598" creationId="{EF2B54C2-90E6-4483-8A73-0F4D4A6DE63A}"/>
          </ac:spMkLst>
        </pc:spChg>
        <pc:spChg chg="mod">
          <ac:chgData name="欣捷" userId="b965477fa0aef5e6" providerId="LiveId" clId="{1BD81BBC-CA8F-4FC3-A7DB-D4F292335208}" dt="2021-04-28T06:55:53.356" v="48" actId="1076"/>
          <ac:spMkLst>
            <pc:docMk/>
            <pc:sldMk cId="0" sldId="817"/>
            <ac:spMk id="24599" creationId="{8767B47D-ABB1-4DD8-875D-162AC8467E58}"/>
          </ac:spMkLst>
        </pc:spChg>
        <pc:spChg chg="mod">
          <ac:chgData name="欣捷" userId="b965477fa0aef5e6" providerId="LiveId" clId="{1BD81BBC-CA8F-4FC3-A7DB-D4F292335208}" dt="2021-04-28T06:55:53.356" v="48" actId="1076"/>
          <ac:spMkLst>
            <pc:docMk/>
            <pc:sldMk cId="0" sldId="817"/>
            <ac:spMk id="24600" creationId="{DA680373-4F49-43D5-9434-78A1B6106107}"/>
          </ac:spMkLst>
        </pc:spChg>
        <pc:spChg chg="mod">
          <ac:chgData name="欣捷" userId="b965477fa0aef5e6" providerId="LiveId" clId="{1BD81BBC-CA8F-4FC3-A7DB-D4F292335208}" dt="2021-04-28T06:55:53.356" v="48" actId="1076"/>
          <ac:spMkLst>
            <pc:docMk/>
            <pc:sldMk cId="0" sldId="817"/>
            <ac:spMk id="24601" creationId="{E70D0984-999A-40D4-8C92-B3002CFD8316}"/>
          </ac:spMkLst>
        </pc:spChg>
        <pc:spChg chg="mod">
          <ac:chgData name="欣捷" userId="b965477fa0aef5e6" providerId="LiveId" clId="{1BD81BBC-CA8F-4FC3-A7DB-D4F292335208}" dt="2021-04-28T06:55:53.356" v="48" actId="1076"/>
          <ac:spMkLst>
            <pc:docMk/>
            <pc:sldMk cId="0" sldId="817"/>
            <ac:spMk id="24602" creationId="{331B3D85-31AF-43D5-BCF3-F9E02DFAD45F}"/>
          </ac:spMkLst>
        </pc:spChg>
        <pc:spChg chg="mod">
          <ac:chgData name="欣捷" userId="b965477fa0aef5e6" providerId="LiveId" clId="{1BD81BBC-CA8F-4FC3-A7DB-D4F292335208}" dt="2021-04-28T06:55:53.356" v="48" actId="1076"/>
          <ac:spMkLst>
            <pc:docMk/>
            <pc:sldMk cId="0" sldId="817"/>
            <ac:spMk id="24603" creationId="{2DB5FAFD-3CE7-424A-B05A-A0F37A68EACA}"/>
          </ac:spMkLst>
        </pc:spChg>
        <pc:spChg chg="mod">
          <ac:chgData name="欣捷" userId="b965477fa0aef5e6" providerId="LiveId" clId="{1BD81BBC-CA8F-4FC3-A7DB-D4F292335208}" dt="2021-04-28T06:55:53.356" v="48" actId="1076"/>
          <ac:spMkLst>
            <pc:docMk/>
            <pc:sldMk cId="0" sldId="817"/>
            <ac:spMk id="24604" creationId="{9D15D677-23A0-40CA-9FAE-22830A4F0D4F}"/>
          </ac:spMkLst>
        </pc:spChg>
        <pc:spChg chg="mod">
          <ac:chgData name="欣捷" userId="b965477fa0aef5e6" providerId="LiveId" clId="{1BD81BBC-CA8F-4FC3-A7DB-D4F292335208}" dt="2021-04-28T06:55:53.356" v="48" actId="1076"/>
          <ac:spMkLst>
            <pc:docMk/>
            <pc:sldMk cId="0" sldId="817"/>
            <ac:spMk id="24605" creationId="{FEB80191-2E4E-41E7-9B7B-D44646036AB2}"/>
          </ac:spMkLst>
        </pc:spChg>
        <pc:spChg chg="mod">
          <ac:chgData name="欣捷" userId="b965477fa0aef5e6" providerId="LiveId" clId="{1BD81BBC-CA8F-4FC3-A7DB-D4F292335208}" dt="2021-04-28T06:55:53.356" v="48" actId="1076"/>
          <ac:spMkLst>
            <pc:docMk/>
            <pc:sldMk cId="0" sldId="817"/>
            <ac:spMk id="24606" creationId="{CBD16717-4A20-4A43-BEAE-3D1C0169B599}"/>
          </ac:spMkLst>
        </pc:spChg>
        <pc:spChg chg="mod">
          <ac:chgData name="欣捷" userId="b965477fa0aef5e6" providerId="LiveId" clId="{1BD81BBC-CA8F-4FC3-A7DB-D4F292335208}" dt="2021-04-28T06:55:53.356" v="48" actId="1076"/>
          <ac:spMkLst>
            <pc:docMk/>
            <pc:sldMk cId="0" sldId="817"/>
            <ac:spMk id="24607" creationId="{7A1C4483-20FC-4B87-B947-C3BD6FBD674A}"/>
          </ac:spMkLst>
        </pc:spChg>
        <pc:spChg chg="mod">
          <ac:chgData name="欣捷" userId="b965477fa0aef5e6" providerId="LiveId" clId="{1BD81BBC-CA8F-4FC3-A7DB-D4F292335208}" dt="2021-04-28T06:55:53.356" v="48" actId="1076"/>
          <ac:spMkLst>
            <pc:docMk/>
            <pc:sldMk cId="0" sldId="817"/>
            <ac:spMk id="24608" creationId="{8AC619DC-823D-479F-9BAC-C9F4B7AEECF2}"/>
          </ac:spMkLst>
        </pc:spChg>
        <pc:spChg chg="mod">
          <ac:chgData name="欣捷" userId="b965477fa0aef5e6" providerId="LiveId" clId="{1BD81BBC-CA8F-4FC3-A7DB-D4F292335208}" dt="2021-04-28T06:55:53.356" v="48" actId="1076"/>
          <ac:spMkLst>
            <pc:docMk/>
            <pc:sldMk cId="0" sldId="817"/>
            <ac:spMk id="24609" creationId="{F4E9FA31-E44B-4F80-B1AA-896AEF5A829D}"/>
          </ac:spMkLst>
        </pc:spChg>
        <pc:grpChg chg="mod">
          <ac:chgData name="欣捷" userId="b965477fa0aef5e6" providerId="LiveId" clId="{1BD81BBC-CA8F-4FC3-A7DB-D4F292335208}" dt="2021-04-28T06:55:53.356" v="48" actId="1076"/>
          <ac:grpSpMkLst>
            <pc:docMk/>
            <pc:sldMk cId="0" sldId="817"/>
            <ac:grpSpMk id="24580" creationId="{E622A690-2EAC-41D6-B979-E66FDED4A9B6}"/>
          </ac:grpSpMkLst>
        </pc:grpChg>
      </pc:sldChg>
      <pc:sldChg chg="modSp del">
        <pc:chgData name="欣捷" userId="b965477fa0aef5e6" providerId="LiveId" clId="{1BD81BBC-CA8F-4FC3-A7DB-D4F292335208}" dt="2021-04-28T07:03:19.301" v="93" actId="47"/>
        <pc:sldMkLst>
          <pc:docMk/>
          <pc:sldMk cId="0" sldId="818"/>
        </pc:sldMkLst>
        <pc:spChg chg="mod">
          <ac:chgData name="欣捷" userId="b965477fa0aef5e6" providerId="LiveId" clId="{1BD81BBC-CA8F-4FC3-A7DB-D4F292335208}" dt="2021-04-28T06:56:00.172" v="50" actId="1076"/>
          <ac:spMkLst>
            <pc:docMk/>
            <pc:sldMk cId="0" sldId="818"/>
            <ac:spMk id="25605" creationId="{54138FE4-BEE6-405D-A903-F1CD59BDA081}"/>
          </ac:spMkLst>
        </pc:spChg>
        <pc:spChg chg="mod">
          <ac:chgData name="欣捷" userId="b965477fa0aef5e6" providerId="LiveId" clId="{1BD81BBC-CA8F-4FC3-A7DB-D4F292335208}" dt="2021-04-28T06:56:00.172" v="50" actId="1076"/>
          <ac:spMkLst>
            <pc:docMk/>
            <pc:sldMk cId="0" sldId="818"/>
            <ac:spMk id="25606" creationId="{F5047985-36EC-4C91-A454-B5EAE9CC0C9C}"/>
          </ac:spMkLst>
        </pc:spChg>
        <pc:spChg chg="mod">
          <ac:chgData name="欣捷" userId="b965477fa0aef5e6" providerId="LiveId" clId="{1BD81BBC-CA8F-4FC3-A7DB-D4F292335208}" dt="2021-04-28T06:56:00.172" v="50" actId="1076"/>
          <ac:spMkLst>
            <pc:docMk/>
            <pc:sldMk cId="0" sldId="818"/>
            <ac:spMk id="25607" creationId="{CBB7C13D-7F24-4381-94F4-749B6D0790C6}"/>
          </ac:spMkLst>
        </pc:spChg>
        <pc:spChg chg="mod">
          <ac:chgData name="欣捷" userId="b965477fa0aef5e6" providerId="LiveId" clId="{1BD81BBC-CA8F-4FC3-A7DB-D4F292335208}" dt="2021-04-28T06:56:00.172" v="50" actId="1076"/>
          <ac:spMkLst>
            <pc:docMk/>
            <pc:sldMk cId="0" sldId="818"/>
            <ac:spMk id="25608" creationId="{0ACFFD65-B172-488B-A247-D09D441F6E36}"/>
          </ac:spMkLst>
        </pc:spChg>
        <pc:spChg chg="mod">
          <ac:chgData name="欣捷" userId="b965477fa0aef5e6" providerId="LiveId" clId="{1BD81BBC-CA8F-4FC3-A7DB-D4F292335208}" dt="2021-04-28T06:56:00.172" v="50" actId="1076"/>
          <ac:spMkLst>
            <pc:docMk/>
            <pc:sldMk cId="0" sldId="818"/>
            <ac:spMk id="25609" creationId="{0FB52408-075C-4A54-9354-F1B287369E6C}"/>
          </ac:spMkLst>
        </pc:spChg>
        <pc:spChg chg="mod">
          <ac:chgData name="欣捷" userId="b965477fa0aef5e6" providerId="LiveId" clId="{1BD81BBC-CA8F-4FC3-A7DB-D4F292335208}" dt="2021-04-28T06:56:00.172" v="50" actId="1076"/>
          <ac:spMkLst>
            <pc:docMk/>
            <pc:sldMk cId="0" sldId="818"/>
            <ac:spMk id="25610" creationId="{4C440DEC-BA3A-4E4F-A84B-079ABFD63A3F}"/>
          </ac:spMkLst>
        </pc:spChg>
        <pc:spChg chg="mod">
          <ac:chgData name="欣捷" userId="b965477fa0aef5e6" providerId="LiveId" clId="{1BD81BBC-CA8F-4FC3-A7DB-D4F292335208}" dt="2021-04-28T06:56:00.172" v="50" actId="1076"/>
          <ac:spMkLst>
            <pc:docMk/>
            <pc:sldMk cId="0" sldId="818"/>
            <ac:spMk id="25611" creationId="{3B17C055-F438-42C4-8CDD-F75F7CF93FD0}"/>
          </ac:spMkLst>
        </pc:spChg>
        <pc:spChg chg="mod">
          <ac:chgData name="欣捷" userId="b965477fa0aef5e6" providerId="LiveId" clId="{1BD81BBC-CA8F-4FC3-A7DB-D4F292335208}" dt="2021-04-28T06:56:00.172" v="50" actId="1076"/>
          <ac:spMkLst>
            <pc:docMk/>
            <pc:sldMk cId="0" sldId="818"/>
            <ac:spMk id="25612" creationId="{56A8EA3B-43E6-4C87-A39D-F854D0AB1312}"/>
          </ac:spMkLst>
        </pc:spChg>
        <pc:spChg chg="mod">
          <ac:chgData name="欣捷" userId="b965477fa0aef5e6" providerId="LiveId" clId="{1BD81BBC-CA8F-4FC3-A7DB-D4F292335208}" dt="2021-04-28T06:56:00.172" v="50" actId="1076"/>
          <ac:spMkLst>
            <pc:docMk/>
            <pc:sldMk cId="0" sldId="818"/>
            <ac:spMk id="25613" creationId="{A25A502B-A59C-4BA9-94A1-F12F71BE462C}"/>
          </ac:spMkLst>
        </pc:spChg>
        <pc:spChg chg="mod">
          <ac:chgData name="欣捷" userId="b965477fa0aef5e6" providerId="LiveId" clId="{1BD81BBC-CA8F-4FC3-A7DB-D4F292335208}" dt="2021-04-28T06:56:00.172" v="50" actId="1076"/>
          <ac:spMkLst>
            <pc:docMk/>
            <pc:sldMk cId="0" sldId="818"/>
            <ac:spMk id="25614" creationId="{8DF9FA86-156D-46B1-B561-F4CEBF8C79D0}"/>
          </ac:spMkLst>
        </pc:spChg>
        <pc:spChg chg="mod">
          <ac:chgData name="欣捷" userId="b965477fa0aef5e6" providerId="LiveId" clId="{1BD81BBC-CA8F-4FC3-A7DB-D4F292335208}" dt="2021-04-28T06:56:00.172" v="50" actId="1076"/>
          <ac:spMkLst>
            <pc:docMk/>
            <pc:sldMk cId="0" sldId="818"/>
            <ac:spMk id="25615" creationId="{917F2954-E926-4B93-8DB5-D0D9BBA78559}"/>
          </ac:spMkLst>
        </pc:spChg>
        <pc:spChg chg="mod">
          <ac:chgData name="欣捷" userId="b965477fa0aef5e6" providerId="LiveId" clId="{1BD81BBC-CA8F-4FC3-A7DB-D4F292335208}" dt="2021-04-28T06:56:00.172" v="50" actId="1076"/>
          <ac:spMkLst>
            <pc:docMk/>
            <pc:sldMk cId="0" sldId="818"/>
            <ac:spMk id="25616" creationId="{5A1E6002-CC69-4EAF-8CC7-953F7B7E767E}"/>
          </ac:spMkLst>
        </pc:spChg>
        <pc:spChg chg="mod">
          <ac:chgData name="欣捷" userId="b965477fa0aef5e6" providerId="LiveId" clId="{1BD81BBC-CA8F-4FC3-A7DB-D4F292335208}" dt="2021-04-28T06:56:00.172" v="50" actId="1076"/>
          <ac:spMkLst>
            <pc:docMk/>
            <pc:sldMk cId="0" sldId="818"/>
            <ac:spMk id="25617" creationId="{D47F63E7-CA6A-440E-A524-6A0087835E8D}"/>
          </ac:spMkLst>
        </pc:spChg>
        <pc:spChg chg="mod">
          <ac:chgData name="欣捷" userId="b965477fa0aef5e6" providerId="LiveId" clId="{1BD81BBC-CA8F-4FC3-A7DB-D4F292335208}" dt="2021-04-28T06:56:00.172" v="50" actId="1076"/>
          <ac:spMkLst>
            <pc:docMk/>
            <pc:sldMk cId="0" sldId="818"/>
            <ac:spMk id="25618" creationId="{6E8B7654-99DF-4490-9FB3-7D006E23F13E}"/>
          </ac:spMkLst>
        </pc:spChg>
        <pc:spChg chg="mod">
          <ac:chgData name="欣捷" userId="b965477fa0aef5e6" providerId="LiveId" clId="{1BD81BBC-CA8F-4FC3-A7DB-D4F292335208}" dt="2021-04-28T06:56:00.172" v="50" actId="1076"/>
          <ac:spMkLst>
            <pc:docMk/>
            <pc:sldMk cId="0" sldId="818"/>
            <ac:spMk id="25619" creationId="{13F90467-0F80-433A-BF1C-47B2D026948F}"/>
          </ac:spMkLst>
        </pc:spChg>
        <pc:spChg chg="mod">
          <ac:chgData name="欣捷" userId="b965477fa0aef5e6" providerId="LiveId" clId="{1BD81BBC-CA8F-4FC3-A7DB-D4F292335208}" dt="2021-04-28T06:56:00.172" v="50" actId="1076"/>
          <ac:spMkLst>
            <pc:docMk/>
            <pc:sldMk cId="0" sldId="818"/>
            <ac:spMk id="25620" creationId="{5BC30BE2-195F-4BEF-8F5E-E68BC294FA60}"/>
          </ac:spMkLst>
        </pc:spChg>
        <pc:spChg chg="mod">
          <ac:chgData name="欣捷" userId="b965477fa0aef5e6" providerId="LiveId" clId="{1BD81BBC-CA8F-4FC3-A7DB-D4F292335208}" dt="2021-04-28T06:56:00.172" v="50" actId="1076"/>
          <ac:spMkLst>
            <pc:docMk/>
            <pc:sldMk cId="0" sldId="818"/>
            <ac:spMk id="25621" creationId="{EB3A708B-DF9E-4F10-AAD9-D539B3E39DD0}"/>
          </ac:spMkLst>
        </pc:spChg>
        <pc:spChg chg="mod">
          <ac:chgData name="欣捷" userId="b965477fa0aef5e6" providerId="LiveId" clId="{1BD81BBC-CA8F-4FC3-A7DB-D4F292335208}" dt="2021-04-28T06:56:00.172" v="50" actId="1076"/>
          <ac:spMkLst>
            <pc:docMk/>
            <pc:sldMk cId="0" sldId="818"/>
            <ac:spMk id="25622" creationId="{C04B5B60-E552-4591-9800-E54387A4A2D7}"/>
          </ac:spMkLst>
        </pc:spChg>
        <pc:spChg chg="mod">
          <ac:chgData name="欣捷" userId="b965477fa0aef5e6" providerId="LiveId" clId="{1BD81BBC-CA8F-4FC3-A7DB-D4F292335208}" dt="2021-04-28T06:56:00.172" v="50" actId="1076"/>
          <ac:spMkLst>
            <pc:docMk/>
            <pc:sldMk cId="0" sldId="818"/>
            <ac:spMk id="25623" creationId="{C459C8C4-91ED-414F-81C0-BD77732CDDD6}"/>
          </ac:spMkLst>
        </pc:spChg>
        <pc:spChg chg="mod">
          <ac:chgData name="欣捷" userId="b965477fa0aef5e6" providerId="LiveId" clId="{1BD81BBC-CA8F-4FC3-A7DB-D4F292335208}" dt="2021-04-28T06:56:00.172" v="50" actId="1076"/>
          <ac:spMkLst>
            <pc:docMk/>
            <pc:sldMk cId="0" sldId="818"/>
            <ac:spMk id="25624" creationId="{A56661F5-60C2-41DC-932C-C04AD734962B}"/>
          </ac:spMkLst>
        </pc:spChg>
        <pc:spChg chg="mod">
          <ac:chgData name="欣捷" userId="b965477fa0aef5e6" providerId="LiveId" clId="{1BD81BBC-CA8F-4FC3-A7DB-D4F292335208}" dt="2021-04-28T06:56:00.172" v="50" actId="1076"/>
          <ac:spMkLst>
            <pc:docMk/>
            <pc:sldMk cId="0" sldId="818"/>
            <ac:spMk id="25625" creationId="{86062993-632E-4C2D-9BDD-A4A04597414C}"/>
          </ac:spMkLst>
        </pc:spChg>
        <pc:spChg chg="mod">
          <ac:chgData name="欣捷" userId="b965477fa0aef5e6" providerId="LiveId" clId="{1BD81BBC-CA8F-4FC3-A7DB-D4F292335208}" dt="2021-04-28T06:56:00.172" v="50" actId="1076"/>
          <ac:spMkLst>
            <pc:docMk/>
            <pc:sldMk cId="0" sldId="818"/>
            <ac:spMk id="25626" creationId="{EF552083-91A4-4980-BF20-C905A21B50EE}"/>
          </ac:spMkLst>
        </pc:spChg>
        <pc:spChg chg="mod">
          <ac:chgData name="欣捷" userId="b965477fa0aef5e6" providerId="LiveId" clId="{1BD81BBC-CA8F-4FC3-A7DB-D4F292335208}" dt="2021-04-28T06:56:00.172" v="50" actId="1076"/>
          <ac:spMkLst>
            <pc:docMk/>
            <pc:sldMk cId="0" sldId="818"/>
            <ac:spMk id="25627" creationId="{0EEAA3FE-57CE-4E39-B194-79EE61DDB12C}"/>
          </ac:spMkLst>
        </pc:spChg>
        <pc:spChg chg="mod">
          <ac:chgData name="欣捷" userId="b965477fa0aef5e6" providerId="LiveId" clId="{1BD81BBC-CA8F-4FC3-A7DB-D4F292335208}" dt="2021-04-28T06:56:00.172" v="50" actId="1076"/>
          <ac:spMkLst>
            <pc:docMk/>
            <pc:sldMk cId="0" sldId="818"/>
            <ac:spMk id="25628" creationId="{8E725E54-4EB3-4A25-9369-7A76B969AEFD}"/>
          </ac:spMkLst>
        </pc:spChg>
        <pc:spChg chg="mod">
          <ac:chgData name="欣捷" userId="b965477fa0aef5e6" providerId="LiveId" clId="{1BD81BBC-CA8F-4FC3-A7DB-D4F292335208}" dt="2021-04-28T06:56:00.172" v="50" actId="1076"/>
          <ac:spMkLst>
            <pc:docMk/>
            <pc:sldMk cId="0" sldId="818"/>
            <ac:spMk id="25629" creationId="{FE38929A-C006-4C0F-AAD5-507449195F95}"/>
          </ac:spMkLst>
        </pc:spChg>
        <pc:spChg chg="mod">
          <ac:chgData name="欣捷" userId="b965477fa0aef5e6" providerId="LiveId" clId="{1BD81BBC-CA8F-4FC3-A7DB-D4F292335208}" dt="2021-04-28T06:56:00.172" v="50" actId="1076"/>
          <ac:spMkLst>
            <pc:docMk/>
            <pc:sldMk cId="0" sldId="818"/>
            <ac:spMk id="25630" creationId="{5162A3C1-7059-4D98-9F8E-2DBADD7380FD}"/>
          </ac:spMkLst>
        </pc:spChg>
        <pc:spChg chg="mod">
          <ac:chgData name="欣捷" userId="b965477fa0aef5e6" providerId="LiveId" clId="{1BD81BBC-CA8F-4FC3-A7DB-D4F292335208}" dt="2021-04-28T06:56:00.172" v="50" actId="1076"/>
          <ac:spMkLst>
            <pc:docMk/>
            <pc:sldMk cId="0" sldId="818"/>
            <ac:spMk id="25631" creationId="{1417E7DB-4F8A-448E-9C16-ABAEF9F9A7C6}"/>
          </ac:spMkLst>
        </pc:spChg>
        <pc:spChg chg="mod">
          <ac:chgData name="欣捷" userId="b965477fa0aef5e6" providerId="LiveId" clId="{1BD81BBC-CA8F-4FC3-A7DB-D4F292335208}" dt="2021-04-28T06:56:00.172" v="50" actId="1076"/>
          <ac:spMkLst>
            <pc:docMk/>
            <pc:sldMk cId="0" sldId="818"/>
            <ac:spMk id="25632" creationId="{7EF2DDFE-08B9-409B-99A4-307E0AEF1E15}"/>
          </ac:spMkLst>
        </pc:spChg>
        <pc:spChg chg="mod">
          <ac:chgData name="欣捷" userId="b965477fa0aef5e6" providerId="LiveId" clId="{1BD81BBC-CA8F-4FC3-A7DB-D4F292335208}" dt="2021-04-28T06:56:00.172" v="50" actId="1076"/>
          <ac:spMkLst>
            <pc:docMk/>
            <pc:sldMk cId="0" sldId="818"/>
            <ac:spMk id="25633" creationId="{CF8095C6-881E-4568-A386-6C5E03178F16}"/>
          </ac:spMkLst>
        </pc:spChg>
        <pc:grpChg chg="mod">
          <ac:chgData name="欣捷" userId="b965477fa0aef5e6" providerId="LiveId" clId="{1BD81BBC-CA8F-4FC3-A7DB-D4F292335208}" dt="2021-04-28T06:56:00.172" v="50" actId="1076"/>
          <ac:grpSpMkLst>
            <pc:docMk/>
            <pc:sldMk cId="0" sldId="818"/>
            <ac:grpSpMk id="25604" creationId="{530FE123-C829-4A08-8C7B-B8055E76F842}"/>
          </ac:grpSpMkLst>
        </pc:grpChg>
      </pc:sldChg>
      <pc:sldChg chg="addSp delSp modSp del">
        <pc:chgData name="欣捷" userId="b965477fa0aef5e6" providerId="LiveId" clId="{1BD81BBC-CA8F-4FC3-A7DB-D4F292335208}" dt="2021-04-28T07:03:19.301" v="93" actId="47"/>
        <pc:sldMkLst>
          <pc:docMk/>
          <pc:sldMk cId="0" sldId="819"/>
        </pc:sldMkLst>
        <pc:spChg chg="mod topLvl">
          <ac:chgData name="欣捷" userId="b965477fa0aef5e6" providerId="LiveId" clId="{1BD81BBC-CA8F-4FC3-A7DB-D4F292335208}" dt="2021-04-28T06:58:36.592" v="54" actId="165"/>
          <ac:spMkLst>
            <pc:docMk/>
            <pc:sldMk cId="0" sldId="819"/>
            <ac:spMk id="26629" creationId="{E0F94D92-C0BA-4707-A0A8-FF2ADAD529C8}"/>
          </ac:spMkLst>
        </pc:spChg>
        <pc:spChg chg="mod topLvl">
          <ac:chgData name="欣捷" userId="b965477fa0aef5e6" providerId="LiveId" clId="{1BD81BBC-CA8F-4FC3-A7DB-D4F292335208}" dt="2021-04-28T06:58:36.592" v="54" actId="165"/>
          <ac:spMkLst>
            <pc:docMk/>
            <pc:sldMk cId="0" sldId="819"/>
            <ac:spMk id="26630" creationId="{677858DA-024F-4558-9AFB-75F717DC2B94}"/>
          </ac:spMkLst>
        </pc:spChg>
        <pc:spChg chg="mod topLvl">
          <ac:chgData name="欣捷" userId="b965477fa0aef5e6" providerId="LiveId" clId="{1BD81BBC-CA8F-4FC3-A7DB-D4F292335208}" dt="2021-04-28T06:58:36.592" v="54" actId="165"/>
          <ac:spMkLst>
            <pc:docMk/>
            <pc:sldMk cId="0" sldId="819"/>
            <ac:spMk id="26631" creationId="{55BA2318-C240-4BB4-AF13-AC64BC7248DA}"/>
          </ac:spMkLst>
        </pc:spChg>
        <pc:spChg chg="mod topLvl">
          <ac:chgData name="欣捷" userId="b965477fa0aef5e6" providerId="LiveId" clId="{1BD81BBC-CA8F-4FC3-A7DB-D4F292335208}" dt="2021-04-28T06:58:36.592" v="54" actId="165"/>
          <ac:spMkLst>
            <pc:docMk/>
            <pc:sldMk cId="0" sldId="819"/>
            <ac:spMk id="26632" creationId="{6E65A9DD-1C8D-455E-9A95-003C572B0706}"/>
          </ac:spMkLst>
        </pc:spChg>
        <pc:spChg chg="mod topLvl">
          <ac:chgData name="欣捷" userId="b965477fa0aef5e6" providerId="LiveId" clId="{1BD81BBC-CA8F-4FC3-A7DB-D4F292335208}" dt="2021-04-28T06:58:36.592" v="54" actId="165"/>
          <ac:spMkLst>
            <pc:docMk/>
            <pc:sldMk cId="0" sldId="819"/>
            <ac:spMk id="26633" creationId="{62A88F14-398D-4504-B3ED-F4274584680F}"/>
          </ac:spMkLst>
        </pc:spChg>
        <pc:spChg chg="mod topLvl">
          <ac:chgData name="欣捷" userId="b965477fa0aef5e6" providerId="LiveId" clId="{1BD81BBC-CA8F-4FC3-A7DB-D4F292335208}" dt="2021-04-28T06:58:36.592" v="54" actId="165"/>
          <ac:spMkLst>
            <pc:docMk/>
            <pc:sldMk cId="0" sldId="819"/>
            <ac:spMk id="26634" creationId="{1B82BC72-586F-4EC2-A97D-D886810E613A}"/>
          </ac:spMkLst>
        </pc:spChg>
        <pc:spChg chg="mod topLvl">
          <ac:chgData name="欣捷" userId="b965477fa0aef5e6" providerId="LiveId" clId="{1BD81BBC-CA8F-4FC3-A7DB-D4F292335208}" dt="2021-04-28T06:58:36.592" v="54" actId="165"/>
          <ac:spMkLst>
            <pc:docMk/>
            <pc:sldMk cId="0" sldId="819"/>
            <ac:spMk id="26635" creationId="{9168E73D-E8BF-451A-9AC3-9DEBBD0273FD}"/>
          </ac:spMkLst>
        </pc:spChg>
        <pc:spChg chg="mod topLvl">
          <ac:chgData name="欣捷" userId="b965477fa0aef5e6" providerId="LiveId" clId="{1BD81BBC-CA8F-4FC3-A7DB-D4F292335208}" dt="2021-04-28T06:58:36.592" v="54" actId="165"/>
          <ac:spMkLst>
            <pc:docMk/>
            <pc:sldMk cId="0" sldId="819"/>
            <ac:spMk id="26636" creationId="{D4D3D6D2-FFFC-4E6D-B202-B2CF07E5444B}"/>
          </ac:spMkLst>
        </pc:spChg>
        <pc:spChg chg="mod topLvl">
          <ac:chgData name="欣捷" userId="b965477fa0aef5e6" providerId="LiveId" clId="{1BD81BBC-CA8F-4FC3-A7DB-D4F292335208}" dt="2021-04-28T06:58:36.592" v="54" actId="165"/>
          <ac:spMkLst>
            <pc:docMk/>
            <pc:sldMk cId="0" sldId="819"/>
            <ac:spMk id="26637" creationId="{7AC97803-FF35-479E-BCED-A9D0C17B2653}"/>
          </ac:spMkLst>
        </pc:spChg>
        <pc:spChg chg="mod topLvl">
          <ac:chgData name="欣捷" userId="b965477fa0aef5e6" providerId="LiveId" clId="{1BD81BBC-CA8F-4FC3-A7DB-D4F292335208}" dt="2021-04-28T06:58:36.592" v="54" actId="165"/>
          <ac:spMkLst>
            <pc:docMk/>
            <pc:sldMk cId="0" sldId="819"/>
            <ac:spMk id="26638" creationId="{6735795C-E6EF-4DBE-82BC-6DD8854743C7}"/>
          </ac:spMkLst>
        </pc:spChg>
        <pc:spChg chg="mod topLvl">
          <ac:chgData name="欣捷" userId="b965477fa0aef5e6" providerId="LiveId" clId="{1BD81BBC-CA8F-4FC3-A7DB-D4F292335208}" dt="2021-04-28T06:58:36.592" v="54" actId="165"/>
          <ac:spMkLst>
            <pc:docMk/>
            <pc:sldMk cId="0" sldId="819"/>
            <ac:spMk id="26639" creationId="{D9DF2B46-93A6-4DA5-BB8E-A68A75FFA532}"/>
          </ac:spMkLst>
        </pc:spChg>
        <pc:spChg chg="mod topLvl">
          <ac:chgData name="欣捷" userId="b965477fa0aef5e6" providerId="LiveId" clId="{1BD81BBC-CA8F-4FC3-A7DB-D4F292335208}" dt="2021-04-28T06:58:36.592" v="54" actId="165"/>
          <ac:spMkLst>
            <pc:docMk/>
            <pc:sldMk cId="0" sldId="819"/>
            <ac:spMk id="26640" creationId="{81B12155-CE71-441D-B445-62FACDF9F51A}"/>
          </ac:spMkLst>
        </pc:spChg>
        <pc:spChg chg="mod topLvl">
          <ac:chgData name="欣捷" userId="b965477fa0aef5e6" providerId="LiveId" clId="{1BD81BBC-CA8F-4FC3-A7DB-D4F292335208}" dt="2021-04-28T06:58:36.592" v="54" actId="165"/>
          <ac:spMkLst>
            <pc:docMk/>
            <pc:sldMk cId="0" sldId="819"/>
            <ac:spMk id="26641" creationId="{5EFB2AE5-F5C4-439F-A3BC-54CBFD2760E2}"/>
          </ac:spMkLst>
        </pc:spChg>
        <pc:spChg chg="mod topLvl">
          <ac:chgData name="欣捷" userId="b965477fa0aef5e6" providerId="LiveId" clId="{1BD81BBC-CA8F-4FC3-A7DB-D4F292335208}" dt="2021-04-28T06:58:36.592" v="54" actId="165"/>
          <ac:spMkLst>
            <pc:docMk/>
            <pc:sldMk cId="0" sldId="819"/>
            <ac:spMk id="26642" creationId="{029D64FB-81F8-4B54-ADD9-06A01D2C5AD0}"/>
          </ac:spMkLst>
        </pc:spChg>
        <pc:spChg chg="mod topLvl">
          <ac:chgData name="欣捷" userId="b965477fa0aef5e6" providerId="LiveId" clId="{1BD81BBC-CA8F-4FC3-A7DB-D4F292335208}" dt="2021-04-28T06:58:36.592" v="54" actId="165"/>
          <ac:spMkLst>
            <pc:docMk/>
            <pc:sldMk cId="0" sldId="819"/>
            <ac:spMk id="26643" creationId="{F3646AB2-D066-4C16-92E9-7970CDE016B8}"/>
          </ac:spMkLst>
        </pc:spChg>
        <pc:spChg chg="mod topLvl">
          <ac:chgData name="欣捷" userId="b965477fa0aef5e6" providerId="LiveId" clId="{1BD81BBC-CA8F-4FC3-A7DB-D4F292335208}" dt="2021-04-28T06:58:36.592" v="54" actId="165"/>
          <ac:spMkLst>
            <pc:docMk/>
            <pc:sldMk cId="0" sldId="819"/>
            <ac:spMk id="26644" creationId="{22E5DA0B-658A-4A42-9C70-B99C3E1CA146}"/>
          </ac:spMkLst>
        </pc:spChg>
        <pc:spChg chg="mod topLvl">
          <ac:chgData name="欣捷" userId="b965477fa0aef5e6" providerId="LiveId" clId="{1BD81BBC-CA8F-4FC3-A7DB-D4F292335208}" dt="2021-04-28T06:58:36.592" v="54" actId="165"/>
          <ac:spMkLst>
            <pc:docMk/>
            <pc:sldMk cId="0" sldId="819"/>
            <ac:spMk id="26645" creationId="{24E02D7A-AA8A-47F5-A369-9D26CC187EF9}"/>
          </ac:spMkLst>
        </pc:spChg>
        <pc:spChg chg="mod topLvl">
          <ac:chgData name="欣捷" userId="b965477fa0aef5e6" providerId="LiveId" clId="{1BD81BBC-CA8F-4FC3-A7DB-D4F292335208}" dt="2021-04-28T06:58:36.592" v="54" actId="165"/>
          <ac:spMkLst>
            <pc:docMk/>
            <pc:sldMk cId="0" sldId="819"/>
            <ac:spMk id="26646" creationId="{2E7F8C83-3B23-4C7B-887A-3EBBDF04F31B}"/>
          </ac:spMkLst>
        </pc:spChg>
        <pc:spChg chg="mod topLvl">
          <ac:chgData name="欣捷" userId="b965477fa0aef5e6" providerId="LiveId" clId="{1BD81BBC-CA8F-4FC3-A7DB-D4F292335208}" dt="2021-04-28T06:58:36.592" v="54" actId="165"/>
          <ac:spMkLst>
            <pc:docMk/>
            <pc:sldMk cId="0" sldId="819"/>
            <ac:spMk id="26647" creationId="{987E2914-9AE9-4615-948D-1C87C54919C0}"/>
          </ac:spMkLst>
        </pc:spChg>
        <pc:spChg chg="mod topLvl">
          <ac:chgData name="欣捷" userId="b965477fa0aef5e6" providerId="LiveId" clId="{1BD81BBC-CA8F-4FC3-A7DB-D4F292335208}" dt="2021-04-28T06:58:36.592" v="54" actId="165"/>
          <ac:spMkLst>
            <pc:docMk/>
            <pc:sldMk cId="0" sldId="819"/>
            <ac:spMk id="26648" creationId="{36ABCE10-1625-4002-B107-99D5C9541F84}"/>
          </ac:spMkLst>
        </pc:spChg>
        <pc:spChg chg="mod topLvl">
          <ac:chgData name="欣捷" userId="b965477fa0aef5e6" providerId="LiveId" clId="{1BD81BBC-CA8F-4FC3-A7DB-D4F292335208}" dt="2021-04-28T06:58:36.592" v="54" actId="165"/>
          <ac:spMkLst>
            <pc:docMk/>
            <pc:sldMk cId="0" sldId="819"/>
            <ac:spMk id="26649" creationId="{2C72FE58-0A01-447B-B8B6-45B53FB94FC9}"/>
          </ac:spMkLst>
        </pc:spChg>
        <pc:spChg chg="mod topLvl">
          <ac:chgData name="欣捷" userId="b965477fa0aef5e6" providerId="LiveId" clId="{1BD81BBC-CA8F-4FC3-A7DB-D4F292335208}" dt="2021-04-28T06:58:36.592" v="54" actId="165"/>
          <ac:spMkLst>
            <pc:docMk/>
            <pc:sldMk cId="0" sldId="819"/>
            <ac:spMk id="26650" creationId="{1CC40417-7A5E-47BF-9086-75BBB613598C}"/>
          </ac:spMkLst>
        </pc:spChg>
        <pc:spChg chg="mod topLvl">
          <ac:chgData name="欣捷" userId="b965477fa0aef5e6" providerId="LiveId" clId="{1BD81BBC-CA8F-4FC3-A7DB-D4F292335208}" dt="2021-04-28T06:58:36.592" v="54" actId="165"/>
          <ac:spMkLst>
            <pc:docMk/>
            <pc:sldMk cId="0" sldId="819"/>
            <ac:spMk id="26651" creationId="{360B99D2-082D-41D4-A501-8D422EB525DE}"/>
          </ac:spMkLst>
        </pc:spChg>
        <pc:spChg chg="mod topLvl">
          <ac:chgData name="欣捷" userId="b965477fa0aef5e6" providerId="LiveId" clId="{1BD81BBC-CA8F-4FC3-A7DB-D4F292335208}" dt="2021-04-28T06:58:36.592" v="54" actId="165"/>
          <ac:spMkLst>
            <pc:docMk/>
            <pc:sldMk cId="0" sldId="819"/>
            <ac:spMk id="26652" creationId="{B12F4143-A71D-4E58-8254-ED5814DEC779}"/>
          </ac:spMkLst>
        </pc:spChg>
        <pc:spChg chg="mod topLvl">
          <ac:chgData name="欣捷" userId="b965477fa0aef5e6" providerId="LiveId" clId="{1BD81BBC-CA8F-4FC3-A7DB-D4F292335208}" dt="2021-04-28T06:58:36.592" v="54" actId="165"/>
          <ac:spMkLst>
            <pc:docMk/>
            <pc:sldMk cId="0" sldId="819"/>
            <ac:spMk id="26653" creationId="{BBB13B2E-9DE5-4E55-B46E-306C8460AE2B}"/>
          </ac:spMkLst>
        </pc:spChg>
        <pc:spChg chg="mod topLvl">
          <ac:chgData name="欣捷" userId="b965477fa0aef5e6" providerId="LiveId" clId="{1BD81BBC-CA8F-4FC3-A7DB-D4F292335208}" dt="2021-04-28T06:58:36.592" v="54" actId="165"/>
          <ac:spMkLst>
            <pc:docMk/>
            <pc:sldMk cId="0" sldId="819"/>
            <ac:spMk id="26654" creationId="{8FD93012-A0E8-4084-8428-9339C2390BBF}"/>
          </ac:spMkLst>
        </pc:spChg>
        <pc:spChg chg="mod topLvl">
          <ac:chgData name="欣捷" userId="b965477fa0aef5e6" providerId="LiveId" clId="{1BD81BBC-CA8F-4FC3-A7DB-D4F292335208}" dt="2021-04-28T06:58:36.592" v="54" actId="165"/>
          <ac:spMkLst>
            <pc:docMk/>
            <pc:sldMk cId="0" sldId="819"/>
            <ac:spMk id="26655" creationId="{9448D6C8-D7BC-4923-80C4-21CE05AD6E3A}"/>
          </ac:spMkLst>
        </pc:spChg>
        <pc:spChg chg="mod topLvl">
          <ac:chgData name="欣捷" userId="b965477fa0aef5e6" providerId="LiveId" clId="{1BD81BBC-CA8F-4FC3-A7DB-D4F292335208}" dt="2021-04-28T06:58:36.592" v="54" actId="165"/>
          <ac:spMkLst>
            <pc:docMk/>
            <pc:sldMk cId="0" sldId="819"/>
            <ac:spMk id="26656" creationId="{90CE593E-A496-47A7-B3A7-C90257BA5A67}"/>
          </ac:spMkLst>
        </pc:spChg>
        <pc:spChg chg="mod topLvl">
          <ac:chgData name="欣捷" userId="b965477fa0aef5e6" providerId="LiveId" clId="{1BD81BBC-CA8F-4FC3-A7DB-D4F292335208}" dt="2021-04-28T06:58:36.592" v="54" actId="165"/>
          <ac:spMkLst>
            <pc:docMk/>
            <pc:sldMk cId="0" sldId="819"/>
            <ac:spMk id="26657" creationId="{3C5A5881-B505-4390-9AAB-3EECED7A0211}"/>
          </ac:spMkLst>
        </pc:spChg>
        <pc:grpChg chg="add del mod">
          <ac:chgData name="欣捷" userId="b965477fa0aef5e6" providerId="LiveId" clId="{1BD81BBC-CA8F-4FC3-A7DB-D4F292335208}" dt="2021-04-28T06:58:36.592" v="54" actId="165"/>
          <ac:grpSpMkLst>
            <pc:docMk/>
            <pc:sldMk cId="0" sldId="819"/>
            <ac:grpSpMk id="26628" creationId="{94826AFB-10F9-40D9-A68A-18416F05DC42}"/>
          </ac:grpSpMkLst>
        </pc:grpChg>
      </pc:sldChg>
      <pc:sldChg chg="del">
        <pc:chgData name="欣捷" userId="b965477fa0aef5e6" providerId="LiveId" clId="{1BD81BBC-CA8F-4FC3-A7DB-D4F292335208}" dt="2021-04-28T07:03:19.301" v="93" actId="47"/>
        <pc:sldMkLst>
          <pc:docMk/>
          <pc:sldMk cId="0" sldId="820"/>
        </pc:sldMkLst>
      </pc:sldChg>
      <pc:sldChg chg="del">
        <pc:chgData name="欣捷" userId="b965477fa0aef5e6" providerId="LiveId" clId="{1BD81BBC-CA8F-4FC3-A7DB-D4F292335208}" dt="2021-04-28T07:03:19.301" v="93" actId="47"/>
        <pc:sldMkLst>
          <pc:docMk/>
          <pc:sldMk cId="0" sldId="821"/>
        </pc:sldMkLst>
      </pc:sldChg>
      <pc:sldChg chg="del">
        <pc:chgData name="欣捷" userId="b965477fa0aef5e6" providerId="LiveId" clId="{1BD81BBC-CA8F-4FC3-A7DB-D4F292335208}" dt="2021-04-28T07:03:19.301" v="93" actId="47"/>
        <pc:sldMkLst>
          <pc:docMk/>
          <pc:sldMk cId="0" sldId="822"/>
        </pc:sldMkLst>
      </pc:sldChg>
      <pc:sldChg chg="modSp mod">
        <pc:chgData name="欣捷" userId="b965477fa0aef5e6" providerId="LiveId" clId="{1BD81BBC-CA8F-4FC3-A7DB-D4F292335208}" dt="2021-04-28T06:51:33.277" v="2" actId="207"/>
        <pc:sldMkLst>
          <pc:docMk/>
          <pc:sldMk cId="0" sldId="836"/>
        </pc:sldMkLst>
        <pc:spChg chg="mod">
          <ac:chgData name="欣捷" userId="b965477fa0aef5e6" providerId="LiveId" clId="{1BD81BBC-CA8F-4FC3-A7DB-D4F292335208}" dt="2021-04-28T06:51:33.277" v="2" actId="207"/>
          <ac:spMkLst>
            <pc:docMk/>
            <pc:sldMk cId="0" sldId="836"/>
            <ac:spMk id="8195" creationId="{E5A0D429-AB1A-48A7-A01E-08C9F1AFE1F2}"/>
          </ac:spMkLst>
        </pc:spChg>
      </pc:sldChg>
      <pc:sldChg chg="modSp mod">
        <pc:chgData name="欣捷" userId="b965477fa0aef5e6" providerId="LiveId" clId="{1BD81BBC-CA8F-4FC3-A7DB-D4F292335208}" dt="2021-04-28T06:52:02.320" v="8" actId="207"/>
        <pc:sldMkLst>
          <pc:docMk/>
          <pc:sldMk cId="0" sldId="837"/>
        </pc:sldMkLst>
        <pc:spChg chg="mod">
          <ac:chgData name="欣捷" userId="b965477fa0aef5e6" providerId="LiveId" clId="{1BD81BBC-CA8F-4FC3-A7DB-D4F292335208}" dt="2021-04-28T06:52:02.320" v="8" actId="207"/>
          <ac:spMkLst>
            <pc:docMk/>
            <pc:sldMk cId="0" sldId="837"/>
            <ac:spMk id="11267" creationId="{45A04941-A296-4CCB-9ED4-0A9180A07787}"/>
          </ac:spMkLst>
        </pc:spChg>
      </pc:sldChg>
      <pc:sldChg chg="modSp mod">
        <pc:chgData name="欣捷" userId="b965477fa0aef5e6" providerId="LiveId" clId="{1BD81BBC-CA8F-4FC3-A7DB-D4F292335208}" dt="2021-04-28T06:51:46.552" v="4" actId="207"/>
        <pc:sldMkLst>
          <pc:docMk/>
          <pc:sldMk cId="0" sldId="852"/>
        </pc:sldMkLst>
        <pc:spChg chg="mod">
          <ac:chgData name="欣捷" userId="b965477fa0aef5e6" providerId="LiveId" clId="{1BD81BBC-CA8F-4FC3-A7DB-D4F292335208}" dt="2021-04-28T06:51:46.552" v="4" actId="207"/>
          <ac:spMkLst>
            <pc:docMk/>
            <pc:sldMk cId="0" sldId="852"/>
            <ac:spMk id="10243" creationId="{BFD33568-0E53-4A22-AAA8-A8CBDF897F5D}"/>
          </ac:spMkLst>
        </pc:spChg>
      </pc:sldChg>
      <pc:sldChg chg="modSp mod">
        <pc:chgData name="欣捷" userId="b965477fa0aef5e6" providerId="LiveId" clId="{1BD81BBC-CA8F-4FC3-A7DB-D4F292335208}" dt="2021-04-28T06:53:42.457" v="28" actId="207"/>
        <pc:sldMkLst>
          <pc:docMk/>
          <pc:sldMk cId="0" sldId="853"/>
        </pc:sldMkLst>
        <pc:spChg chg="mod">
          <ac:chgData name="欣捷" userId="b965477fa0aef5e6" providerId="LiveId" clId="{1BD81BBC-CA8F-4FC3-A7DB-D4F292335208}" dt="2021-04-28T06:53:42.457" v="28" actId="207"/>
          <ac:spMkLst>
            <pc:docMk/>
            <pc:sldMk cId="0" sldId="853"/>
            <ac:spMk id="16387" creationId="{E05B54EF-BE90-49D3-ABAB-01C3737991AB}"/>
          </ac:spMkLst>
        </pc:spChg>
      </pc:sldChg>
      <pc:sldChg chg="addSp delSp modSp mod modClrScheme chgLayout">
        <pc:chgData name="欣捷" userId="b965477fa0aef5e6" providerId="LiveId" clId="{1BD81BBC-CA8F-4FC3-A7DB-D4F292335208}" dt="2021-04-28T08:11:02.248" v="175" actId="1076"/>
        <pc:sldMkLst>
          <pc:docMk/>
          <pc:sldMk cId="0" sldId="854"/>
        </pc:sldMkLst>
        <pc:spChg chg="add del mod ord">
          <ac:chgData name="欣捷" userId="b965477fa0aef5e6" providerId="LiveId" clId="{1BD81BBC-CA8F-4FC3-A7DB-D4F292335208}" dt="2021-04-28T07:04:47.602" v="96" actId="700"/>
          <ac:spMkLst>
            <pc:docMk/>
            <pc:sldMk cId="0" sldId="854"/>
            <ac:spMk id="3" creationId="{5BA26E81-C48F-4629-9D35-6EAC5589ABF3}"/>
          </ac:spMkLst>
        </pc:spChg>
        <pc:spChg chg="add mod">
          <ac:chgData name="欣捷" userId="b965477fa0aef5e6" providerId="LiveId" clId="{1BD81BBC-CA8F-4FC3-A7DB-D4F292335208}" dt="2021-04-28T08:11:02.248" v="175" actId="1076"/>
          <ac:spMkLst>
            <pc:docMk/>
            <pc:sldMk cId="0" sldId="854"/>
            <ac:spMk id="4" creationId="{E9C03AD8-68E6-442B-B7E0-E970382E821E}"/>
          </ac:spMkLst>
        </pc:spChg>
        <pc:spChg chg="mod ord">
          <ac:chgData name="欣捷" userId="b965477fa0aef5e6" providerId="LiveId" clId="{1BD81BBC-CA8F-4FC3-A7DB-D4F292335208}" dt="2021-04-28T07:04:47.602" v="96" actId="700"/>
          <ac:spMkLst>
            <pc:docMk/>
            <pc:sldMk cId="0" sldId="854"/>
            <ac:spMk id="32770" creationId="{A05B52C2-2BFA-4130-9E87-B5959EA11354}"/>
          </ac:spMkLst>
        </pc:spChg>
        <pc:spChg chg="mod ord">
          <ac:chgData name="欣捷" userId="b965477fa0aef5e6" providerId="LiveId" clId="{1BD81BBC-CA8F-4FC3-A7DB-D4F292335208}" dt="2021-04-28T07:04:52.620" v="99" actId="207"/>
          <ac:spMkLst>
            <pc:docMk/>
            <pc:sldMk cId="0" sldId="854"/>
            <ac:spMk id="32771" creationId="{6AF6DBA5-E617-4257-9FB7-553B7F460341}"/>
          </ac:spMkLst>
        </pc:spChg>
        <pc:graphicFrameChg chg="add mod">
          <ac:chgData name="欣捷" userId="b965477fa0aef5e6" providerId="LiveId" clId="{1BD81BBC-CA8F-4FC3-A7DB-D4F292335208}" dt="2021-04-28T07:53:59.828" v="169" actId="1076"/>
          <ac:graphicFrameMkLst>
            <pc:docMk/>
            <pc:sldMk cId="0" sldId="854"/>
            <ac:graphicFrameMk id="7" creationId="{5D5EAFC9-D27D-47B6-8A40-37752F8F5D46}"/>
          </ac:graphicFrameMkLst>
        </pc:graphicFrameChg>
        <pc:graphicFrameChg chg="del">
          <ac:chgData name="欣捷" userId="b965477fa0aef5e6" providerId="LiveId" clId="{1BD81BBC-CA8F-4FC3-A7DB-D4F292335208}" dt="2021-04-28T07:04:45.949" v="95" actId="21"/>
          <ac:graphicFrameMkLst>
            <pc:docMk/>
            <pc:sldMk cId="0" sldId="854"/>
            <ac:graphicFrameMk id="689156" creationId="{200FB2BC-5E4E-404B-A036-77C628FCAEF1}"/>
          </ac:graphicFrameMkLst>
        </pc:graphicFrameChg>
      </pc:sldChg>
      <pc:sldChg chg="modSp mod">
        <pc:chgData name="欣捷" userId="b965477fa0aef5e6" providerId="LiveId" clId="{1BD81BBC-CA8F-4FC3-A7DB-D4F292335208}" dt="2021-04-28T07:05:15.652" v="104" actId="1076"/>
        <pc:sldMkLst>
          <pc:docMk/>
          <pc:sldMk cId="0" sldId="855"/>
        </pc:sldMkLst>
        <pc:spChg chg="mod">
          <ac:chgData name="欣捷" userId="b965477fa0aef5e6" providerId="LiveId" clId="{1BD81BBC-CA8F-4FC3-A7DB-D4F292335208}" dt="2021-04-28T07:05:07.364" v="102" actId="207"/>
          <ac:spMkLst>
            <pc:docMk/>
            <pc:sldMk cId="0" sldId="855"/>
            <ac:spMk id="34819" creationId="{517F3A61-5790-4AD2-B6F2-9A3F3B1A3F9B}"/>
          </ac:spMkLst>
        </pc:spChg>
        <pc:spChg chg="mod">
          <ac:chgData name="欣捷" userId="b965477fa0aef5e6" providerId="LiveId" clId="{1BD81BBC-CA8F-4FC3-A7DB-D4F292335208}" dt="2021-04-28T07:05:15.652" v="104" actId="1076"/>
          <ac:spMkLst>
            <pc:docMk/>
            <pc:sldMk cId="0" sldId="855"/>
            <ac:spMk id="34821" creationId="{0D8334E9-1211-4540-91CA-388094C44648}"/>
          </ac:spMkLst>
        </pc:spChg>
        <pc:spChg chg="mod">
          <ac:chgData name="欣捷" userId="b965477fa0aef5e6" providerId="LiveId" clId="{1BD81BBC-CA8F-4FC3-A7DB-D4F292335208}" dt="2021-04-28T07:05:15.652" v="104" actId="1076"/>
          <ac:spMkLst>
            <pc:docMk/>
            <pc:sldMk cId="0" sldId="855"/>
            <ac:spMk id="34822" creationId="{220DCB4E-15D5-4995-B135-9380F173C62B}"/>
          </ac:spMkLst>
        </pc:spChg>
        <pc:spChg chg="mod">
          <ac:chgData name="欣捷" userId="b965477fa0aef5e6" providerId="LiveId" clId="{1BD81BBC-CA8F-4FC3-A7DB-D4F292335208}" dt="2021-04-28T07:05:15.652" v="104" actId="1076"/>
          <ac:spMkLst>
            <pc:docMk/>
            <pc:sldMk cId="0" sldId="855"/>
            <ac:spMk id="34823" creationId="{8C7DD142-882F-4B8B-8EDC-0AB1BD7A5931}"/>
          </ac:spMkLst>
        </pc:spChg>
        <pc:spChg chg="mod">
          <ac:chgData name="欣捷" userId="b965477fa0aef5e6" providerId="LiveId" clId="{1BD81BBC-CA8F-4FC3-A7DB-D4F292335208}" dt="2021-04-28T07:05:15.652" v="104" actId="1076"/>
          <ac:spMkLst>
            <pc:docMk/>
            <pc:sldMk cId="0" sldId="855"/>
            <ac:spMk id="34824" creationId="{A33EFDE3-0CED-4A2C-8437-7D3BA2A6B88E}"/>
          </ac:spMkLst>
        </pc:spChg>
        <pc:spChg chg="mod">
          <ac:chgData name="欣捷" userId="b965477fa0aef5e6" providerId="LiveId" clId="{1BD81BBC-CA8F-4FC3-A7DB-D4F292335208}" dt="2021-04-28T07:05:15.652" v="104" actId="1076"/>
          <ac:spMkLst>
            <pc:docMk/>
            <pc:sldMk cId="0" sldId="855"/>
            <ac:spMk id="34825" creationId="{9A49ABF6-6006-44E4-88C9-40262F8216BA}"/>
          </ac:spMkLst>
        </pc:spChg>
        <pc:spChg chg="mod">
          <ac:chgData name="欣捷" userId="b965477fa0aef5e6" providerId="LiveId" clId="{1BD81BBC-CA8F-4FC3-A7DB-D4F292335208}" dt="2021-04-28T07:05:15.652" v="104" actId="1076"/>
          <ac:spMkLst>
            <pc:docMk/>
            <pc:sldMk cId="0" sldId="855"/>
            <ac:spMk id="34826" creationId="{37952A90-E36B-4FBD-BCF5-377743E56865}"/>
          </ac:spMkLst>
        </pc:spChg>
        <pc:spChg chg="mod">
          <ac:chgData name="欣捷" userId="b965477fa0aef5e6" providerId="LiveId" clId="{1BD81BBC-CA8F-4FC3-A7DB-D4F292335208}" dt="2021-04-28T07:05:15.652" v="104" actId="1076"/>
          <ac:spMkLst>
            <pc:docMk/>
            <pc:sldMk cId="0" sldId="855"/>
            <ac:spMk id="34827" creationId="{E713BBAB-5C5C-457F-9186-145B54550EB0}"/>
          </ac:spMkLst>
        </pc:spChg>
        <pc:spChg chg="mod">
          <ac:chgData name="欣捷" userId="b965477fa0aef5e6" providerId="LiveId" clId="{1BD81BBC-CA8F-4FC3-A7DB-D4F292335208}" dt="2021-04-28T07:05:15.652" v="104" actId="1076"/>
          <ac:spMkLst>
            <pc:docMk/>
            <pc:sldMk cId="0" sldId="855"/>
            <ac:spMk id="34828" creationId="{23F4400A-84CE-48EE-9BFE-87D7B68B58DF}"/>
          </ac:spMkLst>
        </pc:spChg>
        <pc:spChg chg="mod">
          <ac:chgData name="欣捷" userId="b965477fa0aef5e6" providerId="LiveId" clId="{1BD81BBC-CA8F-4FC3-A7DB-D4F292335208}" dt="2021-04-28T07:05:15.652" v="104" actId="1076"/>
          <ac:spMkLst>
            <pc:docMk/>
            <pc:sldMk cId="0" sldId="855"/>
            <ac:spMk id="34829" creationId="{DE7F62E7-005B-4B6B-8890-AFC0ADE2F9A6}"/>
          </ac:spMkLst>
        </pc:spChg>
        <pc:spChg chg="mod">
          <ac:chgData name="欣捷" userId="b965477fa0aef5e6" providerId="LiveId" clId="{1BD81BBC-CA8F-4FC3-A7DB-D4F292335208}" dt="2021-04-28T07:05:15.652" v="104" actId="1076"/>
          <ac:spMkLst>
            <pc:docMk/>
            <pc:sldMk cId="0" sldId="855"/>
            <ac:spMk id="34830" creationId="{7612598B-FF88-4FE6-85D2-79BD215FC02F}"/>
          </ac:spMkLst>
        </pc:spChg>
        <pc:spChg chg="mod">
          <ac:chgData name="欣捷" userId="b965477fa0aef5e6" providerId="LiveId" clId="{1BD81BBC-CA8F-4FC3-A7DB-D4F292335208}" dt="2021-04-28T07:05:15.652" v="104" actId="1076"/>
          <ac:spMkLst>
            <pc:docMk/>
            <pc:sldMk cId="0" sldId="855"/>
            <ac:spMk id="34831" creationId="{7DE2F69E-0B03-4819-8DF6-08C81A3075D3}"/>
          </ac:spMkLst>
        </pc:spChg>
        <pc:spChg chg="mod">
          <ac:chgData name="欣捷" userId="b965477fa0aef5e6" providerId="LiveId" clId="{1BD81BBC-CA8F-4FC3-A7DB-D4F292335208}" dt="2021-04-28T07:05:15.652" v="104" actId="1076"/>
          <ac:spMkLst>
            <pc:docMk/>
            <pc:sldMk cId="0" sldId="855"/>
            <ac:spMk id="34832" creationId="{D828ED16-073B-40DF-A321-6EA19A6FA223}"/>
          </ac:spMkLst>
        </pc:spChg>
        <pc:spChg chg="mod">
          <ac:chgData name="欣捷" userId="b965477fa0aef5e6" providerId="LiveId" clId="{1BD81BBC-CA8F-4FC3-A7DB-D4F292335208}" dt="2021-04-28T07:05:15.652" v="104" actId="1076"/>
          <ac:spMkLst>
            <pc:docMk/>
            <pc:sldMk cId="0" sldId="855"/>
            <ac:spMk id="34833" creationId="{58783E56-63C7-47EB-BE16-37F983D7F31C}"/>
          </ac:spMkLst>
        </pc:spChg>
        <pc:spChg chg="mod">
          <ac:chgData name="欣捷" userId="b965477fa0aef5e6" providerId="LiveId" clId="{1BD81BBC-CA8F-4FC3-A7DB-D4F292335208}" dt="2021-04-28T07:05:15.652" v="104" actId="1076"/>
          <ac:spMkLst>
            <pc:docMk/>
            <pc:sldMk cId="0" sldId="855"/>
            <ac:spMk id="34834" creationId="{628EA762-45B2-49AC-B87E-097B3F339CD5}"/>
          </ac:spMkLst>
        </pc:spChg>
        <pc:spChg chg="mod">
          <ac:chgData name="欣捷" userId="b965477fa0aef5e6" providerId="LiveId" clId="{1BD81BBC-CA8F-4FC3-A7DB-D4F292335208}" dt="2021-04-28T07:05:15.652" v="104" actId="1076"/>
          <ac:spMkLst>
            <pc:docMk/>
            <pc:sldMk cId="0" sldId="855"/>
            <ac:spMk id="34835" creationId="{D8029345-4DA3-4667-A8C4-19976BC6B579}"/>
          </ac:spMkLst>
        </pc:spChg>
        <pc:spChg chg="mod">
          <ac:chgData name="欣捷" userId="b965477fa0aef5e6" providerId="LiveId" clId="{1BD81BBC-CA8F-4FC3-A7DB-D4F292335208}" dt="2021-04-28T07:05:15.652" v="104" actId="1076"/>
          <ac:spMkLst>
            <pc:docMk/>
            <pc:sldMk cId="0" sldId="855"/>
            <ac:spMk id="34836" creationId="{3FBE164E-2EA9-47B6-A702-B58DCC92FB0C}"/>
          </ac:spMkLst>
        </pc:spChg>
        <pc:spChg chg="mod">
          <ac:chgData name="欣捷" userId="b965477fa0aef5e6" providerId="LiveId" clId="{1BD81BBC-CA8F-4FC3-A7DB-D4F292335208}" dt="2021-04-28T07:05:15.652" v="104" actId="1076"/>
          <ac:spMkLst>
            <pc:docMk/>
            <pc:sldMk cId="0" sldId="855"/>
            <ac:spMk id="34837" creationId="{76FA4CDD-7354-4209-AA55-7C940AE574CF}"/>
          </ac:spMkLst>
        </pc:spChg>
        <pc:spChg chg="mod">
          <ac:chgData name="欣捷" userId="b965477fa0aef5e6" providerId="LiveId" clId="{1BD81BBC-CA8F-4FC3-A7DB-D4F292335208}" dt="2021-04-28T07:05:15.652" v="104" actId="1076"/>
          <ac:spMkLst>
            <pc:docMk/>
            <pc:sldMk cId="0" sldId="855"/>
            <ac:spMk id="34838" creationId="{23D373E3-EE5C-4D2C-A95A-343FF8CAFDE0}"/>
          </ac:spMkLst>
        </pc:spChg>
        <pc:spChg chg="mod">
          <ac:chgData name="欣捷" userId="b965477fa0aef5e6" providerId="LiveId" clId="{1BD81BBC-CA8F-4FC3-A7DB-D4F292335208}" dt="2021-04-28T07:05:15.652" v="104" actId="1076"/>
          <ac:spMkLst>
            <pc:docMk/>
            <pc:sldMk cId="0" sldId="855"/>
            <ac:spMk id="34839" creationId="{8A8EA4C2-C1A0-4058-8ADF-A08DD3DC5C49}"/>
          </ac:spMkLst>
        </pc:spChg>
        <pc:spChg chg="mod">
          <ac:chgData name="欣捷" userId="b965477fa0aef5e6" providerId="LiveId" clId="{1BD81BBC-CA8F-4FC3-A7DB-D4F292335208}" dt="2021-04-28T07:05:15.652" v="104" actId="1076"/>
          <ac:spMkLst>
            <pc:docMk/>
            <pc:sldMk cId="0" sldId="855"/>
            <ac:spMk id="34840" creationId="{1D5493A5-09CC-4DAF-958A-6F3E645CE947}"/>
          </ac:spMkLst>
        </pc:spChg>
        <pc:spChg chg="mod">
          <ac:chgData name="欣捷" userId="b965477fa0aef5e6" providerId="LiveId" clId="{1BD81BBC-CA8F-4FC3-A7DB-D4F292335208}" dt="2021-04-28T07:05:15.652" v="104" actId="1076"/>
          <ac:spMkLst>
            <pc:docMk/>
            <pc:sldMk cId="0" sldId="855"/>
            <ac:spMk id="34841" creationId="{A3ECBCD3-2ADD-4618-B2C8-6C048A2AA118}"/>
          </ac:spMkLst>
        </pc:spChg>
        <pc:grpChg chg="mod">
          <ac:chgData name="欣捷" userId="b965477fa0aef5e6" providerId="LiveId" clId="{1BD81BBC-CA8F-4FC3-A7DB-D4F292335208}" dt="2021-04-28T07:05:15.652" v="104" actId="1076"/>
          <ac:grpSpMkLst>
            <pc:docMk/>
            <pc:sldMk cId="0" sldId="855"/>
            <ac:grpSpMk id="34820" creationId="{F6963853-C229-40AD-AC40-9882DB7073F4}"/>
          </ac:grpSpMkLst>
        </pc:grpChg>
      </pc:sldChg>
      <pc:sldChg chg="modSp mod">
        <pc:chgData name="欣捷" userId="b965477fa0aef5e6" providerId="LiveId" clId="{1BD81BBC-CA8F-4FC3-A7DB-D4F292335208}" dt="2021-04-28T07:05:33.261" v="107" actId="207"/>
        <pc:sldMkLst>
          <pc:docMk/>
          <pc:sldMk cId="0" sldId="856"/>
        </pc:sldMkLst>
        <pc:spChg chg="mod">
          <ac:chgData name="欣捷" userId="b965477fa0aef5e6" providerId="LiveId" clId="{1BD81BBC-CA8F-4FC3-A7DB-D4F292335208}" dt="2021-04-28T07:05:33.261" v="107" actId="207"/>
          <ac:spMkLst>
            <pc:docMk/>
            <pc:sldMk cId="0" sldId="856"/>
            <ac:spMk id="36867" creationId="{1740D62B-1C3D-49C8-9EE5-41D5BFFC9AC0}"/>
          </ac:spMkLst>
        </pc:spChg>
      </pc:sldChg>
      <pc:sldChg chg="addSp delSp modSp mod">
        <pc:chgData name="欣捷" userId="b965477fa0aef5e6" providerId="LiveId" clId="{1BD81BBC-CA8F-4FC3-A7DB-D4F292335208}" dt="2021-04-28T10:13:35.646" v="704" actId="478"/>
        <pc:sldMkLst>
          <pc:docMk/>
          <pc:sldMk cId="0" sldId="857"/>
        </pc:sldMkLst>
        <pc:spChg chg="add del">
          <ac:chgData name="欣捷" userId="b965477fa0aef5e6" providerId="LiveId" clId="{1BD81BBC-CA8F-4FC3-A7DB-D4F292335208}" dt="2021-04-28T09:48:10.013" v="335" actId="11529"/>
          <ac:spMkLst>
            <pc:docMk/>
            <pc:sldMk cId="0" sldId="857"/>
            <ac:spMk id="2" creationId="{332188D7-3EC1-4DEB-9581-66DE7C76466D}"/>
          </ac:spMkLst>
        </pc:spChg>
        <pc:spChg chg="add mod topLvl">
          <ac:chgData name="欣捷" userId="b965477fa0aef5e6" providerId="LiveId" clId="{1BD81BBC-CA8F-4FC3-A7DB-D4F292335208}" dt="2021-04-28T10:13:26.913" v="694" actId="165"/>
          <ac:spMkLst>
            <pc:docMk/>
            <pc:sldMk cId="0" sldId="857"/>
            <ac:spMk id="50" creationId="{CAD65E12-EE3C-475B-9A7A-5EA6A91A394E}"/>
          </ac:spMkLst>
        </pc:spChg>
        <pc:spChg chg="add mod">
          <ac:chgData name="欣捷" userId="b965477fa0aef5e6" providerId="LiveId" clId="{1BD81BBC-CA8F-4FC3-A7DB-D4F292335208}" dt="2021-04-28T09:59:04.856" v="582" actId="1076"/>
          <ac:spMkLst>
            <pc:docMk/>
            <pc:sldMk cId="0" sldId="857"/>
            <ac:spMk id="51" creationId="{A2479E00-C702-4983-903F-5A050D9CDA7C}"/>
          </ac:spMkLst>
        </pc:spChg>
        <pc:spChg chg="add del mod topLvl">
          <ac:chgData name="欣捷" userId="b965477fa0aef5e6" providerId="LiveId" clId="{1BD81BBC-CA8F-4FC3-A7DB-D4F292335208}" dt="2021-04-28T10:13:34.177" v="702" actId="478"/>
          <ac:spMkLst>
            <pc:docMk/>
            <pc:sldMk cId="0" sldId="857"/>
            <ac:spMk id="52" creationId="{C6339EFF-3803-4101-BA18-15D9E1F45A67}"/>
          </ac:spMkLst>
        </pc:spChg>
        <pc:spChg chg="mod">
          <ac:chgData name="欣捷" userId="b965477fa0aef5e6" providerId="LiveId" clId="{1BD81BBC-CA8F-4FC3-A7DB-D4F292335208}" dt="2021-04-28T10:04:25.955" v="597" actId="207"/>
          <ac:spMkLst>
            <pc:docMk/>
            <pc:sldMk cId="0" sldId="857"/>
            <ac:spMk id="37891" creationId="{9A3426E9-E596-448B-89A2-8EC00A88BB7F}"/>
          </ac:spMkLst>
        </pc:spChg>
        <pc:spChg chg="del mod">
          <ac:chgData name="欣捷" userId="b965477fa0aef5e6" providerId="LiveId" clId="{1BD81BBC-CA8F-4FC3-A7DB-D4F292335208}" dt="2021-04-28T09:22:24.791" v="187" actId="478"/>
          <ac:spMkLst>
            <pc:docMk/>
            <pc:sldMk cId="0" sldId="857"/>
            <ac:spMk id="37893" creationId="{749D7D21-8332-4314-BA37-D7B659808866}"/>
          </ac:spMkLst>
        </pc:spChg>
        <pc:spChg chg="del mod">
          <ac:chgData name="欣捷" userId="b965477fa0aef5e6" providerId="LiveId" clId="{1BD81BBC-CA8F-4FC3-A7DB-D4F292335208}" dt="2021-04-28T09:22:26.120" v="188" actId="478"/>
          <ac:spMkLst>
            <pc:docMk/>
            <pc:sldMk cId="0" sldId="857"/>
            <ac:spMk id="37894" creationId="{EC9196D6-CA6E-4727-90C8-A758E4C060C6}"/>
          </ac:spMkLst>
        </pc:spChg>
        <pc:spChg chg="del mod">
          <ac:chgData name="欣捷" userId="b965477fa0aef5e6" providerId="LiveId" clId="{1BD81BBC-CA8F-4FC3-A7DB-D4F292335208}" dt="2021-04-28T09:22:27.354" v="189" actId="478"/>
          <ac:spMkLst>
            <pc:docMk/>
            <pc:sldMk cId="0" sldId="857"/>
            <ac:spMk id="37895" creationId="{27004566-7084-4D06-A870-8C7FC894B934}"/>
          </ac:spMkLst>
        </pc:spChg>
        <pc:spChg chg="mod topLvl">
          <ac:chgData name="欣捷" userId="b965477fa0aef5e6" providerId="LiveId" clId="{1BD81BBC-CA8F-4FC3-A7DB-D4F292335208}" dt="2021-04-28T10:13:26.913" v="694" actId="165"/>
          <ac:spMkLst>
            <pc:docMk/>
            <pc:sldMk cId="0" sldId="857"/>
            <ac:spMk id="37896" creationId="{A9DCFC6E-963E-417E-B201-8DE50A583033}"/>
          </ac:spMkLst>
        </pc:spChg>
        <pc:spChg chg="mod topLvl">
          <ac:chgData name="欣捷" userId="b965477fa0aef5e6" providerId="LiveId" clId="{1BD81BBC-CA8F-4FC3-A7DB-D4F292335208}" dt="2021-04-28T10:13:26.913" v="694" actId="165"/>
          <ac:spMkLst>
            <pc:docMk/>
            <pc:sldMk cId="0" sldId="857"/>
            <ac:spMk id="37897" creationId="{7A75101F-D4C3-489D-BB57-A48B4B59F52C}"/>
          </ac:spMkLst>
        </pc:spChg>
        <pc:spChg chg="mod topLvl">
          <ac:chgData name="欣捷" userId="b965477fa0aef5e6" providerId="LiveId" clId="{1BD81BBC-CA8F-4FC3-A7DB-D4F292335208}" dt="2021-04-28T10:13:26.913" v="694" actId="165"/>
          <ac:spMkLst>
            <pc:docMk/>
            <pc:sldMk cId="0" sldId="857"/>
            <ac:spMk id="37898" creationId="{E386BB47-BF99-45B7-8263-2AE8332983C6}"/>
          </ac:spMkLst>
        </pc:spChg>
        <pc:spChg chg="mod topLvl">
          <ac:chgData name="欣捷" userId="b965477fa0aef5e6" providerId="LiveId" clId="{1BD81BBC-CA8F-4FC3-A7DB-D4F292335208}" dt="2021-04-28T10:13:26.913" v="694" actId="165"/>
          <ac:spMkLst>
            <pc:docMk/>
            <pc:sldMk cId="0" sldId="857"/>
            <ac:spMk id="37899" creationId="{3E566DD5-5A17-4A6D-84AF-FC3BFD17627F}"/>
          </ac:spMkLst>
        </pc:spChg>
        <pc:spChg chg="mod topLvl">
          <ac:chgData name="欣捷" userId="b965477fa0aef5e6" providerId="LiveId" clId="{1BD81BBC-CA8F-4FC3-A7DB-D4F292335208}" dt="2021-04-28T10:13:26.913" v="694" actId="165"/>
          <ac:spMkLst>
            <pc:docMk/>
            <pc:sldMk cId="0" sldId="857"/>
            <ac:spMk id="37900" creationId="{BDED5F71-6535-40E5-ABE7-9AF027EEC51A}"/>
          </ac:spMkLst>
        </pc:spChg>
        <pc:spChg chg="mod topLvl">
          <ac:chgData name="欣捷" userId="b965477fa0aef5e6" providerId="LiveId" clId="{1BD81BBC-CA8F-4FC3-A7DB-D4F292335208}" dt="2021-04-28T10:13:26.913" v="694" actId="165"/>
          <ac:spMkLst>
            <pc:docMk/>
            <pc:sldMk cId="0" sldId="857"/>
            <ac:spMk id="37901" creationId="{3E5A7A81-9EED-44FD-ACFB-62B5DBA6251D}"/>
          </ac:spMkLst>
        </pc:spChg>
        <pc:spChg chg="mod topLvl">
          <ac:chgData name="欣捷" userId="b965477fa0aef5e6" providerId="LiveId" clId="{1BD81BBC-CA8F-4FC3-A7DB-D4F292335208}" dt="2021-04-28T10:13:26.913" v="694" actId="165"/>
          <ac:spMkLst>
            <pc:docMk/>
            <pc:sldMk cId="0" sldId="857"/>
            <ac:spMk id="37902" creationId="{1FE84377-5327-4AC3-AB5C-6ED1CE62066F}"/>
          </ac:spMkLst>
        </pc:spChg>
        <pc:spChg chg="mod topLvl">
          <ac:chgData name="欣捷" userId="b965477fa0aef5e6" providerId="LiveId" clId="{1BD81BBC-CA8F-4FC3-A7DB-D4F292335208}" dt="2021-04-28T10:13:26.913" v="694" actId="165"/>
          <ac:spMkLst>
            <pc:docMk/>
            <pc:sldMk cId="0" sldId="857"/>
            <ac:spMk id="37903" creationId="{EA78DE3E-7F96-465B-95C0-DFBFB2A028D5}"/>
          </ac:spMkLst>
        </pc:spChg>
        <pc:spChg chg="mod topLvl">
          <ac:chgData name="欣捷" userId="b965477fa0aef5e6" providerId="LiveId" clId="{1BD81BBC-CA8F-4FC3-A7DB-D4F292335208}" dt="2021-04-28T10:13:26.913" v="694" actId="165"/>
          <ac:spMkLst>
            <pc:docMk/>
            <pc:sldMk cId="0" sldId="857"/>
            <ac:spMk id="37904" creationId="{435EECA6-20F7-4D8B-BBF8-6E1A96A03B55}"/>
          </ac:spMkLst>
        </pc:spChg>
        <pc:spChg chg="mod topLvl">
          <ac:chgData name="欣捷" userId="b965477fa0aef5e6" providerId="LiveId" clId="{1BD81BBC-CA8F-4FC3-A7DB-D4F292335208}" dt="2021-04-28T10:13:26.913" v="694" actId="165"/>
          <ac:spMkLst>
            <pc:docMk/>
            <pc:sldMk cId="0" sldId="857"/>
            <ac:spMk id="37905" creationId="{70C81298-8671-4968-AE81-19DDA3F06005}"/>
          </ac:spMkLst>
        </pc:spChg>
        <pc:spChg chg="mod topLvl">
          <ac:chgData name="欣捷" userId="b965477fa0aef5e6" providerId="LiveId" clId="{1BD81BBC-CA8F-4FC3-A7DB-D4F292335208}" dt="2021-04-28T10:13:26.913" v="694" actId="165"/>
          <ac:spMkLst>
            <pc:docMk/>
            <pc:sldMk cId="0" sldId="857"/>
            <ac:spMk id="37906" creationId="{4395E17E-9641-41D1-9A76-2EBCABABC03A}"/>
          </ac:spMkLst>
        </pc:spChg>
        <pc:spChg chg="mod topLvl">
          <ac:chgData name="欣捷" userId="b965477fa0aef5e6" providerId="LiveId" clId="{1BD81BBC-CA8F-4FC3-A7DB-D4F292335208}" dt="2021-04-28T10:13:26.913" v="694" actId="165"/>
          <ac:spMkLst>
            <pc:docMk/>
            <pc:sldMk cId="0" sldId="857"/>
            <ac:spMk id="37907" creationId="{442205ED-3043-4A4D-B634-4DE007DD2F10}"/>
          </ac:spMkLst>
        </pc:spChg>
        <pc:spChg chg="mod topLvl">
          <ac:chgData name="欣捷" userId="b965477fa0aef5e6" providerId="LiveId" clId="{1BD81BBC-CA8F-4FC3-A7DB-D4F292335208}" dt="2021-04-28T10:13:26.913" v="694" actId="165"/>
          <ac:spMkLst>
            <pc:docMk/>
            <pc:sldMk cId="0" sldId="857"/>
            <ac:spMk id="37908" creationId="{ECEED859-8991-4CE8-9635-8241B1237252}"/>
          </ac:spMkLst>
        </pc:spChg>
        <pc:spChg chg="mod topLvl">
          <ac:chgData name="欣捷" userId="b965477fa0aef5e6" providerId="LiveId" clId="{1BD81BBC-CA8F-4FC3-A7DB-D4F292335208}" dt="2021-04-28T10:13:26.913" v="694" actId="165"/>
          <ac:spMkLst>
            <pc:docMk/>
            <pc:sldMk cId="0" sldId="857"/>
            <ac:spMk id="37909" creationId="{2B7906B7-3DCF-4B16-A6A5-2D701F415D82}"/>
          </ac:spMkLst>
        </pc:spChg>
        <pc:spChg chg="mod topLvl">
          <ac:chgData name="欣捷" userId="b965477fa0aef5e6" providerId="LiveId" clId="{1BD81BBC-CA8F-4FC3-A7DB-D4F292335208}" dt="2021-04-28T10:13:26.913" v="694" actId="165"/>
          <ac:spMkLst>
            <pc:docMk/>
            <pc:sldMk cId="0" sldId="857"/>
            <ac:spMk id="37910" creationId="{189B559F-B2A9-48D0-8185-D541D77CAD95}"/>
          </ac:spMkLst>
        </pc:spChg>
        <pc:spChg chg="mod topLvl">
          <ac:chgData name="欣捷" userId="b965477fa0aef5e6" providerId="LiveId" clId="{1BD81BBC-CA8F-4FC3-A7DB-D4F292335208}" dt="2021-04-28T10:13:26.913" v="694" actId="165"/>
          <ac:spMkLst>
            <pc:docMk/>
            <pc:sldMk cId="0" sldId="857"/>
            <ac:spMk id="37911" creationId="{868619F1-A448-45F3-A29B-5BED9C25BD6E}"/>
          </ac:spMkLst>
        </pc:spChg>
        <pc:spChg chg="mod topLvl">
          <ac:chgData name="欣捷" userId="b965477fa0aef5e6" providerId="LiveId" clId="{1BD81BBC-CA8F-4FC3-A7DB-D4F292335208}" dt="2021-04-28T10:13:26.913" v="694" actId="165"/>
          <ac:spMkLst>
            <pc:docMk/>
            <pc:sldMk cId="0" sldId="857"/>
            <ac:spMk id="37912" creationId="{0A70A414-71BE-4A26-8AF3-80A440EEB535}"/>
          </ac:spMkLst>
        </pc:spChg>
        <pc:spChg chg="mod topLvl">
          <ac:chgData name="欣捷" userId="b965477fa0aef5e6" providerId="LiveId" clId="{1BD81BBC-CA8F-4FC3-A7DB-D4F292335208}" dt="2021-04-28T10:13:26.913" v="694" actId="165"/>
          <ac:spMkLst>
            <pc:docMk/>
            <pc:sldMk cId="0" sldId="857"/>
            <ac:spMk id="37913" creationId="{220F3783-573E-4B09-9174-1F3AC682A5E7}"/>
          </ac:spMkLst>
        </pc:spChg>
        <pc:spChg chg="mod topLvl">
          <ac:chgData name="欣捷" userId="b965477fa0aef5e6" providerId="LiveId" clId="{1BD81BBC-CA8F-4FC3-A7DB-D4F292335208}" dt="2021-04-28T10:13:26.913" v="694" actId="165"/>
          <ac:spMkLst>
            <pc:docMk/>
            <pc:sldMk cId="0" sldId="857"/>
            <ac:spMk id="37914" creationId="{1B39B15C-F3C3-4124-9640-C841CBC7CCF1}"/>
          </ac:spMkLst>
        </pc:spChg>
        <pc:spChg chg="mod topLvl">
          <ac:chgData name="欣捷" userId="b965477fa0aef5e6" providerId="LiveId" clId="{1BD81BBC-CA8F-4FC3-A7DB-D4F292335208}" dt="2021-04-28T10:13:26.913" v="694" actId="165"/>
          <ac:spMkLst>
            <pc:docMk/>
            <pc:sldMk cId="0" sldId="857"/>
            <ac:spMk id="37915" creationId="{F5C1CEB8-05AB-40EB-98B5-CD1006AD8581}"/>
          </ac:spMkLst>
        </pc:spChg>
        <pc:spChg chg="mod topLvl">
          <ac:chgData name="欣捷" userId="b965477fa0aef5e6" providerId="LiveId" clId="{1BD81BBC-CA8F-4FC3-A7DB-D4F292335208}" dt="2021-04-28T10:13:26.913" v="694" actId="165"/>
          <ac:spMkLst>
            <pc:docMk/>
            <pc:sldMk cId="0" sldId="857"/>
            <ac:spMk id="37916" creationId="{F9F8B26C-9A35-4DC2-8BDB-6665D4B1F622}"/>
          </ac:spMkLst>
        </pc:spChg>
        <pc:spChg chg="mod topLvl">
          <ac:chgData name="欣捷" userId="b965477fa0aef5e6" providerId="LiveId" clId="{1BD81BBC-CA8F-4FC3-A7DB-D4F292335208}" dt="2021-04-28T10:13:26.913" v="694" actId="165"/>
          <ac:spMkLst>
            <pc:docMk/>
            <pc:sldMk cId="0" sldId="857"/>
            <ac:spMk id="37917" creationId="{2AD0FB76-3DE0-4D0B-9649-DEC81838C16B}"/>
          </ac:spMkLst>
        </pc:spChg>
        <pc:spChg chg="del mod topLvl">
          <ac:chgData name="欣捷" userId="b965477fa0aef5e6" providerId="LiveId" clId="{1BD81BBC-CA8F-4FC3-A7DB-D4F292335208}" dt="2021-04-28T09:54:01.426" v="454" actId="478"/>
          <ac:spMkLst>
            <pc:docMk/>
            <pc:sldMk cId="0" sldId="857"/>
            <ac:spMk id="37918" creationId="{4D26D82F-0F29-401B-87F0-A4E5519C2735}"/>
          </ac:spMkLst>
        </pc:spChg>
        <pc:spChg chg="del mod topLvl">
          <ac:chgData name="欣捷" userId="b965477fa0aef5e6" providerId="LiveId" clId="{1BD81BBC-CA8F-4FC3-A7DB-D4F292335208}" dt="2021-04-28T10:13:34.949" v="703" actId="478"/>
          <ac:spMkLst>
            <pc:docMk/>
            <pc:sldMk cId="0" sldId="857"/>
            <ac:spMk id="37919" creationId="{858B7D5E-6F8B-43BE-A9CE-B5BF4EFC14E1}"/>
          </ac:spMkLst>
        </pc:spChg>
        <pc:spChg chg="mod topLvl">
          <ac:chgData name="欣捷" userId="b965477fa0aef5e6" providerId="LiveId" clId="{1BD81BBC-CA8F-4FC3-A7DB-D4F292335208}" dt="2021-04-28T10:13:26.913" v="694" actId="165"/>
          <ac:spMkLst>
            <pc:docMk/>
            <pc:sldMk cId="0" sldId="857"/>
            <ac:spMk id="37920" creationId="{639A22D9-4091-48EC-8C11-0CBCE005CAED}"/>
          </ac:spMkLst>
        </pc:spChg>
        <pc:spChg chg="mod topLvl">
          <ac:chgData name="欣捷" userId="b965477fa0aef5e6" providerId="LiveId" clId="{1BD81BBC-CA8F-4FC3-A7DB-D4F292335208}" dt="2021-04-28T10:13:26.913" v="694" actId="165"/>
          <ac:spMkLst>
            <pc:docMk/>
            <pc:sldMk cId="0" sldId="857"/>
            <ac:spMk id="37921" creationId="{264587FE-0D46-47CC-9775-1E9A813128EA}"/>
          </ac:spMkLst>
        </pc:spChg>
        <pc:spChg chg="mod topLvl">
          <ac:chgData name="欣捷" userId="b965477fa0aef5e6" providerId="LiveId" clId="{1BD81BBC-CA8F-4FC3-A7DB-D4F292335208}" dt="2021-04-28T10:13:26.913" v="694" actId="165"/>
          <ac:spMkLst>
            <pc:docMk/>
            <pc:sldMk cId="0" sldId="857"/>
            <ac:spMk id="37922" creationId="{0D6239C2-D4B0-4FD5-BE26-71BD66C6935A}"/>
          </ac:spMkLst>
        </pc:spChg>
        <pc:spChg chg="mod topLvl">
          <ac:chgData name="欣捷" userId="b965477fa0aef5e6" providerId="LiveId" clId="{1BD81BBC-CA8F-4FC3-A7DB-D4F292335208}" dt="2021-04-28T10:13:26.913" v="694" actId="165"/>
          <ac:spMkLst>
            <pc:docMk/>
            <pc:sldMk cId="0" sldId="857"/>
            <ac:spMk id="37923" creationId="{F9D89C9D-AC38-48AC-9C09-F6CA252B1F15}"/>
          </ac:spMkLst>
        </pc:spChg>
        <pc:spChg chg="mod topLvl">
          <ac:chgData name="欣捷" userId="b965477fa0aef5e6" providerId="LiveId" clId="{1BD81BBC-CA8F-4FC3-A7DB-D4F292335208}" dt="2021-04-28T10:13:26.913" v="694" actId="165"/>
          <ac:spMkLst>
            <pc:docMk/>
            <pc:sldMk cId="0" sldId="857"/>
            <ac:spMk id="37924" creationId="{C5CB3C2B-DF6D-4797-A0A8-E40A45632ACE}"/>
          </ac:spMkLst>
        </pc:spChg>
        <pc:spChg chg="mod topLvl">
          <ac:chgData name="欣捷" userId="b965477fa0aef5e6" providerId="LiveId" clId="{1BD81BBC-CA8F-4FC3-A7DB-D4F292335208}" dt="2021-04-28T10:13:26.913" v="694" actId="165"/>
          <ac:spMkLst>
            <pc:docMk/>
            <pc:sldMk cId="0" sldId="857"/>
            <ac:spMk id="37925" creationId="{F876487C-CBC6-49B1-8DBA-37B1B2E5DD40}"/>
          </ac:spMkLst>
        </pc:spChg>
        <pc:spChg chg="mod topLvl">
          <ac:chgData name="欣捷" userId="b965477fa0aef5e6" providerId="LiveId" clId="{1BD81BBC-CA8F-4FC3-A7DB-D4F292335208}" dt="2021-04-28T10:13:26.913" v="694" actId="165"/>
          <ac:spMkLst>
            <pc:docMk/>
            <pc:sldMk cId="0" sldId="857"/>
            <ac:spMk id="37926" creationId="{F32F70CC-FC7C-442A-8769-B299AB62E7F5}"/>
          </ac:spMkLst>
        </pc:spChg>
        <pc:spChg chg="mod topLvl">
          <ac:chgData name="欣捷" userId="b965477fa0aef5e6" providerId="LiveId" clId="{1BD81BBC-CA8F-4FC3-A7DB-D4F292335208}" dt="2021-04-28T10:13:26.913" v="694" actId="165"/>
          <ac:spMkLst>
            <pc:docMk/>
            <pc:sldMk cId="0" sldId="857"/>
            <ac:spMk id="37927" creationId="{AD92A7C6-B2BA-4D70-A26F-254C78989698}"/>
          </ac:spMkLst>
        </pc:spChg>
        <pc:spChg chg="del mod topLvl">
          <ac:chgData name="欣捷" userId="b965477fa0aef5e6" providerId="LiveId" clId="{1BD81BBC-CA8F-4FC3-A7DB-D4F292335208}" dt="2021-04-28T10:13:31.299" v="698" actId="478"/>
          <ac:spMkLst>
            <pc:docMk/>
            <pc:sldMk cId="0" sldId="857"/>
            <ac:spMk id="37928" creationId="{B8270524-E7D0-437F-92C3-478F52C9FFF5}"/>
          </ac:spMkLst>
        </pc:spChg>
        <pc:spChg chg="del mod topLvl">
          <ac:chgData name="欣捷" userId="b965477fa0aef5e6" providerId="LiveId" clId="{1BD81BBC-CA8F-4FC3-A7DB-D4F292335208}" dt="2021-04-28T10:13:33.504" v="701" actId="478"/>
          <ac:spMkLst>
            <pc:docMk/>
            <pc:sldMk cId="0" sldId="857"/>
            <ac:spMk id="37929" creationId="{D0A302FA-FD8B-464C-B137-C801C2A41BE7}"/>
          </ac:spMkLst>
        </pc:spChg>
        <pc:spChg chg="del mod topLvl">
          <ac:chgData name="欣捷" userId="b965477fa0aef5e6" providerId="LiveId" clId="{1BD81BBC-CA8F-4FC3-A7DB-D4F292335208}" dt="2021-04-28T10:13:29.999" v="696" actId="478"/>
          <ac:spMkLst>
            <pc:docMk/>
            <pc:sldMk cId="0" sldId="857"/>
            <ac:spMk id="37930" creationId="{0F941DDB-9AC2-4041-842D-AE91E72D9504}"/>
          </ac:spMkLst>
        </pc:spChg>
        <pc:spChg chg="del mod topLvl">
          <ac:chgData name="欣捷" userId="b965477fa0aef5e6" providerId="LiveId" clId="{1BD81BBC-CA8F-4FC3-A7DB-D4F292335208}" dt="2021-04-28T10:13:31.960" v="699" actId="478"/>
          <ac:spMkLst>
            <pc:docMk/>
            <pc:sldMk cId="0" sldId="857"/>
            <ac:spMk id="37931" creationId="{DB6794AB-57FA-40FA-AE5B-5822895CA5D6}"/>
          </ac:spMkLst>
        </pc:spChg>
        <pc:spChg chg="del mod topLvl">
          <ac:chgData name="欣捷" userId="b965477fa0aef5e6" providerId="LiveId" clId="{1BD81BBC-CA8F-4FC3-A7DB-D4F292335208}" dt="2021-04-28T10:13:29.070" v="695" actId="478"/>
          <ac:spMkLst>
            <pc:docMk/>
            <pc:sldMk cId="0" sldId="857"/>
            <ac:spMk id="37932" creationId="{144C518F-B828-47AD-85BC-36E970162D5C}"/>
          </ac:spMkLst>
        </pc:spChg>
        <pc:spChg chg="del mod topLvl">
          <ac:chgData name="欣捷" userId="b965477fa0aef5e6" providerId="LiveId" clId="{1BD81BBC-CA8F-4FC3-A7DB-D4F292335208}" dt="2021-04-28T10:13:35.646" v="704" actId="478"/>
          <ac:spMkLst>
            <pc:docMk/>
            <pc:sldMk cId="0" sldId="857"/>
            <ac:spMk id="37933" creationId="{FDBC316D-3B1B-4839-9878-0603B7A6149E}"/>
          </ac:spMkLst>
        </pc:spChg>
        <pc:spChg chg="del mod topLvl">
          <ac:chgData name="欣捷" userId="b965477fa0aef5e6" providerId="LiveId" clId="{1BD81BBC-CA8F-4FC3-A7DB-D4F292335208}" dt="2021-04-28T10:13:32.576" v="700" actId="478"/>
          <ac:spMkLst>
            <pc:docMk/>
            <pc:sldMk cId="0" sldId="857"/>
            <ac:spMk id="37934" creationId="{0E8ED5E5-391B-497F-8AF6-0FBAFD1CACEA}"/>
          </ac:spMkLst>
        </pc:spChg>
        <pc:spChg chg="del mod topLvl">
          <ac:chgData name="欣捷" userId="b965477fa0aef5e6" providerId="LiveId" clId="{1BD81BBC-CA8F-4FC3-A7DB-D4F292335208}" dt="2021-04-28T10:13:30.638" v="697" actId="478"/>
          <ac:spMkLst>
            <pc:docMk/>
            <pc:sldMk cId="0" sldId="857"/>
            <ac:spMk id="37935" creationId="{D8247038-DC86-4098-B8B5-847618EF3BBA}"/>
          </ac:spMkLst>
        </pc:spChg>
        <pc:grpChg chg="add del mod">
          <ac:chgData name="欣捷" userId="b965477fa0aef5e6" providerId="LiveId" clId="{1BD81BBC-CA8F-4FC3-A7DB-D4F292335208}" dt="2021-04-28T10:13:26.913" v="694" actId="165"/>
          <ac:grpSpMkLst>
            <pc:docMk/>
            <pc:sldMk cId="0" sldId="857"/>
            <ac:grpSpMk id="3" creationId="{285C4C98-99BF-43B7-92DE-79058AACB787}"/>
          </ac:grpSpMkLst>
        </pc:grpChg>
        <pc:grpChg chg="del mod">
          <ac:chgData name="欣捷" userId="b965477fa0aef5e6" providerId="LiveId" clId="{1BD81BBC-CA8F-4FC3-A7DB-D4F292335208}" dt="2021-04-28T09:38:10.865" v="222" actId="165"/>
          <ac:grpSpMkLst>
            <pc:docMk/>
            <pc:sldMk cId="0" sldId="857"/>
            <ac:grpSpMk id="37892" creationId="{BD63787C-0DF1-48D1-9755-30D8B1DDED08}"/>
          </ac:grpSpMkLst>
        </pc:grpChg>
        <pc:graphicFrameChg chg="add mod modGraphic">
          <ac:chgData name="欣捷" userId="b965477fa0aef5e6" providerId="LiveId" clId="{1BD81BBC-CA8F-4FC3-A7DB-D4F292335208}" dt="2021-04-28T09:58:11.616" v="527" actId="1076"/>
          <ac:graphicFrameMkLst>
            <pc:docMk/>
            <pc:sldMk cId="0" sldId="857"/>
            <ac:graphicFrameMk id="48" creationId="{94BB3912-C90B-4626-B1DE-7F2EFAD062A3}"/>
          </ac:graphicFrameMkLst>
        </pc:graphicFrameChg>
      </pc:sldChg>
      <pc:sldChg chg="addSp delSp modSp del">
        <pc:chgData name="欣捷" userId="b965477fa0aef5e6" providerId="LiveId" clId="{1BD81BBC-CA8F-4FC3-A7DB-D4F292335208}" dt="2021-04-28T10:09:50.615" v="652" actId="47"/>
        <pc:sldMkLst>
          <pc:docMk/>
          <pc:sldMk cId="0" sldId="858"/>
        </pc:sldMkLst>
        <pc:spChg chg="add mod">
          <ac:chgData name="欣捷" userId="b965477fa0aef5e6" providerId="LiveId" clId="{1BD81BBC-CA8F-4FC3-A7DB-D4F292335208}" dt="2021-04-28T07:07:28.037" v="121"/>
          <ac:spMkLst>
            <pc:docMk/>
            <pc:sldMk cId="0" sldId="858"/>
            <ac:spMk id="49" creationId="{86664966-9246-47FA-9154-300A893BC2B6}"/>
          </ac:spMkLst>
        </pc:spChg>
        <pc:spChg chg="add mod">
          <ac:chgData name="欣捷" userId="b965477fa0aef5e6" providerId="LiveId" clId="{1BD81BBC-CA8F-4FC3-A7DB-D4F292335208}" dt="2021-04-28T07:07:28.037" v="121"/>
          <ac:spMkLst>
            <pc:docMk/>
            <pc:sldMk cId="0" sldId="858"/>
            <ac:spMk id="50" creationId="{AE81FD84-059D-4A6C-86A8-41732ED316BF}"/>
          </ac:spMkLst>
        </pc:spChg>
        <pc:spChg chg="add mod">
          <ac:chgData name="欣捷" userId="b965477fa0aef5e6" providerId="LiveId" clId="{1BD81BBC-CA8F-4FC3-A7DB-D4F292335208}" dt="2021-04-28T07:07:28.037" v="121"/>
          <ac:spMkLst>
            <pc:docMk/>
            <pc:sldMk cId="0" sldId="858"/>
            <ac:spMk id="51" creationId="{C702A8F9-E6D3-4390-B7B0-EF50433A2C72}"/>
          </ac:spMkLst>
        </pc:spChg>
        <pc:spChg chg="mod">
          <ac:chgData name="欣捷" userId="b965477fa0aef5e6" providerId="LiveId" clId="{1BD81BBC-CA8F-4FC3-A7DB-D4F292335208}" dt="2021-04-28T07:07:13.507" v="119" actId="1038"/>
          <ac:spMkLst>
            <pc:docMk/>
            <pc:sldMk cId="0" sldId="858"/>
            <ac:spMk id="38917" creationId="{F5443281-1F59-46D0-9761-B0343AB6917D}"/>
          </ac:spMkLst>
        </pc:spChg>
        <pc:spChg chg="del mod">
          <ac:chgData name="欣捷" userId="b965477fa0aef5e6" providerId="LiveId" clId="{1BD81BBC-CA8F-4FC3-A7DB-D4F292335208}" dt="2021-04-28T07:07:26.498" v="120" actId="478"/>
          <ac:spMkLst>
            <pc:docMk/>
            <pc:sldMk cId="0" sldId="858"/>
            <ac:spMk id="38918" creationId="{75E496A4-90B9-4591-B06C-F7E46B19A09D}"/>
          </ac:spMkLst>
        </pc:spChg>
        <pc:spChg chg="del mod">
          <ac:chgData name="欣捷" userId="b965477fa0aef5e6" providerId="LiveId" clId="{1BD81BBC-CA8F-4FC3-A7DB-D4F292335208}" dt="2021-04-28T07:07:26.498" v="120" actId="478"/>
          <ac:spMkLst>
            <pc:docMk/>
            <pc:sldMk cId="0" sldId="858"/>
            <ac:spMk id="38919" creationId="{C088E7C8-ADD4-48C0-945A-8DC06AFE07C4}"/>
          </ac:spMkLst>
        </pc:spChg>
        <pc:spChg chg="del mod">
          <ac:chgData name="欣捷" userId="b965477fa0aef5e6" providerId="LiveId" clId="{1BD81BBC-CA8F-4FC3-A7DB-D4F292335208}" dt="2021-04-28T07:07:26.498" v="120" actId="478"/>
          <ac:spMkLst>
            <pc:docMk/>
            <pc:sldMk cId="0" sldId="858"/>
            <ac:spMk id="38920" creationId="{4293F091-BADC-453D-ABB2-B2D56084F01B}"/>
          </ac:spMkLst>
        </pc:spChg>
        <pc:spChg chg="mod">
          <ac:chgData name="欣捷" userId="b965477fa0aef5e6" providerId="LiveId" clId="{1BD81BBC-CA8F-4FC3-A7DB-D4F292335208}" dt="2021-04-28T07:07:13.507" v="119" actId="1038"/>
          <ac:spMkLst>
            <pc:docMk/>
            <pc:sldMk cId="0" sldId="858"/>
            <ac:spMk id="38921" creationId="{B1DFD133-638F-446A-BD16-CC0E15B21C6D}"/>
          </ac:spMkLst>
        </pc:spChg>
        <pc:spChg chg="mod">
          <ac:chgData name="欣捷" userId="b965477fa0aef5e6" providerId="LiveId" clId="{1BD81BBC-CA8F-4FC3-A7DB-D4F292335208}" dt="2021-04-28T07:07:13.507" v="119" actId="1038"/>
          <ac:spMkLst>
            <pc:docMk/>
            <pc:sldMk cId="0" sldId="858"/>
            <ac:spMk id="38922" creationId="{828048DF-819E-4226-A403-BACD6AA422BB}"/>
          </ac:spMkLst>
        </pc:spChg>
        <pc:spChg chg="mod">
          <ac:chgData name="欣捷" userId="b965477fa0aef5e6" providerId="LiveId" clId="{1BD81BBC-CA8F-4FC3-A7DB-D4F292335208}" dt="2021-04-28T07:07:13.507" v="119" actId="1038"/>
          <ac:spMkLst>
            <pc:docMk/>
            <pc:sldMk cId="0" sldId="858"/>
            <ac:spMk id="38923" creationId="{8DF704CF-EDA4-43C8-8504-BA9DDC2C4285}"/>
          </ac:spMkLst>
        </pc:spChg>
        <pc:spChg chg="mod">
          <ac:chgData name="欣捷" userId="b965477fa0aef5e6" providerId="LiveId" clId="{1BD81BBC-CA8F-4FC3-A7DB-D4F292335208}" dt="2021-04-28T07:07:13.507" v="119" actId="1038"/>
          <ac:spMkLst>
            <pc:docMk/>
            <pc:sldMk cId="0" sldId="858"/>
            <ac:spMk id="38924" creationId="{C60BEC9D-57C6-416E-A4A3-AF52E7D4C6DE}"/>
          </ac:spMkLst>
        </pc:spChg>
        <pc:spChg chg="mod">
          <ac:chgData name="欣捷" userId="b965477fa0aef5e6" providerId="LiveId" clId="{1BD81BBC-CA8F-4FC3-A7DB-D4F292335208}" dt="2021-04-28T07:07:13.507" v="119" actId="1038"/>
          <ac:spMkLst>
            <pc:docMk/>
            <pc:sldMk cId="0" sldId="858"/>
            <ac:spMk id="38925" creationId="{D5F9575F-40CE-4131-A811-BA152E325F81}"/>
          </ac:spMkLst>
        </pc:spChg>
        <pc:spChg chg="mod">
          <ac:chgData name="欣捷" userId="b965477fa0aef5e6" providerId="LiveId" clId="{1BD81BBC-CA8F-4FC3-A7DB-D4F292335208}" dt="2021-04-28T07:07:13.507" v="119" actId="1038"/>
          <ac:spMkLst>
            <pc:docMk/>
            <pc:sldMk cId="0" sldId="858"/>
            <ac:spMk id="38926" creationId="{0D39E5A4-E201-47CB-ACDF-362A30969C84}"/>
          </ac:spMkLst>
        </pc:spChg>
        <pc:spChg chg="mod">
          <ac:chgData name="欣捷" userId="b965477fa0aef5e6" providerId="LiveId" clId="{1BD81BBC-CA8F-4FC3-A7DB-D4F292335208}" dt="2021-04-28T07:07:13.507" v="119" actId="1038"/>
          <ac:spMkLst>
            <pc:docMk/>
            <pc:sldMk cId="0" sldId="858"/>
            <ac:spMk id="38927" creationId="{7EF38E9E-16D9-4171-A017-3062D8889CCC}"/>
          </ac:spMkLst>
        </pc:spChg>
        <pc:spChg chg="mod">
          <ac:chgData name="欣捷" userId="b965477fa0aef5e6" providerId="LiveId" clId="{1BD81BBC-CA8F-4FC3-A7DB-D4F292335208}" dt="2021-04-28T07:07:13.507" v="119" actId="1038"/>
          <ac:spMkLst>
            <pc:docMk/>
            <pc:sldMk cId="0" sldId="858"/>
            <ac:spMk id="38928" creationId="{28EDFEE3-26EC-40DD-86EF-484AB2A916D9}"/>
          </ac:spMkLst>
        </pc:spChg>
        <pc:spChg chg="mod">
          <ac:chgData name="欣捷" userId="b965477fa0aef5e6" providerId="LiveId" clId="{1BD81BBC-CA8F-4FC3-A7DB-D4F292335208}" dt="2021-04-28T07:07:13.507" v="119" actId="1038"/>
          <ac:spMkLst>
            <pc:docMk/>
            <pc:sldMk cId="0" sldId="858"/>
            <ac:spMk id="38929" creationId="{7E08732E-06B2-4F02-BA97-B7379376DBFC}"/>
          </ac:spMkLst>
        </pc:spChg>
        <pc:spChg chg="mod">
          <ac:chgData name="欣捷" userId="b965477fa0aef5e6" providerId="LiveId" clId="{1BD81BBC-CA8F-4FC3-A7DB-D4F292335208}" dt="2021-04-28T07:07:13.507" v="119" actId="1038"/>
          <ac:spMkLst>
            <pc:docMk/>
            <pc:sldMk cId="0" sldId="858"/>
            <ac:spMk id="38930" creationId="{71739D34-B734-4C5D-BB0A-4BEE48636A11}"/>
          </ac:spMkLst>
        </pc:spChg>
        <pc:spChg chg="mod">
          <ac:chgData name="欣捷" userId="b965477fa0aef5e6" providerId="LiveId" clId="{1BD81BBC-CA8F-4FC3-A7DB-D4F292335208}" dt="2021-04-28T07:07:13.507" v="119" actId="1038"/>
          <ac:spMkLst>
            <pc:docMk/>
            <pc:sldMk cId="0" sldId="858"/>
            <ac:spMk id="38931" creationId="{B89B14D0-DF6B-4D31-B733-66F16D291FBE}"/>
          </ac:spMkLst>
        </pc:spChg>
        <pc:spChg chg="mod">
          <ac:chgData name="欣捷" userId="b965477fa0aef5e6" providerId="LiveId" clId="{1BD81BBC-CA8F-4FC3-A7DB-D4F292335208}" dt="2021-04-28T07:07:13.507" v="119" actId="1038"/>
          <ac:spMkLst>
            <pc:docMk/>
            <pc:sldMk cId="0" sldId="858"/>
            <ac:spMk id="38932" creationId="{FD8B7B00-CC07-43FA-A8AB-BED3F69FFAF8}"/>
          </ac:spMkLst>
        </pc:spChg>
        <pc:spChg chg="mod">
          <ac:chgData name="欣捷" userId="b965477fa0aef5e6" providerId="LiveId" clId="{1BD81BBC-CA8F-4FC3-A7DB-D4F292335208}" dt="2021-04-28T07:07:13.507" v="119" actId="1038"/>
          <ac:spMkLst>
            <pc:docMk/>
            <pc:sldMk cId="0" sldId="858"/>
            <ac:spMk id="38933" creationId="{E56B4DAD-1BBF-4716-B4F8-B613FD7179E3}"/>
          </ac:spMkLst>
        </pc:spChg>
        <pc:spChg chg="mod">
          <ac:chgData name="欣捷" userId="b965477fa0aef5e6" providerId="LiveId" clId="{1BD81BBC-CA8F-4FC3-A7DB-D4F292335208}" dt="2021-04-28T07:07:13.507" v="119" actId="1038"/>
          <ac:spMkLst>
            <pc:docMk/>
            <pc:sldMk cId="0" sldId="858"/>
            <ac:spMk id="38934" creationId="{FFAC2D7B-7C2A-48FB-8402-00727D732CD7}"/>
          </ac:spMkLst>
        </pc:spChg>
        <pc:spChg chg="mod">
          <ac:chgData name="欣捷" userId="b965477fa0aef5e6" providerId="LiveId" clId="{1BD81BBC-CA8F-4FC3-A7DB-D4F292335208}" dt="2021-04-28T07:07:13.507" v="119" actId="1038"/>
          <ac:spMkLst>
            <pc:docMk/>
            <pc:sldMk cId="0" sldId="858"/>
            <ac:spMk id="38935" creationId="{7EB3876F-3F25-4D08-B049-C7CA51F604CC}"/>
          </ac:spMkLst>
        </pc:spChg>
        <pc:spChg chg="mod">
          <ac:chgData name="欣捷" userId="b965477fa0aef5e6" providerId="LiveId" clId="{1BD81BBC-CA8F-4FC3-A7DB-D4F292335208}" dt="2021-04-28T07:07:13.507" v="119" actId="1038"/>
          <ac:spMkLst>
            <pc:docMk/>
            <pc:sldMk cId="0" sldId="858"/>
            <ac:spMk id="38936" creationId="{65B248F8-3CB6-4ED8-814C-EF1200060A3B}"/>
          </ac:spMkLst>
        </pc:spChg>
        <pc:spChg chg="mod">
          <ac:chgData name="欣捷" userId="b965477fa0aef5e6" providerId="LiveId" clId="{1BD81BBC-CA8F-4FC3-A7DB-D4F292335208}" dt="2021-04-28T07:07:13.507" v="119" actId="1038"/>
          <ac:spMkLst>
            <pc:docMk/>
            <pc:sldMk cId="0" sldId="858"/>
            <ac:spMk id="38937" creationId="{6AB8AA57-8BE5-4990-B207-8371F60BB7B4}"/>
          </ac:spMkLst>
        </pc:spChg>
        <pc:spChg chg="mod">
          <ac:chgData name="欣捷" userId="b965477fa0aef5e6" providerId="LiveId" clId="{1BD81BBC-CA8F-4FC3-A7DB-D4F292335208}" dt="2021-04-28T07:07:13.507" v="119" actId="1038"/>
          <ac:spMkLst>
            <pc:docMk/>
            <pc:sldMk cId="0" sldId="858"/>
            <ac:spMk id="38938" creationId="{B95EF390-98E9-45B5-ABE0-B4AAA26AE49F}"/>
          </ac:spMkLst>
        </pc:spChg>
        <pc:spChg chg="mod">
          <ac:chgData name="欣捷" userId="b965477fa0aef5e6" providerId="LiveId" clId="{1BD81BBC-CA8F-4FC3-A7DB-D4F292335208}" dt="2021-04-28T07:07:13.507" v="119" actId="1038"/>
          <ac:spMkLst>
            <pc:docMk/>
            <pc:sldMk cId="0" sldId="858"/>
            <ac:spMk id="38939" creationId="{14232A13-0348-4856-92EC-138BB1705F86}"/>
          </ac:spMkLst>
        </pc:spChg>
        <pc:spChg chg="mod">
          <ac:chgData name="欣捷" userId="b965477fa0aef5e6" providerId="LiveId" clId="{1BD81BBC-CA8F-4FC3-A7DB-D4F292335208}" dt="2021-04-28T07:07:13.507" v="119" actId="1038"/>
          <ac:spMkLst>
            <pc:docMk/>
            <pc:sldMk cId="0" sldId="858"/>
            <ac:spMk id="38940" creationId="{791FC0A9-0240-4768-B860-69CEA0DC77C9}"/>
          </ac:spMkLst>
        </pc:spChg>
        <pc:spChg chg="mod">
          <ac:chgData name="欣捷" userId="b965477fa0aef5e6" providerId="LiveId" clId="{1BD81BBC-CA8F-4FC3-A7DB-D4F292335208}" dt="2021-04-28T07:07:13.507" v="119" actId="1038"/>
          <ac:spMkLst>
            <pc:docMk/>
            <pc:sldMk cId="0" sldId="858"/>
            <ac:spMk id="38941" creationId="{6D1A9F47-31F1-4F20-82D3-5F5D2362A52C}"/>
          </ac:spMkLst>
        </pc:spChg>
        <pc:spChg chg="mod">
          <ac:chgData name="欣捷" userId="b965477fa0aef5e6" providerId="LiveId" clId="{1BD81BBC-CA8F-4FC3-A7DB-D4F292335208}" dt="2021-04-28T07:07:13.507" v="119" actId="1038"/>
          <ac:spMkLst>
            <pc:docMk/>
            <pc:sldMk cId="0" sldId="858"/>
            <ac:spMk id="38942" creationId="{E6350A91-1FF9-4D97-A880-18E5ACEC928E}"/>
          </ac:spMkLst>
        </pc:spChg>
        <pc:spChg chg="mod">
          <ac:chgData name="欣捷" userId="b965477fa0aef5e6" providerId="LiveId" clId="{1BD81BBC-CA8F-4FC3-A7DB-D4F292335208}" dt="2021-04-28T07:07:13.507" v="119" actId="1038"/>
          <ac:spMkLst>
            <pc:docMk/>
            <pc:sldMk cId="0" sldId="858"/>
            <ac:spMk id="38943" creationId="{163144C7-4E64-430D-982C-0FDC94145DDB}"/>
          </ac:spMkLst>
        </pc:spChg>
        <pc:spChg chg="mod">
          <ac:chgData name="欣捷" userId="b965477fa0aef5e6" providerId="LiveId" clId="{1BD81BBC-CA8F-4FC3-A7DB-D4F292335208}" dt="2021-04-28T07:07:13.507" v="119" actId="1038"/>
          <ac:spMkLst>
            <pc:docMk/>
            <pc:sldMk cId="0" sldId="858"/>
            <ac:spMk id="38944" creationId="{DB35B1CF-C45C-4E57-85CE-9C0A6045EC7E}"/>
          </ac:spMkLst>
        </pc:spChg>
        <pc:spChg chg="mod">
          <ac:chgData name="欣捷" userId="b965477fa0aef5e6" providerId="LiveId" clId="{1BD81BBC-CA8F-4FC3-A7DB-D4F292335208}" dt="2021-04-28T07:07:13.507" v="119" actId="1038"/>
          <ac:spMkLst>
            <pc:docMk/>
            <pc:sldMk cId="0" sldId="858"/>
            <ac:spMk id="38945" creationId="{DE193B00-B690-4801-835A-DD21EF8740EE}"/>
          </ac:spMkLst>
        </pc:spChg>
        <pc:spChg chg="mod">
          <ac:chgData name="欣捷" userId="b965477fa0aef5e6" providerId="LiveId" clId="{1BD81BBC-CA8F-4FC3-A7DB-D4F292335208}" dt="2021-04-28T07:07:13.507" v="119" actId="1038"/>
          <ac:spMkLst>
            <pc:docMk/>
            <pc:sldMk cId="0" sldId="858"/>
            <ac:spMk id="38946" creationId="{9F0A0D1B-9B4A-42A5-9E7D-FF761E5C5F70}"/>
          </ac:spMkLst>
        </pc:spChg>
        <pc:spChg chg="mod">
          <ac:chgData name="欣捷" userId="b965477fa0aef5e6" providerId="LiveId" clId="{1BD81BBC-CA8F-4FC3-A7DB-D4F292335208}" dt="2021-04-28T07:07:13.507" v="119" actId="1038"/>
          <ac:spMkLst>
            <pc:docMk/>
            <pc:sldMk cId="0" sldId="858"/>
            <ac:spMk id="38947" creationId="{C3D156FC-6BE7-4BC5-8CEB-6A87C635A9AE}"/>
          </ac:spMkLst>
        </pc:spChg>
        <pc:spChg chg="mod">
          <ac:chgData name="欣捷" userId="b965477fa0aef5e6" providerId="LiveId" clId="{1BD81BBC-CA8F-4FC3-A7DB-D4F292335208}" dt="2021-04-28T07:07:13.507" v="119" actId="1038"/>
          <ac:spMkLst>
            <pc:docMk/>
            <pc:sldMk cId="0" sldId="858"/>
            <ac:spMk id="38948" creationId="{D4BA3CE3-64DF-46AC-BF4F-D9906BA65046}"/>
          </ac:spMkLst>
        </pc:spChg>
        <pc:spChg chg="mod">
          <ac:chgData name="欣捷" userId="b965477fa0aef5e6" providerId="LiveId" clId="{1BD81BBC-CA8F-4FC3-A7DB-D4F292335208}" dt="2021-04-28T07:07:13.507" v="119" actId="1038"/>
          <ac:spMkLst>
            <pc:docMk/>
            <pc:sldMk cId="0" sldId="858"/>
            <ac:spMk id="38949" creationId="{4929BF35-0A40-46E5-AA74-A795E5390DBE}"/>
          </ac:spMkLst>
        </pc:spChg>
        <pc:spChg chg="mod">
          <ac:chgData name="欣捷" userId="b965477fa0aef5e6" providerId="LiveId" clId="{1BD81BBC-CA8F-4FC3-A7DB-D4F292335208}" dt="2021-04-28T07:07:13.507" v="119" actId="1038"/>
          <ac:spMkLst>
            <pc:docMk/>
            <pc:sldMk cId="0" sldId="858"/>
            <ac:spMk id="38950" creationId="{832B63C2-A1F7-4320-9D92-E8D293C02A05}"/>
          </ac:spMkLst>
        </pc:spChg>
        <pc:spChg chg="mod">
          <ac:chgData name="欣捷" userId="b965477fa0aef5e6" providerId="LiveId" clId="{1BD81BBC-CA8F-4FC3-A7DB-D4F292335208}" dt="2021-04-28T07:07:13.507" v="119" actId="1038"/>
          <ac:spMkLst>
            <pc:docMk/>
            <pc:sldMk cId="0" sldId="858"/>
            <ac:spMk id="38951" creationId="{E9601359-4072-4FFA-8E58-BC5646E14632}"/>
          </ac:spMkLst>
        </pc:spChg>
        <pc:spChg chg="mod">
          <ac:chgData name="欣捷" userId="b965477fa0aef5e6" providerId="LiveId" clId="{1BD81BBC-CA8F-4FC3-A7DB-D4F292335208}" dt="2021-04-28T07:07:13.507" v="119" actId="1038"/>
          <ac:spMkLst>
            <pc:docMk/>
            <pc:sldMk cId="0" sldId="858"/>
            <ac:spMk id="38952" creationId="{305D2A0B-5E74-4E40-8863-D5C3FC68E295}"/>
          </ac:spMkLst>
        </pc:spChg>
        <pc:spChg chg="mod">
          <ac:chgData name="欣捷" userId="b965477fa0aef5e6" providerId="LiveId" clId="{1BD81BBC-CA8F-4FC3-A7DB-D4F292335208}" dt="2021-04-28T07:07:13.507" v="119" actId="1038"/>
          <ac:spMkLst>
            <pc:docMk/>
            <pc:sldMk cId="0" sldId="858"/>
            <ac:spMk id="38953" creationId="{8CC3FF0E-D12B-4C8F-BB1B-17DE790BAED5}"/>
          </ac:spMkLst>
        </pc:spChg>
        <pc:spChg chg="mod">
          <ac:chgData name="欣捷" userId="b965477fa0aef5e6" providerId="LiveId" clId="{1BD81BBC-CA8F-4FC3-A7DB-D4F292335208}" dt="2021-04-28T07:07:13.507" v="119" actId="1038"/>
          <ac:spMkLst>
            <pc:docMk/>
            <pc:sldMk cId="0" sldId="858"/>
            <ac:spMk id="38954" creationId="{E0244C54-640C-4F60-93AC-B87D2004B5A9}"/>
          </ac:spMkLst>
        </pc:spChg>
        <pc:spChg chg="mod">
          <ac:chgData name="欣捷" userId="b965477fa0aef5e6" providerId="LiveId" clId="{1BD81BBC-CA8F-4FC3-A7DB-D4F292335208}" dt="2021-04-28T07:07:13.507" v="119" actId="1038"/>
          <ac:spMkLst>
            <pc:docMk/>
            <pc:sldMk cId="0" sldId="858"/>
            <ac:spMk id="38955" creationId="{CCA44622-DCD4-40B8-9618-91C842767782}"/>
          </ac:spMkLst>
        </pc:spChg>
        <pc:spChg chg="mod">
          <ac:chgData name="欣捷" userId="b965477fa0aef5e6" providerId="LiveId" clId="{1BD81BBC-CA8F-4FC3-A7DB-D4F292335208}" dt="2021-04-28T07:07:13.507" v="119" actId="1038"/>
          <ac:spMkLst>
            <pc:docMk/>
            <pc:sldMk cId="0" sldId="858"/>
            <ac:spMk id="38956" creationId="{1289BA80-2DB2-4C6F-814B-EC2A98F8AE47}"/>
          </ac:spMkLst>
        </pc:spChg>
        <pc:spChg chg="mod">
          <ac:chgData name="欣捷" userId="b965477fa0aef5e6" providerId="LiveId" clId="{1BD81BBC-CA8F-4FC3-A7DB-D4F292335208}" dt="2021-04-28T07:07:13.507" v="119" actId="1038"/>
          <ac:spMkLst>
            <pc:docMk/>
            <pc:sldMk cId="0" sldId="858"/>
            <ac:spMk id="38957" creationId="{3AFBC27D-CF8E-4D07-8381-758FF22280B7}"/>
          </ac:spMkLst>
        </pc:spChg>
        <pc:spChg chg="mod">
          <ac:chgData name="欣捷" userId="b965477fa0aef5e6" providerId="LiveId" clId="{1BD81BBC-CA8F-4FC3-A7DB-D4F292335208}" dt="2021-04-28T07:07:13.507" v="119" actId="1038"/>
          <ac:spMkLst>
            <pc:docMk/>
            <pc:sldMk cId="0" sldId="858"/>
            <ac:spMk id="38958" creationId="{1933CF2E-F96D-4CEE-BD8D-5CCAB6BC1405}"/>
          </ac:spMkLst>
        </pc:spChg>
        <pc:spChg chg="mod">
          <ac:chgData name="欣捷" userId="b965477fa0aef5e6" providerId="LiveId" clId="{1BD81BBC-CA8F-4FC3-A7DB-D4F292335208}" dt="2021-04-28T07:07:13.507" v="119" actId="1038"/>
          <ac:spMkLst>
            <pc:docMk/>
            <pc:sldMk cId="0" sldId="858"/>
            <ac:spMk id="38959" creationId="{39CAE7B5-F368-4F26-B736-3AE200037C1E}"/>
          </ac:spMkLst>
        </pc:spChg>
        <pc:spChg chg="mod">
          <ac:chgData name="欣捷" userId="b965477fa0aef5e6" providerId="LiveId" clId="{1BD81BBC-CA8F-4FC3-A7DB-D4F292335208}" dt="2021-04-28T07:07:13.507" v="119" actId="1038"/>
          <ac:spMkLst>
            <pc:docMk/>
            <pc:sldMk cId="0" sldId="858"/>
            <ac:spMk id="38960" creationId="{00407B90-BF6E-4438-B8AA-105E629BB6B8}"/>
          </ac:spMkLst>
        </pc:spChg>
        <pc:grpChg chg="mod">
          <ac:chgData name="欣捷" userId="b965477fa0aef5e6" providerId="LiveId" clId="{1BD81BBC-CA8F-4FC3-A7DB-D4F292335208}" dt="2021-04-28T07:07:13.507" v="119" actId="1038"/>
          <ac:grpSpMkLst>
            <pc:docMk/>
            <pc:sldMk cId="0" sldId="858"/>
            <ac:grpSpMk id="38916" creationId="{EEC46348-D089-4D6B-8C41-28AB110E09DF}"/>
          </ac:grpSpMkLst>
        </pc:grpChg>
      </pc:sldChg>
      <pc:sldChg chg="addSp delSp modSp del">
        <pc:chgData name="欣捷" userId="b965477fa0aef5e6" providerId="LiveId" clId="{1BD81BBC-CA8F-4FC3-A7DB-D4F292335208}" dt="2021-04-28T10:09:53.086" v="653" actId="47"/>
        <pc:sldMkLst>
          <pc:docMk/>
          <pc:sldMk cId="0" sldId="859"/>
        </pc:sldMkLst>
        <pc:spChg chg="add mod">
          <ac:chgData name="欣捷" userId="b965477fa0aef5e6" providerId="LiveId" clId="{1BD81BBC-CA8F-4FC3-A7DB-D4F292335208}" dt="2021-04-28T08:34:17.493" v="177"/>
          <ac:spMkLst>
            <pc:docMk/>
            <pc:sldMk cId="0" sldId="859"/>
            <ac:spMk id="49" creationId="{08FDD990-C6FE-4AA5-B1E1-461D3A7FCFF3}"/>
          </ac:spMkLst>
        </pc:spChg>
        <pc:spChg chg="add mod">
          <ac:chgData name="欣捷" userId="b965477fa0aef5e6" providerId="LiveId" clId="{1BD81BBC-CA8F-4FC3-A7DB-D4F292335208}" dt="2021-04-28T08:34:17.493" v="177"/>
          <ac:spMkLst>
            <pc:docMk/>
            <pc:sldMk cId="0" sldId="859"/>
            <ac:spMk id="50" creationId="{EDD4D922-EE7A-4AE2-B76A-6E494E5EB01B}"/>
          </ac:spMkLst>
        </pc:spChg>
        <pc:spChg chg="add mod">
          <ac:chgData name="欣捷" userId="b965477fa0aef5e6" providerId="LiveId" clId="{1BD81BBC-CA8F-4FC3-A7DB-D4F292335208}" dt="2021-04-28T08:34:17.493" v="177"/>
          <ac:spMkLst>
            <pc:docMk/>
            <pc:sldMk cId="0" sldId="859"/>
            <ac:spMk id="51" creationId="{89D43A1B-551C-456C-9AAD-3DF60281288A}"/>
          </ac:spMkLst>
        </pc:spChg>
        <pc:spChg chg="del">
          <ac:chgData name="欣捷" userId="b965477fa0aef5e6" providerId="LiveId" clId="{1BD81BBC-CA8F-4FC3-A7DB-D4F292335208}" dt="2021-04-28T08:34:10.657" v="176" actId="478"/>
          <ac:spMkLst>
            <pc:docMk/>
            <pc:sldMk cId="0" sldId="859"/>
            <ac:spMk id="39942" creationId="{D4AD3B8D-F539-4577-9933-45FC42E5D73A}"/>
          </ac:spMkLst>
        </pc:spChg>
        <pc:spChg chg="del">
          <ac:chgData name="欣捷" userId="b965477fa0aef5e6" providerId="LiveId" clId="{1BD81BBC-CA8F-4FC3-A7DB-D4F292335208}" dt="2021-04-28T08:34:10.657" v="176" actId="478"/>
          <ac:spMkLst>
            <pc:docMk/>
            <pc:sldMk cId="0" sldId="859"/>
            <ac:spMk id="39943" creationId="{4031D15C-5C79-4B9C-9EB3-A9F231FFD513}"/>
          </ac:spMkLst>
        </pc:spChg>
        <pc:spChg chg="del">
          <ac:chgData name="欣捷" userId="b965477fa0aef5e6" providerId="LiveId" clId="{1BD81BBC-CA8F-4FC3-A7DB-D4F292335208}" dt="2021-04-28T08:34:10.657" v="176" actId="478"/>
          <ac:spMkLst>
            <pc:docMk/>
            <pc:sldMk cId="0" sldId="859"/>
            <ac:spMk id="39944" creationId="{05EB5CB8-AA3D-43D7-82F4-25648D1A4329}"/>
          </ac:spMkLst>
        </pc:spChg>
      </pc:sldChg>
      <pc:sldChg chg="addSp delSp modSp mod">
        <pc:chgData name="欣捷" userId="b965477fa0aef5e6" providerId="LiveId" clId="{1BD81BBC-CA8F-4FC3-A7DB-D4F292335208}" dt="2021-04-28T10:12:44.590" v="687" actId="164"/>
        <pc:sldMkLst>
          <pc:docMk/>
          <pc:sldMk cId="0" sldId="860"/>
        </pc:sldMkLst>
        <pc:spChg chg="mod topLvl">
          <ac:chgData name="欣捷" userId="b965477fa0aef5e6" providerId="LiveId" clId="{1BD81BBC-CA8F-4FC3-A7DB-D4F292335208}" dt="2021-04-28T10:12:44.590" v="687" actId="164"/>
          <ac:spMkLst>
            <pc:docMk/>
            <pc:sldMk cId="0" sldId="860"/>
            <ac:spMk id="41989" creationId="{B0816C5E-1BDB-45AD-B00B-62209DFF9A0F}"/>
          </ac:spMkLst>
        </pc:spChg>
        <pc:spChg chg="mod topLvl">
          <ac:chgData name="欣捷" userId="b965477fa0aef5e6" providerId="LiveId" clId="{1BD81BBC-CA8F-4FC3-A7DB-D4F292335208}" dt="2021-04-28T10:12:44.590" v="687" actId="164"/>
          <ac:spMkLst>
            <pc:docMk/>
            <pc:sldMk cId="0" sldId="860"/>
            <ac:spMk id="41990" creationId="{1F37EB57-3C78-41F0-BC3B-6B7C97D09245}"/>
          </ac:spMkLst>
        </pc:spChg>
        <pc:spChg chg="mod topLvl">
          <ac:chgData name="欣捷" userId="b965477fa0aef5e6" providerId="LiveId" clId="{1BD81BBC-CA8F-4FC3-A7DB-D4F292335208}" dt="2021-04-28T10:12:44.590" v="687" actId="164"/>
          <ac:spMkLst>
            <pc:docMk/>
            <pc:sldMk cId="0" sldId="860"/>
            <ac:spMk id="41991" creationId="{32015C05-393A-46C5-8949-56DE4EE27AAB}"/>
          </ac:spMkLst>
        </pc:spChg>
        <pc:spChg chg="mod topLvl">
          <ac:chgData name="欣捷" userId="b965477fa0aef5e6" providerId="LiveId" clId="{1BD81BBC-CA8F-4FC3-A7DB-D4F292335208}" dt="2021-04-28T10:12:44.590" v="687" actId="164"/>
          <ac:spMkLst>
            <pc:docMk/>
            <pc:sldMk cId="0" sldId="860"/>
            <ac:spMk id="41992" creationId="{930DAF16-F278-468A-B4B6-F3B33144E707}"/>
          </ac:spMkLst>
        </pc:spChg>
        <pc:spChg chg="mod topLvl">
          <ac:chgData name="欣捷" userId="b965477fa0aef5e6" providerId="LiveId" clId="{1BD81BBC-CA8F-4FC3-A7DB-D4F292335208}" dt="2021-04-28T10:12:44.590" v="687" actId="164"/>
          <ac:spMkLst>
            <pc:docMk/>
            <pc:sldMk cId="0" sldId="860"/>
            <ac:spMk id="41993" creationId="{2925552B-1828-482A-A8BE-DF9B4508436C}"/>
          </ac:spMkLst>
        </pc:spChg>
        <pc:spChg chg="mod topLvl">
          <ac:chgData name="欣捷" userId="b965477fa0aef5e6" providerId="LiveId" clId="{1BD81BBC-CA8F-4FC3-A7DB-D4F292335208}" dt="2021-04-28T10:12:44.590" v="687" actId="164"/>
          <ac:spMkLst>
            <pc:docMk/>
            <pc:sldMk cId="0" sldId="860"/>
            <ac:spMk id="41994" creationId="{52FAE40A-7A45-45C2-B56A-A22D19F22E2A}"/>
          </ac:spMkLst>
        </pc:spChg>
        <pc:spChg chg="mod topLvl">
          <ac:chgData name="欣捷" userId="b965477fa0aef5e6" providerId="LiveId" clId="{1BD81BBC-CA8F-4FC3-A7DB-D4F292335208}" dt="2021-04-28T10:12:44.590" v="687" actId="164"/>
          <ac:spMkLst>
            <pc:docMk/>
            <pc:sldMk cId="0" sldId="860"/>
            <ac:spMk id="41995" creationId="{D5D34276-C15E-4FD3-898D-9DD33F8B8D73}"/>
          </ac:spMkLst>
        </pc:spChg>
        <pc:spChg chg="mod topLvl">
          <ac:chgData name="欣捷" userId="b965477fa0aef5e6" providerId="LiveId" clId="{1BD81BBC-CA8F-4FC3-A7DB-D4F292335208}" dt="2021-04-28T10:12:44.590" v="687" actId="164"/>
          <ac:spMkLst>
            <pc:docMk/>
            <pc:sldMk cId="0" sldId="860"/>
            <ac:spMk id="41996" creationId="{FB5FAF91-2A0B-449B-9E5C-1B55A258ABE5}"/>
          </ac:spMkLst>
        </pc:spChg>
        <pc:spChg chg="mod topLvl">
          <ac:chgData name="欣捷" userId="b965477fa0aef5e6" providerId="LiveId" clId="{1BD81BBC-CA8F-4FC3-A7DB-D4F292335208}" dt="2021-04-28T10:12:44.590" v="687" actId="164"/>
          <ac:spMkLst>
            <pc:docMk/>
            <pc:sldMk cId="0" sldId="860"/>
            <ac:spMk id="41997" creationId="{DD09F29E-A3C9-44EE-9D57-65876BF9A9EE}"/>
          </ac:spMkLst>
        </pc:spChg>
        <pc:spChg chg="mod topLvl">
          <ac:chgData name="欣捷" userId="b965477fa0aef5e6" providerId="LiveId" clId="{1BD81BBC-CA8F-4FC3-A7DB-D4F292335208}" dt="2021-04-28T10:12:44.590" v="687" actId="164"/>
          <ac:spMkLst>
            <pc:docMk/>
            <pc:sldMk cId="0" sldId="860"/>
            <ac:spMk id="41998" creationId="{9F92FE75-35A1-4BE6-9E26-DAD76DDBF298}"/>
          </ac:spMkLst>
        </pc:spChg>
        <pc:spChg chg="mod topLvl">
          <ac:chgData name="欣捷" userId="b965477fa0aef5e6" providerId="LiveId" clId="{1BD81BBC-CA8F-4FC3-A7DB-D4F292335208}" dt="2021-04-28T10:12:44.590" v="687" actId="164"/>
          <ac:spMkLst>
            <pc:docMk/>
            <pc:sldMk cId="0" sldId="860"/>
            <ac:spMk id="41999" creationId="{9337FB1C-176C-4487-B0A8-78A56F11C461}"/>
          </ac:spMkLst>
        </pc:spChg>
        <pc:spChg chg="mod topLvl">
          <ac:chgData name="欣捷" userId="b965477fa0aef5e6" providerId="LiveId" clId="{1BD81BBC-CA8F-4FC3-A7DB-D4F292335208}" dt="2021-04-28T10:12:44.590" v="687" actId="164"/>
          <ac:spMkLst>
            <pc:docMk/>
            <pc:sldMk cId="0" sldId="860"/>
            <ac:spMk id="42000" creationId="{78545668-867B-4DC0-A93C-5FB5C37DE491}"/>
          </ac:spMkLst>
        </pc:spChg>
        <pc:spChg chg="mod topLvl">
          <ac:chgData name="欣捷" userId="b965477fa0aef5e6" providerId="LiveId" clId="{1BD81BBC-CA8F-4FC3-A7DB-D4F292335208}" dt="2021-04-28T10:12:44.590" v="687" actId="164"/>
          <ac:spMkLst>
            <pc:docMk/>
            <pc:sldMk cId="0" sldId="860"/>
            <ac:spMk id="42001" creationId="{C724E5F1-631B-4F39-B1FB-C8336835C3E1}"/>
          </ac:spMkLst>
        </pc:spChg>
        <pc:spChg chg="mod topLvl">
          <ac:chgData name="欣捷" userId="b965477fa0aef5e6" providerId="LiveId" clId="{1BD81BBC-CA8F-4FC3-A7DB-D4F292335208}" dt="2021-04-28T10:12:44.590" v="687" actId="164"/>
          <ac:spMkLst>
            <pc:docMk/>
            <pc:sldMk cId="0" sldId="860"/>
            <ac:spMk id="42002" creationId="{718BE5EE-559E-4468-84EE-B61C681A226C}"/>
          </ac:spMkLst>
        </pc:spChg>
        <pc:spChg chg="mod topLvl">
          <ac:chgData name="欣捷" userId="b965477fa0aef5e6" providerId="LiveId" clId="{1BD81BBC-CA8F-4FC3-A7DB-D4F292335208}" dt="2021-04-28T10:12:44.590" v="687" actId="164"/>
          <ac:spMkLst>
            <pc:docMk/>
            <pc:sldMk cId="0" sldId="860"/>
            <ac:spMk id="42003" creationId="{F30C55C6-9C0A-4DAA-98A9-B42275CA37B3}"/>
          </ac:spMkLst>
        </pc:spChg>
        <pc:spChg chg="mod topLvl">
          <ac:chgData name="欣捷" userId="b965477fa0aef5e6" providerId="LiveId" clId="{1BD81BBC-CA8F-4FC3-A7DB-D4F292335208}" dt="2021-04-28T10:12:44.590" v="687" actId="164"/>
          <ac:spMkLst>
            <pc:docMk/>
            <pc:sldMk cId="0" sldId="860"/>
            <ac:spMk id="42004" creationId="{3AF6C824-522E-4E53-9B28-66CB88EEB25D}"/>
          </ac:spMkLst>
        </pc:spChg>
        <pc:spChg chg="mod topLvl">
          <ac:chgData name="欣捷" userId="b965477fa0aef5e6" providerId="LiveId" clId="{1BD81BBC-CA8F-4FC3-A7DB-D4F292335208}" dt="2021-04-28T10:12:44.590" v="687" actId="164"/>
          <ac:spMkLst>
            <pc:docMk/>
            <pc:sldMk cId="0" sldId="860"/>
            <ac:spMk id="42005" creationId="{2B789BE7-48B7-4E03-BB42-EE897EE98DC5}"/>
          </ac:spMkLst>
        </pc:spChg>
        <pc:spChg chg="mod topLvl">
          <ac:chgData name="欣捷" userId="b965477fa0aef5e6" providerId="LiveId" clId="{1BD81BBC-CA8F-4FC3-A7DB-D4F292335208}" dt="2021-04-28T10:12:44.590" v="687" actId="164"/>
          <ac:spMkLst>
            <pc:docMk/>
            <pc:sldMk cId="0" sldId="860"/>
            <ac:spMk id="42006" creationId="{14FB4D7E-7C91-48CC-B2B6-4B6113FCDF7C}"/>
          </ac:spMkLst>
        </pc:spChg>
        <pc:spChg chg="mod topLvl">
          <ac:chgData name="欣捷" userId="b965477fa0aef5e6" providerId="LiveId" clId="{1BD81BBC-CA8F-4FC3-A7DB-D4F292335208}" dt="2021-04-28T10:12:44.590" v="687" actId="164"/>
          <ac:spMkLst>
            <pc:docMk/>
            <pc:sldMk cId="0" sldId="860"/>
            <ac:spMk id="42007" creationId="{BC515455-B280-4048-B2E1-6E401500227C}"/>
          </ac:spMkLst>
        </pc:spChg>
        <pc:spChg chg="mod topLvl">
          <ac:chgData name="欣捷" userId="b965477fa0aef5e6" providerId="LiveId" clId="{1BD81BBC-CA8F-4FC3-A7DB-D4F292335208}" dt="2021-04-28T10:12:44.590" v="687" actId="164"/>
          <ac:spMkLst>
            <pc:docMk/>
            <pc:sldMk cId="0" sldId="860"/>
            <ac:spMk id="42008" creationId="{9A0D71AF-E385-41EA-9D33-C6D1586EF837}"/>
          </ac:spMkLst>
        </pc:spChg>
        <pc:spChg chg="mod topLvl">
          <ac:chgData name="欣捷" userId="b965477fa0aef5e6" providerId="LiveId" clId="{1BD81BBC-CA8F-4FC3-A7DB-D4F292335208}" dt="2021-04-28T10:12:44.590" v="687" actId="164"/>
          <ac:spMkLst>
            <pc:docMk/>
            <pc:sldMk cId="0" sldId="860"/>
            <ac:spMk id="42009" creationId="{111FC650-951C-4BDE-930A-0F6C12403FBD}"/>
          </ac:spMkLst>
        </pc:spChg>
        <pc:spChg chg="mod topLvl">
          <ac:chgData name="欣捷" userId="b965477fa0aef5e6" providerId="LiveId" clId="{1BD81BBC-CA8F-4FC3-A7DB-D4F292335208}" dt="2021-04-28T10:12:44.590" v="687" actId="164"/>
          <ac:spMkLst>
            <pc:docMk/>
            <pc:sldMk cId="0" sldId="860"/>
            <ac:spMk id="42010" creationId="{2CF7E3B9-0ADC-46EE-B9D6-A0C64CD4D8EA}"/>
          </ac:spMkLst>
        </pc:spChg>
        <pc:spChg chg="mod topLvl">
          <ac:chgData name="欣捷" userId="b965477fa0aef5e6" providerId="LiveId" clId="{1BD81BBC-CA8F-4FC3-A7DB-D4F292335208}" dt="2021-04-28T10:12:44.590" v="687" actId="164"/>
          <ac:spMkLst>
            <pc:docMk/>
            <pc:sldMk cId="0" sldId="860"/>
            <ac:spMk id="42011" creationId="{5A42293C-4D28-4BD6-9AA9-6229F3958A3A}"/>
          </ac:spMkLst>
        </pc:spChg>
        <pc:spChg chg="mod topLvl">
          <ac:chgData name="欣捷" userId="b965477fa0aef5e6" providerId="LiveId" clId="{1BD81BBC-CA8F-4FC3-A7DB-D4F292335208}" dt="2021-04-28T10:12:44.590" v="687" actId="164"/>
          <ac:spMkLst>
            <pc:docMk/>
            <pc:sldMk cId="0" sldId="860"/>
            <ac:spMk id="42012" creationId="{6B55EE8B-567B-4EA1-901B-ED7762C3D6E9}"/>
          </ac:spMkLst>
        </pc:spChg>
        <pc:spChg chg="mod topLvl">
          <ac:chgData name="欣捷" userId="b965477fa0aef5e6" providerId="LiveId" clId="{1BD81BBC-CA8F-4FC3-A7DB-D4F292335208}" dt="2021-04-28T10:12:44.590" v="687" actId="164"/>
          <ac:spMkLst>
            <pc:docMk/>
            <pc:sldMk cId="0" sldId="860"/>
            <ac:spMk id="42013" creationId="{37570B30-575B-4F67-9635-51BE82CF7677}"/>
          </ac:spMkLst>
        </pc:spChg>
        <pc:spChg chg="mod topLvl">
          <ac:chgData name="欣捷" userId="b965477fa0aef5e6" providerId="LiveId" clId="{1BD81BBC-CA8F-4FC3-A7DB-D4F292335208}" dt="2021-04-28T10:12:44.590" v="687" actId="164"/>
          <ac:spMkLst>
            <pc:docMk/>
            <pc:sldMk cId="0" sldId="860"/>
            <ac:spMk id="42014" creationId="{05D46DDC-606D-410B-834B-2AAE21D1EA01}"/>
          </ac:spMkLst>
        </pc:spChg>
        <pc:spChg chg="mod topLvl">
          <ac:chgData name="欣捷" userId="b965477fa0aef5e6" providerId="LiveId" clId="{1BD81BBC-CA8F-4FC3-A7DB-D4F292335208}" dt="2021-04-28T10:12:44.590" v="687" actId="164"/>
          <ac:spMkLst>
            <pc:docMk/>
            <pc:sldMk cId="0" sldId="860"/>
            <ac:spMk id="42015" creationId="{CDFA7ADA-AE15-434B-89D1-EBA845632CAB}"/>
          </ac:spMkLst>
        </pc:spChg>
        <pc:spChg chg="mod topLvl">
          <ac:chgData name="欣捷" userId="b965477fa0aef5e6" providerId="LiveId" clId="{1BD81BBC-CA8F-4FC3-A7DB-D4F292335208}" dt="2021-04-28T10:12:44.590" v="687" actId="164"/>
          <ac:spMkLst>
            <pc:docMk/>
            <pc:sldMk cId="0" sldId="860"/>
            <ac:spMk id="42016" creationId="{DC964861-3DEE-4414-B04A-4B0D96F0FCD7}"/>
          </ac:spMkLst>
        </pc:spChg>
        <pc:spChg chg="mod topLvl">
          <ac:chgData name="欣捷" userId="b965477fa0aef5e6" providerId="LiveId" clId="{1BD81BBC-CA8F-4FC3-A7DB-D4F292335208}" dt="2021-04-28T10:12:44.590" v="687" actId="164"/>
          <ac:spMkLst>
            <pc:docMk/>
            <pc:sldMk cId="0" sldId="860"/>
            <ac:spMk id="42017" creationId="{0389F215-A76C-45DF-A66F-5F524479FAA3}"/>
          </ac:spMkLst>
        </pc:spChg>
        <pc:spChg chg="mod topLvl">
          <ac:chgData name="欣捷" userId="b965477fa0aef5e6" providerId="LiveId" clId="{1BD81BBC-CA8F-4FC3-A7DB-D4F292335208}" dt="2021-04-28T10:12:44.590" v="687" actId="164"/>
          <ac:spMkLst>
            <pc:docMk/>
            <pc:sldMk cId="0" sldId="860"/>
            <ac:spMk id="42018" creationId="{783E7232-3979-44D4-AEA8-BF31B3FA4871}"/>
          </ac:spMkLst>
        </pc:spChg>
        <pc:spChg chg="mod topLvl">
          <ac:chgData name="欣捷" userId="b965477fa0aef5e6" providerId="LiveId" clId="{1BD81BBC-CA8F-4FC3-A7DB-D4F292335208}" dt="2021-04-28T10:12:44.590" v="687" actId="164"/>
          <ac:spMkLst>
            <pc:docMk/>
            <pc:sldMk cId="0" sldId="860"/>
            <ac:spMk id="42019" creationId="{70661A82-2AEB-4210-A282-2EE7CB657FEB}"/>
          </ac:spMkLst>
        </pc:spChg>
        <pc:spChg chg="mod topLvl">
          <ac:chgData name="欣捷" userId="b965477fa0aef5e6" providerId="LiveId" clId="{1BD81BBC-CA8F-4FC3-A7DB-D4F292335208}" dt="2021-04-28T10:12:44.590" v="687" actId="164"/>
          <ac:spMkLst>
            <pc:docMk/>
            <pc:sldMk cId="0" sldId="860"/>
            <ac:spMk id="42020" creationId="{7C120CFC-FB53-4807-AC34-2C1DF2969BFC}"/>
          </ac:spMkLst>
        </pc:spChg>
        <pc:spChg chg="mod topLvl">
          <ac:chgData name="欣捷" userId="b965477fa0aef5e6" providerId="LiveId" clId="{1BD81BBC-CA8F-4FC3-A7DB-D4F292335208}" dt="2021-04-28T10:12:44.590" v="687" actId="164"/>
          <ac:spMkLst>
            <pc:docMk/>
            <pc:sldMk cId="0" sldId="860"/>
            <ac:spMk id="42021" creationId="{66CA2DA4-F69E-4403-9307-425DE1AD3442}"/>
          </ac:spMkLst>
        </pc:spChg>
        <pc:spChg chg="mod topLvl">
          <ac:chgData name="欣捷" userId="b965477fa0aef5e6" providerId="LiveId" clId="{1BD81BBC-CA8F-4FC3-A7DB-D4F292335208}" dt="2021-04-28T10:12:44.590" v="687" actId="164"/>
          <ac:spMkLst>
            <pc:docMk/>
            <pc:sldMk cId="0" sldId="860"/>
            <ac:spMk id="42022" creationId="{74CC5A24-8A46-46B1-831A-C170EA1BE0FD}"/>
          </ac:spMkLst>
        </pc:spChg>
        <pc:spChg chg="mod topLvl">
          <ac:chgData name="欣捷" userId="b965477fa0aef5e6" providerId="LiveId" clId="{1BD81BBC-CA8F-4FC3-A7DB-D4F292335208}" dt="2021-04-28T10:12:44.590" v="687" actId="164"/>
          <ac:spMkLst>
            <pc:docMk/>
            <pc:sldMk cId="0" sldId="860"/>
            <ac:spMk id="42023" creationId="{B70BF4CD-B44E-4362-9154-E7C43CCD3FCC}"/>
          </ac:spMkLst>
        </pc:spChg>
        <pc:spChg chg="mod topLvl">
          <ac:chgData name="欣捷" userId="b965477fa0aef5e6" providerId="LiveId" clId="{1BD81BBC-CA8F-4FC3-A7DB-D4F292335208}" dt="2021-04-28T10:12:44.590" v="687" actId="164"/>
          <ac:spMkLst>
            <pc:docMk/>
            <pc:sldMk cId="0" sldId="860"/>
            <ac:spMk id="42024" creationId="{54D4D4DE-3EA2-4ED8-AC3B-D238021E59F5}"/>
          </ac:spMkLst>
        </pc:spChg>
        <pc:spChg chg="mod topLvl">
          <ac:chgData name="欣捷" userId="b965477fa0aef5e6" providerId="LiveId" clId="{1BD81BBC-CA8F-4FC3-A7DB-D4F292335208}" dt="2021-04-28T10:12:44.590" v="687" actId="164"/>
          <ac:spMkLst>
            <pc:docMk/>
            <pc:sldMk cId="0" sldId="860"/>
            <ac:spMk id="42025" creationId="{C2A6BDE7-9AA1-4E06-8E80-F6059C4C95DC}"/>
          </ac:spMkLst>
        </pc:spChg>
        <pc:spChg chg="mod topLvl">
          <ac:chgData name="欣捷" userId="b965477fa0aef5e6" providerId="LiveId" clId="{1BD81BBC-CA8F-4FC3-A7DB-D4F292335208}" dt="2021-04-28T10:12:44.590" v="687" actId="164"/>
          <ac:spMkLst>
            <pc:docMk/>
            <pc:sldMk cId="0" sldId="860"/>
            <ac:spMk id="42026" creationId="{0991D540-F040-4183-8BA7-5D49426058A9}"/>
          </ac:spMkLst>
        </pc:spChg>
        <pc:spChg chg="mod topLvl">
          <ac:chgData name="欣捷" userId="b965477fa0aef5e6" providerId="LiveId" clId="{1BD81BBC-CA8F-4FC3-A7DB-D4F292335208}" dt="2021-04-28T10:12:44.590" v="687" actId="164"/>
          <ac:spMkLst>
            <pc:docMk/>
            <pc:sldMk cId="0" sldId="860"/>
            <ac:spMk id="42027" creationId="{812CB85F-DC93-4111-8DA8-CD221FD9D1D9}"/>
          </ac:spMkLst>
        </pc:spChg>
        <pc:spChg chg="mod topLvl">
          <ac:chgData name="欣捷" userId="b965477fa0aef5e6" providerId="LiveId" clId="{1BD81BBC-CA8F-4FC3-A7DB-D4F292335208}" dt="2021-04-28T10:12:44.590" v="687" actId="164"/>
          <ac:spMkLst>
            <pc:docMk/>
            <pc:sldMk cId="0" sldId="860"/>
            <ac:spMk id="42028" creationId="{B6CC1446-235F-4F87-9B1F-9C01915C294F}"/>
          </ac:spMkLst>
        </pc:spChg>
        <pc:grpChg chg="add mod">
          <ac:chgData name="欣捷" userId="b965477fa0aef5e6" providerId="LiveId" clId="{1BD81BBC-CA8F-4FC3-A7DB-D4F292335208}" dt="2021-04-28T10:12:44.590" v="687" actId="164"/>
          <ac:grpSpMkLst>
            <pc:docMk/>
            <pc:sldMk cId="0" sldId="860"/>
            <ac:grpSpMk id="2" creationId="{4063571B-E86C-4F13-83E1-1250CA5D76A8}"/>
          </ac:grpSpMkLst>
        </pc:grpChg>
        <pc:grpChg chg="del">
          <ac:chgData name="欣捷" userId="b965477fa0aef5e6" providerId="LiveId" clId="{1BD81BBC-CA8F-4FC3-A7DB-D4F292335208}" dt="2021-04-28T10:10:19.013" v="655" actId="165"/>
          <ac:grpSpMkLst>
            <pc:docMk/>
            <pc:sldMk cId="0" sldId="860"/>
            <ac:grpSpMk id="41988" creationId="{D135B35D-AE1E-4EAE-9ABC-ED26282317FA}"/>
          </ac:grpSpMkLst>
        </pc:grpChg>
      </pc:sldChg>
      <pc:sldChg chg="del">
        <pc:chgData name="欣捷" userId="b965477fa0aef5e6" providerId="LiveId" clId="{1BD81BBC-CA8F-4FC3-A7DB-D4F292335208}" dt="2021-04-28T10:14:11.350" v="710" actId="47"/>
        <pc:sldMkLst>
          <pc:docMk/>
          <pc:sldMk cId="0" sldId="861"/>
        </pc:sldMkLst>
      </pc:sldChg>
      <pc:sldChg chg="addSp delSp modSp mod modClrScheme chgLayout">
        <pc:chgData name="欣捷" userId="b965477fa0aef5e6" providerId="LiveId" clId="{1BD81BBC-CA8F-4FC3-A7DB-D4F292335208}" dt="2021-04-28T06:52:25.066" v="13" actId="1076"/>
        <pc:sldMkLst>
          <pc:docMk/>
          <pc:sldMk cId="0" sldId="909"/>
        </pc:sldMkLst>
        <pc:spChg chg="add del mod ord">
          <ac:chgData name="欣捷" userId="b965477fa0aef5e6" providerId="LiveId" clId="{1BD81BBC-CA8F-4FC3-A7DB-D4F292335208}" dt="2021-04-28T06:52:22.044" v="11" actId="700"/>
          <ac:spMkLst>
            <pc:docMk/>
            <pc:sldMk cId="0" sldId="909"/>
            <ac:spMk id="3" creationId="{6F2016EC-D2DD-4563-8A46-DB62843A9A1D}"/>
          </ac:spMkLst>
        </pc:spChg>
        <pc:spChg chg="mod ord">
          <ac:chgData name="欣捷" userId="b965477fa0aef5e6" providerId="LiveId" clId="{1BD81BBC-CA8F-4FC3-A7DB-D4F292335208}" dt="2021-04-28T06:52:22.044" v="11" actId="700"/>
          <ac:spMkLst>
            <pc:docMk/>
            <pc:sldMk cId="0" sldId="909"/>
            <ac:spMk id="13314" creationId="{E9DF4CAF-E9A6-4688-A36B-2E95E55940FC}"/>
          </ac:spMkLst>
        </pc:spChg>
        <pc:spChg chg="mod ord">
          <ac:chgData name="欣捷" userId="b965477fa0aef5e6" providerId="LiveId" clId="{1BD81BBC-CA8F-4FC3-A7DB-D4F292335208}" dt="2021-04-28T06:52:22.044" v="11" actId="700"/>
          <ac:spMkLst>
            <pc:docMk/>
            <pc:sldMk cId="0" sldId="909"/>
            <ac:spMk id="13315" creationId="{2FB2471E-0B05-4BD0-8EA3-FD9296A9EEBF}"/>
          </ac:spMkLst>
        </pc:spChg>
        <pc:graphicFrameChg chg="add mod">
          <ac:chgData name="欣捷" userId="b965477fa0aef5e6" providerId="LiveId" clId="{1BD81BBC-CA8F-4FC3-A7DB-D4F292335208}" dt="2021-04-28T06:52:25.066" v="13" actId="1076"/>
          <ac:graphicFrameMkLst>
            <pc:docMk/>
            <pc:sldMk cId="0" sldId="909"/>
            <ac:graphicFrameMk id="7" creationId="{469C5937-47B5-4063-8E0B-FA1272EB12D0}"/>
          </ac:graphicFrameMkLst>
        </pc:graphicFrameChg>
        <pc:graphicFrameChg chg="del">
          <ac:chgData name="欣捷" userId="b965477fa0aef5e6" providerId="LiveId" clId="{1BD81BBC-CA8F-4FC3-A7DB-D4F292335208}" dt="2021-04-28T06:52:20.520" v="10" actId="21"/>
          <ac:graphicFrameMkLst>
            <pc:docMk/>
            <pc:sldMk cId="0" sldId="909"/>
            <ac:graphicFrameMk id="634915" creationId="{32D669FE-0295-4AED-B210-E9B03ED0481C}"/>
          </ac:graphicFrameMkLst>
        </pc:graphicFrameChg>
      </pc:sldChg>
      <pc:sldChg chg="modSp">
        <pc:chgData name="欣捷" userId="b965477fa0aef5e6" providerId="LiveId" clId="{1BD81BBC-CA8F-4FC3-A7DB-D4F292335208}" dt="2021-04-28T06:59:07.919" v="56" actId="1076"/>
        <pc:sldMkLst>
          <pc:docMk/>
          <pc:sldMk cId="0" sldId="910"/>
        </pc:sldMkLst>
        <pc:spChg chg="mod">
          <ac:chgData name="欣捷" userId="b965477fa0aef5e6" providerId="LiveId" clId="{1BD81BBC-CA8F-4FC3-A7DB-D4F292335208}" dt="2021-04-28T06:59:07.919" v="56" actId="1076"/>
          <ac:spMkLst>
            <pc:docMk/>
            <pc:sldMk cId="0" sldId="910"/>
            <ac:spMk id="17413" creationId="{2E32C845-AD6F-4A41-9F99-E2FD462FCA7A}"/>
          </ac:spMkLst>
        </pc:spChg>
        <pc:spChg chg="mod">
          <ac:chgData name="欣捷" userId="b965477fa0aef5e6" providerId="LiveId" clId="{1BD81BBC-CA8F-4FC3-A7DB-D4F292335208}" dt="2021-04-28T06:59:07.919" v="56" actId="1076"/>
          <ac:spMkLst>
            <pc:docMk/>
            <pc:sldMk cId="0" sldId="910"/>
            <ac:spMk id="17414" creationId="{8872B94E-46DB-46A9-B60D-A3AF7FCE3BCC}"/>
          </ac:spMkLst>
        </pc:spChg>
        <pc:spChg chg="mod">
          <ac:chgData name="欣捷" userId="b965477fa0aef5e6" providerId="LiveId" clId="{1BD81BBC-CA8F-4FC3-A7DB-D4F292335208}" dt="2021-04-28T06:59:07.919" v="56" actId="1076"/>
          <ac:spMkLst>
            <pc:docMk/>
            <pc:sldMk cId="0" sldId="910"/>
            <ac:spMk id="17415" creationId="{239C88F1-453D-4E80-A2B9-6528767ACCCC}"/>
          </ac:spMkLst>
        </pc:spChg>
        <pc:spChg chg="mod">
          <ac:chgData name="欣捷" userId="b965477fa0aef5e6" providerId="LiveId" clId="{1BD81BBC-CA8F-4FC3-A7DB-D4F292335208}" dt="2021-04-28T06:59:07.919" v="56" actId="1076"/>
          <ac:spMkLst>
            <pc:docMk/>
            <pc:sldMk cId="0" sldId="910"/>
            <ac:spMk id="17416" creationId="{CA93CF1C-726F-49D8-B6B3-3FD964BB1690}"/>
          </ac:spMkLst>
        </pc:spChg>
        <pc:spChg chg="mod">
          <ac:chgData name="欣捷" userId="b965477fa0aef5e6" providerId="LiveId" clId="{1BD81BBC-CA8F-4FC3-A7DB-D4F292335208}" dt="2021-04-28T06:59:07.919" v="56" actId="1076"/>
          <ac:spMkLst>
            <pc:docMk/>
            <pc:sldMk cId="0" sldId="910"/>
            <ac:spMk id="17417" creationId="{A0A67F62-D467-4DCA-9F61-8817DF608936}"/>
          </ac:spMkLst>
        </pc:spChg>
        <pc:spChg chg="mod">
          <ac:chgData name="欣捷" userId="b965477fa0aef5e6" providerId="LiveId" clId="{1BD81BBC-CA8F-4FC3-A7DB-D4F292335208}" dt="2021-04-28T06:59:07.919" v="56" actId="1076"/>
          <ac:spMkLst>
            <pc:docMk/>
            <pc:sldMk cId="0" sldId="910"/>
            <ac:spMk id="17418" creationId="{1D343D96-13CB-436E-AAE2-1DD0188E8D37}"/>
          </ac:spMkLst>
        </pc:spChg>
        <pc:spChg chg="mod">
          <ac:chgData name="欣捷" userId="b965477fa0aef5e6" providerId="LiveId" clId="{1BD81BBC-CA8F-4FC3-A7DB-D4F292335208}" dt="2021-04-28T06:59:07.919" v="56" actId="1076"/>
          <ac:spMkLst>
            <pc:docMk/>
            <pc:sldMk cId="0" sldId="910"/>
            <ac:spMk id="17419" creationId="{2CAE0812-A677-42D6-9F2E-6A0FAC0238A2}"/>
          </ac:spMkLst>
        </pc:spChg>
        <pc:spChg chg="mod">
          <ac:chgData name="欣捷" userId="b965477fa0aef5e6" providerId="LiveId" clId="{1BD81BBC-CA8F-4FC3-A7DB-D4F292335208}" dt="2021-04-28T06:59:07.919" v="56" actId="1076"/>
          <ac:spMkLst>
            <pc:docMk/>
            <pc:sldMk cId="0" sldId="910"/>
            <ac:spMk id="17420" creationId="{D6F6DC81-9CC9-47C5-BF42-C1B135379A68}"/>
          </ac:spMkLst>
        </pc:spChg>
        <pc:spChg chg="mod">
          <ac:chgData name="欣捷" userId="b965477fa0aef5e6" providerId="LiveId" clId="{1BD81BBC-CA8F-4FC3-A7DB-D4F292335208}" dt="2021-04-28T06:59:07.919" v="56" actId="1076"/>
          <ac:spMkLst>
            <pc:docMk/>
            <pc:sldMk cId="0" sldId="910"/>
            <ac:spMk id="17421" creationId="{5088442A-E247-41AE-AA30-A68C904AF000}"/>
          </ac:spMkLst>
        </pc:spChg>
        <pc:spChg chg="mod">
          <ac:chgData name="欣捷" userId="b965477fa0aef5e6" providerId="LiveId" clId="{1BD81BBC-CA8F-4FC3-A7DB-D4F292335208}" dt="2021-04-28T06:59:07.919" v="56" actId="1076"/>
          <ac:spMkLst>
            <pc:docMk/>
            <pc:sldMk cId="0" sldId="910"/>
            <ac:spMk id="17422" creationId="{B6F10FAB-72F0-47FE-A38F-550BA697E5AC}"/>
          </ac:spMkLst>
        </pc:spChg>
        <pc:spChg chg="mod">
          <ac:chgData name="欣捷" userId="b965477fa0aef5e6" providerId="LiveId" clId="{1BD81BBC-CA8F-4FC3-A7DB-D4F292335208}" dt="2021-04-28T06:59:07.919" v="56" actId="1076"/>
          <ac:spMkLst>
            <pc:docMk/>
            <pc:sldMk cId="0" sldId="910"/>
            <ac:spMk id="17423" creationId="{F054896E-40D5-4779-953A-93878C498E0D}"/>
          </ac:spMkLst>
        </pc:spChg>
        <pc:spChg chg="mod">
          <ac:chgData name="欣捷" userId="b965477fa0aef5e6" providerId="LiveId" clId="{1BD81BBC-CA8F-4FC3-A7DB-D4F292335208}" dt="2021-04-28T06:59:07.919" v="56" actId="1076"/>
          <ac:spMkLst>
            <pc:docMk/>
            <pc:sldMk cId="0" sldId="910"/>
            <ac:spMk id="17424" creationId="{04043B26-361B-42BD-BE2B-9803C169AFC1}"/>
          </ac:spMkLst>
        </pc:spChg>
        <pc:spChg chg="mod">
          <ac:chgData name="欣捷" userId="b965477fa0aef5e6" providerId="LiveId" clId="{1BD81BBC-CA8F-4FC3-A7DB-D4F292335208}" dt="2021-04-28T06:59:07.919" v="56" actId="1076"/>
          <ac:spMkLst>
            <pc:docMk/>
            <pc:sldMk cId="0" sldId="910"/>
            <ac:spMk id="17425" creationId="{7268FE7F-2BBF-4366-8C3B-F16343EE72F4}"/>
          </ac:spMkLst>
        </pc:spChg>
        <pc:spChg chg="mod">
          <ac:chgData name="欣捷" userId="b965477fa0aef5e6" providerId="LiveId" clId="{1BD81BBC-CA8F-4FC3-A7DB-D4F292335208}" dt="2021-04-28T06:59:07.919" v="56" actId="1076"/>
          <ac:spMkLst>
            <pc:docMk/>
            <pc:sldMk cId="0" sldId="910"/>
            <ac:spMk id="17426" creationId="{48F09329-FBA2-4F0B-B87E-407C26CEC443}"/>
          </ac:spMkLst>
        </pc:spChg>
        <pc:spChg chg="mod">
          <ac:chgData name="欣捷" userId="b965477fa0aef5e6" providerId="LiveId" clId="{1BD81BBC-CA8F-4FC3-A7DB-D4F292335208}" dt="2021-04-28T06:59:07.919" v="56" actId="1076"/>
          <ac:spMkLst>
            <pc:docMk/>
            <pc:sldMk cId="0" sldId="910"/>
            <ac:spMk id="17427" creationId="{8F0ECD16-CC6B-4FFD-8E24-737E7C806281}"/>
          </ac:spMkLst>
        </pc:spChg>
        <pc:spChg chg="mod">
          <ac:chgData name="欣捷" userId="b965477fa0aef5e6" providerId="LiveId" clId="{1BD81BBC-CA8F-4FC3-A7DB-D4F292335208}" dt="2021-04-28T06:59:07.919" v="56" actId="1076"/>
          <ac:spMkLst>
            <pc:docMk/>
            <pc:sldMk cId="0" sldId="910"/>
            <ac:spMk id="17428" creationId="{D284A64C-EBEE-4859-80C1-7650E8025818}"/>
          </ac:spMkLst>
        </pc:spChg>
        <pc:spChg chg="mod">
          <ac:chgData name="欣捷" userId="b965477fa0aef5e6" providerId="LiveId" clId="{1BD81BBC-CA8F-4FC3-A7DB-D4F292335208}" dt="2021-04-28T06:59:07.919" v="56" actId="1076"/>
          <ac:spMkLst>
            <pc:docMk/>
            <pc:sldMk cId="0" sldId="910"/>
            <ac:spMk id="17429" creationId="{054157B3-F020-4688-8362-F55D0F04535D}"/>
          </ac:spMkLst>
        </pc:spChg>
        <pc:spChg chg="mod">
          <ac:chgData name="欣捷" userId="b965477fa0aef5e6" providerId="LiveId" clId="{1BD81BBC-CA8F-4FC3-A7DB-D4F292335208}" dt="2021-04-28T06:59:07.919" v="56" actId="1076"/>
          <ac:spMkLst>
            <pc:docMk/>
            <pc:sldMk cId="0" sldId="910"/>
            <ac:spMk id="17430" creationId="{3D0B46D7-E7E6-4A97-A0E5-0DFB6A735EBC}"/>
          </ac:spMkLst>
        </pc:spChg>
        <pc:spChg chg="mod">
          <ac:chgData name="欣捷" userId="b965477fa0aef5e6" providerId="LiveId" clId="{1BD81BBC-CA8F-4FC3-A7DB-D4F292335208}" dt="2021-04-28T06:59:07.919" v="56" actId="1076"/>
          <ac:spMkLst>
            <pc:docMk/>
            <pc:sldMk cId="0" sldId="910"/>
            <ac:spMk id="17431" creationId="{17B7818D-14AA-4995-97C6-AE59475A5524}"/>
          </ac:spMkLst>
        </pc:spChg>
        <pc:spChg chg="mod">
          <ac:chgData name="欣捷" userId="b965477fa0aef5e6" providerId="LiveId" clId="{1BD81BBC-CA8F-4FC3-A7DB-D4F292335208}" dt="2021-04-28T06:59:07.919" v="56" actId="1076"/>
          <ac:spMkLst>
            <pc:docMk/>
            <pc:sldMk cId="0" sldId="910"/>
            <ac:spMk id="17432" creationId="{4EF9ADAD-6D70-49FA-AC71-2226DF7CE49A}"/>
          </ac:spMkLst>
        </pc:spChg>
        <pc:spChg chg="mod">
          <ac:chgData name="欣捷" userId="b965477fa0aef5e6" providerId="LiveId" clId="{1BD81BBC-CA8F-4FC3-A7DB-D4F292335208}" dt="2021-04-28T06:59:07.919" v="56" actId="1076"/>
          <ac:spMkLst>
            <pc:docMk/>
            <pc:sldMk cId="0" sldId="910"/>
            <ac:spMk id="17433" creationId="{FCB64858-816A-472A-AFF9-D40A67523733}"/>
          </ac:spMkLst>
        </pc:spChg>
        <pc:spChg chg="mod">
          <ac:chgData name="欣捷" userId="b965477fa0aef5e6" providerId="LiveId" clId="{1BD81BBC-CA8F-4FC3-A7DB-D4F292335208}" dt="2021-04-28T06:59:07.919" v="56" actId="1076"/>
          <ac:spMkLst>
            <pc:docMk/>
            <pc:sldMk cId="0" sldId="910"/>
            <ac:spMk id="17434" creationId="{0C2D9473-C9E7-4E3B-BACF-D70C0B1E955F}"/>
          </ac:spMkLst>
        </pc:spChg>
        <pc:spChg chg="mod">
          <ac:chgData name="欣捷" userId="b965477fa0aef5e6" providerId="LiveId" clId="{1BD81BBC-CA8F-4FC3-A7DB-D4F292335208}" dt="2021-04-28T06:59:07.919" v="56" actId="1076"/>
          <ac:spMkLst>
            <pc:docMk/>
            <pc:sldMk cId="0" sldId="910"/>
            <ac:spMk id="17435" creationId="{6D60760E-E423-4171-B759-39A733EF0F79}"/>
          </ac:spMkLst>
        </pc:spChg>
        <pc:spChg chg="mod">
          <ac:chgData name="欣捷" userId="b965477fa0aef5e6" providerId="LiveId" clId="{1BD81BBC-CA8F-4FC3-A7DB-D4F292335208}" dt="2021-04-28T06:59:07.919" v="56" actId="1076"/>
          <ac:spMkLst>
            <pc:docMk/>
            <pc:sldMk cId="0" sldId="910"/>
            <ac:spMk id="17436" creationId="{7B548F7A-BCF3-474B-97EF-15F207B87624}"/>
          </ac:spMkLst>
        </pc:spChg>
        <pc:spChg chg="mod">
          <ac:chgData name="欣捷" userId="b965477fa0aef5e6" providerId="LiveId" clId="{1BD81BBC-CA8F-4FC3-A7DB-D4F292335208}" dt="2021-04-28T06:59:07.919" v="56" actId="1076"/>
          <ac:spMkLst>
            <pc:docMk/>
            <pc:sldMk cId="0" sldId="910"/>
            <ac:spMk id="17437" creationId="{0A45DE0A-1AF5-4ECD-9FAA-7619D37FDCC1}"/>
          </ac:spMkLst>
        </pc:spChg>
        <pc:spChg chg="mod">
          <ac:chgData name="欣捷" userId="b965477fa0aef5e6" providerId="LiveId" clId="{1BD81BBC-CA8F-4FC3-A7DB-D4F292335208}" dt="2021-04-28T06:59:07.919" v="56" actId="1076"/>
          <ac:spMkLst>
            <pc:docMk/>
            <pc:sldMk cId="0" sldId="910"/>
            <ac:spMk id="17438" creationId="{6AA08D06-4AA5-4C40-8322-F703F8EB0EF4}"/>
          </ac:spMkLst>
        </pc:spChg>
        <pc:spChg chg="mod">
          <ac:chgData name="欣捷" userId="b965477fa0aef5e6" providerId="LiveId" clId="{1BD81BBC-CA8F-4FC3-A7DB-D4F292335208}" dt="2021-04-28T06:59:07.919" v="56" actId="1076"/>
          <ac:spMkLst>
            <pc:docMk/>
            <pc:sldMk cId="0" sldId="910"/>
            <ac:spMk id="17439" creationId="{A192236B-E51C-4760-9783-D4D65012F560}"/>
          </ac:spMkLst>
        </pc:spChg>
        <pc:spChg chg="mod">
          <ac:chgData name="欣捷" userId="b965477fa0aef5e6" providerId="LiveId" clId="{1BD81BBC-CA8F-4FC3-A7DB-D4F292335208}" dt="2021-04-28T06:59:07.919" v="56" actId="1076"/>
          <ac:spMkLst>
            <pc:docMk/>
            <pc:sldMk cId="0" sldId="910"/>
            <ac:spMk id="17440" creationId="{D0F15E9D-CE0C-4AB7-8418-DAD195226F4F}"/>
          </ac:spMkLst>
        </pc:spChg>
        <pc:spChg chg="mod">
          <ac:chgData name="欣捷" userId="b965477fa0aef5e6" providerId="LiveId" clId="{1BD81BBC-CA8F-4FC3-A7DB-D4F292335208}" dt="2021-04-28T06:59:07.919" v="56" actId="1076"/>
          <ac:spMkLst>
            <pc:docMk/>
            <pc:sldMk cId="0" sldId="910"/>
            <ac:spMk id="17441" creationId="{3463E87A-32C8-4872-86FF-DF7BF14EF30B}"/>
          </ac:spMkLst>
        </pc:spChg>
        <pc:grpChg chg="mod">
          <ac:chgData name="欣捷" userId="b965477fa0aef5e6" providerId="LiveId" clId="{1BD81BBC-CA8F-4FC3-A7DB-D4F292335208}" dt="2021-04-28T06:59:07.919" v="56" actId="1076"/>
          <ac:grpSpMkLst>
            <pc:docMk/>
            <pc:sldMk cId="0" sldId="910"/>
            <ac:grpSpMk id="17412" creationId="{4084A79A-E99D-452C-9E4A-F5E2DD9899BF}"/>
          </ac:grpSpMkLst>
        </pc:grpChg>
      </pc:sldChg>
      <pc:sldChg chg="modSp mod modClrScheme chgLayout">
        <pc:chgData name="欣捷" userId="b965477fa0aef5e6" providerId="LiveId" clId="{1BD81BBC-CA8F-4FC3-A7DB-D4F292335208}" dt="2021-04-28T07:04:37.543" v="94" actId="700"/>
        <pc:sldMkLst>
          <pc:docMk/>
          <pc:sldMk cId="0" sldId="939"/>
        </pc:sldMkLst>
        <pc:spChg chg="mod ord">
          <ac:chgData name="欣捷" userId="b965477fa0aef5e6" providerId="LiveId" clId="{1BD81BBC-CA8F-4FC3-A7DB-D4F292335208}" dt="2021-04-28T07:04:37.543" v="94" actId="700"/>
          <ac:spMkLst>
            <pc:docMk/>
            <pc:sldMk cId="0" sldId="939"/>
            <ac:spMk id="30722" creationId="{5D5A328E-AD88-4B48-89A6-A3F0905C3945}"/>
          </ac:spMkLst>
        </pc:spChg>
        <pc:spChg chg="mod ord">
          <ac:chgData name="欣捷" userId="b965477fa0aef5e6" providerId="LiveId" clId="{1BD81BBC-CA8F-4FC3-A7DB-D4F292335208}" dt="2021-04-28T07:04:37.543" v="94" actId="700"/>
          <ac:spMkLst>
            <pc:docMk/>
            <pc:sldMk cId="0" sldId="939"/>
            <ac:spMk id="30723" creationId="{B65D63C2-EBF2-482F-B494-B71F462A349E}"/>
          </ac:spMkLst>
        </pc:spChg>
      </pc:sldChg>
      <pc:sldChg chg="modSp mod">
        <pc:chgData name="欣捷" userId="b965477fa0aef5e6" providerId="LiveId" clId="{1BD81BBC-CA8F-4FC3-A7DB-D4F292335208}" dt="2021-04-28T06:52:09.509" v="9" actId="113"/>
        <pc:sldMkLst>
          <pc:docMk/>
          <pc:sldMk cId="0" sldId="941"/>
        </pc:sldMkLst>
        <pc:spChg chg="mod">
          <ac:chgData name="欣捷" userId="b965477fa0aef5e6" providerId="LiveId" clId="{1BD81BBC-CA8F-4FC3-A7DB-D4F292335208}" dt="2021-04-28T06:52:09.509" v="9" actId="113"/>
          <ac:spMkLst>
            <pc:docMk/>
            <pc:sldMk cId="0" sldId="941"/>
            <ac:spMk id="12291" creationId="{B88D1986-FD0A-40A9-A2DB-01F3FEFBA2A7}"/>
          </ac:spMkLst>
        </pc:spChg>
      </pc:sldChg>
      <pc:sldChg chg="delSp modSp del mod">
        <pc:chgData name="欣捷" userId="b965477fa0aef5e6" providerId="LiveId" clId="{1BD81BBC-CA8F-4FC3-A7DB-D4F292335208}" dt="2021-04-28T10:09:54.312" v="654" actId="47"/>
        <pc:sldMkLst>
          <pc:docMk/>
          <pc:sldMk cId="0" sldId="944"/>
        </pc:sldMkLst>
        <pc:spChg chg="del mod">
          <ac:chgData name="欣捷" userId="b965477fa0aef5e6" providerId="LiveId" clId="{1BD81BBC-CA8F-4FC3-A7DB-D4F292335208}" dt="2021-04-28T08:36:46.064" v="179" actId="478"/>
          <ac:spMkLst>
            <pc:docMk/>
            <pc:sldMk cId="0" sldId="944"/>
            <ac:spMk id="40966" creationId="{D50154DE-C7F8-4302-90B3-1BA6E9E025C9}"/>
          </ac:spMkLst>
        </pc:spChg>
        <pc:spChg chg="del">
          <ac:chgData name="欣捷" userId="b965477fa0aef5e6" providerId="LiveId" clId="{1BD81BBC-CA8F-4FC3-A7DB-D4F292335208}" dt="2021-04-28T08:36:46.064" v="179" actId="478"/>
          <ac:spMkLst>
            <pc:docMk/>
            <pc:sldMk cId="0" sldId="944"/>
            <ac:spMk id="40967" creationId="{3F5054A8-F1F6-4131-894B-995DAD10A890}"/>
          </ac:spMkLst>
        </pc:spChg>
        <pc:spChg chg="del">
          <ac:chgData name="欣捷" userId="b965477fa0aef5e6" providerId="LiveId" clId="{1BD81BBC-CA8F-4FC3-A7DB-D4F292335208}" dt="2021-04-28T08:36:47.746" v="180" actId="478"/>
          <ac:spMkLst>
            <pc:docMk/>
            <pc:sldMk cId="0" sldId="944"/>
            <ac:spMk id="40968" creationId="{7CFA5BF4-794C-407C-B1EE-C8432F10AA72}"/>
          </ac:spMkLst>
        </pc:spChg>
      </pc:sldChg>
      <pc:sldChg chg="delSp modSp add modAnim">
        <pc:chgData name="欣捷" userId="b965477fa0aef5e6" providerId="LiveId" clId="{1BD81BBC-CA8F-4FC3-A7DB-D4F292335208}" dt="2021-04-28T07:03:10.448" v="92"/>
        <pc:sldMkLst>
          <pc:docMk/>
          <pc:sldMk cId="2491439333" sldId="949"/>
        </pc:sldMkLst>
        <pc:spChg chg="mod">
          <ac:chgData name="欣捷" userId="b965477fa0aef5e6" providerId="LiveId" clId="{1BD81BBC-CA8F-4FC3-A7DB-D4F292335208}" dt="2021-04-28T07:03:10.448" v="92"/>
          <ac:spMkLst>
            <pc:docMk/>
            <pc:sldMk cId="2491439333" sldId="949"/>
            <ac:spMk id="18435" creationId="{F5EF257D-63BA-45DD-A12B-565D32A3724B}"/>
          </ac:spMkLst>
        </pc:spChg>
        <pc:spChg chg="mod topLvl">
          <ac:chgData name="欣捷" userId="b965477fa0aef5e6" providerId="LiveId" clId="{1BD81BBC-CA8F-4FC3-A7DB-D4F292335208}" dt="2021-04-28T06:59:24.019" v="58" actId="165"/>
          <ac:spMkLst>
            <pc:docMk/>
            <pc:sldMk cId="2491439333" sldId="949"/>
            <ac:spMk id="18437" creationId="{5DACA2C7-A591-4813-A064-790A0673859C}"/>
          </ac:spMkLst>
        </pc:spChg>
        <pc:spChg chg="mod topLvl">
          <ac:chgData name="欣捷" userId="b965477fa0aef5e6" providerId="LiveId" clId="{1BD81BBC-CA8F-4FC3-A7DB-D4F292335208}" dt="2021-04-28T06:59:24.019" v="58" actId="165"/>
          <ac:spMkLst>
            <pc:docMk/>
            <pc:sldMk cId="2491439333" sldId="949"/>
            <ac:spMk id="18438" creationId="{E407E1C7-251E-44BA-A1DD-925B2C919055}"/>
          </ac:spMkLst>
        </pc:spChg>
        <pc:spChg chg="mod topLvl">
          <ac:chgData name="欣捷" userId="b965477fa0aef5e6" providerId="LiveId" clId="{1BD81BBC-CA8F-4FC3-A7DB-D4F292335208}" dt="2021-04-28T06:59:24.019" v="58" actId="165"/>
          <ac:spMkLst>
            <pc:docMk/>
            <pc:sldMk cId="2491439333" sldId="949"/>
            <ac:spMk id="18439" creationId="{50F96FD9-3AF1-4667-8433-0E96D555F828}"/>
          </ac:spMkLst>
        </pc:spChg>
        <pc:spChg chg="mod topLvl">
          <ac:chgData name="欣捷" userId="b965477fa0aef5e6" providerId="LiveId" clId="{1BD81BBC-CA8F-4FC3-A7DB-D4F292335208}" dt="2021-04-28T06:59:24.019" v="58" actId="165"/>
          <ac:spMkLst>
            <pc:docMk/>
            <pc:sldMk cId="2491439333" sldId="949"/>
            <ac:spMk id="18440" creationId="{F49948A1-C9AB-4C8D-9AF8-552F9DAEB6A3}"/>
          </ac:spMkLst>
        </pc:spChg>
        <pc:spChg chg="mod topLvl">
          <ac:chgData name="欣捷" userId="b965477fa0aef5e6" providerId="LiveId" clId="{1BD81BBC-CA8F-4FC3-A7DB-D4F292335208}" dt="2021-04-28T06:59:24.019" v="58" actId="165"/>
          <ac:spMkLst>
            <pc:docMk/>
            <pc:sldMk cId="2491439333" sldId="949"/>
            <ac:spMk id="18441" creationId="{8324CB71-A439-433A-9389-C7F13B87F4EE}"/>
          </ac:spMkLst>
        </pc:spChg>
        <pc:spChg chg="mod topLvl">
          <ac:chgData name="欣捷" userId="b965477fa0aef5e6" providerId="LiveId" clId="{1BD81BBC-CA8F-4FC3-A7DB-D4F292335208}" dt="2021-04-28T06:59:24.019" v="58" actId="165"/>
          <ac:spMkLst>
            <pc:docMk/>
            <pc:sldMk cId="2491439333" sldId="949"/>
            <ac:spMk id="18442" creationId="{EB66668A-FB31-4A4D-AFF9-0BC0CBA24756}"/>
          </ac:spMkLst>
        </pc:spChg>
        <pc:spChg chg="mod topLvl">
          <ac:chgData name="欣捷" userId="b965477fa0aef5e6" providerId="LiveId" clId="{1BD81BBC-CA8F-4FC3-A7DB-D4F292335208}" dt="2021-04-28T06:59:24.019" v="58" actId="165"/>
          <ac:spMkLst>
            <pc:docMk/>
            <pc:sldMk cId="2491439333" sldId="949"/>
            <ac:spMk id="18443" creationId="{90683B3F-D601-4F3E-9258-557677EA6E31}"/>
          </ac:spMkLst>
        </pc:spChg>
        <pc:spChg chg="mod topLvl">
          <ac:chgData name="欣捷" userId="b965477fa0aef5e6" providerId="LiveId" clId="{1BD81BBC-CA8F-4FC3-A7DB-D4F292335208}" dt="2021-04-28T06:59:24.019" v="58" actId="165"/>
          <ac:spMkLst>
            <pc:docMk/>
            <pc:sldMk cId="2491439333" sldId="949"/>
            <ac:spMk id="18444" creationId="{74583EC9-F18E-41AA-A341-3545CE06D127}"/>
          </ac:spMkLst>
        </pc:spChg>
        <pc:spChg chg="mod topLvl">
          <ac:chgData name="欣捷" userId="b965477fa0aef5e6" providerId="LiveId" clId="{1BD81BBC-CA8F-4FC3-A7DB-D4F292335208}" dt="2021-04-28T06:59:24.019" v="58" actId="165"/>
          <ac:spMkLst>
            <pc:docMk/>
            <pc:sldMk cId="2491439333" sldId="949"/>
            <ac:spMk id="18445" creationId="{70DE3356-10C4-4239-B4F4-E312EAB2FFC0}"/>
          </ac:spMkLst>
        </pc:spChg>
        <pc:spChg chg="mod topLvl">
          <ac:chgData name="欣捷" userId="b965477fa0aef5e6" providerId="LiveId" clId="{1BD81BBC-CA8F-4FC3-A7DB-D4F292335208}" dt="2021-04-28T06:59:24.019" v="58" actId="165"/>
          <ac:spMkLst>
            <pc:docMk/>
            <pc:sldMk cId="2491439333" sldId="949"/>
            <ac:spMk id="18446" creationId="{25391D31-982A-402F-9C32-3CB79EA2DCC6}"/>
          </ac:spMkLst>
        </pc:spChg>
        <pc:spChg chg="mod topLvl">
          <ac:chgData name="欣捷" userId="b965477fa0aef5e6" providerId="LiveId" clId="{1BD81BBC-CA8F-4FC3-A7DB-D4F292335208}" dt="2021-04-28T06:59:24.019" v="58" actId="165"/>
          <ac:spMkLst>
            <pc:docMk/>
            <pc:sldMk cId="2491439333" sldId="949"/>
            <ac:spMk id="18447" creationId="{1D965E75-FC0B-4B55-8CB1-AD50AE861B57}"/>
          </ac:spMkLst>
        </pc:spChg>
        <pc:spChg chg="mod topLvl">
          <ac:chgData name="欣捷" userId="b965477fa0aef5e6" providerId="LiveId" clId="{1BD81BBC-CA8F-4FC3-A7DB-D4F292335208}" dt="2021-04-28T06:59:24.019" v="58" actId="165"/>
          <ac:spMkLst>
            <pc:docMk/>
            <pc:sldMk cId="2491439333" sldId="949"/>
            <ac:spMk id="18448" creationId="{8C3C5B79-A3C3-4DC2-B784-B236334B98C5}"/>
          </ac:spMkLst>
        </pc:spChg>
        <pc:spChg chg="mod topLvl">
          <ac:chgData name="欣捷" userId="b965477fa0aef5e6" providerId="LiveId" clId="{1BD81BBC-CA8F-4FC3-A7DB-D4F292335208}" dt="2021-04-28T06:59:24.019" v="58" actId="165"/>
          <ac:spMkLst>
            <pc:docMk/>
            <pc:sldMk cId="2491439333" sldId="949"/>
            <ac:spMk id="18449" creationId="{A5A7BF00-2265-4CE4-A93A-2A9F5EC4C6D4}"/>
          </ac:spMkLst>
        </pc:spChg>
        <pc:spChg chg="mod topLvl">
          <ac:chgData name="欣捷" userId="b965477fa0aef5e6" providerId="LiveId" clId="{1BD81BBC-CA8F-4FC3-A7DB-D4F292335208}" dt="2021-04-28T06:59:24.019" v="58" actId="165"/>
          <ac:spMkLst>
            <pc:docMk/>
            <pc:sldMk cId="2491439333" sldId="949"/>
            <ac:spMk id="18450" creationId="{74EB2F9F-5951-4439-8B9B-1BA3B7DC43FC}"/>
          </ac:spMkLst>
        </pc:spChg>
        <pc:spChg chg="mod topLvl">
          <ac:chgData name="欣捷" userId="b965477fa0aef5e6" providerId="LiveId" clId="{1BD81BBC-CA8F-4FC3-A7DB-D4F292335208}" dt="2021-04-28T06:59:24.019" v="58" actId="165"/>
          <ac:spMkLst>
            <pc:docMk/>
            <pc:sldMk cId="2491439333" sldId="949"/>
            <ac:spMk id="18451" creationId="{C07158EC-E5D0-4962-A6A1-E7FB625340BC}"/>
          </ac:spMkLst>
        </pc:spChg>
        <pc:spChg chg="mod topLvl">
          <ac:chgData name="欣捷" userId="b965477fa0aef5e6" providerId="LiveId" clId="{1BD81BBC-CA8F-4FC3-A7DB-D4F292335208}" dt="2021-04-28T06:59:24.019" v="58" actId="165"/>
          <ac:spMkLst>
            <pc:docMk/>
            <pc:sldMk cId="2491439333" sldId="949"/>
            <ac:spMk id="18452" creationId="{9777706D-29F9-40F1-8860-BDDCA2E13816}"/>
          </ac:spMkLst>
        </pc:spChg>
        <pc:spChg chg="mod topLvl">
          <ac:chgData name="欣捷" userId="b965477fa0aef5e6" providerId="LiveId" clId="{1BD81BBC-CA8F-4FC3-A7DB-D4F292335208}" dt="2021-04-28T06:59:24.019" v="58" actId="165"/>
          <ac:spMkLst>
            <pc:docMk/>
            <pc:sldMk cId="2491439333" sldId="949"/>
            <ac:spMk id="18453" creationId="{F45B1093-330C-4E02-A751-1F8716AB9E9A}"/>
          </ac:spMkLst>
        </pc:spChg>
        <pc:spChg chg="mod topLvl">
          <ac:chgData name="欣捷" userId="b965477fa0aef5e6" providerId="LiveId" clId="{1BD81BBC-CA8F-4FC3-A7DB-D4F292335208}" dt="2021-04-28T06:59:24.019" v="58" actId="165"/>
          <ac:spMkLst>
            <pc:docMk/>
            <pc:sldMk cId="2491439333" sldId="949"/>
            <ac:spMk id="18454" creationId="{E49BA9B6-5168-4BF5-BCFD-0885B5B37B08}"/>
          </ac:spMkLst>
        </pc:spChg>
        <pc:spChg chg="mod topLvl">
          <ac:chgData name="欣捷" userId="b965477fa0aef5e6" providerId="LiveId" clId="{1BD81BBC-CA8F-4FC3-A7DB-D4F292335208}" dt="2021-04-28T06:59:24.019" v="58" actId="165"/>
          <ac:spMkLst>
            <pc:docMk/>
            <pc:sldMk cId="2491439333" sldId="949"/>
            <ac:spMk id="18455" creationId="{78D1A6D7-7EE1-459A-9EEA-756C74DFFD2C}"/>
          </ac:spMkLst>
        </pc:spChg>
        <pc:spChg chg="mod topLvl">
          <ac:chgData name="欣捷" userId="b965477fa0aef5e6" providerId="LiveId" clId="{1BD81BBC-CA8F-4FC3-A7DB-D4F292335208}" dt="2021-04-28T06:59:24.019" v="58" actId="165"/>
          <ac:spMkLst>
            <pc:docMk/>
            <pc:sldMk cId="2491439333" sldId="949"/>
            <ac:spMk id="18456" creationId="{A3554085-5FA7-4382-BD96-DF68922BC77E}"/>
          </ac:spMkLst>
        </pc:spChg>
        <pc:spChg chg="mod topLvl">
          <ac:chgData name="欣捷" userId="b965477fa0aef5e6" providerId="LiveId" clId="{1BD81BBC-CA8F-4FC3-A7DB-D4F292335208}" dt="2021-04-28T06:59:24.019" v="58" actId="165"/>
          <ac:spMkLst>
            <pc:docMk/>
            <pc:sldMk cId="2491439333" sldId="949"/>
            <ac:spMk id="18457" creationId="{2D1BA3DB-B88E-4873-BF3B-21EBCEAA8C08}"/>
          </ac:spMkLst>
        </pc:spChg>
        <pc:spChg chg="mod topLvl">
          <ac:chgData name="欣捷" userId="b965477fa0aef5e6" providerId="LiveId" clId="{1BD81BBC-CA8F-4FC3-A7DB-D4F292335208}" dt="2021-04-28T06:59:24.019" v="58" actId="165"/>
          <ac:spMkLst>
            <pc:docMk/>
            <pc:sldMk cId="2491439333" sldId="949"/>
            <ac:spMk id="18458" creationId="{D26210D9-922E-4C2B-A9AB-512B28A866F3}"/>
          </ac:spMkLst>
        </pc:spChg>
        <pc:spChg chg="mod topLvl">
          <ac:chgData name="欣捷" userId="b965477fa0aef5e6" providerId="LiveId" clId="{1BD81BBC-CA8F-4FC3-A7DB-D4F292335208}" dt="2021-04-28T06:59:24.019" v="58" actId="165"/>
          <ac:spMkLst>
            <pc:docMk/>
            <pc:sldMk cId="2491439333" sldId="949"/>
            <ac:spMk id="18459" creationId="{468A095C-94DA-4CE6-8E2D-3362BBB5DA8A}"/>
          </ac:spMkLst>
        </pc:spChg>
        <pc:spChg chg="mod topLvl">
          <ac:chgData name="欣捷" userId="b965477fa0aef5e6" providerId="LiveId" clId="{1BD81BBC-CA8F-4FC3-A7DB-D4F292335208}" dt="2021-04-28T06:59:24.019" v="58" actId="165"/>
          <ac:spMkLst>
            <pc:docMk/>
            <pc:sldMk cId="2491439333" sldId="949"/>
            <ac:spMk id="18460" creationId="{A4F5897B-2742-4460-9AB4-46F15E369443}"/>
          </ac:spMkLst>
        </pc:spChg>
        <pc:spChg chg="mod topLvl">
          <ac:chgData name="欣捷" userId="b965477fa0aef5e6" providerId="LiveId" clId="{1BD81BBC-CA8F-4FC3-A7DB-D4F292335208}" dt="2021-04-28T06:59:24.019" v="58" actId="165"/>
          <ac:spMkLst>
            <pc:docMk/>
            <pc:sldMk cId="2491439333" sldId="949"/>
            <ac:spMk id="18461" creationId="{64412ED7-404E-44C7-9BB3-9FC5720F30F1}"/>
          </ac:spMkLst>
        </pc:spChg>
        <pc:spChg chg="mod topLvl">
          <ac:chgData name="欣捷" userId="b965477fa0aef5e6" providerId="LiveId" clId="{1BD81BBC-CA8F-4FC3-A7DB-D4F292335208}" dt="2021-04-28T06:59:24.019" v="58" actId="165"/>
          <ac:spMkLst>
            <pc:docMk/>
            <pc:sldMk cId="2491439333" sldId="949"/>
            <ac:spMk id="18462" creationId="{B6DFBF8A-BA30-4349-9441-9AECF1B03848}"/>
          </ac:spMkLst>
        </pc:spChg>
        <pc:spChg chg="mod topLvl">
          <ac:chgData name="欣捷" userId="b965477fa0aef5e6" providerId="LiveId" clId="{1BD81BBC-CA8F-4FC3-A7DB-D4F292335208}" dt="2021-04-28T06:59:24.019" v="58" actId="165"/>
          <ac:spMkLst>
            <pc:docMk/>
            <pc:sldMk cId="2491439333" sldId="949"/>
            <ac:spMk id="18463" creationId="{8DFADC30-4A68-4B89-BC7A-BFDA9DD160C8}"/>
          </ac:spMkLst>
        </pc:spChg>
        <pc:spChg chg="mod topLvl">
          <ac:chgData name="欣捷" userId="b965477fa0aef5e6" providerId="LiveId" clId="{1BD81BBC-CA8F-4FC3-A7DB-D4F292335208}" dt="2021-04-28T06:59:24.019" v="58" actId="165"/>
          <ac:spMkLst>
            <pc:docMk/>
            <pc:sldMk cId="2491439333" sldId="949"/>
            <ac:spMk id="18464" creationId="{8FE96574-B95C-4EBD-A3A4-0EDB21252D54}"/>
          </ac:spMkLst>
        </pc:spChg>
        <pc:spChg chg="mod topLvl">
          <ac:chgData name="欣捷" userId="b965477fa0aef5e6" providerId="LiveId" clId="{1BD81BBC-CA8F-4FC3-A7DB-D4F292335208}" dt="2021-04-28T06:59:24.019" v="58" actId="165"/>
          <ac:spMkLst>
            <pc:docMk/>
            <pc:sldMk cId="2491439333" sldId="949"/>
            <ac:spMk id="18465" creationId="{054B73BD-7249-4B04-A750-3EB449F7A434}"/>
          </ac:spMkLst>
        </pc:spChg>
        <pc:grpChg chg="del">
          <ac:chgData name="欣捷" userId="b965477fa0aef5e6" providerId="LiveId" clId="{1BD81BBC-CA8F-4FC3-A7DB-D4F292335208}" dt="2021-04-28T06:59:24.019" v="58" actId="165"/>
          <ac:grpSpMkLst>
            <pc:docMk/>
            <pc:sldMk cId="2491439333" sldId="949"/>
            <ac:grpSpMk id="18436" creationId="{EE138845-887D-4C65-8C53-41336E336483}"/>
          </ac:grpSpMkLst>
        </pc:grpChg>
      </pc:sldChg>
      <pc:sldChg chg="add del">
        <pc:chgData name="欣捷" userId="b965477fa0aef5e6" providerId="LiveId" clId="{1BD81BBC-CA8F-4FC3-A7DB-D4F292335208}" dt="2021-04-28T10:09:48.999" v="651" actId="47"/>
        <pc:sldMkLst>
          <pc:docMk/>
          <pc:sldMk cId="3756208641" sldId="950"/>
        </pc:sldMkLst>
      </pc:sldChg>
      <pc:sldChg chg="addSp delSp modSp add mod">
        <pc:chgData name="欣捷" userId="b965477fa0aef5e6" providerId="LiveId" clId="{1BD81BBC-CA8F-4FC3-A7DB-D4F292335208}" dt="2021-04-28T10:13:41.003" v="705" actId="478"/>
        <pc:sldMkLst>
          <pc:docMk/>
          <pc:sldMk cId="2077764911" sldId="951"/>
        </pc:sldMkLst>
        <pc:spChg chg="mod">
          <ac:chgData name="欣捷" userId="b965477fa0aef5e6" providerId="LiveId" clId="{1BD81BBC-CA8F-4FC3-A7DB-D4F292335208}" dt="2021-04-28T10:13:06.608" v="692" actId="164"/>
          <ac:spMkLst>
            <pc:docMk/>
            <pc:sldMk cId="2077764911" sldId="951"/>
            <ac:spMk id="50" creationId="{CAD65E12-EE3C-475B-9A7A-5EA6A91A394E}"/>
          </ac:spMkLst>
        </pc:spChg>
        <pc:spChg chg="del">
          <ac:chgData name="欣捷" userId="b965477fa0aef5e6" providerId="LiveId" clId="{1BD81BBC-CA8F-4FC3-A7DB-D4F292335208}" dt="2021-04-28T10:13:41.003" v="705" actId="478"/>
          <ac:spMkLst>
            <pc:docMk/>
            <pc:sldMk cId="2077764911" sldId="951"/>
            <ac:spMk id="51" creationId="{A2479E00-C702-4983-903F-5A050D9CDA7C}"/>
          </ac:spMkLst>
        </pc:spChg>
        <pc:spChg chg="del">
          <ac:chgData name="欣捷" userId="b965477fa0aef5e6" providerId="LiveId" clId="{1BD81BBC-CA8F-4FC3-A7DB-D4F292335208}" dt="2021-04-28T10:05:21.043" v="599" actId="478"/>
          <ac:spMkLst>
            <pc:docMk/>
            <pc:sldMk cId="2077764911" sldId="951"/>
            <ac:spMk id="52" creationId="{C6339EFF-3803-4101-BA18-15D9E1F45A67}"/>
          </ac:spMkLst>
        </pc:spChg>
        <pc:spChg chg="mod">
          <ac:chgData name="欣捷" userId="b965477fa0aef5e6" providerId="LiveId" clId="{1BD81BBC-CA8F-4FC3-A7DB-D4F292335208}" dt="2021-04-28T10:04:29.369" v="598" actId="207"/>
          <ac:spMkLst>
            <pc:docMk/>
            <pc:sldMk cId="2077764911" sldId="951"/>
            <ac:spMk id="37891" creationId="{9A3426E9-E596-448B-89A2-8EC00A88BB7F}"/>
          </ac:spMkLst>
        </pc:spChg>
        <pc:spChg chg="mod">
          <ac:chgData name="欣捷" userId="b965477fa0aef5e6" providerId="LiveId" clId="{1BD81BBC-CA8F-4FC3-A7DB-D4F292335208}" dt="2021-04-28T10:13:06.608" v="692" actId="164"/>
          <ac:spMkLst>
            <pc:docMk/>
            <pc:sldMk cId="2077764911" sldId="951"/>
            <ac:spMk id="37896" creationId="{A9DCFC6E-963E-417E-B201-8DE50A583033}"/>
          </ac:spMkLst>
        </pc:spChg>
        <pc:spChg chg="mod">
          <ac:chgData name="欣捷" userId="b965477fa0aef5e6" providerId="LiveId" clId="{1BD81BBC-CA8F-4FC3-A7DB-D4F292335208}" dt="2021-04-28T10:13:06.608" v="692" actId="164"/>
          <ac:spMkLst>
            <pc:docMk/>
            <pc:sldMk cId="2077764911" sldId="951"/>
            <ac:spMk id="37897" creationId="{7A75101F-D4C3-489D-BB57-A48B4B59F52C}"/>
          </ac:spMkLst>
        </pc:spChg>
        <pc:spChg chg="mod">
          <ac:chgData name="欣捷" userId="b965477fa0aef5e6" providerId="LiveId" clId="{1BD81BBC-CA8F-4FC3-A7DB-D4F292335208}" dt="2021-04-28T10:13:06.608" v="692" actId="164"/>
          <ac:spMkLst>
            <pc:docMk/>
            <pc:sldMk cId="2077764911" sldId="951"/>
            <ac:spMk id="37898" creationId="{E386BB47-BF99-45B7-8263-2AE8332983C6}"/>
          </ac:spMkLst>
        </pc:spChg>
        <pc:spChg chg="mod">
          <ac:chgData name="欣捷" userId="b965477fa0aef5e6" providerId="LiveId" clId="{1BD81BBC-CA8F-4FC3-A7DB-D4F292335208}" dt="2021-04-28T10:13:06.608" v="692" actId="164"/>
          <ac:spMkLst>
            <pc:docMk/>
            <pc:sldMk cId="2077764911" sldId="951"/>
            <ac:spMk id="37899" creationId="{3E566DD5-5A17-4A6D-84AF-FC3BFD17627F}"/>
          </ac:spMkLst>
        </pc:spChg>
        <pc:spChg chg="mod">
          <ac:chgData name="欣捷" userId="b965477fa0aef5e6" providerId="LiveId" clId="{1BD81BBC-CA8F-4FC3-A7DB-D4F292335208}" dt="2021-04-28T10:13:06.608" v="692" actId="164"/>
          <ac:spMkLst>
            <pc:docMk/>
            <pc:sldMk cId="2077764911" sldId="951"/>
            <ac:spMk id="37900" creationId="{BDED5F71-6535-40E5-ABE7-9AF027EEC51A}"/>
          </ac:spMkLst>
        </pc:spChg>
        <pc:spChg chg="mod">
          <ac:chgData name="欣捷" userId="b965477fa0aef5e6" providerId="LiveId" clId="{1BD81BBC-CA8F-4FC3-A7DB-D4F292335208}" dt="2021-04-28T10:13:06.608" v="692" actId="164"/>
          <ac:spMkLst>
            <pc:docMk/>
            <pc:sldMk cId="2077764911" sldId="951"/>
            <ac:spMk id="37901" creationId="{3E5A7A81-9EED-44FD-ACFB-62B5DBA6251D}"/>
          </ac:spMkLst>
        </pc:spChg>
        <pc:spChg chg="mod">
          <ac:chgData name="欣捷" userId="b965477fa0aef5e6" providerId="LiveId" clId="{1BD81BBC-CA8F-4FC3-A7DB-D4F292335208}" dt="2021-04-28T10:13:06.608" v="692" actId="164"/>
          <ac:spMkLst>
            <pc:docMk/>
            <pc:sldMk cId="2077764911" sldId="951"/>
            <ac:spMk id="37902" creationId="{1FE84377-5327-4AC3-AB5C-6ED1CE62066F}"/>
          </ac:spMkLst>
        </pc:spChg>
        <pc:spChg chg="mod">
          <ac:chgData name="欣捷" userId="b965477fa0aef5e6" providerId="LiveId" clId="{1BD81BBC-CA8F-4FC3-A7DB-D4F292335208}" dt="2021-04-28T10:13:06.608" v="692" actId="164"/>
          <ac:spMkLst>
            <pc:docMk/>
            <pc:sldMk cId="2077764911" sldId="951"/>
            <ac:spMk id="37903" creationId="{EA78DE3E-7F96-465B-95C0-DFBFB2A028D5}"/>
          </ac:spMkLst>
        </pc:spChg>
        <pc:spChg chg="mod">
          <ac:chgData name="欣捷" userId="b965477fa0aef5e6" providerId="LiveId" clId="{1BD81BBC-CA8F-4FC3-A7DB-D4F292335208}" dt="2021-04-28T10:13:06.608" v="692" actId="164"/>
          <ac:spMkLst>
            <pc:docMk/>
            <pc:sldMk cId="2077764911" sldId="951"/>
            <ac:spMk id="37904" creationId="{435EECA6-20F7-4D8B-BBF8-6E1A96A03B55}"/>
          </ac:spMkLst>
        </pc:spChg>
        <pc:spChg chg="mod">
          <ac:chgData name="欣捷" userId="b965477fa0aef5e6" providerId="LiveId" clId="{1BD81BBC-CA8F-4FC3-A7DB-D4F292335208}" dt="2021-04-28T10:13:06.608" v="692" actId="164"/>
          <ac:spMkLst>
            <pc:docMk/>
            <pc:sldMk cId="2077764911" sldId="951"/>
            <ac:spMk id="37905" creationId="{70C81298-8671-4968-AE81-19DDA3F06005}"/>
          </ac:spMkLst>
        </pc:spChg>
        <pc:spChg chg="mod">
          <ac:chgData name="欣捷" userId="b965477fa0aef5e6" providerId="LiveId" clId="{1BD81BBC-CA8F-4FC3-A7DB-D4F292335208}" dt="2021-04-28T10:13:06.608" v="692" actId="164"/>
          <ac:spMkLst>
            <pc:docMk/>
            <pc:sldMk cId="2077764911" sldId="951"/>
            <ac:spMk id="37906" creationId="{4395E17E-9641-41D1-9A76-2EBCABABC03A}"/>
          </ac:spMkLst>
        </pc:spChg>
        <pc:spChg chg="mod">
          <ac:chgData name="欣捷" userId="b965477fa0aef5e6" providerId="LiveId" clId="{1BD81BBC-CA8F-4FC3-A7DB-D4F292335208}" dt="2021-04-28T10:13:06.608" v="692" actId="164"/>
          <ac:spMkLst>
            <pc:docMk/>
            <pc:sldMk cId="2077764911" sldId="951"/>
            <ac:spMk id="37907" creationId="{442205ED-3043-4A4D-B634-4DE007DD2F10}"/>
          </ac:spMkLst>
        </pc:spChg>
        <pc:spChg chg="mod">
          <ac:chgData name="欣捷" userId="b965477fa0aef5e6" providerId="LiveId" clId="{1BD81BBC-CA8F-4FC3-A7DB-D4F292335208}" dt="2021-04-28T10:13:06.608" v="692" actId="164"/>
          <ac:spMkLst>
            <pc:docMk/>
            <pc:sldMk cId="2077764911" sldId="951"/>
            <ac:spMk id="37908" creationId="{ECEED859-8991-4CE8-9635-8241B1237252}"/>
          </ac:spMkLst>
        </pc:spChg>
        <pc:spChg chg="mod">
          <ac:chgData name="欣捷" userId="b965477fa0aef5e6" providerId="LiveId" clId="{1BD81BBC-CA8F-4FC3-A7DB-D4F292335208}" dt="2021-04-28T10:13:06.608" v="692" actId="164"/>
          <ac:spMkLst>
            <pc:docMk/>
            <pc:sldMk cId="2077764911" sldId="951"/>
            <ac:spMk id="37909" creationId="{2B7906B7-3DCF-4B16-A6A5-2D701F415D82}"/>
          </ac:spMkLst>
        </pc:spChg>
        <pc:spChg chg="mod">
          <ac:chgData name="欣捷" userId="b965477fa0aef5e6" providerId="LiveId" clId="{1BD81BBC-CA8F-4FC3-A7DB-D4F292335208}" dt="2021-04-28T10:13:06.608" v="692" actId="164"/>
          <ac:spMkLst>
            <pc:docMk/>
            <pc:sldMk cId="2077764911" sldId="951"/>
            <ac:spMk id="37910" creationId="{189B559F-B2A9-48D0-8185-D541D77CAD95}"/>
          </ac:spMkLst>
        </pc:spChg>
        <pc:spChg chg="mod">
          <ac:chgData name="欣捷" userId="b965477fa0aef5e6" providerId="LiveId" clId="{1BD81BBC-CA8F-4FC3-A7DB-D4F292335208}" dt="2021-04-28T10:13:06.608" v="692" actId="164"/>
          <ac:spMkLst>
            <pc:docMk/>
            <pc:sldMk cId="2077764911" sldId="951"/>
            <ac:spMk id="37911" creationId="{868619F1-A448-45F3-A29B-5BED9C25BD6E}"/>
          </ac:spMkLst>
        </pc:spChg>
        <pc:spChg chg="mod">
          <ac:chgData name="欣捷" userId="b965477fa0aef5e6" providerId="LiveId" clId="{1BD81BBC-CA8F-4FC3-A7DB-D4F292335208}" dt="2021-04-28T10:13:06.608" v="692" actId="164"/>
          <ac:spMkLst>
            <pc:docMk/>
            <pc:sldMk cId="2077764911" sldId="951"/>
            <ac:spMk id="37912" creationId="{0A70A414-71BE-4A26-8AF3-80A440EEB535}"/>
          </ac:spMkLst>
        </pc:spChg>
        <pc:spChg chg="mod">
          <ac:chgData name="欣捷" userId="b965477fa0aef5e6" providerId="LiveId" clId="{1BD81BBC-CA8F-4FC3-A7DB-D4F292335208}" dt="2021-04-28T10:13:06.608" v="692" actId="164"/>
          <ac:spMkLst>
            <pc:docMk/>
            <pc:sldMk cId="2077764911" sldId="951"/>
            <ac:spMk id="37913" creationId="{220F3783-573E-4B09-9174-1F3AC682A5E7}"/>
          </ac:spMkLst>
        </pc:spChg>
        <pc:spChg chg="mod">
          <ac:chgData name="欣捷" userId="b965477fa0aef5e6" providerId="LiveId" clId="{1BD81BBC-CA8F-4FC3-A7DB-D4F292335208}" dt="2021-04-28T10:13:06.608" v="692" actId="164"/>
          <ac:spMkLst>
            <pc:docMk/>
            <pc:sldMk cId="2077764911" sldId="951"/>
            <ac:spMk id="37914" creationId="{1B39B15C-F3C3-4124-9640-C841CBC7CCF1}"/>
          </ac:spMkLst>
        </pc:spChg>
        <pc:spChg chg="mod">
          <ac:chgData name="欣捷" userId="b965477fa0aef5e6" providerId="LiveId" clId="{1BD81BBC-CA8F-4FC3-A7DB-D4F292335208}" dt="2021-04-28T10:13:06.608" v="692" actId="164"/>
          <ac:spMkLst>
            <pc:docMk/>
            <pc:sldMk cId="2077764911" sldId="951"/>
            <ac:spMk id="37915" creationId="{F5C1CEB8-05AB-40EB-98B5-CD1006AD8581}"/>
          </ac:spMkLst>
        </pc:spChg>
        <pc:spChg chg="mod">
          <ac:chgData name="欣捷" userId="b965477fa0aef5e6" providerId="LiveId" clId="{1BD81BBC-CA8F-4FC3-A7DB-D4F292335208}" dt="2021-04-28T10:13:06.608" v="692" actId="164"/>
          <ac:spMkLst>
            <pc:docMk/>
            <pc:sldMk cId="2077764911" sldId="951"/>
            <ac:spMk id="37916" creationId="{F9F8B26C-9A35-4DC2-8BDB-6665D4B1F622}"/>
          </ac:spMkLst>
        </pc:spChg>
        <pc:spChg chg="mod">
          <ac:chgData name="欣捷" userId="b965477fa0aef5e6" providerId="LiveId" clId="{1BD81BBC-CA8F-4FC3-A7DB-D4F292335208}" dt="2021-04-28T10:13:06.608" v="692" actId="164"/>
          <ac:spMkLst>
            <pc:docMk/>
            <pc:sldMk cId="2077764911" sldId="951"/>
            <ac:spMk id="37917" creationId="{2AD0FB76-3DE0-4D0B-9649-DEC81838C16B}"/>
          </ac:spMkLst>
        </pc:spChg>
        <pc:spChg chg="del">
          <ac:chgData name="欣捷" userId="b965477fa0aef5e6" providerId="LiveId" clId="{1BD81BBC-CA8F-4FC3-A7DB-D4F292335208}" dt="2021-04-28T10:05:28.354" v="607" actId="478"/>
          <ac:spMkLst>
            <pc:docMk/>
            <pc:sldMk cId="2077764911" sldId="951"/>
            <ac:spMk id="37919" creationId="{858B7D5E-6F8B-43BE-A9CE-B5BF4EFC14E1}"/>
          </ac:spMkLst>
        </pc:spChg>
        <pc:spChg chg="mod">
          <ac:chgData name="欣捷" userId="b965477fa0aef5e6" providerId="LiveId" clId="{1BD81BBC-CA8F-4FC3-A7DB-D4F292335208}" dt="2021-04-28T10:13:06.608" v="692" actId="164"/>
          <ac:spMkLst>
            <pc:docMk/>
            <pc:sldMk cId="2077764911" sldId="951"/>
            <ac:spMk id="37920" creationId="{639A22D9-4091-48EC-8C11-0CBCE005CAED}"/>
          </ac:spMkLst>
        </pc:spChg>
        <pc:spChg chg="mod">
          <ac:chgData name="欣捷" userId="b965477fa0aef5e6" providerId="LiveId" clId="{1BD81BBC-CA8F-4FC3-A7DB-D4F292335208}" dt="2021-04-28T10:13:06.608" v="692" actId="164"/>
          <ac:spMkLst>
            <pc:docMk/>
            <pc:sldMk cId="2077764911" sldId="951"/>
            <ac:spMk id="37921" creationId="{264587FE-0D46-47CC-9775-1E9A813128EA}"/>
          </ac:spMkLst>
        </pc:spChg>
        <pc:spChg chg="mod">
          <ac:chgData name="欣捷" userId="b965477fa0aef5e6" providerId="LiveId" clId="{1BD81BBC-CA8F-4FC3-A7DB-D4F292335208}" dt="2021-04-28T10:13:06.608" v="692" actId="164"/>
          <ac:spMkLst>
            <pc:docMk/>
            <pc:sldMk cId="2077764911" sldId="951"/>
            <ac:spMk id="37922" creationId="{0D6239C2-D4B0-4FD5-BE26-71BD66C6935A}"/>
          </ac:spMkLst>
        </pc:spChg>
        <pc:spChg chg="mod">
          <ac:chgData name="欣捷" userId="b965477fa0aef5e6" providerId="LiveId" clId="{1BD81BBC-CA8F-4FC3-A7DB-D4F292335208}" dt="2021-04-28T10:13:06.608" v="692" actId="164"/>
          <ac:spMkLst>
            <pc:docMk/>
            <pc:sldMk cId="2077764911" sldId="951"/>
            <ac:spMk id="37923" creationId="{F9D89C9D-AC38-48AC-9C09-F6CA252B1F15}"/>
          </ac:spMkLst>
        </pc:spChg>
        <pc:spChg chg="mod">
          <ac:chgData name="欣捷" userId="b965477fa0aef5e6" providerId="LiveId" clId="{1BD81BBC-CA8F-4FC3-A7DB-D4F292335208}" dt="2021-04-28T10:13:06.608" v="692" actId="164"/>
          <ac:spMkLst>
            <pc:docMk/>
            <pc:sldMk cId="2077764911" sldId="951"/>
            <ac:spMk id="37924" creationId="{C5CB3C2B-DF6D-4797-A0A8-E40A45632ACE}"/>
          </ac:spMkLst>
        </pc:spChg>
        <pc:spChg chg="mod">
          <ac:chgData name="欣捷" userId="b965477fa0aef5e6" providerId="LiveId" clId="{1BD81BBC-CA8F-4FC3-A7DB-D4F292335208}" dt="2021-04-28T10:13:06.608" v="692" actId="164"/>
          <ac:spMkLst>
            <pc:docMk/>
            <pc:sldMk cId="2077764911" sldId="951"/>
            <ac:spMk id="37925" creationId="{F876487C-CBC6-49B1-8DBA-37B1B2E5DD40}"/>
          </ac:spMkLst>
        </pc:spChg>
        <pc:spChg chg="mod">
          <ac:chgData name="欣捷" userId="b965477fa0aef5e6" providerId="LiveId" clId="{1BD81BBC-CA8F-4FC3-A7DB-D4F292335208}" dt="2021-04-28T10:13:06.608" v="692" actId="164"/>
          <ac:spMkLst>
            <pc:docMk/>
            <pc:sldMk cId="2077764911" sldId="951"/>
            <ac:spMk id="37926" creationId="{F32F70CC-FC7C-442A-8769-B299AB62E7F5}"/>
          </ac:spMkLst>
        </pc:spChg>
        <pc:spChg chg="mod">
          <ac:chgData name="欣捷" userId="b965477fa0aef5e6" providerId="LiveId" clId="{1BD81BBC-CA8F-4FC3-A7DB-D4F292335208}" dt="2021-04-28T10:13:06.608" v="692" actId="164"/>
          <ac:spMkLst>
            <pc:docMk/>
            <pc:sldMk cId="2077764911" sldId="951"/>
            <ac:spMk id="37927" creationId="{AD92A7C6-B2BA-4D70-A26F-254C78989698}"/>
          </ac:spMkLst>
        </pc:spChg>
        <pc:spChg chg="del">
          <ac:chgData name="欣捷" userId="b965477fa0aef5e6" providerId="LiveId" clId="{1BD81BBC-CA8F-4FC3-A7DB-D4F292335208}" dt="2021-04-28T10:05:21.761" v="600" actId="478"/>
          <ac:spMkLst>
            <pc:docMk/>
            <pc:sldMk cId="2077764911" sldId="951"/>
            <ac:spMk id="37928" creationId="{B8270524-E7D0-437F-92C3-478F52C9FFF5}"/>
          </ac:spMkLst>
        </pc:spChg>
        <pc:spChg chg="del">
          <ac:chgData name="欣捷" userId="b965477fa0aef5e6" providerId="LiveId" clId="{1BD81BBC-CA8F-4FC3-A7DB-D4F292335208}" dt="2021-04-28T10:05:26.658" v="605" actId="478"/>
          <ac:spMkLst>
            <pc:docMk/>
            <pc:sldMk cId="2077764911" sldId="951"/>
            <ac:spMk id="37929" creationId="{D0A302FA-FD8B-464C-B137-C801C2A41BE7}"/>
          </ac:spMkLst>
        </pc:spChg>
        <pc:spChg chg="del">
          <ac:chgData name="欣捷" userId="b965477fa0aef5e6" providerId="LiveId" clId="{1BD81BBC-CA8F-4FC3-A7DB-D4F292335208}" dt="2021-04-28T10:05:23.314" v="602" actId="478"/>
          <ac:spMkLst>
            <pc:docMk/>
            <pc:sldMk cId="2077764911" sldId="951"/>
            <ac:spMk id="37930" creationId="{0F941DDB-9AC2-4041-842D-AE91E72D9504}"/>
          </ac:spMkLst>
        </pc:spChg>
        <pc:spChg chg="del">
          <ac:chgData name="欣捷" userId="b965477fa0aef5e6" providerId="LiveId" clId="{1BD81BBC-CA8F-4FC3-A7DB-D4F292335208}" dt="2021-04-28T10:05:25.841" v="604" actId="478"/>
          <ac:spMkLst>
            <pc:docMk/>
            <pc:sldMk cId="2077764911" sldId="951"/>
            <ac:spMk id="37931" creationId="{DB6794AB-57FA-40FA-AE5B-5822895CA5D6}"/>
          </ac:spMkLst>
        </pc:spChg>
        <pc:spChg chg="mod">
          <ac:chgData name="欣捷" userId="b965477fa0aef5e6" providerId="LiveId" clId="{1BD81BBC-CA8F-4FC3-A7DB-D4F292335208}" dt="2021-04-28T10:13:06.608" v="692" actId="164"/>
          <ac:spMkLst>
            <pc:docMk/>
            <pc:sldMk cId="2077764911" sldId="951"/>
            <ac:spMk id="37932" creationId="{144C518F-B828-47AD-85BC-36E970162D5C}"/>
          </ac:spMkLst>
        </pc:spChg>
        <pc:spChg chg="del">
          <ac:chgData name="欣捷" userId="b965477fa0aef5e6" providerId="LiveId" clId="{1BD81BBC-CA8F-4FC3-A7DB-D4F292335208}" dt="2021-04-28T10:05:27.505" v="606" actId="478"/>
          <ac:spMkLst>
            <pc:docMk/>
            <pc:sldMk cId="2077764911" sldId="951"/>
            <ac:spMk id="37933" creationId="{FDBC316D-3B1B-4839-9878-0603B7A6149E}"/>
          </ac:spMkLst>
        </pc:spChg>
        <pc:spChg chg="del">
          <ac:chgData name="欣捷" userId="b965477fa0aef5e6" providerId="LiveId" clId="{1BD81BBC-CA8F-4FC3-A7DB-D4F292335208}" dt="2021-04-28T10:05:24.880" v="603" actId="478"/>
          <ac:spMkLst>
            <pc:docMk/>
            <pc:sldMk cId="2077764911" sldId="951"/>
            <ac:spMk id="37934" creationId="{0E8ED5E5-391B-497F-8AF6-0FBAFD1CACEA}"/>
          </ac:spMkLst>
        </pc:spChg>
        <pc:spChg chg="del">
          <ac:chgData name="欣捷" userId="b965477fa0aef5e6" providerId="LiveId" clId="{1BD81BBC-CA8F-4FC3-A7DB-D4F292335208}" dt="2021-04-28T10:05:22.465" v="601" actId="478"/>
          <ac:spMkLst>
            <pc:docMk/>
            <pc:sldMk cId="2077764911" sldId="951"/>
            <ac:spMk id="37935" creationId="{D8247038-DC86-4098-B8B5-847618EF3BBA}"/>
          </ac:spMkLst>
        </pc:spChg>
        <pc:grpChg chg="add mod">
          <ac:chgData name="欣捷" userId="b965477fa0aef5e6" providerId="LiveId" clId="{1BD81BBC-CA8F-4FC3-A7DB-D4F292335208}" dt="2021-04-28T10:13:06.608" v="692" actId="164"/>
          <ac:grpSpMkLst>
            <pc:docMk/>
            <pc:sldMk cId="2077764911" sldId="951"/>
            <ac:grpSpMk id="2" creationId="{0DF8332E-42E3-4B69-8136-5C66D79A9960}"/>
          </ac:grpSpMkLst>
        </pc:grpChg>
        <pc:graphicFrameChg chg="modGraphic">
          <ac:chgData name="欣捷" userId="b965477fa0aef5e6" providerId="LiveId" clId="{1BD81BBC-CA8F-4FC3-A7DB-D4F292335208}" dt="2021-04-28T10:04:01.654" v="592" actId="207"/>
          <ac:graphicFrameMkLst>
            <pc:docMk/>
            <pc:sldMk cId="2077764911" sldId="951"/>
            <ac:graphicFrameMk id="48" creationId="{94BB3912-C90B-4626-B1DE-7F2EFAD062A3}"/>
          </ac:graphicFrameMkLst>
        </pc:graphicFrameChg>
      </pc:sldChg>
      <pc:sldChg chg="addSp delSp modSp add mod">
        <pc:chgData name="欣捷" userId="b965477fa0aef5e6" providerId="LiveId" clId="{1BD81BBC-CA8F-4FC3-A7DB-D4F292335208}" dt="2021-04-28T10:13:42.854" v="706" actId="478"/>
        <pc:sldMkLst>
          <pc:docMk/>
          <pc:sldMk cId="1474300822" sldId="952"/>
        </pc:sldMkLst>
        <pc:spChg chg="mod">
          <ac:chgData name="欣捷" userId="b965477fa0aef5e6" providerId="LiveId" clId="{1BD81BBC-CA8F-4FC3-A7DB-D4F292335208}" dt="2021-04-28T10:13:03.360" v="691" actId="164"/>
          <ac:spMkLst>
            <pc:docMk/>
            <pc:sldMk cId="1474300822" sldId="952"/>
            <ac:spMk id="50" creationId="{CAD65E12-EE3C-475B-9A7A-5EA6A91A394E}"/>
          </ac:spMkLst>
        </pc:spChg>
        <pc:spChg chg="del">
          <ac:chgData name="欣捷" userId="b965477fa0aef5e6" providerId="LiveId" clId="{1BD81BBC-CA8F-4FC3-A7DB-D4F292335208}" dt="2021-04-28T10:13:42.854" v="706" actId="478"/>
          <ac:spMkLst>
            <pc:docMk/>
            <pc:sldMk cId="1474300822" sldId="952"/>
            <ac:spMk id="51" creationId="{A2479E00-C702-4983-903F-5A050D9CDA7C}"/>
          </ac:spMkLst>
        </pc:spChg>
        <pc:spChg chg="mod">
          <ac:chgData name="欣捷" userId="b965477fa0aef5e6" providerId="LiveId" clId="{1BD81BBC-CA8F-4FC3-A7DB-D4F292335208}" dt="2021-04-28T10:13:03.360" v="691" actId="164"/>
          <ac:spMkLst>
            <pc:docMk/>
            <pc:sldMk cId="1474300822" sldId="952"/>
            <ac:spMk id="52" creationId="{C6339EFF-3803-4101-BA18-15D9E1F45A67}"/>
          </ac:spMkLst>
        </pc:spChg>
        <pc:spChg chg="mod">
          <ac:chgData name="欣捷" userId="b965477fa0aef5e6" providerId="LiveId" clId="{1BD81BBC-CA8F-4FC3-A7DB-D4F292335208}" dt="2021-04-28T10:13:03.360" v="691" actId="164"/>
          <ac:spMkLst>
            <pc:docMk/>
            <pc:sldMk cId="1474300822" sldId="952"/>
            <ac:spMk id="37896" creationId="{A9DCFC6E-963E-417E-B201-8DE50A583033}"/>
          </ac:spMkLst>
        </pc:spChg>
        <pc:spChg chg="mod">
          <ac:chgData name="欣捷" userId="b965477fa0aef5e6" providerId="LiveId" clId="{1BD81BBC-CA8F-4FC3-A7DB-D4F292335208}" dt="2021-04-28T10:13:03.360" v="691" actId="164"/>
          <ac:spMkLst>
            <pc:docMk/>
            <pc:sldMk cId="1474300822" sldId="952"/>
            <ac:spMk id="37897" creationId="{7A75101F-D4C3-489D-BB57-A48B4B59F52C}"/>
          </ac:spMkLst>
        </pc:spChg>
        <pc:spChg chg="mod">
          <ac:chgData name="欣捷" userId="b965477fa0aef5e6" providerId="LiveId" clId="{1BD81BBC-CA8F-4FC3-A7DB-D4F292335208}" dt="2021-04-28T10:13:03.360" v="691" actId="164"/>
          <ac:spMkLst>
            <pc:docMk/>
            <pc:sldMk cId="1474300822" sldId="952"/>
            <ac:spMk id="37898" creationId="{E386BB47-BF99-45B7-8263-2AE8332983C6}"/>
          </ac:spMkLst>
        </pc:spChg>
        <pc:spChg chg="mod">
          <ac:chgData name="欣捷" userId="b965477fa0aef5e6" providerId="LiveId" clId="{1BD81BBC-CA8F-4FC3-A7DB-D4F292335208}" dt="2021-04-28T10:13:03.360" v="691" actId="164"/>
          <ac:spMkLst>
            <pc:docMk/>
            <pc:sldMk cId="1474300822" sldId="952"/>
            <ac:spMk id="37899" creationId="{3E566DD5-5A17-4A6D-84AF-FC3BFD17627F}"/>
          </ac:spMkLst>
        </pc:spChg>
        <pc:spChg chg="mod">
          <ac:chgData name="欣捷" userId="b965477fa0aef5e6" providerId="LiveId" clId="{1BD81BBC-CA8F-4FC3-A7DB-D4F292335208}" dt="2021-04-28T10:13:03.360" v="691" actId="164"/>
          <ac:spMkLst>
            <pc:docMk/>
            <pc:sldMk cId="1474300822" sldId="952"/>
            <ac:spMk id="37900" creationId="{BDED5F71-6535-40E5-ABE7-9AF027EEC51A}"/>
          </ac:spMkLst>
        </pc:spChg>
        <pc:spChg chg="mod">
          <ac:chgData name="欣捷" userId="b965477fa0aef5e6" providerId="LiveId" clId="{1BD81BBC-CA8F-4FC3-A7DB-D4F292335208}" dt="2021-04-28T10:13:03.360" v="691" actId="164"/>
          <ac:spMkLst>
            <pc:docMk/>
            <pc:sldMk cId="1474300822" sldId="952"/>
            <ac:spMk id="37901" creationId="{3E5A7A81-9EED-44FD-ACFB-62B5DBA6251D}"/>
          </ac:spMkLst>
        </pc:spChg>
        <pc:spChg chg="mod">
          <ac:chgData name="欣捷" userId="b965477fa0aef5e6" providerId="LiveId" clId="{1BD81BBC-CA8F-4FC3-A7DB-D4F292335208}" dt="2021-04-28T10:13:03.360" v="691" actId="164"/>
          <ac:spMkLst>
            <pc:docMk/>
            <pc:sldMk cId="1474300822" sldId="952"/>
            <ac:spMk id="37902" creationId="{1FE84377-5327-4AC3-AB5C-6ED1CE62066F}"/>
          </ac:spMkLst>
        </pc:spChg>
        <pc:spChg chg="mod">
          <ac:chgData name="欣捷" userId="b965477fa0aef5e6" providerId="LiveId" clId="{1BD81BBC-CA8F-4FC3-A7DB-D4F292335208}" dt="2021-04-28T10:13:03.360" v="691" actId="164"/>
          <ac:spMkLst>
            <pc:docMk/>
            <pc:sldMk cId="1474300822" sldId="952"/>
            <ac:spMk id="37903" creationId="{EA78DE3E-7F96-465B-95C0-DFBFB2A028D5}"/>
          </ac:spMkLst>
        </pc:spChg>
        <pc:spChg chg="mod">
          <ac:chgData name="欣捷" userId="b965477fa0aef5e6" providerId="LiveId" clId="{1BD81BBC-CA8F-4FC3-A7DB-D4F292335208}" dt="2021-04-28T10:13:03.360" v="691" actId="164"/>
          <ac:spMkLst>
            <pc:docMk/>
            <pc:sldMk cId="1474300822" sldId="952"/>
            <ac:spMk id="37904" creationId="{435EECA6-20F7-4D8B-BBF8-6E1A96A03B55}"/>
          </ac:spMkLst>
        </pc:spChg>
        <pc:spChg chg="mod">
          <ac:chgData name="欣捷" userId="b965477fa0aef5e6" providerId="LiveId" clId="{1BD81BBC-CA8F-4FC3-A7DB-D4F292335208}" dt="2021-04-28T10:13:03.360" v="691" actId="164"/>
          <ac:spMkLst>
            <pc:docMk/>
            <pc:sldMk cId="1474300822" sldId="952"/>
            <ac:spMk id="37905" creationId="{70C81298-8671-4968-AE81-19DDA3F06005}"/>
          </ac:spMkLst>
        </pc:spChg>
        <pc:spChg chg="mod">
          <ac:chgData name="欣捷" userId="b965477fa0aef5e6" providerId="LiveId" clId="{1BD81BBC-CA8F-4FC3-A7DB-D4F292335208}" dt="2021-04-28T10:13:03.360" v="691" actId="164"/>
          <ac:spMkLst>
            <pc:docMk/>
            <pc:sldMk cId="1474300822" sldId="952"/>
            <ac:spMk id="37906" creationId="{4395E17E-9641-41D1-9A76-2EBCABABC03A}"/>
          </ac:spMkLst>
        </pc:spChg>
        <pc:spChg chg="mod">
          <ac:chgData name="欣捷" userId="b965477fa0aef5e6" providerId="LiveId" clId="{1BD81BBC-CA8F-4FC3-A7DB-D4F292335208}" dt="2021-04-28T10:13:03.360" v="691" actId="164"/>
          <ac:spMkLst>
            <pc:docMk/>
            <pc:sldMk cId="1474300822" sldId="952"/>
            <ac:spMk id="37907" creationId="{442205ED-3043-4A4D-B634-4DE007DD2F10}"/>
          </ac:spMkLst>
        </pc:spChg>
        <pc:spChg chg="mod">
          <ac:chgData name="欣捷" userId="b965477fa0aef5e6" providerId="LiveId" clId="{1BD81BBC-CA8F-4FC3-A7DB-D4F292335208}" dt="2021-04-28T10:13:03.360" v="691" actId="164"/>
          <ac:spMkLst>
            <pc:docMk/>
            <pc:sldMk cId="1474300822" sldId="952"/>
            <ac:spMk id="37908" creationId="{ECEED859-8991-4CE8-9635-8241B1237252}"/>
          </ac:spMkLst>
        </pc:spChg>
        <pc:spChg chg="mod">
          <ac:chgData name="欣捷" userId="b965477fa0aef5e6" providerId="LiveId" clId="{1BD81BBC-CA8F-4FC3-A7DB-D4F292335208}" dt="2021-04-28T10:13:03.360" v="691" actId="164"/>
          <ac:spMkLst>
            <pc:docMk/>
            <pc:sldMk cId="1474300822" sldId="952"/>
            <ac:spMk id="37909" creationId="{2B7906B7-3DCF-4B16-A6A5-2D701F415D82}"/>
          </ac:spMkLst>
        </pc:spChg>
        <pc:spChg chg="mod">
          <ac:chgData name="欣捷" userId="b965477fa0aef5e6" providerId="LiveId" clId="{1BD81BBC-CA8F-4FC3-A7DB-D4F292335208}" dt="2021-04-28T10:13:03.360" v="691" actId="164"/>
          <ac:spMkLst>
            <pc:docMk/>
            <pc:sldMk cId="1474300822" sldId="952"/>
            <ac:spMk id="37910" creationId="{189B559F-B2A9-48D0-8185-D541D77CAD95}"/>
          </ac:spMkLst>
        </pc:spChg>
        <pc:spChg chg="mod">
          <ac:chgData name="欣捷" userId="b965477fa0aef5e6" providerId="LiveId" clId="{1BD81BBC-CA8F-4FC3-A7DB-D4F292335208}" dt="2021-04-28T10:13:03.360" v="691" actId="164"/>
          <ac:spMkLst>
            <pc:docMk/>
            <pc:sldMk cId="1474300822" sldId="952"/>
            <ac:spMk id="37911" creationId="{868619F1-A448-45F3-A29B-5BED9C25BD6E}"/>
          </ac:spMkLst>
        </pc:spChg>
        <pc:spChg chg="mod">
          <ac:chgData name="欣捷" userId="b965477fa0aef5e6" providerId="LiveId" clId="{1BD81BBC-CA8F-4FC3-A7DB-D4F292335208}" dt="2021-04-28T10:13:03.360" v="691" actId="164"/>
          <ac:spMkLst>
            <pc:docMk/>
            <pc:sldMk cId="1474300822" sldId="952"/>
            <ac:spMk id="37912" creationId="{0A70A414-71BE-4A26-8AF3-80A440EEB535}"/>
          </ac:spMkLst>
        </pc:spChg>
        <pc:spChg chg="mod">
          <ac:chgData name="欣捷" userId="b965477fa0aef5e6" providerId="LiveId" clId="{1BD81BBC-CA8F-4FC3-A7DB-D4F292335208}" dt="2021-04-28T10:13:03.360" v="691" actId="164"/>
          <ac:spMkLst>
            <pc:docMk/>
            <pc:sldMk cId="1474300822" sldId="952"/>
            <ac:spMk id="37913" creationId="{220F3783-573E-4B09-9174-1F3AC682A5E7}"/>
          </ac:spMkLst>
        </pc:spChg>
        <pc:spChg chg="mod">
          <ac:chgData name="欣捷" userId="b965477fa0aef5e6" providerId="LiveId" clId="{1BD81BBC-CA8F-4FC3-A7DB-D4F292335208}" dt="2021-04-28T10:13:03.360" v="691" actId="164"/>
          <ac:spMkLst>
            <pc:docMk/>
            <pc:sldMk cId="1474300822" sldId="952"/>
            <ac:spMk id="37914" creationId="{1B39B15C-F3C3-4124-9640-C841CBC7CCF1}"/>
          </ac:spMkLst>
        </pc:spChg>
        <pc:spChg chg="mod">
          <ac:chgData name="欣捷" userId="b965477fa0aef5e6" providerId="LiveId" clId="{1BD81BBC-CA8F-4FC3-A7DB-D4F292335208}" dt="2021-04-28T10:13:03.360" v="691" actId="164"/>
          <ac:spMkLst>
            <pc:docMk/>
            <pc:sldMk cId="1474300822" sldId="952"/>
            <ac:spMk id="37915" creationId="{F5C1CEB8-05AB-40EB-98B5-CD1006AD8581}"/>
          </ac:spMkLst>
        </pc:spChg>
        <pc:spChg chg="mod">
          <ac:chgData name="欣捷" userId="b965477fa0aef5e6" providerId="LiveId" clId="{1BD81BBC-CA8F-4FC3-A7DB-D4F292335208}" dt="2021-04-28T10:13:03.360" v="691" actId="164"/>
          <ac:spMkLst>
            <pc:docMk/>
            <pc:sldMk cId="1474300822" sldId="952"/>
            <ac:spMk id="37916" creationId="{F9F8B26C-9A35-4DC2-8BDB-6665D4B1F622}"/>
          </ac:spMkLst>
        </pc:spChg>
        <pc:spChg chg="mod">
          <ac:chgData name="欣捷" userId="b965477fa0aef5e6" providerId="LiveId" clId="{1BD81BBC-CA8F-4FC3-A7DB-D4F292335208}" dt="2021-04-28T10:13:03.360" v="691" actId="164"/>
          <ac:spMkLst>
            <pc:docMk/>
            <pc:sldMk cId="1474300822" sldId="952"/>
            <ac:spMk id="37917" creationId="{2AD0FB76-3DE0-4D0B-9649-DEC81838C16B}"/>
          </ac:spMkLst>
        </pc:spChg>
        <pc:spChg chg="del">
          <ac:chgData name="欣捷" userId="b965477fa0aef5e6" providerId="LiveId" clId="{1BD81BBC-CA8F-4FC3-A7DB-D4F292335208}" dt="2021-04-28T10:06:07.431" v="618" actId="478"/>
          <ac:spMkLst>
            <pc:docMk/>
            <pc:sldMk cId="1474300822" sldId="952"/>
            <ac:spMk id="37919" creationId="{858B7D5E-6F8B-43BE-A9CE-B5BF4EFC14E1}"/>
          </ac:spMkLst>
        </pc:spChg>
        <pc:spChg chg="mod">
          <ac:chgData name="欣捷" userId="b965477fa0aef5e6" providerId="LiveId" clId="{1BD81BBC-CA8F-4FC3-A7DB-D4F292335208}" dt="2021-04-28T10:13:03.360" v="691" actId="164"/>
          <ac:spMkLst>
            <pc:docMk/>
            <pc:sldMk cId="1474300822" sldId="952"/>
            <ac:spMk id="37920" creationId="{639A22D9-4091-48EC-8C11-0CBCE005CAED}"/>
          </ac:spMkLst>
        </pc:spChg>
        <pc:spChg chg="mod">
          <ac:chgData name="欣捷" userId="b965477fa0aef5e6" providerId="LiveId" clId="{1BD81BBC-CA8F-4FC3-A7DB-D4F292335208}" dt="2021-04-28T10:13:03.360" v="691" actId="164"/>
          <ac:spMkLst>
            <pc:docMk/>
            <pc:sldMk cId="1474300822" sldId="952"/>
            <ac:spMk id="37921" creationId="{264587FE-0D46-47CC-9775-1E9A813128EA}"/>
          </ac:spMkLst>
        </pc:spChg>
        <pc:spChg chg="mod">
          <ac:chgData name="欣捷" userId="b965477fa0aef5e6" providerId="LiveId" clId="{1BD81BBC-CA8F-4FC3-A7DB-D4F292335208}" dt="2021-04-28T10:13:03.360" v="691" actId="164"/>
          <ac:spMkLst>
            <pc:docMk/>
            <pc:sldMk cId="1474300822" sldId="952"/>
            <ac:spMk id="37922" creationId="{0D6239C2-D4B0-4FD5-BE26-71BD66C6935A}"/>
          </ac:spMkLst>
        </pc:spChg>
        <pc:spChg chg="mod">
          <ac:chgData name="欣捷" userId="b965477fa0aef5e6" providerId="LiveId" clId="{1BD81BBC-CA8F-4FC3-A7DB-D4F292335208}" dt="2021-04-28T10:13:03.360" v="691" actId="164"/>
          <ac:spMkLst>
            <pc:docMk/>
            <pc:sldMk cId="1474300822" sldId="952"/>
            <ac:spMk id="37923" creationId="{F9D89C9D-AC38-48AC-9C09-F6CA252B1F15}"/>
          </ac:spMkLst>
        </pc:spChg>
        <pc:spChg chg="mod">
          <ac:chgData name="欣捷" userId="b965477fa0aef5e6" providerId="LiveId" clId="{1BD81BBC-CA8F-4FC3-A7DB-D4F292335208}" dt="2021-04-28T10:13:03.360" v="691" actId="164"/>
          <ac:spMkLst>
            <pc:docMk/>
            <pc:sldMk cId="1474300822" sldId="952"/>
            <ac:spMk id="37924" creationId="{C5CB3C2B-DF6D-4797-A0A8-E40A45632ACE}"/>
          </ac:spMkLst>
        </pc:spChg>
        <pc:spChg chg="mod">
          <ac:chgData name="欣捷" userId="b965477fa0aef5e6" providerId="LiveId" clId="{1BD81BBC-CA8F-4FC3-A7DB-D4F292335208}" dt="2021-04-28T10:13:03.360" v="691" actId="164"/>
          <ac:spMkLst>
            <pc:docMk/>
            <pc:sldMk cId="1474300822" sldId="952"/>
            <ac:spMk id="37925" creationId="{F876487C-CBC6-49B1-8DBA-37B1B2E5DD40}"/>
          </ac:spMkLst>
        </pc:spChg>
        <pc:spChg chg="mod">
          <ac:chgData name="欣捷" userId="b965477fa0aef5e6" providerId="LiveId" clId="{1BD81BBC-CA8F-4FC3-A7DB-D4F292335208}" dt="2021-04-28T10:13:03.360" v="691" actId="164"/>
          <ac:spMkLst>
            <pc:docMk/>
            <pc:sldMk cId="1474300822" sldId="952"/>
            <ac:spMk id="37926" creationId="{F32F70CC-FC7C-442A-8769-B299AB62E7F5}"/>
          </ac:spMkLst>
        </pc:spChg>
        <pc:spChg chg="mod">
          <ac:chgData name="欣捷" userId="b965477fa0aef5e6" providerId="LiveId" clId="{1BD81BBC-CA8F-4FC3-A7DB-D4F292335208}" dt="2021-04-28T10:13:03.360" v="691" actId="164"/>
          <ac:spMkLst>
            <pc:docMk/>
            <pc:sldMk cId="1474300822" sldId="952"/>
            <ac:spMk id="37927" creationId="{AD92A7C6-B2BA-4D70-A26F-254C78989698}"/>
          </ac:spMkLst>
        </pc:spChg>
        <pc:spChg chg="del">
          <ac:chgData name="欣捷" userId="b965477fa0aef5e6" providerId="LiveId" clId="{1BD81BBC-CA8F-4FC3-A7DB-D4F292335208}" dt="2021-04-28T10:06:03.089" v="612" actId="478"/>
          <ac:spMkLst>
            <pc:docMk/>
            <pc:sldMk cId="1474300822" sldId="952"/>
            <ac:spMk id="37928" creationId="{B8270524-E7D0-437F-92C3-478F52C9FFF5}"/>
          </ac:spMkLst>
        </pc:spChg>
        <pc:spChg chg="del">
          <ac:chgData name="欣捷" userId="b965477fa0aef5e6" providerId="LiveId" clId="{1BD81BBC-CA8F-4FC3-A7DB-D4F292335208}" dt="2021-04-28T10:06:05.960" v="616" actId="478"/>
          <ac:spMkLst>
            <pc:docMk/>
            <pc:sldMk cId="1474300822" sldId="952"/>
            <ac:spMk id="37929" creationId="{D0A302FA-FD8B-464C-B137-C801C2A41BE7}"/>
          </ac:spMkLst>
        </pc:spChg>
        <pc:spChg chg="del">
          <ac:chgData name="欣捷" userId="b965477fa0aef5e6" providerId="LiveId" clId="{1BD81BBC-CA8F-4FC3-A7DB-D4F292335208}" dt="2021-04-28T10:06:03.777" v="613" actId="478"/>
          <ac:spMkLst>
            <pc:docMk/>
            <pc:sldMk cId="1474300822" sldId="952"/>
            <ac:spMk id="37930" creationId="{0F941DDB-9AC2-4041-842D-AE91E72D9504}"/>
          </ac:spMkLst>
        </pc:spChg>
        <pc:spChg chg="del">
          <ac:chgData name="欣捷" userId="b965477fa0aef5e6" providerId="LiveId" clId="{1BD81BBC-CA8F-4FC3-A7DB-D4F292335208}" dt="2021-04-28T10:06:04.547" v="614" actId="478"/>
          <ac:spMkLst>
            <pc:docMk/>
            <pc:sldMk cId="1474300822" sldId="952"/>
            <ac:spMk id="37931" creationId="{DB6794AB-57FA-40FA-AE5B-5822895CA5D6}"/>
          </ac:spMkLst>
        </pc:spChg>
        <pc:spChg chg="mod">
          <ac:chgData name="欣捷" userId="b965477fa0aef5e6" providerId="LiveId" clId="{1BD81BBC-CA8F-4FC3-A7DB-D4F292335208}" dt="2021-04-28T10:13:03.360" v="691" actId="164"/>
          <ac:spMkLst>
            <pc:docMk/>
            <pc:sldMk cId="1474300822" sldId="952"/>
            <ac:spMk id="37932" creationId="{144C518F-B828-47AD-85BC-36E970162D5C}"/>
          </ac:spMkLst>
        </pc:spChg>
        <pc:spChg chg="del">
          <ac:chgData name="欣捷" userId="b965477fa0aef5e6" providerId="LiveId" clId="{1BD81BBC-CA8F-4FC3-A7DB-D4F292335208}" dt="2021-04-28T10:06:06.671" v="617" actId="478"/>
          <ac:spMkLst>
            <pc:docMk/>
            <pc:sldMk cId="1474300822" sldId="952"/>
            <ac:spMk id="37933" creationId="{FDBC316D-3B1B-4839-9878-0603B7A6149E}"/>
          </ac:spMkLst>
        </pc:spChg>
        <pc:spChg chg="del">
          <ac:chgData name="欣捷" userId="b965477fa0aef5e6" providerId="LiveId" clId="{1BD81BBC-CA8F-4FC3-A7DB-D4F292335208}" dt="2021-04-28T10:06:05.247" v="615" actId="478"/>
          <ac:spMkLst>
            <pc:docMk/>
            <pc:sldMk cId="1474300822" sldId="952"/>
            <ac:spMk id="37934" creationId="{0E8ED5E5-391B-497F-8AF6-0FBAFD1CACEA}"/>
          </ac:spMkLst>
        </pc:spChg>
        <pc:spChg chg="del">
          <ac:chgData name="欣捷" userId="b965477fa0aef5e6" providerId="LiveId" clId="{1BD81BBC-CA8F-4FC3-A7DB-D4F292335208}" dt="2021-04-28T10:06:02.255" v="611" actId="478"/>
          <ac:spMkLst>
            <pc:docMk/>
            <pc:sldMk cId="1474300822" sldId="952"/>
            <ac:spMk id="37935" creationId="{D8247038-DC86-4098-B8B5-847618EF3BBA}"/>
          </ac:spMkLst>
        </pc:spChg>
        <pc:grpChg chg="add mod">
          <ac:chgData name="欣捷" userId="b965477fa0aef5e6" providerId="LiveId" clId="{1BD81BBC-CA8F-4FC3-A7DB-D4F292335208}" dt="2021-04-28T10:13:03.360" v="691" actId="164"/>
          <ac:grpSpMkLst>
            <pc:docMk/>
            <pc:sldMk cId="1474300822" sldId="952"/>
            <ac:grpSpMk id="2" creationId="{CF13C85C-B661-4A92-849D-2F4452090283}"/>
          </ac:grpSpMkLst>
        </pc:grpChg>
        <pc:graphicFrameChg chg="modGraphic">
          <ac:chgData name="欣捷" userId="b965477fa0aef5e6" providerId="LiveId" clId="{1BD81BBC-CA8F-4FC3-A7DB-D4F292335208}" dt="2021-04-28T10:06:20.404" v="620" actId="207"/>
          <ac:graphicFrameMkLst>
            <pc:docMk/>
            <pc:sldMk cId="1474300822" sldId="952"/>
            <ac:graphicFrameMk id="48" creationId="{94BB3912-C90B-4626-B1DE-7F2EFAD062A3}"/>
          </ac:graphicFrameMkLst>
        </pc:graphicFrameChg>
      </pc:sldChg>
      <pc:sldChg chg="addSp delSp modSp add mod">
        <pc:chgData name="欣捷" userId="b965477fa0aef5e6" providerId="LiveId" clId="{1BD81BBC-CA8F-4FC3-A7DB-D4F292335208}" dt="2021-04-28T10:13:44.033" v="707" actId="478"/>
        <pc:sldMkLst>
          <pc:docMk/>
          <pc:sldMk cId="2527016574" sldId="953"/>
        </pc:sldMkLst>
        <pc:spChg chg="mod">
          <ac:chgData name="欣捷" userId="b965477fa0aef5e6" providerId="LiveId" clId="{1BD81BBC-CA8F-4FC3-A7DB-D4F292335208}" dt="2021-04-28T10:12:58.801" v="690" actId="164"/>
          <ac:spMkLst>
            <pc:docMk/>
            <pc:sldMk cId="2527016574" sldId="953"/>
            <ac:spMk id="50" creationId="{CAD65E12-EE3C-475B-9A7A-5EA6A91A394E}"/>
          </ac:spMkLst>
        </pc:spChg>
        <pc:spChg chg="del">
          <ac:chgData name="欣捷" userId="b965477fa0aef5e6" providerId="LiveId" clId="{1BD81BBC-CA8F-4FC3-A7DB-D4F292335208}" dt="2021-04-28T10:13:44.033" v="707" actId="478"/>
          <ac:spMkLst>
            <pc:docMk/>
            <pc:sldMk cId="2527016574" sldId="953"/>
            <ac:spMk id="51" creationId="{A2479E00-C702-4983-903F-5A050D9CDA7C}"/>
          </ac:spMkLst>
        </pc:spChg>
        <pc:spChg chg="mod">
          <ac:chgData name="欣捷" userId="b965477fa0aef5e6" providerId="LiveId" clId="{1BD81BBC-CA8F-4FC3-A7DB-D4F292335208}" dt="2021-04-28T10:12:58.801" v="690" actId="164"/>
          <ac:spMkLst>
            <pc:docMk/>
            <pc:sldMk cId="2527016574" sldId="953"/>
            <ac:spMk id="52" creationId="{C6339EFF-3803-4101-BA18-15D9E1F45A67}"/>
          </ac:spMkLst>
        </pc:spChg>
        <pc:spChg chg="mod">
          <ac:chgData name="欣捷" userId="b965477fa0aef5e6" providerId="LiveId" clId="{1BD81BBC-CA8F-4FC3-A7DB-D4F292335208}" dt="2021-04-28T10:12:58.801" v="690" actId="164"/>
          <ac:spMkLst>
            <pc:docMk/>
            <pc:sldMk cId="2527016574" sldId="953"/>
            <ac:spMk id="37896" creationId="{A9DCFC6E-963E-417E-B201-8DE50A583033}"/>
          </ac:spMkLst>
        </pc:spChg>
        <pc:spChg chg="mod">
          <ac:chgData name="欣捷" userId="b965477fa0aef5e6" providerId="LiveId" clId="{1BD81BBC-CA8F-4FC3-A7DB-D4F292335208}" dt="2021-04-28T10:12:58.801" v="690" actId="164"/>
          <ac:spMkLst>
            <pc:docMk/>
            <pc:sldMk cId="2527016574" sldId="953"/>
            <ac:spMk id="37897" creationId="{7A75101F-D4C3-489D-BB57-A48B4B59F52C}"/>
          </ac:spMkLst>
        </pc:spChg>
        <pc:spChg chg="mod">
          <ac:chgData name="欣捷" userId="b965477fa0aef5e6" providerId="LiveId" clId="{1BD81BBC-CA8F-4FC3-A7DB-D4F292335208}" dt="2021-04-28T10:12:58.801" v="690" actId="164"/>
          <ac:spMkLst>
            <pc:docMk/>
            <pc:sldMk cId="2527016574" sldId="953"/>
            <ac:spMk id="37898" creationId="{E386BB47-BF99-45B7-8263-2AE8332983C6}"/>
          </ac:spMkLst>
        </pc:spChg>
        <pc:spChg chg="mod">
          <ac:chgData name="欣捷" userId="b965477fa0aef5e6" providerId="LiveId" clId="{1BD81BBC-CA8F-4FC3-A7DB-D4F292335208}" dt="2021-04-28T10:12:58.801" v="690" actId="164"/>
          <ac:spMkLst>
            <pc:docMk/>
            <pc:sldMk cId="2527016574" sldId="953"/>
            <ac:spMk id="37899" creationId="{3E566DD5-5A17-4A6D-84AF-FC3BFD17627F}"/>
          </ac:spMkLst>
        </pc:spChg>
        <pc:spChg chg="mod">
          <ac:chgData name="欣捷" userId="b965477fa0aef5e6" providerId="LiveId" clId="{1BD81BBC-CA8F-4FC3-A7DB-D4F292335208}" dt="2021-04-28T10:12:58.801" v="690" actId="164"/>
          <ac:spMkLst>
            <pc:docMk/>
            <pc:sldMk cId="2527016574" sldId="953"/>
            <ac:spMk id="37900" creationId="{BDED5F71-6535-40E5-ABE7-9AF027EEC51A}"/>
          </ac:spMkLst>
        </pc:spChg>
        <pc:spChg chg="mod">
          <ac:chgData name="欣捷" userId="b965477fa0aef5e6" providerId="LiveId" clId="{1BD81BBC-CA8F-4FC3-A7DB-D4F292335208}" dt="2021-04-28T10:12:58.801" v="690" actId="164"/>
          <ac:spMkLst>
            <pc:docMk/>
            <pc:sldMk cId="2527016574" sldId="953"/>
            <ac:spMk id="37901" creationId="{3E5A7A81-9EED-44FD-ACFB-62B5DBA6251D}"/>
          </ac:spMkLst>
        </pc:spChg>
        <pc:spChg chg="mod">
          <ac:chgData name="欣捷" userId="b965477fa0aef5e6" providerId="LiveId" clId="{1BD81BBC-CA8F-4FC3-A7DB-D4F292335208}" dt="2021-04-28T10:12:58.801" v="690" actId="164"/>
          <ac:spMkLst>
            <pc:docMk/>
            <pc:sldMk cId="2527016574" sldId="953"/>
            <ac:spMk id="37902" creationId="{1FE84377-5327-4AC3-AB5C-6ED1CE62066F}"/>
          </ac:spMkLst>
        </pc:spChg>
        <pc:spChg chg="mod">
          <ac:chgData name="欣捷" userId="b965477fa0aef5e6" providerId="LiveId" clId="{1BD81BBC-CA8F-4FC3-A7DB-D4F292335208}" dt="2021-04-28T10:12:58.801" v="690" actId="164"/>
          <ac:spMkLst>
            <pc:docMk/>
            <pc:sldMk cId="2527016574" sldId="953"/>
            <ac:spMk id="37903" creationId="{EA78DE3E-7F96-465B-95C0-DFBFB2A028D5}"/>
          </ac:spMkLst>
        </pc:spChg>
        <pc:spChg chg="mod">
          <ac:chgData name="欣捷" userId="b965477fa0aef5e6" providerId="LiveId" clId="{1BD81BBC-CA8F-4FC3-A7DB-D4F292335208}" dt="2021-04-28T10:12:58.801" v="690" actId="164"/>
          <ac:spMkLst>
            <pc:docMk/>
            <pc:sldMk cId="2527016574" sldId="953"/>
            <ac:spMk id="37904" creationId="{435EECA6-20F7-4D8B-BBF8-6E1A96A03B55}"/>
          </ac:spMkLst>
        </pc:spChg>
        <pc:spChg chg="mod">
          <ac:chgData name="欣捷" userId="b965477fa0aef5e6" providerId="LiveId" clId="{1BD81BBC-CA8F-4FC3-A7DB-D4F292335208}" dt="2021-04-28T10:12:58.801" v="690" actId="164"/>
          <ac:spMkLst>
            <pc:docMk/>
            <pc:sldMk cId="2527016574" sldId="953"/>
            <ac:spMk id="37905" creationId="{70C81298-8671-4968-AE81-19DDA3F06005}"/>
          </ac:spMkLst>
        </pc:spChg>
        <pc:spChg chg="mod">
          <ac:chgData name="欣捷" userId="b965477fa0aef5e6" providerId="LiveId" clId="{1BD81BBC-CA8F-4FC3-A7DB-D4F292335208}" dt="2021-04-28T10:12:58.801" v="690" actId="164"/>
          <ac:spMkLst>
            <pc:docMk/>
            <pc:sldMk cId="2527016574" sldId="953"/>
            <ac:spMk id="37906" creationId="{4395E17E-9641-41D1-9A76-2EBCABABC03A}"/>
          </ac:spMkLst>
        </pc:spChg>
        <pc:spChg chg="mod">
          <ac:chgData name="欣捷" userId="b965477fa0aef5e6" providerId="LiveId" clId="{1BD81BBC-CA8F-4FC3-A7DB-D4F292335208}" dt="2021-04-28T10:12:58.801" v="690" actId="164"/>
          <ac:spMkLst>
            <pc:docMk/>
            <pc:sldMk cId="2527016574" sldId="953"/>
            <ac:spMk id="37907" creationId="{442205ED-3043-4A4D-B634-4DE007DD2F10}"/>
          </ac:spMkLst>
        </pc:spChg>
        <pc:spChg chg="mod">
          <ac:chgData name="欣捷" userId="b965477fa0aef5e6" providerId="LiveId" clId="{1BD81BBC-CA8F-4FC3-A7DB-D4F292335208}" dt="2021-04-28T10:12:58.801" v="690" actId="164"/>
          <ac:spMkLst>
            <pc:docMk/>
            <pc:sldMk cId="2527016574" sldId="953"/>
            <ac:spMk id="37908" creationId="{ECEED859-8991-4CE8-9635-8241B1237252}"/>
          </ac:spMkLst>
        </pc:spChg>
        <pc:spChg chg="mod">
          <ac:chgData name="欣捷" userId="b965477fa0aef5e6" providerId="LiveId" clId="{1BD81BBC-CA8F-4FC3-A7DB-D4F292335208}" dt="2021-04-28T10:12:58.801" v="690" actId="164"/>
          <ac:spMkLst>
            <pc:docMk/>
            <pc:sldMk cId="2527016574" sldId="953"/>
            <ac:spMk id="37909" creationId="{2B7906B7-3DCF-4B16-A6A5-2D701F415D82}"/>
          </ac:spMkLst>
        </pc:spChg>
        <pc:spChg chg="mod">
          <ac:chgData name="欣捷" userId="b965477fa0aef5e6" providerId="LiveId" clId="{1BD81BBC-CA8F-4FC3-A7DB-D4F292335208}" dt="2021-04-28T10:12:58.801" v="690" actId="164"/>
          <ac:spMkLst>
            <pc:docMk/>
            <pc:sldMk cId="2527016574" sldId="953"/>
            <ac:spMk id="37910" creationId="{189B559F-B2A9-48D0-8185-D541D77CAD95}"/>
          </ac:spMkLst>
        </pc:spChg>
        <pc:spChg chg="mod">
          <ac:chgData name="欣捷" userId="b965477fa0aef5e6" providerId="LiveId" clId="{1BD81BBC-CA8F-4FC3-A7DB-D4F292335208}" dt="2021-04-28T10:12:58.801" v="690" actId="164"/>
          <ac:spMkLst>
            <pc:docMk/>
            <pc:sldMk cId="2527016574" sldId="953"/>
            <ac:spMk id="37911" creationId="{868619F1-A448-45F3-A29B-5BED9C25BD6E}"/>
          </ac:spMkLst>
        </pc:spChg>
        <pc:spChg chg="mod">
          <ac:chgData name="欣捷" userId="b965477fa0aef5e6" providerId="LiveId" clId="{1BD81BBC-CA8F-4FC3-A7DB-D4F292335208}" dt="2021-04-28T10:12:58.801" v="690" actId="164"/>
          <ac:spMkLst>
            <pc:docMk/>
            <pc:sldMk cId="2527016574" sldId="953"/>
            <ac:spMk id="37912" creationId="{0A70A414-71BE-4A26-8AF3-80A440EEB535}"/>
          </ac:spMkLst>
        </pc:spChg>
        <pc:spChg chg="mod">
          <ac:chgData name="欣捷" userId="b965477fa0aef5e6" providerId="LiveId" clId="{1BD81BBC-CA8F-4FC3-A7DB-D4F292335208}" dt="2021-04-28T10:12:58.801" v="690" actId="164"/>
          <ac:spMkLst>
            <pc:docMk/>
            <pc:sldMk cId="2527016574" sldId="953"/>
            <ac:spMk id="37913" creationId="{220F3783-573E-4B09-9174-1F3AC682A5E7}"/>
          </ac:spMkLst>
        </pc:spChg>
        <pc:spChg chg="mod">
          <ac:chgData name="欣捷" userId="b965477fa0aef5e6" providerId="LiveId" clId="{1BD81BBC-CA8F-4FC3-A7DB-D4F292335208}" dt="2021-04-28T10:12:58.801" v="690" actId="164"/>
          <ac:spMkLst>
            <pc:docMk/>
            <pc:sldMk cId="2527016574" sldId="953"/>
            <ac:spMk id="37914" creationId="{1B39B15C-F3C3-4124-9640-C841CBC7CCF1}"/>
          </ac:spMkLst>
        </pc:spChg>
        <pc:spChg chg="mod">
          <ac:chgData name="欣捷" userId="b965477fa0aef5e6" providerId="LiveId" clId="{1BD81BBC-CA8F-4FC3-A7DB-D4F292335208}" dt="2021-04-28T10:12:58.801" v="690" actId="164"/>
          <ac:spMkLst>
            <pc:docMk/>
            <pc:sldMk cId="2527016574" sldId="953"/>
            <ac:spMk id="37915" creationId="{F5C1CEB8-05AB-40EB-98B5-CD1006AD8581}"/>
          </ac:spMkLst>
        </pc:spChg>
        <pc:spChg chg="mod">
          <ac:chgData name="欣捷" userId="b965477fa0aef5e6" providerId="LiveId" clId="{1BD81BBC-CA8F-4FC3-A7DB-D4F292335208}" dt="2021-04-28T10:12:58.801" v="690" actId="164"/>
          <ac:spMkLst>
            <pc:docMk/>
            <pc:sldMk cId="2527016574" sldId="953"/>
            <ac:spMk id="37916" creationId="{F9F8B26C-9A35-4DC2-8BDB-6665D4B1F622}"/>
          </ac:spMkLst>
        </pc:spChg>
        <pc:spChg chg="mod">
          <ac:chgData name="欣捷" userId="b965477fa0aef5e6" providerId="LiveId" clId="{1BD81BBC-CA8F-4FC3-A7DB-D4F292335208}" dt="2021-04-28T10:12:58.801" v="690" actId="164"/>
          <ac:spMkLst>
            <pc:docMk/>
            <pc:sldMk cId="2527016574" sldId="953"/>
            <ac:spMk id="37917" creationId="{2AD0FB76-3DE0-4D0B-9649-DEC81838C16B}"/>
          </ac:spMkLst>
        </pc:spChg>
        <pc:spChg chg="add del">
          <ac:chgData name="欣捷" userId="b965477fa0aef5e6" providerId="LiveId" clId="{1BD81BBC-CA8F-4FC3-A7DB-D4F292335208}" dt="2021-04-28T10:07:41.392" v="637" actId="478"/>
          <ac:spMkLst>
            <pc:docMk/>
            <pc:sldMk cId="2527016574" sldId="953"/>
            <ac:spMk id="37919" creationId="{858B7D5E-6F8B-43BE-A9CE-B5BF4EFC14E1}"/>
          </ac:spMkLst>
        </pc:spChg>
        <pc:spChg chg="mod">
          <ac:chgData name="欣捷" userId="b965477fa0aef5e6" providerId="LiveId" clId="{1BD81BBC-CA8F-4FC3-A7DB-D4F292335208}" dt="2021-04-28T10:12:58.801" v="690" actId="164"/>
          <ac:spMkLst>
            <pc:docMk/>
            <pc:sldMk cId="2527016574" sldId="953"/>
            <ac:spMk id="37920" creationId="{639A22D9-4091-48EC-8C11-0CBCE005CAED}"/>
          </ac:spMkLst>
        </pc:spChg>
        <pc:spChg chg="mod">
          <ac:chgData name="欣捷" userId="b965477fa0aef5e6" providerId="LiveId" clId="{1BD81BBC-CA8F-4FC3-A7DB-D4F292335208}" dt="2021-04-28T10:12:58.801" v="690" actId="164"/>
          <ac:spMkLst>
            <pc:docMk/>
            <pc:sldMk cId="2527016574" sldId="953"/>
            <ac:spMk id="37921" creationId="{264587FE-0D46-47CC-9775-1E9A813128EA}"/>
          </ac:spMkLst>
        </pc:spChg>
        <pc:spChg chg="mod">
          <ac:chgData name="欣捷" userId="b965477fa0aef5e6" providerId="LiveId" clId="{1BD81BBC-CA8F-4FC3-A7DB-D4F292335208}" dt="2021-04-28T10:12:58.801" v="690" actId="164"/>
          <ac:spMkLst>
            <pc:docMk/>
            <pc:sldMk cId="2527016574" sldId="953"/>
            <ac:spMk id="37922" creationId="{0D6239C2-D4B0-4FD5-BE26-71BD66C6935A}"/>
          </ac:spMkLst>
        </pc:spChg>
        <pc:spChg chg="mod">
          <ac:chgData name="欣捷" userId="b965477fa0aef5e6" providerId="LiveId" clId="{1BD81BBC-CA8F-4FC3-A7DB-D4F292335208}" dt="2021-04-28T10:12:58.801" v="690" actId="164"/>
          <ac:spMkLst>
            <pc:docMk/>
            <pc:sldMk cId="2527016574" sldId="953"/>
            <ac:spMk id="37923" creationId="{F9D89C9D-AC38-48AC-9C09-F6CA252B1F15}"/>
          </ac:spMkLst>
        </pc:spChg>
        <pc:spChg chg="mod">
          <ac:chgData name="欣捷" userId="b965477fa0aef5e6" providerId="LiveId" clId="{1BD81BBC-CA8F-4FC3-A7DB-D4F292335208}" dt="2021-04-28T10:12:58.801" v="690" actId="164"/>
          <ac:spMkLst>
            <pc:docMk/>
            <pc:sldMk cId="2527016574" sldId="953"/>
            <ac:spMk id="37924" creationId="{C5CB3C2B-DF6D-4797-A0A8-E40A45632ACE}"/>
          </ac:spMkLst>
        </pc:spChg>
        <pc:spChg chg="mod">
          <ac:chgData name="欣捷" userId="b965477fa0aef5e6" providerId="LiveId" clId="{1BD81BBC-CA8F-4FC3-A7DB-D4F292335208}" dt="2021-04-28T10:12:58.801" v="690" actId="164"/>
          <ac:spMkLst>
            <pc:docMk/>
            <pc:sldMk cId="2527016574" sldId="953"/>
            <ac:spMk id="37925" creationId="{F876487C-CBC6-49B1-8DBA-37B1B2E5DD40}"/>
          </ac:spMkLst>
        </pc:spChg>
        <pc:spChg chg="mod">
          <ac:chgData name="欣捷" userId="b965477fa0aef5e6" providerId="LiveId" clId="{1BD81BBC-CA8F-4FC3-A7DB-D4F292335208}" dt="2021-04-28T10:12:58.801" v="690" actId="164"/>
          <ac:spMkLst>
            <pc:docMk/>
            <pc:sldMk cId="2527016574" sldId="953"/>
            <ac:spMk id="37926" creationId="{F32F70CC-FC7C-442A-8769-B299AB62E7F5}"/>
          </ac:spMkLst>
        </pc:spChg>
        <pc:spChg chg="mod">
          <ac:chgData name="欣捷" userId="b965477fa0aef5e6" providerId="LiveId" clId="{1BD81BBC-CA8F-4FC3-A7DB-D4F292335208}" dt="2021-04-28T10:12:58.801" v="690" actId="164"/>
          <ac:spMkLst>
            <pc:docMk/>
            <pc:sldMk cId="2527016574" sldId="953"/>
            <ac:spMk id="37927" creationId="{AD92A7C6-B2BA-4D70-A26F-254C78989698}"/>
          </ac:spMkLst>
        </pc:spChg>
        <pc:spChg chg="mod">
          <ac:chgData name="欣捷" userId="b965477fa0aef5e6" providerId="LiveId" clId="{1BD81BBC-CA8F-4FC3-A7DB-D4F292335208}" dt="2021-04-28T10:12:58.801" v="690" actId="164"/>
          <ac:spMkLst>
            <pc:docMk/>
            <pc:sldMk cId="2527016574" sldId="953"/>
            <ac:spMk id="37928" creationId="{B8270524-E7D0-437F-92C3-478F52C9FFF5}"/>
          </ac:spMkLst>
        </pc:spChg>
        <pc:spChg chg="add del mod">
          <ac:chgData name="欣捷" userId="b965477fa0aef5e6" providerId="LiveId" clId="{1BD81BBC-CA8F-4FC3-A7DB-D4F292335208}" dt="2021-04-28T10:12:58.801" v="690" actId="164"/>
          <ac:spMkLst>
            <pc:docMk/>
            <pc:sldMk cId="2527016574" sldId="953"/>
            <ac:spMk id="37929" creationId="{D0A302FA-FD8B-464C-B137-C801C2A41BE7}"/>
          </ac:spMkLst>
        </pc:spChg>
        <pc:spChg chg="del mod">
          <ac:chgData name="欣捷" userId="b965477fa0aef5e6" providerId="LiveId" clId="{1BD81BBC-CA8F-4FC3-A7DB-D4F292335208}" dt="2021-04-28T10:09:14.739" v="646" actId="478"/>
          <ac:spMkLst>
            <pc:docMk/>
            <pc:sldMk cId="2527016574" sldId="953"/>
            <ac:spMk id="37930" creationId="{0F941DDB-9AC2-4041-842D-AE91E72D9504}"/>
          </ac:spMkLst>
        </pc:spChg>
        <pc:spChg chg="add del mod">
          <ac:chgData name="欣捷" userId="b965477fa0aef5e6" providerId="LiveId" clId="{1BD81BBC-CA8F-4FC3-A7DB-D4F292335208}" dt="2021-04-28T10:09:13.953" v="645" actId="478"/>
          <ac:spMkLst>
            <pc:docMk/>
            <pc:sldMk cId="2527016574" sldId="953"/>
            <ac:spMk id="37931" creationId="{DB6794AB-57FA-40FA-AE5B-5822895CA5D6}"/>
          </ac:spMkLst>
        </pc:spChg>
        <pc:spChg chg="mod">
          <ac:chgData name="欣捷" userId="b965477fa0aef5e6" providerId="LiveId" clId="{1BD81BBC-CA8F-4FC3-A7DB-D4F292335208}" dt="2021-04-28T10:12:58.801" v="690" actId="164"/>
          <ac:spMkLst>
            <pc:docMk/>
            <pc:sldMk cId="2527016574" sldId="953"/>
            <ac:spMk id="37932" creationId="{144C518F-B828-47AD-85BC-36E970162D5C}"/>
          </ac:spMkLst>
        </pc:spChg>
        <pc:spChg chg="add del">
          <ac:chgData name="欣捷" userId="b965477fa0aef5e6" providerId="LiveId" clId="{1BD81BBC-CA8F-4FC3-A7DB-D4F292335208}" dt="2021-04-28T10:07:42.192" v="638" actId="478"/>
          <ac:spMkLst>
            <pc:docMk/>
            <pc:sldMk cId="2527016574" sldId="953"/>
            <ac:spMk id="37933" creationId="{FDBC316D-3B1B-4839-9878-0603B7A6149E}"/>
          </ac:spMkLst>
        </pc:spChg>
        <pc:spChg chg="add del mod">
          <ac:chgData name="欣捷" userId="b965477fa0aef5e6" providerId="LiveId" clId="{1BD81BBC-CA8F-4FC3-A7DB-D4F292335208}" dt="2021-04-28T10:09:13.121" v="644" actId="478"/>
          <ac:spMkLst>
            <pc:docMk/>
            <pc:sldMk cId="2527016574" sldId="953"/>
            <ac:spMk id="37934" creationId="{0E8ED5E5-391B-497F-8AF6-0FBAFD1CACEA}"/>
          </ac:spMkLst>
        </pc:spChg>
        <pc:spChg chg="del mod">
          <ac:chgData name="欣捷" userId="b965477fa0aef5e6" providerId="LiveId" clId="{1BD81BBC-CA8F-4FC3-A7DB-D4F292335208}" dt="2021-04-28T10:09:15.424" v="647" actId="478"/>
          <ac:spMkLst>
            <pc:docMk/>
            <pc:sldMk cId="2527016574" sldId="953"/>
            <ac:spMk id="37935" creationId="{D8247038-DC86-4098-B8B5-847618EF3BBA}"/>
          </ac:spMkLst>
        </pc:spChg>
        <pc:grpChg chg="add mod">
          <ac:chgData name="欣捷" userId="b965477fa0aef5e6" providerId="LiveId" clId="{1BD81BBC-CA8F-4FC3-A7DB-D4F292335208}" dt="2021-04-28T10:12:58.801" v="690" actId="164"/>
          <ac:grpSpMkLst>
            <pc:docMk/>
            <pc:sldMk cId="2527016574" sldId="953"/>
            <ac:grpSpMk id="2" creationId="{CE1A4A93-750B-4509-AFDD-4084B179EC2D}"/>
          </ac:grpSpMkLst>
        </pc:grpChg>
        <pc:graphicFrameChg chg="modGraphic">
          <ac:chgData name="欣捷" userId="b965477fa0aef5e6" providerId="LiveId" clId="{1BD81BBC-CA8F-4FC3-A7DB-D4F292335208}" dt="2021-04-28T10:09:20.220" v="648" actId="207"/>
          <ac:graphicFrameMkLst>
            <pc:docMk/>
            <pc:sldMk cId="2527016574" sldId="953"/>
            <ac:graphicFrameMk id="48" creationId="{94BB3912-C90B-4626-B1DE-7F2EFAD062A3}"/>
          </ac:graphicFrameMkLst>
        </pc:graphicFrameChg>
      </pc:sldChg>
      <pc:sldChg chg="addSp delSp modSp add mod">
        <pc:chgData name="欣捷" userId="b965477fa0aef5e6" providerId="LiveId" clId="{1BD81BBC-CA8F-4FC3-A7DB-D4F292335208}" dt="2021-04-28T10:13:47.440" v="709" actId="478"/>
        <pc:sldMkLst>
          <pc:docMk/>
          <pc:sldMk cId="3274214887" sldId="954"/>
        </pc:sldMkLst>
        <pc:spChg chg="mod">
          <ac:chgData name="欣捷" userId="b965477fa0aef5e6" providerId="LiveId" clId="{1BD81BBC-CA8F-4FC3-A7DB-D4F292335208}" dt="2021-04-28T10:12:52.022" v="688" actId="164"/>
          <ac:spMkLst>
            <pc:docMk/>
            <pc:sldMk cId="3274214887" sldId="954"/>
            <ac:spMk id="50" creationId="{CAD65E12-EE3C-475B-9A7A-5EA6A91A394E}"/>
          </ac:spMkLst>
        </pc:spChg>
        <pc:spChg chg="del">
          <ac:chgData name="欣捷" userId="b965477fa0aef5e6" providerId="LiveId" clId="{1BD81BBC-CA8F-4FC3-A7DB-D4F292335208}" dt="2021-04-28T10:13:47.440" v="709" actId="478"/>
          <ac:spMkLst>
            <pc:docMk/>
            <pc:sldMk cId="3274214887" sldId="954"/>
            <ac:spMk id="51" creationId="{A2479E00-C702-4983-903F-5A050D9CDA7C}"/>
          </ac:spMkLst>
        </pc:spChg>
        <pc:spChg chg="mod">
          <ac:chgData name="欣捷" userId="b965477fa0aef5e6" providerId="LiveId" clId="{1BD81BBC-CA8F-4FC3-A7DB-D4F292335208}" dt="2021-04-28T10:12:52.022" v="688" actId="164"/>
          <ac:spMkLst>
            <pc:docMk/>
            <pc:sldMk cId="3274214887" sldId="954"/>
            <ac:spMk id="52" creationId="{C6339EFF-3803-4101-BA18-15D9E1F45A67}"/>
          </ac:spMkLst>
        </pc:spChg>
        <pc:spChg chg="mod">
          <ac:chgData name="欣捷" userId="b965477fa0aef5e6" providerId="LiveId" clId="{1BD81BBC-CA8F-4FC3-A7DB-D4F292335208}" dt="2021-04-28T10:12:52.022" v="688" actId="164"/>
          <ac:spMkLst>
            <pc:docMk/>
            <pc:sldMk cId="3274214887" sldId="954"/>
            <ac:spMk id="37896" creationId="{A9DCFC6E-963E-417E-B201-8DE50A583033}"/>
          </ac:spMkLst>
        </pc:spChg>
        <pc:spChg chg="mod">
          <ac:chgData name="欣捷" userId="b965477fa0aef5e6" providerId="LiveId" clId="{1BD81BBC-CA8F-4FC3-A7DB-D4F292335208}" dt="2021-04-28T10:12:52.022" v="688" actId="164"/>
          <ac:spMkLst>
            <pc:docMk/>
            <pc:sldMk cId="3274214887" sldId="954"/>
            <ac:spMk id="37897" creationId="{7A75101F-D4C3-489D-BB57-A48B4B59F52C}"/>
          </ac:spMkLst>
        </pc:spChg>
        <pc:spChg chg="mod">
          <ac:chgData name="欣捷" userId="b965477fa0aef5e6" providerId="LiveId" clId="{1BD81BBC-CA8F-4FC3-A7DB-D4F292335208}" dt="2021-04-28T10:12:52.022" v="688" actId="164"/>
          <ac:spMkLst>
            <pc:docMk/>
            <pc:sldMk cId="3274214887" sldId="954"/>
            <ac:spMk id="37898" creationId="{E386BB47-BF99-45B7-8263-2AE8332983C6}"/>
          </ac:spMkLst>
        </pc:spChg>
        <pc:spChg chg="mod">
          <ac:chgData name="欣捷" userId="b965477fa0aef5e6" providerId="LiveId" clId="{1BD81BBC-CA8F-4FC3-A7DB-D4F292335208}" dt="2021-04-28T10:12:52.022" v="688" actId="164"/>
          <ac:spMkLst>
            <pc:docMk/>
            <pc:sldMk cId="3274214887" sldId="954"/>
            <ac:spMk id="37899" creationId="{3E566DD5-5A17-4A6D-84AF-FC3BFD17627F}"/>
          </ac:spMkLst>
        </pc:spChg>
        <pc:spChg chg="mod">
          <ac:chgData name="欣捷" userId="b965477fa0aef5e6" providerId="LiveId" clId="{1BD81BBC-CA8F-4FC3-A7DB-D4F292335208}" dt="2021-04-28T10:12:52.022" v="688" actId="164"/>
          <ac:spMkLst>
            <pc:docMk/>
            <pc:sldMk cId="3274214887" sldId="954"/>
            <ac:spMk id="37900" creationId="{BDED5F71-6535-40E5-ABE7-9AF027EEC51A}"/>
          </ac:spMkLst>
        </pc:spChg>
        <pc:spChg chg="mod">
          <ac:chgData name="欣捷" userId="b965477fa0aef5e6" providerId="LiveId" clId="{1BD81BBC-CA8F-4FC3-A7DB-D4F292335208}" dt="2021-04-28T10:12:52.022" v="688" actId="164"/>
          <ac:spMkLst>
            <pc:docMk/>
            <pc:sldMk cId="3274214887" sldId="954"/>
            <ac:spMk id="37901" creationId="{3E5A7A81-9EED-44FD-ACFB-62B5DBA6251D}"/>
          </ac:spMkLst>
        </pc:spChg>
        <pc:spChg chg="mod">
          <ac:chgData name="欣捷" userId="b965477fa0aef5e6" providerId="LiveId" clId="{1BD81BBC-CA8F-4FC3-A7DB-D4F292335208}" dt="2021-04-28T10:12:52.022" v="688" actId="164"/>
          <ac:spMkLst>
            <pc:docMk/>
            <pc:sldMk cId="3274214887" sldId="954"/>
            <ac:spMk id="37902" creationId="{1FE84377-5327-4AC3-AB5C-6ED1CE62066F}"/>
          </ac:spMkLst>
        </pc:spChg>
        <pc:spChg chg="mod">
          <ac:chgData name="欣捷" userId="b965477fa0aef5e6" providerId="LiveId" clId="{1BD81BBC-CA8F-4FC3-A7DB-D4F292335208}" dt="2021-04-28T10:12:52.022" v="688" actId="164"/>
          <ac:spMkLst>
            <pc:docMk/>
            <pc:sldMk cId="3274214887" sldId="954"/>
            <ac:spMk id="37903" creationId="{EA78DE3E-7F96-465B-95C0-DFBFB2A028D5}"/>
          </ac:spMkLst>
        </pc:spChg>
        <pc:spChg chg="mod">
          <ac:chgData name="欣捷" userId="b965477fa0aef5e6" providerId="LiveId" clId="{1BD81BBC-CA8F-4FC3-A7DB-D4F292335208}" dt="2021-04-28T10:12:52.022" v="688" actId="164"/>
          <ac:spMkLst>
            <pc:docMk/>
            <pc:sldMk cId="3274214887" sldId="954"/>
            <ac:spMk id="37904" creationId="{435EECA6-20F7-4D8B-BBF8-6E1A96A03B55}"/>
          </ac:spMkLst>
        </pc:spChg>
        <pc:spChg chg="mod">
          <ac:chgData name="欣捷" userId="b965477fa0aef5e6" providerId="LiveId" clId="{1BD81BBC-CA8F-4FC3-A7DB-D4F292335208}" dt="2021-04-28T10:12:52.022" v="688" actId="164"/>
          <ac:spMkLst>
            <pc:docMk/>
            <pc:sldMk cId="3274214887" sldId="954"/>
            <ac:spMk id="37905" creationId="{70C81298-8671-4968-AE81-19DDA3F06005}"/>
          </ac:spMkLst>
        </pc:spChg>
        <pc:spChg chg="mod">
          <ac:chgData name="欣捷" userId="b965477fa0aef5e6" providerId="LiveId" clId="{1BD81BBC-CA8F-4FC3-A7DB-D4F292335208}" dt="2021-04-28T10:12:52.022" v="688" actId="164"/>
          <ac:spMkLst>
            <pc:docMk/>
            <pc:sldMk cId="3274214887" sldId="954"/>
            <ac:spMk id="37906" creationId="{4395E17E-9641-41D1-9A76-2EBCABABC03A}"/>
          </ac:spMkLst>
        </pc:spChg>
        <pc:spChg chg="mod">
          <ac:chgData name="欣捷" userId="b965477fa0aef5e6" providerId="LiveId" clId="{1BD81BBC-CA8F-4FC3-A7DB-D4F292335208}" dt="2021-04-28T10:12:52.022" v="688" actId="164"/>
          <ac:spMkLst>
            <pc:docMk/>
            <pc:sldMk cId="3274214887" sldId="954"/>
            <ac:spMk id="37907" creationId="{442205ED-3043-4A4D-B634-4DE007DD2F10}"/>
          </ac:spMkLst>
        </pc:spChg>
        <pc:spChg chg="mod">
          <ac:chgData name="欣捷" userId="b965477fa0aef5e6" providerId="LiveId" clId="{1BD81BBC-CA8F-4FC3-A7DB-D4F292335208}" dt="2021-04-28T10:12:52.022" v="688" actId="164"/>
          <ac:spMkLst>
            <pc:docMk/>
            <pc:sldMk cId="3274214887" sldId="954"/>
            <ac:spMk id="37908" creationId="{ECEED859-8991-4CE8-9635-8241B1237252}"/>
          </ac:spMkLst>
        </pc:spChg>
        <pc:spChg chg="mod">
          <ac:chgData name="欣捷" userId="b965477fa0aef5e6" providerId="LiveId" clId="{1BD81BBC-CA8F-4FC3-A7DB-D4F292335208}" dt="2021-04-28T10:12:52.022" v="688" actId="164"/>
          <ac:spMkLst>
            <pc:docMk/>
            <pc:sldMk cId="3274214887" sldId="954"/>
            <ac:spMk id="37909" creationId="{2B7906B7-3DCF-4B16-A6A5-2D701F415D82}"/>
          </ac:spMkLst>
        </pc:spChg>
        <pc:spChg chg="mod">
          <ac:chgData name="欣捷" userId="b965477fa0aef5e6" providerId="LiveId" clId="{1BD81BBC-CA8F-4FC3-A7DB-D4F292335208}" dt="2021-04-28T10:12:52.022" v="688" actId="164"/>
          <ac:spMkLst>
            <pc:docMk/>
            <pc:sldMk cId="3274214887" sldId="954"/>
            <ac:spMk id="37910" creationId="{189B559F-B2A9-48D0-8185-D541D77CAD95}"/>
          </ac:spMkLst>
        </pc:spChg>
        <pc:spChg chg="mod">
          <ac:chgData name="欣捷" userId="b965477fa0aef5e6" providerId="LiveId" clId="{1BD81BBC-CA8F-4FC3-A7DB-D4F292335208}" dt="2021-04-28T10:12:52.022" v="688" actId="164"/>
          <ac:spMkLst>
            <pc:docMk/>
            <pc:sldMk cId="3274214887" sldId="954"/>
            <ac:spMk id="37911" creationId="{868619F1-A448-45F3-A29B-5BED9C25BD6E}"/>
          </ac:spMkLst>
        </pc:spChg>
        <pc:spChg chg="mod">
          <ac:chgData name="欣捷" userId="b965477fa0aef5e6" providerId="LiveId" clId="{1BD81BBC-CA8F-4FC3-A7DB-D4F292335208}" dt="2021-04-28T10:12:52.022" v="688" actId="164"/>
          <ac:spMkLst>
            <pc:docMk/>
            <pc:sldMk cId="3274214887" sldId="954"/>
            <ac:spMk id="37912" creationId="{0A70A414-71BE-4A26-8AF3-80A440EEB535}"/>
          </ac:spMkLst>
        </pc:spChg>
        <pc:spChg chg="mod">
          <ac:chgData name="欣捷" userId="b965477fa0aef5e6" providerId="LiveId" clId="{1BD81BBC-CA8F-4FC3-A7DB-D4F292335208}" dt="2021-04-28T10:12:52.022" v="688" actId="164"/>
          <ac:spMkLst>
            <pc:docMk/>
            <pc:sldMk cId="3274214887" sldId="954"/>
            <ac:spMk id="37913" creationId="{220F3783-573E-4B09-9174-1F3AC682A5E7}"/>
          </ac:spMkLst>
        </pc:spChg>
        <pc:spChg chg="mod">
          <ac:chgData name="欣捷" userId="b965477fa0aef5e6" providerId="LiveId" clId="{1BD81BBC-CA8F-4FC3-A7DB-D4F292335208}" dt="2021-04-28T10:12:52.022" v="688" actId="164"/>
          <ac:spMkLst>
            <pc:docMk/>
            <pc:sldMk cId="3274214887" sldId="954"/>
            <ac:spMk id="37914" creationId="{1B39B15C-F3C3-4124-9640-C841CBC7CCF1}"/>
          </ac:spMkLst>
        </pc:spChg>
        <pc:spChg chg="mod">
          <ac:chgData name="欣捷" userId="b965477fa0aef5e6" providerId="LiveId" clId="{1BD81BBC-CA8F-4FC3-A7DB-D4F292335208}" dt="2021-04-28T10:12:52.022" v="688" actId="164"/>
          <ac:spMkLst>
            <pc:docMk/>
            <pc:sldMk cId="3274214887" sldId="954"/>
            <ac:spMk id="37915" creationId="{F5C1CEB8-05AB-40EB-98B5-CD1006AD8581}"/>
          </ac:spMkLst>
        </pc:spChg>
        <pc:spChg chg="mod">
          <ac:chgData name="欣捷" userId="b965477fa0aef5e6" providerId="LiveId" clId="{1BD81BBC-CA8F-4FC3-A7DB-D4F292335208}" dt="2021-04-28T10:12:52.022" v="688" actId="164"/>
          <ac:spMkLst>
            <pc:docMk/>
            <pc:sldMk cId="3274214887" sldId="954"/>
            <ac:spMk id="37916" creationId="{F9F8B26C-9A35-4DC2-8BDB-6665D4B1F622}"/>
          </ac:spMkLst>
        </pc:spChg>
        <pc:spChg chg="mod">
          <ac:chgData name="欣捷" userId="b965477fa0aef5e6" providerId="LiveId" clId="{1BD81BBC-CA8F-4FC3-A7DB-D4F292335208}" dt="2021-04-28T10:12:52.022" v="688" actId="164"/>
          <ac:spMkLst>
            <pc:docMk/>
            <pc:sldMk cId="3274214887" sldId="954"/>
            <ac:spMk id="37917" creationId="{2AD0FB76-3DE0-4D0B-9649-DEC81838C16B}"/>
          </ac:spMkLst>
        </pc:spChg>
        <pc:spChg chg="mod">
          <ac:chgData name="欣捷" userId="b965477fa0aef5e6" providerId="LiveId" clId="{1BD81BBC-CA8F-4FC3-A7DB-D4F292335208}" dt="2021-04-28T10:12:52.022" v="688" actId="164"/>
          <ac:spMkLst>
            <pc:docMk/>
            <pc:sldMk cId="3274214887" sldId="954"/>
            <ac:spMk id="37919" creationId="{858B7D5E-6F8B-43BE-A9CE-B5BF4EFC14E1}"/>
          </ac:spMkLst>
        </pc:spChg>
        <pc:spChg chg="mod">
          <ac:chgData name="欣捷" userId="b965477fa0aef5e6" providerId="LiveId" clId="{1BD81BBC-CA8F-4FC3-A7DB-D4F292335208}" dt="2021-04-28T10:12:52.022" v="688" actId="164"/>
          <ac:spMkLst>
            <pc:docMk/>
            <pc:sldMk cId="3274214887" sldId="954"/>
            <ac:spMk id="37920" creationId="{639A22D9-4091-48EC-8C11-0CBCE005CAED}"/>
          </ac:spMkLst>
        </pc:spChg>
        <pc:spChg chg="mod">
          <ac:chgData name="欣捷" userId="b965477fa0aef5e6" providerId="LiveId" clId="{1BD81BBC-CA8F-4FC3-A7DB-D4F292335208}" dt="2021-04-28T10:12:52.022" v="688" actId="164"/>
          <ac:spMkLst>
            <pc:docMk/>
            <pc:sldMk cId="3274214887" sldId="954"/>
            <ac:spMk id="37921" creationId="{264587FE-0D46-47CC-9775-1E9A813128EA}"/>
          </ac:spMkLst>
        </pc:spChg>
        <pc:spChg chg="mod">
          <ac:chgData name="欣捷" userId="b965477fa0aef5e6" providerId="LiveId" clId="{1BD81BBC-CA8F-4FC3-A7DB-D4F292335208}" dt="2021-04-28T10:12:52.022" v="688" actId="164"/>
          <ac:spMkLst>
            <pc:docMk/>
            <pc:sldMk cId="3274214887" sldId="954"/>
            <ac:spMk id="37922" creationId="{0D6239C2-D4B0-4FD5-BE26-71BD66C6935A}"/>
          </ac:spMkLst>
        </pc:spChg>
        <pc:spChg chg="mod">
          <ac:chgData name="欣捷" userId="b965477fa0aef5e6" providerId="LiveId" clId="{1BD81BBC-CA8F-4FC3-A7DB-D4F292335208}" dt="2021-04-28T10:12:52.022" v="688" actId="164"/>
          <ac:spMkLst>
            <pc:docMk/>
            <pc:sldMk cId="3274214887" sldId="954"/>
            <ac:spMk id="37923" creationId="{F9D89C9D-AC38-48AC-9C09-F6CA252B1F15}"/>
          </ac:spMkLst>
        </pc:spChg>
        <pc:spChg chg="mod">
          <ac:chgData name="欣捷" userId="b965477fa0aef5e6" providerId="LiveId" clId="{1BD81BBC-CA8F-4FC3-A7DB-D4F292335208}" dt="2021-04-28T10:12:52.022" v="688" actId="164"/>
          <ac:spMkLst>
            <pc:docMk/>
            <pc:sldMk cId="3274214887" sldId="954"/>
            <ac:spMk id="37924" creationId="{C5CB3C2B-DF6D-4797-A0A8-E40A45632ACE}"/>
          </ac:spMkLst>
        </pc:spChg>
        <pc:spChg chg="mod">
          <ac:chgData name="欣捷" userId="b965477fa0aef5e6" providerId="LiveId" clId="{1BD81BBC-CA8F-4FC3-A7DB-D4F292335208}" dt="2021-04-28T10:12:52.022" v="688" actId="164"/>
          <ac:spMkLst>
            <pc:docMk/>
            <pc:sldMk cId="3274214887" sldId="954"/>
            <ac:spMk id="37925" creationId="{F876487C-CBC6-49B1-8DBA-37B1B2E5DD40}"/>
          </ac:spMkLst>
        </pc:spChg>
        <pc:spChg chg="mod">
          <ac:chgData name="欣捷" userId="b965477fa0aef5e6" providerId="LiveId" clId="{1BD81BBC-CA8F-4FC3-A7DB-D4F292335208}" dt="2021-04-28T10:12:52.022" v="688" actId="164"/>
          <ac:spMkLst>
            <pc:docMk/>
            <pc:sldMk cId="3274214887" sldId="954"/>
            <ac:spMk id="37926" creationId="{F32F70CC-FC7C-442A-8769-B299AB62E7F5}"/>
          </ac:spMkLst>
        </pc:spChg>
        <pc:spChg chg="mod">
          <ac:chgData name="欣捷" userId="b965477fa0aef5e6" providerId="LiveId" clId="{1BD81BBC-CA8F-4FC3-A7DB-D4F292335208}" dt="2021-04-28T10:12:52.022" v="688" actId="164"/>
          <ac:spMkLst>
            <pc:docMk/>
            <pc:sldMk cId="3274214887" sldId="954"/>
            <ac:spMk id="37927" creationId="{AD92A7C6-B2BA-4D70-A26F-254C78989698}"/>
          </ac:spMkLst>
        </pc:spChg>
        <pc:spChg chg="mod">
          <ac:chgData name="欣捷" userId="b965477fa0aef5e6" providerId="LiveId" clId="{1BD81BBC-CA8F-4FC3-A7DB-D4F292335208}" dt="2021-04-28T10:12:52.022" v="688" actId="164"/>
          <ac:spMkLst>
            <pc:docMk/>
            <pc:sldMk cId="3274214887" sldId="954"/>
            <ac:spMk id="37928" creationId="{B8270524-E7D0-437F-92C3-478F52C9FFF5}"/>
          </ac:spMkLst>
        </pc:spChg>
        <pc:spChg chg="mod">
          <ac:chgData name="欣捷" userId="b965477fa0aef5e6" providerId="LiveId" clId="{1BD81BBC-CA8F-4FC3-A7DB-D4F292335208}" dt="2021-04-28T10:12:52.022" v="688" actId="164"/>
          <ac:spMkLst>
            <pc:docMk/>
            <pc:sldMk cId="3274214887" sldId="954"/>
            <ac:spMk id="37929" creationId="{D0A302FA-FD8B-464C-B137-C801C2A41BE7}"/>
          </ac:spMkLst>
        </pc:spChg>
        <pc:spChg chg="mod">
          <ac:chgData name="欣捷" userId="b965477fa0aef5e6" providerId="LiveId" clId="{1BD81BBC-CA8F-4FC3-A7DB-D4F292335208}" dt="2021-04-28T10:12:52.022" v="688" actId="164"/>
          <ac:spMkLst>
            <pc:docMk/>
            <pc:sldMk cId="3274214887" sldId="954"/>
            <ac:spMk id="37930" creationId="{0F941DDB-9AC2-4041-842D-AE91E72D9504}"/>
          </ac:spMkLst>
        </pc:spChg>
        <pc:spChg chg="mod">
          <ac:chgData name="欣捷" userId="b965477fa0aef5e6" providerId="LiveId" clId="{1BD81BBC-CA8F-4FC3-A7DB-D4F292335208}" dt="2021-04-28T10:12:52.022" v="688" actId="164"/>
          <ac:spMkLst>
            <pc:docMk/>
            <pc:sldMk cId="3274214887" sldId="954"/>
            <ac:spMk id="37931" creationId="{DB6794AB-57FA-40FA-AE5B-5822895CA5D6}"/>
          </ac:spMkLst>
        </pc:spChg>
        <pc:spChg chg="mod">
          <ac:chgData name="欣捷" userId="b965477fa0aef5e6" providerId="LiveId" clId="{1BD81BBC-CA8F-4FC3-A7DB-D4F292335208}" dt="2021-04-28T10:12:52.022" v="688" actId="164"/>
          <ac:spMkLst>
            <pc:docMk/>
            <pc:sldMk cId="3274214887" sldId="954"/>
            <ac:spMk id="37932" creationId="{144C518F-B828-47AD-85BC-36E970162D5C}"/>
          </ac:spMkLst>
        </pc:spChg>
        <pc:spChg chg="mod">
          <ac:chgData name="欣捷" userId="b965477fa0aef5e6" providerId="LiveId" clId="{1BD81BBC-CA8F-4FC3-A7DB-D4F292335208}" dt="2021-04-28T10:12:52.022" v="688" actId="164"/>
          <ac:spMkLst>
            <pc:docMk/>
            <pc:sldMk cId="3274214887" sldId="954"/>
            <ac:spMk id="37933" creationId="{FDBC316D-3B1B-4839-9878-0603B7A6149E}"/>
          </ac:spMkLst>
        </pc:spChg>
        <pc:spChg chg="mod">
          <ac:chgData name="欣捷" userId="b965477fa0aef5e6" providerId="LiveId" clId="{1BD81BBC-CA8F-4FC3-A7DB-D4F292335208}" dt="2021-04-28T10:12:52.022" v="688" actId="164"/>
          <ac:spMkLst>
            <pc:docMk/>
            <pc:sldMk cId="3274214887" sldId="954"/>
            <ac:spMk id="37934" creationId="{0E8ED5E5-391B-497F-8AF6-0FBAFD1CACEA}"/>
          </ac:spMkLst>
        </pc:spChg>
        <pc:spChg chg="mod">
          <ac:chgData name="欣捷" userId="b965477fa0aef5e6" providerId="LiveId" clId="{1BD81BBC-CA8F-4FC3-A7DB-D4F292335208}" dt="2021-04-28T10:12:52.022" v="688" actId="164"/>
          <ac:spMkLst>
            <pc:docMk/>
            <pc:sldMk cId="3274214887" sldId="954"/>
            <ac:spMk id="37935" creationId="{D8247038-DC86-4098-B8B5-847618EF3BBA}"/>
          </ac:spMkLst>
        </pc:spChg>
        <pc:grpChg chg="add mod">
          <ac:chgData name="欣捷" userId="b965477fa0aef5e6" providerId="LiveId" clId="{1BD81BBC-CA8F-4FC3-A7DB-D4F292335208}" dt="2021-04-28T10:12:52.022" v="688" actId="164"/>
          <ac:grpSpMkLst>
            <pc:docMk/>
            <pc:sldMk cId="3274214887" sldId="954"/>
            <ac:grpSpMk id="2" creationId="{0864E6E0-F135-4D77-9904-FE28018CED4E}"/>
          </ac:grpSpMkLst>
        </pc:grpChg>
        <pc:graphicFrameChg chg="modGraphic">
          <ac:chgData name="欣捷" userId="b965477fa0aef5e6" providerId="LiveId" clId="{1BD81BBC-CA8F-4FC3-A7DB-D4F292335208}" dt="2021-04-28T10:08:00.333" v="642" actId="207"/>
          <ac:graphicFrameMkLst>
            <pc:docMk/>
            <pc:sldMk cId="3274214887" sldId="954"/>
            <ac:graphicFrameMk id="48" creationId="{94BB3912-C90B-4626-B1DE-7F2EFAD062A3}"/>
          </ac:graphicFrameMkLst>
        </pc:graphicFrameChg>
      </pc:sldChg>
      <pc:sldChg chg="addSp delSp modSp add mod">
        <pc:chgData name="欣捷" userId="b965477fa0aef5e6" providerId="LiveId" clId="{1BD81BBC-CA8F-4FC3-A7DB-D4F292335208}" dt="2021-04-28T10:13:45.984" v="708" actId="478"/>
        <pc:sldMkLst>
          <pc:docMk/>
          <pc:sldMk cId="4227420311" sldId="955"/>
        </pc:sldMkLst>
        <pc:spChg chg="mod">
          <ac:chgData name="欣捷" userId="b965477fa0aef5e6" providerId="LiveId" clId="{1BD81BBC-CA8F-4FC3-A7DB-D4F292335208}" dt="2021-04-28T10:12:55.553" v="689" actId="164"/>
          <ac:spMkLst>
            <pc:docMk/>
            <pc:sldMk cId="4227420311" sldId="955"/>
            <ac:spMk id="50" creationId="{CAD65E12-EE3C-475B-9A7A-5EA6A91A394E}"/>
          </ac:spMkLst>
        </pc:spChg>
        <pc:spChg chg="del">
          <ac:chgData name="欣捷" userId="b965477fa0aef5e6" providerId="LiveId" clId="{1BD81BBC-CA8F-4FC3-A7DB-D4F292335208}" dt="2021-04-28T10:13:45.984" v="708" actId="478"/>
          <ac:spMkLst>
            <pc:docMk/>
            <pc:sldMk cId="4227420311" sldId="955"/>
            <ac:spMk id="51" creationId="{A2479E00-C702-4983-903F-5A050D9CDA7C}"/>
          </ac:spMkLst>
        </pc:spChg>
        <pc:spChg chg="mod">
          <ac:chgData name="欣捷" userId="b965477fa0aef5e6" providerId="LiveId" clId="{1BD81BBC-CA8F-4FC3-A7DB-D4F292335208}" dt="2021-04-28T10:12:55.553" v="689" actId="164"/>
          <ac:spMkLst>
            <pc:docMk/>
            <pc:sldMk cId="4227420311" sldId="955"/>
            <ac:spMk id="52" creationId="{C6339EFF-3803-4101-BA18-15D9E1F45A67}"/>
          </ac:spMkLst>
        </pc:spChg>
        <pc:spChg chg="mod">
          <ac:chgData name="欣捷" userId="b965477fa0aef5e6" providerId="LiveId" clId="{1BD81BBC-CA8F-4FC3-A7DB-D4F292335208}" dt="2021-04-28T10:12:55.553" v="689" actId="164"/>
          <ac:spMkLst>
            <pc:docMk/>
            <pc:sldMk cId="4227420311" sldId="955"/>
            <ac:spMk id="37896" creationId="{A9DCFC6E-963E-417E-B201-8DE50A583033}"/>
          </ac:spMkLst>
        </pc:spChg>
        <pc:spChg chg="mod">
          <ac:chgData name="欣捷" userId="b965477fa0aef5e6" providerId="LiveId" clId="{1BD81BBC-CA8F-4FC3-A7DB-D4F292335208}" dt="2021-04-28T10:12:55.553" v="689" actId="164"/>
          <ac:spMkLst>
            <pc:docMk/>
            <pc:sldMk cId="4227420311" sldId="955"/>
            <ac:spMk id="37897" creationId="{7A75101F-D4C3-489D-BB57-A48B4B59F52C}"/>
          </ac:spMkLst>
        </pc:spChg>
        <pc:spChg chg="mod">
          <ac:chgData name="欣捷" userId="b965477fa0aef5e6" providerId="LiveId" clId="{1BD81BBC-CA8F-4FC3-A7DB-D4F292335208}" dt="2021-04-28T10:12:55.553" v="689" actId="164"/>
          <ac:spMkLst>
            <pc:docMk/>
            <pc:sldMk cId="4227420311" sldId="955"/>
            <ac:spMk id="37898" creationId="{E386BB47-BF99-45B7-8263-2AE8332983C6}"/>
          </ac:spMkLst>
        </pc:spChg>
        <pc:spChg chg="mod">
          <ac:chgData name="欣捷" userId="b965477fa0aef5e6" providerId="LiveId" clId="{1BD81BBC-CA8F-4FC3-A7DB-D4F292335208}" dt="2021-04-28T10:12:55.553" v="689" actId="164"/>
          <ac:spMkLst>
            <pc:docMk/>
            <pc:sldMk cId="4227420311" sldId="955"/>
            <ac:spMk id="37899" creationId="{3E566DD5-5A17-4A6D-84AF-FC3BFD17627F}"/>
          </ac:spMkLst>
        </pc:spChg>
        <pc:spChg chg="mod">
          <ac:chgData name="欣捷" userId="b965477fa0aef5e6" providerId="LiveId" clId="{1BD81BBC-CA8F-4FC3-A7DB-D4F292335208}" dt="2021-04-28T10:12:55.553" v="689" actId="164"/>
          <ac:spMkLst>
            <pc:docMk/>
            <pc:sldMk cId="4227420311" sldId="955"/>
            <ac:spMk id="37900" creationId="{BDED5F71-6535-40E5-ABE7-9AF027EEC51A}"/>
          </ac:spMkLst>
        </pc:spChg>
        <pc:spChg chg="mod">
          <ac:chgData name="欣捷" userId="b965477fa0aef5e6" providerId="LiveId" clId="{1BD81BBC-CA8F-4FC3-A7DB-D4F292335208}" dt="2021-04-28T10:12:55.553" v="689" actId="164"/>
          <ac:spMkLst>
            <pc:docMk/>
            <pc:sldMk cId="4227420311" sldId="955"/>
            <ac:spMk id="37901" creationId="{3E5A7A81-9EED-44FD-ACFB-62B5DBA6251D}"/>
          </ac:spMkLst>
        </pc:spChg>
        <pc:spChg chg="mod">
          <ac:chgData name="欣捷" userId="b965477fa0aef5e6" providerId="LiveId" clId="{1BD81BBC-CA8F-4FC3-A7DB-D4F292335208}" dt="2021-04-28T10:12:55.553" v="689" actId="164"/>
          <ac:spMkLst>
            <pc:docMk/>
            <pc:sldMk cId="4227420311" sldId="955"/>
            <ac:spMk id="37902" creationId="{1FE84377-5327-4AC3-AB5C-6ED1CE62066F}"/>
          </ac:spMkLst>
        </pc:spChg>
        <pc:spChg chg="mod">
          <ac:chgData name="欣捷" userId="b965477fa0aef5e6" providerId="LiveId" clId="{1BD81BBC-CA8F-4FC3-A7DB-D4F292335208}" dt="2021-04-28T10:12:55.553" v="689" actId="164"/>
          <ac:spMkLst>
            <pc:docMk/>
            <pc:sldMk cId="4227420311" sldId="955"/>
            <ac:spMk id="37903" creationId="{EA78DE3E-7F96-465B-95C0-DFBFB2A028D5}"/>
          </ac:spMkLst>
        </pc:spChg>
        <pc:spChg chg="mod">
          <ac:chgData name="欣捷" userId="b965477fa0aef5e6" providerId="LiveId" clId="{1BD81BBC-CA8F-4FC3-A7DB-D4F292335208}" dt="2021-04-28T10:12:55.553" v="689" actId="164"/>
          <ac:spMkLst>
            <pc:docMk/>
            <pc:sldMk cId="4227420311" sldId="955"/>
            <ac:spMk id="37904" creationId="{435EECA6-20F7-4D8B-BBF8-6E1A96A03B55}"/>
          </ac:spMkLst>
        </pc:spChg>
        <pc:spChg chg="mod">
          <ac:chgData name="欣捷" userId="b965477fa0aef5e6" providerId="LiveId" clId="{1BD81BBC-CA8F-4FC3-A7DB-D4F292335208}" dt="2021-04-28T10:12:55.553" v="689" actId="164"/>
          <ac:spMkLst>
            <pc:docMk/>
            <pc:sldMk cId="4227420311" sldId="955"/>
            <ac:spMk id="37905" creationId="{70C81298-8671-4968-AE81-19DDA3F06005}"/>
          </ac:spMkLst>
        </pc:spChg>
        <pc:spChg chg="mod">
          <ac:chgData name="欣捷" userId="b965477fa0aef5e6" providerId="LiveId" clId="{1BD81BBC-CA8F-4FC3-A7DB-D4F292335208}" dt="2021-04-28T10:12:55.553" v="689" actId="164"/>
          <ac:spMkLst>
            <pc:docMk/>
            <pc:sldMk cId="4227420311" sldId="955"/>
            <ac:spMk id="37906" creationId="{4395E17E-9641-41D1-9A76-2EBCABABC03A}"/>
          </ac:spMkLst>
        </pc:spChg>
        <pc:spChg chg="mod">
          <ac:chgData name="欣捷" userId="b965477fa0aef5e6" providerId="LiveId" clId="{1BD81BBC-CA8F-4FC3-A7DB-D4F292335208}" dt="2021-04-28T10:12:55.553" v="689" actId="164"/>
          <ac:spMkLst>
            <pc:docMk/>
            <pc:sldMk cId="4227420311" sldId="955"/>
            <ac:spMk id="37907" creationId="{442205ED-3043-4A4D-B634-4DE007DD2F10}"/>
          </ac:spMkLst>
        </pc:spChg>
        <pc:spChg chg="mod">
          <ac:chgData name="欣捷" userId="b965477fa0aef5e6" providerId="LiveId" clId="{1BD81BBC-CA8F-4FC3-A7DB-D4F292335208}" dt="2021-04-28T10:12:55.553" v="689" actId="164"/>
          <ac:spMkLst>
            <pc:docMk/>
            <pc:sldMk cId="4227420311" sldId="955"/>
            <ac:spMk id="37908" creationId="{ECEED859-8991-4CE8-9635-8241B1237252}"/>
          </ac:spMkLst>
        </pc:spChg>
        <pc:spChg chg="mod">
          <ac:chgData name="欣捷" userId="b965477fa0aef5e6" providerId="LiveId" clId="{1BD81BBC-CA8F-4FC3-A7DB-D4F292335208}" dt="2021-04-28T10:12:55.553" v="689" actId="164"/>
          <ac:spMkLst>
            <pc:docMk/>
            <pc:sldMk cId="4227420311" sldId="955"/>
            <ac:spMk id="37909" creationId="{2B7906B7-3DCF-4B16-A6A5-2D701F415D82}"/>
          </ac:spMkLst>
        </pc:spChg>
        <pc:spChg chg="mod">
          <ac:chgData name="欣捷" userId="b965477fa0aef5e6" providerId="LiveId" clId="{1BD81BBC-CA8F-4FC3-A7DB-D4F292335208}" dt="2021-04-28T10:12:55.553" v="689" actId="164"/>
          <ac:spMkLst>
            <pc:docMk/>
            <pc:sldMk cId="4227420311" sldId="955"/>
            <ac:spMk id="37910" creationId="{189B559F-B2A9-48D0-8185-D541D77CAD95}"/>
          </ac:spMkLst>
        </pc:spChg>
        <pc:spChg chg="mod">
          <ac:chgData name="欣捷" userId="b965477fa0aef5e6" providerId="LiveId" clId="{1BD81BBC-CA8F-4FC3-A7DB-D4F292335208}" dt="2021-04-28T10:12:55.553" v="689" actId="164"/>
          <ac:spMkLst>
            <pc:docMk/>
            <pc:sldMk cId="4227420311" sldId="955"/>
            <ac:spMk id="37911" creationId="{868619F1-A448-45F3-A29B-5BED9C25BD6E}"/>
          </ac:spMkLst>
        </pc:spChg>
        <pc:spChg chg="mod">
          <ac:chgData name="欣捷" userId="b965477fa0aef5e6" providerId="LiveId" clId="{1BD81BBC-CA8F-4FC3-A7DB-D4F292335208}" dt="2021-04-28T10:12:55.553" v="689" actId="164"/>
          <ac:spMkLst>
            <pc:docMk/>
            <pc:sldMk cId="4227420311" sldId="955"/>
            <ac:spMk id="37912" creationId="{0A70A414-71BE-4A26-8AF3-80A440EEB535}"/>
          </ac:spMkLst>
        </pc:spChg>
        <pc:spChg chg="mod">
          <ac:chgData name="欣捷" userId="b965477fa0aef5e6" providerId="LiveId" clId="{1BD81BBC-CA8F-4FC3-A7DB-D4F292335208}" dt="2021-04-28T10:12:55.553" v="689" actId="164"/>
          <ac:spMkLst>
            <pc:docMk/>
            <pc:sldMk cId="4227420311" sldId="955"/>
            <ac:spMk id="37913" creationId="{220F3783-573E-4B09-9174-1F3AC682A5E7}"/>
          </ac:spMkLst>
        </pc:spChg>
        <pc:spChg chg="mod">
          <ac:chgData name="欣捷" userId="b965477fa0aef5e6" providerId="LiveId" clId="{1BD81BBC-CA8F-4FC3-A7DB-D4F292335208}" dt="2021-04-28T10:12:55.553" v="689" actId="164"/>
          <ac:spMkLst>
            <pc:docMk/>
            <pc:sldMk cId="4227420311" sldId="955"/>
            <ac:spMk id="37914" creationId="{1B39B15C-F3C3-4124-9640-C841CBC7CCF1}"/>
          </ac:spMkLst>
        </pc:spChg>
        <pc:spChg chg="mod">
          <ac:chgData name="欣捷" userId="b965477fa0aef5e6" providerId="LiveId" clId="{1BD81BBC-CA8F-4FC3-A7DB-D4F292335208}" dt="2021-04-28T10:12:55.553" v="689" actId="164"/>
          <ac:spMkLst>
            <pc:docMk/>
            <pc:sldMk cId="4227420311" sldId="955"/>
            <ac:spMk id="37915" creationId="{F5C1CEB8-05AB-40EB-98B5-CD1006AD8581}"/>
          </ac:spMkLst>
        </pc:spChg>
        <pc:spChg chg="mod">
          <ac:chgData name="欣捷" userId="b965477fa0aef5e6" providerId="LiveId" clId="{1BD81BBC-CA8F-4FC3-A7DB-D4F292335208}" dt="2021-04-28T10:12:55.553" v="689" actId="164"/>
          <ac:spMkLst>
            <pc:docMk/>
            <pc:sldMk cId="4227420311" sldId="955"/>
            <ac:spMk id="37916" creationId="{F9F8B26C-9A35-4DC2-8BDB-6665D4B1F622}"/>
          </ac:spMkLst>
        </pc:spChg>
        <pc:spChg chg="mod">
          <ac:chgData name="欣捷" userId="b965477fa0aef5e6" providerId="LiveId" clId="{1BD81BBC-CA8F-4FC3-A7DB-D4F292335208}" dt="2021-04-28T10:12:55.553" v="689" actId="164"/>
          <ac:spMkLst>
            <pc:docMk/>
            <pc:sldMk cId="4227420311" sldId="955"/>
            <ac:spMk id="37917" creationId="{2AD0FB76-3DE0-4D0B-9649-DEC81838C16B}"/>
          </ac:spMkLst>
        </pc:spChg>
        <pc:spChg chg="mod">
          <ac:chgData name="欣捷" userId="b965477fa0aef5e6" providerId="LiveId" clId="{1BD81BBC-CA8F-4FC3-A7DB-D4F292335208}" dt="2021-04-28T10:12:55.553" v="689" actId="164"/>
          <ac:spMkLst>
            <pc:docMk/>
            <pc:sldMk cId="4227420311" sldId="955"/>
            <ac:spMk id="37920" creationId="{639A22D9-4091-48EC-8C11-0CBCE005CAED}"/>
          </ac:spMkLst>
        </pc:spChg>
        <pc:spChg chg="mod">
          <ac:chgData name="欣捷" userId="b965477fa0aef5e6" providerId="LiveId" clId="{1BD81BBC-CA8F-4FC3-A7DB-D4F292335208}" dt="2021-04-28T10:12:55.553" v="689" actId="164"/>
          <ac:spMkLst>
            <pc:docMk/>
            <pc:sldMk cId="4227420311" sldId="955"/>
            <ac:spMk id="37921" creationId="{264587FE-0D46-47CC-9775-1E9A813128EA}"/>
          </ac:spMkLst>
        </pc:spChg>
        <pc:spChg chg="mod">
          <ac:chgData name="欣捷" userId="b965477fa0aef5e6" providerId="LiveId" clId="{1BD81BBC-CA8F-4FC3-A7DB-D4F292335208}" dt="2021-04-28T10:12:55.553" v="689" actId="164"/>
          <ac:spMkLst>
            <pc:docMk/>
            <pc:sldMk cId="4227420311" sldId="955"/>
            <ac:spMk id="37922" creationId="{0D6239C2-D4B0-4FD5-BE26-71BD66C6935A}"/>
          </ac:spMkLst>
        </pc:spChg>
        <pc:spChg chg="mod">
          <ac:chgData name="欣捷" userId="b965477fa0aef5e6" providerId="LiveId" clId="{1BD81BBC-CA8F-4FC3-A7DB-D4F292335208}" dt="2021-04-28T10:12:55.553" v="689" actId="164"/>
          <ac:spMkLst>
            <pc:docMk/>
            <pc:sldMk cId="4227420311" sldId="955"/>
            <ac:spMk id="37923" creationId="{F9D89C9D-AC38-48AC-9C09-F6CA252B1F15}"/>
          </ac:spMkLst>
        </pc:spChg>
        <pc:spChg chg="mod">
          <ac:chgData name="欣捷" userId="b965477fa0aef5e6" providerId="LiveId" clId="{1BD81BBC-CA8F-4FC3-A7DB-D4F292335208}" dt="2021-04-28T10:12:55.553" v="689" actId="164"/>
          <ac:spMkLst>
            <pc:docMk/>
            <pc:sldMk cId="4227420311" sldId="955"/>
            <ac:spMk id="37924" creationId="{C5CB3C2B-DF6D-4797-A0A8-E40A45632ACE}"/>
          </ac:spMkLst>
        </pc:spChg>
        <pc:spChg chg="mod">
          <ac:chgData name="欣捷" userId="b965477fa0aef5e6" providerId="LiveId" clId="{1BD81BBC-CA8F-4FC3-A7DB-D4F292335208}" dt="2021-04-28T10:12:55.553" v="689" actId="164"/>
          <ac:spMkLst>
            <pc:docMk/>
            <pc:sldMk cId="4227420311" sldId="955"/>
            <ac:spMk id="37925" creationId="{F876487C-CBC6-49B1-8DBA-37B1B2E5DD40}"/>
          </ac:spMkLst>
        </pc:spChg>
        <pc:spChg chg="mod">
          <ac:chgData name="欣捷" userId="b965477fa0aef5e6" providerId="LiveId" clId="{1BD81BBC-CA8F-4FC3-A7DB-D4F292335208}" dt="2021-04-28T10:12:55.553" v="689" actId="164"/>
          <ac:spMkLst>
            <pc:docMk/>
            <pc:sldMk cId="4227420311" sldId="955"/>
            <ac:spMk id="37926" creationId="{F32F70CC-FC7C-442A-8769-B299AB62E7F5}"/>
          </ac:spMkLst>
        </pc:spChg>
        <pc:spChg chg="mod">
          <ac:chgData name="欣捷" userId="b965477fa0aef5e6" providerId="LiveId" clId="{1BD81BBC-CA8F-4FC3-A7DB-D4F292335208}" dt="2021-04-28T10:12:55.553" v="689" actId="164"/>
          <ac:spMkLst>
            <pc:docMk/>
            <pc:sldMk cId="4227420311" sldId="955"/>
            <ac:spMk id="37927" creationId="{AD92A7C6-B2BA-4D70-A26F-254C78989698}"/>
          </ac:spMkLst>
        </pc:spChg>
        <pc:spChg chg="mod">
          <ac:chgData name="欣捷" userId="b965477fa0aef5e6" providerId="LiveId" clId="{1BD81BBC-CA8F-4FC3-A7DB-D4F292335208}" dt="2021-04-28T10:12:55.553" v="689" actId="164"/>
          <ac:spMkLst>
            <pc:docMk/>
            <pc:sldMk cId="4227420311" sldId="955"/>
            <ac:spMk id="37928" creationId="{B8270524-E7D0-437F-92C3-478F52C9FFF5}"/>
          </ac:spMkLst>
        </pc:spChg>
        <pc:spChg chg="mod">
          <ac:chgData name="欣捷" userId="b965477fa0aef5e6" providerId="LiveId" clId="{1BD81BBC-CA8F-4FC3-A7DB-D4F292335208}" dt="2021-04-28T10:12:55.553" v="689" actId="164"/>
          <ac:spMkLst>
            <pc:docMk/>
            <pc:sldMk cId="4227420311" sldId="955"/>
            <ac:spMk id="37929" creationId="{D0A302FA-FD8B-464C-B137-C801C2A41BE7}"/>
          </ac:spMkLst>
        </pc:spChg>
        <pc:spChg chg="mod">
          <ac:chgData name="欣捷" userId="b965477fa0aef5e6" providerId="LiveId" clId="{1BD81BBC-CA8F-4FC3-A7DB-D4F292335208}" dt="2021-04-28T10:12:55.553" v="689" actId="164"/>
          <ac:spMkLst>
            <pc:docMk/>
            <pc:sldMk cId="4227420311" sldId="955"/>
            <ac:spMk id="37930" creationId="{0F941DDB-9AC2-4041-842D-AE91E72D9504}"/>
          </ac:spMkLst>
        </pc:spChg>
        <pc:spChg chg="mod">
          <ac:chgData name="欣捷" userId="b965477fa0aef5e6" providerId="LiveId" clId="{1BD81BBC-CA8F-4FC3-A7DB-D4F292335208}" dt="2021-04-28T10:12:55.553" v="689" actId="164"/>
          <ac:spMkLst>
            <pc:docMk/>
            <pc:sldMk cId="4227420311" sldId="955"/>
            <ac:spMk id="37931" creationId="{DB6794AB-57FA-40FA-AE5B-5822895CA5D6}"/>
          </ac:spMkLst>
        </pc:spChg>
        <pc:spChg chg="mod">
          <ac:chgData name="欣捷" userId="b965477fa0aef5e6" providerId="LiveId" clId="{1BD81BBC-CA8F-4FC3-A7DB-D4F292335208}" dt="2021-04-28T10:12:55.553" v="689" actId="164"/>
          <ac:spMkLst>
            <pc:docMk/>
            <pc:sldMk cId="4227420311" sldId="955"/>
            <ac:spMk id="37932" creationId="{144C518F-B828-47AD-85BC-36E970162D5C}"/>
          </ac:spMkLst>
        </pc:spChg>
        <pc:spChg chg="mod">
          <ac:chgData name="欣捷" userId="b965477fa0aef5e6" providerId="LiveId" clId="{1BD81BBC-CA8F-4FC3-A7DB-D4F292335208}" dt="2021-04-28T10:12:55.553" v="689" actId="164"/>
          <ac:spMkLst>
            <pc:docMk/>
            <pc:sldMk cId="4227420311" sldId="955"/>
            <ac:spMk id="37934" creationId="{0E8ED5E5-391B-497F-8AF6-0FBAFD1CACEA}"/>
          </ac:spMkLst>
        </pc:spChg>
        <pc:spChg chg="mod">
          <ac:chgData name="欣捷" userId="b965477fa0aef5e6" providerId="LiveId" clId="{1BD81BBC-CA8F-4FC3-A7DB-D4F292335208}" dt="2021-04-28T10:12:55.553" v="689" actId="164"/>
          <ac:spMkLst>
            <pc:docMk/>
            <pc:sldMk cId="4227420311" sldId="955"/>
            <ac:spMk id="37935" creationId="{D8247038-DC86-4098-B8B5-847618EF3BBA}"/>
          </ac:spMkLst>
        </pc:spChg>
        <pc:grpChg chg="add mod">
          <ac:chgData name="欣捷" userId="b965477fa0aef5e6" providerId="LiveId" clId="{1BD81BBC-CA8F-4FC3-A7DB-D4F292335208}" dt="2021-04-28T10:12:55.553" v="689" actId="164"/>
          <ac:grpSpMkLst>
            <pc:docMk/>
            <pc:sldMk cId="4227420311" sldId="955"/>
            <ac:grpSpMk id="2" creationId="{5612A67B-AC98-404D-AABE-5A4C3A7FAD68}"/>
          </ac:grpSpMkLst>
        </pc:grpChg>
        <pc:graphicFrameChg chg="modGraphic">
          <ac:chgData name="欣捷" userId="b965477fa0aef5e6" providerId="LiveId" clId="{1BD81BBC-CA8F-4FC3-A7DB-D4F292335208}" dt="2021-04-28T10:09:25.112" v="649" actId="207"/>
          <ac:graphicFrameMkLst>
            <pc:docMk/>
            <pc:sldMk cId="4227420311" sldId="955"/>
            <ac:graphicFrameMk id="48" creationId="{94BB3912-C90B-4626-B1DE-7F2EFAD062A3}"/>
          </ac:graphicFrameMkLst>
        </pc:graphicFrameChg>
      </pc:sldChg>
      <pc:sldChg chg="add">
        <pc:chgData name="欣捷" userId="b965477fa0aef5e6" providerId="LiveId" clId="{1BD81BBC-CA8F-4FC3-A7DB-D4F292335208}" dt="2021-05-13T04:16:18.163" v="712"/>
        <pc:sldMkLst>
          <pc:docMk/>
          <pc:sldMk cId="29038470" sldId="989"/>
        </pc:sldMkLst>
      </pc:sldChg>
    </pc:docChg>
  </pc:docChgLst>
  <pc:docChgLst>
    <pc:chgData name="王 欣捷" userId="b965477fa0aef5e6" providerId="LiveId" clId="{6B25E3A0-8D13-427B-91C6-98F6CF017510}"/>
    <pc:docChg chg="undo redo custSel addSld delSld modSld sldOrd">
      <pc:chgData name="王 欣捷" userId="b965477fa0aef5e6" providerId="LiveId" clId="{6B25E3A0-8D13-427B-91C6-98F6CF017510}" dt="2021-04-20T14:19:47.465" v="1513" actId="20577"/>
      <pc:docMkLst>
        <pc:docMk/>
      </pc:docMkLst>
      <pc:sldChg chg="del">
        <pc:chgData name="王 欣捷" userId="b965477fa0aef5e6" providerId="LiveId" clId="{6B25E3A0-8D13-427B-91C6-98F6CF017510}" dt="2021-04-20T13:08:17.013" v="389" actId="47"/>
        <pc:sldMkLst>
          <pc:docMk/>
          <pc:sldMk cId="0" sldId="935"/>
        </pc:sldMkLst>
      </pc:sldChg>
      <pc:sldChg chg="del">
        <pc:chgData name="王 欣捷" userId="b965477fa0aef5e6" providerId="LiveId" clId="{6B25E3A0-8D13-427B-91C6-98F6CF017510}" dt="2021-04-20T13:08:18.638" v="390" actId="47"/>
        <pc:sldMkLst>
          <pc:docMk/>
          <pc:sldMk cId="0" sldId="936"/>
        </pc:sldMkLst>
      </pc:sldChg>
      <pc:sldChg chg="del">
        <pc:chgData name="王 欣捷" userId="b965477fa0aef5e6" providerId="LiveId" clId="{6B25E3A0-8D13-427B-91C6-98F6CF017510}" dt="2021-04-20T13:55:36.044" v="1045" actId="47"/>
        <pc:sldMkLst>
          <pc:docMk/>
          <pc:sldMk cId="0" sldId="938"/>
        </pc:sldMkLst>
      </pc:sldChg>
      <pc:sldChg chg="del">
        <pc:chgData name="王 欣捷" userId="b965477fa0aef5e6" providerId="LiveId" clId="{6B25E3A0-8D13-427B-91C6-98F6CF017510}" dt="2021-04-20T14:09:57.154" v="1318" actId="47"/>
        <pc:sldMkLst>
          <pc:docMk/>
          <pc:sldMk cId="0" sldId="940"/>
        </pc:sldMkLst>
      </pc:sldChg>
      <pc:sldChg chg="del">
        <pc:chgData name="王 欣捷" userId="b965477fa0aef5e6" providerId="LiveId" clId="{6B25E3A0-8D13-427B-91C6-98F6CF017510}" dt="2021-04-20T14:13:44.761" v="1393" actId="47"/>
        <pc:sldMkLst>
          <pc:docMk/>
          <pc:sldMk cId="0" sldId="942"/>
        </pc:sldMkLst>
      </pc:sldChg>
      <pc:sldChg chg="add del">
        <pc:chgData name="王 欣捷" userId="b965477fa0aef5e6" providerId="LiveId" clId="{6B25E3A0-8D13-427B-91C6-98F6CF017510}" dt="2021-04-20T14:13:45.610" v="1394" actId="47"/>
        <pc:sldMkLst>
          <pc:docMk/>
          <pc:sldMk cId="0" sldId="943"/>
        </pc:sldMkLst>
      </pc:sldChg>
      <pc:sldChg chg="del">
        <pc:chgData name="王 欣捷" userId="b965477fa0aef5e6" providerId="LiveId" clId="{6B25E3A0-8D13-427B-91C6-98F6CF017510}" dt="2021-04-20T14:16:03.024" v="1439" actId="47"/>
        <pc:sldMkLst>
          <pc:docMk/>
          <pc:sldMk cId="672076074" sldId="945"/>
        </pc:sldMkLst>
      </pc:sldChg>
      <pc:sldChg chg="del">
        <pc:chgData name="王 欣捷" userId="b965477fa0aef5e6" providerId="LiveId" clId="{6B25E3A0-8D13-427B-91C6-98F6CF017510}" dt="2021-04-20T14:19:07.930" v="1512" actId="47"/>
        <pc:sldMkLst>
          <pc:docMk/>
          <pc:sldMk cId="4090644917" sldId="946"/>
        </pc:sldMkLst>
      </pc:sldChg>
      <pc:sldChg chg="del">
        <pc:chgData name="王 欣捷" userId="b965477fa0aef5e6" providerId="LiveId" clId="{6B25E3A0-8D13-427B-91C6-98F6CF017510}" dt="2021-04-20T14:19:07.930" v="1512" actId="47"/>
        <pc:sldMkLst>
          <pc:docMk/>
          <pc:sldMk cId="2198492349" sldId="947"/>
        </pc:sldMkLst>
      </pc:sldChg>
      <pc:sldChg chg="del">
        <pc:chgData name="王 欣捷" userId="b965477fa0aef5e6" providerId="LiveId" clId="{6B25E3A0-8D13-427B-91C6-98F6CF017510}" dt="2021-04-20T13:13:57.132" v="426" actId="47"/>
        <pc:sldMkLst>
          <pc:docMk/>
          <pc:sldMk cId="4227420311" sldId="955"/>
        </pc:sldMkLst>
      </pc:sldChg>
      <pc:sldChg chg="del">
        <pc:chgData name="王 欣捷" userId="b965477fa0aef5e6" providerId="LiveId" clId="{6B25E3A0-8D13-427B-91C6-98F6CF017510}" dt="2021-04-20T13:14:23.567" v="427" actId="47"/>
        <pc:sldMkLst>
          <pc:docMk/>
          <pc:sldMk cId="0" sldId="956"/>
        </pc:sldMkLst>
      </pc:sldChg>
      <pc:sldChg chg="del">
        <pc:chgData name="王 欣捷" userId="b965477fa0aef5e6" providerId="LiveId" clId="{6B25E3A0-8D13-427B-91C6-98F6CF017510}" dt="2021-04-20T13:14:23.567" v="427" actId="47"/>
        <pc:sldMkLst>
          <pc:docMk/>
          <pc:sldMk cId="2811519429" sldId="957"/>
        </pc:sldMkLst>
      </pc:sldChg>
      <pc:sldChg chg="del">
        <pc:chgData name="王 欣捷" userId="b965477fa0aef5e6" providerId="LiveId" clId="{6B25E3A0-8D13-427B-91C6-98F6CF017510}" dt="2021-04-20T13:14:23.567" v="427" actId="47"/>
        <pc:sldMkLst>
          <pc:docMk/>
          <pc:sldMk cId="2100743063" sldId="958"/>
        </pc:sldMkLst>
      </pc:sldChg>
      <pc:sldChg chg="del">
        <pc:chgData name="王 欣捷" userId="b965477fa0aef5e6" providerId="LiveId" clId="{6B25E3A0-8D13-427B-91C6-98F6CF017510}" dt="2021-04-20T13:14:23.567" v="427" actId="47"/>
        <pc:sldMkLst>
          <pc:docMk/>
          <pc:sldMk cId="3687718703" sldId="959"/>
        </pc:sldMkLst>
      </pc:sldChg>
      <pc:sldChg chg="addSp delSp modSp mod modClrScheme modAnim chgLayout">
        <pc:chgData name="王 欣捷" userId="b965477fa0aef5e6" providerId="LiveId" clId="{6B25E3A0-8D13-427B-91C6-98F6CF017510}" dt="2021-04-20T13:16:49.922" v="491"/>
        <pc:sldMkLst>
          <pc:docMk/>
          <pc:sldMk cId="575355836" sldId="960"/>
        </pc:sldMkLst>
        <pc:spChg chg="add del mod">
          <ac:chgData name="王 欣捷" userId="b965477fa0aef5e6" providerId="LiveId" clId="{6B25E3A0-8D13-427B-91C6-98F6CF017510}" dt="2021-04-20T13:14:27.936" v="429" actId="21"/>
          <ac:spMkLst>
            <pc:docMk/>
            <pc:sldMk cId="575355836" sldId="960"/>
            <ac:spMk id="3" creationId="{EC2DE26E-C153-475E-96BD-E1ACC12C1A3B}"/>
          </ac:spMkLst>
        </pc:spChg>
        <pc:spChg chg="add del mod ord">
          <ac:chgData name="王 欣捷" userId="b965477fa0aef5e6" providerId="LiveId" clId="{6B25E3A0-8D13-427B-91C6-98F6CF017510}" dt="2021-04-20T13:14:30.960" v="431" actId="700"/>
          <ac:spMkLst>
            <pc:docMk/>
            <pc:sldMk cId="575355836" sldId="960"/>
            <ac:spMk id="5" creationId="{75E2B365-DCB2-45C8-9654-7596D4B3F946}"/>
          </ac:spMkLst>
        </pc:spChg>
        <pc:spChg chg="mod">
          <ac:chgData name="王 欣捷" userId="b965477fa0aef5e6" providerId="LiveId" clId="{6B25E3A0-8D13-427B-91C6-98F6CF017510}" dt="2021-04-20T13:16:00.888" v="482" actId="1038"/>
          <ac:spMkLst>
            <pc:docMk/>
            <pc:sldMk cId="575355836" sldId="960"/>
            <ac:spMk id="11" creationId="{4E961AEC-201E-4F11-9D73-4FA4A459A034}"/>
          </ac:spMkLst>
        </pc:spChg>
        <pc:spChg chg="mod">
          <ac:chgData name="王 欣捷" userId="b965477fa0aef5e6" providerId="LiveId" clId="{6B25E3A0-8D13-427B-91C6-98F6CF017510}" dt="2021-04-20T13:16:00.888" v="482" actId="1038"/>
          <ac:spMkLst>
            <pc:docMk/>
            <pc:sldMk cId="575355836" sldId="960"/>
            <ac:spMk id="12" creationId="{2A4AD180-0A46-4F9F-9860-CE446D8D87EF}"/>
          </ac:spMkLst>
        </pc:spChg>
        <pc:spChg chg="mod">
          <ac:chgData name="王 欣捷" userId="b965477fa0aef5e6" providerId="LiveId" clId="{6B25E3A0-8D13-427B-91C6-98F6CF017510}" dt="2021-04-20T13:16:00.888" v="482" actId="1038"/>
          <ac:spMkLst>
            <pc:docMk/>
            <pc:sldMk cId="575355836" sldId="960"/>
            <ac:spMk id="13" creationId="{2D4BADC1-3083-4136-B29B-FED17956ED8C}"/>
          </ac:spMkLst>
        </pc:spChg>
        <pc:spChg chg="mod">
          <ac:chgData name="王 欣捷" userId="b965477fa0aef5e6" providerId="LiveId" clId="{6B25E3A0-8D13-427B-91C6-98F6CF017510}" dt="2021-04-20T13:16:00.888" v="482" actId="1038"/>
          <ac:spMkLst>
            <pc:docMk/>
            <pc:sldMk cId="575355836" sldId="960"/>
            <ac:spMk id="14" creationId="{ADD2B8ED-215E-440F-9418-9D1601C6405A}"/>
          </ac:spMkLst>
        </pc:spChg>
        <pc:spChg chg="mod">
          <ac:chgData name="王 欣捷" userId="b965477fa0aef5e6" providerId="LiveId" clId="{6B25E3A0-8D13-427B-91C6-98F6CF017510}" dt="2021-04-20T13:16:00.888" v="482" actId="1038"/>
          <ac:spMkLst>
            <pc:docMk/>
            <pc:sldMk cId="575355836" sldId="960"/>
            <ac:spMk id="15" creationId="{8A473652-BE70-40F5-8D6B-A9CB3BA128F1}"/>
          </ac:spMkLst>
        </pc:spChg>
        <pc:spChg chg="mod">
          <ac:chgData name="王 欣捷" userId="b965477fa0aef5e6" providerId="LiveId" clId="{6B25E3A0-8D13-427B-91C6-98F6CF017510}" dt="2021-04-20T13:16:00.888" v="482" actId="1038"/>
          <ac:spMkLst>
            <pc:docMk/>
            <pc:sldMk cId="575355836" sldId="960"/>
            <ac:spMk id="16" creationId="{83D08D61-7479-4AB5-9A93-B05F9354D40E}"/>
          </ac:spMkLst>
        </pc:spChg>
        <pc:spChg chg="mod">
          <ac:chgData name="王 欣捷" userId="b965477fa0aef5e6" providerId="LiveId" clId="{6B25E3A0-8D13-427B-91C6-98F6CF017510}" dt="2021-04-20T13:16:00.888" v="482" actId="1038"/>
          <ac:spMkLst>
            <pc:docMk/>
            <pc:sldMk cId="575355836" sldId="960"/>
            <ac:spMk id="17" creationId="{7CFE2769-90E3-4D4E-8437-E6F70B78E54B}"/>
          </ac:spMkLst>
        </pc:spChg>
        <pc:spChg chg="mod">
          <ac:chgData name="王 欣捷" userId="b965477fa0aef5e6" providerId="LiveId" clId="{6B25E3A0-8D13-427B-91C6-98F6CF017510}" dt="2021-04-20T13:16:00.888" v="482" actId="1038"/>
          <ac:spMkLst>
            <pc:docMk/>
            <pc:sldMk cId="575355836" sldId="960"/>
            <ac:spMk id="18" creationId="{E8EE1921-8059-426F-AD0A-70B922417AEB}"/>
          </ac:spMkLst>
        </pc:spChg>
        <pc:spChg chg="mod">
          <ac:chgData name="王 欣捷" userId="b965477fa0aef5e6" providerId="LiveId" clId="{6B25E3A0-8D13-427B-91C6-98F6CF017510}" dt="2021-04-20T13:16:00.888" v="482" actId="1038"/>
          <ac:spMkLst>
            <pc:docMk/>
            <pc:sldMk cId="575355836" sldId="960"/>
            <ac:spMk id="19" creationId="{60DBD097-0429-4A85-87EE-5CC9E526E22F}"/>
          </ac:spMkLst>
        </pc:spChg>
        <pc:spChg chg="mod">
          <ac:chgData name="王 欣捷" userId="b965477fa0aef5e6" providerId="LiveId" clId="{6B25E3A0-8D13-427B-91C6-98F6CF017510}" dt="2021-04-20T13:16:00.888" v="482" actId="1038"/>
          <ac:spMkLst>
            <pc:docMk/>
            <pc:sldMk cId="575355836" sldId="960"/>
            <ac:spMk id="20" creationId="{FCC67AA0-3874-4B0A-B6B8-0DA27CD7FCB1}"/>
          </ac:spMkLst>
        </pc:spChg>
        <pc:spChg chg="mod">
          <ac:chgData name="王 欣捷" userId="b965477fa0aef5e6" providerId="LiveId" clId="{6B25E3A0-8D13-427B-91C6-98F6CF017510}" dt="2021-04-20T13:16:00.888" v="482" actId="1038"/>
          <ac:spMkLst>
            <pc:docMk/>
            <pc:sldMk cId="575355836" sldId="960"/>
            <ac:spMk id="21" creationId="{9F61E2F5-8958-43D4-9BC2-F395DF2AAF6E}"/>
          </ac:spMkLst>
        </pc:spChg>
        <pc:spChg chg="mod">
          <ac:chgData name="王 欣捷" userId="b965477fa0aef5e6" providerId="LiveId" clId="{6B25E3A0-8D13-427B-91C6-98F6CF017510}" dt="2021-04-20T13:16:00.888" v="482" actId="1038"/>
          <ac:spMkLst>
            <pc:docMk/>
            <pc:sldMk cId="575355836" sldId="960"/>
            <ac:spMk id="22" creationId="{D42A2DFB-7081-46A8-B4BF-3A4F66DD880D}"/>
          </ac:spMkLst>
        </pc:spChg>
        <pc:spChg chg="mod">
          <ac:chgData name="王 欣捷" userId="b965477fa0aef5e6" providerId="LiveId" clId="{6B25E3A0-8D13-427B-91C6-98F6CF017510}" dt="2021-04-20T13:16:00.888" v="482" actId="1038"/>
          <ac:spMkLst>
            <pc:docMk/>
            <pc:sldMk cId="575355836" sldId="960"/>
            <ac:spMk id="23" creationId="{11D0E16B-AA22-4EDB-86C9-1CB848013BBF}"/>
          </ac:spMkLst>
        </pc:spChg>
        <pc:spChg chg="mod">
          <ac:chgData name="王 欣捷" userId="b965477fa0aef5e6" providerId="LiveId" clId="{6B25E3A0-8D13-427B-91C6-98F6CF017510}" dt="2021-04-20T13:16:00.888" v="482" actId="1038"/>
          <ac:spMkLst>
            <pc:docMk/>
            <pc:sldMk cId="575355836" sldId="960"/>
            <ac:spMk id="24" creationId="{6D9634A7-6DE0-4521-A06C-D3F68BF18621}"/>
          </ac:spMkLst>
        </pc:spChg>
        <pc:spChg chg="mod">
          <ac:chgData name="王 欣捷" userId="b965477fa0aef5e6" providerId="LiveId" clId="{6B25E3A0-8D13-427B-91C6-98F6CF017510}" dt="2021-04-20T13:16:00.888" v="482" actId="1038"/>
          <ac:spMkLst>
            <pc:docMk/>
            <pc:sldMk cId="575355836" sldId="960"/>
            <ac:spMk id="25" creationId="{8F6F6D84-10B1-4EDD-BA50-7E5A969BA758}"/>
          </ac:spMkLst>
        </pc:spChg>
        <pc:spChg chg="mod">
          <ac:chgData name="王 欣捷" userId="b965477fa0aef5e6" providerId="LiveId" clId="{6B25E3A0-8D13-427B-91C6-98F6CF017510}" dt="2021-04-20T13:16:00.888" v="482" actId="1038"/>
          <ac:spMkLst>
            <pc:docMk/>
            <pc:sldMk cId="575355836" sldId="960"/>
            <ac:spMk id="26" creationId="{6FB112A1-0D58-44FE-9D58-E458E052E570}"/>
          </ac:spMkLst>
        </pc:spChg>
        <pc:spChg chg="mod">
          <ac:chgData name="王 欣捷" userId="b965477fa0aef5e6" providerId="LiveId" clId="{6B25E3A0-8D13-427B-91C6-98F6CF017510}" dt="2021-04-20T13:16:00.888" v="482" actId="1038"/>
          <ac:spMkLst>
            <pc:docMk/>
            <pc:sldMk cId="575355836" sldId="960"/>
            <ac:spMk id="27" creationId="{8D4970C0-4EE2-4767-946C-E1C065989721}"/>
          </ac:spMkLst>
        </pc:spChg>
        <pc:spChg chg="mod">
          <ac:chgData name="王 欣捷" userId="b965477fa0aef5e6" providerId="LiveId" clId="{6B25E3A0-8D13-427B-91C6-98F6CF017510}" dt="2021-04-20T13:16:00.888" v="482" actId="1038"/>
          <ac:spMkLst>
            <pc:docMk/>
            <pc:sldMk cId="575355836" sldId="960"/>
            <ac:spMk id="29" creationId="{47D93BFC-9A2F-420F-8949-7475BF3B3363}"/>
          </ac:spMkLst>
        </pc:spChg>
        <pc:spChg chg="mod">
          <ac:chgData name="王 欣捷" userId="b965477fa0aef5e6" providerId="LiveId" clId="{6B25E3A0-8D13-427B-91C6-98F6CF017510}" dt="2021-04-20T13:16:00.888" v="482" actId="1038"/>
          <ac:spMkLst>
            <pc:docMk/>
            <pc:sldMk cId="575355836" sldId="960"/>
            <ac:spMk id="30" creationId="{983FABFC-7944-44F7-B307-0B4A9B909DC3}"/>
          </ac:spMkLst>
        </pc:spChg>
        <pc:spChg chg="mod">
          <ac:chgData name="王 欣捷" userId="b965477fa0aef5e6" providerId="LiveId" clId="{6B25E3A0-8D13-427B-91C6-98F6CF017510}" dt="2021-04-20T13:16:00.888" v="482" actId="1038"/>
          <ac:spMkLst>
            <pc:docMk/>
            <pc:sldMk cId="575355836" sldId="960"/>
            <ac:spMk id="31" creationId="{BECFDE40-87FD-411B-A970-B54BD6D98E44}"/>
          </ac:spMkLst>
        </pc:spChg>
        <pc:spChg chg="mod">
          <ac:chgData name="王 欣捷" userId="b965477fa0aef5e6" providerId="LiveId" clId="{6B25E3A0-8D13-427B-91C6-98F6CF017510}" dt="2021-04-20T13:16:00.888" v="482" actId="1038"/>
          <ac:spMkLst>
            <pc:docMk/>
            <pc:sldMk cId="575355836" sldId="960"/>
            <ac:spMk id="32" creationId="{DD509894-70EB-4641-9CDC-C7C6B656E0E7}"/>
          </ac:spMkLst>
        </pc:spChg>
        <pc:spChg chg="mod">
          <ac:chgData name="王 欣捷" userId="b965477fa0aef5e6" providerId="LiveId" clId="{6B25E3A0-8D13-427B-91C6-98F6CF017510}" dt="2021-04-20T13:16:00.888" v="482" actId="1038"/>
          <ac:spMkLst>
            <pc:docMk/>
            <pc:sldMk cId="575355836" sldId="960"/>
            <ac:spMk id="33" creationId="{D21D6F19-7871-4716-839F-1A9AF050722E}"/>
          </ac:spMkLst>
        </pc:spChg>
        <pc:spChg chg="mod">
          <ac:chgData name="王 欣捷" userId="b965477fa0aef5e6" providerId="LiveId" clId="{6B25E3A0-8D13-427B-91C6-98F6CF017510}" dt="2021-04-20T13:16:00.888" v="482" actId="1038"/>
          <ac:spMkLst>
            <pc:docMk/>
            <pc:sldMk cId="575355836" sldId="960"/>
            <ac:spMk id="34" creationId="{0D1A953A-43FD-49B8-9FA6-0BEFDA69F472}"/>
          </ac:spMkLst>
        </pc:spChg>
        <pc:spChg chg="mod">
          <ac:chgData name="王 欣捷" userId="b965477fa0aef5e6" providerId="LiveId" clId="{6B25E3A0-8D13-427B-91C6-98F6CF017510}" dt="2021-04-20T13:16:00.888" v="482" actId="1038"/>
          <ac:spMkLst>
            <pc:docMk/>
            <pc:sldMk cId="575355836" sldId="960"/>
            <ac:spMk id="35" creationId="{2C03B295-C59E-431A-BBD5-AFDBA535344A}"/>
          </ac:spMkLst>
        </pc:spChg>
        <pc:spChg chg="mod">
          <ac:chgData name="王 欣捷" userId="b965477fa0aef5e6" providerId="LiveId" clId="{6B25E3A0-8D13-427B-91C6-98F6CF017510}" dt="2021-04-20T13:16:00.888" v="482" actId="1038"/>
          <ac:spMkLst>
            <pc:docMk/>
            <pc:sldMk cId="575355836" sldId="960"/>
            <ac:spMk id="37" creationId="{E66B0C42-51B2-4B79-AE72-D9B6F7A01213}"/>
          </ac:spMkLst>
        </pc:spChg>
        <pc:spChg chg="mod">
          <ac:chgData name="王 欣捷" userId="b965477fa0aef5e6" providerId="LiveId" clId="{6B25E3A0-8D13-427B-91C6-98F6CF017510}" dt="2021-04-20T13:16:00.888" v="482" actId="1038"/>
          <ac:spMkLst>
            <pc:docMk/>
            <pc:sldMk cId="575355836" sldId="960"/>
            <ac:spMk id="38" creationId="{485A96A2-6202-43BD-A980-7A0A2A1C958A}"/>
          </ac:spMkLst>
        </pc:spChg>
        <pc:spChg chg="mod">
          <ac:chgData name="王 欣捷" userId="b965477fa0aef5e6" providerId="LiveId" clId="{6B25E3A0-8D13-427B-91C6-98F6CF017510}" dt="2021-04-20T13:16:00.888" v="482" actId="1038"/>
          <ac:spMkLst>
            <pc:docMk/>
            <pc:sldMk cId="575355836" sldId="960"/>
            <ac:spMk id="39" creationId="{EC556852-201F-4F72-A59E-0A2359FFE9AC}"/>
          </ac:spMkLst>
        </pc:spChg>
        <pc:spChg chg="mod">
          <ac:chgData name="王 欣捷" userId="b965477fa0aef5e6" providerId="LiveId" clId="{6B25E3A0-8D13-427B-91C6-98F6CF017510}" dt="2021-04-20T13:16:00.888" v="482" actId="1038"/>
          <ac:spMkLst>
            <pc:docMk/>
            <pc:sldMk cId="575355836" sldId="960"/>
            <ac:spMk id="40" creationId="{9FF7E9B2-7167-4E52-BB92-1CB3293CD6AD}"/>
          </ac:spMkLst>
        </pc:spChg>
        <pc:spChg chg="mod">
          <ac:chgData name="王 欣捷" userId="b965477fa0aef5e6" providerId="LiveId" clId="{6B25E3A0-8D13-427B-91C6-98F6CF017510}" dt="2021-04-20T13:16:00.888" v="482" actId="1038"/>
          <ac:spMkLst>
            <pc:docMk/>
            <pc:sldMk cId="575355836" sldId="960"/>
            <ac:spMk id="41" creationId="{A3150FF1-836E-4A6C-8814-D49DF14CCFB9}"/>
          </ac:spMkLst>
        </pc:spChg>
        <pc:spChg chg="mod">
          <ac:chgData name="王 欣捷" userId="b965477fa0aef5e6" providerId="LiveId" clId="{6B25E3A0-8D13-427B-91C6-98F6CF017510}" dt="2021-04-20T13:16:00.888" v="482" actId="1038"/>
          <ac:spMkLst>
            <pc:docMk/>
            <pc:sldMk cId="575355836" sldId="960"/>
            <ac:spMk id="42" creationId="{E2A247F2-DB99-4BBB-B18D-57DE45722605}"/>
          </ac:spMkLst>
        </pc:spChg>
        <pc:spChg chg="mod">
          <ac:chgData name="王 欣捷" userId="b965477fa0aef5e6" providerId="LiveId" clId="{6B25E3A0-8D13-427B-91C6-98F6CF017510}" dt="2021-04-20T13:16:00.888" v="482" actId="1038"/>
          <ac:spMkLst>
            <pc:docMk/>
            <pc:sldMk cId="575355836" sldId="960"/>
            <ac:spMk id="43" creationId="{274A9CE3-C7C5-454E-9A3D-3BCA8B3694C3}"/>
          </ac:spMkLst>
        </pc:spChg>
        <pc:spChg chg="mod">
          <ac:chgData name="王 欣捷" userId="b965477fa0aef5e6" providerId="LiveId" clId="{6B25E3A0-8D13-427B-91C6-98F6CF017510}" dt="2021-04-20T13:16:00.888" v="482" actId="1038"/>
          <ac:spMkLst>
            <pc:docMk/>
            <pc:sldMk cId="575355836" sldId="960"/>
            <ac:spMk id="45" creationId="{CC6D98C4-E285-4D95-A140-6C298DFFB07E}"/>
          </ac:spMkLst>
        </pc:spChg>
        <pc:spChg chg="mod">
          <ac:chgData name="王 欣捷" userId="b965477fa0aef5e6" providerId="LiveId" clId="{6B25E3A0-8D13-427B-91C6-98F6CF017510}" dt="2021-04-20T13:16:00.888" v="482" actId="1038"/>
          <ac:spMkLst>
            <pc:docMk/>
            <pc:sldMk cId="575355836" sldId="960"/>
            <ac:spMk id="46" creationId="{91ED5100-7E64-4954-8FDB-4F5044C9DEF7}"/>
          </ac:spMkLst>
        </pc:spChg>
        <pc:spChg chg="mod">
          <ac:chgData name="王 欣捷" userId="b965477fa0aef5e6" providerId="LiveId" clId="{6B25E3A0-8D13-427B-91C6-98F6CF017510}" dt="2021-04-20T13:16:00.888" v="482" actId="1038"/>
          <ac:spMkLst>
            <pc:docMk/>
            <pc:sldMk cId="575355836" sldId="960"/>
            <ac:spMk id="47" creationId="{1D5E413D-0695-4999-A696-F9133ACA8FA9}"/>
          </ac:spMkLst>
        </pc:spChg>
        <pc:spChg chg="mod">
          <ac:chgData name="王 欣捷" userId="b965477fa0aef5e6" providerId="LiveId" clId="{6B25E3A0-8D13-427B-91C6-98F6CF017510}" dt="2021-04-20T13:16:00.888" v="482" actId="1038"/>
          <ac:spMkLst>
            <pc:docMk/>
            <pc:sldMk cId="575355836" sldId="960"/>
            <ac:spMk id="48" creationId="{57DA407F-5D90-40EA-9DD1-B63223DE3CB5}"/>
          </ac:spMkLst>
        </pc:spChg>
        <pc:spChg chg="mod">
          <ac:chgData name="王 欣捷" userId="b965477fa0aef5e6" providerId="LiveId" clId="{6B25E3A0-8D13-427B-91C6-98F6CF017510}" dt="2021-04-20T13:16:00.888" v="482" actId="1038"/>
          <ac:spMkLst>
            <pc:docMk/>
            <pc:sldMk cId="575355836" sldId="960"/>
            <ac:spMk id="49" creationId="{0A4A00B3-99C6-459A-A4EA-DB8E85056029}"/>
          </ac:spMkLst>
        </pc:spChg>
        <pc:spChg chg="mod">
          <ac:chgData name="王 欣捷" userId="b965477fa0aef5e6" providerId="LiveId" clId="{6B25E3A0-8D13-427B-91C6-98F6CF017510}" dt="2021-04-20T13:16:00.888" v="482" actId="1038"/>
          <ac:spMkLst>
            <pc:docMk/>
            <pc:sldMk cId="575355836" sldId="960"/>
            <ac:spMk id="50" creationId="{271328D4-7934-4FDB-BCCE-858F65AE7B0F}"/>
          </ac:spMkLst>
        </pc:spChg>
        <pc:spChg chg="mod">
          <ac:chgData name="王 欣捷" userId="b965477fa0aef5e6" providerId="LiveId" clId="{6B25E3A0-8D13-427B-91C6-98F6CF017510}" dt="2021-04-20T13:16:00.888" v="482" actId="1038"/>
          <ac:spMkLst>
            <pc:docMk/>
            <pc:sldMk cId="575355836" sldId="960"/>
            <ac:spMk id="51" creationId="{2B2AA360-AB13-4541-BEDE-A6CF7ED1C2CE}"/>
          </ac:spMkLst>
        </pc:spChg>
        <pc:spChg chg="mod">
          <ac:chgData name="王 欣捷" userId="b965477fa0aef5e6" providerId="LiveId" clId="{6B25E3A0-8D13-427B-91C6-98F6CF017510}" dt="2021-04-20T13:16:00.888" v="482" actId="1038"/>
          <ac:spMkLst>
            <pc:docMk/>
            <pc:sldMk cId="575355836" sldId="960"/>
            <ac:spMk id="52" creationId="{2B71E3CB-6AEF-4991-ACD0-FAA9FA8B61F1}"/>
          </ac:spMkLst>
        </pc:spChg>
        <pc:spChg chg="mod">
          <ac:chgData name="王 欣捷" userId="b965477fa0aef5e6" providerId="LiveId" clId="{6B25E3A0-8D13-427B-91C6-98F6CF017510}" dt="2021-04-20T13:16:00.888" v="482" actId="1038"/>
          <ac:spMkLst>
            <pc:docMk/>
            <pc:sldMk cId="575355836" sldId="960"/>
            <ac:spMk id="53" creationId="{8BC59514-D7F5-49FC-AF57-55407971A79D}"/>
          </ac:spMkLst>
        </pc:spChg>
        <pc:spChg chg="mod">
          <ac:chgData name="王 欣捷" userId="b965477fa0aef5e6" providerId="LiveId" clId="{6B25E3A0-8D13-427B-91C6-98F6CF017510}" dt="2021-04-20T13:16:00.888" v="482" actId="1038"/>
          <ac:spMkLst>
            <pc:docMk/>
            <pc:sldMk cId="575355836" sldId="960"/>
            <ac:spMk id="55" creationId="{932D12F9-96E5-475A-A1EA-8D2C537A099A}"/>
          </ac:spMkLst>
        </pc:spChg>
        <pc:spChg chg="mod">
          <ac:chgData name="王 欣捷" userId="b965477fa0aef5e6" providerId="LiveId" clId="{6B25E3A0-8D13-427B-91C6-98F6CF017510}" dt="2021-04-20T13:16:00.888" v="482" actId="1038"/>
          <ac:spMkLst>
            <pc:docMk/>
            <pc:sldMk cId="575355836" sldId="960"/>
            <ac:spMk id="56" creationId="{6935D018-BBB5-432C-85D7-F47DC4B1E4D7}"/>
          </ac:spMkLst>
        </pc:spChg>
        <pc:spChg chg="mod">
          <ac:chgData name="王 欣捷" userId="b965477fa0aef5e6" providerId="LiveId" clId="{6B25E3A0-8D13-427B-91C6-98F6CF017510}" dt="2021-04-20T13:16:00.888" v="482" actId="1038"/>
          <ac:spMkLst>
            <pc:docMk/>
            <pc:sldMk cId="575355836" sldId="960"/>
            <ac:spMk id="57" creationId="{538E43DD-D6C0-4F05-860B-440D8C1931AE}"/>
          </ac:spMkLst>
        </pc:spChg>
        <pc:spChg chg="mod">
          <ac:chgData name="王 欣捷" userId="b965477fa0aef5e6" providerId="LiveId" clId="{6B25E3A0-8D13-427B-91C6-98F6CF017510}" dt="2021-04-20T13:16:00.888" v="482" actId="1038"/>
          <ac:spMkLst>
            <pc:docMk/>
            <pc:sldMk cId="575355836" sldId="960"/>
            <ac:spMk id="58" creationId="{34CCB015-09F3-498E-900A-333ECFD6E66B}"/>
          </ac:spMkLst>
        </pc:spChg>
        <pc:spChg chg="mod">
          <ac:chgData name="王 欣捷" userId="b965477fa0aef5e6" providerId="LiveId" clId="{6B25E3A0-8D13-427B-91C6-98F6CF017510}" dt="2021-04-20T13:16:00.888" v="482" actId="1038"/>
          <ac:spMkLst>
            <pc:docMk/>
            <pc:sldMk cId="575355836" sldId="960"/>
            <ac:spMk id="59" creationId="{82E8783D-5DED-4367-B439-5215B0B1E62C}"/>
          </ac:spMkLst>
        </pc:spChg>
        <pc:spChg chg="mod">
          <ac:chgData name="王 欣捷" userId="b965477fa0aef5e6" providerId="LiveId" clId="{6B25E3A0-8D13-427B-91C6-98F6CF017510}" dt="2021-04-20T13:16:00.888" v="482" actId="1038"/>
          <ac:spMkLst>
            <pc:docMk/>
            <pc:sldMk cId="575355836" sldId="960"/>
            <ac:spMk id="60" creationId="{81B3E52B-5B19-4A20-9D3A-C60EFC3298C6}"/>
          </ac:spMkLst>
        </pc:spChg>
        <pc:spChg chg="mod">
          <ac:chgData name="王 欣捷" userId="b965477fa0aef5e6" providerId="LiveId" clId="{6B25E3A0-8D13-427B-91C6-98F6CF017510}" dt="2021-04-20T13:16:00.888" v="482" actId="1038"/>
          <ac:spMkLst>
            <pc:docMk/>
            <pc:sldMk cId="575355836" sldId="960"/>
            <ac:spMk id="61" creationId="{FB3A8741-5E2A-4AB6-A24A-23DF1F80DB6C}"/>
          </ac:spMkLst>
        </pc:spChg>
        <pc:spChg chg="mod">
          <ac:chgData name="王 欣捷" userId="b965477fa0aef5e6" providerId="LiveId" clId="{6B25E3A0-8D13-427B-91C6-98F6CF017510}" dt="2021-04-20T13:16:00.888" v="482" actId="1038"/>
          <ac:spMkLst>
            <pc:docMk/>
            <pc:sldMk cId="575355836" sldId="960"/>
            <ac:spMk id="62" creationId="{FD05EA31-CFE6-420A-8CD5-99F3DFC728EF}"/>
          </ac:spMkLst>
        </pc:spChg>
        <pc:spChg chg="mod">
          <ac:chgData name="王 欣捷" userId="b965477fa0aef5e6" providerId="LiveId" clId="{6B25E3A0-8D13-427B-91C6-98F6CF017510}" dt="2021-04-20T13:16:00.888" v="482" actId="1038"/>
          <ac:spMkLst>
            <pc:docMk/>
            <pc:sldMk cId="575355836" sldId="960"/>
            <ac:spMk id="63" creationId="{C906D85F-3F08-42A6-A1FF-99FE2D68D214}"/>
          </ac:spMkLst>
        </pc:spChg>
        <pc:spChg chg="mod">
          <ac:chgData name="王 欣捷" userId="b965477fa0aef5e6" providerId="LiveId" clId="{6B25E3A0-8D13-427B-91C6-98F6CF017510}" dt="2021-04-20T13:16:00.888" v="482" actId="1038"/>
          <ac:spMkLst>
            <pc:docMk/>
            <pc:sldMk cId="575355836" sldId="960"/>
            <ac:spMk id="65" creationId="{CC727957-BB36-4F57-AEF4-05AD65279A1D}"/>
          </ac:spMkLst>
        </pc:spChg>
        <pc:spChg chg="mod">
          <ac:chgData name="王 欣捷" userId="b965477fa0aef5e6" providerId="LiveId" clId="{6B25E3A0-8D13-427B-91C6-98F6CF017510}" dt="2021-04-20T13:16:00.888" v="482" actId="1038"/>
          <ac:spMkLst>
            <pc:docMk/>
            <pc:sldMk cId="575355836" sldId="960"/>
            <ac:spMk id="66" creationId="{61F2B5BB-604A-48DA-8AC4-D6AC006D7A13}"/>
          </ac:spMkLst>
        </pc:spChg>
        <pc:spChg chg="mod">
          <ac:chgData name="王 欣捷" userId="b965477fa0aef5e6" providerId="LiveId" clId="{6B25E3A0-8D13-427B-91C6-98F6CF017510}" dt="2021-04-20T13:16:00.888" v="482" actId="1038"/>
          <ac:spMkLst>
            <pc:docMk/>
            <pc:sldMk cId="575355836" sldId="960"/>
            <ac:spMk id="67" creationId="{F3811991-9313-45A6-B485-6C96D4BC2045}"/>
          </ac:spMkLst>
        </pc:spChg>
        <pc:spChg chg="mod">
          <ac:chgData name="王 欣捷" userId="b965477fa0aef5e6" providerId="LiveId" clId="{6B25E3A0-8D13-427B-91C6-98F6CF017510}" dt="2021-04-20T13:16:00.888" v="482" actId="1038"/>
          <ac:spMkLst>
            <pc:docMk/>
            <pc:sldMk cId="575355836" sldId="960"/>
            <ac:spMk id="68" creationId="{008052FF-8121-41E7-8512-AC35713659C2}"/>
          </ac:spMkLst>
        </pc:spChg>
        <pc:spChg chg="mod">
          <ac:chgData name="王 欣捷" userId="b965477fa0aef5e6" providerId="LiveId" clId="{6B25E3A0-8D13-427B-91C6-98F6CF017510}" dt="2021-04-20T13:16:00.888" v="482" actId="1038"/>
          <ac:spMkLst>
            <pc:docMk/>
            <pc:sldMk cId="575355836" sldId="960"/>
            <ac:spMk id="69" creationId="{9F855086-18FE-4240-AB31-0C8E24E54762}"/>
          </ac:spMkLst>
        </pc:spChg>
        <pc:spChg chg="mod">
          <ac:chgData name="王 欣捷" userId="b965477fa0aef5e6" providerId="LiveId" clId="{6B25E3A0-8D13-427B-91C6-98F6CF017510}" dt="2021-04-20T13:16:00.888" v="482" actId="1038"/>
          <ac:spMkLst>
            <pc:docMk/>
            <pc:sldMk cId="575355836" sldId="960"/>
            <ac:spMk id="70" creationId="{CB2032B3-1301-4FFA-9F31-E69FCCE8E6DE}"/>
          </ac:spMkLst>
        </pc:spChg>
        <pc:spChg chg="mod ord">
          <ac:chgData name="王 欣捷" userId="b965477fa0aef5e6" providerId="LiveId" clId="{6B25E3A0-8D13-427B-91C6-98F6CF017510}" dt="2021-04-20T13:14:30.960" v="431" actId="700"/>
          <ac:spMkLst>
            <pc:docMk/>
            <pc:sldMk cId="575355836" sldId="960"/>
            <ac:spMk id="68610" creationId="{FCF627FA-E208-40D5-97E0-90077863FC2F}"/>
          </ac:spMkLst>
        </pc:spChg>
        <pc:spChg chg="mod ord">
          <ac:chgData name="王 欣捷" userId="b965477fa0aef5e6" providerId="LiveId" clId="{6B25E3A0-8D13-427B-91C6-98F6CF017510}" dt="2021-04-20T13:16:22.068" v="487" actId="20577"/>
          <ac:spMkLst>
            <pc:docMk/>
            <pc:sldMk cId="575355836" sldId="960"/>
            <ac:spMk id="68611" creationId="{C45CFE14-D59E-4A35-936E-710342AAD8D2}"/>
          </ac:spMkLst>
        </pc:spChg>
        <pc:grpChg chg="add mod">
          <ac:chgData name="王 欣捷" userId="b965477fa0aef5e6" providerId="LiveId" clId="{6B25E3A0-8D13-427B-91C6-98F6CF017510}" dt="2021-04-20T13:16:00.888" v="482" actId="1038"/>
          <ac:grpSpMkLst>
            <pc:docMk/>
            <pc:sldMk cId="575355836" sldId="960"/>
            <ac:grpSpMk id="10" creationId="{2EB6E117-BA42-4CD3-8F97-5023A1EE6503}"/>
          </ac:grpSpMkLst>
        </pc:grpChg>
        <pc:grpChg chg="add mod">
          <ac:chgData name="王 欣捷" userId="b965477fa0aef5e6" providerId="LiveId" clId="{6B25E3A0-8D13-427B-91C6-98F6CF017510}" dt="2021-04-20T13:16:00.888" v="482" actId="1038"/>
          <ac:grpSpMkLst>
            <pc:docMk/>
            <pc:sldMk cId="575355836" sldId="960"/>
            <ac:grpSpMk id="28" creationId="{BFFAA2BB-CF42-4ACF-AEE1-42F3C3A1FEC7}"/>
          </ac:grpSpMkLst>
        </pc:grpChg>
        <pc:grpChg chg="add mod">
          <ac:chgData name="王 欣捷" userId="b965477fa0aef5e6" providerId="LiveId" clId="{6B25E3A0-8D13-427B-91C6-98F6CF017510}" dt="2021-04-20T13:16:00.888" v="482" actId="1038"/>
          <ac:grpSpMkLst>
            <pc:docMk/>
            <pc:sldMk cId="575355836" sldId="960"/>
            <ac:grpSpMk id="36" creationId="{EA9D4878-E46D-41FE-B2AA-E67E473AA3CE}"/>
          </ac:grpSpMkLst>
        </pc:grpChg>
        <pc:grpChg chg="add mod">
          <ac:chgData name="王 欣捷" userId="b965477fa0aef5e6" providerId="LiveId" clId="{6B25E3A0-8D13-427B-91C6-98F6CF017510}" dt="2021-04-20T13:16:00.888" v="482" actId="1038"/>
          <ac:grpSpMkLst>
            <pc:docMk/>
            <pc:sldMk cId="575355836" sldId="960"/>
            <ac:grpSpMk id="44" creationId="{56A048D7-3ECC-412E-8C98-74F9BBF60D5D}"/>
          </ac:grpSpMkLst>
        </pc:grpChg>
        <pc:grpChg chg="add mod">
          <ac:chgData name="王 欣捷" userId="b965477fa0aef5e6" providerId="LiveId" clId="{6B25E3A0-8D13-427B-91C6-98F6CF017510}" dt="2021-04-20T13:16:00.888" v="482" actId="1038"/>
          <ac:grpSpMkLst>
            <pc:docMk/>
            <pc:sldMk cId="575355836" sldId="960"/>
            <ac:grpSpMk id="54" creationId="{DB87A4B4-0D58-459B-B37D-C5A4D3959BE3}"/>
          </ac:grpSpMkLst>
        </pc:grpChg>
        <pc:grpChg chg="add mod">
          <ac:chgData name="王 欣捷" userId="b965477fa0aef5e6" providerId="LiveId" clId="{6B25E3A0-8D13-427B-91C6-98F6CF017510}" dt="2021-04-20T13:16:00.888" v="482" actId="1038"/>
          <ac:grpSpMkLst>
            <pc:docMk/>
            <pc:sldMk cId="575355836" sldId="960"/>
            <ac:grpSpMk id="64" creationId="{9F6E0258-BFAE-48F1-A7FB-45FE4D4A6750}"/>
          </ac:grpSpMkLst>
        </pc:grpChg>
        <pc:graphicFrameChg chg="add del mod modGraphic">
          <ac:chgData name="王 欣捷" userId="b965477fa0aef5e6" providerId="LiveId" clId="{6B25E3A0-8D13-427B-91C6-98F6CF017510}" dt="2021-04-20T13:16:07.440" v="483" actId="478"/>
          <ac:graphicFrameMkLst>
            <pc:docMk/>
            <pc:sldMk cId="575355836" sldId="960"/>
            <ac:graphicFrameMk id="9" creationId="{D436AF82-9558-4D93-B393-C8EA6D421FE5}"/>
          </ac:graphicFrameMkLst>
        </pc:graphicFrameChg>
        <pc:graphicFrameChg chg="add del">
          <ac:chgData name="王 欣捷" userId="b965477fa0aef5e6" providerId="LiveId" clId="{6B25E3A0-8D13-427B-91C6-98F6CF017510}" dt="2021-04-20T13:14:29.111" v="430" actId="21"/>
          <ac:graphicFrameMkLst>
            <pc:docMk/>
            <pc:sldMk cId="575355836" sldId="960"/>
            <ac:graphicFrameMk id="808964" creationId="{40242341-B7B6-4C26-BD47-3939901F14D1}"/>
          </ac:graphicFrameMkLst>
        </pc:graphicFrameChg>
      </pc:sldChg>
      <pc:sldChg chg="addSp delSp modSp mod chgLayout">
        <pc:chgData name="王 欣捷" userId="b965477fa0aef5e6" providerId="LiveId" clId="{6B25E3A0-8D13-427B-91C6-98F6CF017510}" dt="2021-04-20T13:47:13.753" v="879" actId="113"/>
        <pc:sldMkLst>
          <pc:docMk/>
          <pc:sldMk cId="0" sldId="962"/>
        </pc:sldMkLst>
        <pc:spChg chg="add del mod">
          <ac:chgData name="王 欣捷" userId="b965477fa0aef5e6" providerId="LiveId" clId="{6B25E3A0-8D13-427B-91C6-98F6CF017510}" dt="2021-04-20T13:46:48.982" v="870" actId="6264"/>
          <ac:spMkLst>
            <pc:docMk/>
            <pc:sldMk cId="0" sldId="962"/>
            <ac:spMk id="2" creationId="{ACED3F01-2387-446E-AC6A-E6878A7021AD}"/>
          </ac:spMkLst>
        </pc:spChg>
        <pc:spChg chg="add del mod">
          <ac:chgData name="王 欣捷" userId="b965477fa0aef5e6" providerId="LiveId" clId="{6B25E3A0-8D13-427B-91C6-98F6CF017510}" dt="2021-04-20T13:46:48.982" v="870" actId="6264"/>
          <ac:spMkLst>
            <pc:docMk/>
            <pc:sldMk cId="0" sldId="962"/>
            <ac:spMk id="3" creationId="{0AED8BB3-6BCC-465A-8C6C-1A8D3ABAE78B}"/>
          </ac:spMkLst>
        </pc:spChg>
        <pc:spChg chg="mod ord">
          <ac:chgData name="王 欣捷" userId="b965477fa0aef5e6" providerId="LiveId" clId="{6B25E3A0-8D13-427B-91C6-98F6CF017510}" dt="2021-04-20T13:46:48.982" v="870" actId="6264"/>
          <ac:spMkLst>
            <pc:docMk/>
            <pc:sldMk cId="0" sldId="962"/>
            <ac:spMk id="30722" creationId="{E2B84779-F6AC-4BAD-A1E5-A758C1532E65}"/>
          </ac:spMkLst>
        </pc:spChg>
        <pc:spChg chg="mod ord">
          <ac:chgData name="王 欣捷" userId="b965477fa0aef5e6" providerId="LiveId" clId="{6B25E3A0-8D13-427B-91C6-98F6CF017510}" dt="2021-04-20T13:47:13.753" v="879" actId="113"/>
          <ac:spMkLst>
            <pc:docMk/>
            <pc:sldMk cId="0" sldId="962"/>
            <ac:spMk id="30723" creationId="{A6CADA6A-23BE-40F6-B6A2-A7A29A15497B}"/>
          </ac:spMkLst>
        </pc:spChg>
      </pc:sldChg>
      <pc:sldChg chg="del ord">
        <pc:chgData name="王 欣捷" userId="b965477fa0aef5e6" providerId="LiveId" clId="{6B25E3A0-8D13-427B-91C6-98F6CF017510}" dt="2021-04-20T13:46:29.446" v="864" actId="47"/>
        <pc:sldMkLst>
          <pc:docMk/>
          <pc:sldMk cId="0" sldId="963"/>
        </pc:sldMkLst>
      </pc:sldChg>
      <pc:sldChg chg="del">
        <pc:chgData name="王 欣捷" userId="b965477fa0aef5e6" providerId="LiveId" clId="{6B25E3A0-8D13-427B-91C6-98F6CF017510}" dt="2021-04-20T13:50:56.886" v="927" actId="47"/>
        <pc:sldMkLst>
          <pc:docMk/>
          <pc:sldMk cId="0" sldId="964"/>
        </pc:sldMkLst>
      </pc:sldChg>
      <pc:sldChg chg="del">
        <pc:chgData name="王 欣捷" userId="b965477fa0aef5e6" providerId="LiveId" clId="{6B25E3A0-8D13-427B-91C6-98F6CF017510}" dt="2021-04-20T13:50:56.886" v="927" actId="47"/>
        <pc:sldMkLst>
          <pc:docMk/>
          <pc:sldMk cId="0" sldId="965"/>
        </pc:sldMkLst>
      </pc:sldChg>
      <pc:sldChg chg="del">
        <pc:chgData name="王 欣捷" userId="b965477fa0aef5e6" providerId="LiveId" clId="{6B25E3A0-8D13-427B-91C6-98F6CF017510}" dt="2021-04-20T13:57:42.299" v="1078" actId="47"/>
        <pc:sldMkLst>
          <pc:docMk/>
          <pc:sldMk cId="0" sldId="966"/>
        </pc:sldMkLst>
      </pc:sldChg>
      <pc:sldChg chg="del">
        <pc:chgData name="王 欣捷" userId="b965477fa0aef5e6" providerId="LiveId" clId="{6B25E3A0-8D13-427B-91C6-98F6CF017510}" dt="2021-04-20T13:57:42.299" v="1078" actId="47"/>
        <pc:sldMkLst>
          <pc:docMk/>
          <pc:sldMk cId="0" sldId="967"/>
        </pc:sldMkLst>
      </pc:sldChg>
      <pc:sldChg chg="del">
        <pc:chgData name="王 欣捷" userId="b965477fa0aef5e6" providerId="LiveId" clId="{6B25E3A0-8D13-427B-91C6-98F6CF017510}" dt="2021-04-20T14:10:55.281" v="1324" actId="47"/>
        <pc:sldMkLst>
          <pc:docMk/>
          <pc:sldMk cId="0" sldId="968"/>
        </pc:sldMkLst>
      </pc:sldChg>
      <pc:sldChg chg="del">
        <pc:chgData name="王 欣捷" userId="b965477fa0aef5e6" providerId="LiveId" clId="{6B25E3A0-8D13-427B-91C6-98F6CF017510}" dt="2021-04-20T14:10:55.281" v="1324" actId="47"/>
        <pc:sldMkLst>
          <pc:docMk/>
          <pc:sldMk cId="0" sldId="969"/>
        </pc:sldMkLst>
      </pc:sldChg>
      <pc:sldChg chg="del">
        <pc:chgData name="王 欣捷" userId="b965477fa0aef5e6" providerId="LiveId" clId="{6B25E3A0-8D13-427B-91C6-98F6CF017510}" dt="2021-04-20T14:14:04.852" v="1396" actId="47"/>
        <pc:sldMkLst>
          <pc:docMk/>
          <pc:sldMk cId="0" sldId="971"/>
        </pc:sldMkLst>
      </pc:sldChg>
      <pc:sldChg chg="modSp mod">
        <pc:chgData name="王 欣捷" userId="b965477fa0aef5e6" providerId="LiveId" clId="{6B25E3A0-8D13-427B-91C6-98F6CF017510}" dt="2021-04-20T13:22:53.797" v="527" actId="113"/>
        <pc:sldMkLst>
          <pc:docMk/>
          <pc:sldMk cId="0" sldId="1080"/>
        </pc:sldMkLst>
        <pc:spChg chg="mod">
          <ac:chgData name="王 欣捷" userId="b965477fa0aef5e6" providerId="LiveId" clId="{6B25E3A0-8D13-427B-91C6-98F6CF017510}" dt="2021-04-20T13:22:53.797" v="527" actId="113"/>
          <ac:spMkLst>
            <pc:docMk/>
            <pc:sldMk cId="0" sldId="1080"/>
            <ac:spMk id="15368" creationId="{0AF61221-0C2D-42BC-96D9-BFE579CB64AB}"/>
          </ac:spMkLst>
        </pc:spChg>
      </pc:sldChg>
      <pc:sldChg chg="modSp mod">
        <pc:chgData name="王 欣捷" userId="b965477fa0aef5e6" providerId="LiveId" clId="{6B25E3A0-8D13-427B-91C6-98F6CF017510}" dt="2021-04-20T13:17:08.689" v="492" actId="2710"/>
        <pc:sldMkLst>
          <pc:docMk/>
          <pc:sldMk cId="0" sldId="1090"/>
        </pc:sldMkLst>
        <pc:spChg chg="mod">
          <ac:chgData name="王 欣捷" userId="b965477fa0aef5e6" providerId="LiveId" clId="{6B25E3A0-8D13-427B-91C6-98F6CF017510}" dt="2021-04-20T13:17:08.689" v="492" actId="2710"/>
          <ac:spMkLst>
            <pc:docMk/>
            <pc:sldMk cId="0" sldId="1090"/>
            <ac:spMk id="72707" creationId="{FEB2BB3A-81CC-4ABD-A121-E8ED803B6BA9}"/>
          </ac:spMkLst>
        </pc:spChg>
      </pc:sldChg>
      <pc:sldChg chg="modSp mod chgLayout">
        <pc:chgData name="王 欣捷" userId="b965477fa0aef5e6" providerId="LiveId" clId="{6B25E3A0-8D13-427B-91C6-98F6CF017510}" dt="2021-04-20T13:17:45.153" v="497" actId="207"/>
        <pc:sldMkLst>
          <pc:docMk/>
          <pc:sldMk cId="0" sldId="1092"/>
        </pc:sldMkLst>
        <pc:spChg chg="mod ord">
          <ac:chgData name="王 欣捷" userId="b965477fa0aef5e6" providerId="LiveId" clId="{6B25E3A0-8D13-427B-91C6-98F6CF017510}" dt="2021-04-20T13:17:21.597" v="493" actId="700"/>
          <ac:spMkLst>
            <pc:docMk/>
            <pc:sldMk cId="0" sldId="1092"/>
            <ac:spMk id="75778" creationId="{8FC5D2F0-42F8-4D25-9C9E-A2DB00142697}"/>
          </ac:spMkLst>
        </pc:spChg>
        <pc:spChg chg="mod ord">
          <ac:chgData name="王 欣捷" userId="b965477fa0aef5e6" providerId="LiveId" clId="{6B25E3A0-8D13-427B-91C6-98F6CF017510}" dt="2021-04-20T13:17:45.153" v="497" actId="207"/>
          <ac:spMkLst>
            <pc:docMk/>
            <pc:sldMk cId="0" sldId="1092"/>
            <ac:spMk id="75779" creationId="{2491CD41-39E6-48BE-B085-53D39C99FC27}"/>
          </ac:spMkLst>
        </pc:spChg>
      </pc:sldChg>
      <pc:sldChg chg="modSp mod chgLayout">
        <pc:chgData name="王 欣捷" userId="b965477fa0aef5e6" providerId="LiveId" clId="{6B25E3A0-8D13-427B-91C6-98F6CF017510}" dt="2021-04-20T13:18:26.576" v="507" actId="207"/>
        <pc:sldMkLst>
          <pc:docMk/>
          <pc:sldMk cId="0" sldId="1093"/>
        </pc:sldMkLst>
        <pc:spChg chg="mod ord">
          <ac:chgData name="王 欣捷" userId="b965477fa0aef5e6" providerId="LiveId" clId="{6B25E3A0-8D13-427B-91C6-98F6CF017510}" dt="2021-04-20T13:17:48.513" v="498" actId="700"/>
          <ac:spMkLst>
            <pc:docMk/>
            <pc:sldMk cId="0" sldId="1093"/>
            <ac:spMk id="76802" creationId="{1F95A803-F7B1-47C3-8501-B610AFD2B071}"/>
          </ac:spMkLst>
        </pc:spChg>
        <pc:spChg chg="mod ord">
          <ac:chgData name="王 欣捷" userId="b965477fa0aef5e6" providerId="LiveId" clId="{6B25E3A0-8D13-427B-91C6-98F6CF017510}" dt="2021-04-20T13:18:26.576" v="507" actId="207"/>
          <ac:spMkLst>
            <pc:docMk/>
            <pc:sldMk cId="0" sldId="1093"/>
            <ac:spMk id="660483" creationId="{83D08FC5-AE32-4DA5-BEC8-B16EF53D22AF}"/>
          </ac:spMkLst>
        </pc:spChg>
      </pc:sldChg>
      <pc:sldChg chg="modSp mod">
        <pc:chgData name="王 欣捷" userId="b965477fa0aef5e6" providerId="LiveId" clId="{6B25E3A0-8D13-427B-91C6-98F6CF017510}" dt="2021-04-20T13:21:17.780" v="520" actId="2711"/>
        <pc:sldMkLst>
          <pc:docMk/>
          <pc:sldMk cId="0" sldId="1094"/>
        </pc:sldMkLst>
        <pc:spChg chg="mod">
          <ac:chgData name="王 欣捷" userId="b965477fa0aef5e6" providerId="LiveId" clId="{6B25E3A0-8D13-427B-91C6-98F6CF017510}" dt="2021-04-20T13:21:17.780" v="520" actId="2711"/>
          <ac:spMkLst>
            <pc:docMk/>
            <pc:sldMk cId="0" sldId="1094"/>
            <ac:spMk id="77827" creationId="{8F605914-E625-45C7-A58F-385FE658FC2A}"/>
          </ac:spMkLst>
        </pc:spChg>
      </pc:sldChg>
      <pc:sldChg chg="modSp mod">
        <pc:chgData name="王 欣捷" userId="b965477fa0aef5e6" providerId="LiveId" clId="{6B25E3A0-8D13-427B-91C6-98F6CF017510}" dt="2021-04-20T13:20:58.834" v="519" actId="2711"/>
        <pc:sldMkLst>
          <pc:docMk/>
          <pc:sldMk cId="0" sldId="1096"/>
        </pc:sldMkLst>
        <pc:spChg chg="mod">
          <ac:chgData name="王 欣捷" userId="b965477fa0aef5e6" providerId="LiveId" clId="{6B25E3A0-8D13-427B-91C6-98F6CF017510}" dt="2021-04-20T13:20:38.376" v="518" actId="122"/>
          <ac:spMkLst>
            <pc:docMk/>
            <pc:sldMk cId="0" sldId="1096"/>
            <ac:spMk id="2" creationId="{99ED042A-F14E-476D-B5D3-627CBB3BA417}"/>
          </ac:spMkLst>
        </pc:spChg>
        <pc:spChg chg="mod">
          <ac:chgData name="王 欣捷" userId="b965477fa0aef5e6" providerId="LiveId" clId="{6B25E3A0-8D13-427B-91C6-98F6CF017510}" dt="2021-04-20T13:20:58.834" v="519" actId="2711"/>
          <ac:spMkLst>
            <pc:docMk/>
            <pc:sldMk cId="0" sldId="1096"/>
            <ac:spMk id="79875" creationId="{3496AE12-4685-49D3-872D-64D9360A2947}"/>
          </ac:spMkLst>
        </pc:spChg>
      </pc:sldChg>
      <pc:sldChg chg="modSp mod">
        <pc:chgData name="王 欣捷" userId="b965477fa0aef5e6" providerId="LiveId" clId="{6B25E3A0-8D13-427B-91C6-98F6CF017510}" dt="2021-04-20T13:21:27" v="521" actId="2711"/>
        <pc:sldMkLst>
          <pc:docMk/>
          <pc:sldMk cId="0" sldId="1097"/>
        </pc:sldMkLst>
        <pc:spChg chg="mod">
          <ac:chgData name="王 欣捷" userId="b965477fa0aef5e6" providerId="LiveId" clId="{6B25E3A0-8D13-427B-91C6-98F6CF017510}" dt="2021-04-20T13:21:27" v="521" actId="2711"/>
          <ac:spMkLst>
            <pc:docMk/>
            <pc:sldMk cId="0" sldId="1097"/>
            <ac:spMk id="80899" creationId="{886A2E01-BA02-493A-8D7E-74202C05C196}"/>
          </ac:spMkLst>
        </pc:spChg>
      </pc:sldChg>
      <pc:sldChg chg="modSp">
        <pc:chgData name="王 欣捷" userId="b965477fa0aef5e6" providerId="LiveId" clId="{6B25E3A0-8D13-427B-91C6-98F6CF017510}" dt="2021-04-20T14:19:47.465" v="1513" actId="20577"/>
        <pc:sldMkLst>
          <pc:docMk/>
          <pc:sldMk cId="0" sldId="1100"/>
        </pc:sldMkLst>
        <pc:spChg chg="mod">
          <ac:chgData name="王 欣捷" userId="b965477fa0aef5e6" providerId="LiveId" clId="{6B25E3A0-8D13-427B-91C6-98F6CF017510}" dt="2021-04-20T14:19:47.465" v="1513" actId="20577"/>
          <ac:spMkLst>
            <pc:docMk/>
            <pc:sldMk cId="0" sldId="1100"/>
            <ac:spMk id="664579" creationId="{387D2C00-D05F-4898-866E-38BF31F11C44}"/>
          </ac:spMkLst>
        </pc:spChg>
      </pc:sldChg>
      <pc:sldChg chg="modSp mod">
        <pc:chgData name="王 欣捷" userId="b965477fa0aef5e6" providerId="LiveId" clId="{6B25E3A0-8D13-427B-91C6-98F6CF017510}" dt="2021-04-20T13:22:13.687" v="523" actId="207"/>
        <pc:sldMkLst>
          <pc:docMk/>
          <pc:sldMk cId="0" sldId="1105"/>
        </pc:sldMkLst>
        <pc:spChg chg="mod">
          <ac:chgData name="王 欣捷" userId="b965477fa0aef5e6" providerId="LiveId" clId="{6B25E3A0-8D13-427B-91C6-98F6CF017510}" dt="2021-04-20T13:22:13.687" v="523" actId="207"/>
          <ac:spMkLst>
            <pc:docMk/>
            <pc:sldMk cId="0" sldId="1105"/>
            <ac:spMk id="92163" creationId="{FB5C61FF-92E8-4488-ACF5-2C334AD85128}"/>
          </ac:spMkLst>
        </pc:spChg>
      </pc:sldChg>
      <pc:sldChg chg="modSp mod">
        <pc:chgData name="王 欣捷" userId="b965477fa0aef5e6" providerId="LiveId" clId="{6B25E3A0-8D13-427B-91C6-98F6CF017510}" dt="2021-04-20T13:22:27.178" v="526" actId="113"/>
        <pc:sldMkLst>
          <pc:docMk/>
          <pc:sldMk cId="0" sldId="1106"/>
        </pc:sldMkLst>
        <pc:spChg chg="mod">
          <ac:chgData name="王 欣捷" userId="b965477fa0aef5e6" providerId="LiveId" clId="{6B25E3A0-8D13-427B-91C6-98F6CF017510}" dt="2021-04-20T13:22:27.178" v="526" actId="113"/>
          <ac:spMkLst>
            <pc:docMk/>
            <pc:sldMk cId="0" sldId="1106"/>
            <ac:spMk id="93192" creationId="{2973C2F5-7F6D-4721-96AE-974A0786A0CF}"/>
          </ac:spMkLst>
        </pc:spChg>
        <pc:spChg chg="mod">
          <ac:chgData name="王 欣捷" userId="b965477fa0aef5e6" providerId="LiveId" clId="{6B25E3A0-8D13-427B-91C6-98F6CF017510}" dt="2021-04-20T13:22:25.122" v="525" actId="113"/>
          <ac:spMkLst>
            <pc:docMk/>
            <pc:sldMk cId="0" sldId="1106"/>
            <ac:spMk id="93196" creationId="{E656516D-83E1-4472-BA5D-94DB749576B8}"/>
          </ac:spMkLst>
        </pc:spChg>
        <pc:grpChg chg="mod">
          <ac:chgData name="王 欣捷" userId="b965477fa0aef5e6" providerId="LiveId" clId="{6B25E3A0-8D13-427B-91C6-98F6CF017510}" dt="2021-04-20T13:22:21.152" v="524" actId="113"/>
          <ac:grpSpMkLst>
            <pc:docMk/>
            <pc:sldMk cId="0" sldId="1106"/>
            <ac:grpSpMk id="93188" creationId="{CEAA116F-ACBF-4CFB-82A1-1DE3DFC3ED9D}"/>
          </ac:grpSpMkLst>
        </pc:grpChg>
      </pc:sldChg>
      <pc:sldChg chg="del">
        <pc:chgData name="王 欣捷" userId="b965477fa0aef5e6" providerId="LiveId" clId="{6B25E3A0-8D13-427B-91C6-98F6CF017510}" dt="2021-04-20T12:53:00.742" v="214" actId="47"/>
        <pc:sldMkLst>
          <pc:docMk/>
          <pc:sldMk cId="0" sldId="1108"/>
        </pc:sldMkLst>
      </pc:sldChg>
      <pc:sldChg chg="del">
        <pc:chgData name="王 欣捷" userId="b965477fa0aef5e6" providerId="LiveId" clId="{6B25E3A0-8D13-427B-91C6-98F6CF017510}" dt="2021-04-20T12:53:02.021" v="215" actId="47"/>
        <pc:sldMkLst>
          <pc:docMk/>
          <pc:sldMk cId="0" sldId="1109"/>
        </pc:sldMkLst>
      </pc:sldChg>
      <pc:sldChg chg="modSp mod">
        <pc:chgData name="王 欣捷" userId="b965477fa0aef5e6" providerId="LiveId" clId="{6B25E3A0-8D13-427B-91C6-98F6CF017510}" dt="2021-04-20T13:48:04.755" v="885" actId="207"/>
        <pc:sldMkLst>
          <pc:docMk/>
          <pc:sldMk cId="0" sldId="1110"/>
        </pc:sldMkLst>
        <pc:spChg chg="mod">
          <ac:chgData name="王 欣捷" userId="b965477fa0aef5e6" providerId="LiveId" clId="{6B25E3A0-8D13-427B-91C6-98F6CF017510}" dt="2021-04-20T13:48:04.755" v="885" actId="207"/>
          <ac:spMkLst>
            <pc:docMk/>
            <pc:sldMk cId="0" sldId="1110"/>
            <ac:spMk id="34819" creationId="{9766E0A3-CF43-4A15-8C12-C54C607CCC6D}"/>
          </ac:spMkLst>
        </pc:spChg>
      </pc:sldChg>
      <pc:sldChg chg="addSp delSp modSp mod modAnim">
        <pc:chgData name="王 欣捷" userId="b965477fa0aef5e6" providerId="LiveId" clId="{6B25E3A0-8D13-427B-91C6-98F6CF017510}" dt="2021-04-20T12:51:49.274" v="212" actId="478"/>
        <pc:sldMkLst>
          <pc:docMk/>
          <pc:sldMk cId="0" sldId="1127"/>
        </pc:sldMkLst>
        <pc:spChg chg="mod">
          <ac:chgData name="王 欣捷" userId="b965477fa0aef5e6" providerId="LiveId" clId="{6B25E3A0-8D13-427B-91C6-98F6CF017510}" dt="2021-04-20T12:51:06.754" v="198" actId="1076"/>
          <ac:spMkLst>
            <pc:docMk/>
            <pc:sldMk cId="0" sldId="1127"/>
            <ac:spMk id="9" creationId="{ADC7BF6F-64E4-4509-899E-B05E98EA8C94}"/>
          </ac:spMkLst>
        </pc:spChg>
        <pc:spChg chg="mod">
          <ac:chgData name="王 欣捷" userId="b965477fa0aef5e6" providerId="LiveId" clId="{6B25E3A0-8D13-427B-91C6-98F6CF017510}" dt="2021-04-20T12:51:06.754" v="198" actId="1076"/>
          <ac:spMkLst>
            <pc:docMk/>
            <pc:sldMk cId="0" sldId="1127"/>
            <ac:spMk id="10" creationId="{43C79F51-6634-4969-B9AA-F9D45B6501F3}"/>
          </ac:spMkLst>
        </pc:spChg>
        <pc:spChg chg="mod">
          <ac:chgData name="王 欣捷" userId="b965477fa0aef5e6" providerId="LiveId" clId="{6B25E3A0-8D13-427B-91C6-98F6CF017510}" dt="2021-04-20T12:51:06.754" v="198" actId="1076"/>
          <ac:spMkLst>
            <pc:docMk/>
            <pc:sldMk cId="0" sldId="1127"/>
            <ac:spMk id="11" creationId="{B70855AA-3A00-42B0-8B0C-21D9E8E74ACB}"/>
          </ac:spMkLst>
        </pc:spChg>
        <pc:spChg chg="mod">
          <ac:chgData name="王 欣捷" userId="b965477fa0aef5e6" providerId="LiveId" clId="{6B25E3A0-8D13-427B-91C6-98F6CF017510}" dt="2021-04-20T12:51:06.754" v="198" actId="1076"/>
          <ac:spMkLst>
            <pc:docMk/>
            <pc:sldMk cId="0" sldId="1127"/>
            <ac:spMk id="12" creationId="{9FE7472B-ECCC-435A-BA17-E4DAFF53AD19}"/>
          </ac:spMkLst>
        </pc:spChg>
        <pc:spChg chg="mod">
          <ac:chgData name="王 欣捷" userId="b965477fa0aef5e6" providerId="LiveId" clId="{6B25E3A0-8D13-427B-91C6-98F6CF017510}" dt="2021-04-20T12:51:06.754" v="198" actId="1076"/>
          <ac:spMkLst>
            <pc:docMk/>
            <pc:sldMk cId="0" sldId="1127"/>
            <ac:spMk id="13" creationId="{F7380227-1460-4D4A-8644-2CDEBAD9069F}"/>
          </ac:spMkLst>
        </pc:spChg>
        <pc:spChg chg="mod">
          <ac:chgData name="王 欣捷" userId="b965477fa0aef5e6" providerId="LiveId" clId="{6B25E3A0-8D13-427B-91C6-98F6CF017510}" dt="2021-04-20T12:51:06.754" v="198" actId="1076"/>
          <ac:spMkLst>
            <pc:docMk/>
            <pc:sldMk cId="0" sldId="1127"/>
            <ac:spMk id="14" creationId="{AD9024D7-948C-44F2-85C0-3D57E118DBCF}"/>
          </ac:spMkLst>
        </pc:spChg>
        <pc:spChg chg="mod">
          <ac:chgData name="王 欣捷" userId="b965477fa0aef5e6" providerId="LiveId" clId="{6B25E3A0-8D13-427B-91C6-98F6CF017510}" dt="2021-04-20T12:51:06.754" v="198" actId="1076"/>
          <ac:spMkLst>
            <pc:docMk/>
            <pc:sldMk cId="0" sldId="1127"/>
            <ac:spMk id="15" creationId="{CD139EBB-A1D1-4747-8705-1E29D4D4AD31}"/>
          </ac:spMkLst>
        </pc:spChg>
        <pc:spChg chg="mod">
          <ac:chgData name="王 欣捷" userId="b965477fa0aef5e6" providerId="LiveId" clId="{6B25E3A0-8D13-427B-91C6-98F6CF017510}" dt="2021-04-20T12:51:06.754" v="198" actId="1076"/>
          <ac:spMkLst>
            <pc:docMk/>
            <pc:sldMk cId="0" sldId="1127"/>
            <ac:spMk id="16" creationId="{07C74E1D-1876-4CEE-9A5F-23CDDE646963}"/>
          </ac:spMkLst>
        </pc:spChg>
        <pc:spChg chg="mod">
          <ac:chgData name="王 欣捷" userId="b965477fa0aef5e6" providerId="LiveId" clId="{6B25E3A0-8D13-427B-91C6-98F6CF017510}" dt="2021-04-20T12:51:06.754" v="198" actId="1076"/>
          <ac:spMkLst>
            <pc:docMk/>
            <pc:sldMk cId="0" sldId="1127"/>
            <ac:spMk id="17" creationId="{EFE95AFA-2302-4623-93ED-C34A55E899BB}"/>
          </ac:spMkLst>
        </pc:spChg>
        <pc:spChg chg="mod">
          <ac:chgData name="王 欣捷" userId="b965477fa0aef5e6" providerId="LiveId" clId="{6B25E3A0-8D13-427B-91C6-98F6CF017510}" dt="2021-04-20T12:51:06.754" v="198" actId="1076"/>
          <ac:spMkLst>
            <pc:docMk/>
            <pc:sldMk cId="0" sldId="1127"/>
            <ac:spMk id="18" creationId="{5FB66948-B365-411C-A0B6-4F30EF71FBE9}"/>
          </ac:spMkLst>
        </pc:spChg>
        <pc:spChg chg="mod">
          <ac:chgData name="王 欣捷" userId="b965477fa0aef5e6" providerId="LiveId" clId="{6B25E3A0-8D13-427B-91C6-98F6CF017510}" dt="2021-04-20T12:51:06.754" v="198" actId="1076"/>
          <ac:spMkLst>
            <pc:docMk/>
            <pc:sldMk cId="0" sldId="1127"/>
            <ac:spMk id="19" creationId="{8A9099A3-D129-4864-98E2-4DC4E2657738}"/>
          </ac:spMkLst>
        </pc:spChg>
        <pc:spChg chg="mod">
          <ac:chgData name="王 欣捷" userId="b965477fa0aef5e6" providerId="LiveId" clId="{6B25E3A0-8D13-427B-91C6-98F6CF017510}" dt="2021-04-20T12:51:06.754" v="198" actId="1076"/>
          <ac:spMkLst>
            <pc:docMk/>
            <pc:sldMk cId="0" sldId="1127"/>
            <ac:spMk id="20" creationId="{A09BF38F-57E1-4A34-B687-823E4A4B7A75}"/>
          </ac:spMkLst>
        </pc:spChg>
        <pc:spChg chg="mod">
          <ac:chgData name="王 欣捷" userId="b965477fa0aef5e6" providerId="LiveId" clId="{6B25E3A0-8D13-427B-91C6-98F6CF017510}" dt="2021-04-20T12:51:06.754" v="198" actId="1076"/>
          <ac:spMkLst>
            <pc:docMk/>
            <pc:sldMk cId="0" sldId="1127"/>
            <ac:spMk id="21" creationId="{3856BBA1-C268-43C7-82C7-DD7453D46E86}"/>
          </ac:spMkLst>
        </pc:spChg>
        <pc:spChg chg="mod">
          <ac:chgData name="王 欣捷" userId="b965477fa0aef5e6" providerId="LiveId" clId="{6B25E3A0-8D13-427B-91C6-98F6CF017510}" dt="2021-04-20T12:51:06.754" v="198" actId="1076"/>
          <ac:spMkLst>
            <pc:docMk/>
            <pc:sldMk cId="0" sldId="1127"/>
            <ac:spMk id="23" creationId="{F9CADBB2-49D7-4174-9287-683619CFBEB2}"/>
          </ac:spMkLst>
        </pc:spChg>
        <pc:spChg chg="mod">
          <ac:chgData name="王 欣捷" userId="b965477fa0aef5e6" providerId="LiveId" clId="{6B25E3A0-8D13-427B-91C6-98F6CF017510}" dt="2021-04-20T12:51:06.754" v="198" actId="1076"/>
          <ac:spMkLst>
            <pc:docMk/>
            <pc:sldMk cId="0" sldId="1127"/>
            <ac:spMk id="24" creationId="{785F10A3-D1C9-48FF-B3EF-2EBE26542554}"/>
          </ac:spMkLst>
        </pc:spChg>
        <pc:spChg chg="mod">
          <ac:chgData name="王 欣捷" userId="b965477fa0aef5e6" providerId="LiveId" clId="{6B25E3A0-8D13-427B-91C6-98F6CF017510}" dt="2021-04-20T12:51:06.754" v="198" actId="1076"/>
          <ac:spMkLst>
            <pc:docMk/>
            <pc:sldMk cId="0" sldId="1127"/>
            <ac:spMk id="25" creationId="{626018B3-4CE4-4F37-A427-EC37F55F355E}"/>
          </ac:spMkLst>
        </pc:spChg>
        <pc:spChg chg="mod">
          <ac:chgData name="王 欣捷" userId="b965477fa0aef5e6" providerId="LiveId" clId="{6B25E3A0-8D13-427B-91C6-98F6CF017510}" dt="2021-04-20T12:51:06.754" v="198" actId="1076"/>
          <ac:spMkLst>
            <pc:docMk/>
            <pc:sldMk cId="0" sldId="1127"/>
            <ac:spMk id="26" creationId="{88777663-BFEA-4CFE-B351-6D6314D76078}"/>
          </ac:spMkLst>
        </pc:spChg>
        <pc:spChg chg="mod">
          <ac:chgData name="王 欣捷" userId="b965477fa0aef5e6" providerId="LiveId" clId="{6B25E3A0-8D13-427B-91C6-98F6CF017510}" dt="2021-04-20T12:51:06.754" v="198" actId="1076"/>
          <ac:spMkLst>
            <pc:docMk/>
            <pc:sldMk cId="0" sldId="1127"/>
            <ac:spMk id="27" creationId="{1AE343B6-C106-4CE6-AC6E-306DE41C4B1C}"/>
          </ac:spMkLst>
        </pc:spChg>
        <pc:spChg chg="mod">
          <ac:chgData name="王 欣捷" userId="b965477fa0aef5e6" providerId="LiveId" clId="{6B25E3A0-8D13-427B-91C6-98F6CF017510}" dt="2021-04-20T12:51:06.754" v="198" actId="1076"/>
          <ac:spMkLst>
            <pc:docMk/>
            <pc:sldMk cId="0" sldId="1127"/>
            <ac:spMk id="29" creationId="{FC72B653-2250-469C-9815-AB9C221F49D2}"/>
          </ac:spMkLst>
        </pc:spChg>
        <pc:spChg chg="mod">
          <ac:chgData name="王 欣捷" userId="b965477fa0aef5e6" providerId="LiveId" clId="{6B25E3A0-8D13-427B-91C6-98F6CF017510}" dt="2021-04-20T12:51:06.754" v="198" actId="1076"/>
          <ac:spMkLst>
            <pc:docMk/>
            <pc:sldMk cId="0" sldId="1127"/>
            <ac:spMk id="30" creationId="{99D673BA-96E9-4EAA-8B40-3484A1B462F6}"/>
          </ac:spMkLst>
        </pc:spChg>
        <pc:spChg chg="mod">
          <ac:chgData name="王 欣捷" userId="b965477fa0aef5e6" providerId="LiveId" clId="{6B25E3A0-8D13-427B-91C6-98F6CF017510}" dt="2021-04-20T12:51:06.754" v="198" actId="1076"/>
          <ac:spMkLst>
            <pc:docMk/>
            <pc:sldMk cId="0" sldId="1127"/>
            <ac:spMk id="31" creationId="{0B26CAE1-56AF-4D91-9118-48B943A8A541}"/>
          </ac:spMkLst>
        </pc:spChg>
        <pc:spChg chg="mod">
          <ac:chgData name="王 欣捷" userId="b965477fa0aef5e6" providerId="LiveId" clId="{6B25E3A0-8D13-427B-91C6-98F6CF017510}" dt="2021-04-20T12:51:06.754" v="198" actId="1076"/>
          <ac:spMkLst>
            <pc:docMk/>
            <pc:sldMk cId="0" sldId="1127"/>
            <ac:spMk id="32" creationId="{130657CF-40F9-4BF4-B768-6CEDF879FDA5}"/>
          </ac:spMkLst>
        </pc:spChg>
        <pc:spChg chg="mod">
          <ac:chgData name="王 欣捷" userId="b965477fa0aef5e6" providerId="LiveId" clId="{6B25E3A0-8D13-427B-91C6-98F6CF017510}" dt="2021-04-20T12:51:46.002" v="211" actId="14100"/>
          <ac:spMkLst>
            <pc:docMk/>
            <pc:sldMk cId="0" sldId="1127"/>
            <ac:spMk id="33" creationId="{16E006BD-103C-494A-9C39-E6997770B976}"/>
          </ac:spMkLst>
        </pc:spChg>
        <pc:grpChg chg="add mod">
          <ac:chgData name="王 欣捷" userId="b965477fa0aef5e6" providerId="LiveId" clId="{6B25E3A0-8D13-427B-91C6-98F6CF017510}" dt="2021-04-20T12:51:06.754" v="198" actId="1076"/>
          <ac:grpSpMkLst>
            <pc:docMk/>
            <pc:sldMk cId="0" sldId="1127"/>
            <ac:grpSpMk id="6" creationId="{9AFE3641-BD0A-484C-9391-CA1EA4B44988}"/>
          </ac:grpSpMkLst>
        </pc:grpChg>
        <pc:grpChg chg="mod">
          <ac:chgData name="王 欣捷" userId="b965477fa0aef5e6" providerId="LiveId" clId="{6B25E3A0-8D13-427B-91C6-98F6CF017510}" dt="2021-04-20T12:51:06.754" v="198" actId="1076"/>
          <ac:grpSpMkLst>
            <pc:docMk/>
            <pc:sldMk cId="0" sldId="1127"/>
            <ac:grpSpMk id="8" creationId="{086B66DC-B186-4618-8473-6A792E9AB2CB}"/>
          </ac:grpSpMkLst>
        </pc:grpChg>
        <pc:grpChg chg="add mod">
          <ac:chgData name="王 欣捷" userId="b965477fa0aef5e6" providerId="LiveId" clId="{6B25E3A0-8D13-427B-91C6-98F6CF017510}" dt="2021-04-20T12:51:06.754" v="198" actId="1076"/>
          <ac:grpSpMkLst>
            <pc:docMk/>
            <pc:sldMk cId="0" sldId="1127"/>
            <ac:grpSpMk id="22" creationId="{5A4D2AA1-1379-4447-B031-00615D25AF28}"/>
          </ac:grpSpMkLst>
        </pc:grpChg>
        <pc:grpChg chg="add mod">
          <ac:chgData name="王 欣捷" userId="b965477fa0aef5e6" providerId="LiveId" clId="{6B25E3A0-8D13-427B-91C6-98F6CF017510}" dt="2021-04-20T12:51:06.754" v="198" actId="1076"/>
          <ac:grpSpMkLst>
            <pc:docMk/>
            <pc:sldMk cId="0" sldId="1127"/>
            <ac:grpSpMk id="28" creationId="{E2D1B4D7-2815-4BDF-8634-5217291177F7}"/>
          </ac:grpSpMkLst>
        </pc:grpChg>
        <pc:graphicFrameChg chg="add del">
          <ac:chgData name="王 欣捷" userId="b965477fa0aef5e6" providerId="LiveId" clId="{6B25E3A0-8D13-427B-91C6-98F6CF017510}" dt="2021-04-20T12:51:49.274" v="212" actId="478"/>
          <ac:graphicFrameMkLst>
            <pc:docMk/>
            <pc:sldMk cId="0" sldId="1127"/>
            <ac:graphicFrameMk id="7" creationId="{B53CAE73-8446-4346-AD74-E034238D0ED7}"/>
          </ac:graphicFrameMkLst>
        </pc:graphicFrameChg>
        <pc:picChg chg="del">
          <ac:chgData name="王 欣捷" userId="b965477fa0aef5e6" providerId="LiveId" clId="{6B25E3A0-8D13-427B-91C6-98F6CF017510}" dt="2021-04-20T12:49:07.025" v="154" actId="21"/>
          <ac:picMkLst>
            <pc:docMk/>
            <pc:sldMk cId="0" sldId="1127"/>
            <ac:picMk id="2" creationId="{6852CA44-06EC-4409-ABDB-770EDB6FBABD}"/>
          </ac:picMkLst>
        </pc:picChg>
      </pc:sldChg>
      <pc:sldChg chg="del">
        <pc:chgData name="王 欣捷" userId="b965477fa0aef5e6" providerId="LiveId" clId="{6B25E3A0-8D13-427B-91C6-98F6CF017510}" dt="2021-04-20T12:40:48.963" v="60" actId="47"/>
        <pc:sldMkLst>
          <pc:docMk/>
          <pc:sldMk cId="0" sldId="1131"/>
        </pc:sldMkLst>
      </pc:sldChg>
      <pc:sldChg chg="del">
        <pc:chgData name="王 欣捷" userId="b965477fa0aef5e6" providerId="LiveId" clId="{6B25E3A0-8D13-427B-91C6-98F6CF017510}" dt="2021-04-20T12:45:30.807" v="127" actId="47"/>
        <pc:sldMkLst>
          <pc:docMk/>
          <pc:sldMk cId="0" sldId="1134"/>
        </pc:sldMkLst>
      </pc:sldChg>
      <pc:sldChg chg="modSp mod">
        <pc:chgData name="王 欣捷" userId="b965477fa0aef5e6" providerId="LiveId" clId="{6B25E3A0-8D13-427B-91C6-98F6CF017510}" dt="2021-04-20T13:25:06.203" v="565" actId="1076"/>
        <pc:sldMkLst>
          <pc:docMk/>
          <pc:sldMk cId="0" sldId="1138"/>
        </pc:sldMkLst>
        <pc:spChg chg="mod">
          <ac:chgData name="王 欣捷" userId="b965477fa0aef5e6" providerId="LiveId" clId="{6B25E3A0-8D13-427B-91C6-98F6CF017510}" dt="2021-04-20T13:25:06.203" v="565" actId="1076"/>
          <ac:spMkLst>
            <pc:docMk/>
            <pc:sldMk cId="0" sldId="1138"/>
            <ac:spMk id="2" creationId="{215DB379-6B76-4B15-B59B-60D7E3158723}"/>
          </ac:spMkLst>
        </pc:spChg>
        <pc:spChg chg="mod">
          <ac:chgData name="王 欣捷" userId="b965477fa0aef5e6" providerId="LiveId" clId="{6B25E3A0-8D13-427B-91C6-98F6CF017510}" dt="2021-04-20T13:25:06.203" v="565" actId="1076"/>
          <ac:spMkLst>
            <pc:docMk/>
            <pc:sldMk cId="0" sldId="1138"/>
            <ac:spMk id="3" creationId="{C6815A7C-2017-4D92-9FF7-3CBFE389E5CD}"/>
          </ac:spMkLst>
        </pc:spChg>
        <pc:spChg chg="mod">
          <ac:chgData name="王 欣捷" userId="b965477fa0aef5e6" providerId="LiveId" clId="{6B25E3A0-8D13-427B-91C6-98F6CF017510}" dt="2021-04-20T13:25:06.203" v="565" actId="1076"/>
          <ac:spMkLst>
            <pc:docMk/>
            <pc:sldMk cId="0" sldId="1138"/>
            <ac:spMk id="70661" creationId="{4E430021-1B93-4738-8EB0-125553B808A5}"/>
          </ac:spMkLst>
        </pc:spChg>
        <pc:spChg chg="mod">
          <ac:chgData name="王 欣捷" userId="b965477fa0aef5e6" providerId="LiveId" clId="{6B25E3A0-8D13-427B-91C6-98F6CF017510}" dt="2021-04-20T13:25:06.203" v="565" actId="1076"/>
          <ac:spMkLst>
            <pc:docMk/>
            <pc:sldMk cId="0" sldId="1138"/>
            <ac:spMk id="70666" creationId="{C92C0DBF-231F-4D93-A624-DA3835FF143E}"/>
          </ac:spMkLst>
        </pc:spChg>
        <pc:spChg chg="mod">
          <ac:chgData name="王 欣捷" userId="b965477fa0aef5e6" providerId="LiveId" clId="{6B25E3A0-8D13-427B-91C6-98F6CF017510}" dt="2021-04-20T13:25:06.203" v="565" actId="1076"/>
          <ac:spMkLst>
            <pc:docMk/>
            <pc:sldMk cId="0" sldId="1138"/>
            <ac:spMk id="70667" creationId="{02EC6C33-F195-4F3C-B057-63E033F6670E}"/>
          </ac:spMkLst>
        </pc:spChg>
        <pc:spChg chg="mod">
          <ac:chgData name="王 欣捷" userId="b965477fa0aef5e6" providerId="LiveId" clId="{6B25E3A0-8D13-427B-91C6-98F6CF017510}" dt="2021-04-20T13:25:06.203" v="565" actId="1076"/>
          <ac:spMkLst>
            <pc:docMk/>
            <pc:sldMk cId="0" sldId="1138"/>
            <ac:spMk id="70668" creationId="{E01AA107-3E51-4021-B9B9-0E87299961C7}"/>
          </ac:spMkLst>
        </pc:spChg>
        <pc:spChg chg="mod">
          <ac:chgData name="王 欣捷" userId="b965477fa0aef5e6" providerId="LiveId" clId="{6B25E3A0-8D13-427B-91C6-98F6CF017510}" dt="2021-04-20T13:25:06.203" v="565" actId="1076"/>
          <ac:spMkLst>
            <pc:docMk/>
            <pc:sldMk cId="0" sldId="1138"/>
            <ac:spMk id="70669" creationId="{9ACE13EE-2524-4518-B688-B7FCF1EE8DD4}"/>
          </ac:spMkLst>
        </pc:spChg>
        <pc:spChg chg="mod">
          <ac:chgData name="王 欣捷" userId="b965477fa0aef5e6" providerId="LiveId" clId="{6B25E3A0-8D13-427B-91C6-98F6CF017510}" dt="2021-04-20T13:25:06.203" v="565" actId="1076"/>
          <ac:spMkLst>
            <pc:docMk/>
            <pc:sldMk cId="0" sldId="1138"/>
            <ac:spMk id="70670" creationId="{FE764426-3417-4B09-AC15-5B3C8A0E315A}"/>
          </ac:spMkLst>
        </pc:spChg>
        <pc:spChg chg="mod">
          <ac:chgData name="王 欣捷" userId="b965477fa0aef5e6" providerId="LiveId" clId="{6B25E3A0-8D13-427B-91C6-98F6CF017510}" dt="2021-04-20T13:25:06.203" v="565" actId="1076"/>
          <ac:spMkLst>
            <pc:docMk/>
            <pc:sldMk cId="0" sldId="1138"/>
            <ac:spMk id="70671" creationId="{FC570D42-9295-4F67-9F0B-374D2F076373}"/>
          </ac:spMkLst>
        </pc:spChg>
        <pc:spChg chg="mod">
          <ac:chgData name="王 欣捷" userId="b965477fa0aef5e6" providerId="LiveId" clId="{6B25E3A0-8D13-427B-91C6-98F6CF017510}" dt="2021-04-20T13:25:06.203" v="565" actId="1076"/>
          <ac:spMkLst>
            <pc:docMk/>
            <pc:sldMk cId="0" sldId="1138"/>
            <ac:spMk id="70672" creationId="{BB7C9AFE-F44B-4D16-B5D0-2BBC6C29548E}"/>
          </ac:spMkLst>
        </pc:spChg>
        <pc:spChg chg="mod">
          <ac:chgData name="王 欣捷" userId="b965477fa0aef5e6" providerId="LiveId" clId="{6B25E3A0-8D13-427B-91C6-98F6CF017510}" dt="2021-04-20T13:25:06.203" v="565" actId="1076"/>
          <ac:spMkLst>
            <pc:docMk/>
            <pc:sldMk cId="0" sldId="1138"/>
            <ac:spMk id="70673" creationId="{B7EE1778-2D42-4C6F-9740-7755A0BCFCFB}"/>
          </ac:spMkLst>
        </pc:spChg>
        <pc:spChg chg="mod">
          <ac:chgData name="王 欣捷" userId="b965477fa0aef5e6" providerId="LiveId" clId="{6B25E3A0-8D13-427B-91C6-98F6CF017510}" dt="2021-04-20T13:25:06.203" v="565" actId="1076"/>
          <ac:spMkLst>
            <pc:docMk/>
            <pc:sldMk cId="0" sldId="1138"/>
            <ac:spMk id="70674" creationId="{D0CC222F-9DBC-490D-BCFB-8630F536A8FE}"/>
          </ac:spMkLst>
        </pc:spChg>
        <pc:spChg chg="mod">
          <ac:chgData name="王 欣捷" userId="b965477fa0aef5e6" providerId="LiveId" clId="{6B25E3A0-8D13-427B-91C6-98F6CF017510}" dt="2021-04-20T13:25:06.203" v="565" actId="1076"/>
          <ac:spMkLst>
            <pc:docMk/>
            <pc:sldMk cId="0" sldId="1138"/>
            <ac:spMk id="70675" creationId="{072E2AEE-F9EF-4A81-BF87-97C8F6631905}"/>
          </ac:spMkLst>
        </pc:spChg>
        <pc:spChg chg="mod">
          <ac:chgData name="王 欣捷" userId="b965477fa0aef5e6" providerId="LiveId" clId="{6B25E3A0-8D13-427B-91C6-98F6CF017510}" dt="2021-04-20T13:25:06.203" v="565" actId="1076"/>
          <ac:spMkLst>
            <pc:docMk/>
            <pc:sldMk cId="0" sldId="1138"/>
            <ac:spMk id="70676" creationId="{1793BDA6-F319-4778-8A22-24848D8A47CD}"/>
          </ac:spMkLst>
        </pc:spChg>
        <pc:spChg chg="mod">
          <ac:chgData name="王 欣捷" userId="b965477fa0aef5e6" providerId="LiveId" clId="{6B25E3A0-8D13-427B-91C6-98F6CF017510}" dt="2021-04-20T13:25:06.203" v="565" actId="1076"/>
          <ac:spMkLst>
            <pc:docMk/>
            <pc:sldMk cId="0" sldId="1138"/>
            <ac:spMk id="70677" creationId="{54CB2333-3380-42E8-AA8C-2DDF68909CF9}"/>
          </ac:spMkLst>
        </pc:spChg>
        <pc:spChg chg="mod">
          <ac:chgData name="王 欣捷" userId="b965477fa0aef5e6" providerId="LiveId" clId="{6B25E3A0-8D13-427B-91C6-98F6CF017510}" dt="2021-04-20T13:25:06.203" v="565" actId="1076"/>
          <ac:spMkLst>
            <pc:docMk/>
            <pc:sldMk cId="0" sldId="1138"/>
            <ac:spMk id="70678" creationId="{73BDFA85-B4EE-4E79-AE65-EBEC4DF647E5}"/>
          </ac:spMkLst>
        </pc:spChg>
        <pc:spChg chg="mod">
          <ac:chgData name="王 欣捷" userId="b965477fa0aef5e6" providerId="LiveId" clId="{6B25E3A0-8D13-427B-91C6-98F6CF017510}" dt="2021-04-20T13:25:06.203" v="565" actId="1076"/>
          <ac:spMkLst>
            <pc:docMk/>
            <pc:sldMk cId="0" sldId="1138"/>
            <ac:spMk id="70679" creationId="{C8D89988-BDDB-47F2-B71B-0C6348EFB772}"/>
          </ac:spMkLst>
        </pc:spChg>
        <pc:spChg chg="mod">
          <ac:chgData name="王 欣捷" userId="b965477fa0aef5e6" providerId="LiveId" clId="{6B25E3A0-8D13-427B-91C6-98F6CF017510}" dt="2021-04-20T13:25:06.203" v="565" actId="1076"/>
          <ac:spMkLst>
            <pc:docMk/>
            <pc:sldMk cId="0" sldId="1138"/>
            <ac:spMk id="70680" creationId="{1036D0D2-5ECE-4B5B-AC5B-529D83D1FB1D}"/>
          </ac:spMkLst>
        </pc:spChg>
        <pc:grpChg chg="mod">
          <ac:chgData name="王 欣捷" userId="b965477fa0aef5e6" providerId="LiveId" clId="{6B25E3A0-8D13-427B-91C6-98F6CF017510}" dt="2021-04-20T13:25:06.203" v="565" actId="1076"/>
          <ac:grpSpMkLst>
            <pc:docMk/>
            <pc:sldMk cId="0" sldId="1138"/>
            <ac:grpSpMk id="70660" creationId="{43F0CDB2-9975-434A-A6D1-11FAECBA2EAE}"/>
          </ac:grpSpMkLst>
        </pc:grpChg>
        <pc:graphicFrameChg chg="mod">
          <ac:chgData name="王 欣捷" userId="b965477fa0aef5e6" providerId="LiveId" clId="{6B25E3A0-8D13-427B-91C6-98F6CF017510}" dt="2021-04-20T13:25:06.203" v="565" actId="1076"/>
          <ac:graphicFrameMkLst>
            <pc:docMk/>
            <pc:sldMk cId="0" sldId="1138"/>
            <ac:graphicFrameMk id="70664" creationId="{08F7A6F4-BDD0-4236-B091-A7E7F5478700}"/>
          </ac:graphicFrameMkLst>
        </pc:graphicFrameChg>
        <pc:graphicFrameChg chg="mod">
          <ac:chgData name="王 欣捷" userId="b965477fa0aef5e6" providerId="LiveId" clId="{6B25E3A0-8D13-427B-91C6-98F6CF017510}" dt="2021-04-20T13:25:06.203" v="565" actId="1076"/>
          <ac:graphicFrameMkLst>
            <pc:docMk/>
            <pc:sldMk cId="0" sldId="1138"/>
            <ac:graphicFrameMk id="70665" creationId="{9E4B6C3F-D78D-425C-AEAF-483F5A53FE9B}"/>
          </ac:graphicFrameMkLst>
        </pc:graphicFrameChg>
      </pc:sldChg>
      <pc:sldChg chg="del">
        <pc:chgData name="王 欣捷" userId="b965477fa0aef5e6" providerId="LiveId" clId="{6B25E3A0-8D13-427B-91C6-98F6CF017510}" dt="2021-04-20T12:40:48.963" v="60" actId="47"/>
        <pc:sldMkLst>
          <pc:docMk/>
          <pc:sldMk cId="3037729556" sldId="1143"/>
        </pc:sldMkLst>
      </pc:sldChg>
      <pc:sldChg chg="del">
        <pc:chgData name="王 欣捷" userId="b965477fa0aef5e6" providerId="LiveId" clId="{6B25E3A0-8D13-427B-91C6-98F6CF017510}" dt="2021-04-20T12:40:48.963" v="60" actId="47"/>
        <pc:sldMkLst>
          <pc:docMk/>
          <pc:sldMk cId="546972322" sldId="1144"/>
        </pc:sldMkLst>
      </pc:sldChg>
      <pc:sldChg chg="addSp delSp modSp mod modAnim">
        <pc:chgData name="王 欣捷" userId="b965477fa0aef5e6" providerId="LiveId" clId="{6B25E3A0-8D13-427B-91C6-98F6CF017510}" dt="2021-04-20T12:48:37.970" v="153"/>
        <pc:sldMkLst>
          <pc:docMk/>
          <pc:sldMk cId="4223351651" sldId="1145"/>
        </pc:sldMkLst>
        <pc:spChg chg="mod">
          <ac:chgData name="王 欣捷" userId="b965477fa0aef5e6" providerId="LiveId" clId="{6B25E3A0-8D13-427B-91C6-98F6CF017510}" dt="2021-04-20T12:42:35.495" v="84" actId="1038"/>
          <ac:spMkLst>
            <pc:docMk/>
            <pc:sldMk cId="4223351651" sldId="1145"/>
            <ac:spMk id="6" creationId="{E816E282-6E14-44D6-9F1B-185C03A02BA8}"/>
          </ac:spMkLst>
        </pc:spChg>
        <pc:spChg chg="mod">
          <ac:chgData name="王 欣捷" userId="b965477fa0aef5e6" providerId="LiveId" clId="{6B25E3A0-8D13-427B-91C6-98F6CF017510}" dt="2021-04-20T12:42:35.495" v="84" actId="1038"/>
          <ac:spMkLst>
            <pc:docMk/>
            <pc:sldMk cId="4223351651" sldId="1145"/>
            <ac:spMk id="7" creationId="{AA968B43-6AC7-415B-AB82-AE031A8955A6}"/>
          </ac:spMkLst>
        </pc:spChg>
        <pc:spChg chg="mod">
          <ac:chgData name="王 欣捷" userId="b965477fa0aef5e6" providerId="LiveId" clId="{6B25E3A0-8D13-427B-91C6-98F6CF017510}" dt="2021-04-20T12:42:35.495" v="84" actId="1038"/>
          <ac:spMkLst>
            <pc:docMk/>
            <pc:sldMk cId="4223351651" sldId="1145"/>
            <ac:spMk id="8" creationId="{1E11C49A-8B9D-4850-A432-A035D13B1F32}"/>
          </ac:spMkLst>
        </pc:spChg>
        <pc:spChg chg="mod">
          <ac:chgData name="王 欣捷" userId="b965477fa0aef5e6" providerId="LiveId" clId="{6B25E3A0-8D13-427B-91C6-98F6CF017510}" dt="2021-04-20T12:42:35.495" v="84" actId="1038"/>
          <ac:spMkLst>
            <pc:docMk/>
            <pc:sldMk cId="4223351651" sldId="1145"/>
            <ac:spMk id="9" creationId="{95288199-4F80-4EB0-9468-4D554CBC4CBD}"/>
          </ac:spMkLst>
        </pc:spChg>
        <pc:spChg chg="mod topLvl">
          <ac:chgData name="王 欣捷" userId="b965477fa0aef5e6" providerId="LiveId" clId="{6B25E3A0-8D13-427B-91C6-98F6CF017510}" dt="2021-04-20T12:48:05.109" v="149" actId="164"/>
          <ac:spMkLst>
            <pc:docMk/>
            <pc:sldMk cId="4223351651" sldId="1145"/>
            <ac:spMk id="11" creationId="{042F000E-9537-40B8-AB2B-EE12429A1A53}"/>
          </ac:spMkLst>
        </pc:spChg>
        <pc:spChg chg="mod topLvl">
          <ac:chgData name="王 欣捷" userId="b965477fa0aef5e6" providerId="LiveId" clId="{6B25E3A0-8D13-427B-91C6-98F6CF017510}" dt="2021-04-20T12:48:05.109" v="149" actId="164"/>
          <ac:spMkLst>
            <pc:docMk/>
            <pc:sldMk cId="4223351651" sldId="1145"/>
            <ac:spMk id="13" creationId="{72920BD0-CF5C-4C80-8B5C-18444312A829}"/>
          </ac:spMkLst>
        </pc:spChg>
        <pc:spChg chg="mod topLvl">
          <ac:chgData name="王 欣捷" userId="b965477fa0aef5e6" providerId="LiveId" clId="{6B25E3A0-8D13-427B-91C6-98F6CF017510}" dt="2021-04-20T12:48:05.109" v="149" actId="164"/>
          <ac:spMkLst>
            <pc:docMk/>
            <pc:sldMk cId="4223351651" sldId="1145"/>
            <ac:spMk id="14" creationId="{1601E740-D0DC-4278-B448-C255D1381288}"/>
          </ac:spMkLst>
        </pc:spChg>
        <pc:spChg chg="mod topLvl">
          <ac:chgData name="王 欣捷" userId="b965477fa0aef5e6" providerId="LiveId" clId="{6B25E3A0-8D13-427B-91C6-98F6CF017510}" dt="2021-04-20T12:48:05.109" v="149" actId="164"/>
          <ac:spMkLst>
            <pc:docMk/>
            <pc:sldMk cId="4223351651" sldId="1145"/>
            <ac:spMk id="15" creationId="{074FCEF3-4DD1-4C9F-9650-4B2BF1803365}"/>
          </ac:spMkLst>
        </pc:spChg>
        <pc:spChg chg="mod topLvl">
          <ac:chgData name="王 欣捷" userId="b965477fa0aef5e6" providerId="LiveId" clId="{6B25E3A0-8D13-427B-91C6-98F6CF017510}" dt="2021-04-20T12:48:05.109" v="149" actId="164"/>
          <ac:spMkLst>
            <pc:docMk/>
            <pc:sldMk cId="4223351651" sldId="1145"/>
            <ac:spMk id="16" creationId="{4299C181-FEE6-4891-8FD7-79576CD66585}"/>
          </ac:spMkLst>
        </pc:spChg>
        <pc:spChg chg="mod topLvl">
          <ac:chgData name="王 欣捷" userId="b965477fa0aef5e6" providerId="LiveId" clId="{6B25E3A0-8D13-427B-91C6-98F6CF017510}" dt="2021-04-20T12:48:05.109" v="149" actId="164"/>
          <ac:spMkLst>
            <pc:docMk/>
            <pc:sldMk cId="4223351651" sldId="1145"/>
            <ac:spMk id="17" creationId="{89DFD75C-137A-415A-9920-84B2F5E800B3}"/>
          </ac:spMkLst>
        </pc:spChg>
        <pc:spChg chg="mod topLvl">
          <ac:chgData name="王 欣捷" userId="b965477fa0aef5e6" providerId="LiveId" clId="{6B25E3A0-8D13-427B-91C6-98F6CF017510}" dt="2021-04-20T12:48:05.109" v="149" actId="164"/>
          <ac:spMkLst>
            <pc:docMk/>
            <pc:sldMk cId="4223351651" sldId="1145"/>
            <ac:spMk id="18" creationId="{4B5BAA2B-EAAE-416D-AD31-6729498DB2AF}"/>
          </ac:spMkLst>
        </pc:spChg>
        <pc:spChg chg="mod topLvl">
          <ac:chgData name="王 欣捷" userId="b965477fa0aef5e6" providerId="LiveId" clId="{6B25E3A0-8D13-427B-91C6-98F6CF017510}" dt="2021-04-20T12:48:05.109" v="149" actId="164"/>
          <ac:spMkLst>
            <pc:docMk/>
            <pc:sldMk cId="4223351651" sldId="1145"/>
            <ac:spMk id="19" creationId="{28235BFC-A33D-414E-A05E-26D817E775E1}"/>
          </ac:spMkLst>
        </pc:spChg>
        <pc:spChg chg="mod topLvl">
          <ac:chgData name="王 欣捷" userId="b965477fa0aef5e6" providerId="LiveId" clId="{6B25E3A0-8D13-427B-91C6-98F6CF017510}" dt="2021-04-20T12:48:05.109" v="149" actId="164"/>
          <ac:spMkLst>
            <pc:docMk/>
            <pc:sldMk cId="4223351651" sldId="1145"/>
            <ac:spMk id="20" creationId="{83A6CD15-C218-48A9-BFBF-F2346AEC935A}"/>
          </ac:spMkLst>
        </pc:spChg>
        <pc:spChg chg="mod topLvl">
          <ac:chgData name="王 欣捷" userId="b965477fa0aef5e6" providerId="LiveId" clId="{6B25E3A0-8D13-427B-91C6-98F6CF017510}" dt="2021-04-20T12:48:05.109" v="149" actId="164"/>
          <ac:spMkLst>
            <pc:docMk/>
            <pc:sldMk cId="4223351651" sldId="1145"/>
            <ac:spMk id="21" creationId="{3DD87448-6566-439B-B420-F93F7A5D9895}"/>
          </ac:spMkLst>
        </pc:spChg>
        <pc:spChg chg="mod topLvl">
          <ac:chgData name="王 欣捷" userId="b965477fa0aef5e6" providerId="LiveId" clId="{6B25E3A0-8D13-427B-91C6-98F6CF017510}" dt="2021-04-20T12:48:05.109" v="149" actId="164"/>
          <ac:spMkLst>
            <pc:docMk/>
            <pc:sldMk cId="4223351651" sldId="1145"/>
            <ac:spMk id="22" creationId="{0B33D86B-2204-451B-879B-07C5B8E48C3D}"/>
          </ac:spMkLst>
        </pc:spChg>
        <pc:spChg chg="mod topLvl">
          <ac:chgData name="王 欣捷" userId="b965477fa0aef5e6" providerId="LiveId" clId="{6B25E3A0-8D13-427B-91C6-98F6CF017510}" dt="2021-04-20T12:48:05.109" v="149" actId="164"/>
          <ac:spMkLst>
            <pc:docMk/>
            <pc:sldMk cId="4223351651" sldId="1145"/>
            <ac:spMk id="23" creationId="{EB9EDC62-77D7-406B-BDB2-F4562B890AA2}"/>
          </ac:spMkLst>
        </pc:spChg>
        <pc:spChg chg="mod topLvl">
          <ac:chgData name="王 欣捷" userId="b965477fa0aef5e6" providerId="LiveId" clId="{6B25E3A0-8D13-427B-91C6-98F6CF017510}" dt="2021-04-20T12:48:05.109" v="149" actId="164"/>
          <ac:spMkLst>
            <pc:docMk/>
            <pc:sldMk cId="4223351651" sldId="1145"/>
            <ac:spMk id="24" creationId="{4391258E-0648-49F5-BF97-A9685B52935F}"/>
          </ac:spMkLst>
        </pc:spChg>
        <pc:spChg chg="mod topLvl">
          <ac:chgData name="王 欣捷" userId="b965477fa0aef5e6" providerId="LiveId" clId="{6B25E3A0-8D13-427B-91C6-98F6CF017510}" dt="2021-04-20T12:48:05.109" v="149" actId="164"/>
          <ac:spMkLst>
            <pc:docMk/>
            <pc:sldMk cId="4223351651" sldId="1145"/>
            <ac:spMk id="25" creationId="{C81F25E7-0768-4586-B3F4-C5E9B958FEC1}"/>
          </ac:spMkLst>
        </pc:spChg>
        <pc:spChg chg="mod topLvl">
          <ac:chgData name="王 欣捷" userId="b965477fa0aef5e6" providerId="LiveId" clId="{6B25E3A0-8D13-427B-91C6-98F6CF017510}" dt="2021-04-20T12:48:10.053" v="150" actId="164"/>
          <ac:spMkLst>
            <pc:docMk/>
            <pc:sldMk cId="4223351651" sldId="1145"/>
            <ac:spMk id="26" creationId="{2F8CBA80-275E-4ED8-B958-10AB49D1300B}"/>
          </ac:spMkLst>
        </pc:spChg>
        <pc:spChg chg="mod topLvl">
          <ac:chgData name="王 欣捷" userId="b965477fa0aef5e6" providerId="LiveId" clId="{6B25E3A0-8D13-427B-91C6-98F6CF017510}" dt="2021-04-20T12:48:10.053" v="150" actId="164"/>
          <ac:spMkLst>
            <pc:docMk/>
            <pc:sldMk cId="4223351651" sldId="1145"/>
            <ac:spMk id="28" creationId="{A70D4044-6683-48F7-BFD6-239A48DED41A}"/>
          </ac:spMkLst>
        </pc:spChg>
        <pc:spChg chg="mod topLvl">
          <ac:chgData name="王 欣捷" userId="b965477fa0aef5e6" providerId="LiveId" clId="{6B25E3A0-8D13-427B-91C6-98F6CF017510}" dt="2021-04-20T12:48:10.053" v="150" actId="164"/>
          <ac:spMkLst>
            <pc:docMk/>
            <pc:sldMk cId="4223351651" sldId="1145"/>
            <ac:spMk id="29" creationId="{49CB8784-FB11-420E-98B6-068C1C31EC04}"/>
          </ac:spMkLst>
        </pc:spChg>
        <pc:spChg chg="mod topLvl">
          <ac:chgData name="王 欣捷" userId="b965477fa0aef5e6" providerId="LiveId" clId="{6B25E3A0-8D13-427B-91C6-98F6CF017510}" dt="2021-04-20T12:48:10.053" v="150" actId="164"/>
          <ac:spMkLst>
            <pc:docMk/>
            <pc:sldMk cId="4223351651" sldId="1145"/>
            <ac:spMk id="30" creationId="{ECBCB893-9A90-4356-950E-30F77A4638E1}"/>
          </ac:spMkLst>
        </pc:spChg>
        <pc:spChg chg="mod topLvl">
          <ac:chgData name="王 欣捷" userId="b965477fa0aef5e6" providerId="LiveId" clId="{6B25E3A0-8D13-427B-91C6-98F6CF017510}" dt="2021-04-20T12:48:10.053" v="150" actId="164"/>
          <ac:spMkLst>
            <pc:docMk/>
            <pc:sldMk cId="4223351651" sldId="1145"/>
            <ac:spMk id="31" creationId="{93395F97-8345-4C91-BB8A-D5425ADA485B}"/>
          </ac:spMkLst>
        </pc:spChg>
        <pc:spChg chg="mod topLvl">
          <ac:chgData name="王 欣捷" userId="b965477fa0aef5e6" providerId="LiveId" clId="{6B25E3A0-8D13-427B-91C6-98F6CF017510}" dt="2021-04-20T12:48:10.053" v="150" actId="164"/>
          <ac:spMkLst>
            <pc:docMk/>
            <pc:sldMk cId="4223351651" sldId="1145"/>
            <ac:spMk id="32" creationId="{21B36750-3BEF-415C-8AD4-B4186F44A04E}"/>
          </ac:spMkLst>
        </pc:spChg>
        <pc:spChg chg="mod">
          <ac:chgData name="王 欣捷" userId="b965477fa0aef5e6" providerId="LiveId" clId="{6B25E3A0-8D13-427B-91C6-98F6CF017510}" dt="2021-04-20T12:42:35.495" v="84" actId="1038"/>
          <ac:spMkLst>
            <pc:docMk/>
            <pc:sldMk cId="4223351651" sldId="1145"/>
            <ac:spMk id="34" creationId="{910D0C15-91D3-4F0F-BC71-1D82EE7E0D71}"/>
          </ac:spMkLst>
        </pc:spChg>
        <pc:spChg chg="mod">
          <ac:chgData name="王 欣捷" userId="b965477fa0aef5e6" providerId="LiveId" clId="{6B25E3A0-8D13-427B-91C6-98F6CF017510}" dt="2021-04-20T12:42:35.495" v="84" actId="1038"/>
          <ac:spMkLst>
            <pc:docMk/>
            <pc:sldMk cId="4223351651" sldId="1145"/>
            <ac:spMk id="35" creationId="{02885FF5-028D-4957-BDC2-ACD8EA779052}"/>
          </ac:spMkLst>
        </pc:spChg>
        <pc:spChg chg="mod">
          <ac:chgData name="王 欣捷" userId="b965477fa0aef5e6" providerId="LiveId" clId="{6B25E3A0-8D13-427B-91C6-98F6CF017510}" dt="2021-04-20T12:42:35.495" v="84" actId="1038"/>
          <ac:spMkLst>
            <pc:docMk/>
            <pc:sldMk cId="4223351651" sldId="1145"/>
            <ac:spMk id="36" creationId="{1EB74ED8-BBE0-4481-96F8-3871CEE2D1F0}"/>
          </ac:spMkLst>
        </pc:spChg>
        <pc:spChg chg="mod">
          <ac:chgData name="王 欣捷" userId="b965477fa0aef5e6" providerId="LiveId" clId="{6B25E3A0-8D13-427B-91C6-98F6CF017510}" dt="2021-04-20T12:42:35.495" v="84" actId="1038"/>
          <ac:spMkLst>
            <pc:docMk/>
            <pc:sldMk cId="4223351651" sldId="1145"/>
            <ac:spMk id="37" creationId="{68B1425C-3F91-46D2-A77A-C61FF4B077A5}"/>
          </ac:spMkLst>
        </pc:spChg>
        <pc:spChg chg="mod">
          <ac:chgData name="王 欣捷" userId="b965477fa0aef5e6" providerId="LiveId" clId="{6B25E3A0-8D13-427B-91C6-98F6CF017510}" dt="2021-04-20T12:42:35.495" v="84" actId="1038"/>
          <ac:spMkLst>
            <pc:docMk/>
            <pc:sldMk cId="4223351651" sldId="1145"/>
            <ac:spMk id="38" creationId="{A6551B8C-D806-4241-BC86-4C457BF207E6}"/>
          </ac:spMkLst>
        </pc:spChg>
        <pc:spChg chg="mod">
          <ac:chgData name="王 欣捷" userId="b965477fa0aef5e6" providerId="LiveId" clId="{6B25E3A0-8D13-427B-91C6-98F6CF017510}" dt="2021-04-20T12:42:35.495" v="84" actId="1038"/>
          <ac:spMkLst>
            <pc:docMk/>
            <pc:sldMk cId="4223351651" sldId="1145"/>
            <ac:spMk id="39" creationId="{0A9D0469-C42D-4B9B-BA83-5194847D01DE}"/>
          </ac:spMkLst>
        </pc:spChg>
        <pc:spChg chg="mod">
          <ac:chgData name="王 欣捷" userId="b965477fa0aef5e6" providerId="LiveId" clId="{6B25E3A0-8D13-427B-91C6-98F6CF017510}" dt="2021-04-20T12:42:35.495" v="84" actId="1038"/>
          <ac:spMkLst>
            <pc:docMk/>
            <pc:sldMk cId="4223351651" sldId="1145"/>
            <ac:spMk id="40" creationId="{110868F3-33DF-4813-822C-7E1843891711}"/>
          </ac:spMkLst>
        </pc:spChg>
        <pc:spChg chg="mod">
          <ac:chgData name="王 欣捷" userId="b965477fa0aef5e6" providerId="LiveId" clId="{6B25E3A0-8D13-427B-91C6-98F6CF017510}" dt="2021-04-20T12:42:35.495" v="84" actId="1038"/>
          <ac:spMkLst>
            <pc:docMk/>
            <pc:sldMk cId="4223351651" sldId="1145"/>
            <ac:spMk id="41" creationId="{ADDCCCC9-2050-4EEB-8BC5-B1BEC11FF7E0}"/>
          </ac:spMkLst>
        </pc:spChg>
        <pc:spChg chg="mod">
          <ac:chgData name="王 欣捷" userId="b965477fa0aef5e6" providerId="LiveId" clId="{6B25E3A0-8D13-427B-91C6-98F6CF017510}" dt="2021-04-20T12:42:35.495" v="84" actId="1038"/>
          <ac:spMkLst>
            <pc:docMk/>
            <pc:sldMk cId="4223351651" sldId="1145"/>
            <ac:spMk id="43" creationId="{1B97987A-6129-4B4D-9FB3-10D35C495DFF}"/>
          </ac:spMkLst>
        </pc:spChg>
        <pc:spChg chg="mod">
          <ac:chgData name="王 欣捷" userId="b965477fa0aef5e6" providerId="LiveId" clId="{6B25E3A0-8D13-427B-91C6-98F6CF017510}" dt="2021-04-20T12:42:35.495" v="84" actId="1038"/>
          <ac:spMkLst>
            <pc:docMk/>
            <pc:sldMk cId="4223351651" sldId="1145"/>
            <ac:spMk id="44" creationId="{CF1289E4-6462-419B-87DA-2BD3BF7DDD1C}"/>
          </ac:spMkLst>
        </pc:spChg>
        <pc:spChg chg="mod">
          <ac:chgData name="王 欣捷" userId="b965477fa0aef5e6" providerId="LiveId" clId="{6B25E3A0-8D13-427B-91C6-98F6CF017510}" dt="2021-04-20T12:42:35.495" v="84" actId="1038"/>
          <ac:spMkLst>
            <pc:docMk/>
            <pc:sldMk cId="4223351651" sldId="1145"/>
            <ac:spMk id="45" creationId="{15B935A2-58CC-4F49-AE5B-41847BA69474}"/>
          </ac:spMkLst>
        </pc:spChg>
        <pc:spChg chg="mod">
          <ac:chgData name="王 欣捷" userId="b965477fa0aef5e6" providerId="LiveId" clId="{6B25E3A0-8D13-427B-91C6-98F6CF017510}" dt="2021-04-20T12:42:35.495" v="84" actId="1038"/>
          <ac:spMkLst>
            <pc:docMk/>
            <pc:sldMk cId="4223351651" sldId="1145"/>
            <ac:spMk id="46" creationId="{05BA7A1B-54EB-4112-B62C-39E3F30E18FC}"/>
          </ac:spMkLst>
        </pc:spChg>
        <pc:spChg chg="mod">
          <ac:chgData name="王 欣捷" userId="b965477fa0aef5e6" providerId="LiveId" clId="{6B25E3A0-8D13-427B-91C6-98F6CF017510}" dt="2021-04-20T12:42:35.495" v="84" actId="1038"/>
          <ac:spMkLst>
            <pc:docMk/>
            <pc:sldMk cId="4223351651" sldId="1145"/>
            <ac:spMk id="47" creationId="{8E0A8E59-8B36-4E3C-8949-C4843097AA99}"/>
          </ac:spMkLst>
        </pc:spChg>
        <pc:spChg chg="mod">
          <ac:chgData name="王 欣捷" userId="b965477fa0aef5e6" providerId="LiveId" clId="{6B25E3A0-8D13-427B-91C6-98F6CF017510}" dt="2021-04-20T12:42:35.495" v="84" actId="1038"/>
          <ac:spMkLst>
            <pc:docMk/>
            <pc:sldMk cId="4223351651" sldId="1145"/>
            <ac:spMk id="49" creationId="{AF68A049-04CC-4460-9D68-9572F39A5C01}"/>
          </ac:spMkLst>
        </pc:spChg>
        <pc:spChg chg="mod">
          <ac:chgData name="王 欣捷" userId="b965477fa0aef5e6" providerId="LiveId" clId="{6B25E3A0-8D13-427B-91C6-98F6CF017510}" dt="2021-04-20T12:42:35.495" v="84" actId="1038"/>
          <ac:spMkLst>
            <pc:docMk/>
            <pc:sldMk cId="4223351651" sldId="1145"/>
            <ac:spMk id="50" creationId="{EA0EB2A3-32D9-460E-BAC6-8C5569E1D771}"/>
          </ac:spMkLst>
        </pc:spChg>
        <pc:spChg chg="mod">
          <ac:chgData name="王 欣捷" userId="b965477fa0aef5e6" providerId="LiveId" clId="{6B25E3A0-8D13-427B-91C6-98F6CF017510}" dt="2021-04-20T12:42:35.495" v="84" actId="1038"/>
          <ac:spMkLst>
            <pc:docMk/>
            <pc:sldMk cId="4223351651" sldId="1145"/>
            <ac:spMk id="51" creationId="{CE2022A0-9309-4815-ADF6-829A62898068}"/>
          </ac:spMkLst>
        </pc:spChg>
        <pc:spChg chg="mod">
          <ac:chgData name="王 欣捷" userId="b965477fa0aef5e6" providerId="LiveId" clId="{6B25E3A0-8D13-427B-91C6-98F6CF017510}" dt="2021-04-20T12:42:35.495" v="84" actId="1038"/>
          <ac:spMkLst>
            <pc:docMk/>
            <pc:sldMk cId="4223351651" sldId="1145"/>
            <ac:spMk id="52" creationId="{7725A59C-D740-4DA7-82E9-DE1915EE40FF}"/>
          </ac:spMkLst>
        </pc:spChg>
        <pc:spChg chg="mod">
          <ac:chgData name="王 欣捷" userId="b965477fa0aef5e6" providerId="LiveId" clId="{6B25E3A0-8D13-427B-91C6-98F6CF017510}" dt="2021-04-20T12:42:35.495" v="84" actId="1038"/>
          <ac:spMkLst>
            <pc:docMk/>
            <pc:sldMk cId="4223351651" sldId="1145"/>
            <ac:spMk id="53" creationId="{9560F8A9-48FA-4595-BD4A-9F6E8CDDE0B0}"/>
          </ac:spMkLst>
        </pc:spChg>
        <pc:spChg chg="mod">
          <ac:chgData name="王 欣捷" userId="b965477fa0aef5e6" providerId="LiveId" clId="{6B25E3A0-8D13-427B-91C6-98F6CF017510}" dt="2021-04-20T12:40:53.706" v="62" actId="1076"/>
          <ac:spMkLst>
            <pc:docMk/>
            <pc:sldMk cId="4223351651" sldId="1145"/>
            <ac:spMk id="19459" creationId="{84804259-279B-4FCA-B6AC-D01533EDF1EA}"/>
          </ac:spMkLst>
        </pc:spChg>
        <pc:grpChg chg="add mod">
          <ac:chgData name="王 欣捷" userId="b965477fa0aef5e6" providerId="LiveId" clId="{6B25E3A0-8D13-427B-91C6-98F6CF017510}" dt="2021-04-20T12:47:21.499" v="143" actId="164"/>
          <ac:grpSpMkLst>
            <pc:docMk/>
            <pc:sldMk cId="4223351651" sldId="1145"/>
            <ac:grpSpMk id="2" creationId="{D00D2C4C-5FCE-478B-AB41-63D1D3084235}"/>
          </ac:grpSpMkLst>
        </pc:grpChg>
        <pc:grpChg chg="add mod">
          <ac:chgData name="王 欣捷" userId="b965477fa0aef5e6" providerId="LiveId" clId="{6B25E3A0-8D13-427B-91C6-98F6CF017510}" dt="2021-04-20T12:47:49.891" v="147" actId="164"/>
          <ac:grpSpMkLst>
            <pc:docMk/>
            <pc:sldMk cId="4223351651" sldId="1145"/>
            <ac:grpSpMk id="3" creationId="{430113AB-2ED3-4B16-A886-67D9FCC715CF}"/>
          </ac:grpSpMkLst>
        </pc:grpChg>
        <pc:grpChg chg="add mod">
          <ac:chgData name="王 欣捷" userId="b965477fa0aef5e6" providerId="LiveId" clId="{6B25E3A0-8D13-427B-91C6-98F6CF017510}" dt="2021-04-20T12:48:05.109" v="149" actId="164"/>
          <ac:grpSpMkLst>
            <pc:docMk/>
            <pc:sldMk cId="4223351651" sldId="1145"/>
            <ac:grpSpMk id="4" creationId="{3D7B2E2C-1184-4D6A-8746-1A24685A1412}"/>
          </ac:grpSpMkLst>
        </pc:grpChg>
        <pc:grpChg chg="add mod">
          <ac:chgData name="王 欣捷" userId="b965477fa0aef5e6" providerId="LiveId" clId="{6B25E3A0-8D13-427B-91C6-98F6CF017510}" dt="2021-04-20T12:42:35.495" v="84" actId="1038"/>
          <ac:grpSpMkLst>
            <pc:docMk/>
            <pc:sldMk cId="4223351651" sldId="1145"/>
            <ac:grpSpMk id="5" creationId="{201AC808-CBC9-46FA-949C-4E98A0EAEEA2}"/>
          </ac:grpSpMkLst>
        </pc:grpChg>
        <pc:grpChg chg="add del mod">
          <ac:chgData name="王 欣捷" userId="b965477fa0aef5e6" providerId="LiveId" clId="{6B25E3A0-8D13-427B-91C6-98F6CF017510}" dt="2021-04-20T12:47:59.453" v="148" actId="165"/>
          <ac:grpSpMkLst>
            <pc:docMk/>
            <pc:sldMk cId="4223351651" sldId="1145"/>
            <ac:grpSpMk id="10" creationId="{55031842-C23E-4D7E-A75F-2723FF9AF09C}"/>
          </ac:grpSpMkLst>
        </pc:grpChg>
        <pc:grpChg chg="add del mod">
          <ac:chgData name="王 欣捷" userId="b965477fa0aef5e6" providerId="LiveId" clId="{6B25E3A0-8D13-427B-91C6-98F6CF017510}" dt="2021-04-20T12:46:58.099" v="137" actId="165"/>
          <ac:grpSpMkLst>
            <pc:docMk/>
            <pc:sldMk cId="4223351651" sldId="1145"/>
            <ac:grpSpMk id="27" creationId="{1F598C29-5966-470C-B199-C86FD3AFFEC9}"/>
          </ac:grpSpMkLst>
        </pc:grpChg>
        <pc:grpChg chg="add mod">
          <ac:chgData name="王 欣捷" userId="b965477fa0aef5e6" providerId="LiveId" clId="{6B25E3A0-8D13-427B-91C6-98F6CF017510}" dt="2021-04-20T12:42:35.495" v="84" actId="1038"/>
          <ac:grpSpMkLst>
            <pc:docMk/>
            <pc:sldMk cId="4223351651" sldId="1145"/>
            <ac:grpSpMk id="33" creationId="{26E11089-A7E8-40F1-86DF-EF8BEAB98CFC}"/>
          </ac:grpSpMkLst>
        </pc:grpChg>
        <pc:grpChg chg="add mod">
          <ac:chgData name="王 欣捷" userId="b965477fa0aef5e6" providerId="LiveId" clId="{6B25E3A0-8D13-427B-91C6-98F6CF017510}" dt="2021-04-20T12:42:35.495" v="84" actId="1038"/>
          <ac:grpSpMkLst>
            <pc:docMk/>
            <pc:sldMk cId="4223351651" sldId="1145"/>
            <ac:grpSpMk id="42" creationId="{8F19FD9C-0008-4930-8147-8A22368EE1A5}"/>
          </ac:grpSpMkLst>
        </pc:grpChg>
        <pc:grpChg chg="add mod">
          <ac:chgData name="王 欣捷" userId="b965477fa0aef5e6" providerId="LiveId" clId="{6B25E3A0-8D13-427B-91C6-98F6CF017510}" dt="2021-04-20T12:42:35.495" v="84" actId="1038"/>
          <ac:grpSpMkLst>
            <pc:docMk/>
            <pc:sldMk cId="4223351651" sldId="1145"/>
            <ac:grpSpMk id="48" creationId="{85F8E78A-CA89-40C8-85DC-ECC329921623}"/>
          </ac:grpSpMkLst>
        </pc:grpChg>
        <pc:grpChg chg="add mod">
          <ac:chgData name="王 欣捷" userId="b965477fa0aef5e6" providerId="LiveId" clId="{6B25E3A0-8D13-427B-91C6-98F6CF017510}" dt="2021-04-20T12:48:10.053" v="150" actId="164"/>
          <ac:grpSpMkLst>
            <pc:docMk/>
            <pc:sldMk cId="4223351651" sldId="1145"/>
            <ac:grpSpMk id="54" creationId="{37306968-F8D9-4E49-9070-0952C1E300B8}"/>
          </ac:grpSpMkLst>
        </pc:grpChg>
        <pc:graphicFrameChg chg="del">
          <ac:chgData name="王 欣捷" userId="b965477fa0aef5e6" providerId="LiveId" clId="{6B25E3A0-8D13-427B-91C6-98F6CF017510}" dt="2021-04-20T12:40:56.825" v="63" actId="478"/>
          <ac:graphicFrameMkLst>
            <pc:docMk/>
            <pc:sldMk cId="4223351651" sldId="1145"/>
            <ac:graphicFrameMk id="12" creationId="{392FF57F-B253-4DAC-BFB1-4445AAB528F9}"/>
          </ac:graphicFrameMkLst>
        </pc:graphicFrameChg>
      </pc:sldChg>
      <pc:sldChg chg="del">
        <pc:chgData name="王 欣捷" userId="b965477fa0aef5e6" providerId="LiveId" clId="{6B25E3A0-8D13-427B-91C6-98F6CF017510}" dt="2021-04-20T12:45:30.807" v="127" actId="47"/>
        <pc:sldMkLst>
          <pc:docMk/>
          <pc:sldMk cId="1246412149" sldId="1146"/>
        </pc:sldMkLst>
      </pc:sldChg>
      <pc:sldChg chg="del">
        <pc:chgData name="王 欣捷" userId="b965477fa0aef5e6" providerId="LiveId" clId="{6B25E3A0-8D13-427B-91C6-98F6CF017510}" dt="2021-04-20T12:45:30.807" v="127" actId="47"/>
        <pc:sldMkLst>
          <pc:docMk/>
          <pc:sldMk cId="1563518926" sldId="1147"/>
        </pc:sldMkLst>
      </pc:sldChg>
      <pc:sldChg chg="del">
        <pc:chgData name="王 欣捷" userId="b965477fa0aef5e6" providerId="LiveId" clId="{6B25E3A0-8D13-427B-91C6-98F6CF017510}" dt="2021-04-20T12:45:30.807" v="127" actId="47"/>
        <pc:sldMkLst>
          <pc:docMk/>
          <pc:sldMk cId="3006853834" sldId="1148"/>
        </pc:sldMkLst>
      </pc:sldChg>
      <pc:sldChg chg="del">
        <pc:chgData name="王 欣捷" userId="b965477fa0aef5e6" providerId="LiveId" clId="{6B25E3A0-8D13-427B-91C6-98F6CF017510}" dt="2021-04-20T12:45:30.807" v="127" actId="47"/>
        <pc:sldMkLst>
          <pc:docMk/>
          <pc:sldMk cId="2869246556" sldId="1149"/>
        </pc:sldMkLst>
      </pc:sldChg>
      <pc:sldChg chg="del">
        <pc:chgData name="王 欣捷" userId="b965477fa0aef5e6" providerId="LiveId" clId="{6B25E3A0-8D13-427B-91C6-98F6CF017510}" dt="2021-04-20T12:45:30.807" v="127" actId="47"/>
        <pc:sldMkLst>
          <pc:docMk/>
          <pc:sldMk cId="500657596" sldId="1150"/>
        </pc:sldMkLst>
      </pc:sldChg>
      <pc:sldChg chg="addSp delSp modSp mod modAnim">
        <pc:chgData name="王 欣捷" userId="b965477fa0aef5e6" providerId="LiveId" clId="{6B25E3A0-8D13-427B-91C6-98F6CF017510}" dt="2021-04-20T12:46:20.433" v="136" actId="165"/>
        <pc:sldMkLst>
          <pc:docMk/>
          <pc:sldMk cId="3962178428" sldId="1151"/>
        </pc:sldMkLst>
        <pc:spChg chg="mod topLvl">
          <ac:chgData name="王 欣捷" userId="b965477fa0aef5e6" providerId="LiveId" clId="{6B25E3A0-8D13-427B-91C6-98F6CF017510}" dt="2021-04-20T12:46:20.433" v="136" actId="165"/>
          <ac:spMkLst>
            <pc:docMk/>
            <pc:sldMk cId="3962178428" sldId="1151"/>
            <ac:spMk id="6" creationId="{F556C620-7642-4DFF-A7FE-0E4E9C9BC2F2}"/>
          </ac:spMkLst>
        </pc:spChg>
        <pc:spChg chg="mod topLvl">
          <ac:chgData name="王 欣捷" userId="b965477fa0aef5e6" providerId="LiveId" clId="{6B25E3A0-8D13-427B-91C6-98F6CF017510}" dt="2021-04-20T12:46:20.433" v="136" actId="165"/>
          <ac:spMkLst>
            <pc:docMk/>
            <pc:sldMk cId="3962178428" sldId="1151"/>
            <ac:spMk id="8" creationId="{364C5D8F-AA30-461F-9D3A-49CC16CC26F5}"/>
          </ac:spMkLst>
        </pc:spChg>
        <pc:spChg chg="mod topLvl">
          <ac:chgData name="王 欣捷" userId="b965477fa0aef5e6" providerId="LiveId" clId="{6B25E3A0-8D13-427B-91C6-98F6CF017510}" dt="2021-04-20T12:46:20.433" v="136" actId="165"/>
          <ac:spMkLst>
            <pc:docMk/>
            <pc:sldMk cId="3962178428" sldId="1151"/>
            <ac:spMk id="9" creationId="{92B4D63B-37A2-43F7-BABD-9C2742A1F319}"/>
          </ac:spMkLst>
        </pc:spChg>
        <pc:spChg chg="mod topLvl">
          <ac:chgData name="王 欣捷" userId="b965477fa0aef5e6" providerId="LiveId" clId="{6B25E3A0-8D13-427B-91C6-98F6CF017510}" dt="2021-04-20T12:46:20.433" v="136" actId="165"/>
          <ac:spMkLst>
            <pc:docMk/>
            <pc:sldMk cId="3962178428" sldId="1151"/>
            <ac:spMk id="10" creationId="{B7AD20A9-0206-4A68-AD22-7D58E22DE5A2}"/>
          </ac:spMkLst>
        </pc:spChg>
        <pc:spChg chg="mod topLvl">
          <ac:chgData name="王 欣捷" userId="b965477fa0aef5e6" providerId="LiveId" clId="{6B25E3A0-8D13-427B-91C6-98F6CF017510}" dt="2021-04-20T12:46:20.433" v="136" actId="165"/>
          <ac:spMkLst>
            <pc:docMk/>
            <pc:sldMk cId="3962178428" sldId="1151"/>
            <ac:spMk id="11" creationId="{38BB3EFE-80CA-4A7E-82C7-8A556064D797}"/>
          </ac:spMkLst>
        </pc:spChg>
        <pc:spChg chg="mod topLvl">
          <ac:chgData name="王 欣捷" userId="b965477fa0aef5e6" providerId="LiveId" clId="{6B25E3A0-8D13-427B-91C6-98F6CF017510}" dt="2021-04-20T12:46:20.433" v="136" actId="165"/>
          <ac:spMkLst>
            <pc:docMk/>
            <pc:sldMk cId="3962178428" sldId="1151"/>
            <ac:spMk id="12" creationId="{3B6F6461-53C0-4EC4-86F5-D684E16025DA}"/>
          </ac:spMkLst>
        </pc:spChg>
        <pc:spChg chg="mod topLvl">
          <ac:chgData name="王 欣捷" userId="b965477fa0aef5e6" providerId="LiveId" clId="{6B25E3A0-8D13-427B-91C6-98F6CF017510}" dt="2021-04-20T12:46:20.433" v="136" actId="165"/>
          <ac:spMkLst>
            <pc:docMk/>
            <pc:sldMk cId="3962178428" sldId="1151"/>
            <ac:spMk id="13" creationId="{6EF7C43E-B1D5-4C08-8E97-64E5CECF4D21}"/>
          </ac:spMkLst>
        </pc:spChg>
        <pc:spChg chg="mod topLvl">
          <ac:chgData name="王 欣捷" userId="b965477fa0aef5e6" providerId="LiveId" clId="{6B25E3A0-8D13-427B-91C6-98F6CF017510}" dt="2021-04-20T12:46:20.433" v="136" actId="165"/>
          <ac:spMkLst>
            <pc:docMk/>
            <pc:sldMk cId="3962178428" sldId="1151"/>
            <ac:spMk id="14" creationId="{8DAE8AEB-336F-42A2-A229-25E6EC6686AD}"/>
          </ac:spMkLst>
        </pc:spChg>
        <pc:spChg chg="mod topLvl">
          <ac:chgData name="王 欣捷" userId="b965477fa0aef5e6" providerId="LiveId" clId="{6B25E3A0-8D13-427B-91C6-98F6CF017510}" dt="2021-04-20T12:46:20.433" v="136" actId="165"/>
          <ac:spMkLst>
            <pc:docMk/>
            <pc:sldMk cId="3962178428" sldId="1151"/>
            <ac:spMk id="15" creationId="{5C78F57F-FD4A-4203-A4F7-73BDEDD04809}"/>
          </ac:spMkLst>
        </pc:spChg>
        <pc:spChg chg="mod topLvl">
          <ac:chgData name="王 欣捷" userId="b965477fa0aef5e6" providerId="LiveId" clId="{6B25E3A0-8D13-427B-91C6-98F6CF017510}" dt="2021-04-20T12:46:20.433" v="136" actId="165"/>
          <ac:spMkLst>
            <pc:docMk/>
            <pc:sldMk cId="3962178428" sldId="1151"/>
            <ac:spMk id="16" creationId="{F9082716-0824-413A-89E4-DBD1D0E35D8F}"/>
          </ac:spMkLst>
        </pc:spChg>
        <pc:spChg chg="mod topLvl">
          <ac:chgData name="王 欣捷" userId="b965477fa0aef5e6" providerId="LiveId" clId="{6B25E3A0-8D13-427B-91C6-98F6CF017510}" dt="2021-04-20T12:46:20.433" v="136" actId="165"/>
          <ac:spMkLst>
            <pc:docMk/>
            <pc:sldMk cId="3962178428" sldId="1151"/>
            <ac:spMk id="17" creationId="{2CBFE379-8989-4EE0-9D14-F47948269EA6}"/>
          </ac:spMkLst>
        </pc:spChg>
        <pc:spChg chg="mod topLvl">
          <ac:chgData name="王 欣捷" userId="b965477fa0aef5e6" providerId="LiveId" clId="{6B25E3A0-8D13-427B-91C6-98F6CF017510}" dt="2021-04-20T12:46:20.433" v="136" actId="165"/>
          <ac:spMkLst>
            <pc:docMk/>
            <pc:sldMk cId="3962178428" sldId="1151"/>
            <ac:spMk id="18" creationId="{1EB102D9-B2F9-461F-ACB4-58CBB2D0BE34}"/>
          </ac:spMkLst>
        </pc:spChg>
        <pc:spChg chg="mod topLvl">
          <ac:chgData name="王 欣捷" userId="b965477fa0aef5e6" providerId="LiveId" clId="{6B25E3A0-8D13-427B-91C6-98F6CF017510}" dt="2021-04-20T12:46:20.433" v="136" actId="165"/>
          <ac:spMkLst>
            <pc:docMk/>
            <pc:sldMk cId="3962178428" sldId="1151"/>
            <ac:spMk id="19" creationId="{78EF777D-67B1-4995-A2F8-010B559AAAC0}"/>
          </ac:spMkLst>
        </pc:spChg>
        <pc:spChg chg="mod topLvl">
          <ac:chgData name="王 欣捷" userId="b965477fa0aef5e6" providerId="LiveId" clId="{6B25E3A0-8D13-427B-91C6-98F6CF017510}" dt="2021-04-20T12:46:20.433" v="136" actId="165"/>
          <ac:spMkLst>
            <pc:docMk/>
            <pc:sldMk cId="3962178428" sldId="1151"/>
            <ac:spMk id="20" creationId="{23291D87-5209-40A3-A623-7CAFC5A73A19}"/>
          </ac:spMkLst>
        </pc:spChg>
        <pc:spChg chg="mod topLvl">
          <ac:chgData name="王 欣捷" userId="b965477fa0aef5e6" providerId="LiveId" clId="{6B25E3A0-8D13-427B-91C6-98F6CF017510}" dt="2021-04-20T12:46:20.433" v="136" actId="165"/>
          <ac:spMkLst>
            <pc:docMk/>
            <pc:sldMk cId="3962178428" sldId="1151"/>
            <ac:spMk id="21" creationId="{AA834F10-9185-40F6-9235-50708B087794}"/>
          </ac:spMkLst>
        </pc:spChg>
        <pc:spChg chg="mod topLvl">
          <ac:chgData name="王 欣捷" userId="b965477fa0aef5e6" providerId="LiveId" clId="{6B25E3A0-8D13-427B-91C6-98F6CF017510}" dt="2021-04-20T12:46:20.433" v="136" actId="165"/>
          <ac:spMkLst>
            <pc:docMk/>
            <pc:sldMk cId="3962178428" sldId="1151"/>
            <ac:spMk id="22" creationId="{1C2B8D77-C112-461D-9F6E-581F768985AB}"/>
          </ac:spMkLst>
        </pc:spChg>
        <pc:spChg chg="mod topLvl">
          <ac:chgData name="王 欣捷" userId="b965477fa0aef5e6" providerId="LiveId" clId="{6B25E3A0-8D13-427B-91C6-98F6CF017510}" dt="2021-04-20T12:46:20.433" v="136" actId="165"/>
          <ac:spMkLst>
            <pc:docMk/>
            <pc:sldMk cId="3962178428" sldId="1151"/>
            <ac:spMk id="23" creationId="{08105F0B-A4AF-4AEF-B457-D21298FABCD5}"/>
          </ac:spMkLst>
        </pc:spChg>
        <pc:spChg chg="mod topLvl">
          <ac:chgData name="王 欣捷" userId="b965477fa0aef5e6" providerId="LiveId" clId="{6B25E3A0-8D13-427B-91C6-98F6CF017510}" dt="2021-04-20T12:46:20.433" v="136" actId="165"/>
          <ac:spMkLst>
            <pc:docMk/>
            <pc:sldMk cId="3962178428" sldId="1151"/>
            <ac:spMk id="24" creationId="{F2ACD645-EFCA-4EEB-81D0-0B9DFFD4D9EE}"/>
          </ac:spMkLst>
        </pc:spChg>
        <pc:spChg chg="mod topLvl">
          <ac:chgData name="王 欣捷" userId="b965477fa0aef5e6" providerId="LiveId" clId="{6B25E3A0-8D13-427B-91C6-98F6CF017510}" dt="2021-04-20T12:46:20.433" v="136" actId="165"/>
          <ac:spMkLst>
            <pc:docMk/>
            <pc:sldMk cId="3962178428" sldId="1151"/>
            <ac:spMk id="25" creationId="{0798F7E3-BBBF-4C75-A163-D84F8D662B3E}"/>
          </ac:spMkLst>
        </pc:spChg>
        <pc:spChg chg="mod">
          <ac:chgData name="王 欣捷" userId="b965477fa0aef5e6" providerId="LiveId" clId="{6B25E3A0-8D13-427B-91C6-98F6CF017510}" dt="2021-04-20T12:44:38.611" v="122" actId="1036"/>
          <ac:spMkLst>
            <pc:docMk/>
            <pc:sldMk cId="3962178428" sldId="1151"/>
            <ac:spMk id="27" creationId="{85B72F7E-D8EF-4A08-9E7E-DDF7A08F5758}"/>
          </ac:spMkLst>
        </pc:spChg>
        <pc:spChg chg="mod">
          <ac:chgData name="王 欣捷" userId="b965477fa0aef5e6" providerId="LiveId" clId="{6B25E3A0-8D13-427B-91C6-98F6CF017510}" dt="2021-04-20T12:44:38.611" v="122" actId="1036"/>
          <ac:spMkLst>
            <pc:docMk/>
            <pc:sldMk cId="3962178428" sldId="1151"/>
            <ac:spMk id="28" creationId="{733090CD-C4CC-49B3-9A0D-71B51DEAE126}"/>
          </ac:spMkLst>
        </pc:spChg>
        <pc:spChg chg="mod">
          <ac:chgData name="王 欣捷" userId="b965477fa0aef5e6" providerId="LiveId" clId="{6B25E3A0-8D13-427B-91C6-98F6CF017510}" dt="2021-04-20T12:44:38.611" v="122" actId="1036"/>
          <ac:spMkLst>
            <pc:docMk/>
            <pc:sldMk cId="3962178428" sldId="1151"/>
            <ac:spMk id="29" creationId="{F8ACD87B-61F1-4712-86DE-60F3161AF0F0}"/>
          </ac:spMkLst>
        </pc:spChg>
        <pc:spChg chg="mod">
          <ac:chgData name="王 欣捷" userId="b965477fa0aef5e6" providerId="LiveId" clId="{6B25E3A0-8D13-427B-91C6-98F6CF017510}" dt="2021-04-20T12:44:38.611" v="122" actId="1036"/>
          <ac:spMkLst>
            <pc:docMk/>
            <pc:sldMk cId="3962178428" sldId="1151"/>
            <ac:spMk id="30" creationId="{6D90D3A7-BE94-4C64-AC65-C110BFA1E303}"/>
          </ac:spMkLst>
        </pc:spChg>
        <pc:spChg chg="mod">
          <ac:chgData name="王 欣捷" userId="b965477fa0aef5e6" providerId="LiveId" clId="{6B25E3A0-8D13-427B-91C6-98F6CF017510}" dt="2021-04-20T12:44:38.611" v="122" actId="1036"/>
          <ac:spMkLst>
            <pc:docMk/>
            <pc:sldMk cId="3962178428" sldId="1151"/>
            <ac:spMk id="31" creationId="{49E9A198-0E68-4332-8F15-DA891EA8AE53}"/>
          </ac:spMkLst>
        </pc:spChg>
        <pc:spChg chg="mod">
          <ac:chgData name="王 欣捷" userId="b965477fa0aef5e6" providerId="LiveId" clId="{6B25E3A0-8D13-427B-91C6-98F6CF017510}" dt="2021-04-20T12:44:38.611" v="122" actId="1036"/>
          <ac:spMkLst>
            <pc:docMk/>
            <pc:sldMk cId="3962178428" sldId="1151"/>
            <ac:spMk id="33" creationId="{A5F44F6A-89A5-4C3C-82DF-17B8F436CF8A}"/>
          </ac:spMkLst>
        </pc:spChg>
        <pc:spChg chg="mod">
          <ac:chgData name="王 欣捷" userId="b965477fa0aef5e6" providerId="LiveId" clId="{6B25E3A0-8D13-427B-91C6-98F6CF017510}" dt="2021-04-20T12:44:38.611" v="122" actId="1036"/>
          <ac:spMkLst>
            <pc:docMk/>
            <pc:sldMk cId="3962178428" sldId="1151"/>
            <ac:spMk id="34" creationId="{FD47502E-D26B-4306-88C3-A62711532CC8}"/>
          </ac:spMkLst>
        </pc:spChg>
        <pc:spChg chg="mod">
          <ac:chgData name="王 欣捷" userId="b965477fa0aef5e6" providerId="LiveId" clId="{6B25E3A0-8D13-427B-91C6-98F6CF017510}" dt="2021-04-20T12:44:38.611" v="122" actId="1036"/>
          <ac:spMkLst>
            <pc:docMk/>
            <pc:sldMk cId="3962178428" sldId="1151"/>
            <ac:spMk id="35" creationId="{4797C87D-E9C8-4275-8D36-78CBF29E12CB}"/>
          </ac:spMkLst>
        </pc:spChg>
        <pc:spChg chg="mod">
          <ac:chgData name="王 欣捷" userId="b965477fa0aef5e6" providerId="LiveId" clId="{6B25E3A0-8D13-427B-91C6-98F6CF017510}" dt="2021-04-20T12:44:38.611" v="122" actId="1036"/>
          <ac:spMkLst>
            <pc:docMk/>
            <pc:sldMk cId="3962178428" sldId="1151"/>
            <ac:spMk id="36" creationId="{E4AADAB4-87A5-468B-812F-2076F9EEA5F2}"/>
          </ac:spMkLst>
        </pc:spChg>
        <pc:spChg chg="mod">
          <ac:chgData name="王 欣捷" userId="b965477fa0aef5e6" providerId="LiveId" clId="{6B25E3A0-8D13-427B-91C6-98F6CF017510}" dt="2021-04-20T12:44:38.611" v="122" actId="1036"/>
          <ac:spMkLst>
            <pc:docMk/>
            <pc:sldMk cId="3962178428" sldId="1151"/>
            <ac:spMk id="37" creationId="{6BA8FA4F-DB5B-4C8C-8A39-E2FCAD675675}"/>
          </ac:spMkLst>
        </pc:spChg>
        <pc:spChg chg="mod">
          <ac:chgData name="王 欣捷" userId="b965477fa0aef5e6" providerId="LiveId" clId="{6B25E3A0-8D13-427B-91C6-98F6CF017510}" dt="2021-04-20T12:44:38.611" v="122" actId="1036"/>
          <ac:spMkLst>
            <pc:docMk/>
            <pc:sldMk cId="3962178428" sldId="1151"/>
            <ac:spMk id="38" creationId="{DF8F8D86-7937-4BA2-871C-E53E4CE3EE22}"/>
          </ac:spMkLst>
        </pc:spChg>
        <pc:spChg chg="mod">
          <ac:chgData name="王 欣捷" userId="b965477fa0aef5e6" providerId="LiveId" clId="{6B25E3A0-8D13-427B-91C6-98F6CF017510}" dt="2021-04-20T12:44:38.611" v="122" actId="1036"/>
          <ac:spMkLst>
            <pc:docMk/>
            <pc:sldMk cId="3962178428" sldId="1151"/>
            <ac:spMk id="40" creationId="{CAC66CA3-069A-4709-B317-433092EAEFE0}"/>
          </ac:spMkLst>
        </pc:spChg>
        <pc:spChg chg="mod">
          <ac:chgData name="王 欣捷" userId="b965477fa0aef5e6" providerId="LiveId" clId="{6B25E3A0-8D13-427B-91C6-98F6CF017510}" dt="2021-04-20T12:44:38.611" v="122" actId="1036"/>
          <ac:spMkLst>
            <pc:docMk/>
            <pc:sldMk cId="3962178428" sldId="1151"/>
            <ac:spMk id="41" creationId="{51936E15-8EB8-4C58-9D38-4B07FA7C75BF}"/>
          </ac:spMkLst>
        </pc:spChg>
        <pc:spChg chg="mod">
          <ac:chgData name="王 欣捷" userId="b965477fa0aef5e6" providerId="LiveId" clId="{6B25E3A0-8D13-427B-91C6-98F6CF017510}" dt="2021-04-20T12:44:38.611" v="122" actId="1036"/>
          <ac:spMkLst>
            <pc:docMk/>
            <pc:sldMk cId="3962178428" sldId="1151"/>
            <ac:spMk id="42" creationId="{5A070B85-A79C-49F4-AC10-4A2D8B66BA99}"/>
          </ac:spMkLst>
        </pc:spChg>
        <pc:spChg chg="mod">
          <ac:chgData name="王 欣捷" userId="b965477fa0aef5e6" providerId="LiveId" clId="{6B25E3A0-8D13-427B-91C6-98F6CF017510}" dt="2021-04-20T12:44:38.611" v="122" actId="1036"/>
          <ac:spMkLst>
            <pc:docMk/>
            <pc:sldMk cId="3962178428" sldId="1151"/>
            <ac:spMk id="43" creationId="{A5321B99-D029-4A28-A4E4-33F91D1F0D4E}"/>
          </ac:spMkLst>
        </pc:spChg>
        <pc:spChg chg="mod">
          <ac:chgData name="王 欣捷" userId="b965477fa0aef5e6" providerId="LiveId" clId="{6B25E3A0-8D13-427B-91C6-98F6CF017510}" dt="2021-04-20T12:44:38.611" v="122" actId="1036"/>
          <ac:spMkLst>
            <pc:docMk/>
            <pc:sldMk cId="3962178428" sldId="1151"/>
            <ac:spMk id="44" creationId="{CD50304E-EC65-4F83-A0B8-7DA6FDDDC749}"/>
          </ac:spMkLst>
        </pc:spChg>
        <pc:spChg chg="mod">
          <ac:chgData name="王 欣捷" userId="b965477fa0aef5e6" providerId="LiveId" clId="{6B25E3A0-8D13-427B-91C6-98F6CF017510}" dt="2021-04-20T12:44:38.611" v="122" actId="1036"/>
          <ac:spMkLst>
            <pc:docMk/>
            <pc:sldMk cId="3962178428" sldId="1151"/>
            <ac:spMk id="45" creationId="{07AE3AF7-F9B5-404E-AF89-CB21050A2449}"/>
          </ac:spMkLst>
        </pc:spChg>
        <pc:spChg chg="mod">
          <ac:chgData name="王 欣捷" userId="b965477fa0aef5e6" providerId="LiveId" clId="{6B25E3A0-8D13-427B-91C6-98F6CF017510}" dt="2021-04-20T12:44:38.611" v="122" actId="1036"/>
          <ac:spMkLst>
            <pc:docMk/>
            <pc:sldMk cId="3962178428" sldId="1151"/>
            <ac:spMk id="46" creationId="{52168A40-E8C8-44FA-ABC7-D668989AC70A}"/>
          </ac:spMkLst>
        </pc:spChg>
        <pc:spChg chg="mod">
          <ac:chgData name="王 欣捷" userId="b965477fa0aef5e6" providerId="LiveId" clId="{6B25E3A0-8D13-427B-91C6-98F6CF017510}" dt="2021-04-20T12:44:38.611" v="122" actId="1036"/>
          <ac:spMkLst>
            <pc:docMk/>
            <pc:sldMk cId="3962178428" sldId="1151"/>
            <ac:spMk id="47" creationId="{FB971963-DA25-4D15-A2C0-68A98602A0AD}"/>
          </ac:spMkLst>
        </pc:spChg>
        <pc:spChg chg="mod">
          <ac:chgData name="王 欣捷" userId="b965477fa0aef5e6" providerId="LiveId" clId="{6B25E3A0-8D13-427B-91C6-98F6CF017510}" dt="2021-04-20T12:44:38.611" v="122" actId="1036"/>
          <ac:spMkLst>
            <pc:docMk/>
            <pc:sldMk cId="3962178428" sldId="1151"/>
            <ac:spMk id="48" creationId="{50354DC2-93A5-4B6F-9D75-04E91A5EB1D7}"/>
          </ac:spMkLst>
        </pc:spChg>
        <pc:spChg chg="mod">
          <ac:chgData name="王 欣捷" userId="b965477fa0aef5e6" providerId="LiveId" clId="{6B25E3A0-8D13-427B-91C6-98F6CF017510}" dt="2021-04-20T12:44:38.611" v="122" actId="1036"/>
          <ac:spMkLst>
            <pc:docMk/>
            <pc:sldMk cId="3962178428" sldId="1151"/>
            <ac:spMk id="49" creationId="{6C9ABDB8-9186-4D68-9D8C-505E939FBD8B}"/>
          </ac:spMkLst>
        </pc:spChg>
        <pc:spChg chg="mod">
          <ac:chgData name="王 欣捷" userId="b965477fa0aef5e6" providerId="LiveId" clId="{6B25E3A0-8D13-427B-91C6-98F6CF017510}" dt="2021-04-20T12:44:38.611" v="122" actId="1036"/>
          <ac:spMkLst>
            <pc:docMk/>
            <pc:sldMk cId="3962178428" sldId="1151"/>
            <ac:spMk id="50" creationId="{9B0630B2-C06A-474A-96F6-00B08D6E76A7}"/>
          </ac:spMkLst>
        </pc:spChg>
        <pc:spChg chg="mod">
          <ac:chgData name="王 欣捷" userId="b965477fa0aef5e6" providerId="LiveId" clId="{6B25E3A0-8D13-427B-91C6-98F6CF017510}" dt="2021-04-20T12:44:38.611" v="122" actId="1036"/>
          <ac:spMkLst>
            <pc:docMk/>
            <pc:sldMk cId="3962178428" sldId="1151"/>
            <ac:spMk id="51" creationId="{105C1BA9-D586-4289-83DF-892E9C3F4C22}"/>
          </ac:spMkLst>
        </pc:spChg>
        <pc:spChg chg="mod">
          <ac:chgData name="王 欣捷" userId="b965477fa0aef5e6" providerId="LiveId" clId="{6B25E3A0-8D13-427B-91C6-98F6CF017510}" dt="2021-04-20T12:44:38.611" v="122" actId="1036"/>
          <ac:spMkLst>
            <pc:docMk/>
            <pc:sldMk cId="3962178428" sldId="1151"/>
            <ac:spMk id="53" creationId="{1C640FE5-81A5-4873-9181-82204ABAA471}"/>
          </ac:spMkLst>
        </pc:spChg>
        <pc:spChg chg="mod">
          <ac:chgData name="王 欣捷" userId="b965477fa0aef5e6" providerId="LiveId" clId="{6B25E3A0-8D13-427B-91C6-98F6CF017510}" dt="2021-04-20T12:44:38.611" v="122" actId="1036"/>
          <ac:spMkLst>
            <pc:docMk/>
            <pc:sldMk cId="3962178428" sldId="1151"/>
            <ac:spMk id="54" creationId="{111686AA-F77B-448F-ACE1-F09F407A1BA6}"/>
          </ac:spMkLst>
        </pc:spChg>
        <pc:spChg chg="mod">
          <ac:chgData name="王 欣捷" userId="b965477fa0aef5e6" providerId="LiveId" clId="{6B25E3A0-8D13-427B-91C6-98F6CF017510}" dt="2021-04-20T12:44:38.611" v="122" actId="1036"/>
          <ac:spMkLst>
            <pc:docMk/>
            <pc:sldMk cId="3962178428" sldId="1151"/>
            <ac:spMk id="55" creationId="{DF77D712-A321-42F0-A122-F1D554505849}"/>
          </ac:spMkLst>
        </pc:spChg>
        <pc:spChg chg="mod">
          <ac:chgData name="王 欣捷" userId="b965477fa0aef5e6" providerId="LiveId" clId="{6B25E3A0-8D13-427B-91C6-98F6CF017510}" dt="2021-04-20T12:44:38.611" v="122" actId="1036"/>
          <ac:spMkLst>
            <pc:docMk/>
            <pc:sldMk cId="3962178428" sldId="1151"/>
            <ac:spMk id="56" creationId="{CA81FC1E-04AA-465F-B68E-72D1AE152244}"/>
          </ac:spMkLst>
        </pc:spChg>
        <pc:spChg chg="mod">
          <ac:chgData name="王 欣捷" userId="b965477fa0aef5e6" providerId="LiveId" clId="{6B25E3A0-8D13-427B-91C6-98F6CF017510}" dt="2021-04-20T12:44:38.611" v="122" actId="1036"/>
          <ac:spMkLst>
            <pc:docMk/>
            <pc:sldMk cId="3962178428" sldId="1151"/>
            <ac:spMk id="57" creationId="{CB37E2D3-F243-4A00-97BA-8DB30C16F6E7}"/>
          </ac:spMkLst>
        </pc:spChg>
        <pc:spChg chg="mod">
          <ac:chgData name="王 欣捷" userId="b965477fa0aef5e6" providerId="LiveId" clId="{6B25E3A0-8D13-427B-91C6-98F6CF017510}" dt="2021-04-20T12:44:38.611" v="122" actId="1036"/>
          <ac:spMkLst>
            <pc:docMk/>
            <pc:sldMk cId="3962178428" sldId="1151"/>
            <ac:spMk id="59" creationId="{8E606150-DAB5-4E78-91B7-0905539B397A}"/>
          </ac:spMkLst>
        </pc:spChg>
        <pc:spChg chg="mod">
          <ac:chgData name="王 欣捷" userId="b965477fa0aef5e6" providerId="LiveId" clId="{6B25E3A0-8D13-427B-91C6-98F6CF017510}" dt="2021-04-20T12:44:38.611" v="122" actId="1036"/>
          <ac:spMkLst>
            <pc:docMk/>
            <pc:sldMk cId="3962178428" sldId="1151"/>
            <ac:spMk id="60" creationId="{4E9CE3DE-44F6-4893-B8DC-A8D555784D32}"/>
          </ac:spMkLst>
        </pc:spChg>
        <pc:spChg chg="mod">
          <ac:chgData name="王 欣捷" userId="b965477fa0aef5e6" providerId="LiveId" clId="{6B25E3A0-8D13-427B-91C6-98F6CF017510}" dt="2021-04-20T12:44:38.611" v="122" actId="1036"/>
          <ac:spMkLst>
            <pc:docMk/>
            <pc:sldMk cId="3962178428" sldId="1151"/>
            <ac:spMk id="61" creationId="{8EBF5566-CBB7-4DF1-B16E-80467F071DDE}"/>
          </ac:spMkLst>
        </pc:spChg>
        <pc:spChg chg="mod">
          <ac:chgData name="王 欣捷" userId="b965477fa0aef5e6" providerId="LiveId" clId="{6B25E3A0-8D13-427B-91C6-98F6CF017510}" dt="2021-04-20T12:44:38.611" v="122" actId="1036"/>
          <ac:spMkLst>
            <pc:docMk/>
            <pc:sldMk cId="3962178428" sldId="1151"/>
            <ac:spMk id="62" creationId="{0D1FB9BB-66E3-4DB3-B42E-2363D650044E}"/>
          </ac:spMkLst>
        </pc:spChg>
        <pc:spChg chg="mod">
          <ac:chgData name="王 欣捷" userId="b965477fa0aef5e6" providerId="LiveId" clId="{6B25E3A0-8D13-427B-91C6-98F6CF017510}" dt="2021-04-20T12:44:38.611" v="122" actId="1036"/>
          <ac:spMkLst>
            <pc:docMk/>
            <pc:sldMk cId="3962178428" sldId="1151"/>
            <ac:spMk id="63" creationId="{964310BB-3FD7-433F-91A7-6B550E4D2170}"/>
          </ac:spMkLst>
        </pc:spChg>
        <pc:spChg chg="mod">
          <ac:chgData name="王 欣捷" userId="b965477fa0aef5e6" providerId="LiveId" clId="{6B25E3A0-8D13-427B-91C6-98F6CF017510}" dt="2021-04-20T12:44:38.611" v="122" actId="1036"/>
          <ac:spMkLst>
            <pc:docMk/>
            <pc:sldMk cId="3962178428" sldId="1151"/>
            <ac:spMk id="65" creationId="{90F3D4C1-4135-43D8-89B1-A97CE3E3FD0A}"/>
          </ac:spMkLst>
        </pc:spChg>
        <pc:spChg chg="mod">
          <ac:chgData name="王 欣捷" userId="b965477fa0aef5e6" providerId="LiveId" clId="{6B25E3A0-8D13-427B-91C6-98F6CF017510}" dt="2021-04-20T12:44:38.611" v="122" actId="1036"/>
          <ac:spMkLst>
            <pc:docMk/>
            <pc:sldMk cId="3962178428" sldId="1151"/>
            <ac:spMk id="66" creationId="{1E4E581A-F0D6-4E54-8CC1-19B2968D2ECC}"/>
          </ac:spMkLst>
        </pc:spChg>
        <pc:spChg chg="mod">
          <ac:chgData name="王 欣捷" userId="b965477fa0aef5e6" providerId="LiveId" clId="{6B25E3A0-8D13-427B-91C6-98F6CF017510}" dt="2021-04-20T12:44:38.611" v="122" actId="1036"/>
          <ac:spMkLst>
            <pc:docMk/>
            <pc:sldMk cId="3962178428" sldId="1151"/>
            <ac:spMk id="67" creationId="{2C1DE7EF-BD23-4D92-BBF2-A7DA7E2DB0CC}"/>
          </ac:spMkLst>
        </pc:spChg>
        <pc:spChg chg="mod">
          <ac:chgData name="王 欣捷" userId="b965477fa0aef5e6" providerId="LiveId" clId="{6B25E3A0-8D13-427B-91C6-98F6CF017510}" dt="2021-04-20T12:44:38.611" v="122" actId="1036"/>
          <ac:spMkLst>
            <pc:docMk/>
            <pc:sldMk cId="3962178428" sldId="1151"/>
            <ac:spMk id="68" creationId="{7498768A-AF0B-4F73-AC84-5388FF2784B0}"/>
          </ac:spMkLst>
        </pc:spChg>
        <pc:spChg chg="mod">
          <ac:chgData name="王 欣捷" userId="b965477fa0aef5e6" providerId="LiveId" clId="{6B25E3A0-8D13-427B-91C6-98F6CF017510}" dt="2021-04-20T12:44:38.611" v="122" actId="1036"/>
          <ac:spMkLst>
            <pc:docMk/>
            <pc:sldMk cId="3962178428" sldId="1151"/>
            <ac:spMk id="69" creationId="{C432BA34-8F41-4398-B3BB-CA7B2B626050}"/>
          </ac:spMkLst>
        </pc:spChg>
        <pc:spChg chg="mod">
          <ac:chgData name="王 欣捷" userId="b965477fa0aef5e6" providerId="LiveId" clId="{6B25E3A0-8D13-427B-91C6-98F6CF017510}" dt="2021-04-20T12:44:38.611" v="122" actId="1036"/>
          <ac:spMkLst>
            <pc:docMk/>
            <pc:sldMk cId="3962178428" sldId="1151"/>
            <ac:spMk id="70" creationId="{A6394B0A-0537-41EE-8024-C189128AD7A1}"/>
          </ac:spMkLst>
        </pc:spChg>
        <pc:spChg chg="mod">
          <ac:chgData name="王 欣捷" userId="b965477fa0aef5e6" providerId="LiveId" clId="{6B25E3A0-8D13-427B-91C6-98F6CF017510}" dt="2021-04-20T12:44:38.611" v="122" actId="1036"/>
          <ac:spMkLst>
            <pc:docMk/>
            <pc:sldMk cId="3962178428" sldId="1151"/>
            <ac:spMk id="71" creationId="{FA0F82B2-DC6C-4916-B831-4EE2259F200D}"/>
          </ac:spMkLst>
        </pc:spChg>
        <pc:spChg chg="mod">
          <ac:chgData name="王 欣捷" userId="b965477fa0aef5e6" providerId="LiveId" clId="{6B25E3A0-8D13-427B-91C6-98F6CF017510}" dt="2021-04-20T12:44:38.611" v="122" actId="1036"/>
          <ac:spMkLst>
            <pc:docMk/>
            <pc:sldMk cId="3962178428" sldId="1151"/>
            <ac:spMk id="73" creationId="{B933F08E-4C55-4ECC-8B4E-31EB5954C6B8}"/>
          </ac:spMkLst>
        </pc:spChg>
        <pc:spChg chg="mod">
          <ac:chgData name="王 欣捷" userId="b965477fa0aef5e6" providerId="LiveId" clId="{6B25E3A0-8D13-427B-91C6-98F6CF017510}" dt="2021-04-20T12:44:38.611" v="122" actId="1036"/>
          <ac:spMkLst>
            <pc:docMk/>
            <pc:sldMk cId="3962178428" sldId="1151"/>
            <ac:spMk id="74" creationId="{6480D471-C9EF-4AA1-92D8-C7C824B03D21}"/>
          </ac:spMkLst>
        </pc:spChg>
        <pc:spChg chg="mod">
          <ac:chgData name="王 欣捷" userId="b965477fa0aef5e6" providerId="LiveId" clId="{6B25E3A0-8D13-427B-91C6-98F6CF017510}" dt="2021-04-20T12:44:38.611" v="122" actId="1036"/>
          <ac:spMkLst>
            <pc:docMk/>
            <pc:sldMk cId="3962178428" sldId="1151"/>
            <ac:spMk id="75" creationId="{1D693205-83E2-4ED3-8E7E-AF5ED02E9249}"/>
          </ac:spMkLst>
        </pc:spChg>
        <pc:spChg chg="mod">
          <ac:chgData name="王 欣捷" userId="b965477fa0aef5e6" providerId="LiveId" clId="{6B25E3A0-8D13-427B-91C6-98F6CF017510}" dt="2021-04-20T12:44:38.611" v="122" actId="1036"/>
          <ac:spMkLst>
            <pc:docMk/>
            <pc:sldMk cId="3962178428" sldId="1151"/>
            <ac:spMk id="76" creationId="{9CB4F452-3F7A-4591-A213-05B564B497F9}"/>
          </ac:spMkLst>
        </pc:spChg>
        <pc:spChg chg="mod">
          <ac:chgData name="王 欣捷" userId="b965477fa0aef5e6" providerId="LiveId" clId="{6B25E3A0-8D13-427B-91C6-98F6CF017510}" dt="2021-04-20T12:44:38.611" v="122" actId="1036"/>
          <ac:spMkLst>
            <pc:docMk/>
            <pc:sldMk cId="3962178428" sldId="1151"/>
            <ac:spMk id="77" creationId="{6102D344-8210-450A-9AAB-3B8F99A59818}"/>
          </ac:spMkLst>
        </pc:spChg>
        <pc:spChg chg="mod">
          <ac:chgData name="王 欣捷" userId="b965477fa0aef5e6" providerId="LiveId" clId="{6B25E3A0-8D13-427B-91C6-98F6CF017510}" dt="2021-04-20T12:44:38.611" v="122" actId="1036"/>
          <ac:spMkLst>
            <pc:docMk/>
            <pc:sldMk cId="3962178428" sldId="1151"/>
            <ac:spMk id="78" creationId="{CDF69332-FFB7-495F-A136-3FA7CD6A1268}"/>
          </ac:spMkLst>
        </pc:spChg>
        <pc:spChg chg="mod">
          <ac:chgData name="王 欣捷" userId="b965477fa0aef5e6" providerId="LiveId" clId="{6B25E3A0-8D13-427B-91C6-98F6CF017510}" dt="2021-04-20T12:44:38.611" v="122" actId="1036"/>
          <ac:spMkLst>
            <pc:docMk/>
            <pc:sldMk cId="3962178428" sldId="1151"/>
            <ac:spMk id="79" creationId="{9660B224-45DE-47F0-A73F-EC712DEAA6F9}"/>
          </ac:spMkLst>
        </pc:spChg>
        <pc:spChg chg="mod">
          <ac:chgData name="王 欣捷" userId="b965477fa0aef5e6" providerId="LiveId" clId="{6B25E3A0-8D13-427B-91C6-98F6CF017510}" dt="2021-04-20T12:44:38.611" v="122" actId="1036"/>
          <ac:spMkLst>
            <pc:docMk/>
            <pc:sldMk cId="3962178428" sldId="1151"/>
            <ac:spMk id="80" creationId="{17BE8EC3-1116-4310-B644-31EAE5AB8DC4}"/>
          </ac:spMkLst>
        </pc:spChg>
        <pc:spChg chg="mod">
          <ac:chgData name="王 欣捷" userId="b965477fa0aef5e6" providerId="LiveId" clId="{6B25E3A0-8D13-427B-91C6-98F6CF017510}" dt="2021-04-20T12:44:38.611" v="122" actId="1036"/>
          <ac:spMkLst>
            <pc:docMk/>
            <pc:sldMk cId="3962178428" sldId="1151"/>
            <ac:spMk id="81" creationId="{9AF6CB48-8D7F-4572-BEF5-175E763A0EAF}"/>
          </ac:spMkLst>
        </pc:spChg>
        <pc:spChg chg="mod">
          <ac:chgData name="王 欣捷" userId="b965477fa0aef5e6" providerId="LiveId" clId="{6B25E3A0-8D13-427B-91C6-98F6CF017510}" dt="2021-04-20T12:44:38.611" v="122" actId="1036"/>
          <ac:spMkLst>
            <pc:docMk/>
            <pc:sldMk cId="3962178428" sldId="1151"/>
            <ac:spMk id="83" creationId="{C2A11174-B91D-4F35-A672-F82C6BE44A15}"/>
          </ac:spMkLst>
        </pc:spChg>
        <pc:spChg chg="mod">
          <ac:chgData name="王 欣捷" userId="b965477fa0aef5e6" providerId="LiveId" clId="{6B25E3A0-8D13-427B-91C6-98F6CF017510}" dt="2021-04-20T12:44:38.611" v="122" actId="1036"/>
          <ac:spMkLst>
            <pc:docMk/>
            <pc:sldMk cId="3962178428" sldId="1151"/>
            <ac:spMk id="84" creationId="{12B73149-6FC3-4AC1-8B39-2F3CE439AA67}"/>
          </ac:spMkLst>
        </pc:spChg>
        <pc:spChg chg="mod">
          <ac:chgData name="王 欣捷" userId="b965477fa0aef5e6" providerId="LiveId" clId="{6B25E3A0-8D13-427B-91C6-98F6CF017510}" dt="2021-04-20T12:44:38.611" v="122" actId="1036"/>
          <ac:spMkLst>
            <pc:docMk/>
            <pc:sldMk cId="3962178428" sldId="1151"/>
            <ac:spMk id="85" creationId="{741FAE90-A3C1-41C9-AC70-D49B2421DDA6}"/>
          </ac:spMkLst>
        </pc:spChg>
        <pc:spChg chg="mod">
          <ac:chgData name="王 欣捷" userId="b965477fa0aef5e6" providerId="LiveId" clId="{6B25E3A0-8D13-427B-91C6-98F6CF017510}" dt="2021-04-20T12:44:38.611" v="122" actId="1036"/>
          <ac:spMkLst>
            <pc:docMk/>
            <pc:sldMk cId="3962178428" sldId="1151"/>
            <ac:spMk id="86" creationId="{2AC672B0-3FC2-484C-BB16-1B70B543700F}"/>
          </ac:spMkLst>
        </pc:spChg>
        <pc:spChg chg="mod">
          <ac:chgData name="王 欣捷" userId="b965477fa0aef5e6" providerId="LiveId" clId="{6B25E3A0-8D13-427B-91C6-98F6CF017510}" dt="2021-04-20T12:44:30.836" v="113"/>
          <ac:spMkLst>
            <pc:docMk/>
            <pc:sldMk cId="3962178428" sldId="1151"/>
            <ac:spMk id="88" creationId="{D0D812BF-CFC8-40CA-A3DE-45AAFC6C5525}"/>
          </ac:spMkLst>
        </pc:spChg>
        <pc:spChg chg="mod">
          <ac:chgData name="王 欣捷" userId="b965477fa0aef5e6" providerId="LiveId" clId="{6B25E3A0-8D13-427B-91C6-98F6CF017510}" dt="2021-04-20T12:44:30.836" v="113"/>
          <ac:spMkLst>
            <pc:docMk/>
            <pc:sldMk cId="3962178428" sldId="1151"/>
            <ac:spMk id="89" creationId="{50C216B3-FC16-47FA-A934-31D45510DB12}"/>
          </ac:spMkLst>
        </pc:spChg>
        <pc:spChg chg="mod">
          <ac:chgData name="王 欣捷" userId="b965477fa0aef5e6" providerId="LiveId" clId="{6B25E3A0-8D13-427B-91C6-98F6CF017510}" dt="2021-04-20T12:44:30.836" v="113"/>
          <ac:spMkLst>
            <pc:docMk/>
            <pc:sldMk cId="3962178428" sldId="1151"/>
            <ac:spMk id="90" creationId="{22A6A3F7-3E33-48B9-A07C-BAC2D5B9F6A7}"/>
          </ac:spMkLst>
        </pc:spChg>
        <pc:spChg chg="mod">
          <ac:chgData name="王 欣捷" userId="b965477fa0aef5e6" providerId="LiveId" clId="{6B25E3A0-8D13-427B-91C6-98F6CF017510}" dt="2021-04-20T12:44:30.836" v="113"/>
          <ac:spMkLst>
            <pc:docMk/>
            <pc:sldMk cId="3962178428" sldId="1151"/>
            <ac:spMk id="91" creationId="{2FBD5107-6131-42A6-83BF-9ECC393F2405}"/>
          </ac:spMkLst>
        </pc:spChg>
        <pc:spChg chg="mod">
          <ac:chgData name="王 欣捷" userId="b965477fa0aef5e6" providerId="LiveId" clId="{6B25E3A0-8D13-427B-91C6-98F6CF017510}" dt="2021-04-20T12:44:30.836" v="113"/>
          <ac:spMkLst>
            <pc:docMk/>
            <pc:sldMk cId="3962178428" sldId="1151"/>
            <ac:spMk id="92" creationId="{9E1D7BB7-12EF-4A30-8416-53FEDAD2609A}"/>
          </ac:spMkLst>
        </pc:spChg>
        <pc:spChg chg="mod">
          <ac:chgData name="王 欣捷" userId="b965477fa0aef5e6" providerId="LiveId" clId="{6B25E3A0-8D13-427B-91C6-98F6CF017510}" dt="2021-04-20T12:44:30.836" v="113"/>
          <ac:spMkLst>
            <pc:docMk/>
            <pc:sldMk cId="3962178428" sldId="1151"/>
            <ac:spMk id="93" creationId="{06AA2713-6751-4094-B858-24D7165B7F6D}"/>
          </ac:spMkLst>
        </pc:spChg>
        <pc:spChg chg="mod">
          <ac:chgData name="王 欣捷" userId="b965477fa0aef5e6" providerId="LiveId" clId="{6B25E3A0-8D13-427B-91C6-98F6CF017510}" dt="2021-04-20T12:44:30.836" v="113"/>
          <ac:spMkLst>
            <pc:docMk/>
            <pc:sldMk cId="3962178428" sldId="1151"/>
            <ac:spMk id="94" creationId="{6B2286F2-7C41-46D4-B0AD-8371A6BBBDBB}"/>
          </ac:spMkLst>
        </pc:spChg>
        <pc:spChg chg="mod">
          <ac:chgData name="王 欣捷" userId="b965477fa0aef5e6" providerId="LiveId" clId="{6B25E3A0-8D13-427B-91C6-98F6CF017510}" dt="2021-04-20T12:44:30.836" v="113"/>
          <ac:spMkLst>
            <pc:docMk/>
            <pc:sldMk cId="3962178428" sldId="1151"/>
            <ac:spMk id="95" creationId="{FB36574F-7CA3-4DD8-8F38-17CC753A2E4A}"/>
          </ac:spMkLst>
        </pc:spChg>
        <pc:spChg chg="mod">
          <ac:chgData name="王 欣捷" userId="b965477fa0aef5e6" providerId="LiveId" clId="{6B25E3A0-8D13-427B-91C6-98F6CF017510}" dt="2021-04-20T12:44:30.836" v="113"/>
          <ac:spMkLst>
            <pc:docMk/>
            <pc:sldMk cId="3962178428" sldId="1151"/>
            <ac:spMk id="96" creationId="{86F29178-8EBF-4397-BACF-716074B95859}"/>
          </ac:spMkLst>
        </pc:spChg>
        <pc:spChg chg="mod">
          <ac:chgData name="王 欣捷" userId="b965477fa0aef5e6" providerId="LiveId" clId="{6B25E3A0-8D13-427B-91C6-98F6CF017510}" dt="2021-04-20T12:44:30.836" v="113"/>
          <ac:spMkLst>
            <pc:docMk/>
            <pc:sldMk cId="3962178428" sldId="1151"/>
            <ac:spMk id="97" creationId="{747C0A1C-68F2-40D9-9EC6-E7B13E768A2E}"/>
          </ac:spMkLst>
        </pc:spChg>
        <pc:spChg chg="mod">
          <ac:chgData name="王 欣捷" userId="b965477fa0aef5e6" providerId="LiveId" clId="{6B25E3A0-8D13-427B-91C6-98F6CF017510}" dt="2021-04-20T12:44:30.836" v="113"/>
          <ac:spMkLst>
            <pc:docMk/>
            <pc:sldMk cId="3962178428" sldId="1151"/>
            <ac:spMk id="98" creationId="{2FDE1D8C-B0BA-48A8-9637-5367887C4CAB}"/>
          </ac:spMkLst>
        </pc:spChg>
        <pc:spChg chg="mod">
          <ac:chgData name="王 欣捷" userId="b965477fa0aef5e6" providerId="LiveId" clId="{6B25E3A0-8D13-427B-91C6-98F6CF017510}" dt="2021-04-20T12:44:30.836" v="113"/>
          <ac:spMkLst>
            <pc:docMk/>
            <pc:sldMk cId="3962178428" sldId="1151"/>
            <ac:spMk id="99" creationId="{D21E1271-E81B-4ED3-9293-DBD4FC1CF632}"/>
          </ac:spMkLst>
        </pc:spChg>
        <pc:spChg chg="mod">
          <ac:chgData name="王 欣捷" userId="b965477fa0aef5e6" providerId="LiveId" clId="{6B25E3A0-8D13-427B-91C6-98F6CF017510}" dt="2021-04-20T12:44:30.836" v="113"/>
          <ac:spMkLst>
            <pc:docMk/>
            <pc:sldMk cId="3962178428" sldId="1151"/>
            <ac:spMk id="100" creationId="{DFBAFF4A-FCBD-4CA1-8499-260E1931760B}"/>
          </ac:spMkLst>
        </pc:spChg>
        <pc:spChg chg="mod">
          <ac:chgData name="王 欣捷" userId="b965477fa0aef5e6" providerId="LiveId" clId="{6B25E3A0-8D13-427B-91C6-98F6CF017510}" dt="2021-04-20T12:44:30.836" v="113"/>
          <ac:spMkLst>
            <pc:docMk/>
            <pc:sldMk cId="3962178428" sldId="1151"/>
            <ac:spMk id="101" creationId="{2EC5CBE7-9E80-401E-A860-3C3DD35F0788}"/>
          </ac:spMkLst>
        </pc:spChg>
        <pc:spChg chg="mod">
          <ac:chgData name="王 欣捷" userId="b965477fa0aef5e6" providerId="LiveId" clId="{6B25E3A0-8D13-427B-91C6-98F6CF017510}" dt="2021-04-20T12:44:30.836" v="113"/>
          <ac:spMkLst>
            <pc:docMk/>
            <pc:sldMk cId="3962178428" sldId="1151"/>
            <ac:spMk id="102" creationId="{03C3D52F-3D6C-4A64-9554-2DE1655D66AC}"/>
          </ac:spMkLst>
        </pc:spChg>
        <pc:spChg chg="mod">
          <ac:chgData name="王 欣捷" userId="b965477fa0aef5e6" providerId="LiveId" clId="{6B25E3A0-8D13-427B-91C6-98F6CF017510}" dt="2021-04-20T12:44:30.836" v="113"/>
          <ac:spMkLst>
            <pc:docMk/>
            <pc:sldMk cId="3962178428" sldId="1151"/>
            <ac:spMk id="103" creationId="{BCD83F07-0548-4107-BEFB-E628325C83A7}"/>
          </ac:spMkLst>
        </pc:spChg>
        <pc:spChg chg="mod">
          <ac:chgData name="王 欣捷" userId="b965477fa0aef5e6" providerId="LiveId" clId="{6B25E3A0-8D13-427B-91C6-98F6CF017510}" dt="2021-04-20T12:44:30.836" v="113"/>
          <ac:spMkLst>
            <pc:docMk/>
            <pc:sldMk cId="3962178428" sldId="1151"/>
            <ac:spMk id="104" creationId="{481368CA-2723-4934-BAEE-51047FB70317}"/>
          </ac:spMkLst>
        </pc:spChg>
        <pc:spChg chg="mod">
          <ac:chgData name="王 欣捷" userId="b965477fa0aef5e6" providerId="LiveId" clId="{6B25E3A0-8D13-427B-91C6-98F6CF017510}" dt="2021-04-20T12:44:30.836" v="113"/>
          <ac:spMkLst>
            <pc:docMk/>
            <pc:sldMk cId="3962178428" sldId="1151"/>
            <ac:spMk id="105" creationId="{FFF796DB-B65A-488F-9117-A9AF4B9F5070}"/>
          </ac:spMkLst>
        </pc:spChg>
        <pc:spChg chg="mod">
          <ac:chgData name="王 欣捷" userId="b965477fa0aef5e6" providerId="LiveId" clId="{6B25E3A0-8D13-427B-91C6-98F6CF017510}" dt="2021-04-20T12:44:30.836" v="113"/>
          <ac:spMkLst>
            <pc:docMk/>
            <pc:sldMk cId="3962178428" sldId="1151"/>
            <ac:spMk id="106" creationId="{7BCB1E07-18B6-47DB-911B-214B9CBD1460}"/>
          </ac:spMkLst>
        </pc:spChg>
        <pc:spChg chg="mod">
          <ac:chgData name="王 欣捷" userId="b965477fa0aef5e6" providerId="LiveId" clId="{6B25E3A0-8D13-427B-91C6-98F6CF017510}" dt="2021-04-20T12:44:30.836" v="113"/>
          <ac:spMkLst>
            <pc:docMk/>
            <pc:sldMk cId="3962178428" sldId="1151"/>
            <ac:spMk id="108" creationId="{590E3D1E-0082-4587-AB64-105082480082}"/>
          </ac:spMkLst>
        </pc:spChg>
        <pc:spChg chg="mod">
          <ac:chgData name="王 欣捷" userId="b965477fa0aef5e6" providerId="LiveId" clId="{6B25E3A0-8D13-427B-91C6-98F6CF017510}" dt="2021-04-20T12:44:30.836" v="113"/>
          <ac:spMkLst>
            <pc:docMk/>
            <pc:sldMk cId="3962178428" sldId="1151"/>
            <ac:spMk id="109" creationId="{9D821E5F-A2E2-4329-81D7-3CB5D00D1CF5}"/>
          </ac:spMkLst>
        </pc:spChg>
        <pc:spChg chg="mod">
          <ac:chgData name="王 欣捷" userId="b965477fa0aef5e6" providerId="LiveId" clId="{6B25E3A0-8D13-427B-91C6-98F6CF017510}" dt="2021-04-20T12:44:30.836" v="113"/>
          <ac:spMkLst>
            <pc:docMk/>
            <pc:sldMk cId="3962178428" sldId="1151"/>
            <ac:spMk id="110" creationId="{2E098AC9-7B04-4B1D-AFC4-9F72C02A24B1}"/>
          </ac:spMkLst>
        </pc:spChg>
        <pc:spChg chg="mod">
          <ac:chgData name="王 欣捷" userId="b965477fa0aef5e6" providerId="LiveId" clId="{6B25E3A0-8D13-427B-91C6-98F6CF017510}" dt="2021-04-20T12:44:30.836" v="113"/>
          <ac:spMkLst>
            <pc:docMk/>
            <pc:sldMk cId="3962178428" sldId="1151"/>
            <ac:spMk id="111" creationId="{8F833855-17F0-43FB-927D-17BEBDBE1B6F}"/>
          </ac:spMkLst>
        </pc:spChg>
        <pc:spChg chg="mod">
          <ac:chgData name="王 欣捷" userId="b965477fa0aef5e6" providerId="LiveId" clId="{6B25E3A0-8D13-427B-91C6-98F6CF017510}" dt="2021-04-20T12:44:30.836" v="113"/>
          <ac:spMkLst>
            <pc:docMk/>
            <pc:sldMk cId="3962178428" sldId="1151"/>
            <ac:spMk id="112" creationId="{DF508352-3274-486D-B8C6-8A86A9B9234C}"/>
          </ac:spMkLst>
        </pc:spChg>
        <pc:spChg chg="mod">
          <ac:chgData name="王 欣捷" userId="b965477fa0aef5e6" providerId="LiveId" clId="{6B25E3A0-8D13-427B-91C6-98F6CF017510}" dt="2021-04-20T12:44:30.836" v="113"/>
          <ac:spMkLst>
            <pc:docMk/>
            <pc:sldMk cId="3962178428" sldId="1151"/>
            <ac:spMk id="114" creationId="{0A20CBFC-CC09-4ED4-A751-1FBF985F8336}"/>
          </ac:spMkLst>
        </pc:spChg>
        <pc:spChg chg="mod">
          <ac:chgData name="王 欣捷" userId="b965477fa0aef5e6" providerId="LiveId" clId="{6B25E3A0-8D13-427B-91C6-98F6CF017510}" dt="2021-04-20T12:44:30.836" v="113"/>
          <ac:spMkLst>
            <pc:docMk/>
            <pc:sldMk cId="3962178428" sldId="1151"/>
            <ac:spMk id="115" creationId="{ECAC39C2-9844-4DBB-9942-6F6EC28D49B0}"/>
          </ac:spMkLst>
        </pc:spChg>
        <pc:spChg chg="mod">
          <ac:chgData name="王 欣捷" userId="b965477fa0aef5e6" providerId="LiveId" clId="{6B25E3A0-8D13-427B-91C6-98F6CF017510}" dt="2021-04-20T12:44:30.836" v="113"/>
          <ac:spMkLst>
            <pc:docMk/>
            <pc:sldMk cId="3962178428" sldId="1151"/>
            <ac:spMk id="116" creationId="{32F42853-01EB-4B38-B47C-AECD945314E2}"/>
          </ac:spMkLst>
        </pc:spChg>
        <pc:spChg chg="mod">
          <ac:chgData name="王 欣捷" userId="b965477fa0aef5e6" providerId="LiveId" clId="{6B25E3A0-8D13-427B-91C6-98F6CF017510}" dt="2021-04-20T12:44:30.836" v="113"/>
          <ac:spMkLst>
            <pc:docMk/>
            <pc:sldMk cId="3962178428" sldId="1151"/>
            <ac:spMk id="117" creationId="{BA209989-FE8C-43FE-A0C4-7AF5769FDD8C}"/>
          </ac:spMkLst>
        </pc:spChg>
        <pc:spChg chg="mod">
          <ac:chgData name="王 欣捷" userId="b965477fa0aef5e6" providerId="LiveId" clId="{6B25E3A0-8D13-427B-91C6-98F6CF017510}" dt="2021-04-20T12:44:30.836" v="113"/>
          <ac:spMkLst>
            <pc:docMk/>
            <pc:sldMk cId="3962178428" sldId="1151"/>
            <ac:spMk id="118" creationId="{A6696086-43CC-45AF-B6DC-0335D66B837B}"/>
          </ac:spMkLst>
        </pc:spChg>
        <pc:spChg chg="mod">
          <ac:chgData name="王 欣捷" userId="b965477fa0aef5e6" providerId="LiveId" clId="{6B25E3A0-8D13-427B-91C6-98F6CF017510}" dt="2021-04-20T12:44:30.836" v="113"/>
          <ac:spMkLst>
            <pc:docMk/>
            <pc:sldMk cId="3962178428" sldId="1151"/>
            <ac:spMk id="119" creationId="{AFFDAF0A-BC14-4D87-B784-2E4A0DB57B3E}"/>
          </ac:spMkLst>
        </pc:spChg>
        <pc:spChg chg="mod">
          <ac:chgData name="王 欣捷" userId="b965477fa0aef5e6" providerId="LiveId" clId="{6B25E3A0-8D13-427B-91C6-98F6CF017510}" dt="2021-04-20T12:44:30.836" v="113"/>
          <ac:spMkLst>
            <pc:docMk/>
            <pc:sldMk cId="3962178428" sldId="1151"/>
            <ac:spMk id="121" creationId="{F17BBAD7-FEC4-4D07-83EE-0C03A1B88132}"/>
          </ac:spMkLst>
        </pc:spChg>
        <pc:spChg chg="mod">
          <ac:chgData name="王 欣捷" userId="b965477fa0aef5e6" providerId="LiveId" clId="{6B25E3A0-8D13-427B-91C6-98F6CF017510}" dt="2021-04-20T12:44:30.836" v="113"/>
          <ac:spMkLst>
            <pc:docMk/>
            <pc:sldMk cId="3962178428" sldId="1151"/>
            <ac:spMk id="122" creationId="{EB55517B-A0BA-4162-BD9C-BF335B0A0B68}"/>
          </ac:spMkLst>
        </pc:spChg>
        <pc:spChg chg="mod">
          <ac:chgData name="王 欣捷" userId="b965477fa0aef5e6" providerId="LiveId" clId="{6B25E3A0-8D13-427B-91C6-98F6CF017510}" dt="2021-04-20T12:44:30.836" v="113"/>
          <ac:spMkLst>
            <pc:docMk/>
            <pc:sldMk cId="3962178428" sldId="1151"/>
            <ac:spMk id="123" creationId="{EA2767B5-C69C-487F-9B10-4E5E553A3740}"/>
          </ac:spMkLst>
        </pc:spChg>
        <pc:spChg chg="mod">
          <ac:chgData name="王 欣捷" userId="b965477fa0aef5e6" providerId="LiveId" clId="{6B25E3A0-8D13-427B-91C6-98F6CF017510}" dt="2021-04-20T12:44:30.836" v="113"/>
          <ac:spMkLst>
            <pc:docMk/>
            <pc:sldMk cId="3962178428" sldId="1151"/>
            <ac:spMk id="124" creationId="{D94AA661-D4AF-4928-AC75-AA0C183BFA08}"/>
          </ac:spMkLst>
        </pc:spChg>
        <pc:spChg chg="mod">
          <ac:chgData name="王 欣捷" userId="b965477fa0aef5e6" providerId="LiveId" clId="{6B25E3A0-8D13-427B-91C6-98F6CF017510}" dt="2021-04-20T12:44:30.836" v="113"/>
          <ac:spMkLst>
            <pc:docMk/>
            <pc:sldMk cId="3962178428" sldId="1151"/>
            <ac:spMk id="125" creationId="{622833A3-7E60-4FF0-B5DA-340FE5A4CA7B}"/>
          </ac:spMkLst>
        </pc:spChg>
        <pc:spChg chg="mod">
          <ac:chgData name="王 欣捷" userId="b965477fa0aef5e6" providerId="LiveId" clId="{6B25E3A0-8D13-427B-91C6-98F6CF017510}" dt="2021-04-20T12:44:30.836" v="113"/>
          <ac:spMkLst>
            <pc:docMk/>
            <pc:sldMk cId="3962178428" sldId="1151"/>
            <ac:spMk id="126" creationId="{3B6AB823-F068-4614-B7B7-6B9CF755B14F}"/>
          </ac:spMkLst>
        </pc:spChg>
        <pc:spChg chg="mod">
          <ac:chgData name="王 欣捷" userId="b965477fa0aef5e6" providerId="LiveId" clId="{6B25E3A0-8D13-427B-91C6-98F6CF017510}" dt="2021-04-20T12:44:30.836" v="113"/>
          <ac:spMkLst>
            <pc:docMk/>
            <pc:sldMk cId="3962178428" sldId="1151"/>
            <ac:spMk id="127" creationId="{21AA4A0B-580D-4FB8-BAC2-1202BA29B671}"/>
          </ac:spMkLst>
        </pc:spChg>
        <pc:spChg chg="mod">
          <ac:chgData name="王 欣捷" userId="b965477fa0aef5e6" providerId="LiveId" clId="{6B25E3A0-8D13-427B-91C6-98F6CF017510}" dt="2021-04-20T12:44:30.836" v="113"/>
          <ac:spMkLst>
            <pc:docMk/>
            <pc:sldMk cId="3962178428" sldId="1151"/>
            <ac:spMk id="128" creationId="{D005E6CE-FD0B-4CA9-9EDF-2889395BA73B}"/>
          </ac:spMkLst>
        </pc:spChg>
        <pc:spChg chg="mod">
          <ac:chgData name="王 欣捷" userId="b965477fa0aef5e6" providerId="LiveId" clId="{6B25E3A0-8D13-427B-91C6-98F6CF017510}" dt="2021-04-20T12:44:30.836" v="113"/>
          <ac:spMkLst>
            <pc:docMk/>
            <pc:sldMk cId="3962178428" sldId="1151"/>
            <ac:spMk id="129" creationId="{F7055559-10DE-4E81-AEA9-2D1D567DFB3A}"/>
          </ac:spMkLst>
        </pc:spChg>
        <pc:spChg chg="mod">
          <ac:chgData name="王 欣捷" userId="b965477fa0aef5e6" providerId="LiveId" clId="{6B25E3A0-8D13-427B-91C6-98F6CF017510}" dt="2021-04-20T12:44:30.836" v="113"/>
          <ac:spMkLst>
            <pc:docMk/>
            <pc:sldMk cId="3962178428" sldId="1151"/>
            <ac:spMk id="130" creationId="{3730B0CE-126B-463E-8AD4-C5B334B08FA6}"/>
          </ac:spMkLst>
        </pc:spChg>
        <pc:spChg chg="mod">
          <ac:chgData name="王 欣捷" userId="b965477fa0aef5e6" providerId="LiveId" clId="{6B25E3A0-8D13-427B-91C6-98F6CF017510}" dt="2021-04-20T12:44:30.836" v="113"/>
          <ac:spMkLst>
            <pc:docMk/>
            <pc:sldMk cId="3962178428" sldId="1151"/>
            <ac:spMk id="131" creationId="{FB561B56-6BE6-4FFD-B84B-170410B2737E}"/>
          </ac:spMkLst>
        </pc:spChg>
        <pc:spChg chg="mod">
          <ac:chgData name="王 欣捷" userId="b965477fa0aef5e6" providerId="LiveId" clId="{6B25E3A0-8D13-427B-91C6-98F6CF017510}" dt="2021-04-20T12:44:30.836" v="113"/>
          <ac:spMkLst>
            <pc:docMk/>
            <pc:sldMk cId="3962178428" sldId="1151"/>
            <ac:spMk id="132" creationId="{4CDB3DBF-5316-4434-A2D9-8A3901D41EF7}"/>
          </ac:spMkLst>
        </pc:spChg>
        <pc:spChg chg="mod">
          <ac:chgData name="王 欣捷" userId="b965477fa0aef5e6" providerId="LiveId" clId="{6B25E3A0-8D13-427B-91C6-98F6CF017510}" dt="2021-04-20T12:44:30.836" v="113"/>
          <ac:spMkLst>
            <pc:docMk/>
            <pc:sldMk cId="3962178428" sldId="1151"/>
            <ac:spMk id="134" creationId="{533CB14E-4738-442A-B7BE-8FEB0590864A}"/>
          </ac:spMkLst>
        </pc:spChg>
        <pc:spChg chg="mod">
          <ac:chgData name="王 欣捷" userId="b965477fa0aef5e6" providerId="LiveId" clId="{6B25E3A0-8D13-427B-91C6-98F6CF017510}" dt="2021-04-20T12:44:30.836" v="113"/>
          <ac:spMkLst>
            <pc:docMk/>
            <pc:sldMk cId="3962178428" sldId="1151"/>
            <ac:spMk id="135" creationId="{125723CE-10A9-40A1-9BF8-E25063601502}"/>
          </ac:spMkLst>
        </pc:spChg>
        <pc:spChg chg="mod">
          <ac:chgData name="王 欣捷" userId="b965477fa0aef5e6" providerId="LiveId" clId="{6B25E3A0-8D13-427B-91C6-98F6CF017510}" dt="2021-04-20T12:44:30.836" v="113"/>
          <ac:spMkLst>
            <pc:docMk/>
            <pc:sldMk cId="3962178428" sldId="1151"/>
            <ac:spMk id="136" creationId="{7514DD14-81F5-422E-9580-6BCAB663A3CE}"/>
          </ac:spMkLst>
        </pc:spChg>
        <pc:spChg chg="mod">
          <ac:chgData name="王 欣捷" userId="b965477fa0aef5e6" providerId="LiveId" clId="{6B25E3A0-8D13-427B-91C6-98F6CF017510}" dt="2021-04-20T12:44:30.836" v="113"/>
          <ac:spMkLst>
            <pc:docMk/>
            <pc:sldMk cId="3962178428" sldId="1151"/>
            <ac:spMk id="137" creationId="{6BAC118E-7659-48E6-9964-73BF4CEEB629}"/>
          </ac:spMkLst>
        </pc:spChg>
        <pc:spChg chg="mod">
          <ac:chgData name="王 欣捷" userId="b965477fa0aef5e6" providerId="LiveId" clId="{6B25E3A0-8D13-427B-91C6-98F6CF017510}" dt="2021-04-20T12:44:30.836" v="113"/>
          <ac:spMkLst>
            <pc:docMk/>
            <pc:sldMk cId="3962178428" sldId="1151"/>
            <ac:spMk id="138" creationId="{27AF6A3B-3708-4EC9-AEDD-5B58D823EB40}"/>
          </ac:spMkLst>
        </pc:spChg>
        <pc:spChg chg="mod">
          <ac:chgData name="王 欣捷" userId="b965477fa0aef5e6" providerId="LiveId" clId="{6B25E3A0-8D13-427B-91C6-98F6CF017510}" dt="2021-04-20T12:44:30.836" v="113"/>
          <ac:spMkLst>
            <pc:docMk/>
            <pc:sldMk cId="3962178428" sldId="1151"/>
            <ac:spMk id="140" creationId="{3E5D5DF7-24DE-43E7-BB74-23D956B7ED63}"/>
          </ac:spMkLst>
        </pc:spChg>
        <pc:spChg chg="mod">
          <ac:chgData name="王 欣捷" userId="b965477fa0aef5e6" providerId="LiveId" clId="{6B25E3A0-8D13-427B-91C6-98F6CF017510}" dt="2021-04-20T12:44:30.836" v="113"/>
          <ac:spMkLst>
            <pc:docMk/>
            <pc:sldMk cId="3962178428" sldId="1151"/>
            <ac:spMk id="141" creationId="{BE8BEF37-A69F-48B2-9DF5-64EF841671C7}"/>
          </ac:spMkLst>
        </pc:spChg>
        <pc:spChg chg="mod">
          <ac:chgData name="王 欣捷" userId="b965477fa0aef5e6" providerId="LiveId" clId="{6B25E3A0-8D13-427B-91C6-98F6CF017510}" dt="2021-04-20T12:44:30.836" v="113"/>
          <ac:spMkLst>
            <pc:docMk/>
            <pc:sldMk cId="3962178428" sldId="1151"/>
            <ac:spMk id="142" creationId="{E4367F2C-A41A-4A18-A51B-4BA998004B2C}"/>
          </ac:spMkLst>
        </pc:spChg>
        <pc:spChg chg="mod">
          <ac:chgData name="王 欣捷" userId="b965477fa0aef5e6" providerId="LiveId" clId="{6B25E3A0-8D13-427B-91C6-98F6CF017510}" dt="2021-04-20T12:44:30.836" v="113"/>
          <ac:spMkLst>
            <pc:docMk/>
            <pc:sldMk cId="3962178428" sldId="1151"/>
            <ac:spMk id="143" creationId="{EA738760-E052-4F31-B5FB-CF91D2537653}"/>
          </ac:spMkLst>
        </pc:spChg>
        <pc:spChg chg="mod">
          <ac:chgData name="王 欣捷" userId="b965477fa0aef5e6" providerId="LiveId" clId="{6B25E3A0-8D13-427B-91C6-98F6CF017510}" dt="2021-04-20T12:44:30.836" v="113"/>
          <ac:spMkLst>
            <pc:docMk/>
            <pc:sldMk cId="3962178428" sldId="1151"/>
            <ac:spMk id="144" creationId="{19B3B719-58D1-4DCF-872F-748D50159653}"/>
          </ac:spMkLst>
        </pc:spChg>
        <pc:spChg chg="mod">
          <ac:chgData name="王 欣捷" userId="b965477fa0aef5e6" providerId="LiveId" clId="{6B25E3A0-8D13-427B-91C6-98F6CF017510}" dt="2021-04-20T12:44:30.836" v="113"/>
          <ac:spMkLst>
            <pc:docMk/>
            <pc:sldMk cId="3962178428" sldId="1151"/>
            <ac:spMk id="146" creationId="{CD5CB0F0-F643-43CE-A70F-BD667AD2BBD0}"/>
          </ac:spMkLst>
        </pc:spChg>
        <pc:spChg chg="mod">
          <ac:chgData name="王 欣捷" userId="b965477fa0aef5e6" providerId="LiveId" clId="{6B25E3A0-8D13-427B-91C6-98F6CF017510}" dt="2021-04-20T12:44:30.836" v="113"/>
          <ac:spMkLst>
            <pc:docMk/>
            <pc:sldMk cId="3962178428" sldId="1151"/>
            <ac:spMk id="147" creationId="{25363D25-F061-482A-8CF0-06E2CD7140C3}"/>
          </ac:spMkLst>
        </pc:spChg>
        <pc:spChg chg="mod">
          <ac:chgData name="王 欣捷" userId="b965477fa0aef5e6" providerId="LiveId" clId="{6B25E3A0-8D13-427B-91C6-98F6CF017510}" dt="2021-04-20T12:44:30.836" v="113"/>
          <ac:spMkLst>
            <pc:docMk/>
            <pc:sldMk cId="3962178428" sldId="1151"/>
            <ac:spMk id="148" creationId="{2579407A-075B-47F5-9C9F-209031AF4AA3}"/>
          </ac:spMkLst>
        </pc:spChg>
        <pc:spChg chg="mod">
          <ac:chgData name="王 欣捷" userId="b965477fa0aef5e6" providerId="LiveId" clId="{6B25E3A0-8D13-427B-91C6-98F6CF017510}" dt="2021-04-20T12:44:30.836" v="113"/>
          <ac:spMkLst>
            <pc:docMk/>
            <pc:sldMk cId="3962178428" sldId="1151"/>
            <ac:spMk id="149" creationId="{88971E5B-1335-4261-AD86-3489F365F0BE}"/>
          </ac:spMkLst>
        </pc:spChg>
        <pc:spChg chg="mod">
          <ac:chgData name="王 欣捷" userId="b965477fa0aef5e6" providerId="LiveId" clId="{6B25E3A0-8D13-427B-91C6-98F6CF017510}" dt="2021-04-20T12:44:30.836" v="113"/>
          <ac:spMkLst>
            <pc:docMk/>
            <pc:sldMk cId="3962178428" sldId="1151"/>
            <ac:spMk id="150" creationId="{1FD7E716-687B-48CD-867B-A0305FCABF81}"/>
          </ac:spMkLst>
        </pc:spChg>
        <pc:spChg chg="mod">
          <ac:chgData name="王 欣捷" userId="b965477fa0aef5e6" providerId="LiveId" clId="{6B25E3A0-8D13-427B-91C6-98F6CF017510}" dt="2021-04-20T12:44:30.836" v="113"/>
          <ac:spMkLst>
            <pc:docMk/>
            <pc:sldMk cId="3962178428" sldId="1151"/>
            <ac:spMk id="151" creationId="{7CB8F326-EAD0-404D-933D-FB1BAA679234}"/>
          </ac:spMkLst>
        </pc:spChg>
        <pc:spChg chg="mod">
          <ac:chgData name="王 欣捷" userId="b965477fa0aef5e6" providerId="LiveId" clId="{6B25E3A0-8D13-427B-91C6-98F6CF017510}" dt="2021-04-20T12:44:30.836" v="113"/>
          <ac:spMkLst>
            <pc:docMk/>
            <pc:sldMk cId="3962178428" sldId="1151"/>
            <ac:spMk id="152" creationId="{2B361A65-7471-49FF-A5D1-A454B0288EEB}"/>
          </ac:spMkLst>
        </pc:spChg>
        <pc:spChg chg="mod">
          <ac:chgData name="王 欣捷" userId="b965477fa0aef5e6" providerId="LiveId" clId="{6B25E3A0-8D13-427B-91C6-98F6CF017510}" dt="2021-04-20T12:44:30.836" v="113"/>
          <ac:spMkLst>
            <pc:docMk/>
            <pc:sldMk cId="3962178428" sldId="1151"/>
            <ac:spMk id="154" creationId="{1F29E06D-B752-4853-9858-A84F5825AD7E}"/>
          </ac:spMkLst>
        </pc:spChg>
        <pc:spChg chg="mod">
          <ac:chgData name="王 欣捷" userId="b965477fa0aef5e6" providerId="LiveId" clId="{6B25E3A0-8D13-427B-91C6-98F6CF017510}" dt="2021-04-20T12:44:30.836" v="113"/>
          <ac:spMkLst>
            <pc:docMk/>
            <pc:sldMk cId="3962178428" sldId="1151"/>
            <ac:spMk id="155" creationId="{865AF193-F009-4DC6-B3A4-8BBCDFA94B8C}"/>
          </ac:spMkLst>
        </pc:spChg>
        <pc:spChg chg="mod">
          <ac:chgData name="王 欣捷" userId="b965477fa0aef5e6" providerId="LiveId" clId="{6B25E3A0-8D13-427B-91C6-98F6CF017510}" dt="2021-04-20T12:44:30.836" v="113"/>
          <ac:spMkLst>
            <pc:docMk/>
            <pc:sldMk cId="3962178428" sldId="1151"/>
            <ac:spMk id="156" creationId="{343AA9B6-C54C-495D-9109-05A0039AFD53}"/>
          </ac:spMkLst>
        </pc:spChg>
        <pc:spChg chg="mod">
          <ac:chgData name="王 欣捷" userId="b965477fa0aef5e6" providerId="LiveId" clId="{6B25E3A0-8D13-427B-91C6-98F6CF017510}" dt="2021-04-20T12:44:30.836" v="113"/>
          <ac:spMkLst>
            <pc:docMk/>
            <pc:sldMk cId="3962178428" sldId="1151"/>
            <ac:spMk id="157" creationId="{217DB3A0-EB13-482B-89A8-F2C2578A3635}"/>
          </ac:spMkLst>
        </pc:spChg>
        <pc:spChg chg="mod">
          <ac:chgData name="王 欣捷" userId="b965477fa0aef5e6" providerId="LiveId" clId="{6B25E3A0-8D13-427B-91C6-98F6CF017510}" dt="2021-04-20T12:44:30.836" v="113"/>
          <ac:spMkLst>
            <pc:docMk/>
            <pc:sldMk cId="3962178428" sldId="1151"/>
            <ac:spMk id="158" creationId="{F3BDF021-7CC5-43D4-8083-8CA6D491050E}"/>
          </ac:spMkLst>
        </pc:spChg>
        <pc:spChg chg="mod">
          <ac:chgData name="王 欣捷" userId="b965477fa0aef5e6" providerId="LiveId" clId="{6B25E3A0-8D13-427B-91C6-98F6CF017510}" dt="2021-04-20T12:44:30.836" v="113"/>
          <ac:spMkLst>
            <pc:docMk/>
            <pc:sldMk cId="3962178428" sldId="1151"/>
            <ac:spMk id="159" creationId="{498CF40D-2197-4FE7-98D4-151FE62FBEAF}"/>
          </ac:spMkLst>
        </pc:spChg>
        <pc:spChg chg="mod">
          <ac:chgData name="王 欣捷" userId="b965477fa0aef5e6" providerId="LiveId" clId="{6B25E3A0-8D13-427B-91C6-98F6CF017510}" dt="2021-04-20T12:44:30.836" v="113"/>
          <ac:spMkLst>
            <pc:docMk/>
            <pc:sldMk cId="3962178428" sldId="1151"/>
            <ac:spMk id="160" creationId="{D4DED95E-52AC-4761-A863-2F99855AFA98}"/>
          </ac:spMkLst>
        </pc:spChg>
        <pc:spChg chg="mod">
          <ac:chgData name="王 欣捷" userId="b965477fa0aef5e6" providerId="LiveId" clId="{6B25E3A0-8D13-427B-91C6-98F6CF017510}" dt="2021-04-20T12:44:30.836" v="113"/>
          <ac:spMkLst>
            <pc:docMk/>
            <pc:sldMk cId="3962178428" sldId="1151"/>
            <ac:spMk id="161" creationId="{9C50FA59-C89C-48CC-9C18-C795ABB6E62C}"/>
          </ac:spMkLst>
        </pc:spChg>
        <pc:spChg chg="mod">
          <ac:chgData name="王 欣捷" userId="b965477fa0aef5e6" providerId="LiveId" clId="{6B25E3A0-8D13-427B-91C6-98F6CF017510}" dt="2021-04-20T12:44:30.836" v="113"/>
          <ac:spMkLst>
            <pc:docMk/>
            <pc:sldMk cId="3962178428" sldId="1151"/>
            <ac:spMk id="162" creationId="{A8FC2625-012E-4037-BF53-337588C65A30}"/>
          </ac:spMkLst>
        </pc:spChg>
        <pc:spChg chg="mod">
          <ac:chgData name="王 欣捷" userId="b965477fa0aef5e6" providerId="LiveId" clId="{6B25E3A0-8D13-427B-91C6-98F6CF017510}" dt="2021-04-20T12:44:30.836" v="113"/>
          <ac:spMkLst>
            <pc:docMk/>
            <pc:sldMk cId="3962178428" sldId="1151"/>
            <ac:spMk id="164" creationId="{2AF22BEE-DD51-43F6-B6C7-15C9D58714B5}"/>
          </ac:spMkLst>
        </pc:spChg>
        <pc:spChg chg="mod">
          <ac:chgData name="王 欣捷" userId="b965477fa0aef5e6" providerId="LiveId" clId="{6B25E3A0-8D13-427B-91C6-98F6CF017510}" dt="2021-04-20T12:44:30.836" v="113"/>
          <ac:spMkLst>
            <pc:docMk/>
            <pc:sldMk cId="3962178428" sldId="1151"/>
            <ac:spMk id="165" creationId="{5E11335A-0267-45A9-8158-355909011EB3}"/>
          </ac:spMkLst>
        </pc:spChg>
        <pc:spChg chg="mod">
          <ac:chgData name="王 欣捷" userId="b965477fa0aef5e6" providerId="LiveId" clId="{6B25E3A0-8D13-427B-91C6-98F6CF017510}" dt="2021-04-20T12:44:30.836" v="113"/>
          <ac:spMkLst>
            <pc:docMk/>
            <pc:sldMk cId="3962178428" sldId="1151"/>
            <ac:spMk id="166" creationId="{A089B174-DC17-46E9-91E1-F645B707FEDA}"/>
          </ac:spMkLst>
        </pc:spChg>
        <pc:spChg chg="mod">
          <ac:chgData name="王 欣捷" userId="b965477fa0aef5e6" providerId="LiveId" clId="{6B25E3A0-8D13-427B-91C6-98F6CF017510}" dt="2021-04-20T12:44:30.836" v="113"/>
          <ac:spMkLst>
            <pc:docMk/>
            <pc:sldMk cId="3962178428" sldId="1151"/>
            <ac:spMk id="167" creationId="{DC245B5C-8B32-452A-BB80-FC888DD62256}"/>
          </ac:spMkLst>
        </pc:spChg>
        <pc:grpChg chg="add del mod">
          <ac:chgData name="王 欣捷" userId="b965477fa0aef5e6" providerId="LiveId" clId="{6B25E3A0-8D13-427B-91C6-98F6CF017510}" dt="2021-04-20T12:46:20.433" v="136" actId="165"/>
          <ac:grpSpMkLst>
            <pc:docMk/>
            <pc:sldMk cId="3962178428" sldId="1151"/>
            <ac:grpSpMk id="5" creationId="{8779CF0B-5CF3-41F0-8A21-814877D304D9}"/>
          </ac:grpSpMkLst>
        </pc:grpChg>
        <pc:grpChg chg="add mod">
          <ac:chgData name="王 欣捷" userId="b965477fa0aef5e6" providerId="LiveId" clId="{6B25E3A0-8D13-427B-91C6-98F6CF017510}" dt="2021-04-20T12:44:38.611" v="122" actId="1036"/>
          <ac:grpSpMkLst>
            <pc:docMk/>
            <pc:sldMk cId="3962178428" sldId="1151"/>
            <ac:grpSpMk id="26" creationId="{CED4C457-9594-40BB-842E-516DA4309DC2}"/>
          </ac:grpSpMkLst>
        </pc:grpChg>
        <pc:grpChg chg="add mod">
          <ac:chgData name="王 欣捷" userId="b965477fa0aef5e6" providerId="LiveId" clId="{6B25E3A0-8D13-427B-91C6-98F6CF017510}" dt="2021-04-20T12:44:38.611" v="122" actId="1036"/>
          <ac:grpSpMkLst>
            <pc:docMk/>
            <pc:sldMk cId="3962178428" sldId="1151"/>
            <ac:grpSpMk id="32" creationId="{6593A3DC-FCA4-4B58-A11C-3B7CD45D33F7}"/>
          </ac:grpSpMkLst>
        </pc:grpChg>
        <pc:grpChg chg="add mod">
          <ac:chgData name="王 欣捷" userId="b965477fa0aef5e6" providerId="LiveId" clId="{6B25E3A0-8D13-427B-91C6-98F6CF017510}" dt="2021-04-20T12:44:38.611" v="122" actId="1036"/>
          <ac:grpSpMkLst>
            <pc:docMk/>
            <pc:sldMk cId="3962178428" sldId="1151"/>
            <ac:grpSpMk id="39" creationId="{438FA4A8-7FE0-4B40-887F-6B27CB8AAA67}"/>
          </ac:grpSpMkLst>
        </pc:grpChg>
        <pc:grpChg chg="add mod">
          <ac:chgData name="王 欣捷" userId="b965477fa0aef5e6" providerId="LiveId" clId="{6B25E3A0-8D13-427B-91C6-98F6CF017510}" dt="2021-04-20T12:44:38.611" v="122" actId="1036"/>
          <ac:grpSpMkLst>
            <pc:docMk/>
            <pc:sldMk cId="3962178428" sldId="1151"/>
            <ac:grpSpMk id="52" creationId="{6829D49F-A00C-4CD5-BEF5-6CD3D8C268E0}"/>
          </ac:grpSpMkLst>
        </pc:grpChg>
        <pc:grpChg chg="add mod">
          <ac:chgData name="王 欣捷" userId="b965477fa0aef5e6" providerId="LiveId" clId="{6B25E3A0-8D13-427B-91C6-98F6CF017510}" dt="2021-04-20T12:44:38.611" v="122" actId="1036"/>
          <ac:grpSpMkLst>
            <pc:docMk/>
            <pc:sldMk cId="3962178428" sldId="1151"/>
            <ac:grpSpMk id="58" creationId="{8C6DA2BD-BBBC-45AE-945A-D162E0957CE9}"/>
          </ac:grpSpMkLst>
        </pc:grpChg>
        <pc:grpChg chg="add mod">
          <ac:chgData name="王 欣捷" userId="b965477fa0aef5e6" providerId="LiveId" clId="{6B25E3A0-8D13-427B-91C6-98F6CF017510}" dt="2021-04-20T12:44:38.611" v="122" actId="1036"/>
          <ac:grpSpMkLst>
            <pc:docMk/>
            <pc:sldMk cId="3962178428" sldId="1151"/>
            <ac:grpSpMk id="64" creationId="{F6065E79-8514-48E9-B225-7045C8775A35}"/>
          </ac:grpSpMkLst>
        </pc:grpChg>
        <pc:grpChg chg="add mod">
          <ac:chgData name="王 欣捷" userId="b965477fa0aef5e6" providerId="LiveId" clId="{6B25E3A0-8D13-427B-91C6-98F6CF017510}" dt="2021-04-20T12:44:38.611" v="122" actId="1036"/>
          <ac:grpSpMkLst>
            <pc:docMk/>
            <pc:sldMk cId="3962178428" sldId="1151"/>
            <ac:grpSpMk id="72" creationId="{75E83635-F1C1-4D6A-AEEB-90743CABEC21}"/>
          </ac:grpSpMkLst>
        </pc:grpChg>
        <pc:grpChg chg="add mod">
          <ac:chgData name="王 欣捷" userId="b965477fa0aef5e6" providerId="LiveId" clId="{6B25E3A0-8D13-427B-91C6-98F6CF017510}" dt="2021-04-20T12:44:38.611" v="122" actId="1036"/>
          <ac:grpSpMkLst>
            <pc:docMk/>
            <pc:sldMk cId="3962178428" sldId="1151"/>
            <ac:grpSpMk id="82" creationId="{08A9888D-DAA6-4B0E-A4BE-0337FD9844F4}"/>
          </ac:grpSpMkLst>
        </pc:grpChg>
        <pc:grpChg chg="add del mod">
          <ac:chgData name="王 欣捷" userId="b965477fa0aef5e6" providerId="LiveId" clId="{6B25E3A0-8D13-427B-91C6-98F6CF017510}" dt="2021-04-20T12:44:31.519" v="114"/>
          <ac:grpSpMkLst>
            <pc:docMk/>
            <pc:sldMk cId="3962178428" sldId="1151"/>
            <ac:grpSpMk id="87" creationId="{CCB15F41-BCCD-4468-8CCA-3CE29E558A3C}"/>
          </ac:grpSpMkLst>
        </pc:grpChg>
        <pc:grpChg chg="add del mod">
          <ac:chgData name="王 欣捷" userId="b965477fa0aef5e6" providerId="LiveId" clId="{6B25E3A0-8D13-427B-91C6-98F6CF017510}" dt="2021-04-20T12:44:31.519" v="114"/>
          <ac:grpSpMkLst>
            <pc:docMk/>
            <pc:sldMk cId="3962178428" sldId="1151"/>
            <ac:grpSpMk id="107" creationId="{DEA66F76-CD4D-4AA4-AC0D-F1BDDA0FCCD9}"/>
          </ac:grpSpMkLst>
        </pc:grpChg>
        <pc:grpChg chg="add del mod">
          <ac:chgData name="王 欣捷" userId="b965477fa0aef5e6" providerId="LiveId" clId="{6B25E3A0-8D13-427B-91C6-98F6CF017510}" dt="2021-04-20T12:44:31.519" v="114"/>
          <ac:grpSpMkLst>
            <pc:docMk/>
            <pc:sldMk cId="3962178428" sldId="1151"/>
            <ac:grpSpMk id="113" creationId="{5C6334AE-B9F5-4A08-8D2D-AE98B57FC48A}"/>
          </ac:grpSpMkLst>
        </pc:grpChg>
        <pc:grpChg chg="add del mod">
          <ac:chgData name="王 欣捷" userId="b965477fa0aef5e6" providerId="LiveId" clId="{6B25E3A0-8D13-427B-91C6-98F6CF017510}" dt="2021-04-20T12:44:31.519" v="114"/>
          <ac:grpSpMkLst>
            <pc:docMk/>
            <pc:sldMk cId="3962178428" sldId="1151"/>
            <ac:grpSpMk id="120" creationId="{31E2A1BF-A327-465F-9303-C71E9127A609}"/>
          </ac:grpSpMkLst>
        </pc:grpChg>
        <pc:grpChg chg="add del mod">
          <ac:chgData name="王 欣捷" userId="b965477fa0aef5e6" providerId="LiveId" clId="{6B25E3A0-8D13-427B-91C6-98F6CF017510}" dt="2021-04-20T12:44:31.519" v="114"/>
          <ac:grpSpMkLst>
            <pc:docMk/>
            <pc:sldMk cId="3962178428" sldId="1151"/>
            <ac:grpSpMk id="133" creationId="{32FB4794-88E9-4CDB-8E3F-BFC7C0FDC2C3}"/>
          </ac:grpSpMkLst>
        </pc:grpChg>
        <pc:grpChg chg="add del mod">
          <ac:chgData name="王 欣捷" userId="b965477fa0aef5e6" providerId="LiveId" clId="{6B25E3A0-8D13-427B-91C6-98F6CF017510}" dt="2021-04-20T12:44:31.519" v="114"/>
          <ac:grpSpMkLst>
            <pc:docMk/>
            <pc:sldMk cId="3962178428" sldId="1151"/>
            <ac:grpSpMk id="139" creationId="{3CADEBE2-0CFB-464F-BAE1-B1D80338CE3A}"/>
          </ac:grpSpMkLst>
        </pc:grpChg>
        <pc:grpChg chg="add del mod">
          <ac:chgData name="王 欣捷" userId="b965477fa0aef5e6" providerId="LiveId" clId="{6B25E3A0-8D13-427B-91C6-98F6CF017510}" dt="2021-04-20T12:44:31.519" v="114"/>
          <ac:grpSpMkLst>
            <pc:docMk/>
            <pc:sldMk cId="3962178428" sldId="1151"/>
            <ac:grpSpMk id="145" creationId="{DB3DE3E1-8EC1-44BA-BC12-2268A6D8E599}"/>
          </ac:grpSpMkLst>
        </pc:grpChg>
        <pc:grpChg chg="add del mod">
          <ac:chgData name="王 欣捷" userId="b965477fa0aef5e6" providerId="LiveId" clId="{6B25E3A0-8D13-427B-91C6-98F6CF017510}" dt="2021-04-20T12:44:31.519" v="114"/>
          <ac:grpSpMkLst>
            <pc:docMk/>
            <pc:sldMk cId="3962178428" sldId="1151"/>
            <ac:grpSpMk id="153" creationId="{8E17C25B-741C-4D33-9672-B034E0420D24}"/>
          </ac:grpSpMkLst>
        </pc:grpChg>
        <pc:grpChg chg="add del mod">
          <ac:chgData name="王 欣捷" userId="b965477fa0aef5e6" providerId="LiveId" clId="{6B25E3A0-8D13-427B-91C6-98F6CF017510}" dt="2021-04-20T12:44:31.519" v="114"/>
          <ac:grpSpMkLst>
            <pc:docMk/>
            <pc:sldMk cId="3962178428" sldId="1151"/>
            <ac:grpSpMk id="163" creationId="{5EADA9DA-54CE-414A-AD23-957CFF152A93}"/>
          </ac:grpSpMkLst>
        </pc:grpChg>
        <pc:graphicFrameChg chg="del">
          <ac:chgData name="王 欣捷" userId="b965477fa0aef5e6" providerId="LiveId" clId="{6B25E3A0-8D13-427B-91C6-98F6CF017510}" dt="2021-04-20T12:44:55.923" v="123" actId="478"/>
          <ac:graphicFrameMkLst>
            <pc:docMk/>
            <pc:sldMk cId="3962178428" sldId="1151"/>
            <ac:graphicFrameMk id="7" creationId="{37CC3D40-8AD9-46E1-AFAB-E74C336F4304}"/>
          </ac:graphicFrameMkLst>
        </pc:graphicFrameChg>
      </pc:sldChg>
      <pc:sldChg chg="del">
        <pc:chgData name="王 欣捷" userId="b965477fa0aef5e6" providerId="LiveId" clId="{6B25E3A0-8D13-427B-91C6-98F6CF017510}" dt="2021-04-20T13:13:57.132" v="426" actId="47"/>
        <pc:sldMkLst>
          <pc:docMk/>
          <pc:sldMk cId="389650025" sldId="1152"/>
        </pc:sldMkLst>
      </pc:sldChg>
      <pc:sldChg chg="del">
        <pc:chgData name="王 欣捷" userId="b965477fa0aef5e6" providerId="LiveId" clId="{6B25E3A0-8D13-427B-91C6-98F6CF017510}" dt="2021-04-20T13:13:57.132" v="426" actId="47"/>
        <pc:sldMkLst>
          <pc:docMk/>
          <pc:sldMk cId="235929361" sldId="1153"/>
        </pc:sldMkLst>
      </pc:sldChg>
      <pc:sldChg chg="del">
        <pc:chgData name="王 欣捷" userId="b965477fa0aef5e6" providerId="LiveId" clId="{6B25E3A0-8D13-427B-91C6-98F6CF017510}" dt="2021-04-20T13:13:57.132" v="426" actId="47"/>
        <pc:sldMkLst>
          <pc:docMk/>
          <pc:sldMk cId="4207039851" sldId="1154"/>
        </pc:sldMkLst>
      </pc:sldChg>
      <pc:sldChg chg="del">
        <pc:chgData name="王 欣捷" userId="b965477fa0aef5e6" providerId="LiveId" clId="{6B25E3A0-8D13-427B-91C6-98F6CF017510}" dt="2021-04-20T13:13:57.132" v="426" actId="47"/>
        <pc:sldMkLst>
          <pc:docMk/>
          <pc:sldMk cId="77711967" sldId="1155"/>
        </pc:sldMkLst>
      </pc:sldChg>
      <pc:sldChg chg="del">
        <pc:chgData name="王 欣捷" userId="b965477fa0aef5e6" providerId="LiveId" clId="{6B25E3A0-8D13-427B-91C6-98F6CF017510}" dt="2021-04-20T13:13:57.132" v="426" actId="47"/>
        <pc:sldMkLst>
          <pc:docMk/>
          <pc:sldMk cId="1749343738" sldId="1156"/>
        </pc:sldMkLst>
      </pc:sldChg>
      <pc:sldChg chg="del">
        <pc:chgData name="王 欣捷" userId="b965477fa0aef5e6" providerId="LiveId" clId="{6B25E3A0-8D13-427B-91C6-98F6CF017510}" dt="2021-04-20T13:13:57.132" v="426" actId="47"/>
        <pc:sldMkLst>
          <pc:docMk/>
          <pc:sldMk cId="3747700626" sldId="1157"/>
        </pc:sldMkLst>
      </pc:sldChg>
      <pc:sldChg chg="addSp delSp modSp mod modAnim">
        <pc:chgData name="王 欣捷" userId="b965477fa0aef5e6" providerId="LiveId" clId="{6B25E3A0-8D13-427B-91C6-98F6CF017510}" dt="2021-04-20T13:13:38.770" v="425"/>
        <pc:sldMkLst>
          <pc:docMk/>
          <pc:sldMk cId="2813883607" sldId="1158"/>
        </pc:sldMkLst>
        <pc:spChg chg="mod">
          <ac:chgData name="王 欣捷" userId="b965477fa0aef5e6" providerId="LiveId" clId="{6B25E3A0-8D13-427B-91C6-98F6CF017510}" dt="2021-04-20T13:12:46.755" v="415" actId="1076"/>
          <ac:spMkLst>
            <pc:docMk/>
            <pc:sldMk cId="2813883607" sldId="1158"/>
            <ac:spMk id="6" creationId="{DD145251-593C-4F9D-8EA4-695E70D92278}"/>
          </ac:spMkLst>
        </pc:spChg>
        <pc:spChg chg="mod">
          <ac:chgData name="王 欣捷" userId="b965477fa0aef5e6" providerId="LiveId" clId="{6B25E3A0-8D13-427B-91C6-98F6CF017510}" dt="2021-04-20T13:12:46.755" v="415" actId="1076"/>
          <ac:spMkLst>
            <pc:docMk/>
            <pc:sldMk cId="2813883607" sldId="1158"/>
            <ac:spMk id="8" creationId="{B609BAE8-70EB-48BC-B0C7-C471690899D0}"/>
          </ac:spMkLst>
        </pc:spChg>
        <pc:spChg chg="mod">
          <ac:chgData name="王 欣捷" userId="b965477fa0aef5e6" providerId="LiveId" clId="{6B25E3A0-8D13-427B-91C6-98F6CF017510}" dt="2021-04-20T13:12:46.755" v="415" actId="1076"/>
          <ac:spMkLst>
            <pc:docMk/>
            <pc:sldMk cId="2813883607" sldId="1158"/>
            <ac:spMk id="9" creationId="{73BC54D1-3449-47D1-AA8B-A1C6A9E3A1EA}"/>
          </ac:spMkLst>
        </pc:spChg>
        <pc:spChg chg="mod">
          <ac:chgData name="王 欣捷" userId="b965477fa0aef5e6" providerId="LiveId" clId="{6B25E3A0-8D13-427B-91C6-98F6CF017510}" dt="2021-04-20T13:12:46.755" v="415" actId="1076"/>
          <ac:spMkLst>
            <pc:docMk/>
            <pc:sldMk cId="2813883607" sldId="1158"/>
            <ac:spMk id="10" creationId="{F79FC59F-9A98-4697-85EB-6224BDFAB2A5}"/>
          </ac:spMkLst>
        </pc:spChg>
        <pc:spChg chg="mod">
          <ac:chgData name="王 欣捷" userId="b965477fa0aef5e6" providerId="LiveId" clId="{6B25E3A0-8D13-427B-91C6-98F6CF017510}" dt="2021-04-20T13:12:46.755" v="415" actId="1076"/>
          <ac:spMkLst>
            <pc:docMk/>
            <pc:sldMk cId="2813883607" sldId="1158"/>
            <ac:spMk id="11" creationId="{51208A13-7171-4FDE-855B-E1F22823E703}"/>
          </ac:spMkLst>
        </pc:spChg>
        <pc:spChg chg="mod">
          <ac:chgData name="王 欣捷" userId="b965477fa0aef5e6" providerId="LiveId" clId="{6B25E3A0-8D13-427B-91C6-98F6CF017510}" dt="2021-04-20T13:12:46.755" v="415" actId="1076"/>
          <ac:spMkLst>
            <pc:docMk/>
            <pc:sldMk cId="2813883607" sldId="1158"/>
            <ac:spMk id="12" creationId="{974769A5-2093-4ECE-AA5A-DD9A76E17609}"/>
          </ac:spMkLst>
        </pc:spChg>
        <pc:spChg chg="mod">
          <ac:chgData name="王 欣捷" userId="b965477fa0aef5e6" providerId="LiveId" clId="{6B25E3A0-8D13-427B-91C6-98F6CF017510}" dt="2021-04-20T13:12:46.755" v="415" actId="1076"/>
          <ac:spMkLst>
            <pc:docMk/>
            <pc:sldMk cId="2813883607" sldId="1158"/>
            <ac:spMk id="13" creationId="{3A81D15C-B869-474F-A0A5-9A5E9B469140}"/>
          </ac:spMkLst>
        </pc:spChg>
        <pc:spChg chg="mod">
          <ac:chgData name="王 欣捷" userId="b965477fa0aef5e6" providerId="LiveId" clId="{6B25E3A0-8D13-427B-91C6-98F6CF017510}" dt="2021-04-20T13:12:46.755" v="415" actId="1076"/>
          <ac:spMkLst>
            <pc:docMk/>
            <pc:sldMk cId="2813883607" sldId="1158"/>
            <ac:spMk id="14" creationId="{FCE93488-653E-453B-ACBE-0D41285628BC}"/>
          </ac:spMkLst>
        </pc:spChg>
        <pc:spChg chg="mod">
          <ac:chgData name="王 欣捷" userId="b965477fa0aef5e6" providerId="LiveId" clId="{6B25E3A0-8D13-427B-91C6-98F6CF017510}" dt="2021-04-20T13:12:46.755" v="415" actId="1076"/>
          <ac:spMkLst>
            <pc:docMk/>
            <pc:sldMk cId="2813883607" sldId="1158"/>
            <ac:spMk id="15" creationId="{E0A2963A-C77D-4477-BE4D-893D082F529A}"/>
          </ac:spMkLst>
        </pc:spChg>
        <pc:spChg chg="mod">
          <ac:chgData name="王 欣捷" userId="b965477fa0aef5e6" providerId="LiveId" clId="{6B25E3A0-8D13-427B-91C6-98F6CF017510}" dt="2021-04-20T13:12:46.755" v="415" actId="1076"/>
          <ac:spMkLst>
            <pc:docMk/>
            <pc:sldMk cId="2813883607" sldId="1158"/>
            <ac:spMk id="16" creationId="{932A0489-29DF-4E08-A2AB-3B6EB32EE8BA}"/>
          </ac:spMkLst>
        </pc:spChg>
        <pc:spChg chg="mod">
          <ac:chgData name="王 欣捷" userId="b965477fa0aef5e6" providerId="LiveId" clId="{6B25E3A0-8D13-427B-91C6-98F6CF017510}" dt="2021-04-20T13:12:46.755" v="415" actId="1076"/>
          <ac:spMkLst>
            <pc:docMk/>
            <pc:sldMk cId="2813883607" sldId="1158"/>
            <ac:spMk id="17" creationId="{3A3AC747-3975-4406-A6F7-CC68A815D39A}"/>
          </ac:spMkLst>
        </pc:spChg>
        <pc:spChg chg="mod">
          <ac:chgData name="王 欣捷" userId="b965477fa0aef5e6" providerId="LiveId" clId="{6B25E3A0-8D13-427B-91C6-98F6CF017510}" dt="2021-04-20T13:12:46.755" v="415" actId="1076"/>
          <ac:spMkLst>
            <pc:docMk/>
            <pc:sldMk cId="2813883607" sldId="1158"/>
            <ac:spMk id="18" creationId="{CC541C46-A64A-4289-9049-190A88A834A3}"/>
          </ac:spMkLst>
        </pc:spChg>
        <pc:spChg chg="mod">
          <ac:chgData name="王 欣捷" userId="b965477fa0aef5e6" providerId="LiveId" clId="{6B25E3A0-8D13-427B-91C6-98F6CF017510}" dt="2021-04-20T13:12:46.755" v="415" actId="1076"/>
          <ac:spMkLst>
            <pc:docMk/>
            <pc:sldMk cId="2813883607" sldId="1158"/>
            <ac:spMk id="19" creationId="{966A7A09-40F8-4680-9C30-5D936FD1AEF7}"/>
          </ac:spMkLst>
        </pc:spChg>
        <pc:spChg chg="mod">
          <ac:chgData name="王 欣捷" userId="b965477fa0aef5e6" providerId="LiveId" clId="{6B25E3A0-8D13-427B-91C6-98F6CF017510}" dt="2021-04-20T13:12:46.755" v="415" actId="1076"/>
          <ac:spMkLst>
            <pc:docMk/>
            <pc:sldMk cId="2813883607" sldId="1158"/>
            <ac:spMk id="20" creationId="{417909A3-608A-4EBE-8A7F-EB48569AC6C7}"/>
          </ac:spMkLst>
        </pc:spChg>
        <pc:spChg chg="mod">
          <ac:chgData name="王 欣捷" userId="b965477fa0aef5e6" providerId="LiveId" clId="{6B25E3A0-8D13-427B-91C6-98F6CF017510}" dt="2021-04-20T13:12:46.755" v="415" actId="1076"/>
          <ac:spMkLst>
            <pc:docMk/>
            <pc:sldMk cId="2813883607" sldId="1158"/>
            <ac:spMk id="21" creationId="{46157996-D1F7-4F33-98A1-A94877718713}"/>
          </ac:spMkLst>
        </pc:spChg>
        <pc:spChg chg="mod">
          <ac:chgData name="王 欣捷" userId="b965477fa0aef5e6" providerId="LiveId" clId="{6B25E3A0-8D13-427B-91C6-98F6CF017510}" dt="2021-04-20T13:12:46.755" v="415" actId="1076"/>
          <ac:spMkLst>
            <pc:docMk/>
            <pc:sldMk cId="2813883607" sldId="1158"/>
            <ac:spMk id="22" creationId="{8390626D-3E15-4554-B651-C44BAC5C04D0}"/>
          </ac:spMkLst>
        </pc:spChg>
        <pc:spChg chg="mod">
          <ac:chgData name="王 欣捷" userId="b965477fa0aef5e6" providerId="LiveId" clId="{6B25E3A0-8D13-427B-91C6-98F6CF017510}" dt="2021-04-20T13:12:46.755" v="415" actId="1076"/>
          <ac:spMkLst>
            <pc:docMk/>
            <pc:sldMk cId="2813883607" sldId="1158"/>
            <ac:spMk id="23" creationId="{47B443C8-2826-4BD0-BDE4-DCAB2E0086E5}"/>
          </ac:spMkLst>
        </pc:spChg>
        <pc:spChg chg="mod">
          <ac:chgData name="王 欣捷" userId="b965477fa0aef5e6" providerId="LiveId" clId="{6B25E3A0-8D13-427B-91C6-98F6CF017510}" dt="2021-04-20T13:12:46.755" v="415" actId="1076"/>
          <ac:spMkLst>
            <pc:docMk/>
            <pc:sldMk cId="2813883607" sldId="1158"/>
            <ac:spMk id="24" creationId="{0EE7F19C-C1B2-4401-87AE-2F41C1B86E5C}"/>
          </ac:spMkLst>
        </pc:spChg>
        <pc:spChg chg="mod">
          <ac:chgData name="王 欣捷" userId="b965477fa0aef5e6" providerId="LiveId" clId="{6B25E3A0-8D13-427B-91C6-98F6CF017510}" dt="2021-04-20T13:12:46.755" v="415" actId="1076"/>
          <ac:spMkLst>
            <pc:docMk/>
            <pc:sldMk cId="2813883607" sldId="1158"/>
            <ac:spMk id="25" creationId="{A4D21CAE-07E1-4281-A15F-F58E028362DE}"/>
          </ac:spMkLst>
        </pc:spChg>
        <pc:spChg chg="mod">
          <ac:chgData name="王 欣捷" userId="b965477fa0aef5e6" providerId="LiveId" clId="{6B25E3A0-8D13-427B-91C6-98F6CF017510}" dt="2021-04-20T13:12:46.755" v="415" actId="1076"/>
          <ac:spMkLst>
            <pc:docMk/>
            <pc:sldMk cId="2813883607" sldId="1158"/>
            <ac:spMk id="27" creationId="{A76D61BA-852E-4208-8AC9-34DC3E03281B}"/>
          </ac:spMkLst>
        </pc:spChg>
        <pc:spChg chg="mod">
          <ac:chgData name="王 欣捷" userId="b965477fa0aef5e6" providerId="LiveId" clId="{6B25E3A0-8D13-427B-91C6-98F6CF017510}" dt="2021-04-20T13:12:46.755" v="415" actId="1076"/>
          <ac:spMkLst>
            <pc:docMk/>
            <pc:sldMk cId="2813883607" sldId="1158"/>
            <ac:spMk id="28" creationId="{4A5F3211-F09E-4408-9B96-67D6B8643C88}"/>
          </ac:spMkLst>
        </pc:spChg>
        <pc:spChg chg="mod">
          <ac:chgData name="王 欣捷" userId="b965477fa0aef5e6" providerId="LiveId" clId="{6B25E3A0-8D13-427B-91C6-98F6CF017510}" dt="2021-04-20T13:12:46.755" v="415" actId="1076"/>
          <ac:spMkLst>
            <pc:docMk/>
            <pc:sldMk cId="2813883607" sldId="1158"/>
            <ac:spMk id="29" creationId="{0B40763E-DC56-4456-A2FC-78FB8C40E634}"/>
          </ac:spMkLst>
        </pc:spChg>
        <pc:spChg chg="mod">
          <ac:chgData name="王 欣捷" userId="b965477fa0aef5e6" providerId="LiveId" clId="{6B25E3A0-8D13-427B-91C6-98F6CF017510}" dt="2021-04-20T13:12:46.755" v="415" actId="1076"/>
          <ac:spMkLst>
            <pc:docMk/>
            <pc:sldMk cId="2813883607" sldId="1158"/>
            <ac:spMk id="30" creationId="{91FE3428-09FB-45C0-A497-E252C5350AF8}"/>
          </ac:spMkLst>
        </pc:spChg>
        <pc:spChg chg="mod">
          <ac:chgData name="王 欣捷" userId="b965477fa0aef5e6" providerId="LiveId" clId="{6B25E3A0-8D13-427B-91C6-98F6CF017510}" dt="2021-04-20T13:12:46.755" v="415" actId="1076"/>
          <ac:spMkLst>
            <pc:docMk/>
            <pc:sldMk cId="2813883607" sldId="1158"/>
            <ac:spMk id="31" creationId="{29175CE8-97B9-43B0-AE5F-639C7094DD95}"/>
          </ac:spMkLst>
        </pc:spChg>
        <pc:spChg chg="mod">
          <ac:chgData name="王 欣捷" userId="b965477fa0aef5e6" providerId="LiveId" clId="{6B25E3A0-8D13-427B-91C6-98F6CF017510}" dt="2021-04-20T13:12:46.755" v="415" actId="1076"/>
          <ac:spMkLst>
            <pc:docMk/>
            <pc:sldMk cId="2813883607" sldId="1158"/>
            <ac:spMk id="32" creationId="{49CC09C9-1102-400F-B824-FAC53C253F35}"/>
          </ac:spMkLst>
        </pc:spChg>
        <pc:spChg chg="mod">
          <ac:chgData name="王 欣捷" userId="b965477fa0aef5e6" providerId="LiveId" clId="{6B25E3A0-8D13-427B-91C6-98F6CF017510}" dt="2021-04-20T13:12:46.755" v="415" actId="1076"/>
          <ac:spMkLst>
            <pc:docMk/>
            <pc:sldMk cId="2813883607" sldId="1158"/>
            <ac:spMk id="33" creationId="{5848940A-51E4-49D2-B3FC-1AA450114E76}"/>
          </ac:spMkLst>
        </pc:spChg>
        <pc:spChg chg="mod">
          <ac:chgData name="王 欣捷" userId="b965477fa0aef5e6" providerId="LiveId" clId="{6B25E3A0-8D13-427B-91C6-98F6CF017510}" dt="2021-04-20T13:12:46.755" v="415" actId="1076"/>
          <ac:spMkLst>
            <pc:docMk/>
            <pc:sldMk cId="2813883607" sldId="1158"/>
            <ac:spMk id="34" creationId="{AFEC15BB-FDDB-41DE-A25B-9BA00F2B4238}"/>
          </ac:spMkLst>
        </pc:spChg>
        <pc:spChg chg="mod">
          <ac:chgData name="王 欣捷" userId="b965477fa0aef5e6" providerId="LiveId" clId="{6B25E3A0-8D13-427B-91C6-98F6CF017510}" dt="2021-04-20T13:12:46.755" v="415" actId="1076"/>
          <ac:spMkLst>
            <pc:docMk/>
            <pc:sldMk cId="2813883607" sldId="1158"/>
            <ac:spMk id="36" creationId="{917E9758-EAFD-43D5-8DB2-373CBCB6DD85}"/>
          </ac:spMkLst>
        </pc:spChg>
        <pc:spChg chg="mod">
          <ac:chgData name="王 欣捷" userId="b965477fa0aef5e6" providerId="LiveId" clId="{6B25E3A0-8D13-427B-91C6-98F6CF017510}" dt="2021-04-20T13:12:46.755" v="415" actId="1076"/>
          <ac:spMkLst>
            <pc:docMk/>
            <pc:sldMk cId="2813883607" sldId="1158"/>
            <ac:spMk id="37" creationId="{6A82897E-AA1D-4770-8881-08A0054E51ED}"/>
          </ac:spMkLst>
        </pc:spChg>
        <pc:spChg chg="mod">
          <ac:chgData name="王 欣捷" userId="b965477fa0aef5e6" providerId="LiveId" clId="{6B25E3A0-8D13-427B-91C6-98F6CF017510}" dt="2021-04-20T13:12:46.755" v="415" actId="1076"/>
          <ac:spMkLst>
            <pc:docMk/>
            <pc:sldMk cId="2813883607" sldId="1158"/>
            <ac:spMk id="38" creationId="{6DC54AFD-292E-449B-8BFA-BAE56B2F136B}"/>
          </ac:spMkLst>
        </pc:spChg>
        <pc:spChg chg="mod">
          <ac:chgData name="王 欣捷" userId="b965477fa0aef5e6" providerId="LiveId" clId="{6B25E3A0-8D13-427B-91C6-98F6CF017510}" dt="2021-04-20T13:12:46.755" v="415" actId="1076"/>
          <ac:spMkLst>
            <pc:docMk/>
            <pc:sldMk cId="2813883607" sldId="1158"/>
            <ac:spMk id="39" creationId="{D2AAF3D6-9BCC-478A-A72B-4B4832945749}"/>
          </ac:spMkLst>
        </pc:spChg>
        <pc:spChg chg="mod">
          <ac:chgData name="王 欣捷" userId="b965477fa0aef5e6" providerId="LiveId" clId="{6B25E3A0-8D13-427B-91C6-98F6CF017510}" dt="2021-04-20T13:12:46.755" v="415" actId="1076"/>
          <ac:spMkLst>
            <pc:docMk/>
            <pc:sldMk cId="2813883607" sldId="1158"/>
            <ac:spMk id="40" creationId="{54C390D6-FBEB-45F6-BAE6-295E80B818A6}"/>
          </ac:spMkLst>
        </pc:spChg>
        <pc:spChg chg="mod">
          <ac:chgData name="王 欣捷" userId="b965477fa0aef5e6" providerId="LiveId" clId="{6B25E3A0-8D13-427B-91C6-98F6CF017510}" dt="2021-04-20T13:12:46.755" v="415" actId="1076"/>
          <ac:spMkLst>
            <pc:docMk/>
            <pc:sldMk cId="2813883607" sldId="1158"/>
            <ac:spMk id="42" creationId="{FD05C830-5FFA-4880-879E-5B7EB9101944}"/>
          </ac:spMkLst>
        </pc:spChg>
        <pc:spChg chg="mod">
          <ac:chgData name="王 欣捷" userId="b965477fa0aef5e6" providerId="LiveId" clId="{6B25E3A0-8D13-427B-91C6-98F6CF017510}" dt="2021-04-20T13:12:46.755" v="415" actId="1076"/>
          <ac:spMkLst>
            <pc:docMk/>
            <pc:sldMk cId="2813883607" sldId="1158"/>
            <ac:spMk id="43" creationId="{917D9642-1810-4C24-9C37-FF9BAD9B0ACB}"/>
          </ac:spMkLst>
        </pc:spChg>
        <pc:spChg chg="mod">
          <ac:chgData name="王 欣捷" userId="b965477fa0aef5e6" providerId="LiveId" clId="{6B25E3A0-8D13-427B-91C6-98F6CF017510}" dt="2021-04-20T13:12:46.755" v="415" actId="1076"/>
          <ac:spMkLst>
            <pc:docMk/>
            <pc:sldMk cId="2813883607" sldId="1158"/>
            <ac:spMk id="44" creationId="{3F71213D-261E-4E3F-8C4E-AB843B84E2BB}"/>
          </ac:spMkLst>
        </pc:spChg>
        <pc:spChg chg="mod">
          <ac:chgData name="王 欣捷" userId="b965477fa0aef5e6" providerId="LiveId" clId="{6B25E3A0-8D13-427B-91C6-98F6CF017510}" dt="2021-04-20T13:12:46.755" v="415" actId="1076"/>
          <ac:spMkLst>
            <pc:docMk/>
            <pc:sldMk cId="2813883607" sldId="1158"/>
            <ac:spMk id="45" creationId="{FFE8A506-8744-4F5B-B848-C4B2567C26A1}"/>
          </ac:spMkLst>
        </pc:spChg>
        <pc:spChg chg="mod">
          <ac:chgData name="王 欣捷" userId="b965477fa0aef5e6" providerId="LiveId" clId="{6B25E3A0-8D13-427B-91C6-98F6CF017510}" dt="2021-04-20T13:12:46.755" v="415" actId="1076"/>
          <ac:spMkLst>
            <pc:docMk/>
            <pc:sldMk cId="2813883607" sldId="1158"/>
            <ac:spMk id="46" creationId="{2C4014EB-8E76-4158-B5D7-B0F95C6C0D0E}"/>
          </ac:spMkLst>
        </pc:spChg>
        <pc:spChg chg="mod">
          <ac:chgData name="王 欣捷" userId="b965477fa0aef5e6" providerId="LiveId" clId="{6B25E3A0-8D13-427B-91C6-98F6CF017510}" dt="2021-04-20T13:12:46.755" v="415" actId="1076"/>
          <ac:spMkLst>
            <pc:docMk/>
            <pc:sldMk cId="2813883607" sldId="1158"/>
            <ac:spMk id="47" creationId="{32CD5B7A-901E-4CEA-A7D3-2397FCBDB19F}"/>
          </ac:spMkLst>
        </pc:spChg>
        <pc:spChg chg="mod">
          <ac:chgData name="王 欣捷" userId="b965477fa0aef5e6" providerId="LiveId" clId="{6B25E3A0-8D13-427B-91C6-98F6CF017510}" dt="2021-04-20T13:12:46.755" v="415" actId="1076"/>
          <ac:spMkLst>
            <pc:docMk/>
            <pc:sldMk cId="2813883607" sldId="1158"/>
            <ac:spMk id="48" creationId="{AAA5CAE3-EF9E-49C7-A281-4D88E3777F63}"/>
          </ac:spMkLst>
        </pc:spChg>
        <pc:spChg chg="mod">
          <ac:chgData name="王 欣捷" userId="b965477fa0aef5e6" providerId="LiveId" clId="{6B25E3A0-8D13-427B-91C6-98F6CF017510}" dt="2021-04-20T13:12:46.755" v="415" actId="1076"/>
          <ac:spMkLst>
            <pc:docMk/>
            <pc:sldMk cId="2813883607" sldId="1158"/>
            <ac:spMk id="50" creationId="{CB5602BF-3E13-4E2B-A478-BD2FECC7CDB1}"/>
          </ac:spMkLst>
        </pc:spChg>
        <pc:spChg chg="mod">
          <ac:chgData name="王 欣捷" userId="b965477fa0aef5e6" providerId="LiveId" clId="{6B25E3A0-8D13-427B-91C6-98F6CF017510}" dt="2021-04-20T13:12:46.755" v="415" actId="1076"/>
          <ac:spMkLst>
            <pc:docMk/>
            <pc:sldMk cId="2813883607" sldId="1158"/>
            <ac:spMk id="51" creationId="{9772F3A6-A341-4657-8768-D00E11288701}"/>
          </ac:spMkLst>
        </pc:spChg>
        <pc:spChg chg="mod">
          <ac:chgData name="王 欣捷" userId="b965477fa0aef5e6" providerId="LiveId" clId="{6B25E3A0-8D13-427B-91C6-98F6CF017510}" dt="2021-04-20T13:12:46.755" v="415" actId="1076"/>
          <ac:spMkLst>
            <pc:docMk/>
            <pc:sldMk cId="2813883607" sldId="1158"/>
            <ac:spMk id="52" creationId="{92DFEFA6-8DB1-47C2-8104-09F1ADCD7A71}"/>
          </ac:spMkLst>
        </pc:spChg>
        <pc:spChg chg="mod">
          <ac:chgData name="王 欣捷" userId="b965477fa0aef5e6" providerId="LiveId" clId="{6B25E3A0-8D13-427B-91C6-98F6CF017510}" dt="2021-04-20T13:12:46.755" v="415" actId="1076"/>
          <ac:spMkLst>
            <pc:docMk/>
            <pc:sldMk cId="2813883607" sldId="1158"/>
            <ac:spMk id="53" creationId="{18B9614C-66F5-490B-9CFF-20E55B18B606}"/>
          </ac:spMkLst>
        </pc:spChg>
        <pc:spChg chg="mod">
          <ac:chgData name="王 欣捷" userId="b965477fa0aef5e6" providerId="LiveId" clId="{6B25E3A0-8D13-427B-91C6-98F6CF017510}" dt="2021-04-20T13:12:46.755" v="415" actId="1076"/>
          <ac:spMkLst>
            <pc:docMk/>
            <pc:sldMk cId="2813883607" sldId="1158"/>
            <ac:spMk id="54" creationId="{FBA7B3EA-835C-48DD-9950-D69194E1E296}"/>
          </ac:spMkLst>
        </pc:spChg>
        <pc:spChg chg="mod">
          <ac:chgData name="王 欣捷" userId="b965477fa0aef5e6" providerId="LiveId" clId="{6B25E3A0-8D13-427B-91C6-98F6CF017510}" dt="2021-04-20T13:12:46.755" v="415" actId="1076"/>
          <ac:spMkLst>
            <pc:docMk/>
            <pc:sldMk cId="2813883607" sldId="1158"/>
            <ac:spMk id="55" creationId="{11AF9C4D-09FA-40E1-B9B5-8B2BFE170C36}"/>
          </ac:spMkLst>
        </pc:spChg>
        <pc:spChg chg="mod">
          <ac:chgData name="王 欣捷" userId="b965477fa0aef5e6" providerId="LiveId" clId="{6B25E3A0-8D13-427B-91C6-98F6CF017510}" dt="2021-04-20T13:12:46.755" v="415" actId="1076"/>
          <ac:spMkLst>
            <pc:docMk/>
            <pc:sldMk cId="2813883607" sldId="1158"/>
            <ac:spMk id="56" creationId="{52E4F73B-54CC-4E9D-8636-A04FA9265C51}"/>
          </ac:spMkLst>
        </pc:spChg>
        <pc:spChg chg="mod">
          <ac:chgData name="王 欣捷" userId="b965477fa0aef5e6" providerId="LiveId" clId="{6B25E3A0-8D13-427B-91C6-98F6CF017510}" dt="2021-04-20T13:12:46.755" v="415" actId="1076"/>
          <ac:spMkLst>
            <pc:docMk/>
            <pc:sldMk cId="2813883607" sldId="1158"/>
            <ac:spMk id="58" creationId="{5BB3C939-761D-4D82-99E6-D9D0627E98AC}"/>
          </ac:spMkLst>
        </pc:spChg>
        <pc:spChg chg="mod">
          <ac:chgData name="王 欣捷" userId="b965477fa0aef5e6" providerId="LiveId" clId="{6B25E3A0-8D13-427B-91C6-98F6CF017510}" dt="2021-04-20T13:12:46.755" v="415" actId="1076"/>
          <ac:spMkLst>
            <pc:docMk/>
            <pc:sldMk cId="2813883607" sldId="1158"/>
            <ac:spMk id="59" creationId="{EF1B6BC8-DE52-4078-B653-7C2B08940DD6}"/>
          </ac:spMkLst>
        </pc:spChg>
        <pc:spChg chg="mod">
          <ac:chgData name="王 欣捷" userId="b965477fa0aef5e6" providerId="LiveId" clId="{6B25E3A0-8D13-427B-91C6-98F6CF017510}" dt="2021-04-20T13:12:46.755" v="415" actId="1076"/>
          <ac:spMkLst>
            <pc:docMk/>
            <pc:sldMk cId="2813883607" sldId="1158"/>
            <ac:spMk id="60" creationId="{73E5C9FE-5CFC-43D9-8E34-909D5B6BDA47}"/>
          </ac:spMkLst>
        </pc:spChg>
        <pc:spChg chg="mod">
          <ac:chgData name="王 欣捷" userId="b965477fa0aef5e6" providerId="LiveId" clId="{6B25E3A0-8D13-427B-91C6-98F6CF017510}" dt="2021-04-20T13:12:46.755" v="415" actId="1076"/>
          <ac:spMkLst>
            <pc:docMk/>
            <pc:sldMk cId="2813883607" sldId="1158"/>
            <ac:spMk id="61" creationId="{A11D857E-6213-4D92-8F4D-D24A9D982A29}"/>
          </ac:spMkLst>
        </pc:spChg>
        <pc:spChg chg="mod">
          <ac:chgData name="王 欣捷" userId="b965477fa0aef5e6" providerId="LiveId" clId="{6B25E3A0-8D13-427B-91C6-98F6CF017510}" dt="2021-04-20T13:12:46.755" v="415" actId="1076"/>
          <ac:spMkLst>
            <pc:docMk/>
            <pc:sldMk cId="2813883607" sldId="1158"/>
            <ac:spMk id="62" creationId="{07421CF0-957D-44E4-BF73-10D189F821DB}"/>
          </ac:spMkLst>
        </pc:spChg>
        <pc:spChg chg="mod">
          <ac:chgData name="王 欣捷" userId="b965477fa0aef5e6" providerId="LiveId" clId="{6B25E3A0-8D13-427B-91C6-98F6CF017510}" dt="2021-04-20T13:12:46.755" v="415" actId="1076"/>
          <ac:spMkLst>
            <pc:docMk/>
            <pc:sldMk cId="2813883607" sldId="1158"/>
            <ac:spMk id="63" creationId="{086C0466-E825-424E-AB92-17EE26068B93}"/>
          </ac:spMkLst>
        </pc:spChg>
        <pc:spChg chg="mod">
          <ac:chgData name="王 欣捷" userId="b965477fa0aef5e6" providerId="LiveId" clId="{6B25E3A0-8D13-427B-91C6-98F6CF017510}" dt="2021-04-20T13:12:46.755" v="415" actId="1076"/>
          <ac:spMkLst>
            <pc:docMk/>
            <pc:sldMk cId="2813883607" sldId="1158"/>
            <ac:spMk id="64" creationId="{C1988FBE-54ED-43DC-A12D-F1E8399212AB}"/>
          </ac:spMkLst>
        </pc:spChg>
        <pc:spChg chg="mod">
          <ac:chgData name="王 欣捷" userId="b965477fa0aef5e6" providerId="LiveId" clId="{6B25E3A0-8D13-427B-91C6-98F6CF017510}" dt="2021-04-20T13:12:46.755" v="415" actId="1076"/>
          <ac:spMkLst>
            <pc:docMk/>
            <pc:sldMk cId="2813883607" sldId="1158"/>
            <ac:spMk id="66" creationId="{4046A51A-742D-4825-9AF0-52BD74784C07}"/>
          </ac:spMkLst>
        </pc:spChg>
        <pc:spChg chg="mod">
          <ac:chgData name="王 欣捷" userId="b965477fa0aef5e6" providerId="LiveId" clId="{6B25E3A0-8D13-427B-91C6-98F6CF017510}" dt="2021-04-20T13:12:46.755" v="415" actId="1076"/>
          <ac:spMkLst>
            <pc:docMk/>
            <pc:sldMk cId="2813883607" sldId="1158"/>
            <ac:spMk id="67" creationId="{8AF3A1D8-C588-45D9-A707-442BC0758F10}"/>
          </ac:spMkLst>
        </pc:spChg>
        <pc:spChg chg="mod">
          <ac:chgData name="王 欣捷" userId="b965477fa0aef5e6" providerId="LiveId" clId="{6B25E3A0-8D13-427B-91C6-98F6CF017510}" dt="2021-04-20T13:12:46.755" v="415" actId="1076"/>
          <ac:spMkLst>
            <pc:docMk/>
            <pc:sldMk cId="2813883607" sldId="1158"/>
            <ac:spMk id="68" creationId="{563A6B22-D532-47FE-BB41-7092C034D1CA}"/>
          </ac:spMkLst>
        </pc:spChg>
        <pc:spChg chg="mod">
          <ac:chgData name="王 欣捷" userId="b965477fa0aef5e6" providerId="LiveId" clId="{6B25E3A0-8D13-427B-91C6-98F6CF017510}" dt="2021-04-20T13:12:46.755" v="415" actId="1076"/>
          <ac:spMkLst>
            <pc:docMk/>
            <pc:sldMk cId="2813883607" sldId="1158"/>
            <ac:spMk id="69" creationId="{526B3BF5-3713-4A39-81F0-ABCF85F6B506}"/>
          </ac:spMkLst>
        </pc:spChg>
        <pc:spChg chg="mod">
          <ac:chgData name="王 欣捷" userId="b965477fa0aef5e6" providerId="LiveId" clId="{6B25E3A0-8D13-427B-91C6-98F6CF017510}" dt="2021-04-20T13:12:46.755" v="415" actId="1076"/>
          <ac:spMkLst>
            <pc:docMk/>
            <pc:sldMk cId="2813883607" sldId="1158"/>
            <ac:spMk id="70" creationId="{BE701583-D19D-403F-9EA3-1C4DCCECC6C1}"/>
          </ac:spMkLst>
        </pc:spChg>
        <pc:spChg chg="mod">
          <ac:chgData name="王 欣捷" userId="b965477fa0aef5e6" providerId="LiveId" clId="{6B25E3A0-8D13-427B-91C6-98F6CF017510}" dt="2021-04-20T13:12:46.755" v="415" actId="1076"/>
          <ac:spMkLst>
            <pc:docMk/>
            <pc:sldMk cId="2813883607" sldId="1158"/>
            <ac:spMk id="71" creationId="{BD8C0832-BC4C-470A-824F-81AFE4B637FA}"/>
          </ac:spMkLst>
        </pc:spChg>
        <pc:spChg chg="mod">
          <ac:chgData name="王 欣捷" userId="b965477fa0aef5e6" providerId="LiveId" clId="{6B25E3A0-8D13-427B-91C6-98F6CF017510}" dt="2021-04-20T13:12:46.755" v="415" actId="1076"/>
          <ac:spMkLst>
            <pc:docMk/>
            <pc:sldMk cId="2813883607" sldId="1158"/>
            <ac:spMk id="72" creationId="{8EE9C29C-3052-41A1-AB33-7ED525B090B0}"/>
          </ac:spMkLst>
        </pc:spChg>
        <pc:spChg chg="mod">
          <ac:chgData name="王 欣捷" userId="b965477fa0aef5e6" providerId="LiveId" clId="{6B25E3A0-8D13-427B-91C6-98F6CF017510}" dt="2021-04-20T13:12:46.755" v="415" actId="1076"/>
          <ac:spMkLst>
            <pc:docMk/>
            <pc:sldMk cId="2813883607" sldId="1158"/>
            <ac:spMk id="73" creationId="{EDB36A1D-F6D1-42D0-80C4-514C805B8D62}"/>
          </ac:spMkLst>
        </pc:spChg>
        <pc:spChg chg="mod">
          <ac:chgData name="王 欣捷" userId="b965477fa0aef5e6" providerId="LiveId" clId="{6B25E3A0-8D13-427B-91C6-98F6CF017510}" dt="2021-04-20T13:12:46.755" v="415" actId="1076"/>
          <ac:spMkLst>
            <pc:docMk/>
            <pc:sldMk cId="2813883607" sldId="1158"/>
            <ac:spMk id="74" creationId="{599A2E6F-96F8-42E2-92D5-DA9EB6EFB761}"/>
          </ac:spMkLst>
        </pc:spChg>
        <pc:spChg chg="mod">
          <ac:chgData name="王 欣捷" userId="b965477fa0aef5e6" providerId="LiveId" clId="{6B25E3A0-8D13-427B-91C6-98F6CF017510}" dt="2021-04-20T13:12:46.755" v="415" actId="1076"/>
          <ac:spMkLst>
            <pc:docMk/>
            <pc:sldMk cId="2813883607" sldId="1158"/>
            <ac:spMk id="76" creationId="{1C018342-BB55-48DC-9F4D-692D63F975E6}"/>
          </ac:spMkLst>
        </pc:spChg>
        <pc:spChg chg="mod">
          <ac:chgData name="王 欣捷" userId="b965477fa0aef5e6" providerId="LiveId" clId="{6B25E3A0-8D13-427B-91C6-98F6CF017510}" dt="2021-04-20T13:12:46.755" v="415" actId="1076"/>
          <ac:spMkLst>
            <pc:docMk/>
            <pc:sldMk cId="2813883607" sldId="1158"/>
            <ac:spMk id="77" creationId="{D6764B74-4059-4190-8902-673146531E4D}"/>
          </ac:spMkLst>
        </pc:spChg>
        <pc:spChg chg="mod">
          <ac:chgData name="王 欣捷" userId="b965477fa0aef5e6" providerId="LiveId" clId="{6B25E3A0-8D13-427B-91C6-98F6CF017510}" dt="2021-04-20T13:12:46.755" v="415" actId="1076"/>
          <ac:spMkLst>
            <pc:docMk/>
            <pc:sldMk cId="2813883607" sldId="1158"/>
            <ac:spMk id="78" creationId="{F809FC3E-1DC0-4FC7-ACC5-7D9ABE082303}"/>
          </ac:spMkLst>
        </pc:spChg>
        <pc:spChg chg="mod">
          <ac:chgData name="王 欣捷" userId="b965477fa0aef5e6" providerId="LiveId" clId="{6B25E3A0-8D13-427B-91C6-98F6CF017510}" dt="2021-04-20T13:12:46.755" v="415" actId="1076"/>
          <ac:spMkLst>
            <pc:docMk/>
            <pc:sldMk cId="2813883607" sldId="1158"/>
            <ac:spMk id="79" creationId="{F974F4F6-7D41-42EA-B50C-BDF94CB2A930}"/>
          </ac:spMkLst>
        </pc:spChg>
        <pc:spChg chg="mod">
          <ac:chgData name="王 欣捷" userId="b965477fa0aef5e6" providerId="LiveId" clId="{6B25E3A0-8D13-427B-91C6-98F6CF017510}" dt="2021-04-20T13:12:46.755" v="415" actId="1076"/>
          <ac:spMkLst>
            <pc:docMk/>
            <pc:sldMk cId="2813883607" sldId="1158"/>
            <ac:spMk id="80" creationId="{67E0EBA6-B194-414B-B486-692999CA4822}"/>
          </ac:spMkLst>
        </pc:spChg>
        <pc:spChg chg="mod">
          <ac:chgData name="王 欣捷" userId="b965477fa0aef5e6" providerId="LiveId" clId="{6B25E3A0-8D13-427B-91C6-98F6CF017510}" dt="2021-04-20T13:12:46.755" v="415" actId="1076"/>
          <ac:spMkLst>
            <pc:docMk/>
            <pc:sldMk cId="2813883607" sldId="1158"/>
            <ac:spMk id="81" creationId="{1C48B1FF-118E-4FD6-8B34-ADCC9C1A0F1C}"/>
          </ac:spMkLst>
        </pc:spChg>
        <pc:spChg chg="mod">
          <ac:chgData name="王 欣捷" userId="b965477fa0aef5e6" providerId="LiveId" clId="{6B25E3A0-8D13-427B-91C6-98F6CF017510}" dt="2021-04-20T13:12:46.755" v="415" actId="1076"/>
          <ac:spMkLst>
            <pc:docMk/>
            <pc:sldMk cId="2813883607" sldId="1158"/>
            <ac:spMk id="82" creationId="{378F5EB9-D427-49C2-8503-CF02A6F3C4E9}"/>
          </ac:spMkLst>
        </pc:spChg>
        <pc:spChg chg="mod">
          <ac:chgData name="王 欣捷" userId="b965477fa0aef5e6" providerId="LiveId" clId="{6B25E3A0-8D13-427B-91C6-98F6CF017510}" dt="2021-04-20T13:12:46.755" v="415" actId="1076"/>
          <ac:spMkLst>
            <pc:docMk/>
            <pc:sldMk cId="2813883607" sldId="1158"/>
            <ac:spMk id="83" creationId="{1FAE17F0-132B-47F5-8443-C629392426CD}"/>
          </ac:spMkLst>
        </pc:spChg>
        <pc:spChg chg="mod">
          <ac:chgData name="王 欣捷" userId="b965477fa0aef5e6" providerId="LiveId" clId="{6B25E3A0-8D13-427B-91C6-98F6CF017510}" dt="2021-04-20T13:12:46.755" v="415" actId="1076"/>
          <ac:spMkLst>
            <pc:docMk/>
            <pc:sldMk cId="2813883607" sldId="1158"/>
            <ac:spMk id="84" creationId="{6A3F8850-9B2C-4858-87E1-6A0CE42DEB96}"/>
          </ac:spMkLst>
        </pc:spChg>
        <pc:spChg chg="mod">
          <ac:chgData name="王 欣捷" userId="b965477fa0aef5e6" providerId="LiveId" clId="{6B25E3A0-8D13-427B-91C6-98F6CF017510}" dt="2021-04-20T13:12:46.755" v="415" actId="1076"/>
          <ac:spMkLst>
            <pc:docMk/>
            <pc:sldMk cId="2813883607" sldId="1158"/>
            <ac:spMk id="85" creationId="{A35737E7-E55A-4825-A3DF-A4578101FAE3}"/>
          </ac:spMkLst>
        </pc:spChg>
        <pc:spChg chg="mod">
          <ac:chgData name="王 欣捷" userId="b965477fa0aef5e6" providerId="LiveId" clId="{6B25E3A0-8D13-427B-91C6-98F6CF017510}" dt="2021-04-20T13:12:46.755" v="415" actId="1076"/>
          <ac:spMkLst>
            <pc:docMk/>
            <pc:sldMk cId="2813883607" sldId="1158"/>
            <ac:spMk id="87" creationId="{E082024E-644A-4158-94F9-F17CBA31B435}"/>
          </ac:spMkLst>
        </pc:spChg>
        <pc:spChg chg="mod">
          <ac:chgData name="王 欣捷" userId="b965477fa0aef5e6" providerId="LiveId" clId="{6B25E3A0-8D13-427B-91C6-98F6CF017510}" dt="2021-04-20T13:12:46.755" v="415" actId="1076"/>
          <ac:spMkLst>
            <pc:docMk/>
            <pc:sldMk cId="2813883607" sldId="1158"/>
            <ac:spMk id="88" creationId="{AC43D38E-73D7-4077-B45A-3C19C20F3493}"/>
          </ac:spMkLst>
        </pc:spChg>
        <pc:spChg chg="mod">
          <ac:chgData name="王 欣捷" userId="b965477fa0aef5e6" providerId="LiveId" clId="{6B25E3A0-8D13-427B-91C6-98F6CF017510}" dt="2021-04-20T13:12:46.755" v="415" actId="1076"/>
          <ac:spMkLst>
            <pc:docMk/>
            <pc:sldMk cId="2813883607" sldId="1158"/>
            <ac:spMk id="89" creationId="{5FC1DE2E-D2EB-4CE8-82C0-337822EF2247}"/>
          </ac:spMkLst>
        </pc:spChg>
        <pc:spChg chg="mod">
          <ac:chgData name="王 欣捷" userId="b965477fa0aef5e6" providerId="LiveId" clId="{6B25E3A0-8D13-427B-91C6-98F6CF017510}" dt="2021-04-20T13:12:46.755" v="415" actId="1076"/>
          <ac:spMkLst>
            <pc:docMk/>
            <pc:sldMk cId="2813883607" sldId="1158"/>
            <ac:spMk id="90" creationId="{24E89575-4F2E-4CCA-BA30-49F3AC1B6420}"/>
          </ac:spMkLst>
        </pc:spChg>
        <pc:spChg chg="mod">
          <ac:chgData name="王 欣捷" userId="b965477fa0aef5e6" providerId="LiveId" clId="{6B25E3A0-8D13-427B-91C6-98F6CF017510}" dt="2021-04-20T13:12:46.755" v="415" actId="1076"/>
          <ac:spMkLst>
            <pc:docMk/>
            <pc:sldMk cId="2813883607" sldId="1158"/>
            <ac:spMk id="91" creationId="{0F851425-E829-4D8D-B75A-2C5BF44EECFC}"/>
          </ac:spMkLst>
        </pc:spChg>
        <pc:spChg chg="mod">
          <ac:chgData name="王 欣捷" userId="b965477fa0aef5e6" providerId="LiveId" clId="{6B25E3A0-8D13-427B-91C6-98F6CF017510}" dt="2021-04-20T13:12:46.755" v="415" actId="1076"/>
          <ac:spMkLst>
            <pc:docMk/>
            <pc:sldMk cId="2813883607" sldId="1158"/>
            <ac:spMk id="92" creationId="{CC2A2390-989C-4AD5-ABDF-3478761D61CE}"/>
          </ac:spMkLst>
        </pc:spChg>
        <pc:spChg chg="mod">
          <ac:chgData name="王 欣捷" userId="b965477fa0aef5e6" providerId="LiveId" clId="{6B25E3A0-8D13-427B-91C6-98F6CF017510}" dt="2021-04-20T13:12:46.755" v="415" actId="1076"/>
          <ac:spMkLst>
            <pc:docMk/>
            <pc:sldMk cId="2813883607" sldId="1158"/>
            <ac:spMk id="93" creationId="{9F014D5B-960F-45CB-A368-AD1A73FC7EB1}"/>
          </ac:spMkLst>
        </pc:spChg>
        <pc:grpChg chg="add mod">
          <ac:chgData name="王 欣捷" userId="b965477fa0aef5e6" providerId="LiveId" clId="{6B25E3A0-8D13-427B-91C6-98F6CF017510}" dt="2021-04-20T13:12:46.755" v="415" actId="1076"/>
          <ac:grpSpMkLst>
            <pc:docMk/>
            <pc:sldMk cId="2813883607" sldId="1158"/>
            <ac:grpSpMk id="5" creationId="{93E5C8D7-BB27-4002-9759-1508BEE7B16B}"/>
          </ac:grpSpMkLst>
        </pc:grpChg>
        <pc:grpChg chg="add mod">
          <ac:chgData name="王 欣捷" userId="b965477fa0aef5e6" providerId="LiveId" clId="{6B25E3A0-8D13-427B-91C6-98F6CF017510}" dt="2021-04-20T13:12:46.755" v="415" actId="1076"/>
          <ac:grpSpMkLst>
            <pc:docMk/>
            <pc:sldMk cId="2813883607" sldId="1158"/>
            <ac:grpSpMk id="26" creationId="{691B8DCA-9C23-4712-9FE8-B35114C3B407}"/>
          </ac:grpSpMkLst>
        </pc:grpChg>
        <pc:grpChg chg="add mod">
          <ac:chgData name="王 欣捷" userId="b965477fa0aef5e6" providerId="LiveId" clId="{6B25E3A0-8D13-427B-91C6-98F6CF017510}" dt="2021-04-20T13:12:46.755" v="415" actId="1076"/>
          <ac:grpSpMkLst>
            <pc:docMk/>
            <pc:sldMk cId="2813883607" sldId="1158"/>
            <ac:grpSpMk id="35" creationId="{F8B6DDA0-7A01-43E3-90B6-A8F34B4A549C}"/>
          </ac:grpSpMkLst>
        </pc:grpChg>
        <pc:grpChg chg="add mod">
          <ac:chgData name="王 欣捷" userId="b965477fa0aef5e6" providerId="LiveId" clId="{6B25E3A0-8D13-427B-91C6-98F6CF017510}" dt="2021-04-20T13:12:46.755" v="415" actId="1076"/>
          <ac:grpSpMkLst>
            <pc:docMk/>
            <pc:sldMk cId="2813883607" sldId="1158"/>
            <ac:grpSpMk id="41" creationId="{3DCA4A4D-481C-4456-88D3-CA25422520BA}"/>
          </ac:grpSpMkLst>
        </pc:grpChg>
        <pc:grpChg chg="add mod">
          <ac:chgData name="王 欣捷" userId="b965477fa0aef5e6" providerId="LiveId" clId="{6B25E3A0-8D13-427B-91C6-98F6CF017510}" dt="2021-04-20T13:12:46.755" v="415" actId="1076"/>
          <ac:grpSpMkLst>
            <pc:docMk/>
            <pc:sldMk cId="2813883607" sldId="1158"/>
            <ac:grpSpMk id="49" creationId="{9014CFB2-A52D-4C35-8D5E-419B03D3B109}"/>
          </ac:grpSpMkLst>
        </pc:grpChg>
        <pc:grpChg chg="add mod">
          <ac:chgData name="王 欣捷" userId="b965477fa0aef5e6" providerId="LiveId" clId="{6B25E3A0-8D13-427B-91C6-98F6CF017510}" dt="2021-04-20T13:12:46.755" v="415" actId="1076"/>
          <ac:grpSpMkLst>
            <pc:docMk/>
            <pc:sldMk cId="2813883607" sldId="1158"/>
            <ac:grpSpMk id="57" creationId="{24865291-C9A5-4BDC-8AA4-144E02496B55}"/>
          </ac:grpSpMkLst>
        </pc:grpChg>
        <pc:grpChg chg="add mod">
          <ac:chgData name="王 欣捷" userId="b965477fa0aef5e6" providerId="LiveId" clId="{6B25E3A0-8D13-427B-91C6-98F6CF017510}" dt="2021-04-20T13:12:46.755" v="415" actId="1076"/>
          <ac:grpSpMkLst>
            <pc:docMk/>
            <pc:sldMk cId="2813883607" sldId="1158"/>
            <ac:grpSpMk id="65" creationId="{0A3588D9-AC70-4C7F-B379-EC59BB5A6B9D}"/>
          </ac:grpSpMkLst>
        </pc:grpChg>
        <pc:grpChg chg="add mod">
          <ac:chgData name="王 欣捷" userId="b965477fa0aef5e6" providerId="LiveId" clId="{6B25E3A0-8D13-427B-91C6-98F6CF017510}" dt="2021-04-20T13:12:46.755" v="415" actId="1076"/>
          <ac:grpSpMkLst>
            <pc:docMk/>
            <pc:sldMk cId="2813883607" sldId="1158"/>
            <ac:grpSpMk id="75" creationId="{70C1A52A-56A3-4B57-B219-64350EF269C7}"/>
          </ac:grpSpMkLst>
        </pc:grpChg>
        <pc:grpChg chg="add mod">
          <ac:chgData name="王 欣捷" userId="b965477fa0aef5e6" providerId="LiveId" clId="{6B25E3A0-8D13-427B-91C6-98F6CF017510}" dt="2021-04-20T13:12:46.755" v="415" actId="1076"/>
          <ac:grpSpMkLst>
            <pc:docMk/>
            <pc:sldMk cId="2813883607" sldId="1158"/>
            <ac:grpSpMk id="86" creationId="{8076CE1E-DC25-4846-A96F-07435DCDAA94}"/>
          </ac:grpSpMkLst>
        </pc:grpChg>
        <pc:graphicFrameChg chg="del">
          <ac:chgData name="王 欣捷" userId="b965477fa0aef5e6" providerId="LiveId" clId="{6B25E3A0-8D13-427B-91C6-98F6CF017510}" dt="2021-04-20T13:12:54.126" v="416" actId="478"/>
          <ac:graphicFrameMkLst>
            <pc:docMk/>
            <pc:sldMk cId="2813883607" sldId="1158"/>
            <ac:graphicFrameMk id="7" creationId="{B82C7706-5A88-4F4C-BC2E-D88A3AE12F8A}"/>
          </ac:graphicFrameMkLst>
        </pc:graphicFrameChg>
      </pc:sldChg>
      <pc:sldChg chg="add del">
        <pc:chgData name="王 欣捷" userId="b965477fa0aef5e6" providerId="LiveId" clId="{6B25E3A0-8D13-427B-91C6-98F6CF017510}" dt="2021-04-20T12:53:35.214" v="217"/>
        <pc:sldMkLst>
          <pc:docMk/>
          <pc:sldMk cId="3340373905" sldId="1159"/>
        </pc:sldMkLst>
      </pc:sldChg>
      <pc:sldChg chg="addSp delSp modSp add del mod modAnim">
        <pc:chgData name="王 欣捷" userId="b965477fa0aef5e6" providerId="LiveId" clId="{6B25E3A0-8D13-427B-91C6-98F6CF017510}" dt="2021-04-20T12:41:17.754" v="67" actId="47"/>
        <pc:sldMkLst>
          <pc:docMk/>
          <pc:sldMk cId="3468514126" sldId="1159"/>
        </pc:sldMkLst>
        <pc:spChg chg="add del mod">
          <ac:chgData name="王 欣捷" userId="b965477fa0aef5e6" providerId="LiveId" clId="{6B25E3A0-8D13-427B-91C6-98F6CF017510}" dt="2021-04-20T12:36:24.807" v="3" actId="478"/>
          <ac:spMkLst>
            <pc:docMk/>
            <pc:sldMk cId="3468514126" sldId="1159"/>
            <ac:spMk id="3" creationId="{BD0B5B0F-54AA-41FC-8CB2-72EAA6770E1E}"/>
          </ac:spMkLst>
        </pc:spChg>
        <pc:spChg chg="add del mod">
          <ac:chgData name="王 欣捷" userId="b965477fa0aef5e6" providerId="LiveId" clId="{6B25E3A0-8D13-427B-91C6-98F6CF017510}" dt="2021-04-20T12:36:25.809" v="4" actId="478"/>
          <ac:spMkLst>
            <pc:docMk/>
            <pc:sldMk cId="3468514126" sldId="1159"/>
            <ac:spMk id="5" creationId="{EAC23BD4-80BA-44FC-98AB-192D25927CAA}"/>
          </ac:spMkLst>
        </pc:spChg>
        <pc:spChg chg="del mod topLvl">
          <ac:chgData name="王 欣捷" userId="b965477fa0aef5e6" providerId="LiveId" clId="{6B25E3A0-8D13-427B-91C6-98F6CF017510}" dt="2021-04-20T12:37:40.469" v="20" actId="478"/>
          <ac:spMkLst>
            <pc:docMk/>
            <pc:sldMk cId="3468514126" sldId="1159"/>
            <ac:spMk id="9" creationId="{DFFF1D81-C3BB-4C8D-8FBF-51242FEF858B}"/>
          </ac:spMkLst>
        </pc:spChg>
        <pc:spChg chg="mod topLvl">
          <ac:chgData name="王 欣捷" userId="b965477fa0aef5e6" providerId="LiveId" clId="{6B25E3A0-8D13-427B-91C6-98F6CF017510}" dt="2021-04-20T12:40:03.365" v="49"/>
          <ac:spMkLst>
            <pc:docMk/>
            <pc:sldMk cId="3468514126" sldId="1159"/>
            <ac:spMk id="11" creationId="{949D52E9-9D14-4F37-87A3-113C8857AB99}"/>
          </ac:spMkLst>
        </pc:spChg>
        <pc:spChg chg="mod topLvl">
          <ac:chgData name="王 欣捷" userId="b965477fa0aef5e6" providerId="LiveId" clId="{6B25E3A0-8D13-427B-91C6-98F6CF017510}" dt="2021-04-20T12:40:03.365" v="49"/>
          <ac:spMkLst>
            <pc:docMk/>
            <pc:sldMk cId="3468514126" sldId="1159"/>
            <ac:spMk id="13" creationId="{FF470F31-F62F-48C6-B15E-137EACC21CF1}"/>
          </ac:spMkLst>
        </pc:spChg>
        <pc:spChg chg="mod topLvl">
          <ac:chgData name="王 欣捷" userId="b965477fa0aef5e6" providerId="LiveId" clId="{6B25E3A0-8D13-427B-91C6-98F6CF017510}" dt="2021-04-20T12:40:03.365" v="49"/>
          <ac:spMkLst>
            <pc:docMk/>
            <pc:sldMk cId="3468514126" sldId="1159"/>
            <ac:spMk id="14" creationId="{68EEA0D4-9CB9-4C52-90FE-7A93A0FBA749}"/>
          </ac:spMkLst>
        </pc:spChg>
        <pc:spChg chg="mod topLvl">
          <ac:chgData name="王 欣捷" userId="b965477fa0aef5e6" providerId="LiveId" clId="{6B25E3A0-8D13-427B-91C6-98F6CF017510}" dt="2021-04-20T12:40:03.365" v="49"/>
          <ac:spMkLst>
            <pc:docMk/>
            <pc:sldMk cId="3468514126" sldId="1159"/>
            <ac:spMk id="15" creationId="{5195372E-3694-4BC7-9606-CE0986373EB2}"/>
          </ac:spMkLst>
        </pc:spChg>
        <pc:spChg chg="mod topLvl">
          <ac:chgData name="王 欣捷" userId="b965477fa0aef5e6" providerId="LiveId" clId="{6B25E3A0-8D13-427B-91C6-98F6CF017510}" dt="2021-04-20T12:40:03.365" v="49"/>
          <ac:spMkLst>
            <pc:docMk/>
            <pc:sldMk cId="3468514126" sldId="1159"/>
            <ac:spMk id="16" creationId="{793E50F2-1D87-496B-AEC1-C83E7808A80F}"/>
          </ac:spMkLst>
        </pc:spChg>
        <pc:spChg chg="mod topLvl">
          <ac:chgData name="王 欣捷" userId="b965477fa0aef5e6" providerId="LiveId" clId="{6B25E3A0-8D13-427B-91C6-98F6CF017510}" dt="2021-04-20T12:40:03.365" v="49"/>
          <ac:spMkLst>
            <pc:docMk/>
            <pc:sldMk cId="3468514126" sldId="1159"/>
            <ac:spMk id="17" creationId="{C1E483F5-CFA8-4E46-8128-4203467DAE7C}"/>
          </ac:spMkLst>
        </pc:spChg>
        <pc:spChg chg="mod topLvl">
          <ac:chgData name="王 欣捷" userId="b965477fa0aef5e6" providerId="LiveId" clId="{6B25E3A0-8D13-427B-91C6-98F6CF017510}" dt="2021-04-20T12:40:03.365" v="49"/>
          <ac:spMkLst>
            <pc:docMk/>
            <pc:sldMk cId="3468514126" sldId="1159"/>
            <ac:spMk id="18" creationId="{E310A895-35BD-43E3-BB2C-5B942397A8C4}"/>
          </ac:spMkLst>
        </pc:spChg>
        <pc:spChg chg="mod topLvl">
          <ac:chgData name="王 欣捷" userId="b965477fa0aef5e6" providerId="LiveId" clId="{6B25E3A0-8D13-427B-91C6-98F6CF017510}" dt="2021-04-20T12:40:03.365" v="49"/>
          <ac:spMkLst>
            <pc:docMk/>
            <pc:sldMk cId="3468514126" sldId="1159"/>
            <ac:spMk id="19" creationId="{50DA5790-A733-4321-BD34-6EB0FC57A493}"/>
          </ac:spMkLst>
        </pc:spChg>
        <pc:spChg chg="mod topLvl">
          <ac:chgData name="王 欣捷" userId="b965477fa0aef5e6" providerId="LiveId" clId="{6B25E3A0-8D13-427B-91C6-98F6CF017510}" dt="2021-04-20T12:40:03.365" v="49"/>
          <ac:spMkLst>
            <pc:docMk/>
            <pc:sldMk cId="3468514126" sldId="1159"/>
            <ac:spMk id="20" creationId="{E8B9A858-3F57-45AD-BC0B-76D048F1FBF5}"/>
          </ac:spMkLst>
        </pc:spChg>
        <pc:spChg chg="mod topLvl">
          <ac:chgData name="王 欣捷" userId="b965477fa0aef5e6" providerId="LiveId" clId="{6B25E3A0-8D13-427B-91C6-98F6CF017510}" dt="2021-04-20T12:40:03.365" v="49"/>
          <ac:spMkLst>
            <pc:docMk/>
            <pc:sldMk cId="3468514126" sldId="1159"/>
            <ac:spMk id="21" creationId="{0831431B-8CFB-4FCB-97B3-E72EF1B4FA17}"/>
          </ac:spMkLst>
        </pc:spChg>
        <pc:spChg chg="mod topLvl">
          <ac:chgData name="王 欣捷" userId="b965477fa0aef5e6" providerId="LiveId" clId="{6B25E3A0-8D13-427B-91C6-98F6CF017510}" dt="2021-04-20T12:40:03.365" v="49"/>
          <ac:spMkLst>
            <pc:docMk/>
            <pc:sldMk cId="3468514126" sldId="1159"/>
            <ac:spMk id="22" creationId="{138AB171-5308-4E47-BCBA-E0F17DFD5894}"/>
          </ac:spMkLst>
        </pc:spChg>
        <pc:spChg chg="mod topLvl">
          <ac:chgData name="王 欣捷" userId="b965477fa0aef5e6" providerId="LiveId" clId="{6B25E3A0-8D13-427B-91C6-98F6CF017510}" dt="2021-04-20T12:40:03.365" v="49"/>
          <ac:spMkLst>
            <pc:docMk/>
            <pc:sldMk cId="3468514126" sldId="1159"/>
            <ac:spMk id="23" creationId="{DC042C32-90D4-4510-8D82-B68DB6E0B566}"/>
          </ac:spMkLst>
        </pc:spChg>
        <pc:spChg chg="mod topLvl">
          <ac:chgData name="王 欣捷" userId="b965477fa0aef5e6" providerId="LiveId" clId="{6B25E3A0-8D13-427B-91C6-98F6CF017510}" dt="2021-04-20T12:40:03.365" v="49"/>
          <ac:spMkLst>
            <pc:docMk/>
            <pc:sldMk cId="3468514126" sldId="1159"/>
            <ac:spMk id="24" creationId="{85A35706-C9EA-4234-8051-B68E38BFA2AF}"/>
          </ac:spMkLst>
        </pc:spChg>
        <pc:spChg chg="mod topLvl">
          <ac:chgData name="王 欣捷" userId="b965477fa0aef5e6" providerId="LiveId" clId="{6B25E3A0-8D13-427B-91C6-98F6CF017510}" dt="2021-04-20T12:40:03.365" v="49"/>
          <ac:spMkLst>
            <pc:docMk/>
            <pc:sldMk cId="3468514126" sldId="1159"/>
            <ac:spMk id="25" creationId="{9EB8CA8E-E232-4C41-BA36-9DD1AD4E7074}"/>
          </ac:spMkLst>
        </pc:spChg>
        <pc:spChg chg="add del mod topLvl">
          <ac:chgData name="王 欣捷" userId="b965477fa0aef5e6" providerId="LiveId" clId="{6B25E3A0-8D13-427B-91C6-98F6CF017510}" dt="2021-04-20T12:40:23.231" v="55" actId="1035"/>
          <ac:spMkLst>
            <pc:docMk/>
            <pc:sldMk cId="3468514126" sldId="1159"/>
            <ac:spMk id="26" creationId="{1FEEA1A0-65D1-4F72-B16B-E9D713B75E98}"/>
          </ac:spMkLst>
        </pc:spChg>
        <pc:spChg chg="add del mod topLvl">
          <ac:chgData name="王 欣捷" userId="b965477fa0aef5e6" providerId="LiveId" clId="{6B25E3A0-8D13-427B-91C6-98F6CF017510}" dt="2021-04-20T12:40:23.231" v="55" actId="1035"/>
          <ac:spMkLst>
            <pc:docMk/>
            <pc:sldMk cId="3468514126" sldId="1159"/>
            <ac:spMk id="27" creationId="{F4AC8AD8-6D92-4632-85F0-6FC82BD87613}"/>
          </ac:spMkLst>
        </pc:spChg>
        <pc:spChg chg="add del mod topLvl">
          <ac:chgData name="王 欣捷" userId="b965477fa0aef5e6" providerId="LiveId" clId="{6B25E3A0-8D13-427B-91C6-98F6CF017510}" dt="2021-04-20T12:40:23.231" v="55" actId="1035"/>
          <ac:spMkLst>
            <pc:docMk/>
            <pc:sldMk cId="3468514126" sldId="1159"/>
            <ac:spMk id="28" creationId="{911A585F-96F7-476D-AF2B-9EDF5D6CD6A6}"/>
          </ac:spMkLst>
        </pc:spChg>
        <pc:spChg chg="add del mod topLvl">
          <ac:chgData name="王 欣捷" userId="b965477fa0aef5e6" providerId="LiveId" clId="{6B25E3A0-8D13-427B-91C6-98F6CF017510}" dt="2021-04-20T12:40:23.231" v="55" actId="1035"/>
          <ac:spMkLst>
            <pc:docMk/>
            <pc:sldMk cId="3468514126" sldId="1159"/>
            <ac:spMk id="29" creationId="{534B7C20-7199-4CD7-9677-277B89FB07DA}"/>
          </ac:spMkLst>
        </pc:spChg>
        <pc:spChg chg="add del mod topLvl">
          <ac:chgData name="王 欣捷" userId="b965477fa0aef5e6" providerId="LiveId" clId="{6B25E3A0-8D13-427B-91C6-98F6CF017510}" dt="2021-04-20T12:40:36.808" v="59" actId="1035"/>
          <ac:spMkLst>
            <pc:docMk/>
            <pc:sldMk cId="3468514126" sldId="1159"/>
            <ac:spMk id="30" creationId="{FB654B10-D1AE-4FEE-AB1D-15B2D3F55A82}"/>
          </ac:spMkLst>
        </pc:spChg>
        <pc:spChg chg="add del mod topLvl">
          <ac:chgData name="王 欣捷" userId="b965477fa0aef5e6" providerId="LiveId" clId="{6B25E3A0-8D13-427B-91C6-98F6CF017510}" dt="2021-04-20T12:40:36.808" v="59" actId="1035"/>
          <ac:spMkLst>
            <pc:docMk/>
            <pc:sldMk cId="3468514126" sldId="1159"/>
            <ac:spMk id="31" creationId="{36F859F0-B0F1-4C63-BA90-3A0889B758B6}"/>
          </ac:spMkLst>
        </pc:spChg>
        <pc:spChg chg="add del mod topLvl">
          <ac:chgData name="王 欣捷" userId="b965477fa0aef5e6" providerId="LiveId" clId="{6B25E3A0-8D13-427B-91C6-98F6CF017510}" dt="2021-04-20T12:40:36.808" v="59" actId="1035"/>
          <ac:spMkLst>
            <pc:docMk/>
            <pc:sldMk cId="3468514126" sldId="1159"/>
            <ac:spMk id="32" creationId="{323E389E-731A-40A3-987C-5A508EA189B9}"/>
          </ac:spMkLst>
        </pc:spChg>
        <pc:spChg chg="add del mod topLvl">
          <ac:chgData name="王 欣捷" userId="b965477fa0aef5e6" providerId="LiveId" clId="{6B25E3A0-8D13-427B-91C6-98F6CF017510}" dt="2021-04-20T12:40:36.808" v="59" actId="1035"/>
          <ac:spMkLst>
            <pc:docMk/>
            <pc:sldMk cId="3468514126" sldId="1159"/>
            <ac:spMk id="33" creationId="{403899A9-511A-4026-BAAA-96FBBAD50151}"/>
          </ac:spMkLst>
        </pc:spChg>
        <pc:spChg chg="add del mod topLvl">
          <ac:chgData name="王 欣捷" userId="b965477fa0aef5e6" providerId="LiveId" clId="{6B25E3A0-8D13-427B-91C6-98F6CF017510}" dt="2021-04-20T12:40:03.365" v="49"/>
          <ac:spMkLst>
            <pc:docMk/>
            <pc:sldMk cId="3468514126" sldId="1159"/>
            <ac:spMk id="34" creationId="{9B234005-DFF8-469E-B517-4CB6FE14ED53}"/>
          </ac:spMkLst>
        </pc:spChg>
        <pc:spChg chg="add del mod topLvl">
          <ac:chgData name="王 欣捷" userId="b965477fa0aef5e6" providerId="LiveId" clId="{6B25E3A0-8D13-427B-91C6-98F6CF017510}" dt="2021-04-20T12:40:36.808" v="59" actId="1035"/>
          <ac:spMkLst>
            <pc:docMk/>
            <pc:sldMk cId="3468514126" sldId="1159"/>
            <ac:spMk id="35" creationId="{C36F5B4C-74B0-424A-9317-0DE6A077D555}"/>
          </ac:spMkLst>
        </pc:spChg>
        <pc:spChg chg="add del mod topLvl">
          <ac:chgData name="王 欣捷" userId="b965477fa0aef5e6" providerId="LiveId" clId="{6B25E3A0-8D13-427B-91C6-98F6CF017510}" dt="2021-04-20T12:40:36.808" v="59" actId="1035"/>
          <ac:spMkLst>
            <pc:docMk/>
            <pc:sldMk cId="3468514126" sldId="1159"/>
            <ac:spMk id="36" creationId="{BA3DDD87-5BB4-41A6-B017-7794FF051EFF}"/>
          </ac:spMkLst>
        </pc:spChg>
        <pc:spChg chg="add del mod topLvl">
          <ac:chgData name="王 欣捷" userId="b965477fa0aef5e6" providerId="LiveId" clId="{6B25E3A0-8D13-427B-91C6-98F6CF017510}" dt="2021-04-20T12:40:36.808" v="59" actId="1035"/>
          <ac:spMkLst>
            <pc:docMk/>
            <pc:sldMk cId="3468514126" sldId="1159"/>
            <ac:spMk id="37" creationId="{45FCFFD7-5836-4C0F-B6D3-80E22076786E}"/>
          </ac:spMkLst>
        </pc:spChg>
        <pc:spChg chg="add del mod topLvl">
          <ac:chgData name="王 欣捷" userId="b965477fa0aef5e6" providerId="LiveId" clId="{6B25E3A0-8D13-427B-91C6-98F6CF017510}" dt="2021-04-20T12:40:36.808" v="59" actId="1035"/>
          <ac:spMkLst>
            <pc:docMk/>
            <pc:sldMk cId="3468514126" sldId="1159"/>
            <ac:spMk id="38" creationId="{458E3FAB-0971-42F3-805B-C61DF959831B}"/>
          </ac:spMkLst>
        </pc:spChg>
        <pc:spChg chg="add del mod topLvl">
          <ac:chgData name="王 欣捷" userId="b965477fa0aef5e6" providerId="LiveId" clId="{6B25E3A0-8D13-427B-91C6-98F6CF017510}" dt="2021-04-20T12:40:36.808" v="59" actId="1035"/>
          <ac:spMkLst>
            <pc:docMk/>
            <pc:sldMk cId="3468514126" sldId="1159"/>
            <ac:spMk id="39" creationId="{BE07FFA6-9C92-4E8B-BFDE-D8BB5A5FB152}"/>
          </ac:spMkLst>
        </pc:spChg>
        <pc:spChg chg="add del mod topLvl">
          <ac:chgData name="王 欣捷" userId="b965477fa0aef5e6" providerId="LiveId" clId="{6B25E3A0-8D13-427B-91C6-98F6CF017510}" dt="2021-04-20T12:40:36.808" v="59" actId="1035"/>
          <ac:spMkLst>
            <pc:docMk/>
            <pc:sldMk cId="3468514126" sldId="1159"/>
            <ac:spMk id="40" creationId="{A1D972E1-B7AC-4E7E-8FD5-0EE5D95436CD}"/>
          </ac:spMkLst>
        </pc:spChg>
        <pc:spChg chg="add del mod topLvl">
          <ac:chgData name="王 欣捷" userId="b965477fa0aef5e6" providerId="LiveId" clId="{6B25E3A0-8D13-427B-91C6-98F6CF017510}" dt="2021-04-20T12:40:36.808" v="59" actId="1035"/>
          <ac:spMkLst>
            <pc:docMk/>
            <pc:sldMk cId="3468514126" sldId="1159"/>
            <ac:spMk id="41" creationId="{CE76552D-A8A7-4033-9BDC-3344298C22BA}"/>
          </ac:spMkLst>
        </pc:spChg>
        <pc:spChg chg="add del mod topLvl">
          <ac:chgData name="王 欣捷" userId="b965477fa0aef5e6" providerId="LiveId" clId="{6B25E3A0-8D13-427B-91C6-98F6CF017510}" dt="2021-04-20T12:40:36.808" v="59" actId="1035"/>
          <ac:spMkLst>
            <pc:docMk/>
            <pc:sldMk cId="3468514126" sldId="1159"/>
            <ac:spMk id="42" creationId="{E31537E7-6CA6-4D06-A504-D1EC9E748A90}"/>
          </ac:spMkLst>
        </pc:spChg>
        <pc:spChg chg="add del mod topLvl">
          <ac:chgData name="王 欣捷" userId="b965477fa0aef5e6" providerId="LiveId" clId="{6B25E3A0-8D13-427B-91C6-98F6CF017510}" dt="2021-04-20T12:40:36.808" v="59" actId="1035"/>
          <ac:spMkLst>
            <pc:docMk/>
            <pc:sldMk cId="3468514126" sldId="1159"/>
            <ac:spMk id="43" creationId="{3A62C931-5C74-4673-A4C0-DDDAA463306F}"/>
          </ac:spMkLst>
        </pc:spChg>
        <pc:spChg chg="add del mod topLvl">
          <ac:chgData name="王 欣捷" userId="b965477fa0aef5e6" providerId="LiveId" clId="{6B25E3A0-8D13-427B-91C6-98F6CF017510}" dt="2021-04-20T12:40:36.808" v="59" actId="1035"/>
          <ac:spMkLst>
            <pc:docMk/>
            <pc:sldMk cId="3468514126" sldId="1159"/>
            <ac:spMk id="44" creationId="{704F0207-70B4-4108-A293-C611BE9E24BC}"/>
          </ac:spMkLst>
        </pc:spChg>
        <pc:spChg chg="add del mod topLvl">
          <ac:chgData name="王 欣捷" userId="b965477fa0aef5e6" providerId="LiveId" clId="{6B25E3A0-8D13-427B-91C6-98F6CF017510}" dt="2021-04-20T12:40:36.808" v="59" actId="1035"/>
          <ac:spMkLst>
            <pc:docMk/>
            <pc:sldMk cId="3468514126" sldId="1159"/>
            <ac:spMk id="45" creationId="{E3932E51-CC80-4A94-8BA7-43047EFED688}"/>
          </ac:spMkLst>
        </pc:spChg>
        <pc:spChg chg="add del mod topLvl">
          <ac:chgData name="王 欣捷" userId="b965477fa0aef5e6" providerId="LiveId" clId="{6B25E3A0-8D13-427B-91C6-98F6CF017510}" dt="2021-04-20T12:40:36.808" v="59" actId="1035"/>
          <ac:spMkLst>
            <pc:docMk/>
            <pc:sldMk cId="3468514126" sldId="1159"/>
            <ac:spMk id="46" creationId="{76D3E69D-4826-4821-A235-745660CD1ED3}"/>
          </ac:spMkLst>
        </pc:spChg>
        <pc:spChg chg="add del mod topLvl">
          <ac:chgData name="王 欣捷" userId="b965477fa0aef5e6" providerId="LiveId" clId="{6B25E3A0-8D13-427B-91C6-98F6CF017510}" dt="2021-04-20T12:40:36.808" v="59" actId="1035"/>
          <ac:spMkLst>
            <pc:docMk/>
            <pc:sldMk cId="3468514126" sldId="1159"/>
            <ac:spMk id="47" creationId="{BE97D667-53A8-4FE5-AC5D-3861997D5173}"/>
          </ac:spMkLst>
        </pc:spChg>
        <pc:spChg chg="add del mod topLvl">
          <ac:chgData name="王 欣捷" userId="b965477fa0aef5e6" providerId="LiveId" clId="{6B25E3A0-8D13-427B-91C6-98F6CF017510}" dt="2021-04-20T12:40:36.808" v="59" actId="1035"/>
          <ac:spMkLst>
            <pc:docMk/>
            <pc:sldMk cId="3468514126" sldId="1159"/>
            <ac:spMk id="48" creationId="{63EE61E0-AEF8-425C-9025-4797B1D32CD8}"/>
          </ac:spMkLst>
        </pc:spChg>
        <pc:spChg chg="add del mod topLvl">
          <ac:chgData name="王 欣捷" userId="b965477fa0aef5e6" providerId="LiveId" clId="{6B25E3A0-8D13-427B-91C6-98F6CF017510}" dt="2021-04-20T12:40:36.808" v="59" actId="1035"/>
          <ac:spMkLst>
            <pc:docMk/>
            <pc:sldMk cId="3468514126" sldId="1159"/>
            <ac:spMk id="49" creationId="{3F622C90-885C-48F6-9797-C4E0FA1EC434}"/>
          </ac:spMkLst>
        </pc:spChg>
        <pc:spChg chg="add del mod topLvl">
          <ac:chgData name="王 欣捷" userId="b965477fa0aef5e6" providerId="LiveId" clId="{6B25E3A0-8D13-427B-91C6-98F6CF017510}" dt="2021-04-20T12:40:36.808" v="59" actId="1035"/>
          <ac:spMkLst>
            <pc:docMk/>
            <pc:sldMk cId="3468514126" sldId="1159"/>
            <ac:spMk id="50" creationId="{5E1940AD-DD56-4A5A-81DA-F4FA5662026D}"/>
          </ac:spMkLst>
        </pc:spChg>
        <pc:spChg chg="add del mod topLvl">
          <ac:chgData name="王 欣捷" userId="b965477fa0aef5e6" providerId="LiveId" clId="{6B25E3A0-8D13-427B-91C6-98F6CF017510}" dt="2021-04-20T12:40:36.808" v="59" actId="1035"/>
          <ac:spMkLst>
            <pc:docMk/>
            <pc:sldMk cId="3468514126" sldId="1159"/>
            <ac:spMk id="51" creationId="{D32435CA-CAB3-4F02-B8F4-FCA83C908AAA}"/>
          </ac:spMkLst>
        </pc:spChg>
        <pc:spChg chg="add del mod topLvl">
          <ac:chgData name="王 欣捷" userId="b965477fa0aef5e6" providerId="LiveId" clId="{6B25E3A0-8D13-427B-91C6-98F6CF017510}" dt="2021-04-20T12:40:36.808" v="59" actId="1035"/>
          <ac:spMkLst>
            <pc:docMk/>
            <pc:sldMk cId="3468514126" sldId="1159"/>
            <ac:spMk id="52" creationId="{DA9DFA4C-E13D-43F7-B543-BFB7B0BBD2A8}"/>
          </ac:spMkLst>
        </pc:spChg>
        <pc:spChg chg="add del mod topLvl">
          <ac:chgData name="王 欣捷" userId="b965477fa0aef5e6" providerId="LiveId" clId="{6B25E3A0-8D13-427B-91C6-98F6CF017510}" dt="2021-04-20T12:40:36.808" v="59" actId="1035"/>
          <ac:spMkLst>
            <pc:docMk/>
            <pc:sldMk cId="3468514126" sldId="1159"/>
            <ac:spMk id="53" creationId="{B68894BC-07DF-40D1-A2B9-2A00A0636373}"/>
          </ac:spMkLst>
        </pc:spChg>
        <pc:spChg chg="del">
          <ac:chgData name="王 欣捷" userId="b965477fa0aef5e6" providerId="LiveId" clId="{6B25E3A0-8D13-427B-91C6-98F6CF017510}" dt="2021-04-20T12:36:21.884" v="1" actId="478"/>
          <ac:spMkLst>
            <pc:docMk/>
            <pc:sldMk cId="3468514126" sldId="1159"/>
            <ac:spMk id="19458" creationId="{2D390A57-AC1B-4F2A-B1FE-3A7AB367BB6B}"/>
          </ac:spMkLst>
        </pc:spChg>
        <pc:spChg chg="del">
          <ac:chgData name="王 欣捷" userId="b965477fa0aef5e6" providerId="LiveId" clId="{6B25E3A0-8D13-427B-91C6-98F6CF017510}" dt="2021-04-20T12:36:23.726" v="2" actId="478"/>
          <ac:spMkLst>
            <pc:docMk/>
            <pc:sldMk cId="3468514126" sldId="1159"/>
            <ac:spMk id="19459" creationId="{84804259-279B-4FCA-B6AC-D01533EDF1EA}"/>
          </ac:spMkLst>
        </pc:spChg>
        <pc:grpChg chg="mod">
          <ac:chgData name="王 欣捷" userId="b965477fa0aef5e6" providerId="LiveId" clId="{6B25E3A0-8D13-427B-91C6-98F6CF017510}" dt="2021-04-20T12:37:33.805" v="18" actId="338"/>
          <ac:grpSpMkLst>
            <pc:docMk/>
            <pc:sldMk cId="3468514126" sldId="1159"/>
            <ac:grpSpMk id="1" creationId="{00000000-0000-0000-0000-000000000000}"/>
          </ac:grpSpMkLst>
        </pc:grpChg>
        <pc:grpChg chg="del mod">
          <ac:chgData name="王 欣捷" userId="b965477fa0aef5e6" providerId="LiveId" clId="{6B25E3A0-8D13-427B-91C6-98F6CF017510}" dt="2021-04-20T12:37:37.816" v="19" actId="165"/>
          <ac:grpSpMkLst>
            <pc:docMk/>
            <pc:sldMk cId="3468514126" sldId="1159"/>
            <ac:grpSpMk id="8" creationId="{71A3BA77-A0BA-4652-9CBC-71E82BE6FB98}"/>
          </ac:grpSpMkLst>
        </pc:grpChg>
        <pc:grpChg chg="add del mod">
          <ac:chgData name="王 欣捷" userId="b965477fa0aef5e6" providerId="LiveId" clId="{6B25E3A0-8D13-427B-91C6-98F6CF017510}" dt="2021-04-20T12:39:01.975" v="36" actId="164"/>
          <ac:grpSpMkLst>
            <pc:docMk/>
            <pc:sldMk cId="3468514126" sldId="1159"/>
            <ac:grpSpMk id="54" creationId="{996AEEB6-EA2A-49EE-8686-E2E09DD6DC89}"/>
          </ac:grpSpMkLst>
        </pc:grpChg>
        <pc:grpChg chg="add del mod">
          <ac:chgData name="王 欣捷" userId="b965477fa0aef5e6" providerId="LiveId" clId="{6B25E3A0-8D13-427B-91C6-98F6CF017510}" dt="2021-04-20T12:40:59.498" v="64" actId="21"/>
          <ac:grpSpMkLst>
            <pc:docMk/>
            <pc:sldMk cId="3468514126" sldId="1159"/>
            <ac:grpSpMk id="55" creationId="{B7446ACA-1C80-4CD7-8BB2-D69DF94AAFE5}"/>
          </ac:grpSpMkLst>
        </pc:grpChg>
        <pc:grpChg chg="add del mod">
          <ac:chgData name="王 欣捷" userId="b965477fa0aef5e6" providerId="LiveId" clId="{6B25E3A0-8D13-427B-91C6-98F6CF017510}" dt="2021-04-20T12:40:59.498" v="64" actId="21"/>
          <ac:grpSpMkLst>
            <pc:docMk/>
            <pc:sldMk cId="3468514126" sldId="1159"/>
            <ac:grpSpMk id="56" creationId="{222BD3D0-D24D-48EC-B5BF-14657968D2B2}"/>
          </ac:grpSpMkLst>
        </pc:grpChg>
        <pc:grpChg chg="add del mod">
          <ac:chgData name="王 欣捷" userId="b965477fa0aef5e6" providerId="LiveId" clId="{6B25E3A0-8D13-427B-91C6-98F6CF017510}" dt="2021-04-20T12:40:59.498" v="64" actId="21"/>
          <ac:grpSpMkLst>
            <pc:docMk/>
            <pc:sldMk cId="3468514126" sldId="1159"/>
            <ac:grpSpMk id="57" creationId="{53939524-D422-4765-9544-30E431EEAA1E}"/>
          </ac:grpSpMkLst>
        </pc:grpChg>
        <pc:grpChg chg="add del mod">
          <ac:chgData name="王 欣捷" userId="b965477fa0aef5e6" providerId="LiveId" clId="{6B25E3A0-8D13-427B-91C6-98F6CF017510}" dt="2021-04-20T12:40:59.498" v="64" actId="21"/>
          <ac:grpSpMkLst>
            <pc:docMk/>
            <pc:sldMk cId="3468514126" sldId="1159"/>
            <ac:grpSpMk id="58" creationId="{B20F4317-3DB1-4F63-A2E3-47D4CA5652A2}"/>
          </ac:grpSpMkLst>
        </pc:grpChg>
        <pc:grpChg chg="add del mod">
          <ac:chgData name="王 欣捷" userId="b965477fa0aef5e6" providerId="LiveId" clId="{6B25E3A0-8D13-427B-91C6-98F6CF017510}" dt="2021-04-20T12:40:59.498" v="64" actId="21"/>
          <ac:grpSpMkLst>
            <pc:docMk/>
            <pc:sldMk cId="3468514126" sldId="1159"/>
            <ac:grpSpMk id="59" creationId="{09036289-839D-40C4-A04B-D6214649FE32}"/>
          </ac:grpSpMkLst>
        </pc:grpChg>
        <pc:grpChg chg="add del mod">
          <ac:chgData name="王 欣捷" userId="b965477fa0aef5e6" providerId="LiveId" clId="{6B25E3A0-8D13-427B-91C6-98F6CF017510}" dt="2021-04-20T12:40:59.498" v="64" actId="21"/>
          <ac:grpSpMkLst>
            <pc:docMk/>
            <pc:sldMk cId="3468514126" sldId="1159"/>
            <ac:grpSpMk id="60" creationId="{A17FD1F8-1D88-47F7-A3BE-14F5597F14AA}"/>
          </ac:grpSpMkLst>
        </pc:grpChg>
        <pc:graphicFrameChg chg="add del mod">
          <ac:chgData name="王 欣捷" userId="b965477fa0aef5e6" providerId="LiveId" clId="{6B25E3A0-8D13-427B-91C6-98F6CF017510}" dt="2021-04-20T12:37:17.122" v="14"/>
          <ac:graphicFrameMkLst>
            <pc:docMk/>
            <pc:sldMk cId="3468514126" sldId="1159"/>
            <ac:graphicFrameMk id="10" creationId="{A00D8D3E-BD3D-45E5-BB85-61D1D5E7D07C}"/>
          </ac:graphicFrameMkLst>
        </pc:graphicFrameChg>
        <pc:graphicFrameChg chg="del modGraphic">
          <ac:chgData name="王 欣捷" userId="b965477fa0aef5e6" providerId="LiveId" clId="{6B25E3A0-8D13-427B-91C6-98F6CF017510}" dt="2021-04-20T12:37:28.615" v="16" actId="478"/>
          <ac:graphicFrameMkLst>
            <pc:docMk/>
            <pc:sldMk cId="3468514126" sldId="1159"/>
            <ac:graphicFrameMk id="12" creationId="{392FF57F-B253-4DAC-BFB1-4445AAB528F9}"/>
          </ac:graphicFrameMkLst>
        </pc:graphicFrameChg>
        <pc:picChg chg="del mod">
          <ac:chgData name="王 欣捷" userId="b965477fa0aef5e6" providerId="LiveId" clId="{6B25E3A0-8D13-427B-91C6-98F6CF017510}" dt="2021-04-20T12:36:57.935" v="8" actId="478"/>
          <ac:picMkLst>
            <pc:docMk/>
            <pc:sldMk cId="3468514126" sldId="1159"/>
            <ac:picMk id="6" creationId="{D4B1B450-310F-4E0F-8FA6-DCED841FB1BA}"/>
          </ac:picMkLst>
        </pc:picChg>
        <pc:picChg chg="del mod">
          <ac:chgData name="王 欣捷" userId="b965477fa0aef5e6" providerId="LiveId" clId="{6B25E3A0-8D13-427B-91C6-98F6CF017510}" dt="2021-04-20T12:37:33.805" v="18" actId="338"/>
          <ac:picMkLst>
            <pc:docMk/>
            <pc:sldMk cId="3468514126" sldId="1159"/>
            <ac:picMk id="7" creationId="{30E1733D-5E5F-43B6-B880-06D08B247422}"/>
          </ac:picMkLst>
        </pc:picChg>
      </pc:sldChg>
      <pc:sldChg chg="addSp delSp modSp add del mod">
        <pc:chgData name="王 欣捷" userId="b965477fa0aef5e6" providerId="LiveId" clId="{6B25E3A0-8D13-427B-91C6-98F6CF017510}" dt="2021-04-20T12:45:23.395" v="126" actId="47"/>
        <pc:sldMkLst>
          <pc:docMk/>
          <pc:sldMk cId="3608272575" sldId="1159"/>
        </pc:sldMkLst>
        <pc:spChg chg="add del mod">
          <ac:chgData name="王 欣捷" userId="b965477fa0aef5e6" providerId="LiveId" clId="{6B25E3A0-8D13-427B-91C6-98F6CF017510}" dt="2021-04-20T12:43:07.526" v="87" actId="478"/>
          <ac:spMkLst>
            <pc:docMk/>
            <pc:sldMk cId="3608272575" sldId="1159"/>
            <ac:spMk id="3" creationId="{E49095C7-B729-49FB-A2B3-589FEF8BA262}"/>
          </ac:spMkLst>
        </pc:spChg>
        <pc:spChg chg="add del mod">
          <ac:chgData name="王 欣捷" userId="b965477fa0aef5e6" providerId="LiveId" clId="{6B25E3A0-8D13-427B-91C6-98F6CF017510}" dt="2021-04-20T12:43:09.286" v="89" actId="478"/>
          <ac:spMkLst>
            <pc:docMk/>
            <pc:sldMk cId="3608272575" sldId="1159"/>
            <ac:spMk id="5" creationId="{2471348C-1DE5-417A-AFEE-AA8D3BFCB6A3}"/>
          </ac:spMkLst>
        </pc:spChg>
        <pc:spChg chg="del mod topLvl">
          <ac:chgData name="王 欣捷" userId="b965477fa0aef5e6" providerId="LiveId" clId="{6B25E3A0-8D13-427B-91C6-98F6CF017510}" dt="2021-04-20T12:43:34.049" v="95" actId="478"/>
          <ac:spMkLst>
            <pc:docMk/>
            <pc:sldMk cId="3608272575" sldId="1159"/>
            <ac:spMk id="9" creationId="{7F3CE5A3-986D-4B49-B488-B1F270294491}"/>
          </ac:spMkLst>
        </pc:spChg>
        <pc:spChg chg="mod topLvl">
          <ac:chgData name="王 欣捷" userId="b965477fa0aef5e6" providerId="LiveId" clId="{6B25E3A0-8D13-427B-91C6-98F6CF017510}" dt="2021-04-20T12:44:07.903" v="100" actId="1076"/>
          <ac:spMkLst>
            <pc:docMk/>
            <pc:sldMk cId="3608272575" sldId="1159"/>
            <ac:spMk id="10" creationId="{68001BAE-BEF4-4656-87AA-926DF16DC968}"/>
          </ac:spMkLst>
        </pc:spChg>
        <pc:spChg chg="mod topLvl">
          <ac:chgData name="王 欣捷" userId="b965477fa0aef5e6" providerId="LiveId" clId="{6B25E3A0-8D13-427B-91C6-98F6CF017510}" dt="2021-04-20T12:44:07.903" v="100" actId="1076"/>
          <ac:spMkLst>
            <pc:docMk/>
            <pc:sldMk cId="3608272575" sldId="1159"/>
            <ac:spMk id="11" creationId="{534D6338-7F0D-4D06-835A-2DFA1750BBB9}"/>
          </ac:spMkLst>
        </pc:spChg>
        <pc:spChg chg="mod topLvl">
          <ac:chgData name="王 欣捷" userId="b965477fa0aef5e6" providerId="LiveId" clId="{6B25E3A0-8D13-427B-91C6-98F6CF017510}" dt="2021-04-20T12:44:07.903" v="100" actId="1076"/>
          <ac:spMkLst>
            <pc:docMk/>
            <pc:sldMk cId="3608272575" sldId="1159"/>
            <ac:spMk id="12" creationId="{91AB09D3-517F-4DB0-B1F4-376AC0185258}"/>
          </ac:spMkLst>
        </pc:spChg>
        <pc:spChg chg="mod topLvl">
          <ac:chgData name="王 欣捷" userId="b965477fa0aef5e6" providerId="LiveId" clId="{6B25E3A0-8D13-427B-91C6-98F6CF017510}" dt="2021-04-20T12:44:07.903" v="100" actId="1076"/>
          <ac:spMkLst>
            <pc:docMk/>
            <pc:sldMk cId="3608272575" sldId="1159"/>
            <ac:spMk id="13" creationId="{B63415E9-80F1-4078-A128-896803002656}"/>
          </ac:spMkLst>
        </pc:spChg>
        <pc:spChg chg="mod topLvl">
          <ac:chgData name="王 欣捷" userId="b965477fa0aef5e6" providerId="LiveId" clId="{6B25E3A0-8D13-427B-91C6-98F6CF017510}" dt="2021-04-20T12:44:07.903" v="100" actId="1076"/>
          <ac:spMkLst>
            <pc:docMk/>
            <pc:sldMk cId="3608272575" sldId="1159"/>
            <ac:spMk id="14" creationId="{D2A5399C-787A-45A6-96AC-D1CDB1442D0C}"/>
          </ac:spMkLst>
        </pc:spChg>
        <pc:spChg chg="mod topLvl">
          <ac:chgData name="王 欣捷" userId="b965477fa0aef5e6" providerId="LiveId" clId="{6B25E3A0-8D13-427B-91C6-98F6CF017510}" dt="2021-04-20T12:44:07.903" v="100" actId="1076"/>
          <ac:spMkLst>
            <pc:docMk/>
            <pc:sldMk cId="3608272575" sldId="1159"/>
            <ac:spMk id="15" creationId="{224A42C6-CBDE-4DC4-B65C-6948EA818EA1}"/>
          </ac:spMkLst>
        </pc:spChg>
        <pc:spChg chg="mod topLvl">
          <ac:chgData name="王 欣捷" userId="b965477fa0aef5e6" providerId="LiveId" clId="{6B25E3A0-8D13-427B-91C6-98F6CF017510}" dt="2021-04-20T12:44:07.903" v="100" actId="1076"/>
          <ac:spMkLst>
            <pc:docMk/>
            <pc:sldMk cId="3608272575" sldId="1159"/>
            <ac:spMk id="16" creationId="{A0AA9E98-49A1-40E4-8429-FF2EE8723763}"/>
          </ac:spMkLst>
        </pc:spChg>
        <pc:spChg chg="mod topLvl">
          <ac:chgData name="王 欣捷" userId="b965477fa0aef5e6" providerId="LiveId" clId="{6B25E3A0-8D13-427B-91C6-98F6CF017510}" dt="2021-04-20T12:44:07.903" v="100" actId="1076"/>
          <ac:spMkLst>
            <pc:docMk/>
            <pc:sldMk cId="3608272575" sldId="1159"/>
            <ac:spMk id="17" creationId="{707D0844-6F98-4E2C-9B6E-57132C412ADA}"/>
          </ac:spMkLst>
        </pc:spChg>
        <pc:spChg chg="mod topLvl">
          <ac:chgData name="王 欣捷" userId="b965477fa0aef5e6" providerId="LiveId" clId="{6B25E3A0-8D13-427B-91C6-98F6CF017510}" dt="2021-04-20T12:44:07.903" v="100" actId="1076"/>
          <ac:spMkLst>
            <pc:docMk/>
            <pc:sldMk cId="3608272575" sldId="1159"/>
            <ac:spMk id="18" creationId="{E745EBC3-A831-40BD-81AD-76E718BC1238}"/>
          </ac:spMkLst>
        </pc:spChg>
        <pc:spChg chg="mod topLvl">
          <ac:chgData name="王 欣捷" userId="b965477fa0aef5e6" providerId="LiveId" clId="{6B25E3A0-8D13-427B-91C6-98F6CF017510}" dt="2021-04-20T12:44:07.903" v="100" actId="1076"/>
          <ac:spMkLst>
            <pc:docMk/>
            <pc:sldMk cId="3608272575" sldId="1159"/>
            <ac:spMk id="19" creationId="{D72AFE9F-A7AB-485E-95FD-7E257FB11FDC}"/>
          </ac:spMkLst>
        </pc:spChg>
        <pc:spChg chg="mod topLvl">
          <ac:chgData name="王 欣捷" userId="b965477fa0aef5e6" providerId="LiveId" clId="{6B25E3A0-8D13-427B-91C6-98F6CF017510}" dt="2021-04-20T12:44:07.903" v="100" actId="1076"/>
          <ac:spMkLst>
            <pc:docMk/>
            <pc:sldMk cId="3608272575" sldId="1159"/>
            <ac:spMk id="20" creationId="{A5BFC52A-D12F-43A7-8CA1-5E477677B3DE}"/>
          </ac:spMkLst>
        </pc:spChg>
        <pc:spChg chg="mod topLvl">
          <ac:chgData name="王 欣捷" userId="b965477fa0aef5e6" providerId="LiveId" clId="{6B25E3A0-8D13-427B-91C6-98F6CF017510}" dt="2021-04-20T12:44:07.903" v="100" actId="1076"/>
          <ac:spMkLst>
            <pc:docMk/>
            <pc:sldMk cId="3608272575" sldId="1159"/>
            <ac:spMk id="21" creationId="{92850269-6FE3-449B-962C-1806047ABD56}"/>
          </ac:spMkLst>
        </pc:spChg>
        <pc:spChg chg="mod topLvl">
          <ac:chgData name="王 欣捷" userId="b965477fa0aef5e6" providerId="LiveId" clId="{6B25E3A0-8D13-427B-91C6-98F6CF017510}" dt="2021-04-20T12:44:07.903" v="100" actId="1076"/>
          <ac:spMkLst>
            <pc:docMk/>
            <pc:sldMk cId="3608272575" sldId="1159"/>
            <ac:spMk id="22" creationId="{71E06E6D-D952-4B90-84BC-48136DE3F8BB}"/>
          </ac:spMkLst>
        </pc:spChg>
        <pc:spChg chg="mod topLvl">
          <ac:chgData name="王 欣捷" userId="b965477fa0aef5e6" providerId="LiveId" clId="{6B25E3A0-8D13-427B-91C6-98F6CF017510}" dt="2021-04-20T12:44:07.903" v="100" actId="1076"/>
          <ac:spMkLst>
            <pc:docMk/>
            <pc:sldMk cId="3608272575" sldId="1159"/>
            <ac:spMk id="23" creationId="{4894D3CA-57A9-4E58-A9A0-0BCF9243A48D}"/>
          </ac:spMkLst>
        </pc:spChg>
        <pc:spChg chg="mod topLvl">
          <ac:chgData name="王 欣捷" userId="b965477fa0aef5e6" providerId="LiveId" clId="{6B25E3A0-8D13-427B-91C6-98F6CF017510}" dt="2021-04-20T12:44:07.903" v="100" actId="1076"/>
          <ac:spMkLst>
            <pc:docMk/>
            <pc:sldMk cId="3608272575" sldId="1159"/>
            <ac:spMk id="24" creationId="{95499559-D4A5-4DE7-8DA3-D0BB188E0DEA}"/>
          </ac:spMkLst>
        </pc:spChg>
        <pc:spChg chg="mod topLvl">
          <ac:chgData name="王 欣捷" userId="b965477fa0aef5e6" providerId="LiveId" clId="{6B25E3A0-8D13-427B-91C6-98F6CF017510}" dt="2021-04-20T12:44:07.903" v="100" actId="1076"/>
          <ac:spMkLst>
            <pc:docMk/>
            <pc:sldMk cId="3608272575" sldId="1159"/>
            <ac:spMk id="25" creationId="{EC5B7CD5-9796-4C3F-804D-58BD407923ED}"/>
          </ac:spMkLst>
        </pc:spChg>
        <pc:spChg chg="mod topLvl">
          <ac:chgData name="王 欣捷" userId="b965477fa0aef5e6" providerId="LiveId" clId="{6B25E3A0-8D13-427B-91C6-98F6CF017510}" dt="2021-04-20T12:44:07.903" v="100" actId="1076"/>
          <ac:spMkLst>
            <pc:docMk/>
            <pc:sldMk cId="3608272575" sldId="1159"/>
            <ac:spMk id="26" creationId="{40C80291-9E80-4A7B-A091-3649BAE07554}"/>
          </ac:spMkLst>
        </pc:spChg>
        <pc:spChg chg="mod topLvl">
          <ac:chgData name="王 欣捷" userId="b965477fa0aef5e6" providerId="LiveId" clId="{6B25E3A0-8D13-427B-91C6-98F6CF017510}" dt="2021-04-20T12:44:07.903" v="100" actId="1076"/>
          <ac:spMkLst>
            <pc:docMk/>
            <pc:sldMk cId="3608272575" sldId="1159"/>
            <ac:spMk id="27" creationId="{594DA38D-0AF1-4B21-BA99-2DD1132D5C51}"/>
          </ac:spMkLst>
        </pc:spChg>
        <pc:spChg chg="mod topLvl">
          <ac:chgData name="王 欣捷" userId="b965477fa0aef5e6" providerId="LiveId" clId="{6B25E3A0-8D13-427B-91C6-98F6CF017510}" dt="2021-04-20T12:44:07.903" v="100" actId="1076"/>
          <ac:spMkLst>
            <pc:docMk/>
            <pc:sldMk cId="3608272575" sldId="1159"/>
            <ac:spMk id="28" creationId="{78A8EDA9-424C-4059-8D15-94F4D85D3D8F}"/>
          </ac:spMkLst>
        </pc:spChg>
        <pc:spChg chg="mod topLvl">
          <ac:chgData name="王 欣捷" userId="b965477fa0aef5e6" providerId="LiveId" clId="{6B25E3A0-8D13-427B-91C6-98F6CF017510}" dt="2021-04-20T12:44:11.864" v="101" actId="164"/>
          <ac:spMkLst>
            <pc:docMk/>
            <pc:sldMk cId="3608272575" sldId="1159"/>
            <ac:spMk id="29" creationId="{C63B2B7B-9DA8-4223-A8F1-CD3055D9E446}"/>
          </ac:spMkLst>
        </pc:spChg>
        <pc:spChg chg="mod topLvl">
          <ac:chgData name="王 欣捷" userId="b965477fa0aef5e6" providerId="LiveId" clId="{6B25E3A0-8D13-427B-91C6-98F6CF017510}" dt="2021-04-20T12:44:11.864" v="101" actId="164"/>
          <ac:spMkLst>
            <pc:docMk/>
            <pc:sldMk cId="3608272575" sldId="1159"/>
            <ac:spMk id="30" creationId="{AAE3D4FC-9BF9-425D-8B22-CA3D92A38423}"/>
          </ac:spMkLst>
        </pc:spChg>
        <pc:spChg chg="mod topLvl">
          <ac:chgData name="王 欣捷" userId="b965477fa0aef5e6" providerId="LiveId" clId="{6B25E3A0-8D13-427B-91C6-98F6CF017510}" dt="2021-04-20T12:44:11.864" v="101" actId="164"/>
          <ac:spMkLst>
            <pc:docMk/>
            <pc:sldMk cId="3608272575" sldId="1159"/>
            <ac:spMk id="31" creationId="{ABBF3086-49E0-4340-AAA0-788F4F99ED55}"/>
          </ac:spMkLst>
        </pc:spChg>
        <pc:spChg chg="mod topLvl">
          <ac:chgData name="王 欣捷" userId="b965477fa0aef5e6" providerId="LiveId" clId="{6B25E3A0-8D13-427B-91C6-98F6CF017510}" dt="2021-04-20T12:44:11.864" v="101" actId="164"/>
          <ac:spMkLst>
            <pc:docMk/>
            <pc:sldMk cId="3608272575" sldId="1159"/>
            <ac:spMk id="32" creationId="{66D3B714-BC12-4A38-BAF4-B6B65E0B167C}"/>
          </ac:spMkLst>
        </pc:spChg>
        <pc:spChg chg="mod topLvl">
          <ac:chgData name="王 欣捷" userId="b965477fa0aef5e6" providerId="LiveId" clId="{6B25E3A0-8D13-427B-91C6-98F6CF017510}" dt="2021-04-20T12:44:11.864" v="101" actId="164"/>
          <ac:spMkLst>
            <pc:docMk/>
            <pc:sldMk cId="3608272575" sldId="1159"/>
            <ac:spMk id="33" creationId="{5C449F22-D6C2-44E9-9240-03DF07C45D15}"/>
          </ac:spMkLst>
        </pc:spChg>
        <pc:spChg chg="mod topLvl">
          <ac:chgData name="王 欣捷" userId="b965477fa0aef5e6" providerId="LiveId" clId="{6B25E3A0-8D13-427B-91C6-98F6CF017510}" dt="2021-04-20T12:44:14.447" v="102" actId="164"/>
          <ac:spMkLst>
            <pc:docMk/>
            <pc:sldMk cId="3608272575" sldId="1159"/>
            <ac:spMk id="34" creationId="{9E4EDE77-9265-4BB9-9A5B-3F87E3FDFE4C}"/>
          </ac:spMkLst>
        </pc:spChg>
        <pc:spChg chg="mod topLvl">
          <ac:chgData name="王 欣捷" userId="b965477fa0aef5e6" providerId="LiveId" clId="{6B25E3A0-8D13-427B-91C6-98F6CF017510}" dt="2021-04-20T12:44:14.447" v="102" actId="164"/>
          <ac:spMkLst>
            <pc:docMk/>
            <pc:sldMk cId="3608272575" sldId="1159"/>
            <ac:spMk id="35" creationId="{2A937BD4-5AC1-40C6-85BE-421FD96AAB12}"/>
          </ac:spMkLst>
        </pc:spChg>
        <pc:spChg chg="mod topLvl">
          <ac:chgData name="王 欣捷" userId="b965477fa0aef5e6" providerId="LiveId" clId="{6B25E3A0-8D13-427B-91C6-98F6CF017510}" dt="2021-04-20T12:44:14.447" v="102" actId="164"/>
          <ac:spMkLst>
            <pc:docMk/>
            <pc:sldMk cId="3608272575" sldId="1159"/>
            <ac:spMk id="36" creationId="{D7B68A19-0B02-4780-9862-056895C49688}"/>
          </ac:spMkLst>
        </pc:spChg>
        <pc:spChg chg="mod topLvl">
          <ac:chgData name="王 欣捷" userId="b965477fa0aef5e6" providerId="LiveId" clId="{6B25E3A0-8D13-427B-91C6-98F6CF017510}" dt="2021-04-20T12:44:14.447" v="102" actId="164"/>
          <ac:spMkLst>
            <pc:docMk/>
            <pc:sldMk cId="3608272575" sldId="1159"/>
            <ac:spMk id="37" creationId="{6D35C6A7-1534-491A-AD3F-D5E131050F95}"/>
          </ac:spMkLst>
        </pc:spChg>
        <pc:spChg chg="mod topLvl">
          <ac:chgData name="王 欣捷" userId="b965477fa0aef5e6" providerId="LiveId" clId="{6B25E3A0-8D13-427B-91C6-98F6CF017510}" dt="2021-04-20T12:44:14.447" v="102" actId="164"/>
          <ac:spMkLst>
            <pc:docMk/>
            <pc:sldMk cId="3608272575" sldId="1159"/>
            <ac:spMk id="38" creationId="{98E5E973-593B-4136-829A-27031C21D312}"/>
          </ac:spMkLst>
        </pc:spChg>
        <pc:spChg chg="mod topLvl">
          <ac:chgData name="王 欣捷" userId="b965477fa0aef5e6" providerId="LiveId" clId="{6B25E3A0-8D13-427B-91C6-98F6CF017510}" dt="2021-04-20T12:44:14.447" v="102" actId="164"/>
          <ac:spMkLst>
            <pc:docMk/>
            <pc:sldMk cId="3608272575" sldId="1159"/>
            <ac:spMk id="39" creationId="{45CEA639-652A-4796-8F57-8C2758A5A8AD}"/>
          </ac:spMkLst>
        </pc:spChg>
        <pc:spChg chg="mod topLvl">
          <ac:chgData name="王 欣捷" userId="b965477fa0aef5e6" providerId="LiveId" clId="{6B25E3A0-8D13-427B-91C6-98F6CF017510}" dt="2021-04-20T12:44:16.504" v="103" actId="164"/>
          <ac:spMkLst>
            <pc:docMk/>
            <pc:sldMk cId="3608272575" sldId="1159"/>
            <ac:spMk id="40" creationId="{B2F736A6-8D91-4194-9E84-67770DDCA9FF}"/>
          </ac:spMkLst>
        </pc:spChg>
        <pc:spChg chg="mod topLvl">
          <ac:chgData name="王 欣捷" userId="b965477fa0aef5e6" providerId="LiveId" clId="{6B25E3A0-8D13-427B-91C6-98F6CF017510}" dt="2021-04-20T12:44:16.504" v="103" actId="164"/>
          <ac:spMkLst>
            <pc:docMk/>
            <pc:sldMk cId="3608272575" sldId="1159"/>
            <ac:spMk id="41" creationId="{A4FE67B8-9069-46F0-9165-C1384C141B87}"/>
          </ac:spMkLst>
        </pc:spChg>
        <pc:spChg chg="mod topLvl">
          <ac:chgData name="王 欣捷" userId="b965477fa0aef5e6" providerId="LiveId" clId="{6B25E3A0-8D13-427B-91C6-98F6CF017510}" dt="2021-04-20T12:44:16.504" v="103" actId="164"/>
          <ac:spMkLst>
            <pc:docMk/>
            <pc:sldMk cId="3608272575" sldId="1159"/>
            <ac:spMk id="42" creationId="{F685AA16-CE3B-40E3-974C-15F1F1C21FFC}"/>
          </ac:spMkLst>
        </pc:spChg>
        <pc:spChg chg="mod topLvl">
          <ac:chgData name="王 欣捷" userId="b965477fa0aef5e6" providerId="LiveId" clId="{6B25E3A0-8D13-427B-91C6-98F6CF017510}" dt="2021-04-20T12:44:16.504" v="103" actId="164"/>
          <ac:spMkLst>
            <pc:docMk/>
            <pc:sldMk cId="3608272575" sldId="1159"/>
            <ac:spMk id="43" creationId="{7CA4E481-CBD0-43C8-B5A8-06987DD34DA5}"/>
          </ac:spMkLst>
        </pc:spChg>
        <pc:spChg chg="mod topLvl">
          <ac:chgData name="王 欣捷" userId="b965477fa0aef5e6" providerId="LiveId" clId="{6B25E3A0-8D13-427B-91C6-98F6CF017510}" dt="2021-04-20T12:44:16.504" v="103" actId="164"/>
          <ac:spMkLst>
            <pc:docMk/>
            <pc:sldMk cId="3608272575" sldId="1159"/>
            <ac:spMk id="44" creationId="{81C2CEE3-DE3B-4B0F-A692-1A0CD45BC861}"/>
          </ac:spMkLst>
        </pc:spChg>
        <pc:spChg chg="mod topLvl">
          <ac:chgData name="王 欣捷" userId="b965477fa0aef5e6" providerId="LiveId" clId="{6B25E3A0-8D13-427B-91C6-98F6CF017510}" dt="2021-04-20T12:44:16.504" v="103" actId="164"/>
          <ac:spMkLst>
            <pc:docMk/>
            <pc:sldMk cId="3608272575" sldId="1159"/>
            <ac:spMk id="45" creationId="{26FA4F18-452E-4E60-BE3E-6F63D26CF1AA}"/>
          </ac:spMkLst>
        </pc:spChg>
        <pc:spChg chg="mod topLvl">
          <ac:chgData name="王 欣捷" userId="b965477fa0aef5e6" providerId="LiveId" clId="{6B25E3A0-8D13-427B-91C6-98F6CF017510}" dt="2021-04-20T12:44:16.504" v="103" actId="164"/>
          <ac:spMkLst>
            <pc:docMk/>
            <pc:sldMk cId="3608272575" sldId="1159"/>
            <ac:spMk id="46" creationId="{2A2AFF7E-B0CD-4341-BCB6-4FB10652189C}"/>
          </ac:spMkLst>
        </pc:spChg>
        <pc:spChg chg="mod topLvl">
          <ac:chgData name="王 欣捷" userId="b965477fa0aef5e6" providerId="LiveId" clId="{6B25E3A0-8D13-427B-91C6-98F6CF017510}" dt="2021-04-20T12:44:16.504" v="103" actId="164"/>
          <ac:spMkLst>
            <pc:docMk/>
            <pc:sldMk cId="3608272575" sldId="1159"/>
            <ac:spMk id="47" creationId="{D7A46575-9C6F-4708-90E1-0F30C7E2B86A}"/>
          </ac:spMkLst>
        </pc:spChg>
        <pc:spChg chg="mod topLvl">
          <ac:chgData name="王 欣捷" userId="b965477fa0aef5e6" providerId="LiveId" clId="{6B25E3A0-8D13-427B-91C6-98F6CF017510}" dt="2021-04-20T12:44:16.504" v="103" actId="164"/>
          <ac:spMkLst>
            <pc:docMk/>
            <pc:sldMk cId="3608272575" sldId="1159"/>
            <ac:spMk id="48" creationId="{D1DAB47E-3589-4A19-BEBF-1CA3E183F8B3}"/>
          </ac:spMkLst>
        </pc:spChg>
        <pc:spChg chg="mod topLvl">
          <ac:chgData name="王 欣捷" userId="b965477fa0aef5e6" providerId="LiveId" clId="{6B25E3A0-8D13-427B-91C6-98F6CF017510}" dt="2021-04-20T12:44:16.504" v="103" actId="164"/>
          <ac:spMkLst>
            <pc:docMk/>
            <pc:sldMk cId="3608272575" sldId="1159"/>
            <ac:spMk id="49" creationId="{27D68966-4DBE-4FA7-92A0-069E5B691DE9}"/>
          </ac:spMkLst>
        </pc:spChg>
        <pc:spChg chg="mod topLvl">
          <ac:chgData name="王 欣捷" userId="b965477fa0aef5e6" providerId="LiveId" clId="{6B25E3A0-8D13-427B-91C6-98F6CF017510}" dt="2021-04-20T12:44:16.504" v="103" actId="164"/>
          <ac:spMkLst>
            <pc:docMk/>
            <pc:sldMk cId="3608272575" sldId="1159"/>
            <ac:spMk id="50" creationId="{430C9105-8F5D-48D1-B82C-B89826CD284E}"/>
          </ac:spMkLst>
        </pc:spChg>
        <pc:spChg chg="mod topLvl">
          <ac:chgData name="王 欣捷" userId="b965477fa0aef5e6" providerId="LiveId" clId="{6B25E3A0-8D13-427B-91C6-98F6CF017510}" dt="2021-04-20T12:44:16.504" v="103" actId="164"/>
          <ac:spMkLst>
            <pc:docMk/>
            <pc:sldMk cId="3608272575" sldId="1159"/>
            <ac:spMk id="51" creationId="{B1B1DF46-1CFE-4940-AC9E-879AEC8F6406}"/>
          </ac:spMkLst>
        </pc:spChg>
        <pc:spChg chg="mod topLvl">
          <ac:chgData name="王 欣捷" userId="b965477fa0aef5e6" providerId="LiveId" clId="{6B25E3A0-8D13-427B-91C6-98F6CF017510}" dt="2021-04-20T12:44:18.113" v="104" actId="164"/>
          <ac:spMkLst>
            <pc:docMk/>
            <pc:sldMk cId="3608272575" sldId="1159"/>
            <ac:spMk id="52" creationId="{E1A0918B-E393-4B6F-BD38-F1BCFD9D900B}"/>
          </ac:spMkLst>
        </pc:spChg>
        <pc:spChg chg="mod topLvl">
          <ac:chgData name="王 欣捷" userId="b965477fa0aef5e6" providerId="LiveId" clId="{6B25E3A0-8D13-427B-91C6-98F6CF017510}" dt="2021-04-20T12:44:18.113" v="104" actId="164"/>
          <ac:spMkLst>
            <pc:docMk/>
            <pc:sldMk cId="3608272575" sldId="1159"/>
            <ac:spMk id="53" creationId="{1CECDA0A-4A7A-4E17-9D24-C484EB830C69}"/>
          </ac:spMkLst>
        </pc:spChg>
        <pc:spChg chg="mod topLvl">
          <ac:chgData name="王 欣捷" userId="b965477fa0aef5e6" providerId="LiveId" clId="{6B25E3A0-8D13-427B-91C6-98F6CF017510}" dt="2021-04-20T12:44:18.113" v="104" actId="164"/>
          <ac:spMkLst>
            <pc:docMk/>
            <pc:sldMk cId="3608272575" sldId="1159"/>
            <ac:spMk id="54" creationId="{7F711060-9801-4C10-967B-FA9AB59B459A}"/>
          </ac:spMkLst>
        </pc:spChg>
        <pc:spChg chg="mod topLvl">
          <ac:chgData name="王 欣捷" userId="b965477fa0aef5e6" providerId="LiveId" clId="{6B25E3A0-8D13-427B-91C6-98F6CF017510}" dt="2021-04-20T12:44:18.113" v="104" actId="164"/>
          <ac:spMkLst>
            <pc:docMk/>
            <pc:sldMk cId="3608272575" sldId="1159"/>
            <ac:spMk id="55" creationId="{491B27AA-F717-41E1-882F-4423DD83EBFA}"/>
          </ac:spMkLst>
        </pc:spChg>
        <pc:spChg chg="mod topLvl">
          <ac:chgData name="王 欣捷" userId="b965477fa0aef5e6" providerId="LiveId" clId="{6B25E3A0-8D13-427B-91C6-98F6CF017510}" dt="2021-04-20T12:44:18.113" v="104" actId="164"/>
          <ac:spMkLst>
            <pc:docMk/>
            <pc:sldMk cId="3608272575" sldId="1159"/>
            <ac:spMk id="56" creationId="{0A8E9B3F-679F-4CF9-9004-DD11A9DFF7BE}"/>
          </ac:spMkLst>
        </pc:spChg>
        <pc:spChg chg="mod topLvl">
          <ac:chgData name="王 欣捷" userId="b965477fa0aef5e6" providerId="LiveId" clId="{6B25E3A0-8D13-427B-91C6-98F6CF017510}" dt="2021-04-20T12:44:19.464" v="105" actId="164"/>
          <ac:spMkLst>
            <pc:docMk/>
            <pc:sldMk cId="3608272575" sldId="1159"/>
            <ac:spMk id="57" creationId="{9AA3C847-F42F-44D4-948F-474BFCA6B16A}"/>
          </ac:spMkLst>
        </pc:spChg>
        <pc:spChg chg="mod topLvl">
          <ac:chgData name="王 欣捷" userId="b965477fa0aef5e6" providerId="LiveId" clId="{6B25E3A0-8D13-427B-91C6-98F6CF017510}" dt="2021-04-20T12:44:19.464" v="105" actId="164"/>
          <ac:spMkLst>
            <pc:docMk/>
            <pc:sldMk cId="3608272575" sldId="1159"/>
            <ac:spMk id="58" creationId="{7D1E2803-65E3-4F91-A57C-6D0E43CF45EB}"/>
          </ac:spMkLst>
        </pc:spChg>
        <pc:spChg chg="mod topLvl">
          <ac:chgData name="王 欣捷" userId="b965477fa0aef5e6" providerId="LiveId" clId="{6B25E3A0-8D13-427B-91C6-98F6CF017510}" dt="2021-04-20T12:44:19.464" v="105" actId="164"/>
          <ac:spMkLst>
            <pc:docMk/>
            <pc:sldMk cId="3608272575" sldId="1159"/>
            <ac:spMk id="59" creationId="{573A4581-0E12-4926-A2F4-8230D24403C8}"/>
          </ac:spMkLst>
        </pc:spChg>
        <pc:spChg chg="mod topLvl">
          <ac:chgData name="王 欣捷" userId="b965477fa0aef5e6" providerId="LiveId" clId="{6B25E3A0-8D13-427B-91C6-98F6CF017510}" dt="2021-04-20T12:44:19.464" v="105" actId="164"/>
          <ac:spMkLst>
            <pc:docMk/>
            <pc:sldMk cId="3608272575" sldId="1159"/>
            <ac:spMk id="60" creationId="{15173139-B1AA-4A93-AE84-4D49313142D5}"/>
          </ac:spMkLst>
        </pc:spChg>
        <pc:spChg chg="mod topLvl">
          <ac:chgData name="王 欣捷" userId="b965477fa0aef5e6" providerId="LiveId" clId="{6B25E3A0-8D13-427B-91C6-98F6CF017510}" dt="2021-04-20T12:44:19.464" v="105" actId="164"/>
          <ac:spMkLst>
            <pc:docMk/>
            <pc:sldMk cId="3608272575" sldId="1159"/>
            <ac:spMk id="61" creationId="{D4C1C61A-5198-45DA-B1EC-C09FCF0A2964}"/>
          </ac:spMkLst>
        </pc:spChg>
        <pc:spChg chg="mod topLvl">
          <ac:chgData name="王 欣捷" userId="b965477fa0aef5e6" providerId="LiveId" clId="{6B25E3A0-8D13-427B-91C6-98F6CF017510}" dt="2021-04-20T12:44:20.819" v="106" actId="164"/>
          <ac:spMkLst>
            <pc:docMk/>
            <pc:sldMk cId="3608272575" sldId="1159"/>
            <ac:spMk id="62" creationId="{CE8A8DFA-196C-4F98-82A2-AB574B9F1023}"/>
          </ac:spMkLst>
        </pc:spChg>
        <pc:spChg chg="mod topLvl">
          <ac:chgData name="王 欣捷" userId="b965477fa0aef5e6" providerId="LiveId" clId="{6B25E3A0-8D13-427B-91C6-98F6CF017510}" dt="2021-04-20T12:44:20.819" v="106" actId="164"/>
          <ac:spMkLst>
            <pc:docMk/>
            <pc:sldMk cId="3608272575" sldId="1159"/>
            <ac:spMk id="63" creationId="{8F5E5EC0-08E3-4387-A7E5-50FAF7895267}"/>
          </ac:spMkLst>
        </pc:spChg>
        <pc:spChg chg="mod topLvl">
          <ac:chgData name="王 欣捷" userId="b965477fa0aef5e6" providerId="LiveId" clId="{6B25E3A0-8D13-427B-91C6-98F6CF017510}" dt="2021-04-20T12:44:20.819" v="106" actId="164"/>
          <ac:spMkLst>
            <pc:docMk/>
            <pc:sldMk cId="3608272575" sldId="1159"/>
            <ac:spMk id="27648" creationId="{85C4929B-601C-4744-A667-2FE61D00AB04}"/>
          </ac:spMkLst>
        </pc:spChg>
        <pc:spChg chg="mod topLvl">
          <ac:chgData name="王 欣捷" userId="b965477fa0aef5e6" providerId="LiveId" clId="{6B25E3A0-8D13-427B-91C6-98F6CF017510}" dt="2021-04-20T12:44:20.819" v="106" actId="164"/>
          <ac:spMkLst>
            <pc:docMk/>
            <pc:sldMk cId="3608272575" sldId="1159"/>
            <ac:spMk id="27649" creationId="{34DC35B9-AA56-4CBF-9AF2-E11E39C4B5D2}"/>
          </ac:spMkLst>
        </pc:spChg>
        <pc:spChg chg="del">
          <ac:chgData name="王 欣捷" userId="b965477fa0aef5e6" providerId="LiveId" clId="{6B25E3A0-8D13-427B-91C6-98F6CF017510}" dt="2021-04-20T12:43:06.022" v="86" actId="478"/>
          <ac:spMkLst>
            <pc:docMk/>
            <pc:sldMk cId="3608272575" sldId="1159"/>
            <ac:spMk id="27650" creationId="{22D8A731-AE74-4746-A3B8-8256FFF194A2}"/>
          </ac:spMkLst>
        </pc:spChg>
        <pc:spChg chg="del">
          <ac:chgData name="王 欣捷" userId="b965477fa0aef5e6" providerId="LiveId" clId="{6B25E3A0-8D13-427B-91C6-98F6CF017510}" dt="2021-04-20T12:43:08.681" v="88" actId="478"/>
          <ac:spMkLst>
            <pc:docMk/>
            <pc:sldMk cId="3608272575" sldId="1159"/>
            <ac:spMk id="27651" creationId="{A1741382-F451-48A5-8D5C-85D947507B87}"/>
          </ac:spMkLst>
        </pc:spChg>
        <pc:spChg chg="mod topLvl">
          <ac:chgData name="王 欣捷" userId="b965477fa0aef5e6" providerId="LiveId" clId="{6B25E3A0-8D13-427B-91C6-98F6CF017510}" dt="2021-04-20T12:44:20.819" v="106" actId="164"/>
          <ac:spMkLst>
            <pc:docMk/>
            <pc:sldMk cId="3608272575" sldId="1159"/>
            <ac:spMk id="27652" creationId="{97C5F3BC-F178-4554-9904-0F1C98CA0026}"/>
          </ac:spMkLst>
        </pc:spChg>
        <pc:spChg chg="mod topLvl">
          <ac:chgData name="王 欣捷" userId="b965477fa0aef5e6" providerId="LiveId" clId="{6B25E3A0-8D13-427B-91C6-98F6CF017510}" dt="2021-04-20T12:44:20.819" v="106" actId="164"/>
          <ac:spMkLst>
            <pc:docMk/>
            <pc:sldMk cId="3608272575" sldId="1159"/>
            <ac:spMk id="27653" creationId="{DC87161D-C191-4F55-99FA-78D51B60063E}"/>
          </ac:spMkLst>
        </pc:spChg>
        <pc:spChg chg="mod topLvl">
          <ac:chgData name="王 欣捷" userId="b965477fa0aef5e6" providerId="LiveId" clId="{6B25E3A0-8D13-427B-91C6-98F6CF017510}" dt="2021-04-20T12:44:20.819" v="106" actId="164"/>
          <ac:spMkLst>
            <pc:docMk/>
            <pc:sldMk cId="3608272575" sldId="1159"/>
            <ac:spMk id="27654" creationId="{694293E0-14F1-4BF6-9F1C-155B4222CB8D}"/>
          </ac:spMkLst>
        </pc:spChg>
        <pc:spChg chg="mod topLvl">
          <ac:chgData name="王 欣捷" userId="b965477fa0aef5e6" providerId="LiveId" clId="{6B25E3A0-8D13-427B-91C6-98F6CF017510}" dt="2021-04-20T12:44:22.117" v="107" actId="164"/>
          <ac:spMkLst>
            <pc:docMk/>
            <pc:sldMk cId="3608272575" sldId="1159"/>
            <ac:spMk id="27655" creationId="{62238E28-EC90-4FA5-B0A6-1B3949746239}"/>
          </ac:spMkLst>
        </pc:spChg>
        <pc:spChg chg="mod topLvl">
          <ac:chgData name="王 欣捷" userId="b965477fa0aef5e6" providerId="LiveId" clId="{6B25E3A0-8D13-427B-91C6-98F6CF017510}" dt="2021-04-20T12:44:22.117" v="107" actId="164"/>
          <ac:spMkLst>
            <pc:docMk/>
            <pc:sldMk cId="3608272575" sldId="1159"/>
            <ac:spMk id="27656" creationId="{C9CAC330-2609-49F8-AEA7-1E2CF93574B0}"/>
          </ac:spMkLst>
        </pc:spChg>
        <pc:spChg chg="mod topLvl">
          <ac:chgData name="王 欣捷" userId="b965477fa0aef5e6" providerId="LiveId" clId="{6B25E3A0-8D13-427B-91C6-98F6CF017510}" dt="2021-04-20T12:44:22.117" v="107" actId="164"/>
          <ac:spMkLst>
            <pc:docMk/>
            <pc:sldMk cId="3608272575" sldId="1159"/>
            <ac:spMk id="27657" creationId="{F719900D-3244-4C28-839D-64C7AAE1ACDB}"/>
          </ac:spMkLst>
        </pc:spChg>
        <pc:spChg chg="mod topLvl">
          <ac:chgData name="王 欣捷" userId="b965477fa0aef5e6" providerId="LiveId" clId="{6B25E3A0-8D13-427B-91C6-98F6CF017510}" dt="2021-04-20T12:44:22.117" v="107" actId="164"/>
          <ac:spMkLst>
            <pc:docMk/>
            <pc:sldMk cId="3608272575" sldId="1159"/>
            <ac:spMk id="27658" creationId="{DAEED9DD-7AEB-47BE-8168-0890A22B8A0D}"/>
          </ac:spMkLst>
        </pc:spChg>
        <pc:spChg chg="mod topLvl">
          <ac:chgData name="王 欣捷" userId="b965477fa0aef5e6" providerId="LiveId" clId="{6B25E3A0-8D13-427B-91C6-98F6CF017510}" dt="2021-04-20T12:44:22.117" v="107" actId="164"/>
          <ac:spMkLst>
            <pc:docMk/>
            <pc:sldMk cId="3608272575" sldId="1159"/>
            <ac:spMk id="27659" creationId="{460FBCD6-4A22-4462-9440-60FBD3E1C3F0}"/>
          </ac:spMkLst>
        </pc:spChg>
        <pc:spChg chg="mod topLvl">
          <ac:chgData name="王 欣捷" userId="b965477fa0aef5e6" providerId="LiveId" clId="{6B25E3A0-8D13-427B-91C6-98F6CF017510}" dt="2021-04-20T12:44:22.117" v="107" actId="164"/>
          <ac:spMkLst>
            <pc:docMk/>
            <pc:sldMk cId="3608272575" sldId="1159"/>
            <ac:spMk id="27660" creationId="{6E7CFE3B-0FC4-4CB7-8640-96670EAAAC7D}"/>
          </ac:spMkLst>
        </pc:spChg>
        <pc:spChg chg="mod topLvl">
          <ac:chgData name="王 欣捷" userId="b965477fa0aef5e6" providerId="LiveId" clId="{6B25E3A0-8D13-427B-91C6-98F6CF017510}" dt="2021-04-20T12:44:22.117" v="107" actId="164"/>
          <ac:spMkLst>
            <pc:docMk/>
            <pc:sldMk cId="3608272575" sldId="1159"/>
            <ac:spMk id="27661" creationId="{E81D328E-96F6-495C-A4DE-C651C9378508}"/>
          </ac:spMkLst>
        </pc:spChg>
        <pc:spChg chg="mod topLvl">
          <ac:chgData name="王 欣捷" userId="b965477fa0aef5e6" providerId="LiveId" clId="{6B25E3A0-8D13-427B-91C6-98F6CF017510}" dt="2021-04-20T12:44:22.117" v="107" actId="164"/>
          <ac:spMkLst>
            <pc:docMk/>
            <pc:sldMk cId="3608272575" sldId="1159"/>
            <ac:spMk id="27662" creationId="{64A9FDFA-B633-4BA0-A002-0C7CCE062A32}"/>
          </ac:spMkLst>
        </pc:spChg>
        <pc:spChg chg="mod topLvl">
          <ac:chgData name="王 欣捷" userId="b965477fa0aef5e6" providerId="LiveId" clId="{6B25E3A0-8D13-427B-91C6-98F6CF017510}" dt="2021-04-20T12:44:22.117" v="107" actId="164"/>
          <ac:spMkLst>
            <pc:docMk/>
            <pc:sldMk cId="3608272575" sldId="1159"/>
            <ac:spMk id="27663" creationId="{831B6EBD-A5D2-4E9A-A989-CF06601F7B31}"/>
          </ac:spMkLst>
        </pc:spChg>
        <pc:spChg chg="mod topLvl">
          <ac:chgData name="王 欣捷" userId="b965477fa0aef5e6" providerId="LiveId" clId="{6B25E3A0-8D13-427B-91C6-98F6CF017510}" dt="2021-04-20T12:44:23.869" v="108" actId="164"/>
          <ac:spMkLst>
            <pc:docMk/>
            <pc:sldMk cId="3608272575" sldId="1159"/>
            <ac:spMk id="27664" creationId="{98570073-8707-4CEF-BB2A-1271A2A2EC2F}"/>
          </ac:spMkLst>
        </pc:spChg>
        <pc:spChg chg="mod topLvl">
          <ac:chgData name="王 欣捷" userId="b965477fa0aef5e6" providerId="LiveId" clId="{6B25E3A0-8D13-427B-91C6-98F6CF017510}" dt="2021-04-20T12:44:23.869" v="108" actId="164"/>
          <ac:spMkLst>
            <pc:docMk/>
            <pc:sldMk cId="3608272575" sldId="1159"/>
            <ac:spMk id="27665" creationId="{8D32A4EE-1190-4F42-AAEA-2831A5CEC193}"/>
          </ac:spMkLst>
        </pc:spChg>
        <pc:spChg chg="mod topLvl">
          <ac:chgData name="王 欣捷" userId="b965477fa0aef5e6" providerId="LiveId" clId="{6B25E3A0-8D13-427B-91C6-98F6CF017510}" dt="2021-04-20T12:44:23.869" v="108" actId="164"/>
          <ac:spMkLst>
            <pc:docMk/>
            <pc:sldMk cId="3608272575" sldId="1159"/>
            <ac:spMk id="27666" creationId="{A5A8C8D3-1164-4C03-B05B-5A8745B7A212}"/>
          </ac:spMkLst>
        </pc:spChg>
        <pc:spChg chg="mod topLvl">
          <ac:chgData name="王 欣捷" userId="b965477fa0aef5e6" providerId="LiveId" clId="{6B25E3A0-8D13-427B-91C6-98F6CF017510}" dt="2021-04-20T12:44:23.869" v="108" actId="164"/>
          <ac:spMkLst>
            <pc:docMk/>
            <pc:sldMk cId="3608272575" sldId="1159"/>
            <ac:spMk id="27667" creationId="{F4547934-E50D-4703-ADA7-33B2F305B599}"/>
          </ac:spMkLst>
        </pc:spChg>
        <pc:grpChg chg="mod">
          <ac:chgData name="王 欣捷" userId="b965477fa0aef5e6" providerId="LiveId" clId="{6B25E3A0-8D13-427B-91C6-98F6CF017510}" dt="2021-04-20T12:43:27.377" v="93" actId="338"/>
          <ac:grpSpMkLst>
            <pc:docMk/>
            <pc:sldMk cId="3608272575" sldId="1159"/>
            <ac:grpSpMk id="1" creationId="{00000000-0000-0000-0000-000000000000}"/>
          </ac:grpSpMkLst>
        </pc:grpChg>
        <pc:grpChg chg="del mod">
          <ac:chgData name="王 欣捷" userId="b965477fa0aef5e6" providerId="LiveId" clId="{6B25E3A0-8D13-427B-91C6-98F6CF017510}" dt="2021-04-20T12:43:32.299" v="94" actId="165"/>
          <ac:grpSpMkLst>
            <pc:docMk/>
            <pc:sldMk cId="3608272575" sldId="1159"/>
            <ac:grpSpMk id="8" creationId="{3A59DDF0-BFEF-40A2-991C-0718D334C2B4}"/>
          </ac:grpSpMkLst>
        </pc:grpChg>
        <pc:grpChg chg="add del mod">
          <ac:chgData name="王 欣捷" userId="b965477fa0aef5e6" providerId="LiveId" clId="{6B25E3A0-8D13-427B-91C6-98F6CF017510}" dt="2021-04-20T12:44:27.554" v="111" actId="21"/>
          <ac:grpSpMkLst>
            <pc:docMk/>
            <pc:sldMk cId="3608272575" sldId="1159"/>
            <ac:grpSpMk id="27668" creationId="{5A8B7893-A583-412B-91DD-6DBC48613EC3}"/>
          </ac:grpSpMkLst>
        </pc:grpChg>
        <pc:grpChg chg="add del mod">
          <ac:chgData name="王 欣捷" userId="b965477fa0aef5e6" providerId="LiveId" clId="{6B25E3A0-8D13-427B-91C6-98F6CF017510}" dt="2021-04-20T12:44:27.554" v="111" actId="21"/>
          <ac:grpSpMkLst>
            <pc:docMk/>
            <pc:sldMk cId="3608272575" sldId="1159"/>
            <ac:grpSpMk id="27669" creationId="{100BCC49-B407-489C-9194-8F1C54961181}"/>
          </ac:grpSpMkLst>
        </pc:grpChg>
        <pc:grpChg chg="add del mod">
          <ac:chgData name="王 欣捷" userId="b965477fa0aef5e6" providerId="LiveId" clId="{6B25E3A0-8D13-427B-91C6-98F6CF017510}" dt="2021-04-20T12:44:27.554" v="111" actId="21"/>
          <ac:grpSpMkLst>
            <pc:docMk/>
            <pc:sldMk cId="3608272575" sldId="1159"/>
            <ac:grpSpMk id="27670" creationId="{CF53A74A-5141-4EAD-AB9F-A8978E0B48AB}"/>
          </ac:grpSpMkLst>
        </pc:grpChg>
        <pc:grpChg chg="add del mod">
          <ac:chgData name="王 欣捷" userId="b965477fa0aef5e6" providerId="LiveId" clId="{6B25E3A0-8D13-427B-91C6-98F6CF017510}" dt="2021-04-20T12:44:27.554" v="111" actId="21"/>
          <ac:grpSpMkLst>
            <pc:docMk/>
            <pc:sldMk cId="3608272575" sldId="1159"/>
            <ac:grpSpMk id="27671" creationId="{A656803A-659F-40E7-9EFE-CE3567AF6916}"/>
          </ac:grpSpMkLst>
        </pc:grpChg>
        <pc:grpChg chg="add del mod">
          <ac:chgData name="王 欣捷" userId="b965477fa0aef5e6" providerId="LiveId" clId="{6B25E3A0-8D13-427B-91C6-98F6CF017510}" dt="2021-04-20T12:44:27.554" v="111" actId="21"/>
          <ac:grpSpMkLst>
            <pc:docMk/>
            <pc:sldMk cId="3608272575" sldId="1159"/>
            <ac:grpSpMk id="27672" creationId="{19E004FE-01AB-4062-81F5-7BA03A206552}"/>
          </ac:grpSpMkLst>
        </pc:grpChg>
        <pc:grpChg chg="add del mod">
          <ac:chgData name="王 欣捷" userId="b965477fa0aef5e6" providerId="LiveId" clId="{6B25E3A0-8D13-427B-91C6-98F6CF017510}" dt="2021-04-20T12:44:27.554" v="111" actId="21"/>
          <ac:grpSpMkLst>
            <pc:docMk/>
            <pc:sldMk cId="3608272575" sldId="1159"/>
            <ac:grpSpMk id="27673" creationId="{C7B9A1A6-6D24-4B8A-900E-1C1B428CCC7D}"/>
          </ac:grpSpMkLst>
        </pc:grpChg>
        <pc:grpChg chg="add del mod">
          <ac:chgData name="王 欣捷" userId="b965477fa0aef5e6" providerId="LiveId" clId="{6B25E3A0-8D13-427B-91C6-98F6CF017510}" dt="2021-04-20T12:44:27.554" v="111" actId="21"/>
          <ac:grpSpMkLst>
            <pc:docMk/>
            <pc:sldMk cId="3608272575" sldId="1159"/>
            <ac:grpSpMk id="27674" creationId="{2CA2087D-F0D8-46D1-B464-5B004B0A5D18}"/>
          </ac:grpSpMkLst>
        </pc:grpChg>
        <pc:grpChg chg="add del mod">
          <ac:chgData name="王 欣捷" userId="b965477fa0aef5e6" providerId="LiveId" clId="{6B25E3A0-8D13-427B-91C6-98F6CF017510}" dt="2021-04-20T12:44:27.554" v="111" actId="21"/>
          <ac:grpSpMkLst>
            <pc:docMk/>
            <pc:sldMk cId="3608272575" sldId="1159"/>
            <ac:grpSpMk id="27675" creationId="{5291D6CB-B9BB-4F89-A5E6-B86A0051A0DF}"/>
          </ac:grpSpMkLst>
        </pc:grpChg>
        <pc:grpChg chg="add del mod">
          <ac:chgData name="王 欣捷" userId="b965477fa0aef5e6" providerId="LiveId" clId="{6B25E3A0-8D13-427B-91C6-98F6CF017510}" dt="2021-04-20T12:44:27.554" v="111" actId="21"/>
          <ac:grpSpMkLst>
            <pc:docMk/>
            <pc:sldMk cId="3608272575" sldId="1159"/>
            <ac:grpSpMk id="27676" creationId="{94B963E5-42E6-423F-A482-FC8924B9B14D}"/>
          </ac:grpSpMkLst>
        </pc:grpChg>
        <pc:graphicFrameChg chg="del">
          <ac:chgData name="王 欣捷" userId="b965477fa0aef5e6" providerId="LiveId" clId="{6B25E3A0-8D13-427B-91C6-98F6CF017510}" dt="2021-04-20T12:43:20.677" v="91" actId="478"/>
          <ac:graphicFrameMkLst>
            <pc:docMk/>
            <pc:sldMk cId="3608272575" sldId="1159"/>
            <ac:graphicFrameMk id="7" creationId="{37CC3D40-8AD9-46E1-AFAB-E74C336F4304}"/>
          </ac:graphicFrameMkLst>
        </pc:graphicFrameChg>
        <pc:picChg chg="del mod">
          <ac:chgData name="王 欣捷" userId="b965477fa0aef5e6" providerId="LiveId" clId="{6B25E3A0-8D13-427B-91C6-98F6CF017510}" dt="2021-04-20T12:43:27.377" v="93" actId="338"/>
          <ac:picMkLst>
            <pc:docMk/>
            <pc:sldMk cId="3608272575" sldId="1159"/>
            <ac:picMk id="6" creationId="{BDBF54DD-2413-41B9-8EE1-59155E95194F}"/>
          </ac:picMkLst>
        </pc:picChg>
      </pc:sldChg>
      <pc:sldChg chg="addSp delSp modSp add mod">
        <pc:chgData name="王 欣捷" userId="b965477fa0aef5e6" providerId="LiveId" clId="{6B25E3A0-8D13-427B-91C6-98F6CF017510}" dt="2021-04-20T13:52:59.633" v="961" actId="20577"/>
        <pc:sldMkLst>
          <pc:docMk/>
          <pc:sldMk cId="3740059661" sldId="1159"/>
        </pc:sldMkLst>
        <pc:spChg chg="add mod topLvl">
          <ac:chgData name="王 欣捷" userId="b965477fa0aef5e6" providerId="LiveId" clId="{6B25E3A0-8D13-427B-91C6-98F6CF017510}" dt="2021-04-20T13:05:21.351" v="335" actId="13822"/>
          <ac:spMkLst>
            <pc:docMk/>
            <pc:sldMk cId="3740059661" sldId="1159"/>
            <ac:spMk id="4" creationId="{2D6D69E9-30F5-4972-B258-9703CCCF1091}"/>
          </ac:spMkLst>
        </pc:spChg>
        <pc:spChg chg="add del">
          <ac:chgData name="王 欣捷" userId="b965477fa0aef5e6" providerId="LiveId" clId="{6B25E3A0-8D13-427B-91C6-98F6CF017510}" dt="2021-04-20T12:57:57.214" v="258" actId="22"/>
          <ac:spMkLst>
            <pc:docMk/>
            <pc:sldMk cId="3740059661" sldId="1159"/>
            <ac:spMk id="6" creationId="{4FD36CD6-297C-4B97-A42F-7CE35CC2BF3B}"/>
          </ac:spMkLst>
        </pc:spChg>
        <pc:spChg chg="add del mod ord topLvl">
          <ac:chgData name="王 欣捷" userId="b965477fa0aef5e6" providerId="LiveId" clId="{6B25E3A0-8D13-427B-91C6-98F6CF017510}" dt="2021-04-20T13:02:47.128" v="308" actId="478"/>
          <ac:spMkLst>
            <pc:docMk/>
            <pc:sldMk cId="3740059661" sldId="1159"/>
            <ac:spMk id="8" creationId="{531E3D35-0D17-400E-92AD-D0144A769524}"/>
          </ac:spMkLst>
        </pc:spChg>
        <pc:spChg chg="add del">
          <ac:chgData name="王 欣捷" userId="b965477fa0aef5e6" providerId="LiveId" clId="{6B25E3A0-8D13-427B-91C6-98F6CF017510}" dt="2021-04-20T13:02:53.580" v="310" actId="22"/>
          <ac:spMkLst>
            <pc:docMk/>
            <pc:sldMk cId="3740059661" sldId="1159"/>
            <ac:spMk id="12" creationId="{0E90971D-7017-4486-BA77-FF3A3DB62D46}"/>
          </ac:spMkLst>
        </pc:spChg>
        <pc:spChg chg="add mod">
          <ac:chgData name="王 欣捷" userId="b965477fa0aef5e6" providerId="LiveId" clId="{6B25E3A0-8D13-427B-91C6-98F6CF017510}" dt="2021-04-20T13:04:51.963" v="334" actId="13822"/>
          <ac:spMkLst>
            <pc:docMk/>
            <pc:sldMk cId="3740059661" sldId="1159"/>
            <ac:spMk id="14" creationId="{966EB8AA-1E5F-4CEF-BA18-76CA834BF6A1}"/>
          </ac:spMkLst>
        </pc:spChg>
        <pc:spChg chg="mod">
          <ac:chgData name="王 欣捷" userId="b965477fa0aef5e6" providerId="LiveId" clId="{6B25E3A0-8D13-427B-91C6-98F6CF017510}" dt="2021-04-20T13:05:28.980" v="336"/>
          <ac:spMkLst>
            <pc:docMk/>
            <pc:sldMk cId="3740059661" sldId="1159"/>
            <ac:spMk id="17" creationId="{64F0E1EF-5044-4787-8B65-C24990700814}"/>
          </ac:spMkLst>
        </pc:spChg>
        <pc:spChg chg="mod">
          <ac:chgData name="王 欣捷" userId="b965477fa0aef5e6" providerId="LiveId" clId="{6B25E3A0-8D13-427B-91C6-98F6CF017510}" dt="2021-04-20T13:05:28.980" v="336"/>
          <ac:spMkLst>
            <pc:docMk/>
            <pc:sldMk cId="3740059661" sldId="1159"/>
            <ac:spMk id="18" creationId="{AB147B9F-7976-44D6-9565-772F9C07D51D}"/>
          </ac:spMkLst>
        </pc:spChg>
        <pc:spChg chg="mod">
          <ac:chgData name="王 欣捷" userId="b965477fa0aef5e6" providerId="LiveId" clId="{6B25E3A0-8D13-427B-91C6-98F6CF017510}" dt="2021-04-20T13:06:01.855" v="339"/>
          <ac:spMkLst>
            <pc:docMk/>
            <pc:sldMk cId="3740059661" sldId="1159"/>
            <ac:spMk id="20" creationId="{505B9F61-0BE6-4034-8EB4-366AD8C41A3D}"/>
          </ac:spMkLst>
        </pc:spChg>
        <pc:spChg chg="mod">
          <ac:chgData name="王 欣捷" userId="b965477fa0aef5e6" providerId="LiveId" clId="{6B25E3A0-8D13-427B-91C6-98F6CF017510}" dt="2021-04-20T13:06:17.214" v="349" actId="20577"/>
          <ac:spMkLst>
            <pc:docMk/>
            <pc:sldMk cId="3740059661" sldId="1159"/>
            <ac:spMk id="21" creationId="{4A0E9327-64DA-4391-81D1-5B371665F767}"/>
          </ac:spMkLst>
        </pc:spChg>
        <pc:spChg chg="mod">
          <ac:chgData name="王 欣捷" userId="b965477fa0aef5e6" providerId="LiveId" clId="{6B25E3A0-8D13-427B-91C6-98F6CF017510}" dt="2021-04-20T13:06:49.267" v="373"/>
          <ac:spMkLst>
            <pc:docMk/>
            <pc:sldMk cId="3740059661" sldId="1159"/>
            <ac:spMk id="23" creationId="{09E85927-6EFD-4294-8961-8164D5AD2FBB}"/>
          </ac:spMkLst>
        </pc:spChg>
        <pc:spChg chg="mod">
          <ac:chgData name="王 欣捷" userId="b965477fa0aef5e6" providerId="LiveId" clId="{6B25E3A0-8D13-427B-91C6-98F6CF017510}" dt="2021-04-20T13:06:53.703" v="375" actId="20577"/>
          <ac:spMkLst>
            <pc:docMk/>
            <pc:sldMk cId="3740059661" sldId="1159"/>
            <ac:spMk id="24" creationId="{C42AC6DD-4DCA-414F-BA1E-9B50D344DF52}"/>
          </ac:spMkLst>
        </pc:spChg>
        <pc:spChg chg="mod">
          <ac:chgData name="王 欣捷" userId="b965477fa0aef5e6" providerId="LiveId" clId="{6B25E3A0-8D13-427B-91C6-98F6CF017510}" dt="2021-04-20T13:06:54.958" v="376"/>
          <ac:spMkLst>
            <pc:docMk/>
            <pc:sldMk cId="3740059661" sldId="1159"/>
            <ac:spMk id="26" creationId="{F3BF02C9-6271-4B0A-95A4-8B6D7E7397CF}"/>
          </ac:spMkLst>
        </pc:spChg>
        <pc:spChg chg="mod">
          <ac:chgData name="王 欣捷" userId="b965477fa0aef5e6" providerId="LiveId" clId="{6B25E3A0-8D13-427B-91C6-98F6CF017510}" dt="2021-04-20T13:07:00.366" v="378" actId="20577"/>
          <ac:spMkLst>
            <pc:docMk/>
            <pc:sldMk cId="3740059661" sldId="1159"/>
            <ac:spMk id="27" creationId="{899C9EB7-0F46-41C7-9D01-AFEEFE8C6EC9}"/>
          </ac:spMkLst>
        </pc:spChg>
        <pc:spChg chg="mod">
          <ac:chgData name="王 欣捷" userId="b965477fa0aef5e6" providerId="LiveId" clId="{6B25E3A0-8D13-427B-91C6-98F6CF017510}" dt="2021-04-20T13:07:04.910" v="379"/>
          <ac:spMkLst>
            <pc:docMk/>
            <pc:sldMk cId="3740059661" sldId="1159"/>
            <ac:spMk id="29" creationId="{EED59A44-C997-4A58-8AB9-D2067151B054}"/>
          </ac:spMkLst>
        </pc:spChg>
        <pc:spChg chg="mod">
          <ac:chgData name="王 欣捷" userId="b965477fa0aef5e6" providerId="LiveId" clId="{6B25E3A0-8D13-427B-91C6-98F6CF017510}" dt="2021-04-20T13:07:04.910" v="379"/>
          <ac:spMkLst>
            <pc:docMk/>
            <pc:sldMk cId="3740059661" sldId="1159"/>
            <ac:spMk id="30" creationId="{9A099D5A-B311-46FF-82B4-CE3096978441}"/>
          </ac:spMkLst>
        </pc:spChg>
        <pc:spChg chg="mod">
          <ac:chgData name="王 欣捷" userId="b965477fa0aef5e6" providerId="LiveId" clId="{6B25E3A0-8D13-427B-91C6-98F6CF017510}" dt="2021-04-20T13:07:04.910" v="379"/>
          <ac:spMkLst>
            <pc:docMk/>
            <pc:sldMk cId="3740059661" sldId="1159"/>
            <ac:spMk id="32" creationId="{C9555EF1-EF48-43DC-8501-612DFF88C37E}"/>
          </ac:spMkLst>
        </pc:spChg>
        <pc:spChg chg="mod">
          <ac:chgData name="王 欣捷" userId="b965477fa0aef5e6" providerId="LiveId" clId="{6B25E3A0-8D13-427B-91C6-98F6CF017510}" dt="2021-04-20T13:07:04.910" v="379"/>
          <ac:spMkLst>
            <pc:docMk/>
            <pc:sldMk cId="3740059661" sldId="1159"/>
            <ac:spMk id="33" creationId="{AE2FA770-C381-4CC2-9F79-CFD9006772A3}"/>
          </ac:spMkLst>
        </pc:spChg>
        <pc:spChg chg="mod">
          <ac:chgData name="王 欣捷" userId="b965477fa0aef5e6" providerId="LiveId" clId="{6B25E3A0-8D13-427B-91C6-98F6CF017510}" dt="2021-04-20T13:07:04.910" v="379"/>
          <ac:spMkLst>
            <pc:docMk/>
            <pc:sldMk cId="3740059661" sldId="1159"/>
            <ac:spMk id="35" creationId="{3EBB6A16-FBD1-4A95-BB5E-13306DC5B584}"/>
          </ac:spMkLst>
        </pc:spChg>
        <pc:spChg chg="mod">
          <ac:chgData name="王 欣捷" userId="b965477fa0aef5e6" providerId="LiveId" clId="{6B25E3A0-8D13-427B-91C6-98F6CF017510}" dt="2021-04-20T13:07:04.910" v="379"/>
          <ac:spMkLst>
            <pc:docMk/>
            <pc:sldMk cId="3740059661" sldId="1159"/>
            <ac:spMk id="36" creationId="{C6D4DECE-0286-4436-8883-C78F5DA27982}"/>
          </ac:spMkLst>
        </pc:spChg>
        <pc:spChg chg="mod">
          <ac:chgData name="王 欣捷" userId="b965477fa0aef5e6" providerId="LiveId" clId="{6B25E3A0-8D13-427B-91C6-98F6CF017510}" dt="2021-04-20T13:48:46.172" v="921"/>
          <ac:spMkLst>
            <pc:docMk/>
            <pc:sldMk cId="3740059661" sldId="1159"/>
            <ac:spMk id="44035" creationId="{5D1D868F-8DD2-453C-A53C-A9E8EF698509}"/>
          </ac:spMkLst>
        </pc:spChg>
        <pc:grpChg chg="add del mod">
          <ac:chgData name="王 欣捷" userId="b965477fa0aef5e6" providerId="LiveId" clId="{6B25E3A0-8D13-427B-91C6-98F6CF017510}" dt="2021-04-20T13:02:47.128" v="308" actId="478"/>
          <ac:grpSpMkLst>
            <pc:docMk/>
            <pc:sldMk cId="3740059661" sldId="1159"/>
            <ac:grpSpMk id="5" creationId="{5C45A7FA-6DE5-4E72-8FAF-E5C5B3DD23D9}"/>
          </ac:grpSpMkLst>
        </pc:grpChg>
        <pc:grpChg chg="add mod">
          <ac:chgData name="王 欣捷" userId="b965477fa0aef5e6" providerId="LiveId" clId="{6B25E3A0-8D13-427B-91C6-98F6CF017510}" dt="2021-04-20T13:06:39.612" v="369" actId="1036"/>
          <ac:grpSpMkLst>
            <pc:docMk/>
            <pc:sldMk cId="3740059661" sldId="1159"/>
            <ac:grpSpMk id="11" creationId="{02C0B712-15B4-4AE4-B152-3902F38B3FEC}"/>
          </ac:grpSpMkLst>
        </pc:grpChg>
        <pc:grpChg chg="add mod">
          <ac:chgData name="王 欣捷" userId="b965477fa0aef5e6" providerId="LiveId" clId="{6B25E3A0-8D13-427B-91C6-98F6CF017510}" dt="2021-04-20T13:06:35.077" v="364" actId="1036"/>
          <ac:grpSpMkLst>
            <pc:docMk/>
            <pc:sldMk cId="3740059661" sldId="1159"/>
            <ac:grpSpMk id="16" creationId="{4E4115BC-DABB-46C4-A1CF-F8410C1465BD}"/>
          </ac:grpSpMkLst>
        </pc:grpChg>
        <pc:grpChg chg="add mod">
          <ac:chgData name="王 欣捷" userId="b965477fa0aef5e6" providerId="LiveId" clId="{6B25E3A0-8D13-427B-91C6-98F6CF017510}" dt="2021-04-20T13:06:42.939" v="372" actId="1036"/>
          <ac:grpSpMkLst>
            <pc:docMk/>
            <pc:sldMk cId="3740059661" sldId="1159"/>
            <ac:grpSpMk id="19" creationId="{3F4B44F9-127A-4F25-81C7-D3572C375A3C}"/>
          </ac:grpSpMkLst>
        </pc:grpChg>
        <pc:grpChg chg="add mod">
          <ac:chgData name="王 欣捷" userId="b965477fa0aef5e6" providerId="LiveId" clId="{6B25E3A0-8D13-427B-91C6-98F6CF017510}" dt="2021-04-20T13:06:52.372" v="374" actId="1076"/>
          <ac:grpSpMkLst>
            <pc:docMk/>
            <pc:sldMk cId="3740059661" sldId="1159"/>
            <ac:grpSpMk id="22" creationId="{69F55667-9F22-4C84-96B6-664503EFAE53}"/>
          </ac:grpSpMkLst>
        </pc:grpChg>
        <pc:grpChg chg="add mod">
          <ac:chgData name="王 欣捷" userId="b965477fa0aef5e6" providerId="LiveId" clId="{6B25E3A0-8D13-427B-91C6-98F6CF017510}" dt="2021-04-20T13:06:59.061" v="377" actId="1076"/>
          <ac:grpSpMkLst>
            <pc:docMk/>
            <pc:sldMk cId="3740059661" sldId="1159"/>
            <ac:grpSpMk id="25" creationId="{173E6166-5837-4BCF-ACBA-FB600D1A14E4}"/>
          </ac:grpSpMkLst>
        </pc:grpChg>
        <pc:grpChg chg="add mod">
          <ac:chgData name="王 欣捷" userId="b965477fa0aef5e6" providerId="LiveId" clId="{6B25E3A0-8D13-427B-91C6-98F6CF017510}" dt="2021-04-20T13:07:30.176" v="387" actId="1076"/>
          <ac:grpSpMkLst>
            <pc:docMk/>
            <pc:sldMk cId="3740059661" sldId="1159"/>
            <ac:grpSpMk id="28" creationId="{665B71ED-C5C7-4C81-9A0C-396F95AE1517}"/>
          </ac:grpSpMkLst>
        </pc:grpChg>
        <pc:grpChg chg="add mod">
          <ac:chgData name="王 欣捷" userId="b965477fa0aef5e6" providerId="LiveId" clId="{6B25E3A0-8D13-427B-91C6-98F6CF017510}" dt="2021-04-20T13:07:30.176" v="387" actId="1076"/>
          <ac:grpSpMkLst>
            <pc:docMk/>
            <pc:sldMk cId="3740059661" sldId="1159"/>
            <ac:grpSpMk id="31" creationId="{54A68B26-51CD-423D-80F0-360506345D8D}"/>
          </ac:grpSpMkLst>
        </pc:grpChg>
        <pc:grpChg chg="add mod">
          <ac:chgData name="王 欣捷" userId="b965477fa0aef5e6" providerId="LiveId" clId="{6B25E3A0-8D13-427B-91C6-98F6CF017510}" dt="2021-04-20T13:07:30.176" v="387" actId="1076"/>
          <ac:grpSpMkLst>
            <pc:docMk/>
            <pc:sldMk cId="3740059661" sldId="1159"/>
            <ac:grpSpMk id="34" creationId="{C23310F7-AAAF-4ECB-8B01-EC19945991A0}"/>
          </ac:grpSpMkLst>
        </pc:grpChg>
        <pc:graphicFrameChg chg="mod modGraphic">
          <ac:chgData name="王 欣捷" userId="b965477fa0aef5e6" providerId="LiveId" clId="{6B25E3A0-8D13-427B-91C6-98F6CF017510}" dt="2021-04-20T13:52:59.633" v="961" actId="20577"/>
          <ac:graphicFrameMkLst>
            <pc:docMk/>
            <pc:sldMk cId="3740059661" sldId="1159"/>
            <ac:graphicFrameMk id="7" creationId="{135E5BFB-71B3-42B0-9930-200A49BF224F}"/>
          </ac:graphicFrameMkLst>
        </pc:graphicFrameChg>
      </pc:sldChg>
      <pc:sldChg chg="addSp delSp modSp new del mod modClrScheme modAnim chgLayout">
        <pc:chgData name="王 欣捷" userId="b965477fa0aef5e6" providerId="LiveId" clId="{6B25E3A0-8D13-427B-91C6-98F6CF017510}" dt="2021-04-20T12:51:53.712" v="213" actId="47"/>
        <pc:sldMkLst>
          <pc:docMk/>
          <pc:sldMk cId="3959990060" sldId="1159"/>
        </pc:sldMkLst>
        <pc:spChg chg="del">
          <ac:chgData name="王 欣捷" userId="b965477fa0aef5e6" providerId="LiveId" clId="{6B25E3A0-8D13-427B-91C6-98F6CF017510}" dt="2021-04-20T12:49:10.471" v="156" actId="700"/>
          <ac:spMkLst>
            <pc:docMk/>
            <pc:sldMk cId="3959990060" sldId="1159"/>
            <ac:spMk id="2" creationId="{1F3953F7-F522-4C31-A437-506DE25AD3E6}"/>
          </ac:spMkLst>
        </pc:spChg>
        <pc:spChg chg="del">
          <ac:chgData name="王 欣捷" userId="b965477fa0aef5e6" providerId="LiveId" clId="{6B25E3A0-8D13-427B-91C6-98F6CF017510}" dt="2021-04-20T12:49:10.471" v="156" actId="700"/>
          <ac:spMkLst>
            <pc:docMk/>
            <pc:sldMk cId="3959990060" sldId="1159"/>
            <ac:spMk id="3" creationId="{90D06857-0CBD-4F09-A016-B564E3733D71}"/>
          </ac:spMkLst>
        </pc:spChg>
        <pc:spChg chg="del mod topLvl">
          <ac:chgData name="王 欣捷" userId="b965477fa0aef5e6" providerId="LiveId" clId="{6B25E3A0-8D13-427B-91C6-98F6CF017510}" dt="2021-04-20T12:49:22.970" v="162" actId="478"/>
          <ac:spMkLst>
            <pc:docMk/>
            <pc:sldMk cId="3959990060" sldId="1159"/>
            <ac:spMk id="6" creationId="{C81E2C07-BDEA-4172-9C7B-C779D7DBF501}"/>
          </ac:spMkLst>
        </pc:spChg>
        <pc:spChg chg="mod topLvl">
          <ac:chgData name="王 欣捷" userId="b965477fa0aef5e6" providerId="LiveId" clId="{6B25E3A0-8D13-427B-91C6-98F6CF017510}" dt="2021-04-20T12:50:34.738" v="189" actId="164"/>
          <ac:spMkLst>
            <pc:docMk/>
            <pc:sldMk cId="3959990060" sldId="1159"/>
            <ac:spMk id="7" creationId="{908821D6-A4AC-4D44-B9F8-9BFDFA3804C4}"/>
          </ac:spMkLst>
        </pc:spChg>
        <pc:spChg chg="mod topLvl">
          <ac:chgData name="王 欣捷" userId="b965477fa0aef5e6" providerId="LiveId" clId="{6B25E3A0-8D13-427B-91C6-98F6CF017510}" dt="2021-04-20T12:50:34.738" v="189" actId="164"/>
          <ac:spMkLst>
            <pc:docMk/>
            <pc:sldMk cId="3959990060" sldId="1159"/>
            <ac:spMk id="8" creationId="{C478BE34-4163-46E9-A7FE-2CA29FA23501}"/>
          </ac:spMkLst>
        </pc:spChg>
        <pc:spChg chg="mod topLvl">
          <ac:chgData name="王 欣捷" userId="b965477fa0aef5e6" providerId="LiveId" clId="{6B25E3A0-8D13-427B-91C6-98F6CF017510}" dt="2021-04-20T12:50:34.738" v="189" actId="164"/>
          <ac:spMkLst>
            <pc:docMk/>
            <pc:sldMk cId="3959990060" sldId="1159"/>
            <ac:spMk id="9" creationId="{1E765E2C-48A9-4F95-9113-5A769E9D1F83}"/>
          </ac:spMkLst>
        </pc:spChg>
        <pc:spChg chg="mod topLvl">
          <ac:chgData name="王 欣捷" userId="b965477fa0aef5e6" providerId="LiveId" clId="{6B25E3A0-8D13-427B-91C6-98F6CF017510}" dt="2021-04-20T12:50:34.738" v="189" actId="164"/>
          <ac:spMkLst>
            <pc:docMk/>
            <pc:sldMk cId="3959990060" sldId="1159"/>
            <ac:spMk id="10" creationId="{4BBADB0D-FDA5-4723-ACB9-DA22DFCBC5EF}"/>
          </ac:spMkLst>
        </pc:spChg>
        <pc:spChg chg="mod topLvl">
          <ac:chgData name="王 欣捷" userId="b965477fa0aef5e6" providerId="LiveId" clId="{6B25E3A0-8D13-427B-91C6-98F6CF017510}" dt="2021-04-20T12:50:34.738" v="189" actId="164"/>
          <ac:spMkLst>
            <pc:docMk/>
            <pc:sldMk cId="3959990060" sldId="1159"/>
            <ac:spMk id="11" creationId="{738F3CEB-3A70-4CD4-92B2-F9A3B58266A1}"/>
          </ac:spMkLst>
        </pc:spChg>
        <pc:spChg chg="mod topLvl">
          <ac:chgData name="王 欣捷" userId="b965477fa0aef5e6" providerId="LiveId" clId="{6B25E3A0-8D13-427B-91C6-98F6CF017510}" dt="2021-04-20T12:50:34.738" v="189" actId="164"/>
          <ac:spMkLst>
            <pc:docMk/>
            <pc:sldMk cId="3959990060" sldId="1159"/>
            <ac:spMk id="12" creationId="{35348026-0052-4E0E-9416-6F93C47B5457}"/>
          </ac:spMkLst>
        </pc:spChg>
        <pc:spChg chg="mod topLvl">
          <ac:chgData name="王 欣捷" userId="b965477fa0aef5e6" providerId="LiveId" clId="{6B25E3A0-8D13-427B-91C6-98F6CF017510}" dt="2021-04-20T12:50:34.738" v="189" actId="164"/>
          <ac:spMkLst>
            <pc:docMk/>
            <pc:sldMk cId="3959990060" sldId="1159"/>
            <ac:spMk id="13" creationId="{83350AB6-A2A0-4747-AEE7-5E402FD22B54}"/>
          </ac:spMkLst>
        </pc:spChg>
        <pc:spChg chg="mod topLvl">
          <ac:chgData name="王 欣捷" userId="b965477fa0aef5e6" providerId="LiveId" clId="{6B25E3A0-8D13-427B-91C6-98F6CF017510}" dt="2021-04-20T12:50:34.738" v="189" actId="164"/>
          <ac:spMkLst>
            <pc:docMk/>
            <pc:sldMk cId="3959990060" sldId="1159"/>
            <ac:spMk id="14" creationId="{3E0F9D79-B635-445B-B953-F929607BF98B}"/>
          </ac:spMkLst>
        </pc:spChg>
        <pc:spChg chg="mod topLvl">
          <ac:chgData name="王 欣捷" userId="b965477fa0aef5e6" providerId="LiveId" clId="{6B25E3A0-8D13-427B-91C6-98F6CF017510}" dt="2021-04-20T12:50:34.738" v="189" actId="164"/>
          <ac:spMkLst>
            <pc:docMk/>
            <pc:sldMk cId="3959990060" sldId="1159"/>
            <ac:spMk id="15" creationId="{7798B67B-1C63-4386-B135-F3DAA268DD12}"/>
          </ac:spMkLst>
        </pc:spChg>
        <pc:spChg chg="mod topLvl">
          <ac:chgData name="王 欣捷" userId="b965477fa0aef5e6" providerId="LiveId" clId="{6B25E3A0-8D13-427B-91C6-98F6CF017510}" dt="2021-04-20T12:50:42.559" v="192" actId="164"/>
          <ac:spMkLst>
            <pc:docMk/>
            <pc:sldMk cId="3959990060" sldId="1159"/>
            <ac:spMk id="16" creationId="{D21E1069-B698-4DF2-B6D6-ABC721ED7BC4}"/>
          </ac:spMkLst>
        </pc:spChg>
        <pc:spChg chg="mod topLvl">
          <ac:chgData name="王 欣捷" userId="b965477fa0aef5e6" providerId="LiveId" clId="{6B25E3A0-8D13-427B-91C6-98F6CF017510}" dt="2021-04-20T12:50:42.559" v="192" actId="164"/>
          <ac:spMkLst>
            <pc:docMk/>
            <pc:sldMk cId="3959990060" sldId="1159"/>
            <ac:spMk id="17" creationId="{989622AF-85B4-46D6-B562-ADB7ECF672E5}"/>
          </ac:spMkLst>
        </pc:spChg>
        <pc:spChg chg="mod topLvl">
          <ac:chgData name="王 欣捷" userId="b965477fa0aef5e6" providerId="LiveId" clId="{6B25E3A0-8D13-427B-91C6-98F6CF017510}" dt="2021-04-20T12:50:42.559" v="192" actId="164"/>
          <ac:spMkLst>
            <pc:docMk/>
            <pc:sldMk cId="3959990060" sldId="1159"/>
            <ac:spMk id="18" creationId="{C64038D5-7687-4B77-9FD5-B861B807C1EE}"/>
          </ac:spMkLst>
        </pc:spChg>
        <pc:spChg chg="mod topLvl">
          <ac:chgData name="王 欣捷" userId="b965477fa0aef5e6" providerId="LiveId" clId="{6B25E3A0-8D13-427B-91C6-98F6CF017510}" dt="2021-04-20T12:50:42.559" v="192" actId="164"/>
          <ac:spMkLst>
            <pc:docMk/>
            <pc:sldMk cId="3959990060" sldId="1159"/>
            <ac:spMk id="19" creationId="{466D878D-CB47-40FB-9588-F412F09A2D5C}"/>
          </ac:spMkLst>
        </pc:spChg>
        <pc:spChg chg="mod topLvl">
          <ac:chgData name="王 欣捷" userId="b965477fa0aef5e6" providerId="LiveId" clId="{6B25E3A0-8D13-427B-91C6-98F6CF017510}" dt="2021-04-20T12:50:46.973" v="193" actId="164"/>
          <ac:spMkLst>
            <pc:docMk/>
            <pc:sldMk cId="3959990060" sldId="1159"/>
            <ac:spMk id="20" creationId="{5C19E946-5D49-4D7B-9558-6CFC2A824907}"/>
          </ac:spMkLst>
        </pc:spChg>
        <pc:spChg chg="mod topLvl">
          <ac:chgData name="王 欣捷" userId="b965477fa0aef5e6" providerId="LiveId" clId="{6B25E3A0-8D13-427B-91C6-98F6CF017510}" dt="2021-04-20T12:50:46.973" v="193" actId="164"/>
          <ac:spMkLst>
            <pc:docMk/>
            <pc:sldMk cId="3959990060" sldId="1159"/>
            <ac:spMk id="21" creationId="{447339C2-64F4-4DE6-859B-DA8492E852F3}"/>
          </ac:spMkLst>
        </pc:spChg>
        <pc:spChg chg="mod topLvl">
          <ac:chgData name="王 欣捷" userId="b965477fa0aef5e6" providerId="LiveId" clId="{6B25E3A0-8D13-427B-91C6-98F6CF017510}" dt="2021-04-20T12:50:46.973" v="193" actId="164"/>
          <ac:spMkLst>
            <pc:docMk/>
            <pc:sldMk cId="3959990060" sldId="1159"/>
            <ac:spMk id="22" creationId="{9A2BB69A-6CE9-471D-BDE0-BF48A8B2E086}"/>
          </ac:spMkLst>
        </pc:spChg>
        <pc:spChg chg="mod topLvl">
          <ac:chgData name="王 欣捷" userId="b965477fa0aef5e6" providerId="LiveId" clId="{6B25E3A0-8D13-427B-91C6-98F6CF017510}" dt="2021-04-20T12:50:46.973" v="193" actId="164"/>
          <ac:spMkLst>
            <pc:docMk/>
            <pc:sldMk cId="3959990060" sldId="1159"/>
            <ac:spMk id="23" creationId="{5D282EE6-59AA-448F-A969-767A8F1D3AE6}"/>
          </ac:spMkLst>
        </pc:spChg>
        <pc:spChg chg="mod topLvl">
          <ac:chgData name="王 欣捷" userId="b965477fa0aef5e6" providerId="LiveId" clId="{6B25E3A0-8D13-427B-91C6-98F6CF017510}" dt="2021-04-20T12:50:46.973" v="193" actId="164"/>
          <ac:spMkLst>
            <pc:docMk/>
            <pc:sldMk cId="3959990060" sldId="1159"/>
            <ac:spMk id="24" creationId="{527B71CE-44E3-4FDC-AECF-759D9EFFB71D}"/>
          </ac:spMkLst>
        </pc:spChg>
        <pc:spChg chg="mod topLvl">
          <ac:chgData name="王 欣捷" userId="b965477fa0aef5e6" providerId="LiveId" clId="{6B25E3A0-8D13-427B-91C6-98F6CF017510}" dt="2021-04-20T12:50:52.405" v="194" actId="164"/>
          <ac:spMkLst>
            <pc:docMk/>
            <pc:sldMk cId="3959990060" sldId="1159"/>
            <ac:spMk id="25" creationId="{154CF1BD-0259-4862-9149-EAC4ACE05478}"/>
          </ac:spMkLst>
        </pc:spChg>
        <pc:spChg chg="mod topLvl">
          <ac:chgData name="王 欣捷" userId="b965477fa0aef5e6" providerId="LiveId" clId="{6B25E3A0-8D13-427B-91C6-98F6CF017510}" dt="2021-04-20T12:50:52.405" v="194" actId="164"/>
          <ac:spMkLst>
            <pc:docMk/>
            <pc:sldMk cId="3959990060" sldId="1159"/>
            <ac:spMk id="26" creationId="{5BF79738-6E55-4B3B-9108-1136FB15F1C7}"/>
          </ac:spMkLst>
        </pc:spChg>
        <pc:spChg chg="mod topLvl">
          <ac:chgData name="王 欣捷" userId="b965477fa0aef5e6" providerId="LiveId" clId="{6B25E3A0-8D13-427B-91C6-98F6CF017510}" dt="2021-04-20T12:50:52.405" v="194" actId="164"/>
          <ac:spMkLst>
            <pc:docMk/>
            <pc:sldMk cId="3959990060" sldId="1159"/>
            <ac:spMk id="27" creationId="{2F6FA5DC-7733-4917-9407-3A7E50600808}"/>
          </ac:spMkLst>
        </pc:spChg>
        <pc:spChg chg="mod topLvl">
          <ac:chgData name="王 欣捷" userId="b965477fa0aef5e6" providerId="LiveId" clId="{6B25E3A0-8D13-427B-91C6-98F6CF017510}" dt="2021-04-20T12:50:52.405" v="194" actId="164"/>
          <ac:spMkLst>
            <pc:docMk/>
            <pc:sldMk cId="3959990060" sldId="1159"/>
            <ac:spMk id="28" creationId="{49774D48-1C38-4089-BB61-4D53743BB687}"/>
          </ac:spMkLst>
        </pc:spChg>
        <pc:spChg chg="del mod topLvl">
          <ac:chgData name="王 欣捷" userId="b965477fa0aef5e6" providerId="LiveId" clId="{6B25E3A0-8D13-427B-91C6-98F6CF017510}" dt="2021-04-20T12:49:33.750" v="163" actId="478"/>
          <ac:spMkLst>
            <pc:docMk/>
            <pc:sldMk cId="3959990060" sldId="1159"/>
            <ac:spMk id="29" creationId="{0DB4029A-3055-4241-8431-137EB599F917}"/>
          </ac:spMkLst>
        </pc:spChg>
        <pc:spChg chg="del mod topLvl">
          <ac:chgData name="王 欣捷" userId="b965477fa0aef5e6" providerId="LiveId" clId="{6B25E3A0-8D13-427B-91C6-98F6CF017510}" dt="2021-04-20T12:49:33.750" v="163" actId="478"/>
          <ac:spMkLst>
            <pc:docMk/>
            <pc:sldMk cId="3959990060" sldId="1159"/>
            <ac:spMk id="30" creationId="{06F57136-5ED0-43BB-B022-4AA1A8C74A2C}"/>
          </ac:spMkLst>
        </pc:spChg>
        <pc:spChg chg="del mod topLvl">
          <ac:chgData name="王 欣捷" userId="b965477fa0aef5e6" providerId="LiveId" clId="{6B25E3A0-8D13-427B-91C6-98F6CF017510}" dt="2021-04-20T12:49:33.750" v="163" actId="478"/>
          <ac:spMkLst>
            <pc:docMk/>
            <pc:sldMk cId="3959990060" sldId="1159"/>
            <ac:spMk id="31" creationId="{17DCBA05-741D-4B2C-9F21-7A83A0BF3B99}"/>
          </ac:spMkLst>
        </pc:spChg>
        <pc:spChg chg="del mod topLvl">
          <ac:chgData name="王 欣捷" userId="b965477fa0aef5e6" providerId="LiveId" clId="{6B25E3A0-8D13-427B-91C6-98F6CF017510}" dt="2021-04-20T12:49:33.750" v="163" actId="478"/>
          <ac:spMkLst>
            <pc:docMk/>
            <pc:sldMk cId="3959990060" sldId="1159"/>
            <ac:spMk id="32" creationId="{91C8CA32-2D29-4C9E-B7A4-7332E6A2F58A}"/>
          </ac:spMkLst>
        </pc:spChg>
        <pc:spChg chg="del mod topLvl">
          <ac:chgData name="王 欣捷" userId="b965477fa0aef5e6" providerId="LiveId" clId="{6B25E3A0-8D13-427B-91C6-98F6CF017510}" dt="2021-04-20T12:49:33.750" v="163" actId="478"/>
          <ac:spMkLst>
            <pc:docMk/>
            <pc:sldMk cId="3959990060" sldId="1159"/>
            <ac:spMk id="33" creationId="{184C0AE3-CA7E-42BC-93FC-CCC7DE372593}"/>
          </ac:spMkLst>
        </pc:spChg>
        <pc:spChg chg="del mod topLvl">
          <ac:chgData name="王 欣捷" userId="b965477fa0aef5e6" providerId="LiveId" clId="{6B25E3A0-8D13-427B-91C6-98F6CF017510}" dt="2021-04-20T12:49:33.750" v="163" actId="478"/>
          <ac:spMkLst>
            <pc:docMk/>
            <pc:sldMk cId="3959990060" sldId="1159"/>
            <ac:spMk id="34" creationId="{929F8D05-9F5F-491E-BCDF-F6EDC781FC1A}"/>
          </ac:spMkLst>
        </pc:spChg>
        <pc:spChg chg="del mod topLvl">
          <ac:chgData name="王 欣捷" userId="b965477fa0aef5e6" providerId="LiveId" clId="{6B25E3A0-8D13-427B-91C6-98F6CF017510}" dt="2021-04-20T12:49:33.750" v="163" actId="478"/>
          <ac:spMkLst>
            <pc:docMk/>
            <pc:sldMk cId="3959990060" sldId="1159"/>
            <ac:spMk id="35" creationId="{5069B6FE-8BA4-449F-AEE3-1DCA789F324E}"/>
          </ac:spMkLst>
        </pc:spChg>
        <pc:spChg chg="del mod topLvl">
          <ac:chgData name="王 欣捷" userId="b965477fa0aef5e6" providerId="LiveId" clId="{6B25E3A0-8D13-427B-91C6-98F6CF017510}" dt="2021-04-20T12:49:33.750" v="163" actId="478"/>
          <ac:spMkLst>
            <pc:docMk/>
            <pc:sldMk cId="3959990060" sldId="1159"/>
            <ac:spMk id="36" creationId="{338117F1-8248-494A-AF35-6BAAB3010421}"/>
          </ac:spMkLst>
        </pc:spChg>
        <pc:spChg chg="del mod topLvl">
          <ac:chgData name="王 欣捷" userId="b965477fa0aef5e6" providerId="LiveId" clId="{6B25E3A0-8D13-427B-91C6-98F6CF017510}" dt="2021-04-20T12:49:33.750" v="163" actId="478"/>
          <ac:spMkLst>
            <pc:docMk/>
            <pc:sldMk cId="3959990060" sldId="1159"/>
            <ac:spMk id="37" creationId="{25E249CC-8D07-4AAC-BD4D-0E69B5BC1500}"/>
          </ac:spMkLst>
        </pc:spChg>
        <pc:spChg chg="del mod topLvl">
          <ac:chgData name="王 欣捷" userId="b965477fa0aef5e6" providerId="LiveId" clId="{6B25E3A0-8D13-427B-91C6-98F6CF017510}" dt="2021-04-20T12:49:33.750" v="163" actId="478"/>
          <ac:spMkLst>
            <pc:docMk/>
            <pc:sldMk cId="3959990060" sldId="1159"/>
            <ac:spMk id="38" creationId="{5BBA4D4E-2C69-44D1-9E7D-AB43F127912B}"/>
          </ac:spMkLst>
        </pc:spChg>
        <pc:spChg chg="del mod topLvl">
          <ac:chgData name="王 欣捷" userId="b965477fa0aef5e6" providerId="LiveId" clId="{6B25E3A0-8D13-427B-91C6-98F6CF017510}" dt="2021-04-20T12:49:33.750" v="163" actId="478"/>
          <ac:spMkLst>
            <pc:docMk/>
            <pc:sldMk cId="3959990060" sldId="1159"/>
            <ac:spMk id="39" creationId="{B1EA6FFC-9E40-4C05-ABD0-1DBCCA2F69B1}"/>
          </ac:spMkLst>
        </pc:spChg>
        <pc:spChg chg="del mod topLvl">
          <ac:chgData name="王 欣捷" userId="b965477fa0aef5e6" providerId="LiveId" clId="{6B25E3A0-8D13-427B-91C6-98F6CF017510}" dt="2021-04-20T12:49:33.750" v="163" actId="478"/>
          <ac:spMkLst>
            <pc:docMk/>
            <pc:sldMk cId="3959990060" sldId="1159"/>
            <ac:spMk id="40" creationId="{C2CB2B83-A6E0-452E-8526-C5C917817281}"/>
          </ac:spMkLst>
        </pc:spChg>
        <pc:spChg chg="del mod topLvl">
          <ac:chgData name="王 欣捷" userId="b965477fa0aef5e6" providerId="LiveId" clId="{6B25E3A0-8D13-427B-91C6-98F6CF017510}" dt="2021-04-20T12:49:33.750" v="163" actId="478"/>
          <ac:spMkLst>
            <pc:docMk/>
            <pc:sldMk cId="3959990060" sldId="1159"/>
            <ac:spMk id="41" creationId="{6B125984-267E-449E-A5FA-8F939B816CB4}"/>
          </ac:spMkLst>
        </pc:spChg>
        <pc:spChg chg="del mod topLvl">
          <ac:chgData name="王 欣捷" userId="b965477fa0aef5e6" providerId="LiveId" clId="{6B25E3A0-8D13-427B-91C6-98F6CF017510}" dt="2021-04-20T12:49:33.750" v="163" actId="478"/>
          <ac:spMkLst>
            <pc:docMk/>
            <pc:sldMk cId="3959990060" sldId="1159"/>
            <ac:spMk id="42" creationId="{81C533ED-B1F4-4BB9-AAFE-6EA441887778}"/>
          </ac:spMkLst>
        </pc:spChg>
        <pc:spChg chg="del mod topLvl">
          <ac:chgData name="王 欣捷" userId="b965477fa0aef5e6" providerId="LiveId" clId="{6B25E3A0-8D13-427B-91C6-98F6CF017510}" dt="2021-04-20T12:49:33.750" v="163" actId="478"/>
          <ac:spMkLst>
            <pc:docMk/>
            <pc:sldMk cId="3959990060" sldId="1159"/>
            <ac:spMk id="43" creationId="{62B8A86F-D75F-4108-B203-074AA20D9562}"/>
          </ac:spMkLst>
        </pc:spChg>
        <pc:spChg chg="del mod topLvl">
          <ac:chgData name="王 欣捷" userId="b965477fa0aef5e6" providerId="LiveId" clId="{6B25E3A0-8D13-427B-91C6-98F6CF017510}" dt="2021-04-20T12:49:33.750" v="163" actId="478"/>
          <ac:spMkLst>
            <pc:docMk/>
            <pc:sldMk cId="3959990060" sldId="1159"/>
            <ac:spMk id="44" creationId="{11808D52-3E04-4EF0-BEAA-FEECCA479CAB}"/>
          </ac:spMkLst>
        </pc:spChg>
        <pc:spChg chg="del mod topLvl">
          <ac:chgData name="王 欣捷" userId="b965477fa0aef5e6" providerId="LiveId" clId="{6B25E3A0-8D13-427B-91C6-98F6CF017510}" dt="2021-04-20T12:49:33.750" v="163" actId="478"/>
          <ac:spMkLst>
            <pc:docMk/>
            <pc:sldMk cId="3959990060" sldId="1159"/>
            <ac:spMk id="45" creationId="{F2C9DD7A-69B5-4477-A3B9-E0BFE10F0DC3}"/>
          </ac:spMkLst>
        </pc:spChg>
        <pc:spChg chg="del mod topLvl">
          <ac:chgData name="王 欣捷" userId="b965477fa0aef5e6" providerId="LiveId" clId="{6B25E3A0-8D13-427B-91C6-98F6CF017510}" dt="2021-04-20T12:49:33.750" v="163" actId="478"/>
          <ac:spMkLst>
            <pc:docMk/>
            <pc:sldMk cId="3959990060" sldId="1159"/>
            <ac:spMk id="46" creationId="{BC93F4C0-4EA6-4004-A30C-02F47FE3E56E}"/>
          </ac:spMkLst>
        </pc:spChg>
        <pc:spChg chg="del mod topLvl">
          <ac:chgData name="王 欣捷" userId="b965477fa0aef5e6" providerId="LiveId" clId="{6B25E3A0-8D13-427B-91C6-98F6CF017510}" dt="2021-04-20T12:49:33.750" v="163" actId="478"/>
          <ac:spMkLst>
            <pc:docMk/>
            <pc:sldMk cId="3959990060" sldId="1159"/>
            <ac:spMk id="47" creationId="{37F1018C-74E0-4465-8780-C7CB415AF460}"/>
          </ac:spMkLst>
        </pc:spChg>
        <pc:spChg chg="del mod topLvl">
          <ac:chgData name="王 欣捷" userId="b965477fa0aef5e6" providerId="LiveId" clId="{6B25E3A0-8D13-427B-91C6-98F6CF017510}" dt="2021-04-20T12:49:33.750" v="163" actId="478"/>
          <ac:spMkLst>
            <pc:docMk/>
            <pc:sldMk cId="3959990060" sldId="1159"/>
            <ac:spMk id="48" creationId="{47DFEF31-A309-497B-9C62-00F4631E96D2}"/>
          </ac:spMkLst>
        </pc:spChg>
        <pc:spChg chg="del mod topLvl">
          <ac:chgData name="王 欣捷" userId="b965477fa0aef5e6" providerId="LiveId" clId="{6B25E3A0-8D13-427B-91C6-98F6CF017510}" dt="2021-04-20T12:49:33.750" v="163" actId="478"/>
          <ac:spMkLst>
            <pc:docMk/>
            <pc:sldMk cId="3959990060" sldId="1159"/>
            <ac:spMk id="49" creationId="{BCF49C23-2D08-4B71-8A3E-236204AFDBCA}"/>
          </ac:spMkLst>
        </pc:spChg>
        <pc:spChg chg="del mod topLvl">
          <ac:chgData name="王 欣捷" userId="b965477fa0aef5e6" providerId="LiveId" clId="{6B25E3A0-8D13-427B-91C6-98F6CF017510}" dt="2021-04-20T12:49:33.750" v="163" actId="478"/>
          <ac:spMkLst>
            <pc:docMk/>
            <pc:sldMk cId="3959990060" sldId="1159"/>
            <ac:spMk id="50" creationId="{F9711E93-4EA9-4B56-8F7E-4149A8724C18}"/>
          </ac:spMkLst>
        </pc:spChg>
        <pc:spChg chg="del mod topLvl">
          <ac:chgData name="王 欣捷" userId="b965477fa0aef5e6" providerId="LiveId" clId="{6B25E3A0-8D13-427B-91C6-98F6CF017510}" dt="2021-04-20T12:49:33.750" v="163" actId="478"/>
          <ac:spMkLst>
            <pc:docMk/>
            <pc:sldMk cId="3959990060" sldId="1159"/>
            <ac:spMk id="51" creationId="{334751B5-FFCE-4A96-BE26-918FAB8EF964}"/>
          </ac:spMkLst>
        </pc:spChg>
        <pc:spChg chg="del mod topLvl">
          <ac:chgData name="王 欣捷" userId="b965477fa0aef5e6" providerId="LiveId" clId="{6B25E3A0-8D13-427B-91C6-98F6CF017510}" dt="2021-04-20T12:49:33.750" v="163" actId="478"/>
          <ac:spMkLst>
            <pc:docMk/>
            <pc:sldMk cId="3959990060" sldId="1159"/>
            <ac:spMk id="52" creationId="{DD66A05A-6910-4BA3-A021-1D13B4566825}"/>
          </ac:spMkLst>
        </pc:spChg>
        <pc:spChg chg="del mod topLvl">
          <ac:chgData name="王 欣捷" userId="b965477fa0aef5e6" providerId="LiveId" clId="{6B25E3A0-8D13-427B-91C6-98F6CF017510}" dt="2021-04-20T12:49:33.750" v="163" actId="478"/>
          <ac:spMkLst>
            <pc:docMk/>
            <pc:sldMk cId="3959990060" sldId="1159"/>
            <ac:spMk id="53" creationId="{CE9830CA-F002-438E-8FE6-CBC68A689D1E}"/>
          </ac:spMkLst>
        </pc:spChg>
        <pc:spChg chg="del mod topLvl">
          <ac:chgData name="王 欣捷" userId="b965477fa0aef5e6" providerId="LiveId" clId="{6B25E3A0-8D13-427B-91C6-98F6CF017510}" dt="2021-04-20T12:49:33.750" v="163" actId="478"/>
          <ac:spMkLst>
            <pc:docMk/>
            <pc:sldMk cId="3959990060" sldId="1159"/>
            <ac:spMk id="54" creationId="{88ED87F6-7418-48F4-82A7-EC3CD84734AF}"/>
          </ac:spMkLst>
        </pc:spChg>
        <pc:spChg chg="del mod topLvl">
          <ac:chgData name="王 欣捷" userId="b965477fa0aef5e6" providerId="LiveId" clId="{6B25E3A0-8D13-427B-91C6-98F6CF017510}" dt="2021-04-20T12:49:33.750" v="163" actId="478"/>
          <ac:spMkLst>
            <pc:docMk/>
            <pc:sldMk cId="3959990060" sldId="1159"/>
            <ac:spMk id="55" creationId="{A4E37AEC-4BB6-46A7-A461-3A551CD9DD49}"/>
          </ac:spMkLst>
        </pc:spChg>
        <pc:spChg chg="del mod topLvl">
          <ac:chgData name="王 欣捷" userId="b965477fa0aef5e6" providerId="LiveId" clId="{6B25E3A0-8D13-427B-91C6-98F6CF017510}" dt="2021-04-20T12:49:33.750" v="163" actId="478"/>
          <ac:spMkLst>
            <pc:docMk/>
            <pc:sldMk cId="3959990060" sldId="1159"/>
            <ac:spMk id="56" creationId="{D21BC199-B1FF-48D2-8D52-E71C35E13B9C}"/>
          </ac:spMkLst>
        </pc:spChg>
        <pc:spChg chg="del mod topLvl">
          <ac:chgData name="王 欣捷" userId="b965477fa0aef5e6" providerId="LiveId" clId="{6B25E3A0-8D13-427B-91C6-98F6CF017510}" dt="2021-04-20T12:49:33.750" v="163" actId="478"/>
          <ac:spMkLst>
            <pc:docMk/>
            <pc:sldMk cId="3959990060" sldId="1159"/>
            <ac:spMk id="57" creationId="{68052BC2-62F4-46F1-96F2-C32FB9065B23}"/>
          </ac:spMkLst>
        </pc:spChg>
        <pc:spChg chg="del mod topLvl">
          <ac:chgData name="王 欣捷" userId="b965477fa0aef5e6" providerId="LiveId" clId="{6B25E3A0-8D13-427B-91C6-98F6CF017510}" dt="2021-04-20T12:49:33.750" v="163" actId="478"/>
          <ac:spMkLst>
            <pc:docMk/>
            <pc:sldMk cId="3959990060" sldId="1159"/>
            <ac:spMk id="58" creationId="{C8544BE3-58DC-4CB5-965D-13CA58E3C193}"/>
          </ac:spMkLst>
        </pc:spChg>
        <pc:spChg chg="del mod topLvl">
          <ac:chgData name="王 欣捷" userId="b965477fa0aef5e6" providerId="LiveId" clId="{6B25E3A0-8D13-427B-91C6-98F6CF017510}" dt="2021-04-20T12:49:33.750" v="163" actId="478"/>
          <ac:spMkLst>
            <pc:docMk/>
            <pc:sldMk cId="3959990060" sldId="1159"/>
            <ac:spMk id="59" creationId="{E7A35663-3C41-41C2-8344-01CC5835C1E9}"/>
          </ac:spMkLst>
        </pc:spChg>
        <pc:spChg chg="add del">
          <ac:chgData name="王 欣捷" userId="b965477fa0aef5e6" providerId="LiveId" clId="{6B25E3A0-8D13-427B-91C6-98F6CF017510}" dt="2021-04-20T12:49:44.077" v="165" actId="22"/>
          <ac:spMkLst>
            <pc:docMk/>
            <pc:sldMk cId="3959990060" sldId="1159"/>
            <ac:spMk id="61" creationId="{716EB5A9-3B8A-4E40-A758-B13F0CD7B209}"/>
          </ac:spMkLst>
        </pc:spChg>
        <pc:spChg chg="add mod">
          <ac:chgData name="王 欣捷" userId="b965477fa0aef5e6" providerId="LiveId" clId="{6B25E3A0-8D13-427B-91C6-98F6CF017510}" dt="2021-04-20T12:50:52.405" v="194" actId="164"/>
          <ac:spMkLst>
            <pc:docMk/>
            <pc:sldMk cId="3959990060" sldId="1159"/>
            <ac:spMk id="63" creationId="{D5CC323A-3808-49D1-833F-7BAAA6E468B3}"/>
          </ac:spMkLst>
        </pc:spChg>
        <pc:grpChg chg="mod">
          <ac:chgData name="王 欣捷" userId="b965477fa0aef5e6" providerId="LiveId" clId="{6B25E3A0-8D13-427B-91C6-98F6CF017510}" dt="2021-04-20T12:49:15.202" v="158" actId="338"/>
          <ac:grpSpMkLst>
            <pc:docMk/>
            <pc:sldMk cId="3959990060" sldId="1159"/>
            <ac:grpSpMk id="1" creationId="{00000000-0000-0000-0000-000000000000}"/>
          </ac:grpSpMkLst>
        </pc:grpChg>
        <pc:grpChg chg="add del mod">
          <ac:chgData name="王 欣捷" userId="b965477fa0aef5e6" providerId="LiveId" clId="{6B25E3A0-8D13-427B-91C6-98F6CF017510}" dt="2021-04-20T12:49:21.049" v="161" actId="165"/>
          <ac:grpSpMkLst>
            <pc:docMk/>
            <pc:sldMk cId="3959990060" sldId="1159"/>
            <ac:grpSpMk id="5" creationId="{C4843BAA-3697-4511-9E1A-71E94D84F26D}"/>
          </ac:grpSpMkLst>
        </pc:grpChg>
        <pc:grpChg chg="add mod">
          <ac:chgData name="王 欣捷" userId="b965477fa0aef5e6" providerId="LiveId" clId="{6B25E3A0-8D13-427B-91C6-98F6CF017510}" dt="2021-04-20T12:50:42.559" v="192" actId="164"/>
          <ac:grpSpMkLst>
            <pc:docMk/>
            <pc:sldMk cId="3959990060" sldId="1159"/>
            <ac:grpSpMk id="64" creationId="{873CFAB2-BC7A-45B4-83E7-006A0E3C30C9}"/>
          </ac:grpSpMkLst>
        </pc:grpChg>
        <pc:grpChg chg="add del mod">
          <ac:chgData name="王 欣捷" userId="b965477fa0aef5e6" providerId="LiveId" clId="{6B25E3A0-8D13-427B-91C6-98F6CF017510}" dt="2021-04-20T12:51:01.161" v="196" actId="21"/>
          <ac:grpSpMkLst>
            <pc:docMk/>
            <pc:sldMk cId="3959990060" sldId="1159"/>
            <ac:grpSpMk id="65" creationId="{9F0DB484-FCC3-4C13-8593-10174E0CAC99}"/>
          </ac:grpSpMkLst>
        </pc:grpChg>
        <pc:grpChg chg="add del mod">
          <ac:chgData name="王 欣捷" userId="b965477fa0aef5e6" providerId="LiveId" clId="{6B25E3A0-8D13-427B-91C6-98F6CF017510}" dt="2021-04-20T12:51:01.161" v="196" actId="21"/>
          <ac:grpSpMkLst>
            <pc:docMk/>
            <pc:sldMk cId="3959990060" sldId="1159"/>
            <ac:grpSpMk id="66" creationId="{A7A61818-9548-4713-88DE-0F79507358E4}"/>
          </ac:grpSpMkLst>
        </pc:grpChg>
        <pc:grpChg chg="add del mod">
          <ac:chgData name="王 欣捷" userId="b965477fa0aef5e6" providerId="LiveId" clId="{6B25E3A0-8D13-427B-91C6-98F6CF017510}" dt="2021-04-20T12:51:01.161" v="196" actId="21"/>
          <ac:grpSpMkLst>
            <pc:docMk/>
            <pc:sldMk cId="3959990060" sldId="1159"/>
            <ac:grpSpMk id="67" creationId="{E6BEA52D-C7AD-4C6D-8569-F8BBBB4209CA}"/>
          </ac:grpSpMkLst>
        </pc:grpChg>
        <pc:picChg chg="add del mod">
          <ac:chgData name="王 欣捷" userId="b965477fa0aef5e6" providerId="LiveId" clId="{6B25E3A0-8D13-427B-91C6-98F6CF017510}" dt="2021-04-20T12:49:15.202" v="158" actId="338"/>
          <ac:picMkLst>
            <pc:docMk/>
            <pc:sldMk cId="3959990060" sldId="1159"/>
            <ac:picMk id="4" creationId="{95D6E8DA-D7AF-4D52-8C2B-65B6AAB9D438}"/>
          </ac:picMkLst>
        </pc:picChg>
      </pc:sldChg>
      <pc:sldChg chg="addSp delSp modSp new del mod modClrScheme chgLayout">
        <pc:chgData name="王 欣捷" userId="b965477fa0aef5e6" providerId="LiveId" clId="{6B25E3A0-8D13-427B-91C6-98F6CF017510}" dt="2021-04-20T13:12:57.235" v="417" actId="47"/>
        <pc:sldMkLst>
          <pc:docMk/>
          <pc:sldMk cId="1241390852" sldId="1160"/>
        </pc:sldMkLst>
        <pc:spChg chg="del">
          <ac:chgData name="王 欣捷" userId="b965477fa0aef5e6" providerId="LiveId" clId="{6B25E3A0-8D13-427B-91C6-98F6CF017510}" dt="2021-04-20T13:11:21.744" v="392" actId="700"/>
          <ac:spMkLst>
            <pc:docMk/>
            <pc:sldMk cId="1241390852" sldId="1160"/>
            <ac:spMk id="2" creationId="{7BED2FC7-E9AA-4ADD-BAD2-04B03B866B4C}"/>
          </ac:spMkLst>
        </pc:spChg>
        <pc:spChg chg="del">
          <ac:chgData name="王 欣捷" userId="b965477fa0aef5e6" providerId="LiveId" clId="{6B25E3A0-8D13-427B-91C6-98F6CF017510}" dt="2021-04-20T13:11:21.744" v="392" actId="700"/>
          <ac:spMkLst>
            <pc:docMk/>
            <pc:sldMk cId="1241390852" sldId="1160"/>
            <ac:spMk id="3" creationId="{310EFBFC-02CC-4373-B933-0F2FD4876EB1}"/>
          </ac:spMkLst>
        </pc:spChg>
        <pc:spChg chg="del mod topLvl">
          <ac:chgData name="王 欣捷" userId="b965477fa0aef5e6" providerId="LiveId" clId="{6B25E3A0-8D13-427B-91C6-98F6CF017510}" dt="2021-04-20T13:11:39.985" v="397" actId="478"/>
          <ac:spMkLst>
            <pc:docMk/>
            <pc:sldMk cId="1241390852" sldId="1160"/>
            <ac:spMk id="7" creationId="{65182B52-BC69-4062-B376-DA9AF5629F29}"/>
          </ac:spMkLst>
        </pc:spChg>
        <pc:spChg chg="mod topLvl">
          <ac:chgData name="王 欣捷" userId="b965477fa0aef5e6" providerId="LiveId" clId="{6B25E3A0-8D13-427B-91C6-98F6CF017510}" dt="2021-04-20T13:12:25.088" v="410" actId="1076"/>
          <ac:spMkLst>
            <pc:docMk/>
            <pc:sldMk cId="1241390852" sldId="1160"/>
            <ac:spMk id="8" creationId="{D418D79A-10BB-42EC-99BA-AB9A072540E7}"/>
          </ac:spMkLst>
        </pc:spChg>
        <pc:spChg chg="mod topLvl">
          <ac:chgData name="王 欣捷" userId="b965477fa0aef5e6" providerId="LiveId" clId="{6B25E3A0-8D13-427B-91C6-98F6CF017510}" dt="2021-04-20T13:12:25.088" v="410" actId="1076"/>
          <ac:spMkLst>
            <pc:docMk/>
            <pc:sldMk cId="1241390852" sldId="1160"/>
            <ac:spMk id="9" creationId="{CD5B9256-F365-4094-AE97-FA88E09B165B}"/>
          </ac:spMkLst>
        </pc:spChg>
        <pc:spChg chg="mod topLvl">
          <ac:chgData name="王 欣捷" userId="b965477fa0aef5e6" providerId="LiveId" clId="{6B25E3A0-8D13-427B-91C6-98F6CF017510}" dt="2021-04-20T13:12:25.088" v="410" actId="1076"/>
          <ac:spMkLst>
            <pc:docMk/>
            <pc:sldMk cId="1241390852" sldId="1160"/>
            <ac:spMk id="10" creationId="{EEEF6793-CA29-4F60-9288-6ACDC11DB245}"/>
          </ac:spMkLst>
        </pc:spChg>
        <pc:spChg chg="mod topLvl">
          <ac:chgData name="王 欣捷" userId="b965477fa0aef5e6" providerId="LiveId" clId="{6B25E3A0-8D13-427B-91C6-98F6CF017510}" dt="2021-04-20T13:12:25.088" v="410" actId="1076"/>
          <ac:spMkLst>
            <pc:docMk/>
            <pc:sldMk cId="1241390852" sldId="1160"/>
            <ac:spMk id="11" creationId="{F9B8FE37-3F2D-4F98-9E3D-E35164F40F73}"/>
          </ac:spMkLst>
        </pc:spChg>
        <pc:spChg chg="mod topLvl">
          <ac:chgData name="王 欣捷" userId="b965477fa0aef5e6" providerId="LiveId" clId="{6B25E3A0-8D13-427B-91C6-98F6CF017510}" dt="2021-04-20T13:12:25.088" v="410" actId="1076"/>
          <ac:spMkLst>
            <pc:docMk/>
            <pc:sldMk cId="1241390852" sldId="1160"/>
            <ac:spMk id="12" creationId="{027045E1-D640-42C4-939F-D6EF87B994F2}"/>
          </ac:spMkLst>
        </pc:spChg>
        <pc:spChg chg="mod topLvl">
          <ac:chgData name="王 欣捷" userId="b965477fa0aef5e6" providerId="LiveId" clId="{6B25E3A0-8D13-427B-91C6-98F6CF017510}" dt="2021-04-20T13:12:25.088" v="410" actId="1076"/>
          <ac:spMkLst>
            <pc:docMk/>
            <pc:sldMk cId="1241390852" sldId="1160"/>
            <ac:spMk id="13" creationId="{E5C6C03A-10F2-49DA-82FF-92E370BCC0AC}"/>
          </ac:spMkLst>
        </pc:spChg>
        <pc:spChg chg="mod topLvl">
          <ac:chgData name="王 欣捷" userId="b965477fa0aef5e6" providerId="LiveId" clId="{6B25E3A0-8D13-427B-91C6-98F6CF017510}" dt="2021-04-20T13:12:25.088" v="410" actId="1076"/>
          <ac:spMkLst>
            <pc:docMk/>
            <pc:sldMk cId="1241390852" sldId="1160"/>
            <ac:spMk id="14" creationId="{74BFE5F4-64CF-4F69-BCEE-847AF6F41B6C}"/>
          </ac:spMkLst>
        </pc:spChg>
        <pc:spChg chg="mod topLvl">
          <ac:chgData name="王 欣捷" userId="b965477fa0aef5e6" providerId="LiveId" clId="{6B25E3A0-8D13-427B-91C6-98F6CF017510}" dt="2021-04-20T13:12:25.088" v="410" actId="1076"/>
          <ac:spMkLst>
            <pc:docMk/>
            <pc:sldMk cId="1241390852" sldId="1160"/>
            <ac:spMk id="15" creationId="{E893D34F-5821-4D80-81EA-30FDF3AFDFE6}"/>
          </ac:spMkLst>
        </pc:spChg>
        <pc:spChg chg="mod topLvl">
          <ac:chgData name="王 欣捷" userId="b965477fa0aef5e6" providerId="LiveId" clId="{6B25E3A0-8D13-427B-91C6-98F6CF017510}" dt="2021-04-20T13:12:25.088" v="410" actId="1076"/>
          <ac:spMkLst>
            <pc:docMk/>
            <pc:sldMk cId="1241390852" sldId="1160"/>
            <ac:spMk id="16" creationId="{96BFB150-3AC5-43A1-92E6-3FAB38865A21}"/>
          </ac:spMkLst>
        </pc:spChg>
        <pc:spChg chg="mod topLvl">
          <ac:chgData name="王 欣捷" userId="b965477fa0aef5e6" providerId="LiveId" clId="{6B25E3A0-8D13-427B-91C6-98F6CF017510}" dt="2021-04-20T13:12:25.088" v="410" actId="1076"/>
          <ac:spMkLst>
            <pc:docMk/>
            <pc:sldMk cId="1241390852" sldId="1160"/>
            <ac:spMk id="17" creationId="{7CAFF147-A5C8-4C74-823F-D6C251A70C78}"/>
          </ac:spMkLst>
        </pc:spChg>
        <pc:spChg chg="mod topLvl">
          <ac:chgData name="王 欣捷" userId="b965477fa0aef5e6" providerId="LiveId" clId="{6B25E3A0-8D13-427B-91C6-98F6CF017510}" dt="2021-04-20T13:12:25.088" v="410" actId="1076"/>
          <ac:spMkLst>
            <pc:docMk/>
            <pc:sldMk cId="1241390852" sldId="1160"/>
            <ac:spMk id="18" creationId="{211A8AEF-70D5-4272-95FC-61EF253EBE26}"/>
          </ac:spMkLst>
        </pc:spChg>
        <pc:spChg chg="mod topLvl">
          <ac:chgData name="王 欣捷" userId="b965477fa0aef5e6" providerId="LiveId" clId="{6B25E3A0-8D13-427B-91C6-98F6CF017510}" dt="2021-04-20T13:12:25.088" v="410" actId="1076"/>
          <ac:spMkLst>
            <pc:docMk/>
            <pc:sldMk cId="1241390852" sldId="1160"/>
            <ac:spMk id="19" creationId="{1C4F9E28-B6DE-4FA7-BF76-A0D98B42E857}"/>
          </ac:spMkLst>
        </pc:spChg>
        <pc:spChg chg="mod topLvl">
          <ac:chgData name="王 欣捷" userId="b965477fa0aef5e6" providerId="LiveId" clId="{6B25E3A0-8D13-427B-91C6-98F6CF017510}" dt="2021-04-20T13:12:25.088" v="410" actId="1076"/>
          <ac:spMkLst>
            <pc:docMk/>
            <pc:sldMk cId="1241390852" sldId="1160"/>
            <ac:spMk id="20" creationId="{75256A82-3D86-49C4-898F-FD7215CDF983}"/>
          </ac:spMkLst>
        </pc:spChg>
        <pc:spChg chg="mod topLvl">
          <ac:chgData name="王 欣捷" userId="b965477fa0aef5e6" providerId="LiveId" clId="{6B25E3A0-8D13-427B-91C6-98F6CF017510}" dt="2021-04-20T13:12:25.088" v="410" actId="1076"/>
          <ac:spMkLst>
            <pc:docMk/>
            <pc:sldMk cId="1241390852" sldId="1160"/>
            <ac:spMk id="21" creationId="{426BCCAC-F9CF-44D0-90B8-47EC4A1382D2}"/>
          </ac:spMkLst>
        </pc:spChg>
        <pc:spChg chg="mod topLvl">
          <ac:chgData name="王 欣捷" userId="b965477fa0aef5e6" providerId="LiveId" clId="{6B25E3A0-8D13-427B-91C6-98F6CF017510}" dt="2021-04-20T13:12:25.088" v="410" actId="1076"/>
          <ac:spMkLst>
            <pc:docMk/>
            <pc:sldMk cId="1241390852" sldId="1160"/>
            <ac:spMk id="22" creationId="{93EA94F5-5C27-4848-9DBD-DE82D48A78A1}"/>
          </ac:spMkLst>
        </pc:spChg>
        <pc:spChg chg="mod topLvl">
          <ac:chgData name="王 欣捷" userId="b965477fa0aef5e6" providerId="LiveId" clId="{6B25E3A0-8D13-427B-91C6-98F6CF017510}" dt="2021-04-20T13:12:25.088" v="410" actId="1076"/>
          <ac:spMkLst>
            <pc:docMk/>
            <pc:sldMk cId="1241390852" sldId="1160"/>
            <ac:spMk id="23" creationId="{4FCEB341-C48E-4FDD-B6D4-5D194FCB87D3}"/>
          </ac:spMkLst>
        </pc:spChg>
        <pc:spChg chg="mod topLvl">
          <ac:chgData name="王 欣捷" userId="b965477fa0aef5e6" providerId="LiveId" clId="{6B25E3A0-8D13-427B-91C6-98F6CF017510}" dt="2021-04-20T13:12:25.088" v="410" actId="1076"/>
          <ac:spMkLst>
            <pc:docMk/>
            <pc:sldMk cId="1241390852" sldId="1160"/>
            <ac:spMk id="24" creationId="{78D6C6FC-B318-40F4-86F4-7078D7BC3FC9}"/>
          </ac:spMkLst>
        </pc:spChg>
        <pc:spChg chg="mod topLvl">
          <ac:chgData name="王 欣捷" userId="b965477fa0aef5e6" providerId="LiveId" clId="{6B25E3A0-8D13-427B-91C6-98F6CF017510}" dt="2021-04-20T13:12:25.088" v="410" actId="1076"/>
          <ac:spMkLst>
            <pc:docMk/>
            <pc:sldMk cId="1241390852" sldId="1160"/>
            <ac:spMk id="25" creationId="{DFBA668E-FF07-4B00-9C34-E7709AFACE70}"/>
          </ac:spMkLst>
        </pc:spChg>
        <pc:spChg chg="mod topLvl">
          <ac:chgData name="王 欣捷" userId="b965477fa0aef5e6" providerId="LiveId" clId="{6B25E3A0-8D13-427B-91C6-98F6CF017510}" dt="2021-04-20T13:12:25.088" v="410" actId="1076"/>
          <ac:spMkLst>
            <pc:docMk/>
            <pc:sldMk cId="1241390852" sldId="1160"/>
            <ac:spMk id="26" creationId="{5333780D-E697-4DE5-A5BA-F24C6A7416A2}"/>
          </ac:spMkLst>
        </pc:spChg>
        <pc:spChg chg="mod topLvl">
          <ac:chgData name="王 欣捷" userId="b965477fa0aef5e6" providerId="LiveId" clId="{6B25E3A0-8D13-427B-91C6-98F6CF017510}" dt="2021-04-20T13:12:28.544" v="412" actId="1076"/>
          <ac:spMkLst>
            <pc:docMk/>
            <pc:sldMk cId="1241390852" sldId="1160"/>
            <ac:spMk id="27" creationId="{1122AA0D-C5E5-410C-9212-ED1B1DA92191}"/>
          </ac:spMkLst>
        </pc:spChg>
        <pc:spChg chg="mod topLvl">
          <ac:chgData name="王 欣捷" userId="b965477fa0aef5e6" providerId="LiveId" clId="{6B25E3A0-8D13-427B-91C6-98F6CF017510}" dt="2021-04-20T13:12:28.544" v="412" actId="1076"/>
          <ac:spMkLst>
            <pc:docMk/>
            <pc:sldMk cId="1241390852" sldId="1160"/>
            <ac:spMk id="28" creationId="{5B14BF93-22B8-42AB-B1F2-C59EF8924C40}"/>
          </ac:spMkLst>
        </pc:spChg>
        <pc:spChg chg="mod topLvl">
          <ac:chgData name="王 欣捷" userId="b965477fa0aef5e6" providerId="LiveId" clId="{6B25E3A0-8D13-427B-91C6-98F6CF017510}" dt="2021-04-20T13:12:28.544" v="412" actId="1076"/>
          <ac:spMkLst>
            <pc:docMk/>
            <pc:sldMk cId="1241390852" sldId="1160"/>
            <ac:spMk id="29" creationId="{B98AA9E2-413A-46EF-A988-C994B23377F5}"/>
          </ac:spMkLst>
        </pc:spChg>
        <pc:spChg chg="mod topLvl">
          <ac:chgData name="王 欣捷" userId="b965477fa0aef5e6" providerId="LiveId" clId="{6B25E3A0-8D13-427B-91C6-98F6CF017510}" dt="2021-04-20T13:12:28.544" v="412" actId="1076"/>
          <ac:spMkLst>
            <pc:docMk/>
            <pc:sldMk cId="1241390852" sldId="1160"/>
            <ac:spMk id="30" creationId="{A4D2E1D9-F643-4CBC-824F-7CF96E605BE2}"/>
          </ac:spMkLst>
        </pc:spChg>
        <pc:spChg chg="mod topLvl">
          <ac:chgData name="王 欣捷" userId="b965477fa0aef5e6" providerId="LiveId" clId="{6B25E3A0-8D13-427B-91C6-98F6CF017510}" dt="2021-04-20T13:12:28.544" v="412" actId="1076"/>
          <ac:spMkLst>
            <pc:docMk/>
            <pc:sldMk cId="1241390852" sldId="1160"/>
            <ac:spMk id="31" creationId="{D67A71D2-FF76-4646-81A6-516DEE412AB2}"/>
          </ac:spMkLst>
        </pc:spChg>
        <pc:spChg chg="mod topLvl">
          <ac:chgData name="王 欣捷" userId="b965477fa0aef5e6" providerId="LiveId" clId="{6B25E3A0-8D13-427B-91C6-98F6CF017510}" dt="2021-04-20T13:12:28.544" v="412" actId="1076"/>
          <ac:spMkLst>
            <pc:docMk/>
            <pc:sldMk cId="1241390852" sldId="1160"/>
            <ac:spMk id="32" creationId="{A4EAF62A-3F3C-4F69-B0ED-AC9254A3C9AC}"/>
          </ac:spMkLst>
        </pc:spChg>
        <pc:spChg chg="mod topLvl">
          <ac:chgData name="王 欣捷" userId="b965477fa0aef5e6" providerId="LiveId" clId="{6B25E3A0-8D13-427B-91C6-98F6CF017510}" dt="2021-04-20T13:12:28.544" v="412" actId="1076"/>
          <ac:spMkLst>
            <pc:docMk/>
            <pc:sldMk cId="1241390852" sldId="1160"/>
            <ac:spMk id="33" creationId="{C48B2143-AD45-4E72-8A71-84968EA53C83}"/>
          </ac:spMkLst>
        </pc:spChg>
        <pc:spChg chg="mod topLvl">
          <ac:chgData name="王 欣捷" userId="b965477fa0aef5e6" providerId="LiveId" clId="{6B25E3A0-8D13-427B-91C6-98F6CF017510}" dt="2021-04-20T13:12:28.544" v="412" actId="1076"/>
          <ac:spMkLst>
            <pc:docMk/>
            <pc:sldMk cId="1241390852" sldId="1160"/>
            <ac:spMk id="34" creationId="{E7999584-DDB3-4781-887E-69FAEE05F96C}"/>
          </ac:spMkLst>
        </pc:spChg>
        <pc:spChg chg="mod topLvl">
          <ac:chgData name="王 欣捷" userId="b965477fa0aef5e6" providerId="LiveId" clId="{6B25E3A0-8D13-427B-91C6-98F6CF017510}" dt="2021-04-20T13:12:11.677" v="402" actId="164"/>
          <ac:spMkLst>
            <pc:docMk/>
            <pc:sldMk cId="1241390852" sldId="1160"/>
            <ac:spMk id="35" creationId="{D6D74182-4634-4033-BC1E-CD6B121012E5}"/>
          </ac:spMkLst>
        </pc:spChg>
        <pc:spChg chg="mod topLvl">
          <ac:chgData name="王 欣捷" userId="b965477fa0aef5e6" providerId="LiveId" clId="{6B25E3A0-8D13-427B-91C6-98F6CF017510}" dt="2021-04-20T13:12:11.677" v="402" actId="164"/>
          <ac:spMkLst>
            <pc:docMk/>
            <pc:sldMk cId="1241390852" sldId="1160"/>
            <ac:spMk id="36" creationId="{B1F96D56-B877-4717-973D-8D9288A5CC84}"/>
          </ac:spMkLst>
        </pc:spChg>
        <pc:spChg chg="mod topLvl">
          <ac:chgData name="王 欣捷" userId="b965477fa0aef5e6" providerId="LiveId" clId="{6B25E3A0-8D13-427B-91C6-98F6CF017510}" dt="2021-04-20T13:12:11.677" v="402" actId="164"/>
          <ac:spMkLst>
            <pc:docMk/>
            <pc:sldMk cId="1241390852" sldId="1160"/>
            <ac:spMk id="37" creationId="{4BD49858-4A50-4E2A-AFE6-327C4043445C}"/>
          </ac:spMkLst>
        </pc:spChg>
        <pc:spChg chg="mod topLvl">
          <ac:chgData name="王 欣捷" userId="b965477fa0aef5e6" providerId="LiveId" clId="{6B25E3A0-8D13-427B-91C6-98F6CF017510}" dt="2021-04-20T13:12:11.677" v="402" actId="164"/>
          <ac:spMkLst>
            <pc:docMk/>
            <pc:sldMk cId="1241390852" sldId="1160"/>
            <ac:spMk id="38" creationId="{6A47B5D5-E550-4B84-B4AF-AE3676A1BBEF}"/>
          </ac:spMkLst>
        </pc:spChg>
        <pc:spChg chg="mod topLvl">
          <ac:chgData name="王 欣捷" userId="b965477fa0aef5e6" providerId="LiveId" clId="{6B25E3A0-8D13-427B-91C6-98F6CF017510}" dt="2021-04-20T13:12:11.677" v="402" actId="164"/>
          <ac:spMkLst>
            <pc:docMk/>
            <pc:sldMk cId="1241390852" sldId="1160"/>
            <ac:spMk id="39" creationId="{3FDCBA8E-509F-4FA2-8F86-090EE17D478B}"/>
          </ac:spMkLst>
        </pc:spChg>
        <pc:spChg chg="mod topLvl">
          <ac:chgData name="王 欣捷" userId="b965477fa0aef5e6" providerId="LiveId" clId="{6B25E3A0-8D13-427B-91C6-98F6CF017510}" dt="2021-04-20T13:12:13.069" v="403" actId="164"/>
          <ac:spMkLst>
            <pc:docMk/>
            <pc:sldMk cId="1241390852" sldId="1160"/>
            <ac:spMk id="40" creationId="{BC040121-C43E-4E13-9B7A-983A61A2E881}"/>
          </ac:spMkLst>
        </pc:spChg>
        <pc:spChg chg="mod topLvl">
          <ac:chgData name="王 欣捷" userId="b965477fa0aef5e6" providerId="LiveId" clId="{6B25E3A0-8D13-427B-91C6-98F6CF017510}" dt="2021-04-20T13:12:13.069" v="403" actId="164"/>
          <ac:spMkLst>
            <pc:docMk/>
            <pc:sldMk cId="1241390852" sldId="1160"/>
            <ac:spMk id="41" creationId="{F255BAC1-AC9A-435F-9329-D9C49A73F20F}"/>
          </ac:spMkLst>
        </pc:spChg>
        <pc:spChg chg="mod topLvl">
          <ac:chgData name="王 欣捷" userId="b965477fa0aef5e6" providerId="LiveId" clId="{6B25E3A0-8D13-427B-91C6-98F6CF017510}" dt="2021-04-20T13:12:13.069" v="403" actId="164"/>
          <ac:spMkLst>
            <pc:docMk/>
            <pc:sldMk cId="1241390852" sldId="1160"/>
            <ac:spMk id="42" creationId="{EAD7C302-A1C1-4AB6-B05F-9F64A7E5BF0E}"/>
          </ac:spMkLst>
        </pc:spChg>
        <pc:spChg chg="mod topLvl">
          <ac:chgData name="王 欣捷" userId="b965477fa0aef5e6" providerId="LiveId" clId="{6B25E3A0-8D13-427B-91C6-98F6CF017510}" dt="2021-04-20T13:12:13.069" v="403" actId="164"/>
          <ac:spMkLst>
            <pc:docMk/>
            <pc:sldMk cId="1241390852" sldId="1160"/>
            <ac:spMk id="43" creationId="{C599C0FE-ABEF-4346-9BB1-9D474FCEAAE4}"/>
          </ac:spMkLst>
        </pc:spChg>
        <pc:spChg chg="mod topLvl">
          <ac:chgData name="王 欣捷" userId="b965477fa0aef5e6" providerId="LiveId" clId="{6B25E3A0-8D13-427B-91C6-98F6CF017510}" dt="2021-04-20T13:12:13.069" v="403" actId="164"/>
          <ac:spMkLst>
            <pc:docMk/>
            <pc:sldMk cId="1241390852" sldId="1160"/>
            <ac:spMk id="44" creationId="{4CCDE7B3-29CE-4265-9190-F238B3E2B6BD}"/>
          </ac:spMkLst>
        </pc:spChg>
        <pc:spChg chg="mod topLvl">
          <ac:chgData name="王 欣捷" userId="b965477fa0aef5e6" providerId="LiveId" clId="{6B25E3A0-8D13-427B-91C6-98F6CF017510}" dt="2021-04-20T13:12:13.069" v="403" actId="164"/>
          <ac:spMkLst>
            <pc:docMk/>
            <pc:sldMk cId="1241390852" sldId="1160"/>
            <ac:spMk id="45" creationId="{27250A5C-E95D-409E-BF6B-6D795582EA5F}"/>
          </ac:spMkLst>
        </pc:spChg>
        <pc:spChg chg="mod topLvl">
          <ac:chgData name="王 欣捷" userId="b965477fa0aef5e6" providerId="LiveId" clId="{6B25E3A0-8D13-427B-91C6-98F6CF017510}" dt="2021-04-20T13:12:13.069" v="403" actId="164"/>
          <ac:spMkLst>
            <pc:docMk/>
            <pc:sldMk cId="1241390852" sldId="1160"/>
            <ac:spMk id="46" creationId="{AF88BD2D-CD33-4C84-B050-97261C29A949}"/>
          </ac:spMkLst>
        </pc:spChg>
        <pc:spChg chg="mod topLvl">
          <ac:chgData name="王 欣捷" userId="b965477fa0aef5e6" providerId="LiveId" clId="{6B25E3A0-8D13-427B-91C6-98F6CF017510}" dt="2021-04-20T13:12:14.788" v="404" actId="164"/>
          <ac:spMkLst>
            <pc:docMk/>
            <pc:sldMk cId="1241390852" sldId="1160"/>
            <ac:spMk id="47" creationId="{E4958145-0DFC-4934-A39C-07F923BDE3DD}"/>
          </ac:spMkLst>
        </pc:spChg>
        <pc:spChg chg="mod topLvl">
          <ac:chgData name="王 欣捷" userId="b965477fa0aef5e6" providerId="LiveId" clId="{6B25E3A0-8D13-427B-91C6-98F6CF017510}" dt="2021-04-20T13:12:14.788" v="404" actId="164"/>
          <ac:spMkLst>
            <pc:docMk/>
            <pc:sldMk cId="1241390852" sldId="1160"/>
            <ac:spMk id="48" creationId="{0A9E0C5F-6B8D-4F33-A085-F884D3AB63A5}"/>
          </ac:spMkLst>
        </pc:spChg>
        <pc:spChg chg="mod topLvl">
          <ac:chgData name="王 欣捷" userId="b965477fa0aef5e6" providerId="LiveId" clId="{6B25E3A0-8D13-427B-91C6-98F6CF017510}" dt="2021-04-20T13:12:14.788" v="404" actId="164"/>
          <ac:spMkLst>
            <pc:docMk/>
            <pc:sldMk cId="1241390852" sldId="1160"/>
            <ac:spMk id="49" creationId="{A47CA84C-3DD4-4FBE-B373-721AC81E3B96}"/>
          </ac:spMkLst>
        </pc:spChg>
        <pc:spChg chg="mod topLvl">
          <ac:chgData name="王 欣捷" userId="b965477fa0aef5e6" providerId="LiveId" clId="{6B25E3A0-8D13-427B-91C6-98F6CF017510}" dt="2021-04-20T13:12:14.788" v="404" actId="164"/>
          <ac:spMkLst>
            <pc:docMk/>
            <pc:sldMk cId="1241390852" sldId="1160"/>
            <ac:spMk id="50" creationId="{08DB28A0-32DC-4293-B0DD-3F68DF975EE4}"/>
          </ac:spMkLst>
        </pc:spChg>
        <pc:spChg chg="mod topLvl">
          <ac:chgData name="王 欣捷" userId="b965477fa0aef5e6" providerId="LiveId" clId="{6B25E3A0-8D13-427B-91C6-98F6CF017510}" dt="2021-04-20T13:12:14.788" v="404" actId="164"/>
          <ac:spMkLst>
            <pc:docMk/>
            <pc:sldMk cId="1241390852" sldId="1160"/>
            <ac:spMk id="51" creationId="{0408E558-4361-4269-8D4D-292177556875}"/>
          </ac:spMkLst>
        </pc:spChg>
        <pc:spChg chg="mod topLvl">
          <ac:chgData name="王 欣捷" userId="b965477fa0aef5e6" providerId="LiveId" clId="{6B25E3A0-8D13-427B-91C6-98F6CF017510}" dt="2021-04-20T13:12:14.788" v="404" actId="164"/>
          <ac:spMkLst>
            <pc:docMk/>
            <pc:sldMk cId="1241390852" sldId="1160"/>
            <ac:spMk id="52" creationId="{5A57DB3B-10A8-4261-B3BC-F5FEE7D1E36A}"/>
          </ac:spMkLst>
        </pc:spChg>
        <pc:spChg chg="mod topLvl">
          <ac:chgData name="王 欣捷" userId="b965477fa0aef5e6" providerId="LiveId" clId="{6B25E3A0-8D13-427B-91C6-98F6CF017510}" dt="2021-04-20T13:12:14.788" v="404" actId="164"/>
          <ac:spMkLst>
            <pc:docMk/>
            <pc:sldMk cId="1241390852" sldId="1160"/>
            <ac:spMk id="53" creationId="{9902797F-F946-4C38-AD45-0234A7713A71}"/>
          </ac:spMkLst>
        </pc:spChg>
        <pc:spChg chg="mod topLvl">
          <ac:chgData name="王 欣捷" userId="b965477fa0aef5e6" providerId="LiveId" clId="{6B25E3A0-8D13-427B-91C6-98F6CF017510}" dt="2021-04-20T13:12:16.397" v="405" actId="164"/>
          <ac:spMkLst>
            <pc:docMk/>
            <pc:sldMk cId="1241390852" sldId="1160"/>
            <ac:spMk id="54" creationId="{D1F58877-50D5-4820-B208-E5C51AA9D6E1}"/>
          </ac:spMkLst>
        </pc:spChg>
        <pc:spChg chg="mod topLvl">
          <ac:chgData name="王 欣捷" userId="b965477fa0aef5e6" providerId="LiveId" clId="{6B25E3A0-8D13-427B-91C6-98F6CF017510}" dt="2021-04-20T13:12:16.397" v="405" actId="164"/>
          <ac:spMkLst>
            <pc:docMk/>
            <pc:sldMk cId="1241390852" sldId="1160"/>
            <ac:spMk id="55" creationId="{B91C8A13-6FC7-448B-8890-2995B58283B3}"/>
          </ac:spMkLst>
        </pc:spChg>
        <pc:spChg chg="mod topLvl">
          <ac:chgData name="王 欣捷" userId="b965477fa0aef5e6" providerId="LiveId" clId="{6B25E3A0-8D13-427B-91C6-98F6CF017510}" dt="2021-04-20T13:12:16.397" v="405" actId="164"/>
          <ac:spMkLst>
            <pc:docMk/>
            <pc:sldMk cId="1241390852" sldId="1160"/>
            <ac:spMk id="56" creationId="{F879F511-7442-4F72-9D41-8BEC9146FDD5}"/>
          </ac:spMkLst>
        </pc:spChg>
        <pc:spChg chg="mod topLvl">
          <ac:chgData name="王 欣捷" userId="b965477fa0aef5e6" providerId="LiveId" clId="{6B25E3A0-8D13-427B-91C6-98F6CF017510}" dt="2021-04-20T13:12:16.397" v="405" actId="164"/>
          <ac:spMkLst>
            <pc:docMk/>
            <pc:sldMk cId="1241390852" sldId="1160"/>
            <ac:spMk id="57" creationId="{3BBDF4F8-62D5-435C-9200-9C30AAFAFAA7}"/>
          </ac:spMkLst>
        </pc:spChg>
        <pc:spChg chg="mod topLvl">
          <ac:chgData name="王 欣捷" userId="b965477fa0aef5e6" providerId="LiveId" clId="{6B25E3A0-8D13-427B-91C6-98F6CF017510}" dt="2021-04-20T13:12:16.397" v="405" actId="164"/>
          <ac:spMkLst>
            <pc:docMk/>
            <pc:sldMk cId="1241390852" sldId="1160"/>
            <ac:spMk id="58" creationId="{56FC78D4-BE7B-4DF0-91D7-619045CF1F1C}"/>
          </ac:spMkLst>
        </pc:spChg>
        <pc:spChg chg="mod topLvl">
          <ac:chgData name="王 欣捷" userId="b965477fa0aef5e6" providerId="LiveId" clId="{6B25E3A0-8D13-427B-91C6-98F6CF017510}" dt="2021-04-20T13:12:16.397" v="405" actId="164"/>
          <ac:spMkLst>
            <pc:docMk/>
            <pc:sldMk cId="1241390852" sldId="1160"/>
            <ac:spMk id="59" creationId="{29AB2E60-F9AC-497C-BE17-9225C5A122FB}"/>
          </ac:spMkLst>
        </pc:spChg>
        <pc:spChg chg="mod topLvl">
          <ac:chgData name="王 欣捷" userId="b965477fa0aef5e6" providerId="LiveId" clId="{6B25E3A0-8D13-427B-91C6-98F6CF017510}" dt="2021-04-20T13:12:16.397" v="405" actId="164"/>
          <ac:spMkLst>
            <pc:docMk/>
            <pc:sldMk cId="1241390852" sldId="1160"/>
            <ac:spMk id="60" creationId="{EAB33403-70A6-41F2-8BC1-3511818B0B7C}"/>
          </ac:spMkLst>
        </pc:spChg>
        <pc:spChg chg="mod topLvl">
          <ac:chgData name="王 欣捷" userId="b965477fa0aef5e6" providerId="LiveId" clId="{6B25E3A0-8D13-427B-91C6-98F6CF017510}" dt="2021-04-20T13:12:17.781" v="406" actId="164"/>
          <ac:spMkLst>
            <pc:docMk/>
            <pc:sldMk cId="1241390852" sldId="1160"/>
            <ac:spMk id="61" creationId="{D6E36449-5119-4206-8C1E-4F519E257F41}"/>
          </ac:spMkLst>
        </pc:spChg>
        <pc:spChg chg="mod topLvl">
          <ac:chgData name="王 欣捷" userId="b965477fa0aef5e6" providerId="LiveId" clId="{6B25E3A0-8D13-427B-91C6-98F6CF017510}" dt="2021-04-20T13:12:17.781" v="406" actId="164"/>
          <ac:spMkLst>
            <pc:docMk/>
            <pc:sldMk cId="1241390852" sldId="1160"/>
            <ac:spMk id="62" creationId="{F127C98F-DE9F-46F5-A61A-948DD35C5CCD}"/>
          </ac:spMkLst>
        </pc:spChg>
        <pc:spChg chg="mod topLvl">
          <ac:chgData name="王 欣捷" userId="b965477fa0aef5e6" providerId="LiveId" clId="{6B25E3A0-8D13-427B-91C6-98F6CF017510}" dt="2021-04-20T13:12:17.781" v="406" actId="164"/>
          <ac:spMkLst>
            <pc:docMk/>
            <pc:sldMk cId="1241390852" sldId="1160"/>
            <ac:spMk id="63" creationId="{80EDC932-2D0F-4CE6-B38B-9F332D3BE673}"/>
          </ac:spMkLst>
        </pc:spChg>
        <pc:spChg chg="mod topLvl">
          <ac:chgData name="王 欣捷" userId="b965477fa0aef5e6" providerId="LiveId" clId="{6B25E3A0-8D13-427B-91C6-98F6CF017510}" dt="2021-04-20T13:12:17.781" v="406" actId="164"/>
          <ac:spMkLst>
            <pc:docMk/>
            <pc:sldMk cId="1241390852" sldId="1160"/>
            <ac:spMk id="64" creationId="{099821FD-2900-49C5-99F0-C66C2A0D6B62}"/>
          </ac:spMkLst>
        </pc:spChg>
        <pc:spChg chg="mod topLvl">
          <ac:chgData name="王 欣捷" userId="b965477fa0aef5e6" providerId="LiveId" clId="{6B25E3A0-8D13-427B-91C6-98F6CF017510}" dt="2021-04-20T13:12:17.781" v="406" actId="164"/>
          <ac:spMkLst>
            <pc:docMk/>
            <pc:sldMk cId="1241390852" sldId="1160"/>
            <ac:spMk id="65" creationId="{F0AD5E84-89BD-43BB-B79B-19D6F50CA559}"/>
          </ac:spMkLst>
        </pc:spChg>
        <pc:spChg chg="mod topLvl">
          <ac:chgData name="王 欣捷" userId="b965477fa0aef5e6" providerId="LiveId" clId="{6B25E3A0-8D13-427B-91C6-98F6CF017510}" dt="2021-04-20T13:12:17.781" v="406" actId="164"/>
          <ac:spMkLst>
            <pc:docMk/>
            <pc:sldMk cId="1241390852" sldId="1160"/>
            <ac:spMk id="66" creationId="{BB7C4AE0-2971-4070-9CC1-4758F4DA2EFA}"/>
          </ac:spMkLst>
        </pc:spChg>
        <pc:spChg chg="mod topLvl">
          <ac:chgData name="王 欣捷" userId="b965477fa0aef5e6" providerId="LiveId" clId="{6B25E3A0-8D13-427B-91C6-98F6CF017510}" dt="2021-04-20T13:12:17.781" v="406" actId="164"/>
          <ac:spMkLst>
            <pc:docMk/>
            <pc:sldMk cId="1241390852" sldId="1160"/>
            <ac:spMk id="67" creationId="{F2CDE4DB-DD7C-43BC-A7CC-F1EE2ABFCBB8}"/>
          </ac:spMkLst>
        </pc:spChg>
        <pc:spChg chg="mod topLvl">
          <ac:chgData name="王 欣捷" userId="b965477fa0aef5e6" providerId="LiveId" clId="{6B25E3A0-8D13-427B-91C6-98F6CF017510}" dt="2021-04-20T13:12:17.781" v="406" actId="164"/>
          <ac:spMkLst>
            <pc:docMk/>
            <pc:sldMk cId="1241390852" sldId="1160"/>
            <ac:spMk id="68" creationId="{070586D3-9A34-43A8-B29F-822842F7D7BF}"/>
          </ac:spMkLst>
        </pc:spChg>
        <pc:spChg chg="mod topLvl">
          <ac:chgData name="王 欣捷" userId="b965477fa0aef5e6" providerId="LiveId" clId="{6B25E3A0-8D13-427B-91C6-98F6CF017510}" dt="2021-04-20T13:12:17.781" v="406" actId="164"/>
          <ac:spMkLst>
            <pc:docMk/>
            <pc:sldMk cId="1241390852" sldId="1160"/>
            <ac:spMk id="69" creationId="{C2EF58CE-A27C-433C-B254-B15508BF5F8E}"/>
          </ac:spMkLst>
        </pc:spChg>
        <pc:spChg chg="mod topLvl">
          <ac:chgData name="王 欣捷" userId="b965477fa0aef5e6" providerId="LiveId" clId="{6B25E3A0-8D13-427B-91C6-98F6CF017510}" dt="2021-04-20T13:12:19.501" v="407" actId="164"/>
          <ac:spMkLst>
            <pc:docMk/>
            <pc:sldMk cId="1241390852" sldId="1160"/>
            <ac:spMk id="70" creationId="{2213A4BB-0A3F-4C73-9640-197876D8A5C5}"/>
          </ac:spMkLst>
        </pc:spChg>
        <pc:spChg chg="mod topLvl">
          <ac:chgData name="王 欣捷" userId="b965477fa0aef5e6" providerId="LiveId" clId="{6B25E3A0-8D13-427B-91C6-98F6CF017510}" dt="2021-04-20T13:12:19.501" v="407" actId="164"/>
          <ac:spMkLst>
            <pc:docMk/>
            <pc:sldMk cId="1241390852" sldId="1160"/>
            <ac:spMk id="71" creationId="{3780F02C-E1E2-4B03-89D4-A620BC0BF4C5}"/>
          </ac:spMkLst>
        </pc:spChg>
        <pc:spChg chg="mod topLvl">
          <ac:chgData name="王 欣捷" userId="b965477fa0aef5e6" providerId="LiveId" clId="{6B25E3A0-8D13-427B-91C6-98F6CF017510}" dt="2021-04-20T13:12:19.501" v="407" actId="164"/>
          <ac:spMkLst>
            <pc:docMk/>
            <pc:sldMk cId="1241390852" sldId="1160"/>
            <ac:spMk id="72" creationId="{67F67789-C653-4263-93D8-951A374763D1}"/>
          </ac:spMkLst>
        </pc:spChg>
        <pc:spChg chg="mod topLvl">
          <ac:chgData name="王 欣捷" userId="b965477fa0aef5e6" providerId="LiveId" clId="{6B25E3A0-8D13-427B-91C6-98F6CF017510}" dt="2021-04-20T13:12:19.501" v="407" actId="164"/>
          <ac:spMkLst>
            <pc:docMk/>
            <pc:sldMk cId="1241390852" sldId="1160"/>
            <ac:spMk id="73" creationId="{1A8FB957-27FA-425A-A43B-BF69FBF62174}"/>
          </ac:spMkLst>
        </pc:spChg>
        <pc:spChg chg="mod topLvl">
          <ac:chgData name="王 欣捷" userId="b965477fa0aef5e6" providerId="LiveId" clId="{6B25E3A0-8D13-427B-91C6-98F6CF017510}" dt="2021-04-20T13:12:19.501" v="407" actId="164"/>
          <ac:spMkLst>
            <pc:docMk/>
            <pc:sldMk cId="1241390852" sldId="1160"/>
            <ac:spMk id="74" creationId="{42C221C8-C46C-47B4-8649-67A34FA0BB4C}"/>
          </ac:spMkLst>
        </pc:spChg>
        <pc:spChg chg="mod topLvl">
          <ac:chgData name="王 欣捷" userId="b965477fa0aef5e6" providerId="LiveId" clId="{6B25E3A0-8D13-427B-91C6-98F6CF017510}" dt="2021-04-20T13:12:19.501" v="407" actId="164"/>
          <ac:spMkLst>
            <pc:docMk/>
            <pc:sldMk cId="1241390852" sldId="1160"/>
            <ac:spMk id="75" creationId="{FACF32DC-7B9B-4A02-8F5B-AE9F1D2F31D6}"/>
          </ac:spMkLst>
        </pc:spChg>
        <pc:spChg chg="mod topLvl">
          <ac:chgData name="王 欣捷" userId="b965477fa0aef5e6" providerId="LiveId" clId="{6B25E3A0-8D13-427B-91C6-98F6CF017510}" dt="2021-04-20T13:12:19.501" v="407" actId="164"/>
          <ac:spMkLst>
            <pc:docMk/>
            <pc:sldMk cId="1241390852" sldId="1160"/>
            <ac:spMk id="76" creationId="{5A540191-5056-43C2-B203-9F65DFC0F909}"/>
          </ac:spMkLst>
        </pc:spChg>
        <pc:spChg chg="mod topLvl">
          <ac:chgData name="王 欣捷" userId="b965477fa0aef5e6" providerId="LiveId" clId="{6B25E3A0-8D13-427B-91C6-98F6CF017510}" dt="2021-04-20T13:12:19.501" v="407" actId="164"/>
          <ac:spMkLst>
            <pc:docMk/>
            <pc:sldMk cId="1241390852" sldId="1160"/>
            <ac:spMk id="77" creationId="{FF6725E2-0C7C-4954-886B-D27AA031120C}"/>
          </ac:spMkLst>
        </pc:spChg>
        <pc:spChg chg="mod topLvl">
          <ac:chgData name="王 欣捷" userId="b965477fa0aef5e6" providerId="LiveId" clId="{6B25E3A0-8D13-427B-91C6-98F6CF017510}" dt="2021-04-20T13:12:19.501" v="407" actId="164"/>
          <ac:spMkLst>
            <pc:docMk/>
            <pc:sldMk cId="1241390852" sldId="1160"/>
            <ac:spMk id="78" creationId="{64B99AF7-92C8-4762-B3C2-59B4179F3A8E}"/>
          </ac:spMkLst>
        </pc:spChg>
        <pc:spChg chg="mod topLvl">
          <ac:chgData name="王 欣捷" userId="b965477fa0aef5e6" providerId="LiveId" clId="{6B25E3A0-8D13-427B-91C6-98F6CF017510}" dt="2021-04-20T13:12:19.501" v="407" actId="164"/>
          <ac:spMkLst>
            <pc:docMk/>
            <pc:sldMk cId="1241390852" sldId="1160"/>
            <ac:spMk id="79" creationId="{CB175E98-5191-48D2-8C54-BD700F94675F}"/>
          </ac:spMkLst>
        </pc:spChg>
        <pc:spChg chg="mod topLvl">
          <ac:chgData name="王 欣捷" userId="b965477fa0aef5e6" providerId="LiveId" clId="{6B25E3A0-8D13-427B-91C6-98F6CF017510}" dt="2021-04-20T13:12:21.045" v="408" actId="164"/>
          <ac:spMkLst>
            <pc:docMk/>
            <pc:sldMk cId="1241390852" sldId="1160"/>
            <ac:spMk id="80" creationId="{3B732B5E-DB95-4ED3-A295-A54620E409D6}"/>
          </ac:spMkLst>
        </pc:spChg>
        <pc:spChg chg="mod topLvl">
          <ac:chgData name="王 欣捷" userId="b965477fa0aef5e6" providerId="LiveId" clId="{6B25E3A0-8D13-427B-91C6-98F6CF017510}" dt="2021-04-20T13:12:21.045" v="408" actId="164"/>
          <ac:spMkLst>
            <pc:docMk/>
            <pc:sldMk cId="1241390852" sldId="1160"/>
            <ac:spMk id="81" creationId="{875EE5E1-F38C-4343-B7D7-470F6F0566AA}"/>
          </ac:spMkLst>
        </pc:spChg>
        <pc:spChg chg="mod topLvl">
          <ac:chgData name="王 欣捷" userId="b965477fa0aef5e6" providerId="LiveId" clId="{6B25E3A0-8D13-427B-91C6-98F6CF017510}" dt="2021-04-20T13:12:21.045" v="408" actId="164"/>
          <ac:spMkLst>
            <pc:docMk/>
            <pc:sldMk cId="1241390852" sldId="1160"/>
            <ac:spMk id="82" creationId="{23CE17A0-0CEF-407C-8CF8-E074723B7793}"/>
          </ac:spMkLst>
        </pc:spChg>
        <pc:spChg chg="mod topLvl">
          <ac:chgData name="王 欣捷" userId="b965477fa0aef5e6" providerId="LiveId" clId="{6B25E3A0-8D13-427B-91C6-98F6CF017510}" dt="2021-04-20T13:12:21.045" v="408" actId="164"/>
          <ac:spMkLst>
            <pc:docMk/>
            <pc:sldMk cId="1241390852" sldId="1160"/>
            <ac:spMk id="83" creationId="{7768C3B9-5181-4541-B9EA-F5073DA115FF}"/>
          </ac:spMkLst>
        </pc:spChg>
        <pc:spChg chg="mod topLvl">
          <ac:chgData name="王 欣捷" userId="b965477fa0aef5e6" providerId="LiveId" clId="{6B25E3A0-8D13-427B-91C6-98F6CF017510}" dt="2021-04-20T13:12:21.045" v="408" actId="164"/>
          <ac:spMkLst>
            <pc:docMk/>
            <pc:sldMk cId="1241390852" sldId="1160"/>
            <ac:spMk id="84" creationId="{C2F2F310-E55F-4043-9F6E-C4F10503FC79}"/>
          </ac:spMkLst>
        </pc:spChg>
        <pc:spChg chg="mod topLvl">
          <ac:chgData name="王 欣捷" userId="b965477fa0aef5e6" providerId="LiveId" clId="{6B25E3A0-8D13-427B-91C6-98F6CF017510}" dt="2021-04-20T13:12:21.045" v="408" actId="164"/>
          <ac:spMkLst>
            <pc:docMk/>
            <pc:sldMk cId="1241390852" sldId="1160"/>
            <ac:spMk id="85" creationId="{F3585811-8B64-46CA-B30A-847D152CD34A}"/>
          </ac:spMkLst>
        </pc:spChg>
        <pc:spChg chg="mod topLvl">
          <ac:chgData name="王 欣捷" userId="b965477fa0aef5e6" providerId="LiveId" clId="{6B25E3A0-8D13-427B-91C6-98F6CF017510}" dt="2021-04-20T13:12:21.045" v="408" actId="164"/>
          <ac:spMkLst>
            <pc:docMk/>
            <pc:sldMk cId="1241390852" sldId="1160"/>
            <ac:spMk id="86" creationId="{E7D6F0A0-1DEF-4DCE-8367-1A4DF20EFEBD}"/>
          </ac:spMkLst>
        </pc:spChg>
        <pc:grpChg chg="mod">
          <ac:chgData name="王 欣捷" userId="b965477fa0aef5e6" providerId="LiveId" clId="{6B25E3A0-8D13-427B-91C6-98F6CF017510}" dt="2021-04-20T13:11:34.290" v="395" actId="338"/>
          <ac:grpSpMkLst>
            <pc:docMk/>
            <pc:sldMk cId="1241390852" sldId="1160"/>
            <ac:grpSpMk id="1" creationId="{00000000-0000-0000-0000-000000000000}"/>
          </ac:grpSpMkLst>
        </pc:grpChg>
        <pc:grpChg chg="del mod">
          <ac:chgData name="王 欣捷" userId="b965477fa0aef5e6" providerId="LiveId" clId="{6B25E3A0-8D13-427B-91C6-98F6CF017510}" dt="2021-04-20T13:11:37.301" v="396" actId="165"/>
          <ac:grpSpMkLst>
            <pc:docMk/>
            <pc:sldMk cId="1241390852" sldId="1160"/>
            <ac:grpSpMk id="6" creationId="{3FFFCC5E-0925-4F9A-ACC1-7592574082AE}"/>
          </ac:grpSpMkLst>
        </pc:grpChg>
        <pc:grpChg chg="add del mod">
          <ac:chgData name="王 欣捷" userId="b965477fa0aef5e6" providerId="LiveId" clId="{6B25E3A0-8D13-427B-91C6-98F6CF017510}" dt="2021-04-20T13:12:30.615" v="413" actId="21"/>
          <ac:grpSpMkLst>
            <pc:docMk/>
            <pc:sldMk cId="1241390852" sldId="1160"/>
            <ac:grpSpMk id="87" creationId="{90D8E497-6E30-41ED-9223-562E883CA463}"/>
          </ac:grpSpMkLst>
        </pc:grpChg>
        <pc:grpChg chg="add del mod">
          <ac:chgData name="王 欣捷" userId="b965477fa0aef5e6" providerId="LiveId" clId="{6B25E3A0-8D13-427B-91C6-98F6CF017510}" dt="2021-04-20T13:12:30.615" v="413" actId="21"/>
          <ac:grpSpMkLst>
            <pc:docMk/>
            <pc:sldMk cId="1241390852" sldId="1160"/>
            <ac:grpSpMk id="88" creationId="{9F5E5D1E-A0F9-4F83-9BD0-466CB8A8935F}"/>
          </ac:grpSpMkLst>
        </pc:grpChg>
        <pc:grpChg chg="add del mod">
          <ac:chgData name="王 欣捷" userId="b965477fa0aef5e6" providerId="LiveId" clId="{6B25E3A0-8D13-427B-91C6-98F6CF017510}" dt="2021-04-20T13:12:30.615" v="413" actId="21"/>
          <ac:grpSpMkLst>
            <pc:docMk/>
            <pc:sldMk cId="1241390852" sldId="1160"/>
            <ac:grpSpMk id="89" creationId="{0F1444BF-AEB1-4258-90BF-ED0EA2BB3ACD}"/>
          </ac:grpSpMkLst>
        </pc:grpChg>
        <pc:grpChg chg="add del mod">
          <ac:chgData name="王 欣捷" userId="b965477fa0aef5e6" providerId="LiveId" clId="{6B25E3A0-8D13-427B-91C6-98F6CF017510}" dt="2021-04-20T13:12:30.615" v="413" actId="21"/>
          <ac:grpSpMkLst>
            <pc:docMk/>
            <pc:sldMk cId="1241390852" sldId="1160"/>
            <ac:grpSpMk id="90" creationId="{8FCAA0C1-0E5C-4F3D-8174-A023C83A661C}"/>
          </ac:grpSpMkLst>
        </pc:grpChg>
        <pc:grpChg chg="add del mod">
          <ac:chgData name="王 欣捷" userId="b965477fa0aef5e6" providerId="LiveId" clId="{6B25E3A0-8D13-427B-91C6-98F6CF017510}" dt="2021-04-20T13:12:30.615" v="413" actId="21"/>
          <ac:grpSpMkLst>
            <pc:docMk/>
            <pc:sldMk cId="1241390852" sldId="1160"/>
            <ac:grpSpMk id="91" creationId="{F4588346-2510-412C-8A1F-B1973B6E2D4A}"/>
          </ac:grpSpMkLst>
        </pc:grpChg>
        <pc:grpChg chg="add del mod">
          <ac:chgData name="王 欣捷" userId="b965477fa0aef5e6" providerId="LiveId" clId="{6B25E3A0-8D13-427B-91C6-98F6CF017510}" dt="2021-04-20T13:12:30.615" v="413" actId="21"/>
          <ac:grpSpMkLst>
            <pc:docMk/>
            <pc:sldMk cId="1241390852" sldId="1160"/>
            <ac:grpSpMk id="92" creationId="{17498FCE-1D6A-4B37-AE37-FD05EEC8FB81}"/>
          </ac:grpSpMkLst>
        </pc:grpChg>
        <pc:grpChg chg="add del mod">
          <ac:chgData name="王 欣捷" userId="b965477fa0aef5e6" providerId="LiveId" clId="{6B25E3A0-8D13-427B-91C6-98F6CF017510}" dt="2021-04-20T13:12:30.615" v="413" actId="21"/>
          <ac:grpSpMkLst>
            <pc:docMk/>
            <pc:sldMk cId="1241390852" sldId="1160"/>
            <ac:grpSpMk id="93" creationId="{008A0D72-0DC6-47A3-8DBF-0463B420A6E0}"/>
          </ac:grpSpMkLst>
        </pc:grpChg>
        <pc:grpChg chg="add del mod">
          <ac:chgData name="王 欣捷" userId="b965477fa0aef5e6" providerId="LiveId" clId="{6B25E3A0-8D13-427B-91C6-98F6CF017510}" dt="2021-04-20T13:12:30.615" v="413" actId="21"/>
          <ac:grpSpMkLst>
            <pc:docMk/>
            <pc:sldMk cId="1241390852" sldId="1160"/>
            <ac:grpSpMk id="94" creationId="{B641BACB-1ACA-444A-8DC3-88B5FC06A554}"/>
          </ac:grpSpMkLst>
        </pc:grpChg>
        <pc:grpChg chg="add del mod">
          <ac:chgData name="王 欣捷" userId="b965477fa0aef5e6" providerId="LiveId" clId="{6B25E3A0-8D13-427B-91C6-98F6CF017510}" dt="2021-04-20T13:12:30.615" v="413" actId="21"/>
          <ac:grpSpMkLst>
            <pc:docMk/>
            <pc:sldMk cId="1241390852" sldId="1160"/>
            <ac:grpSpMk id="95" creationId="{DBC6B210-C9A5-4CB1-AF1C-8518BA115AE8}"/>
          </ac:grpSpMkLst>
        </pc:grpChg>
        <pc:graphicFrameChg chg="add del mod">
          <ac:chgData name="王 欣捷" userId="b965477fa0aef5e6" providerId="LiveId" clId="{6B25E3A0-8D13-427B-91C6-98F6CF017510}" dt="2021-04-20T13:11:24.845" v="394"/>
          <ac:graphicFrameMkLst>
            <pc:docMk/>
            <pc:sldMk cId="1241390852" sldId="1160"/>
            <ac:graphicFrameMk id="4" creationId="{D1662A7B-45BA-4B36-88D5-355C34D78D36}"/>
          </ac:graphicFrameMkLst>
        </pc:graphicFrameChg>
        <pc:picChg chg="del mod">
          <ac:chgData name="王 欣捷" userId="b965477fa0aef5e6" providerId="LiveId" clId="{6B25E3A0-8D13-427B-91C6-98F6CF017510}" dt="2021-04-20T13:11:34.290" v="395" actId="338"/>
          <ac:picMkLst>
            <pc:docMk/>
            <pc:sldMk cId="1241390852" sldId="1160"/>
            <ac:picMk id="5" creationId="{D069D2B6-938E-4DE6-99B4-F3584B1F6864}"/>
          </ac:picMkLst>
        </pc:picChg>
      </pc:sldChg>
      <pc:sldChg chg="addSp delSp modSp new del mod modClrScheme chgLayout">
        <pc:chgData name="王 欣捷" userId="b965477fa0aef5e6" providerId="LiveId" clId="{6B25E3A0-8D13-427B-91C6-98F6CF017510}" dt="2021-04-20T13:16:15.430" v="484" actId="47"/>
        <pc:sldMkLst>
          <pc:docMk/>
          <pc:sldMk cId="1640109929" sldId="1160"/>
        </pc:sldMkLst>
        <pc:spChg chg="del">
          <ac:chgData name="王 欣捷" userId="b965477fa0aef5e6" providerId="LiveId" clId="{6B25E3A0-8D13-427B-91C6-98F6CF017510}" dt="2021-04-20T13:15:10.962" v="448" actId="700"/>
          <ac:spMkLst>
            <pc:docMk/>
            <pc:sldMk cId="1640109929" sldId="1160"/>
            <ac:spMk id="2" creationId="{5F5A38B1-E9CC-4318-86B3-F2DD26EEDBDB}"/>
          </ac:spMkLst>
        </pc:spChg>
        <pc:spChg chg="del">
          <ac:chgData name="王 欣捷" userId="b965477fa0aef5e6" providerId="LiveId" clId="{6B25E3A0-8D13-427B-91C6-98F6CF017510}" dt="2021-04-20T13:15:10.962" v="448" actId="700"/>
          <ac:spMkLst>
            <pc:docMk/>
            <pc:sldMk cId="1640109929" sldId="1160"/>
            <ac:spMk id="3" creationId="{7F3A7BD8-542D-46F9-8084-392AB6269DD5}"/>
          </ac:spMkLst>
        </pc:spChg>
        <pc:spChg chg="add del mod ord">
          <ac:chgData name="王 欣捷" userId="b965477fa0aef5e6" providerId="LiveId" clId="{6B25E3A0-8D13-427B-91C6-98F6CF017510}" dt="2021-04-20T13:15:12.283" v="449" actId="700"/>
          <ac:spMkLst>
            <pc:docMk/>
            <pc:sldMk cId="1640109929" sldId="1160"/>
            <ac:spMk id="4" creationId="{FE7F0E8B-63AC-411E-931B-016600C39E78}"/>
          </ac:spMkLst>
        </pc:spChg>
        <pc:spChg chg="add del mod ord">
          <ac:chgData name="王 欣捷" userId="b965477fa0aef5e6" providerId="LiveId" clId="{6B25E3A0-8D13-427B-91C6-98F6CF017510}" dt="2021-04-20T13:15:12.283" v="449" actId="700"/>
          <ac:spMkLst>
            <pc:docMk/>
            <pc:sldMk cId="1640109929" sldId="1160"/>
            <ac:spMk id="5" creationId="{DD2D3A15-BCF3-4955-9A5B-E3E84D97A247}"/>
          </ac:spMkLst>
        </pc:spChg>
        <pc:spChg chg="mod topLvl">
          <ac:chgData name="王 欣捷" userId="b965477fa0aef5e6" providerId="LiveId" clId="{6B25E3A0-8D13-427B-91C6-98F6CF017510}" dt="2021-04-20T13:15:41.344" v="454" actId="1076"/>
          <ac:spMkLst>
            <pc:docMk/>
            <pc:sldMk cId="1640109929" sldId="1160"/>
            <ac:spMk id="8" creationId="{7BA47E14-3143-48C0-861C-84920DDFB1EE}"/>
          </ac:spMkLst>
        </pc:spChg>
        <pc:spChg chg="mod topLvl">
          <ac:chgData name="王 欣捷" userId="b965477fa0aef5e6" providerId="LiveId" clId="{6B25E3A0-8D13-427B-91C6-98F6CF017510}" dt="2021-04-20T13:15:41.344" v="454" actId="1076"/>
          <ac:spMkLst>
            <pc:docMk/>
            <pc:sldMk cId="1640109929" sldId="1160"/>
            <ac:spMk id="9" creationId="{C9B0A672-6C0D-426C-A5DA-BA751662FEFA}"/>
          </ac:spMkLst>
        </pc:spChg>
        <pc:spChg chg="mod topLvl">
          <ac:chgData name="王 欣捷" userId="b965477fa0aef5e6" providerId="LiveId" clId="{6B25E3A0-8D13-427B-91C6-98F6CF017510}" dt="2021-04-20T13:15:41.344" v="454" actId="1076"/>
          <ac:spMkLst>
            <pc:docMk/>
            <pc:sldMk cId="1640109929" sldId="1160"/>
            <ac:spMk id="10" creationId="{A347F7A2-1417-45C3-9F2A-1715C527EC8E}"/>
          </ac:spMkLst>
        </pc:spChg>
        <pc:spChg chg="mod topLvl">
          <ac:chgData name="王 欣捷" userId="b965477fa0aef5e6" providerId="LiveId" clId="{6B25E3A0-8D13-427B-91C6-98F6CF017510}" dt="2021-04-20T13:15:41.344" v="454" actId="1076"/>
          <ac:spMkLst>
            <pc:docMk/>
            <pc:sldMk cId="1640109929" sldId="1160"/>
            <ac:spMk id="11" creationId="{B9A8E8C1-EC80-4E90-8632-8758A5A4332D}"/>
          </ac:spMkLst>
        </pc:spChg>
        <pc:spChg chg="mod topLvl">
          <ac:chgData name="王 欣捷" userId="b965477fa0aef5e6" providerId="LiveId" clId="{6B25E3A0-8D13-427B-91C6-98F6CF017510}" dt="2021-04-20T13:15:41.344" v="454" actId="1076"/>
          <ac:spMkLst>
            <pc:docMk/>
            <pc:sldMk cId="1640109929" sldId="1160"/>
            <ac:spMk id="12" creationId="{7AF931D0-D456-4126-A140-452EC1A5CBFE}"/>
          </ac:spMkLst>
        </pc:spChg>
        <pc:spChg chg="mod topLvl">
          <ac:chgData name="王 欣捷" userId="b965477fa0aef5e6" providerId="LiveId" clId="{6B25E3A0-8D13-427B-91C6-98F6CF017510}" dt="2021-04-20T13:15:41.344" v="454" actId="1076"/>
          <ac:spMkLst>
            <pc:docMk/>
            <pc:sldMk cId="1640109929" sldId="1160"/>
            <ac:spMk id="13" creationId="{D0428F9A-3252-44CF-A661-766675A21868}"/>
          </ac:spMkLst>
        </pc:spChg>
        <pc:spChg chg="mod topLvl">
          <ac:chgData name="王 欣捷" userId="b965477fa0aef5e6" providerId="LiveId" clId="{6B25E3A0-8D13-427B-91C6-98F6CF017510}" dt="2021-04-20T13:15:41.344" v="454" actId="1076"/>
          <ac:spMkLst>
            <pc:docMk/>
            <pc:sldMk cId="1640109929" sldId="1160"/>
            <ac:spMk id="14" creationId="{909085BC-56D0-4F61-B215-6A715961CC2B}"/>
          </ac:spMkLst>
        </pc:spChg>
        <pc:spChg chg="mod topLvl">
          <ac:chgData name="王 欣捷" userId="b965477fa0aef5e6" providerId="LiveId" clId="{6B25E3A0-8D13-427B-91C6-98F6CF017510}" dt="2021-04-20T13:15:41.344" v="454" actId="1076"/>
          <ac:spMkLst>
            <pc:docMk/>
            <pc:sldMk cId="1640109929" sldId="1160"/>
            <ac:spMk id="15" creationId="{E6708EEC-199A-4F92-9520-3BC56C5FCEBA}"/>
          </ac:spMkLst>
        </pc:spChg>
        <pc:spChg chg="mod topLvl">
          <ac:chgData name="王 欣捷" userId="b965477fa0aef5e6" providerId="LiveId" clId="{6B25E3A0-8D13-427B-91C6-98F6CF017510}" dt="2021-04-20T13:15:41.344" v="454" actId="1076"/>
          <ac:spMkLst>
            <pc:docMk/>
            <pc:sldMk cId="1640109929" sldId="1160"/>
            <ac:spMk id="16" creationId="{AC9132B2-05A0-4A89-91D6-96BB8125178A}"/>
          </ac:spMkLst>
        </pc:spChg>
        <pc:spChg chg="mod topLvl">
          <ac:chgData name="王 欣捷" userId="b965477fa0aef5e6" providerId="LiveId" clId="{6B25E3A0-8D13-427B-91C6-98F6CF017510}" dt="2021-04-20T13:15:41.344" v="454" actId="1076"/>
          <ac:spMkLst>
            <pc:docMk/>
            <pc:sldMk cId="1640109929" sldId="1160"/>
            <ac:spMk id="17" creationId="{87A66A62-F6FE-44AF-A987-EE4E2518B97A}"/>
          </ac:spMkLst>
        </pc:spChg>
        <pc:spChg chg="mod topLvl">
          <ac:chgData name="王 欣捷" userId="b965477fa0aef5e6" providerId="LiveId" clId="{6B25E3A0-8D13-427B-91C6-98F6CF017510}" dt="2021-04-20T13:15:41.344" v="454" actId="1076"/>
          <ac:spMkLst>
            <pc:docMk/>
            <pc:sldMk cId="1640109929" sldId="1160"/>
            <ac:spMk id="18" creationId="{4AB6FCB1-3599-4030-8089-B28DB629D88B}"/>
          </ac:spMkLst>
        </pc:spChg>
        <pc:spChg chg="mod topLvl">
          <ac:chgData name="王 欣捷" userId="b965477fa0aef5e6" providerId="LiveId" clId="{6B25E3A0-8D13-427B-91C6-98F6CF017510}" dt="2021-04-20T13:15:41.344" v="454" actId="1076"/>
          <ac:spMkLst>
            <pc:docMk/>
            <pc:sldMk cId="1640109929" sldId="1160"/>
            <ac:spMk id="19" creationId="{4CF52AB2-6987-46EA-A2D8-AC6D6C06F43C}"/>
          </ac:spMkLst>
        </pc:spChg>
        <pc:spChg chg="mod topLvl">
          <ac:chgData name="王 欣捷" userId="b965477fa0aef5e6" providerId="LiveId" clId="{6B25E3A0-8D13-427B-91C6-98F6CF017510}" dt="2021-04-20T13:15:41.344" v="454" actId="1076"/>
          <ac:spMkLst>
            <pc:docMk/>
            <pc:sldMk cId="1640109929" sldId="1160"/>
            <ac:spMk id="20" creationId="{FF57C4B4-4442-405F-81D5-9FE9DADBDB27}"/>
          </ac:spMkLst>
        </pc:spChg>
        <pc:spChg chg="mod topLvl">
          <ac:chgData name="王 欣捷" userId="b965477fa0aef5e6" providerId="LiveId" clId="{6B25E3A0-8D13-427B-91C6-98F6CF017510}" dt="2021-04-20T13:15:41.344" v="454" actId="1076"/>
          <ac:spMkLst>
            <pc:docMk/>
            <pc:sldMk cId="1640109929" sldId="1160"/>
            <ac:spMk id="21" creationId="{A5705C94-429E-42D4-AADF-5B378DDC6314}"/>
          </ac:spMkLst>
        </pc:spChg>
        <pc:spChg chg="mod topLvl">
          <ac:chgData name="王 欣捷" userId="b965477fa0aef5e6" providerId="LiveId" clId="{6B25E3A0-8D13-427B-91C6-98F6CF017510}" dt="2021-04-20T13:15:41.344" v="454" actId="1076"/>
          <ac:spMkLst>
            <pc:docMk/>
            <pc:sldMk cId="1640109929" sldId="1160"/>
            <ac:spMk id="22" creationId="{C09E50AC-6873-4431-8278-A0BF59B22149}"/>
          </ac:spMkLst>
        </pc:spChg>
        <pc:spChg chg="mod topLvl">
          <ac:chgData name="王 欣捷" userId="b965477fa0aef5e6" providerId="LiveId" clId="{6B25E3A0-8D13-427B-91C6-98F6CF017510}" dt="2021-04-20T13:15:41.344" v="454" actId="1076"/>
          <ac:spMkLst>
            <pc:docMk/>
            <pc:sldMk cId="1640109929" sldId="1160"/>
            <ac:spMk id="23" creationId="{F3F2FA56-4F79-4529-801A-6615F924808F}"/>
          </ac:spMkLst>
        </pc:spChg>
        <pc:spChg chg="mod topLvl">
          <ac:chgData name="王 欣捷" userId="b965477fa0aef5e6" providerId="LiveId" clId="{6B25E3A0-8D13-427B-91C6-98F6CF017510}" dt="2021-04-20T13:15:41.344" v="454" actId="1076"/>
          <ac:spMkLst>
            <pc:docMk/>
            <pc:sldMk cId="1640109929" sldId="1160"/>
            <ac:spMk id="24" creationId="{7F3F657B-A1DD-487C-A6AC-620040B3CB99}"/>
          </ac:spMkLst>
        </pc:spChg>
        <pc:spChg chg="mod topLvl">
          <ac:chgData name="王 欣捷" userId="b965477fa0aef5e6" providerId="LiveId" clId="{6B25E3A0-8D13-427B-91C6-98F6CF017510}" dt="2021-04-20T13:15:43.579" v="455" actId="164"/>
          <ac:spMkLst>
            <pc:docMk/>
            <pc:sldMk cId="1640109929" sldId="1160"/>
            <ac:spMk id="25" creationId="{85BD94F6-E3BA-4606-BD16-F41BCDF071D4}"/>
          </ac:spMkLst>
        </pc:spChg>
        <pc:spChg chg="mod topLvl">
          <ac:chgData name="王 欣捷" userId="b965477fa0aef5e6" providerId="LiveId" clId="{6B25E3A0-8D13-427B-91C6-98F6CF017510}" dt="2021-04-20T13:15:43.579" v="455" actId="164"/>
          <ac:spMkLst>
            <pc:docMk/>
            <pc:sldMk cId="1640109929" sldId="1160"/>
            <ac:spMk id="26" creationId="{5E888DD5-59AF-40F6-A735-7A8B210BC736}"/>
          </ac:spMkLst>
        </pc:spChg>
        <pc:spChg chg="mod topLvl">
          <ac:chgData name="王 欣捷" userId="b965477fa0aef5e6" providerId="LiveId" clId="{6B25E3A0-8D13-427B-91C6-98F6CF017510}" dt="2021-04-20T13:15:43.579" v="455" actId="164"/>
          <ac:spMkLst>
            <pc:docMk/>
            <pc:sldMk cId="1640109929" sldId="1160"/>
            <ac:spMk id="27" creationId="{3661E5ED-EBF1-4E5B-B82A-9F0483D5BD02}"/>
          </ac:spMkLst>
        </pc:spChg>
        <pc:spChg chg="mod topLvl">
          <ac:chgData name="王 欣捷" userId="b965477fa0aef5e6" providerId="LiveId" clId="{6B25E3A0-8D13-427B-91C6-98F6CF017510}" dt="2021-04-20T13:15:43.579" v="455" actId="164"/>
          <ac:spMkLst>
            <pc:docMk/>
            <pc:sldMk cId="1640109929" sldId="1160"/>
            <ac:spMk id="28" creationId="{CEDF4B70-498F-461A-A3A9-0E87C2D1CEB3}"/>
          </ac:spMkLst>
        </pc:spChg>
        <pc:spChg chg="mod topLvl">
          <ac:chgData name="王 欣捷" userId="b965477fa0aef5e6" providerId="LiveId" clId="{6B25E3A0-8D13-427B-91C6-98F6CF017510}" dt="2021-04-20T13:15:43.579" v="455" actId="164"/>
          <ac:spMkLst>
            <pc:docMk/>
            <pc:sldMk cId="1640109929" sldId="1160"/>
            <ac:spMk id="29" creationId="{2D27DDF4-B019-4595-B2D5-27671EAB60C8}"/>
          </ac:spMkLst>
        </pc:spChg>
        <pc:spChg chg="mod topLvl">
          <ac:chgData name="王 欣捷" userId="b965477fa0aef5e6" providerId="LiveId" clId="{6B25E3A0-8D13-427B-91C6-98F6CF017510}" dt="2021-04-20T13:15:43.579" v="455" actId="164"/>
          <ac:spMkLst>
            <pc:docMk/>
            <pc:sldMk cId="1640109929" sldId="1160"/>
            <ac:spMk id="30" creationId="{543B5085-757E-427C-A5F2-42A9DDCD8EDE}"/>
          </ac:spMkLst>
        </pc:spChg>
        <pc:spChg chg="mod topLvl">
          <ac:chgData name="王 欣捷" userId="b965477fa0aef5e6" providerId="LiveId" clId="{6B25E3A0-8D13-427B-91C6-98F6CF017510}" dt="2021-04-20T13:15:43.579" v="455" actId="164"/>
          <ac:spMkLst>
            <pc:docMk/>
            <pc:sldMk cId="1640109929" sldId="1160"/>
            <ac:spMk id="31" creationId="{8EB47F33-DFC8-448B-87DE-363B2BBF9D91}"/>
          </ac:spMkLst>
        </pc:spChg>
        <pc:spChg chg="mod topLvl">
          <ac:chgData name="王 欣捷" userId="b965477fa0aef5e6" providerId="LiveId" clId="{6B25E3A0-8D13-427B-91C6-98F6CF017510}" dt="2021-04-20T13:15:46.973" v="456" actId="164"/>
          <ac:spMkLst>
            <pc:docMk/>
            <pc:sldMk cId="1640109929" sldId="1160"/>
            <ac:spMk id="32" creationId="{63BB4AF6-E4E6-4864-BBB9-8BC3CA9FDACF}"/>
          </ac:spMkLst>
        </pc:spChg>
        <pc:spChg chg="mod topLvl">
          <ac:chgData name="王 欣捷" userId="b965477fa0aef5e6" providerId="LiveId" clId="{6B25E3A0-8D13-427B-91C6-98F6CF017510}" dt="2021-04-20T13:15:46.973" v="456" actId="164"/>
          <ac:spMkLst>
            <pc:docMk/>
            <pc:sldMk cId="1640109929" sldId="1160"/>
            <ac:spMk id="33" creationId="{6269C98B-E6E8-4EB4-8B7D-F7551AE19C1F}"/>
          </ac:spMkLst>
        </pc:spChg>
        <pc:spChg chg="mod topLvl">
          <ac:chgData name="王 欣捷" userId="b965477fa0aef5e6" providerId="LiveId" clId="{6B25E3A0-8D13-427B-91C6-98F6CF017510}" dt="2021-04-20T13:15:46.973" v="456" actId="164"/>
          <ac:spMkLst>
            <pc:docMk/>
            <pc:sldMk cId="1640109929" sldId="1160"/>
            <ac:spMk id="34" creationId="{02AAD2DA-10DA-4140-B2FF-5C980CC1627C}"/>
          </ac:spMkLst>
        </pc:spChg>
        <pc:spChg chg="mod topLvl">
          <ac:chgData name="王 欣捷" userId="b965477fa0aef5e6" providerId="LiveId" clId="{6B25E3A0-8D13-427B-91C6-98F6CF017510}" dt="2021-04-20T13:15:46.973" v="456" actId="164"/>
          <ac:spMkLst>
            <pc:docMk/>
            <pc:sldMk cId="1640109929" sldId="1160"/>
            <ac:spMk id="35" creationId="{DD1F281B-7895-460D-ADAD-C91B3791694A}"/>
          </ac:spMkLst>
        </pc:spChg>
        <pc:spChg chg="mod topLvl">
          <ac:chgData name="王 欣捷" userId="b965477fa0aef5e6" providerId="LiveId" clId="{6B25E3A0-8D13-427B-91C6-98F6CF017510}" dt="2021-04-20T13:15:46.973" v="456" actId="164"/>
          <ac:spMkLst>
            <pc:docMk/>
            <pc:sldMk cId="1640109929" sldId="1160"/>
            <ac:spMk id="36" creationId="{AA591779-3F03-4B7C-B8E5-7F2320B9407C}"/>
          </ac:spMkLst>
        </pc:spChg>
        <pc:spChg chg="mod topLvl">
          <ac:chgData name="王 欣捷" userId="b965477fa0aef5e6" providerId="LiveId" clId="{6B25E3A0-8D13-427B-91C6-98F6CF017510}" dt="2021-04-20T13:15:46.973" v="456" actId="164"/>
          <ac:spMkLst>
            <pc:docMk/>
            <pc:sldMk cId="1640109929" sldId="1160"/>
            <ac:spMk id="37" creationId="{FE7E19EA-972A-402F-A7A9-17A06F5461DB}"/>
          </ac:spMkLst>
        </pc:spChg>
        <pc:spChg chg="mod topLvl">
          <ac:chgData name="王 欣捷" userId="b965477fa0aef5e6" providerId="LiveId" clId="{6B25E3A0-8D13-427B-91C6-98F6CF017510}" dt="2021-04-20T13:15:46.973" v="456" actId="164"/>
          <ac:spMkLst>
            <pc:docMk/>
            <pc:sldMk cId="1640109929" sldId="1160"/>
            <ac:spMk id="38" creationId="{9019F361-D141-43E2-A5ED-595BA8AE81F9}"/>
          </ac:spMkLst>
        </pc:spChg>
        <pc:spChg chg="mod topLvl">
          <ac:chgData name="王 欣捷" userId="b965477fa0aef5e6" providerId="LiveId" clId="{6B25E3A0-8D13-427B-91C6-98F6CF017510}" dt="2021-04-20T13:15:48.468" v="457" actId="164"/>
          <ac:spMkLst>
            <pc:docMk/>
            <pc:sldMk cId="1640109929" sldId="1160"/>
            <ac:spMk id="39" creationId="{65EB8A62-1A0D-4E50-A378-F320A7DB24A4}"/>
          </ac:spMkLst>
        </pc:spChg>
        <pc:spChg chg="mod topLvl">
          <ac:chgData name="王 欣捷" userId="b965477fa0aef5e6" providerId="LiveId" clId="{6B25E3A0-8D13-427B-91C6-98F6CF017510}" dt="2021-04-20T13:15:48.468" v="457" actId="164"/>
          <ac:spMkLst>
            <pc:docMk/>
            <pc:sldMk cId="1640109929" sldId="1160"/>
            <ac:spMk id="40" creationId="{688D894E-542E-4F7D-A86B-B8BD7BB82846}"/>
          </ac:spMkLst>
        </pc:spChg>
        <pc:spChg chg="mod topLvl">
          <ac:chgData name="王 欣捷" userId="b965477fa0aef5e6" providerId="LiveId" clId="{6B25E3A0-8D13-427B-91C6-98F6CF017510}" dt="2021-04-20T13:15:48.468" v="457" actId="164"/>
          <ac:spMkLst>
            <pc:docMk/>
            <pc:sldMk cId="1640109929" sldId="1160"/>
            <ac:spMk id="41" creationId="{787F9991-98C2-4DAA-9A37-06E427B892C0}"/>
          </ac:spMkLst>
        </pc:spChg>
        <pc:spChg chg="mod topLvl">
          <ac:chgData name="王 欣捷" userId="b965477fa0aef5e6" providerId="LiveId" clId="{6B25E3A0-8D13-427B-91C6-98F6CF017510}" dt="2021-04-20T13:15:48.468" v="457" actId="164"/>
          <ac:spMkLst>
            <pc:docMk/>
            <pc:sldMk cId="1640109929" sldId="1160"/>
            <ac:spMk id="42" creationId="{1562DF2B-8867-410F-B511-7607DE3663E6}"/>
          </ac:spMkLst>
        </pc:spChg>
        <pc:spChg chg="mod topLvl">
          <ac:chgData name="王 欣捷" userId="b965477fa0aef5e6" providerId="LiveId" clId="{6B25E3A0-8D13-427B-91C6-98F6CF017510}" dt="2021-04-20T13:15:48.468" v="457" actId="164"/>
          <ac:spMkLst>
            <pc:docMk/>
            <pc:sldMk cId="1640109929" sldId="1160"/>
            <ac:spMk id="43" creationId="{96759300-1165-4CAB-ACE4-10F95E80ACB5}"/>
          </ac:spMkLst>
        </pc:spChg>
        <pc:spChg chg="mod topLvl">
          <ac:chgData name="王 欣捷" userId="b965477fa0aef5e6" providerId="LiveId" clId="{6B25E3A0-8D13-427B-91C6-98F6CF017510}" dt="2021-04-20T13:15:48.468" v="457" actId="164"/>
          <ac:spMkLst>
            <pc:docMk/>
            <pc:sldMk cId="1640109929" sldId="1160"/>
            <ac:spMk id="44" creationId="{2BB4273D-6ECB-4558-A251-3B5BEA94FA35}"/>
          </ac:spMkLst>
        </pc:spChg>
        <pc:spChg chg="mod topLvl">
          <ac:chgData name="王 欣捷" userId="b965477fa0aef5e6" providerId="LiveId" clId="{6B25E3A0-8D13-427B-91C6-98F6CF017510}" dt="2021-04-20T13:15:48.468" v="457" actId="164"/>
          <ac:spMkLst>
            <pc:docMk/>
            <pc:sldMk cId="1640109929" sldId="1160"/>
            <ac:spMk id="45" creationId="{6A933D38-6965-434A-92B9-AFE885694CCB}"/>
          </ac:spMkLst>
        </pc:spChg>
        <pc:spChg chg="mod topLvl">
          <ac:chgData name="王 欣捷" userId="b965477fa0aef5e6" providerId="LiveId" clId="{6B25E3A0-8D13-427B-91C6-98F6CF017510}" dt="2021-04-20T13:15:48.468" v="457" actId="164"/>
          <ac:spMkLst>
            <pc:docMk/>
            <pc:sldMk cId="1640109929" sldId="1160"/>
            <ac:spMk id="46" creationId="{D4A120FA-D32B-4484-9EA4-8E59C9831586}"/>
          </ac:spMkLst>
        </pc:spChg>
        <pc:spChg chg="mod topLvl">
          <ac:chgData name="王 欣捷" userId="b965477fa0aef5e6" providerId="LiveId" clId="{6B25E3A0-8D13-427B-91C6-98F6CF017510}" dt="2021-04-20T13:15:48.468" v="457" actId="164"/>
          <ac:spMkLst>
            <pc:docMk/>
            <pc:sldMk cId="1640109929" sldId="1160"/>
            <ac:spMk id="47" creationId="{472046FA-1B13-49E4-97EC-2A736E3A542D}"/>
          </ac:spMkLst>
        </pc:spChg>
        <pc:spChg chg="mod topLvl">
          <ac:chgData name="王 欣捷" userId="b965477fa0aef5e6" providerId="LiveId" clId="{6B25E3A0-8D13-427B-91C6-98F6CF017510}" dt="2021-04-20T13:15:50.161" v="458" actId="164"/>
          <ac:spMkLst>
            <pc:docMk/>
            <pc:sldMk cId="1640109929" sldId="1160"/>
            <ac:spMk id="48" creationId="{5E516FBC-E4E0-43F8-9178-CBA1A4F88BB0}"/>
          </ac:spMkLst>
        </pc:spChg>
        <pc:spChg chg="mod topLvl">
          <ac:chgData name="王 欣捷" userId="b965477fa0aef5e6" providerId="LiveId" clId="{6B25E3A0-8D13-427B-91C6-98F6CF017510}" dt="2021-04-20T13:15:50.161" v="458" actId="164"/>
          <ac:spMkLst>
            <pc:docMk/>
            <pc:sldMk cId="1640109929" sldId="1160"/>
            <ac:spMk id="49" creationId="{50B4E5E2-8719-4D63-9638-4D4E0A5EC20C}"/>
          </ac:spMkLst>
        </pc:spChg>
        <pc:spChg chg="mod topLvl">
          <ac:chgData name="王 欣捷" userId="b965477fa0aef5e6" providerId="LiveId" clId="{6B25E3A0-8D13-427B-91C6-98F6CF017510}" dt="2021-04-20T13:15:50.161" v="458" actId="164"/>
          <ac:spMkLst>
            <pc:docMk/>
            <pc:sldMk cId="1640109929" sldId="1160"/>
            <ac:spMk id="50" creationId="{8B7AD12D-8343-473A-8085-1B5A029ED94C}"/>
          </ac:spMkLst>
        </pc:spChg>
        <pc:spChg chg="mod topLvl">
          <ac:chgData name="王 欣捷" userId="b965477fa0aef5e6" providerId="LiveId" clId="{6B25E3A0-8D13-427B-91C6-98F6CF017510}" dt="2021-04-20T13:15:50.161" v="458" actId="164"/>
          <ac:spMkLst>
            <pc:docMk/>
            <pc:sldMk cId="1640109929" sldId="1160"/>
            <ac:spMk id="51" creationId="{97A6D99B-7EAD-4CD2-B05E-59C8B36BEDB3}"/>
          </ac:spMkLst>
        </pc:spChg>
        <pc:spChg chg="mod topLvl">
          <ac:chgData name="王 欣捷" userId="b965477fa0aef5e6" providerId="LiveId" clId="{6B25E3A0-8D13-427B-91C6-98F6CF017510}" dt="2021-04-20T13:15:50.161" v="458" actId="164"/>
          <ac:spMkLst>
            <pc:docMk/>
            <pc:sldMk cId="1640109929" sldId="1160"/>
            <ac:spMk id="52" creationId="{0B1D903C-0734-4AE9-8B6A-392DF50C5E1D}"/>
          </ac:spMkLst>
        </pc:spChg>
        <pc:spChg chg="mod topLvl">
          <ac:chgData name="王 欣捷" userId="b965477fa0aef5e6" providerId="LiveId" clId="{6B25E3A0-8D13-427B-91C6-98F6CF017510}" dt="2021-04-20T13:15:50.161" v="458" actId="164"/>
          <ac:spMkLst>
            <pc:docMk/>
            <pc:sldMk cId="1640109929" sldId="1160"/>
            <ac:spMk id="53" creationId="{9C72EBE3-2EB2-433E-AF76-0367CF1A8BFB}"/>
          </ac:spMkLst>
        </pc:spChg>
        <pc:spChg chg="mod topLvl">
          <ac:chgData name="王 欣捷" userId="b965477fa0aef5e6" providerId="LiveId" clId="{6B25E3A0-8D13-427B-91C6-98F6CF017510}" dt="2021-04-20T13:15:50.161" v="458" actId="164"/>
          <ac:spMkLst>
            <pc:docMk/>
            <pc:sldMk cId="1640109929" sldId="1160"/>
            <ac:spMk id="54" creationId="{3FF28543-49A4-478B-A32B-FBF55E923576}"/>
          </ac:spMkLst>
        </pc:spChg>
        <pc:spChg chg="mod topLvl">
          <ac:chgData name="王 欣捷" userId="b965477fa0aef5e6" providerId="LiveId" clId="{6B25E3A0-8D13-427B-91C6-98F6CF017510}" dt="2021-04-20T13:15:50.161" v="458" actId="164"/>
          <ac:spMkLst>
            <pc:docMk/>
            <pc:sldMk cId="1640109929" sldId="1160"/>
            <ac:spMk id="55" creationId="{CC3953F8-BD23-458F-809A-8204100563A8}"/>
          </ac:spMkLst>
        </pc:spChg>
        <pc:spChg chg="mod topLvl">
          <ac:chgData name="王 欣捷" userId="b965477fa0aef5e6" providerId="LiveId" clId="{6B25E3A0-8D13-427B-91C6-98F6CF017510}" dt="2021-04-20T13:15:50.161" v="458" actId="164"/>
          <ac:spMkLst>
            <pc:docMk/>
            <pc:sldMk cId="1640109929" sldId="1160"/>
            <ac:spMk id="56" creationId="{77E2FC36-2C29-4DAC-B55D-3E92CA3DCAB1}"/>
          </ac:spMkLst>
        </pc:spChg>
        <pc:spChg chg="mod topLvl">
          <ac:chgData name="王 欣捷" userId="b965477fa0aef5e6" providerId="LiveId" clId="{6B25E3A0-8D13-427B-91C6-98F6CF017510}" dt="2021-04-20T13:15:51.525" v="459" actId="164"/>
          <ac:spMkLst>
            <pc:docMk/>
            <pc:sldMk cId="1640109929" sldId="1160"/>
            <ac:spMk id="57" creationId="{99D0574A-5501-4394-B30A-F7CFE57F398B}"/>
          </ac:spMkLst>
        </pc:spChg>
        <pc:spChg chg="mod topLvl">
          <ac:chgData name="王 欣捷" userId="b965477fa0aef5e6" providerId="LiveId" clId="{6B25E3A0-8D13-427B-91C6-98F6CF017510}" dt="2021-04-20T13:15:51.525" v="459" actId="164"/>
          <ac:spMkLst>
            <pc:docMk/>
            <pc:sldMk cId="1640109929" sldId="1160"/>
            <ac:spMk id="58" creationId="{DEA43612-0435-445C-9736-325F8DA3D560}"/>
          </ac:spMkLst>
        </pc:spChg>
        <pc:spChg chg="mod topLvl">
          <ac:chgData name="王 欣捷" userId="b965477fa0aef5e6" providerId="LiveId" clId="{6B25E3A0-8D13-427B-91C6-98F6CF017510}" dt="2021-04-20T13:15:51.525" v="459" actId="164"/>
          <ac:spMkLst>
            <pc:docMk/>
            <pc:sldMk cId="1640109929" sldId="1160"/>
            <ac:spMk id="59" creationId="{332C8096-06A6-47F5-B429-8D34A428DA44}"/>
          </ac:spMkLst>
        </pc:spChg>
        <pc:spChg chg="mod topLvl">
          <ac:chgData name="王 欣捷" userId="b965477fa0aef5e6" providerId="LiveId" clId="{6B25E3A0-8D13-427B-91C6-98F6CF017510}" dt="2021-04-20T13:15:51.525" v="459" actId="164"/>
          <ac:spMkLst>
            <pc:docMk/>
            <pc:sldMk cId="1640109929" sldId="1160"/>
            <ac:spMk id="60" creationId="{DF489B13-E05A-4F76-99D3-8F84B3FC6717}"/>
          </ac:spMkLst>
        </pc:spChg>
        <pc:spChg chg="mod topLvl">
          <ac:chgData name="王 欣捷" userId="b965477fa0aef5e6" providerId="LiveId" clId="{6B25E3A0-8D13-427B-91C6-98F6CF017510}" dt="2021-04-20T13:15:51.525" v="459" actId="164"/>
          <ac:spMkLst>
            <pc:docMk/>
            <pc:sldMk cId="1640109929" sldId="1160"/>
            <ac:spMk id="61" creationId="{4A749D18-4A49-46CE-A1B8-E0B58CE710A9}"/>
          </ac:spMkLst>
        </pc:spChg>
        <pc:spChg chg="mod topLvl">
          <ac:chgData name="王 欣捷" userId="b965477fa0aef5e6" providerId="LiveId" clId="{6B25E3A0-8D13-427B-91C6-98F6CF017510}" dt="2021-04-20T13:15:51.525" v="459" actId="164"/>
          <ac:spMkLst>
            <pc:docMk/>
            <pc:sldMk cId="1640109929" sldId="1160"/>
            <ac:spMk id="62" creationId="{066FC43A-5DE3-4E0B-9F8C-0671326D09B2}"/>
          </ac:spMkLst>
        </pc:spChg>
        <pc:grpChg chg="mod">
          <ac:chgData name="王 欣捷" userId="b965477fa0aef5e6" providerId="LiveId" clId="{6B25E3A0-8D13-427B-91C6-98F6CF017510}" dt="2021-04-20T13:15:18.488" v="450" actId="338"/>
          <ac:grpSpMkLst>
            <pc:docMk/>
            <pc:sldMk cId="1640109929" sldId="1160"/>
            <ac:grpSpMk id="1" creationId="{00000000-0000-0000-0000-000000000000}"/>
          </ac:grpSpMkLst>
        </pc:grpChg>
        <pc:grpChg chg="del mod">
          <ac:chgData name="王 欣捷" userId="b965477fa0aef5e6" providerId="LiveId" clId="{6B25E3A0-8D13-427B-91C6-98F6CF017510}" dt="2021-04-20T13:15:20.413" v="451" actId="165"/>
          <ac:grpSpMkLst>
            <pc:docMk/>
            <pc:sldMk cId="1640109929" sldId="1160"/>
            <ac:grpSpMk id="7" creationId="{9EB48B85-D647-453C-BC8D-5D2445DCC5ED}"/>
          </ac:grpSpMkLst>
        </pc:grpChg>
        <pc:grpChg chg="add del mod">
          <ac:chgData name="王 欣捷" userId="b965477fa0aef5e6" providerId="LiveId" clId="{6B25E3A0-8D13-427B-91C6-98F6CF017510}" dt="2021-04-20T13:15:53.799" v="460" actId="21"/>
          <ac:grpSpMkLst>
            <pc:docMk/>
            <pc:sldMk cId="1640109929" sldId="1160"/>
            <ac:grpSpMk id="63" creationId="{DE09C850-00F0-40DD-AC62-7049EE920EC9}"/>
          </ac:grpSpMkLst>
        </pc:grpChg>
        <pc:grpChg chg="add del mod">
          <ac:chgData name="王 欣捷" userId="b965477fa0aef5e6" providerId="LiveId" clId="{6B25E3A0-8D13-427B-91C6-98F6CF017510}" dt="2021-04-20T13:15:53.799" v="460" actId="21"/>
          <ac:grpSpMkLst>
            <pc:docMk/>
            <pc:sldMk cId="1640109929" sldId="1160"/>
            <ac:grpSpMk id="64" creationId="{F5D6A683-D9BC-41DC-83FE-1D6184AD2FEF}"/>
          </ac:grpSpMkLst>
        </pc:grpChg>
        <pc:grpChg chg="add del mod">
          <ac:chgData name="王 欣捷" userId="b965477fa0aef5e6" providerId="LiveId" clId="{6B25E3A0-8D13-427B-91C6-98F6CF017510}" dt="2021-04-20T13:15:53.799" v="460" actId="21"/>
          <ac:grpSpMkLst>
            <pc:docMk/>
            <pc:sldMk cId="1640109929" sldId="1160"/>
            <ac:grpSpMk id="65" creationId="{75D9C078-3589-4B52-9E86-A1C1188F5C2C}"/>
          </ac:grpSpMkLst>
        </pc:grpChg>
        <pc:grpChg chg="add del mod">
          <ac:chgData name="王 欣捷" userId="b965477fa0aef5e6" providerId="LiveId" clId="{6B25E3A0-8D13-427B-91C6-98F6CF017510}" dt="2021-04-20T13:15:53.799" v="460" actId="21"/>
          <ac:grpSpMkLst>
            <pc:docMk/>
            <pc:sldMk cId="1640109929" sldId="1160"/>
            <ac:grpSpMk id="66" creationId="{CA75D316-BCDF-4D2C-B3DB-9ECB373940BC}"/>
          </ac:grpSpMkLst>
        </pc:grpChg>
        <pc:grpChg chg="add del mod">
          <ac:chgData name="王 欣捷" userId="b965477fa0aef5e6" providerId="LiveId" clId="{6B25E3A0-8D13-427B-91C6-98F6CF017510}" dt="2021-04-20T13:15:53.799" v="460" actId="21"/>
          <ac:grpSpMkLst>
            <pc:docMk/>
            <pc:sldMk cId="1640109929" sldId="1160"/>
            <ac:grpSpMk id="67" creationId="{11769DE4-08BE-4233-9876-F9F456F7CB40}"/>
          </ac:grpSpMkLst>
        </pc:grpChg>
        <pc:grpChg chg="add del mod">
          <ac:chgData name="王 欣捷" userId="b965477fa0aef5e6" providerId="LiveId" clId="{6B25E3A0-8D13-427B-91C6-98F6CF017510}" dt="2021-04-20T13:15:53.799" v="460" actId="21"/>
          <ac:grpSpMkLst>
            <pc:docMk/>
            <pc:sldMk cId="1640109929" sldId="1160"/>
            <ac:grpSpMk id="68" creationId="{60675601-2FE7-49FB-B863-7DBB606B44D5}"/>
          </ac:grpSpMkLst>
        </pc:grpChg>
        <pc:picChg chg="del mod">
          <ac:chgData name="王 欣捷" userId="b965477fa0aef5e6" providerId="LiveId" clId="{6B25E3A0-8D13-427B-91C6-98F6CF017510}" dt="2021-04-20T13:15:18.488" v="450" actId="338"/>
          <ac:picMkLst>
            <pc:docMk/>
            <pc:sldMk cId="1640109929" sldId="1160"/>
            <ac:picMk id="6" creationId="{853A3FB1-44D7-4878-8152-A09010E47A1F}"/>
          </ac:picMkLst>
        </pc:picChg>
      </pc:sldChg>
      <pc:sldChg chg="addSp delSp modSp new mod modClrScheme chgLayout">
        <pc:chgData name="王 欣捷" userId="b965477fa0aef5e6" providerId="LiveId" clId="{6B25E3A0-8D13-427B-91C6-98F6CF017510}" dt="2021-04-20T13:50:15.390" v="923" actId="207"/>
        <pc:sldMkLst>
          <pc:docMk/>
          <pc:sldMk cId="3618475896" sldId="1160"/>
        </pc:sldMkLst>
        <pc:spChg chg="del mod ord">
          <ac:chgData name="王 欣捷" userId="b965477fa0aef5e6" providerId="LiveId" clId="{6B25E3A0-8D13-427B-91C6-98F6CF017510}" dt="2021-04-20T13:30:54.746" v="581" actId="700"/>
          <ac:spMkLst>
            <pc:docMk/>
            <pc:sldMk cId="3618475896" sldId="1160"/>
            <ac:spMk id="2" creationId="{DE0A6DB1-3384-4520-AA48-5094D3DE7291}"/>
          </ac:spMkLst>
        </pc:spChg>
        <pc:spChg chg="del">
          <ac:chgData name="王 欣捷" userId="b965477fa0aef5e6" providerId="LiveId" clId="{6B25E3A0-8D13-427B-91C6-98F6CF017510}" dt="2021-04-20T13:30:54.746" v="581" actId="700"/>
          <ac:spMkLst>
            <pc:docMk/>
            <pc:sldMk cId="3618475896" sldId="1160"/>
            <ac:spMk id="3" creationId="{DB402691-335D-453D-A312-A56E06C43F0B}"/>
          </ac:spMkLst>
        </pc:spChg>
        <pc:spChg chg="add mod ord">
          <ac:chgData name="王 欣捷" userId="b965477fa0aef5e6" providerId="LiveId" clId="{6B25E3A0-8D13-427B-91C6-98F6CF017510}" dt="2021-04-20T13:31:06.348" v="584" actId="700"/>
          <ac:spMkLst>
            <pc:docMk/>
            <pc:sldMk cId="3618475896" sldId="1160"/>
            <ac:spMk id="4" creationId="{30D10347-CB13-4B04-8DD8-D37D83DF2C2D}"/>
          </ac:spMkLst>
        </pc:spChg>
        <pc:spChg chg="add mod ord">
          <ac:chgData name="王 欣捷" userId="b965477fa0aef5e6" providerId="LiveId" clId="{6B25E3A0-8D13-427B-91C6-98F6CF017510}" dt="2021-04-20T13:42:34.741" v="830" actId="1076"/>
          <ac:spMkLst>
            <pc:docMk/>
            <pc:sldMk cId="3618475896" sldId="1160"/>
            <ac:spMk id="5" creationId="{8B8675DA-9B21-4D44-B0BB-889B47A13F24}"/>
          </ac:spMkLst>
        </pc:spChg>
        <pc:spChg chg="add mod">
          <ac:chgData name="王 欣捷" userId="b965477fa0aef5e6" providerId="LiveId" clId="{6B25E3A0-8D13-427B-91C6-98F6CF017510}" dt="2021-04-20T13:50:15.390" v="923" actId="207"/>
          <ac:spMkLst>
            <pc:docMk/>
            <pc:sldMk cId="3618475896" sldId="1160"/>
            <ac:spMk id="6" creationId="{8C0A194A-FE45-43A7-A056-59B50109DE7B}"/>
          </ac:spMkLst>
        </pc:spChg>
        <pc:spChg chg="add mod">
          <ac:chgData name="王 欣捷" userId="b965477fa0aef5e6" providerId="LiveId" clId="{6B25E3A0-8D13-427B-91C6-98F6CF017510}" dt="2021-04-20T13:50:15.390" v="923" actId="207"/>
          <ac:spMkLst>
            <pc:docMk/>
            <pc:sldMk cId="3618475896" sldId="1160"/>
            <ac:spMk id="7" creationId="{43FAFECB-C844-4CB0-97F3-0B7C4C304FAD}"/>
          </ac:spMkLst>
        </pc:spChg>
        <pc:spChg chg="add mod">
          <ac:chgData name="王 欣捷" userId="b965477fa0aef5e6" providerId="LiveId" clId="{6B25E3A0-8D13-427B-91C6-98F6CF017510}" dt="2021-04-20T13:50:15.390" v="923" actId="207"/>
          <ac:spMkLst>
            <pc:docMk/>
            <pc:sldMk cId="3618475896" sldId="1160"/>
            <ac:spMk id="8" creationId="{DA57C6C0-FD63-4D6C-B67B-E9E3E329195D}"/>
          </ac:spMkLst>
        </pc:spChg>
        <pc:spChg chg="add mod">
          <ac:chgData name="王 欣捷" userId="b965477fa0aef5e6" providerId="LiveId" clId="{6B25E3A0-8D13-427B-91C6-98F6CF017510}" dt="2021-04-20T13:50:15.390" v="923" actId="207"/>
          <ac:spMkLst>
            <pc:docMk/>
            <pc:sldMk cId="3618475896" sldId="1160"/>
            <ac:spMk id="9" creationId="{E82CBD8C-9337-430B-A433-CAC9D181EE55}"/>
          </ac:spMkLst>
        </pc:spChg>
        <pc:spChg chg="add mod">
          <ac:chgData name="王 欣捷" userId="b965477fa0aef5e6" providerId="LiveId" clId="{6B25E3A0-8D13-427B-91C6-98F6CF017510}" dt="2021-04-20T13:50:15.390" v="923" actId="207"/>
          <ac:spMkLst>
            <pc:docMk/>
            <pc:sldMk cId="3618475896" sldId="1160"/>
            <ac:spMk id="10" creationId="{98CED294-57E3-4BDA-ADF7-8AEC28A311D8}"/>
          </ac:spMkLst>
        </pc:spChg>
        <pc:spChg chg="add mod">
          <ac:chgData name="王 欣捷" userId="b965477fa0aef5e6" providerId="LiveId" clId="{6B25E3A0-8D13-427B-91C6-98F6CF017510}" dt="2021-04-20T13:50:15.390" v="923" actId="207"/>
          <ac:spMkLst>
            <pc:docMk/>
            <pc:sldMk cId="3618475896" sldId="1160"/>
            <ac:spMk id="11" creationId="{0E83CC08-AA82-4E14-8AB4-A22DE7008ACB}"/>
          </ac:spMkLst>
        </pc:spChg>
        <pc:spChg chg="add mod">
          <ac:chgData name="王 欣捷" userId="b965477fa0aef5e6" providerId="LiveId" clId="{6B25E3A0-8D13-427B-91C6-98F6CF017510}" dt="2021-04-20T13:50:15.390" v="923" actId="207"/>
          <ac:spMkLst>
            <pc:docMk/>
            <pc:sldMk cId="3618475896" sldId="1160"/>
            <ac:spMk id="12" creationId="{4287D078-374E-4ADA-9FC0-CFAA5D71067F}"/>
          </ac:spMkLst>
        </pc:spChg>
        <pc:spChg chg="add mod">
          <ac:chgData name="王 欣捷" userId="b965477fa0aef5e6" providerId="LiveId" clId="{6B25E3A0-8D13-427B-91C6-98F6CF017510}" dt="2021-04-20T13:50:15.390" v="923" actId="207"/>
          <ac:spMkLst>
            <pc:docMk/>
            <pc:sldMk cId="3618475896" sldId="1160"/>
            <ac:spMk id="13" creationId="{D524F843-209A-4920-BD4D-B296228FF1CC}"/>
          </ac:spMkLst>
        </pc:spChg>
        <pc:spChg chg="add mod">
          <ac:chgData name="王 欣捷" userId="b965477fa0aef5e6" providerId="LiveId" clId="{6B25E3A0-8D13-427B-91C6-98F6CF017510}" dt="2021-04-20T13:50:15.390" v="923" actId="207"/>
          <ac:spMkLst>
            <pc:docMk/>
            <pc:sldMk cId="3618475896" sldId="1160"/>
            <ac:spMk id="14" creationId="{62B457C2-FBE4-4E73-A0CC-399F04A2333F}"/>
          </ac:spMkLst>
        </pc:spChg>
        <pc:spChg chg="add mod">
          <ac:chgData name="王 欣捷" userId="b965477fa0aef5e6" providerId="LiveId" clId="{6B25E3A0-8D13-427B-91C6-98F6CF017510}" dt="2021-04-20T13:50:15.390" v="923" actId="207"/>
          <ac:spMkLst>
            <pc:docMk/>
            <pc:sldMk cId="3618475896" sldId="1160"/>
            <ac:spMk id="15" creationId="{B05F56D3-A425-4F51-BFBF-FF8C4A157E90}"/>
          </ac:spMkLst>
        </pc:spChg>
      </pc:sldChg>
      <pc:sldChg chg="modSp add mod">
        <pc:chgData name="王 欣捷" userId="b965477fa0aef5e6" providerId="LiveId" clId="{6B25E3A0-8D13-427B-91C6-98F6CF017510}" dt="2021-04-20T14:01:41.766" v="1174" actId="207"/>
        <pc:sldMkLst>
          <pc:docMk/>
          <pc:sldMk cId="2042943240" sldId="1161"/>
        </pc:sldMkLst>
        <pc:spChg chg="mod">
          <ac:chgData name="王 欣捷" userId="b965477fa0aef5e6" providerId="LiveId" clId="{6B25E3A0-8D13-427B-91C6-98F6CF017510}" dt="2021-04-20T14:01:41.766" v="1174" actId="207"/>
          <ac:spMkLst>
            <pc:docMk/>
            <pc:sldMk cId="2042943240" sldId="1161"/>
            <ac:spMk id="6" creationId="{8C0A194A-FE45-43A7-A056-59B50109DE7B}"/>
          </ac:spMkLst>
        </pc:spChg>
        <pc:spChg chg="mod">
          <ac:chgData name="王 欣捷" userId="b965477fa0aef5e6" providerId="LiveId" clId="{6B25E3A0-8D13-427B-91C6-98F6CF017510}" dt="2021-04-20T13:50:23.250" v="924" actId="207"/>
          <ac:spMkLst>
            <pc:docMk/>
            <pc:sldMk cId="2042943240" sldId="1161"/>
            <ac:spMk id="7" creationId="{43FAFECB-C844-4CB0-97F3-0B7C4C304FAD}"/>
          </ac:spMkLst>
        </pc:spChg>
        <pc:spChg chg="mod">
          <ac:chgData name="王 欣捷" userId="b965477fa0aef5e6" providerId="LiveId" clId="{6B25E3A0-8D13-427B-91C6-98F6CF017510}" dt="2021-04-20T14:01:41.766" v="1174" actId="207"/>
          <ac:spMkLst>
            <pc:docMk/>
            <pc:sldMk cId="2042943240" sldId="1161"/>
            <ac:spMk id="8" creationId="{DA57C6C0-FD63-4D6C-B67B-E9E3E329195D}"/>
          </ac:spMkLst>
        </pc:spChg>
        <pc:spChg chg="mod">
          <ac:chgData name="王 欣捷" userId="b965477fa0aef5e6" providerId="LiveId" clId="{6B25E3A0-8D13-427B-91C6-98F6CF017510}" dt="2021-04-20T14:01:41.766" v="1174" actId="207"/>
          <ac:spMkLst>
            <pc:docMk/>
            <pc:sldMk cId="2042943240" sldId="1161"/>
            <ac:spMk id="9" creationId="{E82CBD8C-9337-430B-A433-CAC9D181EE55}"/>
          </ac:spMkLst>
        </pc:spChg>
        <pc:spChg chg="mod">
          <ac:chgData name="王 欣捷" userId="b965477fa0aef5e6" providerId="LiveId" clId="{6B25E3A0-8D13-427B-91C6-98F6CF017510}" dt="2021-04-20T13:50:23.250" v="924" actId="207"/>
          <ac:spMkLst>
            <pc:docMk/>
            <pc:sldMk cId="2042943240" sldId="1161"/>
            <ac:spMk id="10" creationId="{98CED294-57E3-4BDA-ADF7-8AEC28A311D8}"/>
          </ac:spMkLst>
        </pc:spChg>
        <pc:spChg chg="mod">
          <ac:chgData name="王 欣捷" userId="b965477fa0aef5e6" providerId="LiveId" clId="{6B25E3A0-8D13-427B-91C6-98F6CF017510}" dt="2021-04-20T14:01:41.766" v="1174" actId="207"/>
          <ac:spMkLst>
            <pc:docMk/>
            <pc:sldMk cId="2042943240" sldId="1161"/>
            <ac:spMk id="11" creationId="{0E83CC08-AA82-4E14-8AB4-A22DE7008ACB}"/>
          </ac:spMkLst>
        </pc:spChg>
        <pc:spChg chg="mod">
          <ac:chgData name="王 欣捷" userId="b965477fa0aef5e6" providerId="LiveId" clId="{6B25E3A0-8D13-427B-91C6-98F6CF017510}" dt="2021-04-20T13:50:23.250" v="924" actId="207"/>
          <ac:spMkLst>
            <pc:docMk/>
            <pc:sldMk cId="2042943240" sldId="1161"/>
            <ac:spMk id="12" creationId="{4287D078-374E-4ADA-9FC0-CFAA5D71067F}"/>
          </ac:spMkLst>
        </pc:spChg>
        <pc:spChg chg="mod">
          <ac:chgData name="王 欣捷" userId="b965477fa0aef5e6" providerId="LiveId" clId="{6B25E3A0-8D13-427B-91C6-98F6CF017510}" dt="2021-04-20T13:50:23.250" v="924" actId="207"/>
          <ac:spMkLst>
            <pc:docMk/>
            <pc:sldMk cId="2042943240" sldId="1161"/>
            <ac:spMk id="13" creationId="{D524F843-209A-4920-BD4D-B296228FF1CC}"/>
          </ac:spMkLst>
        </pc:spChg>
        <pc:spChg chg="mod">
          <ac:chgData name="王 欣捷" userId="b965477fa0aef5e6" providerId="LiveId" clId="{6B25E3A0-8D13-427B-91C6-98F6CF017510}" dt="2021-04-20T13:50:23.250" v="924" actId="207"/>
          <ac:spMkLst>
            <pc:docMk/>
            <pc:sldMk cId="2042943240" sldId="1161"/>
            <ac:spMk id="14" creationId="{62B457C2-FBE4-4E73-A0CC-399F04A2333F}"/>
          </ac:spMkLst>
        </pc:spChg>
        <pc:spChg chg="mod">
          <ac:chgData name="王 欣捷" userId="b965477fa0aef5e6" providerId="LiveId" clId="{6B25E3A0-8D13-427B-91C6-98F6CF017510}" dt="2021-04-20T13:50:23.250" v="924" actId="207"/>
          <ac:spMkLst>
            <pc:docMk/>
            <pc:sldMk cId="2042943240" sldId="1161"/>
            <ac:spMk id="15" creationId="{B05F56D3-A425-4F51-BFBF-FF8C4A157E90}"/>
          </ac:spMkLst>
        </pc:spChg>
      </pc:sldChg>
      <pc:sldChg chg="addSp delSp modSp add mod chgLayout">
        <pc:chgData name="王 欣捷" userId="b965477fa0aef5e6" providerId="LiveId" clId="{6B25E3A0-8D13-427B-91C6-98F6CF017510}" dt="2021-04-20T14:10:21.546" v="1320"/>
        <pc:sldMkLst>
          <pc:docMk/>
          <pc:sldMk cId="3272006686" sldId="1162"/>
        </pc:sldMkLst>
        <pc:spChg chg="mod">
          <ac:chgData name="王 欣捷" userId="b965477fa0aef5e6" providerId="LiveId" clId="{6B25E3A0-8D13-427B-91C6-98F6CF017510}" dt="2021-04-20T14:02:57.118" v="1192" actId="108"/>
          <ac:spMkLst>
            <pc:docMk/>
            <pc:sldMk cId="3272006686" sldId="1162"/>
            <ac:spMk id="38" creationId="{2B9F4046-28A3-483A-A418-339D934F468C}"/>
          </ac:spMkLst>
        </pc:spChg>
        <pc:spChg chg="mod">
          <ac:chgData name="王 欣捷" userId="b965477fa0aef5e6" providerId="LiveId" clId="{6B25E3A0-8D13-427B-91C6-98F6CF017510}" dt="2021-04-20T13:52:17.432" v="950" actId="20577"/>
          <ac:spMkLst>
            <pc:docMk/>
            <pc:sldMk cId="3272006686" sldId="1162"/>
            <ac:spMk id="39" creationId="{814F3998-30B5-42E0-8FFE-0C430CA2EFB0}"/>
          </ac:spMkLst>
        </pc:spChg>
        <pc:spChg chg="mod">
          <ac:chgData name="王 欣捷" userId="b965477fa0aef5e6" providerId="LiveId" clId="{6B25E3A0-8D13-427B-91C6-98F6CF017510}" dt="2021-04-20T14:02:54.551" v="1191" actId="108"/>
          <ac:spMkLst>
            <pc:docMk/>
            <pc:sldMk cId="3272006686" sldId="1162"/>
            <ac:spMk id="41" creationId="{8B37B2C7-A4E9-4591-A33A-FF261DCF1510}"/>
          </ac:spMkLst>
        </pc:spChg>
        <pc:spChg chg="mod">
          <ac:chgData name="王 欣捷" userId="b965477fa0aef5e6" providerId="LiveId" clId="{6B25E3A0-8D13-427B-91C6-98F6CF017510}" dt="2021-04-20T13:53:11.346" v="964"/>
          <ac:spMkLst>
            <pc:docMk/>
            <pc:sldMk cId="3272006686" sldId="1162"/>
            <ac:spMk id="42" creationId="{E76F7241-C71D-4AA9-8D7D-8E18E551257E}"/>
          </ac:spMkLst>
        </pc:spChg>
        <pc:spChg chg="mod">
          <ac:chgData name="王 欣捷" userId="b965477fa0aef5e6" providerId="LiveId" clId="{6B25E3A0-8D13-427B-91C6-98F6CF017510}" dt="2021-04-20T14:02:51.078" v="1190" actId="108"/>
          <ac:spMkLst>
            <pc:docMk/>
            <pc:sldMk cId="3272006686" sldId="1162"/>
            <ac:spMk id="44" creationId="{ECE44928-AF86-4410-9F2B-160878A43944}"/>
          </ac:spMkLst>
        </pc:spChg>
        <pc:spChg chg="mod">
          <ac:chgData name="王 欣捷" userId="b965477fa0aef5e6" providerId="LiveId" clId="{6B25E3A0-8D13-427B-91C6-98F6CF017510}" dt="2021-04-20T13:53:36.036" v="971"/>
          <ac:spMkLst>
            <pc:docMk/>
            <pc:sldMk cId="3272006686" sldId="1162"/>
            <ac:spMk id="45" creationId="{568B3DA6-B941-4D74-B9B5-DE8802BC74BD}"/>
          </ac:spMkLst>
        </pc:spChg>
        <pc:spChg chg="mod">
          <ac:chgData name="王 欣捷" userId="b965477fa0aef5e6" providerId="LiveId" clId="{6B25E3A0-8D13-427B-91C6-98F6CF017510}" dt="2021-04-20T14:02:48.973" v="1189" actId="108"/>
          <ac:spMkLst>
            <pc:docMk/>
            <pc:sldMk cId="3272006686" sldId="1162"/>
            <ac:spMk id="47" creationId="{AD9269AA-B566-40D7-93C7-692CEDA114DD}"/>
          </ac:spMkLst>
        </pc:spChg>
        <pc:spChg chg="mod">
          <ac:chgData name="王 欣捷" userId="b965477fa0aef5e6" providerId="LiveId" clId="{6B25E3A0-8D13-427B-91C6-98F6CF017510}" dt="2021-04-20T13:53:36.036" v="971"/>
          <ac:spMkLst>
            <pc:docMk/>
            <pc:sldMk cId="3272006686" sldId="1162"/>
            <ac:spMk id="48" creationId="{E3FB57F8-17D9-4DE6-92A6-7AAEFD0B0FFB}"/>
          </ac:spMkLst>
        </pc:spChg>
        <pc:spChg chg="mod">
          <ac:chgData name="王 欣捷" userId="b965477fa0aef5e6" providerId="LiveId" clId="{6B25E3A0-8D13-427B-91C6-98F6CF017510}" dt="2021-04-20T14:02:46.804" v="1188" actId="108"/>
          <ac:spMkLst>
            <pc:docMk/>
            <pc:sldMk cId="3272006686" sldId="1162"/>
            <ac:spMk id="50" creationId="{3D646818-57D1-4B50-8184-1311095C77AF}"/>
          </ac:spMkLst>
        </pc:spChg>
        <pc:spChg chg="mod">
          <ac:chgData name="王 欣捷" userId="b965477fa0aef5e6" providerId="LiveId" clId="{6B25E3A0-8D13-427B-91C6-98F6CF017510}" dt="2021-04-20T13:53:45.006" v="973"/>
          <ac:spMkLst>
            <pc:docMk/>
            <pc:sldMk cId="3272006686" sldId="1162"/>
            <ac:spMk id="51" creationId="{B501EF4B-A82F-4EE2-8A9F-556EA85F931D}"/>
          </ac:spMkLst>
        </pc:spChg>
        <pc:spChg chg="mod">
          <ac:chgData name="王 欣捷" userId="b965477fa0aef5e6" providerId="LiveId" clId="{6B25E3A0-8D13-427B-91C6-98F6CF017510}" dt="2021-04-20T14:02:44.466" v="1187" actId="108"/>
          <ac:spMkLst>
            <pc:docMk/>
            <pc:sldMk cId="3272006686" sldId="1162"/>
            <ac:spMk id="53" creationId="{5D56F690-7B1E-4A68-82B2-88DCDF985D70}"/>
          </ac:spMkLst>
        </pc:spChg>
        <pc:spChg chg="mod">
          <ac:chgData name="王 欣捷" userId="b965477fa0aef5e6" providerId="LiveId" clId="{6B25E3A0-8D13-427B-91C6-98F6CF017510}" dt="2021-04-20T13:53:45.006" v="973"/>
          <ac:spMkLst>
            <pc:docMk/>
            <pc:sldMk cId="3272006686" sldId="1162"/>
            <ac:spMk id="54" creationId="{D1623BE1-249A-43B9-8E45-B70DBB6C3741}"/>
          </ac:spMkLst>
        </pc:spChg>
        <pc:spChg chg="mod">
          <ac:chgData name="王 欣捷" userId="b965477fa0aef5e6" providerId="LiveId" clId="{6B25E3A0-8D13-427B-91C6-98F6CF017510}" dt="2021-04-20T14:02:40.742" v="1186" actId="108"/>
          <ac:spMkLst>
            <pc:docMk/>
            <pc:sldMk cId="3272006686" sldId="1162"/>
            <ac:spMk id="56" creationId="{CC7B33AC-8473-402C-BDFE-C6D4EC98FB84}"/>
          </ac:spMkLst>
        </pc:spChg>
        <pc:spChg chg="mod">
          <ac:chgData name="王 欣捷" userId="b965477fa0aef5e6" providerId="LiveId" clId="{6B25E3A0-8D13-427B-91C6-98F6CF017510}" dt="2021-04-20T14:02:38.019" v="1185" actId="108"/>
          <ac:spMkLst>
            <pc:docMk/>
            <pc:sldMk cId="3272006686" sldId="1162"/>
            <ac:spMk id="57" creationId="{5A6457EF-9E61-4052-8BD2-AF0F6083ACAF}"/>
          </ac:spMkLst>
        </pc:spChg>
        <pc:spChg chg="mod">
          <ac:chgData name="王 欣捷" userId="b965477fa0aef5e6" providerId="LiveId" clId="{6B25E3A0-8D13-427B-91C6-98F6CF017510}" dt="2021-04-20T14:02:29.681" v="1179" actId="108"/>
          <ac:spMkLst>
            <pc:docMk/>
            <pc:sldMk cId="3272006686" sldId="1162"/>
            <ac:spMk id="59" creationId="{08C6631D-9015-482B-AB23-AF8CE46FF286}"/>
          </ac:spMkLst>
        </pc:spChg>
        <pc:spChg chg="mod">
          <ac:chgData name="王 欣捷" userId="b965477fa0aef5e6" providerId="LiveId" clId="{6B25E3A0-8D13-427B-91C6-98F6CF017510}" dt="2021-04-20T13:53:45.006" v="973"/>
          <ac:spMkLst>
            <pc:docMk/>
            <pc:sldMk cId="3272006686" sldId="1162"/>
            <ac:spMk id="60" creationId="{364AF797-BCD2-4DBD-9F66-F3FBB1C8F249}"/>
          </ac:spMkLst>
        </pc:spChg>
        <pc:spChg chg="mod">
          <ac:chgData name="王 欣捷" userId="b965477fa0aef5e6" providerId="LiveId" clId="{6B25E3A0-8D13-427B-91C6-98F6CF017510}" dt="2021-04-20T14:02:27.597" v="1178" actId="108"/>
          <ac:spMkLst>
            <pc:docMk/>
            <pc:sldMk cId="3272006686" sldId="1162"/>
            <ac:spMk id="62" creationId="{05E23247-22B9-4CB3-9763-1E4085E5B5F5}"/>
          </ac:spMkLst>
        </pc:spChg>
        <pc:spChg chg="mod">
          <ac:chgData name="王 欣捷" userId="b965477fa0aef5e6" providerId="LiveId" clId="{6B25E3A0-8D13-427B-91C6-98F6CF017510}" dt="2021-04-20T13:54:20.988" v="1017"/>
          <ac:spMkLst>
            <pc:docMk/>
            <pc:sldMk cId="3272006686" sldId="1162"/>
            <ac:spMk id="63" creationId="{6AAFA6E9-AB52-4FF4-A6EA-9E516866D321}"/>
          </ac:spMkLst>
        </pc:spChg>
        <pc:spChg chg="mod">
          <ac:chgData name="王 欣捷" userId="b965477fa0aef5e6" providerId="LiveId" clId="{6B25E3A0-8D13-427B-91C6-98F6CF017510}" dt="2021-04-20T14:02:24.734" v="1177" actId="108"/>
          <ac:spMkLst>
            <pc:docMk/>
            <pc:sldMk cId="3272006686" sldId="1162"/>
            <ac:spMk id="65" creationId="{466089FD-1875-4827-9FE9-6D8AAC862654}"/>
          </ac:spMkLst>
        </pc:spChg>
        <pc:spChg chg="mod">
          <ac:chgData name="王 欣捷" userId="b965477fa0aef5e6" providerId="LiveId" clId="{6B25E3A0-8D13-427B-91C6-98F6CF017510}" dt="2021-04-20T13:54:20.988" v="1017"/>
          <ac:spMkLst>
            <pc:docMk/>
            <pc:sldMk cId="3272006686" sldId="1162"/>
            <ac:spMk id="66" creationId="{1C6E2429-62C5-4F21-885D-3C9AF35E8CDB}"/>
          </ac:spMkLst>
        </pc:spChg>
        <pc:spChg chg="mod">
          <ac:chgData name="王 欣捷" userId="b965477fa0aef5e6" providerId="LiveId" clId="{6B25E3A0-8D13-427B-91C6-98F6CF017510}" dt="2021-04-20T14:02:11.808" v="1176" actId="207"/>
          <ac:spMkLst>
            <pc:docMk/>
            <pc:sldMk cId="3272006686" sldId="1162"/>
            <ac:spMk id="68" creationId="{81B3DF3E-BF74-4640-8FD0-3AF39CE4BCFF}"/>
          </ac:spMkLst>
        </pc:spChg>
        <pc:spChg chg="mod">
          <ac:chgData name="王 欣捷" userId="b965477fa0aef5e6" providerId="LiveId" clId="{6B25E3A0-8D13-427B-91C6-98F6CF017510}" dt="2021-04-20T13:54:20.988" v="1017"/>
          <ac:spMkLst>
            <pc:docMk/>
            <pc:sldMk cId="3272006686" sldId="1162"/>
            <ac:spMk id="69" creationId="{66B0A8B5-A666-4821-9F40-85E79E5C1160}"/>
          </ac:spMkLst>
        </pc:spChg>
        <pc:spChg chg="mod">
          <ac:chgData name="王 欣捷" userId="b965477fa0aef5e6" providerId="LiveId" clId="{6B25E3A0-8D13-427B-91C6-98F6CF017510}" dt="2021-04-20T14:03:02.141" v="1193" actId="108"/>
          <ac:spMkLst>
            <pc:docMk/>
            <pc:sldMk cId="3272006686" sldId="1162"/>
            <ac:spMk id="71" creationId="{2258FEB1-C254-420F-AABA-E093E021B3E7}"/>
          </ac:spMkLst>
        </pc:spChg>
        <pc:spChg chg="mod">
          <ac:chgData name="王 欣捷" userId="b965477fa0aef5e6" providerId="LiveId" clId="{6B25E3A0-8D13-427B-91C6-98F6CF017510}" dt="2021-04-20T13:54:20.988" v="1017"/>
          <ac:spMkLst>
            <pc:docMk/>
            <pc:sldMk cId="3272006686" sldId="1162"/>
            <ac:spMk id="72" creationId="{AF0C8832-5C45-4FB3-948A-A873142DCB37}"/>
          </ac:spMkLst>
        </pc:spChg>
        <pc:spChg chg="mod ord">
          <ac:chgData name="王 欣捷" userId="b965477fa0aef5e6" providerId="LiveId" clId="{6B25E3A0-8D13-427B-91C6-98F6CF017510}" dt="2021-04-20T13:58:53.842" v="1129" actId="700"/>
          <ac:spMkLst>
            <pc:docMk/>
            <pc:sldMk cId="3272006686" sldId="1162"/>
            <ac:spMk id="44034" creationId="{2F764B2D-AAD3-4E52-A4DE-87FB3D35D58E}"/>
          </ac:spMkLst>
        </pc:spChg>
        <pc:spChg chg="mod ord">
          <ac:chgData name="王 欣捷" userId="b965477fa0aef5e6" providerId="LiveId" clId="{6B25E3A0-8D13-427B-91C6-98F6CF017510}" dt="2021-04-20T13:59:00.644" v="1130"/>
          <ac:spMkLst>
            <pc:docMk/>
            <pc:sldMk cId="3272006686" sldId="1162"/>
            <ac:spMk id="44035" creationId="{5D1D868F-8DD2-453C-A53C-A9E8EF698509}"/>
          </ac:spMkLst>
        </pc:spChg>
        <pc:grpChg chg="del">
          <ac:chgData name="王 欣捷" userId="b965477fa0aef5e6" providerId="LiveId" clId="{6B25E3A0-8D13-427B-91C6-98F6CF017510}" dt="2021-04-20T13:54:48.161" v="1019" actId="478"/>
          <ac:grpSpMkLst>
            <pc:docMk/>
            <pc:sldMk cId="3272006686" sldId="1162"/>
            <ac:grpSpMk id="11" creationId="{02C0B712-15B4-4AE4-B152-3902F38B3FEC}"/>
          </ac:grpSpMkLst>
        </pc:grpChg>
        <pc:grpChg chg="del">
          <ac:chgData name="王 欣捷" userId="b965477fa0aef5e6" providerId="LiveId" clId="{6B25E3A0-8D13-427B-91C6-98F6CF017510}" dt="2021-04-20T13:54:48.161" v="1019" actId="478"/>
          <ac:grpSpMkLst>
            <pc:docMk/>
            <pc:sldMk cId="3272006686" sldId="1162"/>
            <ac:grpSpMk id="16" creationId="{4E4115BC-DABB-46C4-A1CF-F8410C1465BD}"/>
          </ac:grpSpMkLst>
        </pc:grpChg>
        <pc:grpChg chg="del">
          <ac:chgData name="王 欣捷" userId="b965477fa0aef5e6" providerId="LiveId" clId="{6B25E3A0-8D13-427B-91C6-98F6CF017510}" dt="2021-04-20T13:54:48.161" v="1019" actId="478"/>
          <ac:grpSpMkLst>
            <pc:docMk/>
            <pc:sldMk cId="3272006686" sldId="1162"/>
            <ac:grpSpMk id="19" creationId="{3F4B44F9-127A-4F25-81C7-D3572C375A3C}"/>
          </ac:grpSpMkLst>
        </pc:grpChg>
        <pc:grpChg chg="del">
          <ac:chgData name="王 欣捷" userId="b965477fa0aef5e6" providerId="LiveId" clId="{6B25E3A0-8D13-427B-91C6-98F6CF017510}" dt="2021-04-20T13:54:48.161" v="1019" actId="478"/>
          <ac:grpSpMkLst>
            <pc:docMk/>
            <pc:sldMk cId="3272006686" sldId="1162"/>
            <ac:grpSpMk id="22" creationId="{69F55667-9F22-4C84-96B6-664503EFAE53}"/>
          </ac:grpSpMkLst>
        </pc:grpChg>
        <pc:grpChg chg="del">
          <ac:chgData name="王 欣捷" userId="b965477fa0aef5e6" providerId="LiveId" clId="{6B25E3A0-8D13-427B-91C6-98F6CF017510}" dt="2021-04-20T13:54:48.161" v="1019" actId="478"/>
          <ac:grpSpMkLst>
            <pc:docMk/>
            <pc:sldMk cId="3272006686" sldId="1162"/>
            <ac:grpSpMk id="25" creationId="{173E6166-5837-4BCF-ACBA-FB600D1A14E4}"/>
          </ac:grpSpMkLst>
        </pc:grpChg>
        <pc:grpChg chg="del">
          <ac:chgData name="王 欣捷" userId="b965477fa0aef5e6" providerId="LiveId" clId="{6B25E3A0-8D13-427B-91C6-98F6CF017510}" dt="2021-04-20T13:54:48.161" v="1019" actId="478"/>
          <ac:grpSpMkLst>
            <pc:docMk/>
            <pc:sldMk cId="3272006686" sldId="1162"/>
            <ac:grpSpMk id="28" creationId="{665B71ED-C5C7-4C81-9A0C-396F95AE1517}"/>
          </ac:grpSpMkLst>
        </pc:grpChg>
        <pc:grpChg chg="del">
          <ac:chgData name="王 欣捷" userId="b965477fa0aef5e6" providerId="LiveId" clId="{6B25E3A0-8D13-427B-91C6-98F6CF017510}" dt="2021-04-20T13:54:48.161" v="1019" actId="478"/>
          <ac:grpSpMkLst>
            <pc:docMk/>
            <pc:sldMk cId="3272006686" sldId="1162"/>
            <ac:grpSpMk id="31" creationId="{54A68B26-51CD-423D-80F0-360506345D8D}"/>
          </ac:grpSpMkLst>
        </pc:grpChg>
        <pc:grpChg chg="del">
          <ac:chgData name="王 欣捷" userId="b965477fa0aef5e6" providerId="LiveId" clId="{6B25E3A0-8D13-427B-91C6-98F6CF017510}" dt="2021-04-20T13:54:48.161" v="1019" actId="478"/>
          <ac:grpSpMkLst>
            <pc:docMk/>
            <pc:sldMk cId="3272006686" sldId="1162"/>
            <ac:grpSpMk id="34" creationId="{C23310F7-AAAF-4ECB-8B01-EC19945991A0}"/>
          </ac:grpSpMkLst>
        </pc:grpChg>
        <pc:grpChg chg="add mod">
          <ac:chgData name="王 欣捷" userId="b965477fa0aef5e6" providerId="LiveId" clId="{6B25E3A0-8D13-427B-91C6-98F6CF017510}" dt="2021-04-20T13:59:04.604" v="1145" actId="1035"/>
          <ac:grpSpMkLst>
            <pc:docMk/>
            <pc:sldMk cId="3272006686" sldId="1162"/>
            <ac:grpSpMk id="37" creationId="{E232A05F-35E9-4B86-8F01-41CA588AF014}"/>
          </ac:grpSpMkLst>
        </pc:grpChg>
        <pc:grpChg chg="add mod">
          <ac:chgData name="王 欣捷" userId="b965477fa0aef5e6" providerId="LiveId" clId="{6B25E3A0-8D13-427B-91C6-98F6CF017510}" dt="2021-04-20T13:59:04.604" v="1145" actId="1035"/>
          <ac:grpSpMkLst>
            <pc:docMk/>
            <pc:sldMk cId="3272006686" sldId="1162"/>
            <ac:grpSpMk id="40" creationId="{32117D2B-A7C0-4FE2-8439-CC9179C3EF0E}"/>
          </ac:grpSpMkLst>
        </pc:grpChg>
        <pc:grpChg chg="add mod">
          <ac:chgData name="王 欣捷" userId="b965477fa0aef5e6" providerId="LiveId" clId="{6B25E3A0-8D13-427B-91C6-98F6CF017510}" dt="2021-04-20T13:59:04.604" v="1145" actId="1035"/>
          <ac:grpSpMkLst>
            <pc:docMk/>
            <pc:sldMk cId="3272006686" sldId="1162"/>
            <ac:grpSpMk id="43" creationId="{7E40C44B-9BAF-467F-948C-01831923BFAF}"/>
          </ac:grpSpMkLst>
        </pc:grpChg>
        <pc:grpChg chg="add mod">
          <ac:chgData name="王 欣捷" userId="b965477fa0aef5e6" providerId="LiveId" clId="{6B25E3A0-8D13-427B-91C6-98F6CF017510}" dt="2021-04-20T13:59:04.604" v="1145" actId="1035"/>
          <ac:grpSpMkLst>
            <pc:docMk/>
            <pc:sldMk cId="3272006686" sldId="1162"/>
            <ac:grpSpMk id="46" creationId="{82DD4A26-E10B-45F8-954A-D1BDEFDA713A}"/>
          </ac:grpSpMkLst>
        </pc:grpChg>
        <pc:grpChg chg="add mod">
          <ac:chgData name="王 欣捷" userId="b965477fa0aef5e6" providerId="LiveId" clId="{6B25E3A0-8D13-427B-91C6-98F6CF017510}" dt="2021-04-20T13:59:04.604" v="1145" actId="1035"/>
          <ac:grpSpMkLst>
            <pc:docMk/>
            <pc:sldMk cId="3272006686" sldId="1162"/>
            <ac:grpSpMk id="49" creationId="{216209EA-2F00-411B-BFB7-28DE0609EF57}"/>
          </ac:grpSpMkLst>
        </pc:grpChg>
        <pc:grpChg chg="add mod">
          <ac:chgData name="王 欣捷" userId="b965477fa0aef5e6" providerId="LiveId" clId="{6B25E3A0-8D13-427B-91C6-98F6CF017510}" dt="2021-04-20T13:59:04.604" v="1145" actId="1035"/>
          <ac:grpSpMkLst>
            <pc:docMk/>
            <pc:sldMk cId="3272006686" sldId="1162"/>
            <ac:grpSpMk id="52" creationId="{D15D4C85-6150-4AE1-AE38-482388DB41A6}"/>
          </ac:grpSpMkLst>
        </pc:grpChg>
        <pc:grpChg chg="add mod">
          <ac:chgData name="王 欣捷" userId="b965477fa0aef5e6" providerId="LiveId" clId="{6B25E3A0-8D13-427B-91C6-98F6CF017510}" dt="2021-04-20T13:59:04.604" v="1145" actId="1035"/>
          <ac:grpSpMkLst>
            <pc:docMk/>
            <pc:sldMk cId="3272006686" sldId="1162"/>
            <ac:grpSpMk id="55" creationId="{28187C55-AB44-4FAF-A9BD-025F828857AF}"/>
          </ac:grpSpMkLst>
        </pc:grpChg>
        <pc:grpChg chg="add mod">
          <ac:chgData name="王 欣捷" userId="b965477fa0aef5e6" providerId="LiveId" clId="{6B25E3A0-8D13-427B-91C6-98F6CF017510}" dt="2021-04-20T13:59:04.604" v="1145" actId="1035"/>
          <ac:grpSpMkLst>
            <pc:docMk/>
            <pc:sldMk cId="3272006686" sldId="1162"/>
            <ac:grpSpMk id="58" creationId="{C142F7B5-05BB-429C-96A8-FCF5385249C5}"/>
          </ac:grpSpMkLst>
        </pc:grpChg>
        <pc:grpChg chg="add mod">
          <ac:chgData name="王 欣捷" userId="b965477fa0aef5e6" providerId="LiveId" clId="{6B25E3A0-8D13-427B-91C6-98F6CF017510}" dt="2021-04-20T13:59:04.604" v="1145" actId="1035"/>
          <ac:grpSpMkLst>
            <pc:docMk/>
            <pc:sldMk cId="3272006686" sldId="1162"/>
            <ac:grpSpMk id="61" creationId="{B1D2E3F8-59D2-4A8E-96DB-1AE6A91F1037}"/>
          </ac:grpSpMkLst>
        </pc:grpChg>
        <pc:grpChg chg="add mod">
          <ac:chgData name="王 欣捷" userId="b965477fa0aef5e6" providerId="LiveId" clId="{6B25E3A0-8D13-427B-91C6-98F6CF017510}" dt="2021-04-20T13:59:04.604" v="1145" actId="1035"/>
          <ac:grpSpMkLst>
            <pc:docMk/>
            <pc:sldMk cId="3272006686" sldId="1162"/>
            <ac:grpSpMk id="64" creationId="{705DA6B0-1170-475E-8054-4AFACF912733}"/>
          </ac:grpSpMkLst>
        </pc:grpChg>
        <pc:grpChg chg="add mod">
          <ac:chgData name="王 欣捷" userId="b965477fa0aef5e6" providerId="LiveId" clId="{6B25E3A0-8D13-427B-91C6-98F6CF017510}" dt="2021-04-20T13:59:04.604" v="1145" actId="1035"/>
          <ac:grpSpMkLst>
            <pc:docMk/>
            <pc:sldMk cId="3272006686" sldId="1162"/>
            <ac:grpSpMk id="67" creationId="{9918594F-7989-4876-9A89-ACC735EF71B6}"/>
          </ac:grpSpMkLst>
        </pc:grpChg>
        <pc:grpChg chg="add mod">
          <ac:chgData name="王 欣捷" userId="b965477fa0aef5e6" providerId="LiveId" clId="{6B25E3A0-8D13-427B-91C6-98F6CF017510}" dt="2021-04-20T13:59:04.604" v="1145" actId="1035"/>
          <ac:grpSpMkLst>
            <pc:docMk/>
            <pc:sldMk cId="3272006686" sldId="1162"/>
            <ac:grpSpMk id="70" creationId="{1AB95211-F910-4CA5-9C15-34BBDF7F8AF6}"/>
          </ac:grpSpMkLst>
        </pc:grpChg>
        <pc:graphicFrameChg chg="add del mod modGraphic">
          <ac:chgData name="王 欣捷" userId="b965477fa0aef5e6" providerId="LiveId" clId="{6B25E3A0-8D13-427B-91C6-98F6CF017510}" dt="2021-04-20T14:10:21.546" v="1320"/>
          <ac:graphicFrameMkLst>
            <pc:docMk/>
            <pc:sldMk cId="3272006686" sldId="1162"/>
            <ac:graphicFrameMk id="7" creationId="{135E5BFB-71B3-42B0-9930-200A49BF224F}"/>
          </ac:graphicFrameMkLst>
        </pc:graphicFrameChg>
      </pc:sldChg>
      <pc:sldChg chg="modSp add mod">
        <pc:chgData name="王 欣捷" userId="b965477fa0aef5e6" providerId="LiveId" clId="{6B25E3A0-8D13-427B-91C6-98F6CF017510}" dt="2021-04-20T13:57:35.694" v="1077" actId="207"/>
        <pc:sldMkLst>
          <pc:docMk/>
          <pc:sldMk cId="2547034749" sldId="1163"/>
        </pc:sldMkLst>
        <pc:spChg chg="mod">
          <ac:chgData name="王 欣捷" userId="b965477fa0aef5e6" providerId="LiveId" clId="{6B25E3A0-8D13-427B-91C6-98F6CF017510}" dt="2021-04-20T13:57:35.694" v="1077" actId="207"/>
          <ac:spMkLst>
            <pc:docMk/>
            <pc:sldMk cId="2547034749" sldId="1163"/>
            <ac:spMk id="6" creationId="{8C0A194A-FE45-43A7-A056-59B50109DE7B}"/>
          </ac:spMkLst>
        </pc:spChg>
        <pc:spChg chg="mod">
          <ac:chgData name="王 欣捷" userId="b965477fa0aef5e6" providerId="LiveId" clId="{6B25E3A0-8D13-427B-91C6-98F6CF017510}" dt="2021-04-20T13:57:35.694" v="1077" actId="207"/>
          <ac:spMkLst>
            <pc:docMk/>
            <pc:sldMk cId="2547034749" sldId="1163"/>
            <ac:spMk id="7" creationId="{43FAFECB-C844-4CB0-97F3-0B7C4C304FAD}"/>
          </ac:spMkLst>
        </pc:spChg>
        <pc:spChg chg="mod">
          <ac:chgData name="王 欣捷" userId="b965477fa0aef5e6" providerId="LiveId" clId="{6B25E3A0-8D13-427B-91C6-98F6CF017510}" dt="2021-04-20T13:57:35.694" v="1077" actId="207"/>
          <ac:spMkLst>
            <pc:docMk/>
            <pc:sldMk cId="2547034749" sldId="1163"/>
            <ac:spMk id="8" creationId="{DA57C6C0-FD63-4D6C-B67B-E9E3E329195D}"/>
          </ac:spMkLst>
        </pc:spChg>
        <pc:spChg chg="mod">
          <ac:chgData name="王 欣捷" userId="b965477fa0aef5e6" providerId="LiveId" clId="{6B25E3A0-8D13-427B-91C6-98F6CF017510}" dt="2021-04-20T13:57:35.694" v="1077" actId="207"/>
          <ac:spMkLst>
            <pc:docMk/>
            <pc:sldMk cId="2547034749" sldId="1163"/>
            <ac:spMk id="9" creationId="{E82CBD8C-9337-430B-A433-CAC9D181EE55}"/>
          </ac:spMkLst>
        </pc:spChg>
        <pc:spChg chg="mod">
          <ac:chgData name="王 欣捷" userId="b965477fa0aef5e6" providerId="LiveId" clId="{6B25E3A0-8D13-427B-91C6-98F6CF017510}" dt="2021-04-20T13:57:35.694" v="1077" actId="207"/>
          <ac:spMkLst>
            <pc:docMk/>
            <pc:sldMk cId="2547034749" sldId="1163"/>
            <ac:spMk id="11" creationId="{0E83CC08-AA82-4E14-8AB4-A22DE7008ACB}"/>
          </ac:spMkLst>
        </pc:spChg>
      </pc:sldChg>
      <pc:sldChg chg="add del">
        <pc:chgData name="王 欣捷" userId="b965477fa0aef5e6" providerId="LiveId" clId="{6B25E3A0-8D13-427B-91C6-98F6CF017510}" dt="2021-04-20T13:55:52.842" v="1047"/>
        <pc:sldMkLst>
          <pc:docMk/>
          <pc:sldMk cId="2822785792" sldId="1163"/>
        </pc:sldMkLst>
      </pc:sldChg>
      <pc:sldChg chg="modSp add del mod">
        <pc:chgData name="王 欣捷" userId="b965477fa0aef5e6" providerId="LiveId" clId="{6B25E3A0-8D13-427B-91C6-98F6CF017510}" dt="2021-04-20T13:59:18.004" v="1149" actId="47"/>
        <pc:sldMkLst>
          <pc:docMk/>
          <pc:sldMk cId="791380091" sldId="1164"/>
        </pc:sldMkLst>
        <pc:spChg chg="mod">
          <ac:chgData name="王 欣捷" userId="b965477fa0aef5e6" providerId="LiveId" clId="{6B25E3A0-8D13-427B-91C6-98F6CF017510}" dt="2021-04-20T13:58:13.864" v="1097" actId="20577"/>
          <ac:spMkLst>
            <pc:docMk/>
            <pc:sldMk cId="791380091" sldId="1164"/>
            <ac:spMk id="44035" creationId="{5D1D868F-8DD2-453C-A53C-A9E8EF698509}"/>
          </ac:spMkLst>
        </pc:spChg>
      </pc:sldChg>
      <pc:sldChg chg="addSp delSp modSp add mod">
        <pc:chgData name="王 欣捷" userId="b965477fa0aef5e6" providerId="LiveId" clId="{6B25E3A0-8D13-427B-91C6-98F6CF017510}" dt="2021-04-20T14:10:29.027" v="1322"/>
        <pc:sldMkLst>
          <pc:docMk/>
          <pc:sldMk cId="771280182" sldId="1165"/>
        </pc:sldMkLst>
        <pc:spChg chg="mod">
          <ac:chgData name="王 欣捷" userId="b965477fa0aef5e6" providerId="LiveId" clId="{6B25E3A0-8D13-427B-91C6-98F6CF017510}" dt="2021-04-20T14:03:24.597" v="1198" actId="207"/>
          <ac:spMkLst>
            <pc:docMk/>
            <pc:sldMk cId="771280182" sldId="1165"/>
            <ac:spMk id="62" creationId="{05E23247-22B9-4CB3-9763-1E4085E5B5F5}"/>
          </ac:spMkLst>
        </pc:spChg>
        <pc:spChg chg="mod">
          <ac:chgData name="王 欣捷" userId="b965477fa0aef5e6" providerId="LiveId" clId="{6B25E3A0-8D13-427B-91C6-98F6CF017510}" dt="2021-04-20T13:59:43.365" v="1159" actId="114"/>
          <ac:spMkLst>
            <pc:docMk/>
            <pc:sldMk cId="771280182" sldId="1165"/>
            <ac:spMk id="63" creationId="{6AAFA6E9-AB52-4FF4-A6EA-9E516866D321}"/>
          </ac:spMkLst>
        </pc:spChg>
        <pc:spChg chg="mod">
          <ac:chgData name="王 欣捷" userId="b965477fa0aef5e6" providerId="LiveId" clId="{6B25E3A0-8D13-427B-91C6-98F6CF017510}" dt="2021-04-20T14:03:22.910" v="1197" actId="207"/>
          <ac:spMkLst>
            <pc:docMk/>
            <pc:sldMk cId="771280182" sldId="1165"/>
            <ac:spMk id="65" creationId="{466089FD-1875-4827-9FE9-6D8AAC862654}"/>
          </ac:spMkLst>
        </pc:spChg>
        <pc:spChg chg="mod">
          <ac:chgData name="王 欣捷" userId="b965477fa0aef5e6" providerId="LiveId" clId="{6B25E3A0-8D13-427B-91C6-98F6CF017510}" dt="2021-04-20T13:59:47.026" v="1161" actId="20577"/>
          <ac:spMkLst>
            <pc:docMk/>
            <pc:sldMk cId="771280182" sldId="1165"/>
            <ac:spMk id="66" creationId="{1C6E2429-62C5-4F21-885D-3C9AF35E8CDB}"/>
          </ac:spMkLst>
        </pc:spChg>
        <pc:spChg chg="mod">
          <ac:chgData name="王 欣捷" userId="b965477fa0aef5e6" providerId="LiveId" clId="{6B25E3A0-8D13-427B-91C6-98F6CF017510}" dt="2021-04-20T14:03:21.326" v="1196" actId="207"/>
          <ac:spMkLst>
            <pc:docMk/>
            <pc:sldMk cId="771280182" sldId="1165"/>
            <ac:spMk id="68" creationId="{81B3DF3E-BF74-4640-8FD0-3AF39CE4BCFF}"/>
          </ac:spMkLst>
        </pc:spChg>
        <pc:spChg chg="mod">
          <ac:chgData name="王 欣捷" userId="b965477fa0aef5e6" providerId="LiveId" clId="{6B25E3A0-8D13-427B-91C6-98F6CF017510}" dt="2021-04-20T13:59:50.407" v="1163" actId="20577"/>
          <ac:spMkLst>
            <pc:docMk/>
            <pc:sldMk cId="771280182" sldId="1165"/>
            <ac:spMk id="69" creationId="{66B0A8B5-A666-4821-9F40-85E79E5C1160}"/>
          </ac:spMkLst>
        </pc:spChg>
        <pc:spChg chg="mod">
          <ac:chgData name="王 欣捷" userId="b965477fa0aef5e6" providerId="LiveId" clId="{6B25E3A0-8D13-427B-91C6-98F6CF017510}" dt="2021-04-20T14:03:19.595" v="1195" actId="207"/>
          <ac:spMkLst>
            <pc:docMk/>
            <pc:sldMk cId="771280182" sldId="1165"/>
            <ac:spMk id="71" creationId="{2258FEB1-C254-420F-AABA-E093E021B3E7}"/>
          </ac:spMkLst>
        </pc:spChg>
        <pc:spChg chg="mod">
          <ac:chgData name="王 欣捷" userId="b965477fa0aef5e6" providerId="LiveId" clId="{6B25E3A0-8D13-427B-91C6-98F6CF017510}" dt="2021-04-20T13:59:53.015" v="1165" actId="20577"/>
          <ac:spMkLst>
            <pc:docMk/>
            <pc:sldMk cId="771280182" sldId="1165"/>
            <ac:spMk id="72" creationId="{AF0C8832-5C45-4FB3-948A-A873142DCB37}"/>
          </ac:spMkLst>
        </pc:spChg>
        <pc:spChg chg="mod">
          <ac:chgData name="王 欣捷" userId="b965477fa0aef5e6" providerId="LiveId" clId="{6B25E3A0-8D13-427B-91C6-98F6CF017510}" dt="2021-04-20T14:03:17.746" v="1194" actId="207"/>
          <ac:spMkLst>
            <pc:docMk/>
            <pc:sldMk cId="771280182" sldId="1165"/>
            <ac:spMk id="74" creationId="{14B42BA5-9532-43A8-9D1C-988CF92D5827}"/>
          </ac:spMkLst>
        </pc:spChg>
        <pc:spChg chg="mod">
          <ac:chgData name="王 欣捷" userId="b965477fa0aef5e6" providerId="LiveId" clId="{6B25E3A0-8D13-427B-91C6-98F6CF017510}" dt="2021-04-20T13:59:56.244" v="1166"/>
          <ac:spMkLst>
            <pc:docMk/>
            <pc:sldMk cId="771280182" sldId="1165"/>
            <ac:spMk id="75" creationId="{43601592-BA20-4289-9EFB-E8814460DB56}"/>
          </ac:spMkLst>
        </pc:spChg>
        <pc:spChg chg="mod">
          <ac:chgData name="王 欣捷" userId="b965477fa0aef5e6" providerId="LiveId" clId="{6B25E3A0-8D13-427B-91C6-98F6CF017510}" dt="2021-04-20T13:59:24.987" v="1151" actId="1076"/>
          <ac:spMkLst>
            <pc:docMk/>
            <pc:sldMk cId="771280182" sldId="1165"/>
            <ac:spMk id="44035" creationId="{5D1D868F-8DD2-453C-A53C-A9E8EF698509}"/>
          </ac:spMkLst>
        </pc:spChg>
        <pc:grpChg chg="del">
          <ac:chgData name="王 欣捷" userId="b965477fa0aef5e6" providerId="LiveId" clId="{6B25E3A0-8D13-427B-91C6-98F6CF017510}" dt="2021-04-20T13:59:27.048" v="1152" actId="478"/>
          <ac:grpSpMkLst>
            <pc:docMk/>
            <pc:sldMk cId="771280182" sldId="1165"/>
            <ac:grpSpMk id="37" creationId="{E232A05F-35E9-4B86-8F01-41CA588AF014}"/>
          </ac:grpSpMkLst>
        </pc:grpChg>
        <pc:grpChg chg="del">
          <ac:chgData name="王 欣捷" userId="b965477fa0aef5e6" providerId="LiveId" clId="{6B25E3A0-8D13-427B-91C6-98F6CF017510}" dt="2021-04-20T13:59:27.048" v="1152" actId="478"/>
          <ac:grpSpMkLst>
            <pc:docMk/>
            <pc:sldMk cId="771280182" sldId="1165"/>
            <ac:grpSpMk id="40" creationId="{32117D2B-A7C0-4FE2-8439-CC9179C3EF0E}"/>
          </ac:grpSpMkLst>
        </pc:grpChg>
        <pc:grpChg chg="del">
          <ac:chgData name="王 欣捷" userId="b965477fa0aef5e6" providerId="LiveId" clId="{6B25E3A0-8D13-427B-91C6-98F6CF017510}" dt="2021-04-20T13:59:27.048" v="1152" actId="478"/>
          <ac:grpSpMkLst>
            <pc:docMk/>
            <pc:sldMk cId="771280182" sldId="1165"/>
            <ac:grpSpMk id="43" creationId="{7E40C44B-9BAF-467F-948C-01831923BFAF}"/>
          </ac:grpSpMkLst>
        </pc:grpChg>
        <pc:grpChg chg="del">
          <ac:chgData name="王 欣捷" userId="b965477fa0aef5e6" providerId="LiveId" clId="{6B25E3A0-8D13-427B-91C6-98F6CF017510}" dt="2021-04-20T13:59:27.048" v="1152" actId="478"/>
          <ac:grpSpMkLst>
            <pc:docMk/>
            <pc:sldMk cId="771280182" sldId="1165"/>
            <ac:grpSpMk id="46" creationId="{82DD4A26-E10B-45F8-954A-D1BDEFDA713A}"/>
          </ac:grpSpMkLst>
        </pc:grpChg>
        <pc:grpChg chg="del">
          <ac:chgData name="王 欣捷" userId="b965477fa0aef5e6" providerId="LiveId" clId="{6B25E3A0-8D13-427B-91C6-98F6CF017510}" dt="2021-04-20T13:59:27.048" v="1152" actId="478"/>
          <ac:grpSpMkLst>
            <pc:docMk/>
            <pc:sldMk cId="771280182" sldId="1165"/>
            <ac:grpSpMk id="49" creationId="{216209EA-2F00-411B-BFB7-28DE0609EF57}"/>
          </ac:grpSpMkLst>
        </pc:grpChg>
        <pc:grpChg chg="del">
          <ac:chgData name="王 欣捷" userId="b965477fa0aef5e6" providerId="LiveId" clId="{6B25E3A0-8D13-427B-91C6-98F6CF017510}" dt="2021-04-20T13:59:27.048" v="1152" actId="478"/>
          <ac:grpSpMkLst>
            <pc:docMk/>
            <pc:sldMk cId="771280182" sldId="1165"/>
            <ac:grpSpMk id="52" creationId="{D15D4C85-6150-4AE1-AE38-482388DB41A6}"/>
          </ac:grpSpMkLst>
        </pc:grpChg>
        <pc:grpChg chg="del">
          <ac:chgData name="王 欣捷" userId="b965477fa0aef5e6" providerId="LiveId" clId="{6B25E3A0-8D13-427B-91C6-98F6CF017510}" dt="2021-04-20T13:59:27.048" v="1152" actId="478"/>
          <ac:grpSpMkLst>
            <pc:docMk/>
            <pc:sldMk cId="771280182" sldId="1165"/>
            <ac:grpSpMk id="55" creationId="{28187C55-AB44-4FAF-A9BD-025F828857AF}"/>
          </ac:grpSpMkLst>
        </pc:grpChg>
        <pc:grpChg chg="del">
          <ac:chgData name="王 欣捷" userId="b965477fa0aef5e6" providerId="LiveId" clId="{6B25E3A0-8D13-427B-91C6-98F6CF017510}" dt="2021-04-20T13:59:27.048" v="1152" actId="478"/>
          <ac:grpSpMkLst>
            <pc:docMk/>
            <pc:sldMk cId="771280182" sldId="1165"/>
            <ac:grpSpMk id="58" creationId="{C142F7B5-05BB-429C-96A8-FCF5385249C5}"/>
          </ac:grpSpMkLst>
        </pc:grpChg>
        <pc:grpChg chg="mod">
          <ac:chgData name="王 欣捷" userId="b965477fa0aef5e6" providerId="LiveId" clId="{6B25E3A0-8D13-427B-91C6-98F6CF017510}" dt="2021-04-20T13:59:37.633" v="1156" actId="1076"/>
          <ac:grpSpMkLst>
            <pc:docMk/>
            <pc:sldMk cId="771280182" sldId="1165"/>
            <ac:grpSpMk id="61" creationId="{B1D2E3F8-59D2-4A8E-96DB-1AE6A91F1037}"/>
          </ac:grpSpMkLst>
        </pc:grpChg>
        <pc:grpChg chg="mod">
          <ac:chgData name="王 欣捷" userId="b965477fa0aef5e6" providerId="LiveId" clId="{6B25E3A0-8D13-427B-91C6-98F6CF017510}" dt="2021-04-20T13:59:34.194" v="1154" actId="1036"/>
          <ac:grpSpMkLst>
            <pc:docMk/>
            <pc:sldMk cId="771280182" sldId="1165"/>
            <ac:grpSpMk id="64" creationId="{705DA6B0-1170-475E-8054-4AFACF912733}"/>
          </ac:grpSpMkLst>
        </pc:grpChg>
        <pc:grpChg chg="mod">
          <ac:chgData name="王 欣捷" userId="b965477fa0aef5e6" providerId="LiveId" clId="{6B25E3A0-8D13-427B-91C6-98F6CF017510}" dt="2021-04-20T13:59:34.194" v="1154" actId="1036"/>
          <ac:grpSpMkLst>
            <pc:docMk/>
            <pc:sldMk cId="771280182" sldId="1165"/>
            <ac:grpSpMk id="67" creationId="{9918594F-7989-4876-9A89-ACC735EF71B6}"/>
          </ac:grpSpMkLst>
        </pc:grpChg>
        <pc:grpChg chg="mod">
          <ac:chgData name="王 欣捷" userId="b965477fa0aef5e6" providerId="LiveId" clId="{6B25E3A0-8D13-427B-91C6-98F6CF017510}" dt="2021-04-20T13:59:34.194" v="1154" actId="1036"/>
          <ac:grpSpMkLst>
            <pc:docMk/>
            <pc:sldMk cId="771280182" sldId="1165"/>
            <ac:grpSpMk id="70" creationId="{1AB95211-F910-4CA5-9C15-34BBDF7F8AF6}"/>
          </ac:grpSpMkLst>
        </pc:grpChg>
        <pc:grpChg chg="add mod">
          <ac:chgData name="王 欣捷" userId="b965477fa0aef5e6" providerId="LiveId" clId="{6B25E3A0-8D13-427B-91C6-98F6CF017510}" dt="2021-04-20T14:00:03.058" v="1172" actId="1036"/>
          <ac:grpSpMkLst>
            <pc:docMk/>
            <pc:sldMk cId="771280182" sldId="1165"/>
            <ac:grpSpMk id="73" creationId="{6477B3CD-F149-4E33-B299-0BD13C578A12}"/>
          </ac:grpSpMkLst>
        </pc:grpChg>
        <pc:graphicFrameChg chg="del mod">
          <ac:chgData name="王 欣捷" userId="b965477fa0aef5e6" providerId="LiveId" clId="{6B25E3A0-8D13-427B-91C6-98F6CF017510}" dt="2021-04-20T14:06:35.642" v="1206" actId="478"/>
          <ac:graphicFrameMkLst>
            <pc:docMk/>
            <pc:sldMk cId="771280182" sldId="1165"/>
            <ac:graphicFrameMk id="7" creationId="{135E5BFB-71B3-42B0-9930-200A49BF224F}"/>
          </ac:graphicFrameMkLst>
        </pc:graphicFrameChg>
        <pc:graphicFrameChg chg="add del mod modGraphic">
          <ac:chgData name="王 欣捷" userId="b965477fa0aef5e6" providerId="LiveId" clId="{6B25E3A0-8D13-427B-91C6-98F6CF017510}" dt="2021-04-20T14:07:04.278" v="1211" actId="478"/>
          <ac:graphicFrameMkLst>
            <pc:docMk/>
            <pc:sldMk cId="771280182" sldId="1165"/>
            <ac:graphicFrameMk id="76" creationId="{87B7DA29-FB2E-4793-A904-95F3DB478514}"/>
          </ac:graphicFrameMkLst>
        </pc:graphicFrameChg>
        <pc:graphicFrameChg chg="add del mod modGraphic">
          <ac:chgData name="王 欣捷" userId="b965477fa0aef5e6" providerId="LiveId" clId="{6B25E3A0-8D13-427B-91C6-98F6CF017510}" dt="2021-04-20T14:07:56.392" v="1218" actId="478"/>
          <ac:graphicFrameMkLst>
            <pc:docMk/>
            <pc:sldMk cId="771280182" sldId="1165"/>
            <ac:graphicFrameMk id="77" creationId="{0F4A9B7F-CE02-4ED1-AAE6-BEFA5B14A098}"/>
          </ac:graphicFrameMkLst>
        </pc:graphicFrameChg>
        <pc:graphicFrameChg chg="add mod modGraphic">
          <ac:chgData name="王 欣捷" userId="b965477fa0aef5e6" providerId="LiveId" clId="{6B25E3A0-8D13-427B-91C6-98F6CF017510}" dt="2021-04-20T14:10:29.027" v="1322"/>
          <ac:graphicFrameMkLst>
            <pc:docMk/>
            <pc:sldMk cId="771280182" sldId="1165"/>
            <ac:graphicFrameMk id="78" creationId="{427A8EA7-8856-4774-BA77-D0E32B48574B}"/>
          </ac:graphicFrameMkLst>
        </pc:graphicFrameChg>
      </pc:sldChg>
      <pc:sldChg chg="modSp add mod">
        <pc:chgData name="王 欣捷" userId="b965477fa0aef5e6" providerId="LiveId" clId="{6B25E3A0-8D13-427B-91C6-98F6CF017510}" dt="2021-04-20T14:11:02.150" v="1325" actId="207"/>
        <pc:sldMkLst>
          <pc:docMk/>
          <pc:sldMk cId="2692631" sldId="1166"/>
        </pc:sldMkLst>
        <pc:spChg chg="mod">
          <ac:chgData name="王 欣捷" userId="b965477fa0aef5e6" providerId="LiveId" clId="{6B25E3A0-8D13-427B-91C6-98F6CF017510}" dt="2021-04-20T14:11:02.150" v="1325" actId="207"/>
          <ac:spMkLst>
            <pc:docMk/>
            <pc:sldMk cId="2692631" sldId="1166"/>
            <ac:spMk id="7" creationId="{43FAFECB-C844-4CB0-97F3-0B7C4C304FAD}"/>
          </ac:spMkLst>
        </pc:spChg>
        <pc:spChg chg="mod">
          <ac:chgData name="王 欣捷" userId="b965477fa0aef5e6" providerId="LiveId" clId="{6B25E3A0-8D13-427B-91C6-98F6CF017510}" dt="2021-04-20T14:11:02.150" v="1325" actId="207"/>
          <ac:spMkLst>
            <pc:docMk/>
            <pc:sldMk cId="2692631" sldId="1166"/>
            <ac:spMk id="12" creationId="{4287D078-374E-4ADA-9FC0-CFAA5D71067F}"/>
          </ac:spMkLst>
        </pc:spChg>
      </pc:sldChg>
      <pc:sldChg chg="addSp delSp modSp add mod">
        <pc:chgData name="王 欣捷" userId="b965477fa0aef5e6" providerId="LiveId" clId="{6B25E3A0-8D13-427B-91C6-98F6CF017510}" dt="2021-04-20T14:13:34.792" v="1390" actId="1076"/>
        <pc:sldMkLst>
          <pc:docMk/>
          <pc:sldMk cId="3628184232" sldId="1167"/>
        </pc:sldMkLst>
        <pc:spChg chg="mod">
          <ac:chgData name="王 欣捷" userId="b965477fa0aef5e6" providerId="LiveId" clId="{6B25E3A0-8D13-427B-91C6-98F6CF017510}" dt="2021-04-20T14:13:22.300" v="1385"/>
          <ac:spMkLst>
            <pc:docMk/>
            <pc:sldMk cId="3628184232" sldId="1167"/>
            <ac:spMk id="21" creationId="{840261F3-53EC-4C0E-8BEB-31E826B31825}"/>
          </ac:spMkLst>
        </pc:spChg>
        <pc:spChg chg="mod">
          <ac:chgData name="王 欣捷" userId="b965477fa0aef5e6" providerId="LiveId" clId="{6B25E3A0-8D13-427B-91C6-98F6CF017510}" dt="2021-04-20T14:13:22.300" v="1385"/>
          <ac:spMkLst>
            <pc:docMk/>
            <pc:sldMk cId="3628184232" sldId="1167"/>
            <ac:spMk id="22" creationId="{F5C7F8A8-2447-4892-9B8F-FA77D3FA7A40}"/>
          </ac:spMkLst>
        </pc:spChg>
        <pc:spChg chg="mod">
          <ac:chgData name="王 欣捷" userId="b965477fa0aef5e6" providerId="LiveId" clId="{6B25E3A0-8D13-427B-91C6-98F6CF017510}" dt="2021-04-20T14:13:30.646" v="1389"/>
          <ac:spMkLst>
            <pc:docMk/>
            <pc:sldMk cId="3628184232" sldId="1167"/>
            <ac:spMk id="24" creationId="{51E4AFE4-A825-4FC7-9C9A-D34D0BBFF4D3}"/>
          </ac:spMkLst>
        </pc:spChg>
        <pc:spChg chg="mod">
          <ac:chgData name="王 欣捷" userId="b965477fa0aef5e6" providerId="LiveId" clId="{6B25E3A0-8D13-427B-91C6-98F6CF017510}" dt="2021-04-20T14:13:30.646" v="1389"/>
          <ac:spMkLst>
            <pc:docMk/>
            <pc:sldMk cId="3628184232" sldId="1167"/>
            <ac:spMk id="25" creationId="{9B91708F-592C-42E4-B850-C0CDCA979B43}"/>
          </ac:spMkLst>
        </pc:spChg>
        <pc:spChg chg="mod">
          <ac:chgData name="王 欣捷" userId="b965477fa0aef5e6" providerId="LiveId" clId="{6B25E3A0-8D13-427B-91C6-98F6CF017510}" dt="2021-04-20T14:13:30.646" v="1389"/>
          <ac:spMkLst>
            <pc:docMk/>
            <pc:sldMk cId="3628184232" sldId="1167"/>
            <ac:spMk id="27" creationId="{9B332F57-090A-4C12-8F23-25B7B7209D3F}"/>
          </ac:spMkLst>
        </pc:spChg>
        <pc:spChg chg="mod">
          <ac:chgData name="王 欣捷" userId="b965477fa0aef5e6" providerId="LiveId" clId="{6B25E3A0-8D13-427B-91C6-98F6CF017510}" dt="2021-04-20T14:13:30.646" v="1389"/>
          <ac:spMkLst>
            <pc:docMk/>
            <pc:sldMk cId="3628184232" sldId="1167"/>
            <ac:spMk id="28" creationId="{41E5B335-2B28-40FE-A80C-59777ED97D0C}"/>
          </ac:spMkLst>
        </pc:spChg>
        <pc:spChg chg="mod">
          <ac:chgData name="王 欣捷" userId="b965477fa0aef5e6" providerId="LiveId" clId="{6B25E3A0-8D13-427B-91C6-98F6CF017510}" dt="2021-04-20T14:12:41.905" v="1371" actId="20577"/>
          <ac:spMkLst>
            <pc:docMk/>
            <pc:sldMk cId="3628184232" sldId="1167"/>
            <ac:spMk id="63" creationId="{6AAFA6E9-AB52-4FF4-A6EA-9E516866D321}"/>
          </ac:spMkLst>
        </pc:spChg>
        <pc:spChg chg="mod">
          <ac:chgData name="王 欣捷" userId="b965477fa0aef5e6" providerId="LiveId" clId="{6B25E3A0-8D13-427B-91C6-98F6CF017510}" dt="2021-04-20T14:13:28.656" v="1388" actId="1076"/>
          <ac:spMkLst>
            <pc:docMk/>
            <pc:sldMk cId="3628184232" sldId="1167"/>
            <ac:spMk id="44035" creationId="{5D1D868F-8DD2-453C-A53C-A9E8EF698509}"/>
          </ac:spMkLst>
        </pc:spChg>
        <pc:grpChg chg="add mod">
          <ac:chgData name="王 欣捷" userId="b965477fa0aef5e6" providerId="LiveId" clId="{6B25E3A0-8D13-427B-91C6-98F6CF017510}" dt="2021-04-20T14:13:27.068" v="1386" actId="1076"/>
          <ac:grpSpMkLst>
            <pc:docMk/>
            <pc:sldMk cId="3628184232" sldId="1167"/>
            <ac:grpSpMk id="20" creationId="{2E54E37D-83CA-46F1-8320-158D90E24A0D}"/>
          </ac:grpSpMkLst>
        </pc:grpChg>
        <pc:grpChg chg="add mod">
          <ac:chgData name="王 欣捷" userId="b965477fa0aef5e6" providerId="LiveId" clId="{6B25E3A0-8D13-427B-91C6-98F6CF017510}" dt="2021-04-20T14:13:34.792" v="1390" actId="1076"/>
          <ac:grpSpMkLst>
            <pc:docMk/>
            <pc:sldMk cId="3628184232" sldId="1167"/>
            <ac:grpSpMk id="23" creationId="{2E232AA2-EE75-4682-9F58-F4B0C530A5F2}"/>
          </ac:grpSpMkLst>
        </pc:grpChg>
        <pc:grpChg chg="add mod">
          <ac:chgData name="王 欣捷" userId="b965477fa0aef5e6" providerId="LiveId" clId="{6B25E3A0-8D13-427B-91C6-98F6CF017510}" dt="2021-04-20T14:13:34.792" v="1390" actId="1076"/>
          <ac:grpSpMkLst>
            <pc:docMk/>
            <pc:sldMk cId="3628184232" sldId="1167"/>
            <ac:grpSpMk id="26" creationId="{3C258695-706C-474C-A62C-C603C4BA8F14}"/>
          </ac:grpSpMkLst>
        </pc:grpChg>
        <pc:grpChg chg="mod">
          <ac:chgData name="王 欣捷" userId="b965477fa0aef5e6" providerId="LiveId" clId="{6B25E3A0-8D13-427B-91C6-98F6CF017510}" dt="2021-04-20T14:13:21.678" v="1384" actId="1076"/>
          <ac:grpSpMkLst>
            <pc:docMk/>
            <pc:sldMk cId="3628184232" sldId="1167"/>
            <ac:grpSpMk id="61" creationId="{B1D2E3F8-59D2-4A8E-96DB-1AE6A91F1037}"/>
          </ac:grpSpMkLst>
        </pc:grpChg>
        <pc:grpChg chg="del mod">
          <ac:chgData name="王 欣捷" userId="b965477fa0aef5e6" providerId="LiveId" clId="{6B25E3A0-8D13-427B-91C6-98F6CF017510}" dt="2021-04-20T14:12:39.342" v="1369" actId="478"/>
          <ac:grpSpMkLst>
            <pc:docMk/>
            <pc:sldMk cId="3628184232" sldId="1167"/>
            <ac:grpSpMk id="64" creationId="{705DA6B0-1170-475E-8054-4AFACF912733}"/>
          </ac:grpSpMkLst>
        </pc:grpChg>
        <pc:grpChg chg="del mod">
          <ac:chgData name="王 欣捷" userId="b965477fa0aef5e6" providerId="LiveId" clId="{6B25E3A0-8D13-427B-91C6-98F6CF017510}" dt="2021-04-20T14:12:39.342" v="1369" actId="478"/>
          <ac:grpSpMkLst>
            <pc:docMk/>
            <pc:sldMk cId="3628184232" sldId="1167"/>
            <ac:grpSpMk id="67" creationId="{9918594F-7989-4876-9A89-ACC735EF71B6}"/>
          </ac:grpSpMkLst>
        </pc:grpChg>
        <pc:grpChg chg="del mod">
          <ac:chgData name="王 欣捷" userId="b965477fa0aef5e6" providerId="LiveId" clId="{6B25E3A0-8D13-427B-91C6-98F6CF017510}" dt="2021-04-20T14:12:39.342" v="1369" actId="478"/>
          <ac:grpSpMkLst>
            <pc:docMk/>
            <pc:sldMk cId="3628184232" sldId="1167"/>
            <ac:grpSpMk id="70" creationId="{1AB95211-F910-4CA5-9C15-34BBDF7F8AF6}"/>
          </ac:grpSpMkLst>
        </pc:grpChg>
        <pc:grpChg chg="del mod">
          <ac:chgData name="王 欣捷" userId="b965477fa0aef5e6" providerId="LiveId" clId="{6B25E3A0-8D13-427B-91C6-98F6CF017510}" dt="2021-04-20T14:12:39.342" v="1369" actId="478"/>
          <ac:grpSpMkLst>
            <pc:docMk/>
            <pc:sldMk cId="3628184232" sldId="1167"/>
            <ac:grpSpMk id="73" creationId="{6477B3CD-F149-4E33-B299-0BD13C578A12}"/>
          </ac:grpSpMkLst>
        </pc:grpChg>
        <pc:graphicFrameChg chg="mod modGraphic">
          <ac:chgData name="王 欣捷" userId="b965477fa0aef5e6" providerId="LiveId" clId="{6B25E3A0-8D13-427B-91C6-98F6CF017510}" dt="2021-04-20T14:13:12.759" v="1383" actId="20577"/>
          <ac:graphicFrameMkLst>
            <pc:docMk/>
            <pc:sldMk cId="3628184232" sldId="1167"/>
            <ac:graphicFrameMk id="78" creationId="{427A8EA7-8856-4774-BA77-D0E32B48574B}"/>
          </ac:graphicFrameMkLst>
        </pc:graphicFrameChg>
      </pc:sldChg>
      <pc:sldChg chg="modSp add mod">
        <pc:chgData name="王 欣捷" userId="b965477fa0aef5e6" providerId="LiveId" clId="{6B25E3A0-8D13-427B-91C6-98F6CF017510}" dt="2021-04-20T14:14:16.613" v="1399" actId="207"/>
        <pc:sldMkLst>
          <pc:docMk/>
          <pc:sldMk cId="1528587018" sldId="1168"/>
        </pc:sldMkLst>
        <pc:spChg chg="mod">
          <ac:chgData name="王 欣捷" userId="b965477fa0aef5e6" providerId="LiveId" clId="{6B25E3A0-8D13-427B-91C6-98F6CF017510}" dt="2021-04-20T14:14:16.613" v="1399" actId="207"/>
          <ac:spMkLst>
            <pc:docMk/>
            <pc:sldMk cId="1528587018" sldId="1168"/>
            <ac:spMk id="7" creationId="{43FAFECB-C844-4CB0-97F3-0B7C4C304FAD}"/>
          </ac:spMkLst>
        </pc:spChg>
        <pc:spChg chg="mod">
          <ac:chgData name="王 欣捷" userId="b965477fa0aef5e6" providerId="LiveId" clId="{6B25E3A0-8D13-427B-91C6-98F6CF017510}" dt="2021-04-20T14:14:13.157" v="1398" actId="207"/>
          <ac:spMkLst>
            <pc:docMk/>
            <pc:sldMk cId="1528587018" sldId="1168"/>
            <ac:spMk id="12" creationId="{4287D078-374E-4ADA-9FC0-CFAA5D71067F}"/>
          </ac:spMkLst>
        </pc:spChg>
      </pc:sldChg>
      <pc:sldChg chg="delSp modSp add mod">
        <pc:chgData name="王 欣捷" userId="b965477fa0aef5e6" providerId="LiveId" clId="{6B25E3A0-8D13-427B-91C6-98F6CF017510}" dt="2021-04-20T14:15:57.598" v="1438" actId="1076"/>
        <pc:sldMkLst>
          <pc:docMk/>
          <pc:sldMk cId="3168183637" sldId="1169"/>
        </pc:sldMkLst>
        <pc:spChg chg="mod">
          <ac:chgData name="王 欣捷" userId="b965477fa0aef5e6" providerId="LiveId" clId="{6B25E3A0-8D13-427B-91C6-98F6CF017510}" dt="2021-04-20T14:14:39.377" v="1406" actId="20577"/>
          <ac:spMkLst>
            <pc:docMk/>
            <pc:sldMk cId="3168183637" sldId="1169"/>
            <ac:spMk id="25" creationId="{9B91708F-592C-42E4-B850-C0CDCA979B43}"/>
          </ac:spMkLst>
        </pc:spChg>
        <pc:grpChg chg="del mod">
          <ac:chgData name="王 欣捷" userId="b965477fa0aef5e6" providerId="LiveId" clId="{6B25E3A0-8D13-427B-91C6-98F6CF017510}" dt="2021-04-20T14:14:34.176" v="1402" actId="478"/>
          <ac:grpSpMkLst>
            <pc:docMk/>
            <pc:sldMk cId="3168183637" sldId="1169"/>
            <ac:grpSpMk id="20" creationId="{2E54E37D-83CA-46F1-8320-158D90E24A0D}"/>
          </ac:grpSpMkLst>
        </pc:grpChg>
        <pc:grpChg chg="mod">
          <ac:chgData name="王 欣捷" userId="b965477fa0aef5e6" providerId="LiveId" clId="{6B25E3A0-8D13-427B-91C6-98F6CF017510}" dt="2021-04-20T14:15:57.598" v="1438" actId="1076"/>
          <ac:grpSpMkLst>
            <pc:docMk/>
            <pc:sldMk cId="3168183637" sldId="1169"/>
            <ac:grpSpMk id="23" creationId="{2E232AA2-EE75-4682-9F58-F4B0C530A5F2}"/>
          </ac:grpSpMkLst>
        </pc:grpChg>
        <pc:grpChg chg="del mod">
          <ac:chgData name="王 欣捷" userId="b965477fa0aef5e6" providerId="LiveId" clId="{6B25E3A0-8D13-427B-91C6-98F6CF017510}" dt="2021-04-20T14:14:34.176" v="1402" actId="478"/>
          <ac:grpSpMkLst>
            <pc:docMk/>
            <pc:sldMk cId="3168183637" sldId="1169"/>
            <ac:grpSpMk id="26" creationId="{3C258695-706C-474C-A62C-C603C4BA8F14}"/>
          </ac:grpSpMkLst>
        </pc:grpChg>
        <pc:grpChg chg="del mod">
          <ac:chgData name="王 欣捷" userId="b965477fa0aef5e6" providerId="LiveId" clId="{6B25E3A0-8D13-427B-91C6-98F6CF017510}" dt="2021-04-20T14:14:35.329" v="1403" actId="478"/>
          <ac:grpSpMkLst>
            <pc:docMk/>
            <pc:sldMk cId="3168183637" sldId="1169"/>
            <ac:grpSpMk id="61" creationId="{B1D2E3F8-59D2-4A8E-96DB-1AE6A91F1037}"/>
          </ac:grpSpMkLst>
        </pc:grpChg>
        <pc:graphicFrameChg chg="mod modGraphic">
          <ac:chgData name="王 欣捷" userId="b965477fa0aef5e6" providerId="LiveId" clId="{6B25E3A0-8D13-427B-91C6-98F6CF017510}" dt="2021-04-20T14:15:44.905" v="1437" actId="20577"/>
          <ac:graphicFrameMkLst>
            <pc:docMk/>
            <pc:sldMk cId="3168183637" sldId="1169"/>
            <ac:graphicFrameMk id="78" creationId="{427A8EA7-8856-4774-BA77-D0E32B48574B}"/>
          </ac:graphicFrameMkLst>
        </pc:graphicFrameChg>
      </pc:sldChg>
      <pc:sldChg chg="addSp delSp modSp add mod">
        <pc:chgData name="王 欣捷" userId="b965477fa0aef5e6" providerId="LiveId" clId="{6B25E3A0-8D13-427B-91C6-98F6CF017510}" dt="2021-04-20T14:18:18.007" v="1511" actId="20577"/>
        <pc:sldMkLst>
          <pc:docMk/>
          <pc:sldMk cId="1630523457" sldId="1170"/>
        </pc:sldMkLst>
        <pc:spChg chg="mod">
          <ac:chgData name="王 欣捷" userId="b965477fa0aef5e6" providerId="LiveId" clId="{6B25E3A0-8D13-427B-91C6-98F6CF017510}" dt="2021-04-20T14:16:50.905" v="1441"/>
          <ac:spMkLst>
            <pc:docMk/>
            <pc:sldMk cId="1630523457" sldId="1170"/>
            <ac:spMk id="44035" creationId="{5D1D868F-8DD2-453C-A53C-A9E8EF698509}"/>
          </ac:spMkLst>
        </pc:spChg>
        <pc:grpChg chg="del">
          <ac:chgData name="王 欣捷" userId="b965477fa0aef5e6" providerId="LiveId" clId="{6B25E3A0-8D13-427B-91C6-98F6CF017510}" dt="2021-04-20T14:17:09.806" v="1470" actId="478"/>
          <ac:grpSpMkLst>
            <pc:docMk/>
            <pc:sldMk cId="1630523457" sldId="1170"/>
            <ac:grpSpMk id="11" creationId="{02C0B712-15B4-4AE4-B152-3902F38B3FEC}"/>
          </ac:grpSpMkLst>
        </pc:grpChg>
        <pc:grpChg chg="del">
          <ac:chgData name="王 欣捷" userId="b965477fa0aef5e6" providerId="LiveId" clId="{6B25E3A0-8D13-427B-91C6-98F6CF017510}" dt="2021-04-20T14:17:09.806" v="1470" actId="478"/>
          <ac:grpSpMkLst>
            <pc:docMk/>
            <pc:sldMk cId="1630523457" sldId="1170"/>
            <ac:grpSpMk id="16" creationId="{4E4115BC-DABB-46C4-A1CF-F8410C1465BD}"/>
          </ac:grpSpMkLst>
        </pc:grpChg>
        <pc:grpChg chg="del">
          <ac:chgData name="王 欣捷" userId="b965477fa0aef5e6" providerId="LiveId" clId="{6B25E3A0-8D13-427B-91C6-98F6CF017510}" dt="2021-04-20T14:17:09.806" v="1470" actId="478"/>
          <ac:grpSpMkLst>
            <pc:docMk/>
            <pc:sldMk cId="1630523457" sldId="1170"/>
            <ac:grpSpMk id="19" creationId="{3F4B44F9-127A-4F25-81C7-D3572C375A3C}"/>
          </ac:grpSpMkLst>
        </pc:grpChg>
        <pc:grpChg chg="del">
          <ac:chgData name="王 欣捷" userId="b965477fa0aef5e6" providerId="LiveId" clId="{6B25E3A0-8D13-427B-91C6-98F6CF017510}" dt="2021-04-20T14:17:09.806" v="1470" actId="478"/>
          <ac:grpSpMkLst>
            <pc:docMk/>
            <pc:sldMk cId="1630523457" sldId="1170"/>
            <ac:grpSpMk id="22" creationId="{69F55667-9F22-4C84-96B6-664503EFAE53}"/>
          </ac:grpSpMkLst>
        </pc:grpChg>
        <pc:grpChg chg="del">
          <ac:chgData name="王 欣捷" userId="b965477fa0aef5e6" providerId="LiveId" clId="{6B25E3A0-8D13-427B-91C6-98F6CF017510}" dt="2021-04-20T14:17:09.806" v="1470" actId="478"/>
          <ac:grpSpMkLst>
            <pc:docMk/>
            <pc:sldMk cId="1630523457" sldId="1170"/>
            <ac:grpSpMk id="25" creationId="{173E6166-5837-4BCF-ACBA-FB600D1A14E4}"/>
          </ac:grpSpMkLst>
        </pc:grpChg>
        <pc:grpChg chg="del">
          <ac:chgData name="王 欣捷" userId="b965477fa0aef5e6" providerId="LiveId" clId="{6B25E3A0-8D13-427B-91C6-98F6CF017510}" dt="2021-04-20T14:17:09.806" v="1470" actId="478"/>
          <ac:grpSpMkLst>
            <pc:docMk/>
            <pc:sldMk cId="1630523457" sldId="1170"/>
            <ac:grpSpMk id="28" creationId="{665B71ED-C5C7-4C81-9A0C-396F95AE1517}"/>
          </ac:grpSpMkLst>
        </pc:grpChg>
        <pc:grpChg chg="del">
          <ac:chgData name="王 欣捷" userId="b965477fa0aef5e6" providerId="LiveId" clId="{6B25E3A0-8D13-427B-91C6-98F6CF017510}" dt="2021-04-20T14:17:09.806" v="1470" actId="478"/>
          <ac:grpSpMkLst>
            <pc:docMk/>
            <pc:sldMk cId="1630523457" sldId="1170"/>
            <ac:grpSpMk id="31" creationId="{54A68B26-51CD-423D-80F0-360506345D8D}"/>
          </ac:grpSpMkLst>
        </pc:grpChg>
        <pc:grpChg chg="del">
          <ac:chgData name="王 欣捷" userId="b965477fa0aef5e6" providerId="LiveId" clId="{6B25E3A0-8D13-427B-91C6-98F6CF017510}" dt="2021-04-20T14:17:09.806" v="1470" actId="478"/>
          <ac:grpSpMkLst>
            <pc:docMk/>
            <pc:sldMk cId="1630523457" sldId="1170"/>
            <ac:grpSpMk id="34" creationId="{C23310F7-AAAF-4ECB-8B01-EC19945991A0}"/>
          </ac:grpSpMkLst>
        </pc:grpChg>
        <pc:graphicFrameChg chg="del">
          <ac:chgData name="王 欣捷" userId="b965477fa0aef5e6" providerId="LiveId" clId="{6B25E3A0-8D13-427B-91C6-98F6CF017510}" dt="2021-04-20T14:17:06.345" v="1469" actId="478"/>
          <ac:graphicFrameMkLst>
            <pc:docMk/>
            <pc:sldMk cId="1630523457" sldId="1170"/>
            <ac:graphicFrameMk id="7" creationId="{135E5BFB-71B3-42B0-9930-200A49BF224F}"/>
          </ac:graphicFrameMkLst>
        </pc:graphicFrameChg>
        <pc:graphicFrameChg chg="add mod modGraphic">
          <ac:chgData name="王 欣捷" userId="b965477fa0aef5e6" providerId="LiveId" clId="{6B25E3A0-8D13-427B-91C6-98F6CF017510}" dt="2021-04-20T14:18:18.007" v="1511" actId="20577"/>
          <ac:graphicFrameMkLst>
            <pc:docMk/>
            <pc:sldMk cId="1630523457" sldId="1170"/>
            <ac:graphicFrameMk id="37" creationId="{C877EAE4-E73F-4EB3-841D-C9F96CEF561F}"/>
          </ac:graphicFrameMkLst>
        </pc:graphicFrameChg>
      </pc:sldChg>
    </pc:docChg>
  </pc:docChgLst>
  <pc:docChgLst>
    <pc:chgData name="欣捷" userId="b965477fa0aef5e6" providerId="LiveId" clId="{F58CB589-EA88-41E9-89B9-70387DC4BAF4}"/>
    <pc:docChg chg="undo redo custSel addSld delSld modSld sldOrd">
      <pc:chgData name="欣捷" userId="b965477fa0aef5e6" providerId="LiveId" clId="{F58CB589-EA88-41E9-89B9-70387DC4BAF4}" dt="2021-04-20T09:32:41.428" v="761" actId="47"/>
      <pc:docMkLst>
        <pc:docMk/>
      </pc:docMkLst>
      <pc:sldChg chg="modSp add mod">
        <pc:chgData name="欣捷" userId="b965477fa0aef5e6" providerId="LiveId" clId="{F58CB589-EA88-41E9-89B9-70387DC4BAF4}" dt="2021-04-20T08:43:06.926" v="315" actId="20577"/>
        <pc:sldMkLst>
          <pc:docMk/>
          <pc:sldMk cId="0" sldId="878"/>
        </pc:sldMkLst>
        <pc:spChg chg="mod">
          <ac:chgData name="欣捷" userId="b965477fa0aef5e6" providerId="LiveId" clId="{F58CB589-EA88-41E9-89B9-70387DC4BAF4}" dt="2021-04-20T08:42:31.133" v="283"/>
          <ac:spMkLst>
            <pc:docMk/>
            <pc:sldMk cId="0" sldId="878"/>
            <ac:spMk id="44034" creationId="{2F764B2D-AAD3-4E52-A4DE-87FB3D35D58E}"/>
          </ac:spMkLst>
        </pc:spChg>
        <pc:graphicFrameChg chg="modGraphic">
          <ac:chgData name="欣捷" userId="b965477fa0aef5e6" providerId="LiveId" clId="{F58CB589-EA88-41E9-89B9-70387DC4BAF4}" dt="2021-04-20T08:43:06.926" v="315" actId="20577"/>
          <ac:graphicFrameMkLst>
            <pc:docMk/>
            <pc:sldMk cId="0" sldId="878"/>
            <ac:graphicFrameMk id="7" creationId="{135E5BFB-71B3-42B0-9930-200A49BF224F}"/>
          </ac:graphicFrameMkLst>
        </pc:graphicFrameChg>
      </pc:sldChg>
      <pc:sldChg chg="modSp add mod ord">
        <pc:chgData name="欣捷" userId="b965477fa0aef5e6" providerId="LiveId" clId="{F58CB589-EA88-41E9-89B9-70387DC4BAF4}" dt="2021-04-20T08:18:54.864" v="3"/>
        <pc:sldMkLst>
          <pc:docMk/>
          <pc:sldMk cId="1458318623" sldId="897"/>
        </pc:sldMkLst>
        <pc:spChg chg="mod">
          <ac:chgData name="欣捷" userId="b965477fa0aef5e6" providerId="LiveId" clId="{F58CB589-EA88-41E9-89B9-70387DC4BAF4}" dt="2021-04-20T08:18:54.864" v="3"/>
          <ac:spMkLst>
            <pc:docMk/>
            <pc:sldMk cId="1458318623" sldId="897"/>
            <ac:spMk id="7170" creationId="{9A9ACD68-0B23-45C4-B0C9-40FDBDF97E94}"/>
          </ac:spMkLst>
        </pc:spChg>
      </pc:sldChg>
      <pc:sldChg chg="addSp delSp modSp mod modClrScheme chgLayout">
        <pc:chgData name="欣捷" userId="b965477fa0aef5e6" providerId="LiveId" clId="{F58CB589-EA88-41E9-89B9-70387DC4BAF4}" dt="2021-04-20T09:29:18.266" v="712" actId="1076"/>
        <pc:sldMkLst>
          <pc:docMk/>
          <pc:sldMk cId="0" sldId="935"/>
        </pc:sldMkLst>
        <pc:spChg chg="add del mod">
          <ac:chgData name="欣捷" userId="b965477fa0aef5e6" providerId="LiveId" clId="{F58CB589-EA88-41E9-89B9-70387DC4BAF4}" dt="2021-04-20T09:28:25.084" v="699" actId="700"/>
          <ac:spMkLst>
            <pc:docMk/>
            <pc:sldMk cId="0" sldId="935"/>
            <ac:spMk id="3" creationId="{D8D72F99-1902-43C1-96CC-544A02791CFC}"/>
          </ac:spMkLst>
        </pc:spChg>
        <pc:spChg chg="mod ord">
          <ac:chgData name="欣捷" userId="b965477fa0aef5e6" providerId="LiveId" clId="{F58CB589-EA88-41E9-89B9-70387DC4BAF4}" dt="2021-04-20T09:28:25.084" v="699" actId="700"/>
          <ac:spMkLst>
            <pc:docMk/>
            <pc:sldMk cId="0" sldId="935"/>
            <ac:spMk id="35842" creationId="{3F1FCD85-AFE0-44FE-91EA-9F43D88140F3}"/>
          </ac:spMkLst>
        </pc:spChg>
        <pc:spChg chg="mod ord">
          <ac:chgData name="欣捷" userId="b965477fa0aef5e6" providerId="LiveId" clId="{F58CB589-EA88-41E9-89B9-70387DC4BAF4}" dt="2021-04-20T09:28:25.084" v="699" actId="700"/>
          <ac:spMkLst>
            <pc:docMk/>
            <pc:sldMk cId="0" sldId="935"/>
            <ac:spMk id="35843" creationId="{DD2CD120-D88C-4936-B639-EA3F45756FFC}"/>
          </ac:spMkLst>
        </pc:spChg>
        <pc:graphicFrameChg chg="add mod modGraphic">
          <ac:chgData name="欣捷" userId="b965477fa0aef5e6" providerId="LiveId" clId="{F58CB589-EA88-41E9-89B9-70387DC4BAF4}" dt="2021-04-20T09:29:18.266" v="712" actId="1076"/>
          <ac:graphicFrameMkLst>
            <pc:docMk/>
            <pc:sldMk cId="0" sldId="935"/>
            <ac:graphicFrameMk id="7" creationId="{14047228-0994-4CE4-B5C7-286B8CCCD03C}"/>
          </ac:graphicFrameMkLst>
        </pc:graphicFrameChg>
        <pc:graphicFrameChg chg="del mod ord modGraphic">
          <ac:chgData name="欣捷" userId="b965477fa0aef5e6" providerId="LiveId" clId="{F58CB589-EA88-41E9-89B9-70387DC4BAF4}" dt="2021-04-20T09:28:22.793" v="698" actId="21"/>
          <ac:graphicFrameMkLst>
            <pc:docMk/>
            <pc:sldMk cId="0" sldId="935"/>
            <ac:graphicFrameMk id="783364" creationId="{2CD61766-A36F-4367-BF2E-340875F01537}"/>
          </ac:graphicFrameMkLst>
        </pc:graphicFrameChg>
      </pc:sldChg>
      <pc:sldChg chg="addSp delSp modSp mod modClrScheme chgLayout">
        <pc:chgData name="欣捷" userId="b965477fa0aef5e6" providerId="LiveId" clId="{F58CB589-EA88-41E9-89B9-70387DC4BAF4}" dt="2021-04-20T09:29:13.066" v="710" actId="1076"/>
        <pc:sldMkLst>
          <pc:docMk/>
          <pc:sldMk cId="0" sldId="936"/>
        </pc:sldMkLst>
        <pc:spChg chg="add del mod">
          <ac:chgData name="欣捷" userId="b965477fa0aef5e6" providerId="LiveId" clId="{F58CB589-EA88-41E9-89B9-70387DC4BAF4}" dt="2021-04-20T09:28:37.305" v="703" actId="700"/>
          <ac:spMkLst>
            <pc:docMk/>
            <pc:sldMk cId="0" sldId="936"/>
            <ac:spMk id="3" creationId="{3334AA24-3150-44F5-ACB7-7F4FA0712D26}"/>
          </ac:spMkLst>
        </pc:spChg>
        <pc:spChg chg="mod ord">
          <ac:chgData name="欣捷" userId="b965477fa0aef5e6" providerId="LiveId" clId="{F58CB589-EA88-41E9-89B9-70387DC4BAF4}" dt="2021-04-20T09:28:37.305" v="703" actId="700"/>
          <ac:spMkLst>
            <pc:docMk/>
            <pc:sldMk cId="0" sldId="936"/>
            <ac:spMk id="36866" creationId="{CC176B41-8C6B-4568-9F39-1C53098D19A1}"/>
          </ac:spMkLst>
        </pc:spChg>
        <pc:spChg chg="mod ord">
          <ac:chgData name="欣捷" userId="b965477fa0aef5e6" providerId="LiveId" clId="{F58CB589-EA88-41E9-89B9-70387DC4BAF4}" dt="2021-04-20T09:28:37.305" v="703" actId="700"/>
          <ac:spMkLst>
            <pc:docMk/>
            <pc:sldMk cId="0" sldId="936"/>
            <ac:spMk id="36867" creationId="{CA6CF9B2-D9C4-4052-9CF6-122F92F137A0}"/>
          </ac:spMkLst>
        </pc:spChg>
        <pc:graphicFrameChg chg="add mod">
          <ac:chgData name="欣捷" userId="b965477fa0aef5e6" providerId="LiveId" clId="{F58CB589-EA88-41E9-89B9-70387DC4BAF4}" dt="2021-04-20T09:29:13.066" v="710" actId="1076"/>
          <ac:graphicFrameMkLst>
            <pc:docMk/>
            <pc:sldMk cId="0" sldId="936"/>
            <ac:graphicFrameMk id="7" creationId="{A8EF093F-1161-40FC-B097-F1786058D0E2}"/>
          </ac:graphicFrameMkLst>
        </pc:graphicFrameChg>
        <pc:graphicFrameChg chg="del mod ord modGraphic">
          <ac:chgData name="欣捷" userId="b965477fa0aef5e6" providerId="LiveId" clId="{F58CB589-EA88-41E9-89B9-70387DC4BAF4}" dt="2021-04-20T09:28:35.698" v="702" actId="21"/>
          <ac:graphicFrameMkLst>
            <pc:docMk/>
            <pc:sldMk cId="0" sldId="936"/>
            <ac:graphicFrameMk id="784388" creationId="{F680B334-E214-437B-B5BC-B5A75D499C3B}"/>
          </ac:graphicFrameMkLst>
        </pc:graphicFrameChg>
      </pc:sldChg>
      <pc:sldChg chg="modSp mod chgLayout">
        <pc:chgData name="欣捷" userId="b965477fa0aef5e6" providerId="LiveId" clId="{F58CB589-EA88-41E9-89B9-70387DC4BAF4}" dt="2021-04-20T08:23:47.487" v="29" actId="700"/>
        <pc:sldMkLst>
          <pc:docMk/>
          <pc:sldMk cId="0" sldId="937"/>
        </pc:sldMkLst>
        <pc:spChg chg="mod ord">
          <ac:chgData name="欣捷" userId="b965477fa0aef5e6" providerId="LiveId" clId="{F58CB589-EA88-41E9-89B9-70387DC4BAF4}" dt="2021-04-20T08:23:47.487" v="29" actId="700"/>
          <ac:spMkLst>
            <pc:docMk/>
            <pc:sldMk cId="0" sldId="937"/>
            <ac:spMk id="39938" creationId="{66C17C57-4238-4E11-87E4-A7DB59424652}"/>
          </ac:spMkLst>
        </pc:spChg>
        <pc:spChg chg="mod ord">
          <ac:chgData name="欣捷" userId="b965477fa0aef5e6" providerId="LiveId" clId="{F58CB589-EA88-41E9-89B9-70387DC4BAF4}" dt="2021-04-20T08:23:47.487" v="29" actId="700"/>
          <ac:spMkLst>
            <pc:docMk/>
            <pc:sldMk cId="0" sldId="937"/>
            <ac:spMk id="39939" creationId="{EFD542B9-22C8-47C3-9E4B-2B35A0FBCB48}"/>
          </ac:spMkLst>
        </pc:spChg>
      </pc:sldChg>
      <pc:sldChg chg="addSp delSp modSp mod modClrScheme chgLayout">
        <pc:chgData name="欣捷" userId="b965477fa0aef5e6" providerId="LiveId" clId="{F58CB589-EA88-41E9-89B9-70387DC4BAF4}" dt="2021-04-20T09:29:05.674" v="709" actId="1076"/>
        <pc:sldMkLst>
          <pc:docMk/>
          <pc:sldMk cId="0" sldId="938"/>
        </pc:sldMkLst>
        <pc:spChg chg="add del mod ord">
          <ac:chgData name="欣捷" userId="b965477fa0aef5e6" providerId="LiveId" clId="{F58CB589-EA88-41E9-89B9-70387DC4BAF4}" dt="2021-04-20T09:28:59.800" v="707" actId="700"/>
          <ac:spMkLst>
            <pc:docMk/>
            <pc:sldMk cId="0" sldId="938"/>
            <ac:spMk id="3" creationId="{2570C479-E0B0-45D8-82D1-FFAFFFE83DCE}"/>
          </ac:spMkLst>
        </pc:spChg>
        <pc:spChg chg="mod ord">
          <ac:chgData name="欣捷" userId="b965477fa0aef5e6" providerId="LiveId" clId="{F58CB589-EA88-41E9-89B9-70387DC4BAF4}" dt="2021-04-20T09:28:59.800" v="707" actId="700"/>
          <ac:spMkLst>
            <pc:docMk/>
            <pc:sldMk cId="0" sldId="938"/>
            <ac:spMk id="40962" creationId="{E5F497B3-AE15-455C-8FD5-630849412C4E}"/>
          </ac:spMkLst>
        </pc:spChg>
        <pc:spChg chg="mod ord">
          <ac:chgData name="欣捷" userId="b965477fa0aef5e6" providerId="LiveId" clId="{F58CB589-EA88-41E9-89B9-70387DC4BAF4}" dt="2021-04-20T09:28:59.800" v="707" actId="700"/>
          <ac:spMkLst>
            <pc:docMk/>
            <pc:sldMk cId="0" sldId="938"/>
            <ac:spMk id="40963" creationId="{AA1BCB4F-3ACC-41BD-9192-DC089744DC71}"/>
          </ac:spMkLst>
        </pc:spChg>
        <pc:graphicFrameChg chg="add mod">
          <ac:chgData name="欣捷" userId="b965477fa0aef5e6" providerId="LiveId" clId="{F58CB589-EA88-41E9-89B9-70387DC4BAF4}" dt="2021-04-20T09:29:05.674" v="709" actId="1076"/>
          <ac:graphicFrameMkLst>
            <pc:docMk/>
            <pc:sldMk cId="0" sldId="938"/>
            <ac:graphicFrameMk id="7" creationId="{1AEB24AA-8E59-47F0-929D-E129A6BC77A7}"/>
          </ac:graphicFrameMkLst>
        </pc:graphicFrameChg>
        <pc:graphicFrameChg chg="del">
          <ac:chgData name="欣捷" userId="b965477fa0aef5e6" providerId="LiveId" clId="{F58CB589-EA88-41E9-89B9-70387DC4BAF4}" dt="2021-04-20T09:28:58.562" v="706" actId="21"/>
          <ac:graphicFrameMkLst>
            <pc:docMk/>
            <pc:sldMk cId="0" sldId="938"/>
            <ac:graphicFrameMk id="786436" creationId="{4E1FC6BA-BA6C-4342-A694-FE726826FF7F}"/>
          </ac:graphicFrameMkLst>
        </pc:graphicFrameChg>
      </pc:sldChg>
      <pc:sldChg chg="modSp mod chgLayout">
        <pc:chgData name="欣捷" userId="b965477fa0aef5e6" providerId="LiveId" clId="{F58CB589-EA88-41E9-89B9-70387DC4BAF4}" dt="2021-04-20T08:23:54.789" v="30" actId="700"/>
        <pc:sldMkLst>
          <pc:docMk/>
          <pc:sldMk cId="0" sldId="939"/>
        </pc:sldMkLst>
        <pc:spChg chg="mod ord">
          <ac:chgData name="欣捷" userId="b965477fa0aef5e6" providerId="LiveId" clId="{F58CB589-EA88-41E9-89B9-70387DC4BAF4}" dt="2021-04-20T08:23:54.789" v="30" actId="700"/>
          <ac:spMkLst>
            <pc:docMk/>
            <pc:sldMk cId="0" sldId="939"/>
            <ac:spMk id="44034" creationId="{5C5F09A1-3175-4E6C-BC53-847357086205}"/>
          </ac:spMkLst>
        </pc:spChg>
        <pc:spChg chg="mod ord">
          <ac:chgData name="欣捷" userId="b965477fa0aef5e6" providerId="LiveId" clId="{F58CB589-EA88-41E9-89B9-70387DC4BAF4}" dt="2021-04-20T08:23:54.789" v="30" actId="700"/>
          <ac:spMkLst>
            <pc:docMk/>
            <pc:sldMk cId="0" sldId="939"/>
            <ac:spMk id="44035" creationId="{E80D1BAE-6ED7-45F8-BBF2-FB2DC9A71975}"/>
          </ac:spMkLst>
        </pc:spChg>
      </pc:sldChg>
      <pc:sldChg chg="addSp delSp modSp mod modClrScheme chgLayout">
        <pc:chgData name="欣捷" userId="b965477fa0aef5e6" providerId="LiveId" clId="{F58CB589-EA88-41E9-89B9-70387DC4BAF4}" dt="2021-04-20T09:29:31.533" v="716" actId="1076"/>
        <pc:sldMkLst>
          <pc:docMk/>
          <pc:sldMk cId="0" sldId="940"/>
        </pc:sldMkLst>
        <pc:spChg chg="add del mod">
          <ac:chgData name="欣捷" userId="b965477fa0aef5e6" providerId="LiveId" clId="{F58CB589-EA88-41E9-89B9-70387DC4BAF4}" dt="2021-04-20T09:29:27.883" v="714" actId="700"/>
          <ac:spMkLst>
            <pc:docMk/>
            <pc:sldMk cId="0" sldId="940"/>
            <ac:spMk id="3" creationId="{7C8A43C2-B5D8-4C88-B1F8-DDC83C466F99}"/>
          </ac:spMkLst>
        </pc:spChg>
        <pc:spChg chg="mod ord">
          <ac:chgData name="欣捷" userId="b965477fa0aef5e6" providerId="LiveId" clId="{F58CB589-EA88-41E9-89B9-70387DC4BAF4}" dt="2021-04-20T09:29:27.883" v="714" actId="700"/>
          <ac:spMkLst>
            <pc:docMk/>
            <pc:sldMk cId="0" sldId="940"/>
            <ac:spMk id="45058" creationId="{68410505-4CDD-4821-B219-C1D4F48355B7}"/>
          </ac:spMkLst>
        </pc:spChg>
        <pc:spChg chg="mod ord">
          <ac:chgData name="欣捷" userId="b965477fa0aef5e6" providerId="LiveId" clId="{F58CB589-EA88-41E9-89B9-70387DC4BAF4}" dt="2021-04-20T09:29:27.883" v="714" actId="700"/>
          <ac:spMkLst>
            <pc:docMk/>
            <pc:sldMk cId="0" sldId="940"/>
            <ac:spMk id="45059" creationId="{A078D60B-B7C4-4035-A413-D98CCA8C38EE}"/>
          </ac:spMkLst>
        </pc:spChg>
        <pc:graphicFrameChg chg="add mod">
          <ac:chgData name="欣捷" userId="b965477fa0aef5e6" providerId="LiveId" clId="{F58CB589-EA88-41E9-89B9-70387DC4BAF4}" dt="2021-04-20T09:29:31.533" v="716" actId="1076"/>
          <ac:graphicFrameMkLst>
            <pc:docMk/>
            <pc:sldMk cId="0" sldId="940"/>
            <ac:graphicFrameMk id="7" creationId="{051C3A7A-3EEF-4092-93C7-06A7500C5840}"/>
          </ac:graphicFrameMkLst>
        </pc:graphicFrameChg>
        <pc:graphicFrameChg chg="del mod ord modGraphic">
          <ac:chgData name="欣捷" userId="b965477fa0aef5e6" providerId="LiveId" clId="{F58CB589-EA88-41E9-89B9-70387DC4BAF4}" dt="2021-04-20T09:29:26.142" v="713" actId="21"/>
          <ac:graphicFrameMkLst>
            <pc:docMk/>
            <pc:sldMk cId="0" sldId="940"/>
            <ac:graphicFrameMk id="788484" creationId="{CF651A95-3F37-47C7-8010-5787252D1415}"/>
          </ac:graphicFrameMkLst>
        </pc:graphicFrameChg>
      </pc:sldChg>
      <pc:sldChg chg="modSp mod chgLayout">
        <pc:chgData name="欣捷" userId="b965477fa0aef5e6" providerId="LiveId" clId="{F58CB589-EA88-41E9-89B9-70387DC4BAF4}" dt="2021-04-20T08:23:54.789" v="30" actId="700"/>
        <pc:sldMkLst>
          <pc:docMk/>
          <pc:sldMk cId="0" sldId="941"/>
        </pc:sldMkLst>
        <pc:spChg chg="mod ord">
          <ac:chgData name="欣捷" userId="b965477fa0aef5e6" providerId="LiveId" clId="{F58CB589-EA88-41E9-89B9-70387DC4BAF4}" dt="2021-04-20T08:23:54.789" v="30" actId="700"/>
          <ac:spMkLst>
            <pc:docMk/>
            <pc:sldMk cId="0" sldId="941"/>
            <ac:spMk id="48130" creationId="{20FCD967-1735-46AD-AF10-DE77433E750A}"/>
          </ac:spMkLst>
        </pc:spChg>
        <pc:spChg chg="mod ord">
          <ac:chgData name="欣捷" userId="b965477fa0aef5e6" providerId="LiveId" clId="{F58CB589-EA88-41E9-89B9-70387DC4BAF4}" dt="2021-04-20T08:23:54.789" v="30" actId="700"/>
          <ac:spMkLst>
            <pc:docMk/>
            <pc:sldMk cId="0" sldId="941"/>
            <ac:spMk id="48131" creationId="{8146994E-3211-451C-9001-FC8C0F290EA2}"/>
          </ac:spMkLst>
        </pc:spChg>
      </pc:sldChg>
      <pc:sldChg chg="addSp delSp modSp mod modClrScheme chgLayout">
        <pc:chgData name="欣捷" userId="b965477fa0aef5e6" providerId="LiveId" clId="{F58CB589-EA88-41E9-89B9-70387DC4BAF4}" dt="2021-04-20T09:29:55.767" v="720" actId="1076"/>
        <pc:sldMkLst>
          <pc:docMk/>
          <pc:sldMk cId="0" sldId="942"/>
        </pc:sldMkLst>
        <pc:spChg chg="add del mod ord">
          <ac:chgData name="欣捷" userId="b965477fa0aef5e6" providerId="LiveId" clId="{F58CB589-EA88-41E9-89B9-70387DC4BAF4}" dt="2021-04-20T09:29:51.659" v="718" actId="700"/>
          <ac:spMkLst>
            <pc:docMk/>
            <pc:sldMk cId="0" sldId="942"/>
            <ac:spMk id="3" creationId="{19BDFC39-2B73-4152-BC5F-E65EB9198E33}"/>
          </ac:spMkLst>
        </pc:spChg>
        <pc:spChg chg="mod ord">
          <ac:chgData name="欣捷" userId="b965477fa0aef5e6" providerId="LiveId" clId="{F58CB589-EA88-41E9-89B9-70387DC4BAF4}" dt="2021-04-20T09:29:51.659" v="718" actId="700"/>
          <ac:spMkLst>
            <pc:docMk/>
            <pc:sldMk cId="0" sldId="942"/>
            <ac:spMk id="49154" creationId="{82A848F7-BD75-4718-8AB4-41C4291473B4}"/>
          </ac:spMkLst>
        </pc:spChg>
        <pc:spChg chg="mod ord">
          <ac:chgData name="欣捷" userId="b965477fa0aef5e6" providerId="LiveId" clId="{F58CB589-EA88-41E9-89B9-70387DC4BAF4}" dt="2021-04-20T09:29:51.659" v="718" actId="700"/>
          <ac:spMkLst>
            <pc:docMk/>
            <pc:sldMk cId="0" sldId="942"/>
            <ac:spMk id="49155" creationId="{74E74729-1903-4AAC-94FD-43208C91D0AF}"/>
          </ac:spMkLst>
        </pc:spChg>
        <pc:graphicFrameChg chg="add mod">
          <ac:chgData name="欣捷" userId="b965477fa0aef5e6" providerId="LiveId" clId="{F58CB589-EA88-41E9-89B9-70387DC4BAF4}" dt="2021-04-20T09:29:55.767" v="720" actId="1076"/>
          <ac:graphicFrameMkLst>
            <pc:docMk/>
            <pc:sldMk cId="0" sldId="942"/>
            <ac:graphicFrameMk id="7" creationId="{9DFA4563-1A89-4CFB-9CE6-2D6318C30693}"/>
          </ac:graphicFrameMkLst>
        </pc:graphicFrameChg>
        <pc:graphicFrameChg chg="del">
          <ac:chgData name="欣捷" userId="b965477fa0aef5e6" providerId="LiveId" clId="{F58CB589-EA88-41E9-89B9-70387DC4BAF4}" dt="2021-04-20T09:29:49.956" v="717" actId="21"/>
          <ac:graphicFrameMkLst>
            <pc:docMk/>
            <pc:sldMk cId="0" sldId="942"/>
            <ac:graphicFrameMk id="790532" creationId="{114D6DCF-38CD-4D23-9BEB-A4AFAF6CB72D}"/>
          </ac:graphicFrameMkLst>
        </pc:graphicFrameChg>
      </pc:sldChg>
      <pc:sldChg chg="addSp delSp modSp mod modClrScheme chgLayout">
        <pc:chgData name="欣捷" userId="b965477fa0aef5e6" providerId="LiveId" clId="{F58CB589-EA88-41E9-89B9-70387DC4BAF4}" dt="2021-04-20T09:30:03.602" v="724" actId="1076"/>
        <pc:sldMkLst>
          <pc:docMk/>
          <pc:sldMk cId="0" sldId="943"/>
        </pc:sldMkLst>
        <pc:spChg chg="add del mod ord">
          <ac:chgData name="欣捷" userId="b965477fa0aef5e6" providerId="LiveId" clId="{F58CB589-EA88-41E9-89B9-70387DC4BAF4}" dt="2021-04-20T09:30:00.576" v="722" actId="700"/>
          <ac:spMkLst>
            <pc:docMk/>
            <pc:sldMk cId="0" sldId="943"/>
            <ac:spMk id="3" creationId="{CF28B272-30CB-419D-ADD6-EA7A465E2961}"/>
          </ac:spMkLst>
        </pc:spChg>
        <pc:spChg chg="mod ord">
          <ac:chgData name="欣捷" userId="b965477fa0aef5e6" providerId="LiveId" clId="{F58CB589-EA88-41E9-89B9-70387DC4BAF4}" dt="2021-04-20T09:30:00.576" v="722" actId="700"/>
          <ac:spMkLst>
            <pc:docMk/>
            <pc:sldMk cId="0" sldId="943"/>
            <ac:spMk id="50178" creationId="{D383D92C-C777-4827-992D-4F9282E9B362}"/>
          </ac:spMkLst>
        </pc:spChg>
        <pc:spChg chg="mod ord">
          <ac:chgData name="欣捷" userId="b965477fa0aef5e6" providerId="LiveId" clId="{F58CB589-EA88-41E9-89B9-70387DC4BAF4}" dt="2021-04-20T09:30:00.576" v="722" actId="700"/>
          <ac:spMkLst>
            <pc:docMk/>
            <pc:sldMk cId="0" sldId="943"/>
            <ac:spMk id="50179" creationId="{A4BD0771-387D-400F-A005-D4BFAC5841D5}"/>
          </ac:spMkLst>
        </pc:spChg>
        <pc:graphicFrameChg chg="add mod">
          <ac:chgData name="欣捷" userId="b965477fa0aef5e6" providerId="LiveId" clId="{F58CB589-EA88-41E9-89B9-70387DC4BAF4}" dt="2021-04-20T09:30:03.602" v="724" actId="1076"/>
          <ac:graphicFrameMkLst>
            <pc:docMk/>
            <pc:sldMk cId="0" sldId="943"/>
            <ac:graphicFrameMk id="7" creationId="{A8A8AEE3-CEB3-490D-9CC9-C72C6AE21AC8}"/>
          </ac:graphicFrameMkLst>
        </pc:graphicFrameChg>
        <pc:graphicFrameChg chg="del">
          <ac:chgData name="欣捷" userId="b965477fa0aef5e6" providerId="LiveId" clId="{F58CB589-EA88-41E9-89B9-70387DC4BAF4}" dt="2021-04-20T09:29:59.393" v="721" actId="21"/>
          <ac:graphicFrameMkLst>
            <pc:docMk/>
            <pc:sldMk cId="0" sldId="943"/>
            <ac:graphicFrameMk id="791556" creationId="{9AFDDFA7-C22A-405B-8C64-76DE7A009C22}"/>
          </ac:graphicFrameMkLst>
        </pc:graphicFrameChg>
      </pc:sldChg>
      <pc:sldChg chg="addSp delSp modSp mod modClrScheme chgLayout">
        <pc:chgData name="欣捷" userId="b965477fa0aef5e6" providerId="LiveId" clId="{F58CB589-EA88-41E9-89B9-70387DC4BAF4}" dt="2021-04-20T09:30:13.214" v="728" actId="1076"/>
        <pc:sldMkLst>
          <pc:docMk/>
          <pc:sldMk cId="672076074" sldId="945"/>
        </pc:sldMkLst>
        <pc:spChg chg="add del mod ord">
          <ac:chgData name="欣捷" userId="b965477fa0aef5e6" providerId="LiveId" clId="{F58CB589-EA88-41E9-89B9-70387DC4BAF4}" dt="2021-04-20T09:30:10.552" v="726" actId="700"/>
          <ac:spMkLst>
            <pc:docMk/>
            <pc:sldMk cId="672076074" sldId="945"/>
            <ac:spMk id="3" creationId="{8420A0BF-25FF-40B7-9D30-E7F831AB89A7}"/>
          </ac:spMkLst>
        </pc:spChg>
        <pc:spChg chg="mod ord">
          <ac:chgData name="欣捷" userId="b965477fa0aef5e6" providerId="LiveId" clId="{F58CB589-EA88-41E9-89B9-70387DC4BAF4}" dt="2021-04-20T09:30:10.552" v="726" actId="700"/>
          <ac:spMkLst>
            <pc:docMk/>
            <pc:sldMk cId="672076074" sldId="945"/>
            <ac:spMk id="53250" creationId="{59778E7C-4F4C-4E60-89E0-C009491D7BB9}"/>
          </ac:spMkLst>
        </pc:spChg>
        <pc:spChg chg="mod ord">
          <ac:chgData name="欣捷" userId="b965477fa0aef5e6" providerId="LiveId" clId="{F58CB589-EA88-41E9-89B9-70387DC4BAF4}" dt="2021-04-20T09:30:10.552" v="726" actId="700"/>
          <ac:spMkLst>
            <pc:docMk/>
            <pc:sldMk cId="672076074" sldId="945"/>
            <ac:spMk id="53251" creationId="{FFC2FB96-DD5B-4096-9FCE-8B96CEADFCFD}"/>
          </ac:spMkLst>
        </pc:spChg>
        <pc:graphicFrameChg chg="add mod">
          <ac:chgData name="欣捷" userId="b965477fa0aef5e6" providerId="LiveId" clId="{F58CB589-EA88-41E9-89B9-70387DC4BAF4}" dt="2021-04-20T09:30:13.214" v="728" actId="1076"/>
          <ac:graphicFrameMkLst>
            <pc:docMk/>
            <pc:sldMk cId="672076074" sldId="945"/>
            <ac:graphicFrameMk id="7" creationId="{2A633B6D-9821-46AD-8075-675DAF84B3AB}"/>
          </ac:graphicFrameMkLst>
        </pc:graphicFrameChg>
        <pc:graphicFrameChg chg="del">
          <ac:chgData name="欣捷" userId="b965477fa0aef5e6" providerId="LiveId" clId="{F58CB589-EA88-41E9-89B9-70387DC4BAF4}" dt="2021-04-20T09:30:09.251" v="725" actId="21"/>
          <ac:graphicFrameMkLst>
            <pc:docMk/>
            <pc:sldMk cId="672076074" sldId="945"/>
            <ac:graphicFrameMk id="793604" creationId="{272B1C09-3416-479E-BDEF-51FC1EC0851D}"/>
          </ac:graphicFrameMkLst>
        </pc:graphicFrameChg>
      </pc:sldChg>
      <pc:sldChg chg="addSp delSp modSp mod modClrScheme chgLayout">
        <pc:chgData name="欣捷" userId="b965477fa0aef5e6" providerId="LiveId" clId="{F58CB589-EA88-41E9-89B9-70387DC4BAF4}" dt="2021-04-20T09:30:22.742" v="732" actId="1076"/>
        <pc:sldMkLst>
          <pc:docMk/>
          <pc:sldMk cId="4090644917" sldId="946"/>
        </pc:sldMkLst>
        <pc:spChg chg="add del mod ord">
          <ac:chgData name="欣捷" userId="b965477fa0aef5e6" providerId="LiveId" clId="{F58CB589-EA88-41E9-89B9-70387DC4BAF4}" dt="2021-04-20T09:30:17.721" v="730" actId="700"/>
          <ac:spMkLst>
            <pc:docMk/>
            <pc:sldMk cId="4090644917" sldId="946"/>
            <ac:spMk id="3" creationId="{8BB8D787-5264-4BBF-B713-79C7285D17BB}"/>
          </ac:spMkLst>
        </pc:spChg>
        <pc:spChg chg="mod ord">
          <ac:chgData name="欣捷" userId="b965477fa0aef5e6" providerId="LiveId" clId="{F58CB589-EA88-41E9-89B9-70387DC4BAF4}" dt="2021-04-20T09:30:17.721" v="730" actId="700"/>
          <ac:spMkLst>
            <pc:docMk/>
            <pc:sldMk cId="4090644917" sldId="946"/>
            <ac:spMk id="54274" creationId="{4620D432-3B1F-4527-A912-CBE4FFB1A46E}"/>
          </ac:spMkLst>
        </pc:spChg>
        <pc:spChg chg="mod ord">
          <ac:chgData name="欣捷" userId="b965477fa0aef5e6" providerId="LiveId" clId="{F58CB589-EA88-41E9-89B9-70387DC4BAF4}" dt="2021-04-20T09:30:17.721" v="730" actId="700"/>
          <ac:spMkLst>
            <pc:docMk/>
            <pc:sldMk cId="4090644917" sldId="946"/>
            <ac:spMk id="54275" creationId="{25FEA818-AB3C-4193-ABC4-9B445518C07C}"/>
          </ac:spMkLst>
        </pc:spChg>
        <pc:graphicFrameChg chg="add mod">
          <ac:chgData name="欣捷" userId="b965477fa0aef5e6" providerId="LiveId" clId="{F58CB589-EA88-41E9-89B9-70387DC4BAF4}" dt="2021-04-20T09:30:22.742" v="732" actId="1076"/>
          <ac:graphicFrameMkLst>
            <pc:docMk/>
            <pc:sldMk cId="4090644917" sldId="946"/>
            <ac:graphicFrameMk id="7" creationId="{2EB0B3C3-306C-4653-B20C-3AF90F693C82}"/>
          </ac:graphicFrameMkLst>
        </pc:graphicFrameChg>
        <pc:graphicFrameChg chg="del">
          <ac:chgData name="欣捷" userId="b965477fa0aef5e6" providerId="LiveId" clId="{F58CB589-EA88-41E9-89B9-70387DC4BAF4}" dt="2021-04-20T09:30:16.249" v="729" actId="21"/>
          <ac:graphicFrameMkLst>
            <pc:docMk/>
            <pc:sldMk cId="4090644917" sldId="946"/>
            <ac:graphicFrameMk id="794628" creationId="{23ADA645-C1F1-40FA-9F8A-B11FD4CC26F4}"/>
          </ac:graphicFrameMkLst>
        </pc:graphicFrameChg>
      </pc:sldChg>
      <pc:sldChg chg="addSp delSp modSp mod modClrScheme chgLayout">
        <pc:chgData name="欣捷" userId="b965477fa0aef5e6" providerId="LiveId" clId="{F58CB589-EA88-41E9-89B9-70387DC4BAF4}" dt="2021-04-20T09:30:35.228" v="736" actId="1076"/>
        <pc:sldMkLst>
          <pc:docMk/>
          <pc:sldMk cId="2198492349" sldId="947"/>
        </pc:sldMkLst>
        <pc:spChg chg="add del mod ord">
          <ac:chgData name="欣捷" userId="b965477fa0aef5e6" providerId="LiveId" clId="{F58CB589-EA88-41E9-89B9-70387DC4BAF4}" dt="2021-04-20T09:30:32.418" v="734" actId="700"/>
          <ac:spMkLst>
            <pc:docMk/>
            <pc:sldMk cId="2198492349" sldId="947"/>
            <ac:spMk id="3" creationId="{75620B76-8B6B-4433-AC9D-F01FFEFB699A}"/>
          </ac:spMkLst>
        </pc:spChg>
        <pc:spChg chg="mod ord">
          <ac:chgData name="欣捷" userId="b965477fa0aef5e6" providerId="LiveId" clId="{F58CB589-EA88-41E9-89B9-70387DC4BAF4}" dt="2021-04-20T09:30:32.418" v="734" actId="700"/>
          <ac:spMkLst>
            <pc:docMk/>
            <pc:sldMk cId="2198492349" sldId="947"/>
            <ac:spMk id="55298" creationId="{25B84DBE-FDAC-469B-966E-1B55B67026EF}"/>
          </ac:spMkLst>
        </pc:spChg>
        <pc:spChg chg="mod ord">
          <ac:chgData name="欣捷" userId="b965477fa0aef5e6" providerId="LiveId" clId="{F58CB589-EA88-41E9-89B9-70387DC4BAF4}" dt="2021-04-20T09:30:32.418" v="734" actId="700"/>
          <ac:spMkLst>
            <pc:docMk/>
            <pc:sldMk cId="2198492349" sldId="947"/>
            <ac:spMk id="55299" creationId="{6EB99E4A-5F8F-4592-9A68-D4D6AD804C71}"/>
          </ac:spMkLst>
        </pc:spChg>
        <pc:graphicFrameChg chg="add mod">
          <ac:chgData name="欣捷" userId="b965477fa0aef5e6" providerId="LiveId" clId="{F58CB589-EA88-41E9-89B9-70387DC4BAF4}" dt="2021-04-20T09:30:35.228" v="736" actId="1076"/>
          <ac:graphicFrameMkLst>
            <pc:docMk/>
            <pc:sldMk cId="2198492349" sldId="947"/>
            <ac:graphicFrameMk id="7" creationId="{17F33DB7-41D1-4A76-BFF0-C925AE89057E}"/>
          </ac:graphicFrameMkLst>
        </pc:graphicFrameChg>
        <pc:graphicFrameChg chg="del">
          <ac:chgData name="欣捷" userId="b965477fa0aef5e6" providerId="LiveId" clId="{F58CB589-EA88-41E9-89B9-70387DC4BAF4}" dt="2021-04-20T09:30:30.723" v="733" actId="21"/>
          <ac:graphicFrameMkLst>
            <pc:docMk/>
            <pc:sldMk cId="2198492349" sldId="947"/>
            <ac:graphicFrameMk id="795652" creationId="{2F90C4A7-1488-44D5-8AFC-71ED16E1862C}"/>
          </ac:graphicFrameMkLst>
        </pc:graphicFrameChg>
      </pc:sldChg>
      <pc:sldChg chg="del">
        <pc:chgData name="欣捷" userId="b965477fa0aef5e6" providerId="LiveId" clId="{F58CB589-EA88-41E9-89B9-70387DC4BAF4}" dt="2021-04-20T09:30:56.176" v="737" actId="47"/>
        <pc:sldMkLst>
          <pc:docMk/>
          <pc:sldMk cId="2570831121" sldId="948"/>
        </pc:sldMkLst>
      </pc:sldChg>
      <pc:sldChg chg="del">
        <pc:chgData name="欣捷" userId="b965477fa0aef5e6" providerId="LiveId" clId="{F58CB589-EA88-41E9-89B9-70387DC4BAF4}" dt="2021-04-20T09:30:56.176" v="737" actId="47"/>
        <pc:sldMkLst>
          <pc:docMk/>
          <pc:sldMk cId="2491439333" sldId="949"/>
        </pc:sldMkLst>
      </pc:sldChg>
      <pc:sldChg chg="del">
        <pc:chgData name="欣捷" userId="b965477fa0aef5e6" providerId="LiveId" clId="{F58CB589-EA88-41E9-89B9-70387DC4BAF4}" dt="2021-04-20T09:30:56.176" v="737" actId="47"/>
        <pc:sldMkLst>
          <pc:docMk/>
          <pc:sldMk cId="0" sldId="950"/>
        </pc:sldMkLst>
      </pc:sldChg>
      <pc:sldChg chg="del">
        <pc:chgData name="欣捷" userId="b965477fa0aef5e6" providerId="LiveId" clId="{F58CB589-EA88-41E9-89B9-70387DC4BAF4}" dt="2021-04-20T09:30:56.176" v="737" actId="47"/>
        <pc:sldMkLst>
          <pc:docMk/>
          <pc:sldMk cId="2077764911" sldId="951"/>
        </pc:sldMkLst>
      </pc:sldChg>
      <pc:sldChg chg="del">
        <pc:chgData name="欣捷" userId="b965477fa0aef5e6" providerId="LiveId" clId="{F58CB589-EA88-41E9-89B9-70387DC4BAF4}" dt="2021-04-20T09:30:56.176" v="737" actId="47"/>
        <pc:sldMkLst>
          <pc:docMk/>
          <pc:sldMk cId="1474300822" sldId="952"/>
        </pc:sldMkLst>
      </pc:sldChg>
      <pc:sldChg chg="del">
        <pc:chgData name="欣捷" userId="b965477fa0aef5e6" providerId="LiveId" clId="{F58CB589-EA88-41E9-89B9-70387DC4BAF4}" dt="2021-04-20T09:30:56.176" v="737" actId="47"/>
        <pc:sldMkLst>
          <pc:docMk/>
          <pc:sldMk cId="2527016574" sldId="953"/>
        </pc:sldMkLst>
      </pc:sldChg>
      <pc:sldChg chg="del">
        <pc:chgData name="欣捷" userId="b965477fa0aef5e6" providerId="LiveId" clId="{F58CB589-EA88-41E9-89B9-70387DC4BAF4}" dt="2021-04-20T09:30:56.176" v="737" actId="47"/>
        <pc:sldMkLst>
          <pc:docMk/>
          <pc:sldMk cId="3274214887" sldId="954"/>
        </pc:sldMkLst>
      </pc:sldChg>
      <pc:sldChg chg="addSp delSp modSp mod modClrScheme chgLayout">
        <pc:chgData name="欣捷" userId="b965477fa0aef5e6" providerId="LiveId" clId="{F58CB589-EA88-41E9-89B9-70387DC4BAF4}" dt="2021-04-20T09:31:46.207" v="757" actId="6549"/>
        <pc:sldMkLst>
          <pc:docMk/>
          <pc:sldMk cId="4227420311" sldId="955"/>
        </pc:sldMkLst>
        <pc:spChg chg="add del mod ord">
          <ac:chgData name="欣捷" userId="b965477fa0aef5e6" providerId="LiveId" clId="{F58CB589-EA88-41E9-89B9-70387DC4BAF4}" dt="2021-04-20T09:31:02.202" v="739" actId="700"/>
          <ac:spMkLst>
            <pc:docMk/>
            <pc:sldMk cId="4227420311" sldId="955"/>
            <ac:spMk id="3" creationId="{DF735691-810C-46E7-8B9E-62C113A8B782}"/>
          </ac:spMkLst>
        </pc:spChg>
        <pc:spChg chg="mod ord">
          <ac:chgData name="欣捷" userId="b965477fa0aef5e6" providerId="LiveId" clId="{F58CB589-EA88-41E9-89B9-70387DC4BAF4}" dt="2021-04-20T09:31:02.202" v="739" actId="700"/>
          <ac:spMkLst>
            <pc:docMk/>
            <pc:sldMk cId="4227420311" sldId="955"/>
            <ac:spMk id="63490" creationId="{73F3C5B2-5674-4BD2-8922-57FA82D03FFB}"/>
          </ac:spMkLst>
        </pc:spChg>
        <pc:spChg chg="mod ord">
          <ac:chgData name="欣捷" userId="b965477fa0aef5e6" providerId="LiveId" clId="{F58CB589-EA88-41E9-89B9-70387DC4BAF4}" dt="2021-04-20T09:31:02.202" v="739" actId="700"/>
          <ac:spMkLst>
            <pc:docMk/>
            <pc:sldMk cId="4227420311" sldId="955"/>
            <ac:spMk id="63491" creationId="{AC915B67-164F-45F3-A0E7-AE3A08BA38E2}"/>
          </ac:spMkLst>
        </pc:spChg>
        <pc:graphicFrameChg chg="add mod modGraphic">
          <ac:chgData name="欣捷" userId="b965477fa0aef5e6" providerId="LiveId" clId="{F58CB589-EA88-41E9-89B9-70387DC4BAF4}" dt="2021-04-20T09:31:46.207" v="757" actId="6549"/>
          <ac:graphicFrameMkLst>
            <pc:docMk/>
            <pc:sldMk cId="4227420311" sldId="955"/>
            <ac:graphicFrameMk id="7" creationId="{B82C7706-5A88-4F4C-BC2E-D88A3AE12F8A}"/>
          </ac:graphicFrameMkLst>
        </pc:graphicFrameChg>
        <pc:graphicFrameChg chg="del">
          <ac:chgData name="欣捷" userId="b965477fa0aef5e6" providerId="LiveId" clId="{F58CB589-EA88-41E9-89B9-70387DC4BAF4}" dt="2021-04-20T09:31:00.789" v="738" actId="21"/>
          <ac:graphicFrameMkLst>
            <pc:docMk/>
            <pc:sldMk cId="4227420311" sldId="955"/>
            <ac:graphicFrameMk id="803844" creationId="{F9333E99-727B-459D-A553-525A32779C29}"/>
          </ac:graphicFrameMkLst>
        </pc:graphicFrameChg>
      </pc:sldChg>
      <pc:sldChg chg="modSp mod chgLayout">
        <pc:chgData name="欣捷" userId="b965477fa0aef5e6" providerId="LiveId" clId="{F58CB589-EA88-41E9-89B9-70387DC4BAF4}" dt="2021-04-20T08:23:39.727" v="28" actId="700"/>
        <pc:sldMkLst>
          <pc:docMk/>
          <pc:sldMk cId="0" sldId="962"/>
        </pc:sldMkLst>
        <pc:spChg chg="mod ord">
          <ac:chgData name="欣捷" userId="b965477fa0aef5e6" providerId="LiveId" clId="{F58CB589-EA88-41E9-89B9-70387DC4BAF4}" dt="2021-04-20T08:23:39.727" v="28" actId="700"/>
          <ac:spMkLst>
            <pc:docMk/>
            <pc:sldMk cId="0" sldId="962"/>
            <ac:spMk id="30722" creationId="{E2B84779-F6AC-4BAD-A1E5-A758C1532E65}"/>
          </ac:spMkLst>
        </pc:spChg>
        <pc:spChg chg="mod ord">
          <ac:chgData name="欣捷" userId="b965477fa0aef5e6" providerId="LiveId" clId="{F58CB589-EA88-41E9-89B9-70387DC4BAF4}" dt="2021-04-20T08:23:39.727" v="28" actId="700"/>
          <ac:spMkLst>
            <pc:docMk/>
            <pc:sldMk cId="0" sldId="962"/>
            <ac:spMk id="30723" creationId="{A6CADA6A-23BE-40F6-B6A2-A7A29A15497B}"/>
          </ac:spMkLst>
        </pc:spChg>
      </pc:sldChg>
      <pc:sldChg chg="modSp mod chgLayout">
        <pc:chgData name="欣捷" userId="b965477fa0aef5e6" providerId="LiveId" clId="{F58CB589-EA88-41E9-89B9-70387DC4BAF4}" dt="2021-04-20T08:23:39.727" v="28" actId="700"/>
        <pc:sldMkLst>
          <pc:docMk/>
          <pc:sldMk cId="0" sldId="963"/>
        </pc:sldMkLst>
        <pc:spChg chg="mod ord">
          <ac:chgData name="欣捷" userId="b965477fa0aef5e6" providerId="LiveId" clId="{F58CB589-EA88-41E9-89B9-70387DC4BAF4}" dt="2021-04-20T08:23:39.727" v="28" actId="700"/>
          <ac:spMkLst>
            <pc:docMk/>
            <pc:sldMk cId="0" sldId="963"/>
            <ac:spMk id="31746" creationId="{124B4B88-D016-420E-A0F4-ED84D8000364}"/>
          </ac:spMkLst>
        </pc:spChg>
        <pc:spChg chg="mod ord">
          <ac:chgData name="欣捷" userId="b965477fa0aef5e6" providerId="LiveId" clId="{F58CB589-EA88-41E9-89B9-70387DC4BAF4}" dt="2021-04-20T08:23:39.727" v="28" actId="700"/>
          <ac:spMkLst>
            <pc:docMk/>
            <pc:sldMk cId="0" sldId="963"/>
            <ac:spMk id="31747" creationId="{D641EE41-EDEE-42E2-B72A-0275BB543719}"/>
          </ac:spMkLst>
        </pc:spChg>
      </pc:sldChg>
      <pc:sldChg chg="modSp mod chgLayout">
        <pc:chgData name="欣捷" userId="b965477fa0aef5e6" providerId="LiveId" clId="{F58CB589-EA88-41E9-89B9-70387DC4BAF4}" dt="2021-04-20T08:23:47.487" v="29" actId="700"/>
        <pc:sldMkLst>
          <pc:docMk/>
          <pc:sldMk cId="0" sldId="964"/>
        </pc:sldMkLst>
        <pc:spChg chg="mod ord">
          <ac:chgData name="欣捷" userId="b965477fa0aef5e6" providerId="LiveId" clId="{F58CB589-EA88-41E9-89B9-70387DC4BAF4}" dt="2021-04-20T08:23:47.487" v="29" actId="700"/>
          <ac:spMkLst>
            <pc:docMk/>
            <pc:sldMk cId="0" sldId="964"/>
            <ac:spMk id="37890" creationId="{05CEC941-958E-40EE-B4EF-BD325EC46649}"/>
          </ac:spMkLst>
        </pc:spChg>
        <pc:spChg chg="mod ord">
          <ac:chgData name="欣捷" userId="b965477fa0aef5e6" providerId="LiveId" clId="{F58CB589-EA88-41E9-89B9-70387DC4BAF4}" dt="2021-04-20T08:23:47.487" v="29" actId="700"/>
          <ac:spMkLst>
            <pc:docMk/>
            <pc:sldMk cId="0" sldId="964"/>
            <ac:spMk id="37891" creationId="{398D5208-1286-453D-BC42-8987F29FFBD0}"/>
          </ac:spMkLst>
        </pc:spChg>
      </pc:sldChg>
      <pc:sldChg chg="modSp mod chgLayout">
        <pc:chgData name="欣捷" userId="b965477fa0aef5e6" providerId="LiveId" clId="{F58CB589-EA88-41E9-89B9-70387DC4BAF4}" dt="2021-04-20T08:23:47.487" v="29" actId="700"/>
        <pc:sldMkLst>
          <pc:docMk/>
          <pc:sldMk cId="0" sldId="965"/>
        </pc:sldMkLst>
        <pc:spChg chg="mod ord">
          <ac:chgData name="欣捷" userId="b965477fa0aef5e6" providerId="LiveId" clId="{F58CB589-EA88-41E9-89B9-70387DC4BAF4}" dt="2021-04-20T08:23:47.487" v="29" actId="700"/>
          <ac:spMkLst>
            <pc:docMk/>
            <pc:sldMk cId="0" sldId="965"/>
            <ac:spMk id="38914" creationId="{447A88AA-460F-464F-9C09-EFA6AC77A9E0}"/>
          </ac:spMkLst>
        </pc:spChg>
        <pc:spChg chg="mod ord">
          <ac:chgData name="欣捷" userId="b965477fa0aef5e6" providerId="LiveId" clId="{F58CB589-EA88-41E9-89B9-70387DC4BAF4}" dt="2021-04-20T08:23:47.487" v="29" actId="700"/>
          <ac:spMkLst>
            <pc:docMk/>
            <pc:sldMk cId="0" sldId="965"/>
            <ac:spMk id="38915" creationId="{86D25DEB-039B-4BDD-8AA2-EF47EB95F257}"/>
          </ac:spMkLst>
        </pc:spChg>
      </pc:sldChg>
      <pc:sldChg chg="modSp mod chgLayout">
        <pc:chgData name="欣捷" userId="b965477fa0aef5e6" providerId="LiveId" clId="{F58CB589-EA88-41E9-89B9-70387DC4BAF4}" dt="2021-04-20T08:23:54.789" v="30" actId="700"/>
        <pc:sldMkLst>
          <pc:docMk/>
          <pc:sldMk cId="0" sldId="966"/>
        </pc:sldMkLst>
        <pc:spChg chg="mod ord">
          <ac:chgData name="欣捷" userId="b965477fa0aef5e6" providerId="LiveId" clId="{F58CB589-EA88-41E9-89B9-70387DC4BAF4}" dt="2021-04-20T08:23:54.789" v="30" actId="700"/>
          <ac:spMkLst>
            <pc:docMk/>
            <pc:sldMk cId="0" sldId="966"/>
            <ac:spMk id="41986" creationId="{F5F9C82B-361D-4D6C-BD2D-61E9E7717923}"/>
          </ac:spMkLst>
        </pc:spChg>
        <pc:spChg chg="mod ord">
          <ac:chgData name="欣捷" userId="b965477fa0aef5e6" providerId="LiveId" clId="{F58CB589-EA88-41E9-89B9-70387DC4BAF4}" dt="2021-04-20T08:23:54.789" v="30" actId="700"/>
          <ac:spMkLst>
            <pc:docMk/>
            <pc:sldMk cId="0" sldId="966"/>
            <ac:spMk id="41987" creationId="{2A862D9B-D8AD-495A-A8BB-4827958891A3}"/>
          </ac:spMkLst>
        </pc:spChg>
      </pc:sldChg>
      <pc:sldChg chg="modSp mod chgLayout">
        <pc:chgData name="欣捷" userId="b965477fa0aef5e6" providerId="LiveId" clId="{F58CB589-EA88-41E9-89B9-70387DC4BAF4}" dt="2021-04-20T08:23:54.789" v="30" actId="700"/>
        <pc:sldMkLst>
          <pc:docMk/>
          <pc:sldMk cId="0" sldId="967"/>
        </pc:sldMkLst>
        <pc:spChg chg="mod ord">
          <ac:chgData name="欣捷" userId="b965477fa0aef5e6" providerId="LiveId" clId="{F58CB589-EA88-41E9-89B9-70387DC4BAF4}" dt="2021-04-20T08:23:54.789" v="30" actId="700"/>
          <ac:spMkLst>
            <pc:docMk/>
            <pc:sldMk cId="0" sldId="967"/>
            <ac:spMk id="43010" creationId="{52C2C5BC-E0F8-4237-804F-654F8B1DBD12}"/>
          </ac:spMkLst>
        </pc:spChg>
        <pc:spChg chg="mod ord">
          <ac:chgData name="欣捷" userId="b965477fa0aef5e6" providerId="LiveId" clId="{F58CB589-EA88-41E9-89B9-70387DC4BAF4}" dt="2021-04-20T08:23:54.789" v="30" actId="700"/>
          <ac:spMkLst>
            <pc:docMk/>
            <pc:sldMk cId="0" sldId="967"/>
            <ac:spMk id="43011" creationId="{46430E7B-3E49-4932-8907-1BF8C26773E7}"/>
          </ac:spMkLst>
        </pc:spChg>
      </pc:sldChg>
      <pc:sldChg chg="modSp mod chgLayout">
        <pc:chgData name="欣捷" userId="b965477fa0aef5e6" providerId="LiveId" clId="{F58CB589-EA88-41E9-89B9-70387DC4BAF4}" dt="2021-04-20T08:23:54.789" v="30" actId="700"/>
        <pc:sldMkLst>
          <pc:docMk/>
          <pc:sldMk cId="0" sldId="968"/>
        </pc:sldMkLst>
        <pc:spChg chg="mod ord">
          <ac:chgData name="欣捷" userId="b965477fa0aef5e6" providerId="LiveId" clId="{F58CB589-EA88-41E9-89B9-70387DC4BAF4}" dt="2021-04-20T08:23:54.789" v="30" actId="700"/>
          <ac:spMkLst>
            <pc:docMk/>
            <pc:sldMk cId="0" sldId="968"/>
            <ac:spMk id="46082" creationId="{AA8E1E26-70C5-4320-BE4E-87D8D22925A0}"/>
          </ac:spMkLst>
        </pc:spChg>
        <pc:spChg chg="mod ord">
          <ac:chgData name="欣捷" userId="b965477fa0aef5e6" providerId="LiveId" clId="{F58CB589-EA88-41E9-89B9-70387DC4BAF4}" dt="2021-04-20T08:23:54.789" v="30" actId="700"/>
          <ac:spMkLst>
            <pc:docMk/>
            <pc:sldMk cId="0" sldId="968"/>
            <ac:spMk id="46083" creationId="{13AEAEF1-0CBC-4977-B889-9C2F076FC788}"/>
          </ac:spMkLst>
        </pc:spChg>
      </pc:sldChg>
      <pc:sldChg chg="modSp mod chgLayout">
        <pc:chgData name="欣捷" userId="b965477fa0aef5e6" providerId="LiveId" clId="{F58CB589-EA88-41E9-89B9-70387DC4BAF4}" dt="2021-04-20T08:23:54.789" v="30" actId="700"/>
        <pc:sldMkLst>
          <pc:docMk/>
          <pc:sldMk cId="0" sldId="969"/>
        </pc:sldMkLst>
        <pc:spChg chg="mod ord">
          <ac:chgData name="欣捷" userId="b965477fa0aef5e6" providerId="LiveId" clId="{F58CB589-EA88-41E9-89B9-70387DC4BAF4}" dt="2021-04-20T08:23:54.789" v="30" actId="700"/>
          <ac:spMkLst>
            <pc:docMk/>
            <pc:sldMk cId="0" sldId="969"/>
            <ac:spMk id="47106" creationId="{A9E0D8F6-BB3B-43DC-8FA7-E1E04586C15D}"/>
          </ac:spMkLst>
        </pc:spChg>
        <pc:spChg chg="mod ord">
          <ac:chgData name="欣捷" userId="b965477fa0aef5e6" providerId="LiveId" clId="{F58CB589-EA88-41E9-89B9-70387DC4BAF4}" dt="2021-04-20T08:23:54.789" v="30" actId="700"/>
          <ac:spMkLst>
            <pc:docMk/>
            <pc:sldMk cId="0" sldId="969"/>
            <ac:spMk id="47107" creationId="{9E7A8AAA-1411-443A-AF44-0F6798EBCDD3}"/>
          </ac:spMkLst>
        </pc:spChg>
      </pc:sldChg>
      <pc:sldChg chg="modSp mod">
        <pc:chgData name="欣捷" userId="b965477fa0aef5e6" providerId="LiveId" clId="{F58CB589-EA88-41E9-89B9-70387DC4BAF4}" dt="2021-04-20T08:19:15.765" v="4" actId="403"/>
        <pc:sldMkLst>
          <pc:docMk/>
          <pc:sldMk cId="0" sldId="1029"/>
        </pc:sldMkLst>
        <pc:spChg chg="mod">
          <ac:chgData name="欣捷" userId="b965477fa0aef5e6" providerId="LiveId" clId="{F58CB589-EA88-41E9-89B9-70387DC4BAF4}" dt="2021-04-20T08:19:15.765" v="4" actId="403"/>
          <ac:spMkLst>
            <pc:docMk/>
            <pc:sldMk cId="0" sldId="1029"/>
            <ac:spMk id="6147" creationId="{625FC01B-17AB-4DAE-85D1-28316DB3B53C}"/>
          </ac:spMkLst>
        </pc:spChg>
      </pc:sldChg>
      <pc:sldChg chg="modSp mod">
        <pc:chgData name="欣捷" userId="b965477fa0aef5e6" providerId="LiveId" clId="{F58CB589-EA88-41E9-89B9-70387DC4BAF4}" dt="2021-04-20T08:19:27.321" v="5" actId="403"/>
        <pc:sldMkLst>
          <pc:docMk/>
          <pc:sldMk cId="0" sldId="1030"/>
        </pc:sldMkLst>
        <pc:spChg chg="mod">
          <ac:chgData name="欣捷" userId="b965477fa0aef5e6" providerId="LiveId" clId="{F58CB589-EA88-41E9-89B9-70387DC4BAF4}" dt="2021-04-20T08:19:27.321" v="5" actId="403"/>
          <ac:spMkLst>
            <pc:docMk/>
            <pc:sldMk cId="0" sldId="1030"/>
            <ac:spMk id="7171" creationId="{E605C392-3062-4E19-ABFB-43880A0217A2}"/>
          </ac:spMkLst>
        </pc:spChg>
      </pc:sldChg>
      <pc:sldChg chg="modSp mod">
        <pc:chgData name="欣捷" userId="b965477fa0aef5e6" providerId="LiveId" clId="{F58CB589-EA88-41E9-89B9-70387DC4BAF4}" dt="2021-04-20T08:24:15.236" v="34" actId="207"/>
        <pc:sldMkLst>
          <pc:docMk/>
          <pc:sldMk cId="0" sldId="1037"/>
        </pc:sldMkLst>
        <pc:spChg chg="mod">
          <ac:chgData name="欣捷" userId="b965477fa0aef5e6" providerId="LiveId" clId="{F58CB589-EA88-41E9-89B9-70387DC4BAF4}" dt="2021-04-20T08:24:15.236" v="34" actId="207"/>
          <ac:spMkLst>
            <pc:docMk/>
            <pc:sldMk cId="0" sldId="1037"/>
            <ac:spMk id="69635" creationId="{D90D0F4D-69E7-4E26-B164-3DA3AE13909B}"/>
          </ac:spMkLst>
        </pc:spChg>
      </pc:sldChg>
      <pc:sldChg chg="del">
        <pc:chgData name="欣捷" userId="b965477fa0aef5e6" providerId="LiveId" clId="{F58CB589-EA88-41E9-89B9-70387DC4BAF4}" dt="2021-04-20T09:32:41.428" v="761" actId="47"/>
        <pc:sldMkLst>
          <pc:docMk/>
          <pc:sldMk cId="0" sldId="1058"/>
        </pc:sldMkLst>
      </pc:sldChg>
      <pc:sldChg chg="modSp mod ord chgLayout">
        <pc:chgData name="欣捷" userId="b965477fa0aef5e6" providerId="LiveId" clId="{F58CB589-EA88-41E9-89B9-70387DC4BAF4}" dt="2021-04-20T09:12:15.268" v="475"/>
        <pc:sldMkLst>
          <pc:docMk/>
          <pc:sldMk cId="0" sldId="1080"/>
        </pc:sldMkLst>
        <pc:spChg chg="mod ord">
          <ac:chgData name="欣捷" userId="b965477fa0aef5e6" providerId="LiveId" clId="{F58CB589-EA88-41E9-89B9-70387DC4BAF4}" dt="2021-04-20T08:22:41.465" v="24" actId="700"/>
          <ac:spMkLst>
            <pc:docMk/>
            <pc:sldMk cId="0" sldId="1080"/>
            <ac:spMk id="15362" creationId="{4FFDB618-2ECF-4195-87DA-C33B9711CF22}"/>
          </ac:spMkLst>
        </pc:spChg>
        <pc:spChg chg="mod">
          <ac:chgData name="欣捷" userId="b965477fa0aef5e6" providerId="LiveId" clId="{F58CB589-EA88-41E9-89B9-70387DC4BAF4}" dt="2021-04-20T08:22:47.514" v="25" actId="1076"/>
          <ac:spMkLst>
            <pc:docMk/>
            <pc:sldMk cId="0" sldId="1080"/>
            <ac:spMk id="15368" creationId="{0AF61221-0C2D-42BC-96D9-BFE579CB64AB}"/>
          </ac:spMkLst>
        </pc:spChg>
        <pc:spChg chg="mod">
          <ac:chgData name="欣捷" userId="b965477fa0aef5e6" providerId="LiveId" clId="{F58CB589-EA88-41E9-89B9-70387DC4BAF4}" dt="2021-04-20T08:41:27.700" v="273" actId="207"/>
          <ac:spMkLst>
            <pc:docMk/>
            <pc:sldMk cId="0" sldId="1080"/>
            <ac:spMk id="15369" creationId="{DD45ABAE-774D-4ED5-9BFD-8DEDB21E1E48}"/>
          </ac:spMkLst>
        </pc:spChg>
        <pc:spChg chg="mod">
          <ac:chgData name="欣捷" userId="b965477fa0aef5e6" providerId="LiveId" clId="{F58CB589-EA88-41E9-89B9-70387DC4BAF4}" dt="2021-04-20T08:41:29.977" v="274" actId="207"/>
          <ac:spMkLst>
            <pc:docMk/>
            <pc:sldMk cId="0" sldId="1080"/>
            <ac:spMk id="15370" creationId="{5B4EB4C5-A268-4C4B-9908-45B5C60BBE77}"/>
          </ac:spMkLst>
        </pc:spChg>
        <pc:spChg chg="mod">
          <ac:chgData name="欣捷" userId="b965477fa0aef5e6" providerId="LiveId" clId="{F58CB589-EA88-41E9-89B9-70387DC4BAF4}" dt="2021-04-20T08:41:37.295" v="275" actId="208"/>
          <ac:spMkLst>
            <pc:docMk/>
            <pc:sldMk cId="0" sldId="1080"/>
            <ac:spMk id="15371" creationId="{5600B766-DAE7-4380-B17D-7C7536C9B669}"/>
          </ac:spMkLst>
        </pc:spChg>
        <pc:spChg chg="mod">
          <ac:chgData name="欣捷" userId="b965477fa0aef5e6" providerId="LiveId" clId="{F58CB589-EA88-41E9-89B9-70387DC4BAF4}" dt="2021-04-20T08:41:20.744" v="272" actId="113"/>
          <ac:spMkLst>
            <pc:docMk/>
            <pc:sldMk cId="0" sldId="1080"/>
            <ac:spMk id="15372" creationId="{C5F46AD6-9189-4BEE-BB0D-9BCE63F0A059}"/>
          </ac:spMkLst>
        </pc:spChg>
        <pc:spChg chg="mod">
          <ac:chgData name="欣捷" userId="b965477fa0aef5e6" providerId="LiveId" clId="{F58CB589-EA88-41E9-89B9-70387DC4BAF4}" dt="2021-04-20T08:22:47.514" v="25" actId="1076"/>
          <ac:spMkLst>
            <pc:docMk/>
            <pc:sldMk cId="0" sldId="1080"/>
            <ac:spMk id="15373" creationId="{16339D6B-A0F7-4C78-9A5F-DCE4ABD11D61}"/>
          </ac:spMkLst>
        </pc:spChg>
        <pc:spChg chg="mod">
          <ac:chgData name="欣捷" userId="b965477fa0aef5e6" providerId="LiveId" clId="{F58CB589-EA88-41E9-89B9-70387DC4BAF4}" dt="2021-04-20T08:22:47.514" v="25" actId="1076"/>
          <ac:spMkLst>
            <pc:docMk/>
            <pc:sldMk cId="0" sldId="1080"/>
            <ac:spMk id="15374" creationId="{C1409AB2-FD0D-419E-BD9B-52B375A2176C}"/>
          </ac:spMkLst>
        </pc:spChg>
        <pc:spChg chg="mod">
          <ac:chgData name="欣捷" userId="b965477fa0aef5e6" providerId="LiveId" clId="{F58CB589-EA88-41E9-89B9-70387DC4BAF4}" dt="2021-04-20T08:22:47.514" v="25" actId="1076"/>
          <ac:spMkLst>
            <pc:docMk/>
            <pc:sldMk cId="0" sldId="1080"/>
            <ac:spMk id="15375" creationId="{CCE9D793-8099-4993-AAEB-7A974E36944B}"/>
          </ac:spMkLst>
        </pc:spChg>
        <pc:spChg chg="mod">
          <ac:chgData name="欣捷" userId="b965477fa0aef5e6" providerId="LiveId" clId="{F58CB589-EA88-41E9-89B9-70387DC4BAF4}" dt="2021-04-20T08:22:47.514" v="25" actId="1076"/>
          <ac:spMkLst>
            <pc:docMk/>
            <pc:sldMk cId="0" sldId="1080"/>
            <ac:spMk id="15376" creationId="{DA6FE308-968D-4F01-8C84-DC59F886606D}"/>
          </ac:spMkLst>
        </pc:spChg>
        <pc:spChg chg="mod">
          <ac:chgData name="欣捷" userId="b965477fa0aef5e6" providerId="LiveId" clId="{F58CB589-EA88-41E9-89B9-70387DC4BAF4}" dt="2021-04-20T08:22:47.514" v="25" actId="1076"/>
          <ac:spMkLst>
            <pc:docMk/>
            <pc:sldMk cId="0" sldId="1080"/>
            <ac:spMk id="15377" creationId="{7B182DB1-6DA3-48A1-B79E-EBFC6E58F2E3}"/>
          </ac:spMkLst>
        </pc:spChg>
        <pc:spChg chg="mod">
          <ac:chgData name="欣捷" userId="b965477fa0aef5e6" providerId="LiveId" clId="{F58CB589-EA88-41E9-89B9-70387DC4BAF4}" dt="2021-04-20T08:22:47.514" v="25" actId="1076"/>
          <ac:spMkLst>
            <pc:docMk/>
            <pc:sldMk cId="0" sldId="1080"/>
            <ac:spMk id="15378" creationId="{762D761A-4074-4DC1-8CB0-B0984F9DED26}"/>
          </ac:spMkLst>
        </pc:spChg>
        <pc:spChg chg="mod">
          <ac:chgData name="欣捷" userId="b965477fa0aef5e6" providerId="LiveId" clId="{F58CB589-EA88-41E9-89B9-70387DC4BAF4}" dt="2021-04-20T08:22:47.514" v="25" actId="1076"/>
          <ac:spMkLst>
            <pc:docMk/>
            <pc:sldMk cId="0" sldId="1080"/>
            <ac:spMk id="15379" creationId="{81E8AD07-17D8-4E07-9FA4-927DD498FF5E}"/>
          </ac:spMkLst>
        </pc:spChg>
        <pc:spChg chg="mod">
          <ac:chgData name="欣捷" userId="b965477fa0aef5e6" providerId="LiveId" clId="{F58CB589-EA88-41E9-89B9-70387DC4BAF4}" dt="2021-04-20T08:22:47.514" v="25" actId="1076"/>
          <ac:spMkLst>
            <pc:docMk/>
            <pc:sldMk cId="0" sldId="1080"/>
            <ac:spMk id="15380" creationId="{40039F24-61D3-4732-80B0-6E6094CCD188}"/>
          </ac:spMkLst>
        </pc:spChg>
        <pc:spChg chg="mod">
          <ac:chgData name="欣捷" userId="b965477fa0aef5e6" providerId="LiveId" clId="{F58CB589-EA88-41E9-89B9-70387DC4BAF4}" dt="2021-04-20T08:22:47.514" v="25" actId="1076"/>
          <ac:spMkLst>
            <pc:docMk/>
            <pc:sldMk cId="0" sldId="1080"/>
            <ac:spMk id="15381" creationId="{BF140C31-8C19-4A9C-B18A-84A02B02D6BF}"/>
          </ac:spMkLst>
        </pc:spChg>
        <pc:spChg chg="mod">
          <ac:chgData name="欣捷" userId="b965477fa0aef5e6" providerId="LiveId" clId="{F58CB589-EA88-41E9-89B9-70387DC4BAF4}" dt="2021-04-20T08:22:47.514" v="25" actId="1076"/>
          <ac:spMkLst>
            <pc:docMk/>
            <pc:sldMk cId="0" sldId="1080"/>
            <ac:spMk id="15382" creationId="{8E6EFF30-7AFC-42AA-BC5D-7DDD4502BA56}"/>
          </ac:spMkLst>
        </pc:spChg>
        <pc:spChg chg="mod">
          <ac:chgData name="欣捷" userId="b965477fa0aef5e6" providerId="LiveId" clId="{F58CB589-EA88-41E9-89B9-70387DC4BAF4}" dt="2021-04-20T08:22:47.514" v="25" actId="1076"/>
          <ac:spMkLst>
            <pc:docMk/>
            <pc:sldMk cId="0" sldId="1080"/>
            <ac:spMk id="15383" creationId="{06E19790-0CB0-4C96-AFB2-C7FDED9EB84E}"/>
          </ac:spMkLst>
        </pc:spChg>
        <pc:spChg chg="mod">
          <ac:chgData name="欣捷" userId="b965477fa0aef5e6" providerId="LiveId" clId="{F58CB589-EA88-41E9-89B9-70387DC4BAF4}" dt="2021-04-20T08:22:47.514" v="25" actId="1076"/>
          <ac:spMkLst>
            <pc:docMk/>
            <pc:sldMk cId="0" sldId="1080"/>
            <ac:spMk id="15384" creationId="{4969B3A9-2A2C-4DC1-B4E1-C53B0A59CC53}"/>
          </ac:spMkLst>
        </pc:spChg>
        <pc:spChg chg="mod">
          <ac:chgData name="欣捷" userId="b965477fa0aef5e6" providerId="LiveId" clId="{F58CB589-EA88-41E9-89B9-70387DC4BAF4}" dt="2021-04-20T08:22:47.514" v="25" actId="1076"/>
          <ac:spMkLst>
            <pc:docMk/>
            <pc:sldMk cId="0" sldId="1080"/>
            <ac:spMk id="15385" creationId="{F7568C70-57DD-432E-BE6C-FF64367688F0}"/>
          </ac:spMkLst>
        </pc:spChg>
        <pc:spChg chg="mod">
          <ac:chgData name="欣捷" userId="b965477fa0aef5e6" providerId="LiveId" clId="{F58CB589-EA88-41E9-89B9-70387DC4BAF4}" dt="2021-04-20T08:22:47.514" v="25" actId="1076"/>
          <ac:spMkLst>
            <pc:docMk/>
            <pc:sldMk cId="0" sldId="1080"/>
            <ac:spMk id="15386" creationId="{ADB1EA02-AD40-43E0-B3A3-8F0863701C7A}"/>
          </ac:spMkLst>
        </pc:spChg>
        <pc:spChg chg="mod">
          <ac:chgData name="欣捷" userId="b965477fa0aef5e6" providerId="LiveId" clId="{F58CB589-EA88-41E9-89B9-70387DC4BAF4}" dt="2021-04-20T08:22:47.514" v="25" actId="1076"/>
          <ac:spMkLst>
            <pc:docMk/>
            <pc:sldMk cId="0" sldId="1080"/>
            <ac:spMk id="15387" creationId="{D1985793-788F-4277-9FDD-B681BFAF08B2}"/>
          </ac:spMkLst>
        </pc:spChg>
        <pc:spChg chg="mod">
          <ac:chgData name="欣捷" userId="b965477fa0aef5e6" providerId="LiveId" clId="{F58CB589-EA88-41E9-89B9-70387DC4BAF4}" dt="2021-04-20T08:22:47.514" v="25" actId="1076"/>
          <ac:spMkLst>
            <pc:docMk/>
            <pc:sldMk cId="0" sldId="1080"/>
            <ac:spMk id="15388" creationId="{F43F0105-0974-4050-94EF-FDCC8DE9C2BF}"/>
          </ac:spMkLst>
        </pc:spChg>
        <pc:spChg chg="mod ord">
          <ac:chgData name="欣捷" userId="b965477fa0aef5e6" providerId="LiveId" clId="{F58CB589-EA88-41E9-89B9-70387DC4BAF4}" dt="2021-04-20T08:22:41.465" v="24" actId="700"/>
          <ac:spMkLst>
            <pc:docMk/>
            <pc:sldMk cId="0" sldId="1080"/>
            <ac:spMk id="108547" creationId="{9984395E-34CA-4FDB-9FC5-4117962099B3}"/>
          </ac:spMkLst>
        </pc:spChg>
        <pc:grpChg chg="mod">
          <ac:chgData name="欣捷" userId="b965477fa0aef5e6" providerId="LiveId" clId="{F58CB589-EA88-41E9-89B9-70387DC4BAF4}" dt="2021-04-20T08:41:15.709" v="271" actId="113"/>
          <ac:grpSpMkLst>
            <pc:docMk/>
            <pc:sldMk cId="0" sldId="1080"/>
            <ac:grpSpMk id="15364" creationId="{859C4A9B-2DB6-44E3-8B8A-C9739E668715}"/>
          </ac:grpSpMkLst>
        </pc:grpChg>
        <pc:grpChg chg="mod">
          <ac:chgData name="欣捷" userId="b965477fa0aef5e6" providerId="LiveId" clId="{F58CB589-EA88-41E9-89B9-70387DC4BAF4}" dt="2021-04-20T08:22:47.514" v="25" actId="1076"/>
          <ac:grpSpMkLst>
            <pc:docMk/>
            <pc:sldMk cId="0" sldId="1080"/>
            <ac:grpSpMk id="15367" creationId="{AA2912E9-31CB-4AA0-AE74-CDF6326F08CE}"/>
          </ac:grpSpMkLst>
        </pc:grpChg>
        <pc:graphicFrameChg chg="mod">
          <ac:chgData name="欣捷" userId="b965477fa0aef5e6" providerId="LiveId" clId="{F58CB589-EA88-41E9-89B9-70387DC4BAF4}" dt="2021-04-20T08:22:47.514" v="25" actId="1076"/>
          <ac:graphicFrameMkLst>
            <pc:docMk/>
            <pc:sldMk cId="0" sldId="1080"/>
            <ac:graphicFrameMk id="15365" creationId="{B7F49CDA-EB1D-4F6E-8559-CA84B5FFB9DD}"/>
          </ac:graphicFrameMkLst>
        </pc:graphicFrameChg>
        <pc:graphicFrameChg chg="mod">
          <ac:chgData name="欣捷" userId="b965477fa0aef5e6" providerId="LiveId" clId="{F58CB589-EA88-41E9-89B9-70387DC4BAF4}" dt="2021-04-20T08:22:47.514" v="25" actId="1076"/>
          <ac:graphicFrameMkLst>
            <pc:docMk/>
            <pc:sldMk cId="0" sldId="1080"/>
            <ac:graphicFrameMk id="15366" creationId="{9F71241D-D3D1-44FE-A46A-480124D14AD6}"/>
          </ac:graphicFrameMkLst>
        </pc:graphicFrameChg>
      </pc:sldChg>
      <pc:sldChg chg="modSp mod ord chgLayout">
        <pc:chgData name="欣捷" userId="b965477fa0aef5e6" providerId="LiveId" clId="{F58CB589-EA88-41E9-89B9-70387DC4BAF4}" dt="2021-04-20T09:15:43.505" v="571" actId="113"/>
        <pc:sldMkLst>
          <pc:docMk/>
          <pc:sldMk cId="0" sldId="1081"/>
        </pc:sldMkLst>
        <pc:spChg chg="mod ord">
          <ac:chgData name="欣捷" userId="b965477fa0aef5e6" providerId="LiveId" clId="{F58CB589-EA88-41E9-89B9-70387DC4BAF4}" dt="2021-04-20T08:22:56.118" v="26" actId="700"/>
          <ac:spMkLst>
            <pc:docMk/>
            <pc:sldMk cId="0" sldId="1081"/>
            <ac:spMk id="16386" creationId="{DC76ACF5-1CBB-4E90-B010-F6D3DF9FB7ED}"/>
          </ac:spMkLst>
        </pc:spChg>
        <pc:spChg chg="mod ord">
          <ac:chgData name="欣捷" userId="b965477fa0aef5e6" providerId="LiveId" clId="{F58CB589-EA88-41E9-89B9-70387DC4BAF4}" dt="2021-04-20T09:15:43.505" v="571" actId="113"/>
          <ac:spMkLst>
            <pc:docMk/>
            <pc:sldMk cId="0" sldId="1081"/>
            <ac:spMk id="16387" creationId="{760C73B3-898C-42C8-891D-84B70F18D76B}"/>
          </ac:spMkLst>
        </pc:spChg>
      </pc:sldChg>
      <pc:sldChg chg="modSp mod chgLayout">
        <pc:chgData name="欣捷" userId="b965477fa0aef5e6" providerId="LiveId" clId="{F58CB589-EA88-41E9-89B9-70387DC4BAF4}" dt="2021-04-20T09:27:46.211" v="695" actId="403"/>
        <pc:sldMkLst>
          <pc:docMk/>
          <pc:sldMk cId="0" sldId="1082"/>
        </pc:sldMkLst>
        <pc:spChg chg="mod ord">
          <ac:chgData name="欣捷" userId="b965477fa0aef5e6" providerId="LiveId" clId="{F58CB589-EA88-41E9-89B9-70387DC4BAF4}" dt="2021-04-20T08:23:32.627" v="27" actId="700"/>
          <ac:spMkLst>
            <pc:docMk/>
            <pc:sldMk cId="0" sldId="1082"/>
            <ac:spMk id="28674" creationId="{5E9222B7-97C2-4FB5-8E52-C7FEDA8DA209}"/>
          </ac:spMkLst>
        </pc:spChg>
        <pc:spChg chg="mod ord">
          <ac:chgData name="欣捷" userId="b965477fa0aef5e6" providerId="LiveId" clId="{F58CB589-EA88-41E9-89B9-70387DC4BAF4}" dt="2021-04-20T09:27:46.211" v="695" actId="403"/>
          <ac:spMkLst>
            <pc:docMk/>
            <pc:sldMk cId="0" sldId="1082"/>
            <ac:spMk id="28675" creationId="{E976D685-D6C3-4D4C-91DE-96DA60F76F25}"/>
          </ac:spMkLst>
        </pc:spChg>
      </pc:sldChg>
      <pc:sldChg chg="modSp mod chgLayout">
        <pc:chgData name="欣捷" userId="b965477fa0aef5e6" providerId="LiveId" clId="{F58CB589-EA88-41E9-89B9-70387DC4BAF4}" dt="2021-04-20T09:27:57.886" v="697" actId="207"/>
        <pc:sldMkLst>
          <pc:docMk/>
          <pc:sldMk cId="0" sldId="1083"/>
        </pc:sldMkLst>
        <pc:spChg chg="mod ord">
          <ac:chgData name="欣捷" userId="b965477fa0aef5e6" providerId="LiveId" clId="{F58CB589-EA88-41E9-89B9-70387DC4BAF4}" dt="2021-04-20T08:23:39.727" v="28" actId="700"/>
          <ac:spMkLst>
            <pc:docMk/>
            <pc:sldMk cId="0" sldId="1083"/>
            <ac:spMk id="29698" creationId="{370B385F-9D81-4EFE-8FDA-1A06D5E9F2DF}"/>
          </ac:spMkLst>
        </pc:spChg>
        <pc:spChg chg="mod ord">
          <ac:chgData name="欣捷" userId="b965477fa0aef5e6" providerId="LiveId" clId="{F58CB589-EA88-41E9-89B9-70387DC4BAF4}" dt="2021-04-20T09:27:57.886" v="697" actId="207"/>
          <ac:spMkLst>
            <pc:docMk/>
            <pc:sldMk cId="0" sldId="1083"/>
            <ac:spMk id="29699" creationId="{36C3F7DC-D47E-475A-BC4A-4753EA6046F3}"/>
          </ac:spMkLst>
        </pc:spChg>
      </pc:sldChg>
      <pc:sldChg chg="del">
        <pc:chgData name="欣捷" userId="b965477fa0aef5e6" providerId="LiveId" clId="{F58CB589-EA88-41E9-89B9-70387DC4BAF4}" dt="2021-04-20T08:21:42.117" v="22" actId="47"/>
        <pc:sldMkLst>
          <pc:docMk/>
          <pc:sldMk cId="0" sldId="1084"/>
        </pc:sldMkLst>
      </pc:sldChg>
      <pc:sldChg chg="modSp mod chgLayout">
        <pc:chgData name="欣捷" userId="b965477fa0aef5e6" providerId="LiveId" clId="{F58CB589-EA88-41E9-89B9-70387DC4BAF4}" dt="2021-04-20T08:24:31.308" v="36" actId="700"/>
        <pc:sldMkLst>
          <pc:docMk/>
          <pc:sldMk cId="0" sldId="1090"/>
        </pc:sldMkLst>
        <pc:spChg chg="mod ord">
          <ac:chgData name="欣捷" userId="b965477fa0aef5e6" providerId="LiveId" clId="{F58CB589-EA88-41E9-89B9-70387DC4BAF4}" dt="2021-04-20T08:24:31.308" v="36" actId="700"/>
          <ac:spMkLst>
            <pc:docMk/>
            <pc:sldMk cId="0" sldId="1090"/>
            <ac:spMk id="72706" creationId="{D8B6B405-F101-4CA9-A251-6815C4615CDC}"/>
          </ac:spMkLst>
        </pc:spChg>
        <pc:spChg chg="mod ord">
          <ac:chgData name="欣捷" userId="b965477fa0aef5e6" providerId="LiveId" clId="{F58CB589-EA88-41E9-89B9-70387DC4BAF4}" dt="2021-04-20T08:24:31.308" v="36" actId="700"/>
          <ac:spMkLst>
            <pc:docMk/>
            <pc:sldMk cId="0" sldId="1090"/>
            <ac:spMk id="72707" creationId="{FEB2BB3A-81CC-4ABD-A121-E8ED803B6BA9}"/>
          </ac:spMkLst>
        </pc:spChg>
      </pc:sldChg>
      <pc:sldChg chg="modSp mod chgLayout">
        <pc:chgData name="欣捷" userId="b965477fa0aef5e6" providerId="LiveId" clId="{F58CB589-EA88-41E9-89B9-70387DC4BAF4}" dt="2021-04-20T09:32:19.053" v="758" actId="700"/>
        <pc:sldMkLst>
          <pc:docMk/>
          <pc:sldMk cId="0" sldId="1095"/>
        </pc:sldMkLst>
        <pc:spChg chg="mod ord">
          <ac:chgData name="欣捷" userId="b965477fa0aef5e6" providerId="LiveId" clId="{F58CB589-EA88-41E9-89B9-70387DC4BAF4}" dt="2021-04-20T09:32:19.053" v="758" actId="700"/>
          <ac:spMkLst>
            <pc:docMk/>
            <pc:sldMk cId="0" sldId="1095"/>
            <ac:spMk id="78850" creationId="{B96071DF-4A01-4081-8DD1-1F3C7BB8F426}"/>
          </ac:spMkLst>
        </pc:spChg>
        <pc:spChg chg="mod ord">
          <ac:chgData name="欣捷" userId="b965477fa0aef5e6" providerId="LiveId" clId="{F58CB589-EA88-41E9-89B9-70387DC4BAF4}" dt="2021-04-20T09:32:19.053" v="758" actId="700"/>
          <ac:spMkLst>
            <pc:docMk/>
            <pc:sldMk cId="0" sldId="1095"/>
            <ac:spMk id="78851" creationId="{AED1CE7F-080A-452A-B16A-65A42BCE1B43}"/>
          </ac:spMkLst>
        </pc:spChg>
      </pc:sldChg>
      <pc:sldChg chg="modSp mod chgLayout">
        <pc:chgData name="欣捷" userId="b965477fa0aef5e6" providerId="LiveId" clId="{F58CB589-EA88-41E9-89B9-70387DC4BAF4}" dt="2021-04-20T09:32:36.730" v="760" actId="1076"/>
        <pc:sldMkLst>
          <pc:docMk/>
          <pc:sldMk cId="0" sldId="1106"/>
        </pc:sldMkLst>
        <pc:spChg chg="mod ord">
          <ac:chgData name="欣捷" userId="b965477fa0aef5e6" providerId="LiveId" clId="{F58CB589-EA88-41E9-89B9-70387DC4BAF4}" dt="2021-04-20T09:32:30.684" v="759" actId="700"/>
          <ac:spMkLst>
            <pc:docMk/>
            <pc:sldMk cId="0" sldId="1106"/>
            <ac:spMk id="93186" creationId="{9DB5010B-BDF5-45ED-BDBE-193ACCA2DF0D}"/>
          </ac:spMkLst>
        </pc:spChg>
        <pc:spChg chg="mod ord">
          <ac:chgData name="欣捷" userId="b965477fa0aef5e6" providerId="LiveId" clId="{F58CB589-EA88-41E9-89B9-70387DC4BAF4}" dt="2021-04-20T09:32:30.684" v="759" actId="700"/>
          <ac:spMkLst>
            <pc:docMk/>
            <pc:sldMk cId="0" sldId="1106"/>
            <ac:spMk id="93187" creationId="{F5FD8CEB-F2C3-4D61-8ECB-F41F9C35CB6D}"/>
          </ac:spMkLst>
        </pc:spChg>
        <pc:spChg chg="mod">
          <ac:chgData name="欣捷" userId="b965477fa0aef5e6" providerId="LiveId" clId="{F58CB589-EA88-41E9-89B9-70387DC4BAF4}" dt="2021-04-20T09:32:36.730" v="760" actId="1076"/>
          <ac:spMkLst>
            <pc:docMk/>
            <pc:sldMk cId="0" sldId="1106"/>
            <ac:spMk id="93192" creationId="{2973C2F5-7F6D-4721-96AE-974A0786A0CF}"/>
          </ac:spMkLst>
        </pc:spChg>
        <pc:spChg chg="mod">
          <ac:chgData name="欣捷" userId="b965477fa0aef5e6" providerId="LiveId" clId="{F58CB589-EA88-41E9-89B9-70387DC4BAF4}" dt="2021-04-20T09:32:36.730" v="760" actId="1076"/>
          <ac:spMkLst>
            <pc:docMk/>
            <pc:sldMk cId="0" sldId="1106"/>
            <ac:spMk id="93193" creationId="{DF8257AD-22C9-4BCB-AA4E-3031F40C2574}"/>
          </ac:spMkLst>
        </pc:spChg>
        <pc:spChg chg="mod">
          <ac:chgData name="欣捷" userId="b965477fa0aef5e6" providerId="LiveId" clId="{F58CB589-EA88-41E9-89B9-70387DC4BAF4}" dt="2021-04-20T09:32:36.730" v="760" actId="1076"/>
          <ac:spMkLst>
            <pc:docMk/>
            <pc:sldMk cId="0" sldId="1106"/>
            <ac:spMk id="93194" creationId="{7AE60E2A-A239-4E44-8236-93D4D284BA75}"/>
          </ac:spMkLst>
        </pc:spChg>
        <pc:spChg chg="mod">
          <ac:chgData name="欣捷" userId="b965477fa0aef5e6" providerId="LiveId" clId="{F58CB589-EA88-41E9-89B9-70387DC4BAF4}" dt="2021-04-20T09:32:36.730" v="760" actId="1076"/>
          <ac:spMkLst>
            <pc:docMk/>
            <pc:sldMk cId="0" sldId="1106"/>
            <ac:spMk id="93195" creationId="{5A25825A-4D0E-47D2-B85B-91760455CCBA}"/>
          </ac:spMkLst>
        </pc:spChg>
        <pc:spChg chg="mod">
          <ac:chgData name="欣捷" userId="b965477fa0aef5e6" providerId="LiveId" clId="{F58CB589-EA88-41E9-89B9-70387DC4BAF4}" dt="2021-04-20T09:32:36.730" v="760" actId="1076"/>
          <ac:spMkLst>
            <pc:docMk/>
            <pc:sldMk cId="0" sldId="1106"/>
            <ac:spMk id="93196" creationId="{E656516D-83E1-4472-BA5D-94DB749576B8}"/>
          </ac:spMkLst>
        </pc:spChg>
        <pc:spChg chg="mod">
          <ac:chgData name="欣捷" userId="b965477fa0aef5e6" providerId="LiveId" clId="{F58CB589-EA88-41E9-89B9-70387DC4BAF4}" dt="2021-04-20T09:32:36.730" v="760" actId="1076"/>
          <ac:spMkLst>
            <pc:docMk/>
            <pc:sldMk cId="0" sldId="1106"/>
            <ac:spMk id="93197" creationId="{5265B920-EA37-4A99-B1A3-C410CB0C7177}"/>
          </ac:spMkLst>
        </pc:spChg>
        <pc:spChg chg="mod">
          <ac:chgData name="欣捷" userId="b965477fa0aef5e6" providerId="LiveId" clId="{F58CB589-EA88-41E9-89B9-70387DC4BAF4}" dt="2021-04-20T09:32:36.730" v="760" actId="1076"/>
          <ac:spMkLst>
            <pc:docMk/>
            <pc:sldMk cId="0" sldId="1106"/>
            <ac:spMk id="93198" creationId="{E216EB96-3D62-4533-9342-F5B54D2A120B}"/>
          </ac:spMkLst>
        </pc:spChg>
        <pc:spChg chg="mod">
          <ac:chgData name="欣捷" userId="b965477fa0aef5e6" providerId="LiveId" clId="{F58CB589-EA88-41E9-89B9-70387DC4BAF4}" dt="2021-04-20T09:32:36.730" v="760" actId="1076"/>
          <ac:spMkLst>
            <pc:docMk/>
            <pc:sldMk cId="0" sldId="1106"/>
            <ac:spMk id="93199" creationId="{7B9FE9D1-D7F0-4160-A83F-297317BED9F3}"/>
          </ac:spMkLst>
        </pc:spChg>
        <pc:spChg chg="mod">
          <ac:chgData name="欣捷" userId="b965477fa0aef5e6" providerId="LiveId" clId="{F58CB589-EA88-41E9-89B9-70387DC4BAF4}" dt="2021-04-20T09:32:36.730" v="760" actId="1076"/>
          <ac:spMkLst>
            <pc:docMk/>
            <pc:sldMk cId="0" sldId="1106"/>
            <ac:spMk id="93200" creationId="{FDC8C460-25A2-4DFC-BAD4-A18312BD18F1}"/>
          </ac:spMkLst>
        </pc:spChg>
        <pc:spChg chg="mod">
          <ac:chgData name="欣捷" userId="b965477fa0aef5e6" providerId="LiveId" clId="{F58CB589-EA88-41E9-89B9-70387DC4BAF4}" dt="2021-04-20T09:32:36.730" v="760" actId="1076"/>
          <ac:spMkLst>
            <pc:docMk/>
            <pc:sldMk cId="0" sldId="1106"/>
            <ac:spMk id="93201" creationId="{0C9F8F5E-E21E-4D72-8A63-AA16F6AC1592}"/>
          </ac:spMkLst>
        </pc:spChg>
        <pc:spChg chg="mod">
          <ac:chgData name="欣捷" userId="b965477fa0aef5e6" providerId="LiveId" clId="{F58CB589-EA88-41E9-89B9-70387DC4BAF4}" dt="2021-04-20T09:32:36.730" v="760" actId="1076"/>
          <ac:spMkLst>
            <pc:docMk/>
            <pc:sldMk cId="0" sldId="1106"/>
            <ac:spMk id="93202" creationId="{2C9CDA63-350B-49C0-9BC6-38C7DB8825A8}"/>
          </ac:spMkLst>
        </pc:spChg>
        <pc:spChg chg="mod">
          <ac:chgData name="欣捷" userId="b965477fa0aef5e6" providerId="LiveId" clId="{F58CB589-EA88-41E9-89B9-70387DC4BAF4}" dt="2021-04-20T09:32:36.730" v="760" actId="1076"/>
          <ac:spMkLst>
            <pc:docMk/>
            <pc:sldMk cId="0" sldId="1106"/>
            <ac:spMk id="93203" creationId="{45D43B19-F729-42CF-A0AE-2FAD28799C06}"/>
          </ac:spMkLst>
        </pc:spChg>
        <pc:spChg chg="mod">
          <ac:chgData name="欣捷" userId="b965477fa0aef5e6" providerId="LiveId" clId="{F58CB589-EA88-41E9-89B9-70387DC4BAF4}" dt="2021-04-20T09:32:36.730" v="760" actId="1076"/>
          <ac:spMkLst>
            <pc:docMk/>
            <pc:sldMk cId="0" sldId="1106"/>
            <ac:spMk id="93204" creationId="{62903F58-417D-434D-8447-E9C45FC41F23}"/>
          </ac:spMkLst>
        </pc:spChg>
        <pc:spChg chg="mod">
          <ac:chgData name="欣捷" userId="b965477fa0aef5e6" providerId="LiveId" clId="{F58CB589-EA88-41E9-89B9-70387DC4BAF4}" dt="2021-04-20T09:32:36.730" v="760" actId="1076"/>
          <ac:spMkLst>
            <pc:docMk/>
            <pc:sldMk cId="0" sldId="1106"/>
            <ac:spMk id="93205" creationId="{8E5FDC99-6A85-4966-B140-80C798987BC2}"/>
          </ac:spMkLst>
        </pc:spChg>
        <pc:spChg chg="mod">
          <ac:chgData name="欣捷" userId="b965477fa0aef5e6" providerId="LiveId" clId="{F58CB589-EA88-41E9-89B9-70387DC4BAF4}" dt="2021-04-20T09:32:36.730" v="760" actId="1076"/>
          <ac:spMkLst>
            <pc:docMk/>
            <pc:sldMk cId="0" sldId="1106"/>
            <ac:spMk id="93206" creationId="{C4C537FA-097C-4CA2-9511-DEEEF66ADFA0}"/>
          </ac:spMkLst>
        </pc:spChg>
        <pc:spChg chg="mod">
          <ac:chgData name="欣捷" userId="b965477fa0aef5e6" providerId="LiveId" clId="{F58CB589-EA88-41E9-89B9-70387DC4BAF4}" dt="2021-04-20T09:32:36.730" v="760" actId="1076"/>
          <ac:spMkLst>
            <pc:docMk/>
            <pc:sldMk cId="0" sldId="1106"/>
            <ac:spMk id="93207" creationId="{83C4D508-1F91-486A-BC60-2B9DBC406794}"/>
          </ac:spMkLst>
        </pc:spChg>
        <pc:spChg chg="mod">
          <ac:chgData name="欣捷" userId="b965477fa0aef5e6" providerId="LiveId" clId="{F58CB589-EA88-41E9-89B9-70387DC4BAF4}" dt="2021-04-20T09:32:36.730" v="760" actId="1076"/>
          <ac:spMkLst>
            <pc:docMk/>
            <pc:sldMk cId="0" sldId="1106"/>
            <ac:spMk id="93208" creationId="{A959274E-0639-474D-8A1D-C1E6EC2290AF}"/>
          </ac:spMkLst>
        </pc:spChg>
        <pc:spChg chg="mod">
          <ac:chgData name="欣捷" userId="b965477fa0aef5e6" providerId="LiveId" clId="{F58CB589-EA88-41E9-89B9-70387DC4BAF4}" dt="2021-04-20T09:32:36.730" v="760" actId="1076"/>
          <ac:spMkLst>
            <pc:docMk/>
            <pc:sldMk cId="0" sldId="1106"/>
            <ac:spMk id="93209" creationId="{91DEFC7B-4430-4C2B-B1AE-D1E61BCA8EBF}"/>
          </ac:spMkLst>
        </pc:spChg>
        <pc:spChg chg="mod">
          <ac:chgData name="欣捷" userId="b965477fa0aef5e6" providerId="LiveId" clId="{F58CB589-EA88-41E9-89B9-70387DC4BAF4}" dt="2021-04-20T09:32:36.730" v="760" actId="1076"/>
          <ac:spMkLst>
            <pc:docMk/>
            <pc:sldMk cId="0" sldId="1106"/>
            <ac:spMk id="93210" creationId="{BAFFB8E9-55EB-44FB-8130-874E97828866}"/>
          </ac:spMkLst>
        </pc:spChg>
        <pc:spChg chg="mod">
          <ac:chgData name="欣捷" userId="b965477fa0aef5e6" providerId="LiveId" clId="{F58CB589-EA88-41E9-89B9-70387DC4BAF4}" dt="2021-04-20T09:32:36.730" v="760" actId="1076"/>
          <ac:spMkLst>
            <pc:docMk/>
            <pc:sldMk cId="0" sldId="1106"/>
            <ac:spMk id="93211" creationId="{5E0BE500-445A-4826-9B66-011CF60C707A}"/>
          </ac:spMkLst>
        </pc:spChg>
        <pc:spChg chg="mod">
          <ac:chgData name="欣捷" userId="b965477fa0aef5e6" providerId="LiveId" clId="{F58CB589-EA88-41E9-89B9-70387DC4BAF4}" dt="2021-04-20T09:32:36.730" v="760" actId="1076"/>
          <ac:spMkLst>
            <pc:docMk/>
            <pc:sldMk cId="0" sldId="1106"/>
            <ac:spMk id="93212" creationId="{0753FAE5-B92E-4128-94ED-5B255819BB33}"/>
          </ac:spMkLst>
        </pc:spChg>
        <pc:grpChg chg="mod">
          <ac:chgData name="欣捷" userId="b965477fa0aef5e6" providerId="LiveId" clId="{F58CB589-EA88-41E9-89B9-70387DC4BAF4}" dt="2021-04-20T09:32:36.730" v="760" actId="1076"/>
          <ac:grpSpMkLst>
            <pc:docMk/>
            <pc:sldMk cId="0" sldId="1106"/>
            <ac:grpSpMk id="93188" creationId="{CEAA116F-ACBF-4CFB-82A1-1DE3DFC3ED9D}"/>
          </ac:grpSpMkLst>
        </pc:grpChg>
        <pc:grpChg chg="mod">
          <ac:chgData name="欣捷" userId="b965477fa0aef5e6" providerId="LiveId" clId="{F58CB589-EA88-41E9-89B9-70387DC4BAF4}" dt="2021-04-20T09:32:36.730" v="760" actId="1076"/>
          <ac:grpSpMkLst>
            <pc:docMk/>
            <pc:sldMk cId="0" sldId="1106"/>
            <ac:grpSpMk id="93191" creationId="{E6BE6119-E002-45F3-971E-829EEE2E375E}"/>
          </ac:grpSpMkLst>
        </pc:grpChg>
        <pc:graphicFrameChg chg="mod">
          <ac:chgData name="欣捷" userId="b965477fa0aef5e6" providerId="LiveId" clId="{F58CB589-EA88-41E9-89B9-70387DC4BAF4}" dt="2021-04-20T09:32:36.730" v="760" actId="1076"/>
          <ac:graphicFrameMkLst>
            <pc:docMk/>
            <pc:sldMk cId="0" sldId="1106"/>
            <ac:graphicFrameMk id="93189" creationId="{CA9C7B45-8C7B-4DAD-A128-F392CC891B69}"/>
          </ac:graphicFrameMkLst>
        </pc:graphicFrameChg>
        <pc:graphicFrameChg chg="mod">
          <ac:chgData name="欣捷" userId="b965477fa0aef5e6" providerId="LiveId" clId="{F58CB589-EA88-41E9-89B9-70387DC4BAF4}" dt="2021-04-20T09:32:36.730" v="760" actId="1076"/>
          <ac:graphicFrameMkLst>
            <pc:docMk/>
            <pc:sldMk cId="0" sldId="1106"/>
            <ac:graphicFrameMk id="93190" creationId="{7B142E38-C3E0-4306-827F-4910D3B8600F}"/>
          </ac:graphicFrameMkLst>
        </pc:graphicFrameChg>
      </pc:sldChg>
      <pc:sldChg chg="modSp mod modClrScheme chgLayout">
        <pc:chgData name="欣捷" userId="b965477fa0aef5e6" providerId="LiveId" clId="{F58CB589-EA88-41E9-89B9-70387DC4BAF4}" dt="2021-04-20T08:23:47.487" v="29" actId="700"/>
        <pc:sldMkLst>
          <pc:docMk/>
          <pc:sldMk cId="0" sldId="1110"/>
        </pc:sldMkLst>
        <pc:spChg chg="mod ord">
          <ac:chgData name="欣捷" userId="b965477fa0aef5e6" providerId="LiveId" clId="{F58CB589-EA88-41E9-89B9-70387DC4BAF4}" dt="2021-04-20T08:23:47.487" v="29" actId="700"/>
          <ac:spMkLst>
            <pc:docMk/>
            <pc:sldMk cId="0" sldId="1110"/>
            <ac:spMk id="34818" creationId="{2F8428C9-B4B0-404F-ADD7-FF5E4E1FBAC3}"/>
          </ac:spMkLst>
        </pc:spChg>
        <pc:spChg chg="mod ord">
          <ac:chgData name="欣捷" userId="b965477fa0aef5e6" providerId="LiveId" clId="{F58CB589-EA88-41E9-89B9-70387DC4BAF4}" dt="2021-04-20T08:23:47.487" v="29" actId="700"/>
          <ac:spMkLst>
            <pc:docMk/>
            <pc:sldMk cId="0" sldId="1110"/>
            <ac:spMk id="34819" creationId="{9766E0A3-CF43-4A15-8C12-C54C607CCC6D}"/>
          </ac:spMkLst>
        </pc:spChg>
      </pc:sldChg>
      <pc:sldChg chg="del">
        <pc:chgData name="欣捷" userId="b965477fa0aef5e6" providerId="LiveId" clId="{F58CB589-EA88-41E9-89B9-70387DC4BAF4}" dt="2021-04-20T08:43:18.183" v="316" actId="47"/>
        <pc:sldMkLst>
          <pc:docMk/>
          <pc:sldMk cId="0" sldId="1111"/>
        </pc:sldMkLst>
      </pc:sldChg>
      <pc:sldChg chg="del">
        <pc:chgData name="欣捷" userId="b965477fa0aef5e6" providerId="LiveId" clId="{F58CB589-EA88-41E9-89B9-70387DC4BAF4}" dt="2021-04-20T08:43:18.183" v="316" actId="47"/>
        <pc:sldMkLst>
          <pc:docMk/>
          <pc:sldMk cId="0" sldId="1112"/>
        </pc:sldMkLst>
      </pc:sldChg>
      <pc:sldChg chg="addSp delSp modSp mod modClrScheme chgLayout">
        <pc:chgData name="欣捷" userId="b965477fa0aef5e6" providerId="LiveId" clId="{F58CB589-EA88-41E9-89B9-70387DC4BAF4}" dt="2021-04-20T09:23:35.738" v="630" actId="1036"/>
        <pc:sldMkLst>
          <pc:docMk/>
          <pc:sldMk cId="0" sldId="1127"/>
        </pc:sldMkLst>
        <pc:spChg chg="add del mod ord">
          <ac:chgData name="欣捷" userId="b965477fa0aef5e6" providerId="LiveId" clId="{F58CB589-EA88-41E9-89B9-70387DC4BAF4}" dt="2021-04-20T09:23:20.968" v="624" actId="700"/>
          <ac:spMkLst>
            <pc:docMk/>
            <pc:sldMk cId="0" sldId="1127"/>
            <ac:spMk id="3" creationId="{FAB0E3B7-ADFE-4B86-8D1B-8FC760A03743}"/>
          </ac:spMkLst>
        </pc:spChg>
        <pc:spChg chg="mod ord">
          <ac:chgData name="欣捷" userId="b965477fa0aef5e6" providerId="LiveId" clId="{F58CB589-EA88-41E9-89B9-70387DC4BAF4}" dt="2021-04-20T09:23:20.968" v="624" actId="700"/>
          <ac:spMkLst>
            <pc:docMk/>
            <pc:sldMk cId="0" sldId="1127"/>
            <ac:spMk id="21506" creationId="{7F276C87-6320-4D5F-8A4C-223F7B50BEAD}"/>
          </ac:spMkLst>
        </pc:spChg>
        <pc:spChg chg="mod ord">
          <ac:chgData name="欣捷" userId="b965477fa0aef5e6" providerId="LiveId" clId="{F58CB589-EA88-41E9-89B9-70387DC4BAF4}" dt="2021-04-20T09:23:20.968" v="624" actId="700"/>
          <ac:spMkLst>
            <pc:docMk/>
            <pc:sldMk cId="0" sldId="1127"/>
            <ac:spMk id="21507" creationId="{1E076508-5590-4656-B6DE-09DB6B6FFB57}"/>
          </ac:spMkLst>
        </pc:spChg>
        <pc:graphicFrameChg chg="add mod">
          <ac:chgData name="欣捷" userId="b965477fa0aef5e6" providerId="LiveId" clId="{F58CB589-EA88-41E9-89B9-70387DC4BAF4}" dt="2021-04-20T09:23:35.738" v="630" actId="1036"/>
          <ac:graphicFrameMkLst>
            <pc:docMk/>
            <pc:sldMk cId="0" sldId="1127"/>
            <ac:graphicFrameMk id="7" creationId="{B53CAE73-8446-4346-AD74-E034238D0ED7}"/>
          </ac:graphicFrameMkLst>
        </pc:graphicFrameChg>
        <pc:graphicFrameChg chg="del">
          <ac:chgData name="欣捷" userId="b965477fa0aef5e6" providerId="LiveId" clId="{F58CB589-EA88-41E9-89B9-70387DC4BAF4}" dt="2021-04-20T09:23:18.580" v="623" actId="21"/>
          <ac:graphicFrameMkLst>
            <pc:docMk/>
            <pc:sldMk cId="0" sldId="1127"/>
            <ac:graphicFrameMk id="796676" creationId="{EFF87FC0-F9FF-40B5-BB42-A0510131B19E}"/>
          </ac:graphicFrameMkLst>
        </pc:graphicFrameChg>
      </pc:sldChg>
      <pc:sldChg chg="del">
        <pc:chgData name="欣捷" userId="b965477fa0aef5e6" providerId="LiveId" clId="{F58CB589-EA88-41E9-89B9-70387DC4BAF4}" dt="2021-04-20T09:22:15.350" v="607" actId="47"/>
        <pc:sldMkLst>
          <pc:docMk/>
          <pc:sldMk cId="0" sldId="1128"/>
        </pc:sldMkLst>
      </pc:sldChg>
      <pc:sldChg chg="del">
        <pc:chgData name="欣捷" userId="b965477fa0aef5e6" providerId="LiveId" clId="{F58CB589-EA88-41E9-89B9-70387DC4BAF4}" dt="2021-04-20T09:25:36.833" v="639" actId="47"/>
        <pc:sldMkLst>
          <pc:docMk/>
          <pc:sldMk cId="0" sldId="1129"/>
        </pc:sldMkLst>
      </pc:sldChg>
      <pc:sldChg chg="del">
        <pc:chgData name="欣捷" userId="b965477fa0aef5e6" providerId="LiveId" clId="{F58CB589-EA88-41E9-89B9-70387DC4BAF4}" dt="2021-04-20T09:22:14.137" v="606" actId="47"/>
        <pc:sldMkLst>
          <pc:docMk/>
          <pc:sldMk cId="0" sldId="1130"/>
        </pc:sldMkLst>
      </pc:sldChg>
      <pc:sldChg chg="addSp delSp modSp mod modClrScheme modAnim chgLayout">
        <pc:chgData name="欣捷" userId="b965477fa0aef5e6" providerId="LiveId" clId="{F58CB589-EA88-41E9-89B9-70387DC4BAF4}" dt="2021-04-20T09:22:44.424" v="618" actId="6549"/>
        <pc:sldMkLst>
          <pc:docMk/>
          <pc:sldMk cId="0" sldId="1131"/>
        </pc:sldMkLst>
        <pc:spChg chg="add del mod">
          <ac:chgData name="欣捷" userId="b965477fa0aef5e6" providerId="LiveId" clId="{F58CB589-EA88-41E9-89B9-70387DC4BAF4}" dt="2021-04-20T09:21:58.692" v="601" actId="21"/>
          <ac:spMkLst>
            <pc:docMk/>
            <pc:sldMk cId="0" sldId="1131"/>
            <ac:spMk id="3" creationId="{DD033D68-BBD9-45B0-A1E6-CF2C13AEB8F1}"/>
          </ac:spMkLst>
        </pc:spChg>
        <pc:spChg chg="add del mod">
          <ac:chgData name="欣捷" userId="b965477fa0aef5e6" providerId="LiveId" clId="{F58CB589-EA88-41E9-89B9-70387DC4BAF4}" dt="2021-04-20T09:21:58.195" v="600" actId="6264"/>
          <ac:spMkLst>
            <pc:docMk/>
            <pc:sldMk cId="0" sldId="1131"/>
            <ac:spMk id="4" creationId="{DBB6E14D-0C3F-4FEA-8F86-BB512FACE28F}"/>
          </ac:spMkLst>
        </pc:spChg>
        <pc:spChg chg="add del mod">
          <ac:chgData name="欣捷" userId="b965477fa0aef5e6" providerId="LiveId" clId="{F58CB589-EA88-41E9-89B9-70387DC4BAF4}" dt="2021-04-20T09:21:58.195" v="600" actId="6264"/>
          <ac:spMkLst>
            <pc:docMk/>
            <pc:sldMk cId="0" sldId="1131"/>
            <ac:spMk id="5" creationId="{86D17A36-AA68-4E88-AE61-C98015EE1248}"/>
          </ac:spMkLst>
        </pc:spChg>
        <pc:spChg chg="add del mod ord">
          <ac:chgData name="欣捷" userId="b965477fa0aef5e6" providerId="LiveId" clId="{F58CB589-EA88-41E9-89B9-70387DC4BAF4}" dt="2021-04-20T09:21:58.195" v="600" actId="6264"/>
          <ac:spMkLst>
            <pc:docMk/>
            <pc:sldMk cId="0" sldId="1131"/>
            <ac:spMk id="6" creationId="{6B9014D5-E716-48D7-AF67-895A4D8796B2}"/>
          </ac:spMkLst>
        </pc:spChg>
        <pc:spChg chg="add del mod ord">
          <ac:chgData name="欣捷" userId="b965477fa0aef5e6" providerId="LiveId" clId="{F58CB589-EA88-41E9-89B9-70387DC4BAF4}" dt="2021-04-20T09:22:02.005" v="603" actId="700"/>
          <ac:spMkLst>
            <pc:docMk/>
            <pc:sldMk cId="0" sldId="1131"/>
            <ac:spMk id="8" creationId="{1B295B76-24BC-407E-AAEF-9B6E2E81CD73}"/>
          </ac:spMkLst>
        </pc:spChg>
        <pc:spChg chg="mod ord">
          <ac:chgData name="欣捷" userId="b965477fa0aef5e6" providerId="LiveId" clId="{F58CB589-EA88-41E9-89B9-70387DC4BAF4}" dt="2021-04-20T09:22:02.005" v="603" actId="700"/>
          <ac:spMkLst>
            <pc:docMk/>
            <pc:sldMk cId="0" sldId="1131"/>
            <ac:spMk id="19458" creationId="{2D390A57-AC1B-4F2A-B1FE-3A7AB367BB6B}"/>
          </ac:spMkLst>
        </pc:spChg>
        <pc:spChg chg="mod ord">
          <ac:chgData name="欣捷" userId="b965477fa0aef5e6" providerId="LiveId" clId="{F58CB589-EA88-41E9-89B9-70387DC4BAF4}" dt="2021-04-20T09:22:02.005" v="603" actId="700"/>
          <ac:spMkLst>
            <pc:docMk/>
            <pc:sldMk cId="0" sldId="1131"/>
            <ac:spMk id="19459" creationId="{84804259-279B-4FCA-B6AC-D01533EDF1EA}"/>
          </ac:spMkLst>
        </pc:spChg>
        <pc:graphicFrameChg chg="add mod modGraphic">
          <ac:chgData name="欣捷" userId="b965477fa0aef5e6" providerId="LiveId" clId="{F58CB589-EA88-41E9-89B9-70387DC4BAF4}" dt="2021-04-20T09:22:44.424" v="618" actId="6549"/>
          <ac:graphicFrameMkLst>
            <pc:docMk/>
            <pc:sldMk cId="0" sldId="1131"/>
            <ac:graphicFrameMk id="12" creationId="{392FF57F-B253-4DAC-BFB1-4445AAB528F9}"/>
          </ac:graphicFrameMkLst>
        </pc:graphicFrameChg>
        <pc:graphicFrameChg chg="add del mod modGraphic">
          <ac:chgData name="欣捷" userId="b965477fa0aef5e6" providerId="LiveId" clId="{F58CB589-EA88-41E9-89B9-70387DC4BAF4}" dt="2021-04-20T09:22:00.268" v="602" actId="21"/>
          <ac:graphicFrameMkLst>
            <pc:docMk/>
            <pc:sldMk cId="0" sldId="1131"/>
            <ac:graphicFrameMk id="796676" creationId="{B1F3D8F9-DA9D-4569-A016-281B2885BE60}"/>
          </ac:graphicFrameMkLst>
        </pc:graphicFrameChg>
      </pc:sldChg>
      <pc:sldChg chg="del">
        <pc:chgData name="欣捷" userId="b965477fa0aef5e6" providerId="LiveId" clId="{F58CB589-EA88-41E9-89B9-70387DC4BAF4}" dt="2021-04-20T09:23:13.894" v="622" actId="47"/>
        <pc:sldMkLst>
          <pc:docMk/>
          <pc:sldMk cId="0" sldId="1132"/>
        </pc:sldMkLst>
      </pc:sldChg>
      <pc:sldChg chg="del">
        <pc:chgData name="欣捷" userId="b965477fa0aef5e6" providerId="LiveId" clId="{F58CB589-EA88-41E9-89B9-70387DC4BAF4}" dt="2021-04-20T09:25:37.789" v="640" actId="47"/>
        <pc:sldMkLst>
          <pc:docMk/>
          <pc:sldMk cId="0" sldId="1133"/>
        </pc:sldMkLst>
      </pc:sldChg>
      <pc:sldChg chg="addSp delSp modSp mod modClrScheme chgLayout">
        <pc:chgData name="欣捷" userId="b965477fa0aef5e6" providerId="LiveId" clId="{F58CB589-EA88-41E9-89B9-70387DC4BAF4}" dt="2021-04-20T09:27:02.367" v="678" actId="6549"/>
        <pc:sldMkLst>
          <pc:docMk/>
          <pc:sldMk cId="0" sldId="1134"/>
        </pc:sldMkLst>
        <pc:spChg chg="add del mod ord">
          <ac:chgData name="欣捷" userId="b965477fa0aef5e6" providerId="LiveId" clId="{F58CB589-EA88-41E9-89B9-70387DC4BAF4}" dt="2021-04-20T09:24:47.338" v="636" actId="700"/>
          <ac:spMkLst>
            <pc:docMk/>
            <pc:sldMk cId="0" sldId="1134"/>
            <ac:spMk id="3" creationId="{E950FFE8-E96A-4218-8E89-7064AA588AFC}"/>
          </ac:spMkLst>
        </pc:spChg>
        <pc:spChg chg="mod ord">
          <ac:chgData name="欣捷" userId="b965477fa0aef5e6" providerId="LiveId" clId="{F58CB589-EA88-41E9-89B9-70387DC4BAF4}" dt="2021-04-20T09:24:47.338" v="636" actId="700"/>
          <ac:spMkLst>
            <pc:docMk/>
            <pc:sldMk cId="0" sldId="1134"/>
            <ac:spMk id="27650" creationId="{22D8A731-AE74-4746-A3B8-8256FFF194A2}"/>
          </ac:spMkLst>
        </pc:spChg>
        <pc:spChg chg="mod ord">
          <ac:chgData name="欣捷" userId="b965477fa0aef5e6" providerId="LiveId" clId="{F58CB589-EA88-41E9-89B9-70387DC4BAF4}" dt="2021-04-20T09:24:47.338" v="636" actId="700"/>
          <ac:spMkLst>
            <pc:docMk/>
            <pc:sldMk cId="0" sldId="1134"/>
            <ac:spMk id="27651" creationId="{A1741382-F451-48A5-8D5C-85D947507B87}"/>
          </ac:spMkLst>
        </pc:spChg>
        <pc:graphicFrameChg chg="add mod modGraphic">
          <ac:chgData name="欣捷" userId="b965477fa0aef5e6" providerId="LiveId" clId="{F58CB589-EA88-41E9-89B9-70387DC4BAF4}" dt="2021-04-20T09:27:02.367" v="678" actId="6549"/>
          <ac:graphicFrameMkLst>
            <pc:docMk/>
            <pc:sldMk cId="0" sldId="1134"/>
            <ac:graphicFrameMk id="7" creationId="{37CC3D40-8AD9-46E1-AFAB-E74C336F4304}"/>
          </ac:graphicFrameMkLst>
        </pc:graphicFrameChg>
        <pc:graphicFrameChg chg="del">
          <ac:chgData name="欣捷" userId="b965477fa0aef5e6" providerId="LiveId" clId="{F58CB589-EA88-41E9-89B9-70387DC4BAF4}" dt="2021-04-20T09:24:45.940" v="635" actId="21"/>
          <ac:graphicFrameMkLst>
            <pc:docMk/>
            <pc:sldMk cId="0" sldId="1134"/>
            <ac:graphicFrameMk id="796676" creationId="{2CE792A0-7F05-43E0-8EB3-154CFC449AD0}"/>
          </ac:graphicFrameMkLst>
        </pc:graphicFrameChg>
      </pc:sldChg>
      <pc:sldChg chg="del">
        <pc:chgData name="欣捷" userId="b965477fa0aef5e6" providerId="LiveId" clId="{F58CB589-EA88-41E9-89B9-70387DC4BAF4}" dt="2021-04-20T09:25:38.455" v="641" actId="47"/>
        <pc:sldMkLst>
          <pc:docMk/>
          <pc:sldMk cId="0" sldId="1135"/>
        </pc:sldMkLst>
      </pc:sldChg>
      <pc:sldChg chg="del">
        <pc:chgData name="欣捷" userId="b965477fa0aef5e6" providerId="LiveId" clId="{F58CB589-EA88-41E9-89B9-70387DC4BAF4}" dt="2021-04-20T09:25:39.106" v="642" actId="47"/>
        <pc:sldMkLst>
          <pc:docMk/>
          <pc:sldMk cId="0" sldId="1136"/>
        </pc:sldMkLst>
      </pc:sldChg>
      <pc:sldChg chg="del">
        <pc:chgData name="欣捷" userId="b965477fa0aef5e6" providerId="LiveId" clId="{F58CB589-EA88-41E9-89B9-70387DC4BAF4}" dt="2021-04-20T09:25:39.786" v="643" actId="47"/>
        <pc:sldMkLst>
          <pc:docMk/>
          <pc:sldMk cId="0" sldId="1137"/>
        </pc:sldMkLst>
      </pc:sldChg>
      <pc:sldChg chg="delSp modSp mod modClrScheme chgLayout">
        <pc:chgData name="欣捷" userId="b965477fa0aef5e6" providerId="LiveId" clId="{F58CB589-EA88-41E9-89B9-70387DC4BAF4}" dt="2021-04-20T08:24:26.586" v="35" actId="700"/>
        <pc:sldMkLst>
          <pc:docMk/>
          <pc:sldMk cId="0" sldId="1138"/>
        </pc:sldMkLst>
        <pc:spChg chg="mod ord">
          <ac:chgData name="欣捷" userId="b965477fa0aef5e6" providerId="LiveId" clId="{F58CB589-EA88-41E9-89B9-70387DC4BAF4}" dt="2021-04-20T08:24:26.586" v="35" actId="700"/>
          <ac:spMkLst>
            <pc:docMk/>
            <pc:sldMk cId="0" sldId="1138"/>
            <ac:spMk id="70658" creationId="{B4FE0C36-53DB-4B67-9CF8-265577BFA0B4}"/>
          </ac:spMkLst>
        </pc:spChg>
        <pc:spChg chg="del">
          <ac:chgData name="欣捷" userId="b965477fa0aef5e6" providerId="LiveId" clId="{F58CB589-EA88-41E9-89B9-70387DC4BAF4}" dt="2021-04-20T08:24:26.586" v="35" actId="700"/>
          <ac:spMkLst>
            <pc:docMk/>
            <pc:sldMk cId="0" sldId="1138"/>
            <ac:spMk id="70659" creationId="{61CA1518-5BF8-4C27-8956-4DC5A979F54C}"/>
          </ac:spMkLst>
        </pc:spChg>
      </pc:sldChg>
      <pc:sldChg chg="modSp add mod">
        <pc:chgData name="欣捷" userId="b965477fa0aef5e6" providerId="LiveId" clId="{F58CB589-EA88-41E9-89B9-70387DC4BAF4}" dt="2021-04-20T09:06:56.490" v="327" actId="20577"/>
        <pc:sldMkLst>
          <pc:docMk/>
          <pc:sldMk cId="516213771" sldId="1139"/>
        </pc:sldMkLst>
        <pc:spChg chg="mod">
          <ac:chgData name="欣捷" userId="b965477fa0aef5e6" providerId="LiveId" clId="{F58CB589-EA88-41E9-89B9-70387DC4BAF4}" dt="2021-04-20T08:21:06.719" v="7"/>
          <ac:spMkLst>
            <pc:docMk/>
            <pc:sldMk cId="516213771" sldId="1139"/>
            <ac:spMk id="7170" creationId="{9A9ACD68-0B23-45C4-B0C9-40FDBDF97E94}"/>
          </ac:spMkLst>
        </pc:spChg>
        <pc:spChg chg="mod">
          <ac:chgData name="欣捷" userId="b965477fa0aef5e6" providerId="LiveId" clId="{F58CB589-EA88-41E9-89B9-70387DC4BAF4}" dt="2021-04-20T09:06:56.490" v="327" actId="20577"/>
          <ac:spMkLst>
            <pc:docMk/>
            <pc:sldMk cId="516213771" sldId="1139"/>
            <ac:spMk id="7171" creationId="{7B9851B1-3ED8-4584-9FD6-F58A8B0C36C4}"/>
          </ac:spMkLst>
        </pc:spChg>
      </pc:sldChg>
      <pc:sldChg chg="addSp delSp modSp add del mod modClrScheme chgLayout">
        <pc:chgData name="欣捷" userId="b965477fa0aef5e6" providerId="LiveId" clId="{F58CB589-EA88-41E9-89B9-70387DC4BAF4}" dt="2021-04-20T09:24:36.270" v="634" actId="47"/>
        <pc:sldMkLst>
          <pc:docMk/>
          <pc:sldMk cId="2084196931" sldId="1140"/>
        </pc:sldMkLst>
        <pc:spChg chg="add del mod">
          <ac:chgData name="欣捷" userId="b965477fa0aef5e6" providerId="LiveId" clId="{F58CB589-EA88-41E9-89B9-70387DC4BAF4}" dt="2021-04-20T08:32:12.834" v="133" actId="6264"/>
          <ac:spMkLst>
            <pc:docMk/>
            <pc:sldMk cId="2084196931" sldId="1140"/>
            <ac:spMk id="2" creationId="{09FD4063-D82E-494C-BBA5-8C2F3650867B}"/>
          </ac:spMkLst>
        </pc:spChg>
        <pc:spChg chg="add del mod">
          <ac:chgData name="欣捷" userId="b965477fa0aef5e6" providerId="LiveId" clId="{F58CB589-EA88-41E9-89B9-70387DC4BAF4}" dt="2021-04-20T08:32:12.834" v="133" actId="6264"/>
          <ac:spMkLst>
            <pc:docMk/>
            <pc:sldMk cId="2084196931" sldId="1140"/>
            <ac:spMk id="3" creationId="{170ED53A-6903-462B-B734-1AA9804F4405}"/>
          </ac:spMkLst>
        </pc:spChg>
        <pc:spChg chg="add del mod">
          <ac:chgData name="欣捷" userId="b965477fa0aef5e6" providerId="LiveId" clId="{F58CB589-EA88-41E9-89B9-70387DC4BAF4}" dt="2021-04-20T08:32:12.834" v="133" actId="6264"/>
          <ac:spMkLst>
            <pc:docMk/>
            <pc:sldMk cId="2084196931" sldId="1140"/>
            <ac:spMk id="4" creationId="{17D87055-AF78-4490-A4BB-B5278648C207}"/>
          </ac:spMkLst>
        </pc:spChg>
        <pc:spChg chg="add del mod">
          <ac:chgData name="欣捷" userId="b965477fa0aef5e6" providerId="LiveId" clId="{F58CB589-EA88-41E9-89B9-70387DC4BAF4}" dt="2021-04-20T08:32:16.254" v="134" actId="6264"/>
          <ac:spMkLst>
            <pc:docMk/>
            <pc:sldMk cId="2084196931" sldId="1140"/>
            <ac:spMk id="5" creationId="{6ED1B4AB-5EFC-4845-B472-6929590971FA}"/>
          </ac:spMkLst>
        </pc:spChg>
        <pc:spChg chg="add del mod">
          <ac:chgData name="欣捷" userId="b965477fa0aef5e6" providerId="LiveId" clId="{F58CB589-EA88-41E9-89B9-70387DC4BAF4}" dt="2021-04-20T08:32:16.254" v="134" actId="6264"/>
          <ac:spMkLst>
            <pc:docMk/>
            <pc:sldMk cId="2084196931" sldId="1140"/>
            <ac:spMk id="6" creationId="{ED66D295-7E88-4E34-93C0-0C6D98D977CD}"/>
          </ac:spMkLst>
        </pc:spChg>
        <pc:spChg chg="add del mod">
          <ac:chgData name="欣捷" userId="b965477fa0aef5e6" providerId="LiveId" clId="{F58CB589-EA88-41E9-89B9-70387DC4BAF4}" dt="2021-04-20T08:32:16.254" v="134" actId="6264"/>
          <ac:spMkLst>
            <pc:docMk/>
            <pc:sldMk cId="2084196931" sldId="1140"/>
            <ac:spMk id="7" creationId="{B29077F0-225A-4850-9B10-31EE5EB0D6D5}"/>
          </ac:spMkLst>
        </pc:spChg>
        <pc:spChg chg="add del mod">
          <ac:chgData name="欣捷" userId="b965477fa0aef5e6" providerId="LiveId" clId="{F58CB589-EA88-41E9-89B9-70387DC4BAF4}" dt="2021-04-20T08:32:21.876" v="136" actId="478"/>
          <ac:spMkLst>
            <pc:docMk/>
            <pc:sldMk cId="2084196931" sldId="1140"/>
            <ac:spMk id="9" creationId="{A8777EF9-1B4A-49CC-8266-E20409114DFC}"/>
          </ac:spMkLst>
        </pc:spChg>
        <pc:spChg chg="add del mod">
          <ac:chgData name="欣捷" userId="b965477fa0aef5e6" providerId="LiveId" clId="{F58CB589-EA88-41E9-89B9-70387DC4BAF4}" dt="2021-04-20T08:32:29.020" v="140" actId="478"/>
          <ac:spMkLst>
            <pc:docMk/>
            <pc:sldMk cId="2084196931" sldId="1140"/>
            <ac:spMk id="11" creationId="{55453775-1CD5-4F21-BB1E-94C7F951594D}"/>
          </ac:spMkLst>
        </pc:spChg>
        <pc:spChg chg="add del mod">
          <ac:chgData name="欣捷" userId="b965477fa0aef5e6" providerId="LiveId" clId="{F58CB589-EA88-41E9-89B9-70387DC4BAF4}" dt="2021-04-20T08:32:31.262" v="142" actId="6264"/>
          <ac:spMkLst>
            <pc:docMk/>
            <pc:sldMk cId="2084196931" sldId="1140"/>
            <ac:spMk id="12" creationId="{9E0575A2-89C0-4D5E-B569-C56D65840E3B}"/>
          </ac:spMkLst>
        </pc:spChg>
        <pc:spChg chg="add del mod ord">
          <ac:chgData name="欣捷" userId="b965477fa0aef5e6" providerId="LiveId" clId="{F58CB589-EA88-41E9-89B9-70387DC4BAF4}" dt="2021-04-20T08:32:32.908" v="143" actId="700"/>
          <ac:spMkLst>
            <pc:docMk/>
            <pc:sldMk cId="2084196931" sldId="1140"/>
            <ac:spMk id="13" creationId="{27A5A5B8-C1B7-48A9-90A8-A15AE157834F}"/>
          </ac:spMkLst>
        </pc:spChg>
        <pc:spChg chg="add del mod ord">
          <ac:chgData name="欣捷" userId="b965477fa0aef5e6" providerId="LiveId" clId="{F58CB589-EA88-41E9-89B9-70387DC4BAF4}" dt="2021-04-20T08:32:32.908" v="143" actId="700"/>
          <ac:spMkLst>
            <pc:docMk/>
            <pc:sldMk cId="2084196931" sldId="1140"/>
            <ac:spMk id="14" creationId="{C0334030-F0D0-4559-8A09-A8C92A184C31}"/>
          </ac:spMkLst>
        </pc:spChg>
        <pc:spChg chg="del mod topLvl">
          <ac:chgData name="欣捷" userId="b965477fa0aef5e6" providerId="LiveId" clId="{F58CB589-EA88-41E9-89B9-70387DC4BAF4}" dt="2021-04-20T08:34:39.099" v="161" actId="478"/>
          <ac:spMkLst>
            <pc:docMk/>
            <pc:sldMk cId="2084196931" sldId="1140"/>
            <ac:spMk id="17" creationId="{6C070E3C-0EDC-4CF2-AD62-54B4F268A4FD}"/>
          </ac:spMkLst>
        </pc:spChg>
        <pc:spChg chg="del mod topLvl">
          <ac:chgData name="欣捷" userId="b965477fa0aef5e6" providerId="LiveId" clId="{F58CB589-EA88-41E9-89B9-70387DC4BAF4}" dt="2021-04-20T08:34:43.183" v="163" actId="478"/>
          <ac:spMkLst>
            <pc:docMk/>
            <pc:sldMk cId="2084196931" sldId="1140"/>
            <ac:spMk id="18" creationId="{990096CB-399E-4A48-9B9F-AA706D6E6503}"/>
          </ac:spMkLst>
        </pc:spChg>
        <pc:spChg chg="del mod topLvl">
          <ac:chgData name="欣捷" userId="b965477fa0aef5e6" providerId="LiveId" clId="{F58CB589-EA88-41E9-89B9-70387DC4BAF4}" dt="2021-04-20T08:34:43.183" v="163" actId="478"/>
          <ac:spMkLst>
            <pc:docMk/>
            <pc:sldMk cId="2084196931" sldId="1140"/>
            <ac:spMk id="19" creationId="{D13BFECB-BA4C-4171-9EB2-81653D51BB96}"/>
          </ac:spMkLst>
        </pc:spChg>
        <pc:spChg chg="del mod topLvl">
          <ac:chgData name="欣捷" userId="b965477fa0aef5e6" providerId="LiveId" clId="{F58CB589-EA88-41E9-89B9-70387DC4BAF4}" dt="2021-04-20T08:34:43.183" v="163" actId="478"/>
          <ac:spMkLst>
            <pc:docMk/>
            <pc:sldMk cId="2084196931" sldId="1140"/>
            <ac:spMk id="20" creationId="{2C4F9C7F-A218-4FD3-B7AA-614E6967A9BE}"/>
          </ac:spMkLst>
        </pc:spChg>
        <pc:spChg chg="del mod topLvl">
          <ac:chgData name="欣捷" userId="b965477fa0aef5e6" providerId="LiveId" clId="{F58CB589-EA88-41E9-89B9-70387DC4BAF4}" dt="2021-04-20T08:34:43.183" v="163" actId="478"/>
          <ac:spMkLst>
            <pc:docMk/>
            <pc:sldMk cId="2084196931" sldId="1140"/>
            <ac:spMk id="21" creationId="{8AE39139-5C0C-4CBA-B9C0-119A3BCAFB50}"/>
          </ac:spMkLst>
        </pc:spChg>
        <pc:spChg chg="del mod topLvl">
          <ac:chgData name="欣捷" userId="b965477fa0aef5e6" providerId="LiveId" clId="{F58CB589-EA88-41E9-89B9-70387DC4BAF4}" dt="2021-04-20T08:34:43.183" v="163" actId="478"/>
          <ac:spMkLst>
            <pc:docMk/>
            <pc:sldMk cId="2084196931" sldId="1140"/>
            <ac:spMk id="22" creationId="{479D3984-B200-4B6B-9BE8-8A9E8B079AAD}"/>
          </ac:spMkLst>
        </pc:spChg>
        <pc:spChg chg="del mod topLvl">
          <ac:chgData name="欣捷" userId="b965477fa0aef5e6" providerId="LiveId" clId="{F58CB589-EA88-41E9-89B9-70387DC4BAF4}" dt="2021-04-20T08:34:43.183" v="163" actId="478"/>
          <ac:spMkLst>
            <pc:docMk/>
            <pc:sldMk cId="2084196931" sldId="1140"/>
            <ac:spMk id="23" creationId="{DF1AB77B-0740-4490-AC70-A90BD4D8647B}"/>
          </ac:spMkLst>
        </pc:spChg>
        <pc:spChg chg="del mod topLvl">
          <ac:chgData name="欣捷" userId="b965477fa0aef5e6" providerId="LiveId" clId="{F58CB589-EA88-41E9-89B9-70387DC4BAF4}" dt="2021-04-20T08:34:43.183" v="163" actId="478"/>
          <ac:spMkLst>
            <pc:docMk/>
            <pc:sldMk cId="2084196931" sldId="1140"/>
            <ac:spMk id="24" creationId="{60E44381-C56D-4377-8B60-534C96292EC6}"/>
          </ac:spMkLst>
        </pc:spChg>
        <pc:spChg chg="del mod topLvl">
          <ac:chgData name="欣捷" userId="b965477fa0aef5e6" providerId="LiveId" clId="{F58CB589-EA88-41E9-89B9-70387DC4BAF4}" dt="2021-04-20T08:34:43.183" v="163" actId="478"/>
          <ac:spMkLst>
            <pc:docMk/>
            <pc:sldMk cId="2084196931" sldId="1140"/>
            <ac:spMk id="25" creationId="{8E97D0D5-5540-4D52-B479-18CCD954A131}"/>
          </ac:spMkLst>
        </pc:spChg>
        <pc:spChg chg="del mod topLvl">
          <ac:chgData name="欣捷" userId="b965477fa0aef5e6" providerId="LiveId" clId="{F58CB589-EA88-41E9-89B9-70387DC4BAF4}" dt="2021-04-20T08:34:43.183" v="163" actId="478"/>
          <ac:spMkLst>
            <pc:docMk/>
            <pc:sldMk cId="2084196931" sldId="1140"/>
            <ac:spMk id="26" creationId="{782C12D4-8EFA-4ACC-B8E9-E8A1EC1A5F25}"/>
          </ac:spMkLst>
        </pc:spChg>
        <pc:spChg chg="del mod topLvl">
          <ac:chgData name="欣捷" userId="b965477fa0aef5e6" providerId="LiveId" clId="{F58CB589-EA88-41E9-89B9-70387DC4BAF4}" dt="2021-04-20T08:34:43.183" v="163" actId="478"/>
          <ac:spMkLst>
            <pc:docMk/>
            <pc:sldMk cId="2084196931" sldId="1140"/>
            <ac:spMk id="27" creationId="{88FC1D0C-1800-451F-B968-63646E523247}"/>
          </ac:spMkLst>
        </pc:spChg>
        <pc:spChg chg="del mod topLvl">
          <ac:chgData name="欣捷" userId="b965477fa0aef5e6" providerId="LiveId" clId="{F58CB589-EA88-41E9-89B9-70387DC4BAF4}" dt="2021-04-20T08:34:43.183" v="163" actId="478"/>
          <ac:spMkLst>
            <pc:docMk/>
            <pc:sldMk cId="2084196931" sldId="1140"/>
            <ac:spMk id="28" creationId="{29FF0EF0-E864-430E-B887-468A6A8C37FE}"/>
          </ac:spMkLst>
        </pc:spChg>
        <pc:spChg chg="del mod topLvl">
          <ac:chgData name="欣捷" userId="b965477fa0aef5e6" providerId="LiveId" clId="{F58CB589-EA88-41E9-89B9-70387DC4BAF4}" dt="2021-04-20T08:34:43.183" v="163" actId="478"/>
          <ac:spMkLst>
            <pc:docMk/>
            <pc:sldMk cId="2084196931" sldId="1140"/>
            <ac:spMk id="29" creationId="{EDC7654E-B31E-42B9-841E-4DACDD118CF4}"/>
          </ac:spMkLst>
        </pc:spChg>
        <pc:spChg chg="del mod topLvl">
          <ac:chgData name="欣捷" userId="b965477fa0aef5e6" providerId="LiveId" clId="{F58CB589-EA88-41E9-89B9-70387DC4BAF4}" dt="2021-04-20T08:34:40.562" v="162" actId="478"/>
          <ac:spMkLst>
            <pc:docMk/>
            <pc:sldMk cId="2084196931" sldId="1140"/>
            <ac:spMk id="30" creationId="{89DAA2F9-8BA2-4092-9046-CF78BA87A1BB}"/>
          </ac:spMkLst>
        </pc:spChg>
        <pc:spChg chg="del mod topLvl">
          <ac:chgData name="欣捷" userId="b965477fa0aef5e6" providerId="LiveId" clId="{F58CB589-EA88-41E9-89B9-70387DC4BAF4}" dt="2021-04-20T08:34:43.183" v="163" actId="478"/>
          <ac:spMkLst>
            <pc:docMk/>
            <pc:sldMk cId="2084196931" sldId="1140"/>
            <ac:spMk id="31" creationId="{34EC647A-2865-4D2D-8062-BBE9259C9B79}"/>
          </ac:spMkLst>
        </pc:spChg>
        <pc:spChg chg="del mod topLvl">
          <ac:chgData name="欣捷" userId="b965477fa0aef5e6" providerId="LiveId" clId="{F58CB589-EA88-41E9-89B9-70387DC4BAF4}" dt="2021-04-20T08:34:43.183" v="163" actId="478"/>
          <ac:spMkLst>
            <pc:docMk/>
            <pc:sldMk cId="2084196931" sldId="1140"/>
            <ac:spMk id="32" creationId="{0A9D9217-5B69-4102-BAED-E7AD915EFF4E}"/>
          </ac:spMkLst>
        </pc:spChg>
        <pc:spChg chg="del mod topLvl">
          <ac:chgData name="欣捷" userId="b965477fa0aef5e6" providerId="LiveId" clId="{F58CB589-EA88-41E9-89B9-70387DC4BAF4}" dt="2021-04-20T08:34:43.183" v="163" actId="478"/>
          <ac:spMkLst>
            <pc:docMk/>
            <pc:sldMk cId="2084196931" sldId="1140"/>
            <ac:spMk id="33" creationId="{F19973AC-53F8-4759-8A1C-5441E8B4E91E}"/>
          </ac:spMkLst>
        </pc:spChg>
        <pc:spChg chg="del mod topLvl">
          <ac:chgData name="欣捷" userId="b965477fa0aef5e6" providerId="LiveId" clId="{F58CB589-EA88-41E9-89B9-70387DC4BAF4}" dt="2021-04-20T08:34:43.183" v="163" actId="478"/>
          <ac:spMkLst>
            <pc:docMk/>
            <pc:sldMk cId="2084196931" sldId="1140"/>
            <ac:spMk id="34" creationId="{480B8D0F-DB0A-4AB1-A421-6F85818B1748}"/>
          </ac:spMkLst>
        </pc:spChg>
        <pc:spChg chg="del mod topLvl">
          <ac:chgData name="欣捷" userId="b965477fa0aef5e6" providerId="LiveId" clId="{F58CB589-EA88-41E9-89B9-70387DC4BAF4}" dt="2021-04-20T08:34:43.183" v="163" actId="478"/>
          <ac:spMkLst>
            <pc:docMk/>
            <pc:sldMk cId="2084196931" sldId="1140"/>
            <ac:spMk id="35" creationId="{63E9813B-8E70-455C-AF9C-24D7DFB8DD59}"/>
          </ac:spMkLst>
        </pc:spChg>
        <pc:spChg chg="del mod topLvl">
          <ac:chgData name="欣捷" userId="b965477fa0aef5e6" providerId="LiveId" clId="{F58CB589-EA88-41E9-89B9-70387DC4BAF4}" dt="2021-04-20T08:34:43.183" v="163" actId="478"/>
          <ac:spMkLst>
            <pc:docMk/>
            <pc:sldMk cId="2084196931" sldId="1140"/>
            <ac:spMk id="36" creationId="{432A673C-05C8-434A-83C1-00101FE8FB11}"/>
          </ac:spMkLst>
        </pc:spChg>
        <pc:spChg chg="del mod topLvl">
          <ac:chgData name="欣捷" userId="b965477fa0aef5e6" providerId="LiveId" clId="{F58CB589-EA88-41E9-89B9-70387DC4BAF4}" dt="2021-04-20T08:34:43.183" v="163" actId="478"/>
          <ac:spMkLst>
            <pc:docMk/>
            <pc:sldMk cId="2084196931" sldId="1140"/>
            <ac:spMk id="37" creationId="{0DC43796-23E3-4FC1-B312-F842EEC31B4E}"/>
          </ac:spMkLst>
        </pc:spChg>
        <pc:spChg chg="del mod topLvl">
          <ac:chgData name="欣捷" userId="b965477fa0aef5e6" providerId="LiveId" clId="{F58CB589-EA88-41E9-89B9-70387DC4BAF4}" dt="2021-04-20T08:34:43.183" v="163" actId="478"/>
          <ac:spMkLst>
            <pc:docMk/>
            <pc:sldMk cId="2084196931" sldId="1140"/>
            <ac:spMk id="38" creationId="{47369906-5A70-45C5-8C26-5860E5C15DD2}"/>
          </ac:spMkLst>
        </pc:spChg>
        <pc:spChg chg="del mod topLvl">
          <ac:chgData name="欣捷" userId="b965477fa0aef5e6" providerId="LiveId" clId="{F58CB589-EA88-41E9-89B9-70387DC4BAF4}" dt="2021-04-20T08:34:43.183" v="163" actId="478"/>
          <ac:spMkLst>
            <pc:docMk/>
            <pc:sldMk cId="2084196931" sldId="1140"/>
            <ac:spMk id="39" creationId="{FC3E10DC-DBBB-4B0C-ADCC-2412D43B0CDF}"/>
          </ac:spMkLst>
        </pc:spChg>
        <pc:spChg chg="del mod topLvl">
          <ac:chgData name="欣捷" userId="b965477fa0aef5e6" providerId="LiveId" clId="{F58CB589-EA88-41E9-89B9-70387DC4BAF4}" dt="2021-04-20T08:34:43.183" v="163" actId="478"/>
          <ac:spMkLst>
            <pc:docMk/>
            <pc:sldMk cId="2084196931" sldId="1140"/>
            <ac:spMk id="40" creationId="{D27B7B17-C82C-40B5-85CE-BDDD47C23C73}"/>
          </ac:spMkLst>
        </pc:spChg>
        <pc:spChg chg="del mod topLvl">
          <ac:chgData name="欣捷" userId="b965477fa0aef5e6" providerId="LiveId" clId="{F58CB589-EA88-41E9-89B9-70387DC4BAF4}" dt="2021-04-20T08:34:43.183" v="163" actId="478"/>
          <ac:spMkLst>
            <pc:docMk/>
            <pc:sldMk cId="2084196931" sldId="1140"/>
            <ac:spMk id="41" creationId="{D70C3005-66AD-4477-B960-84E5B72BECA2}"/>
          </ac:spMkLst>
        </pc:spChg>
        <pc:spChg chg="del mod topLvl">
          <ac:chgData name="欣捷" userId="b965477fa0aef5e6" providerId="LiveId" clId="{F58CB589-EA88-41E9-89B9-70387DC4BAF4}" dt="2021-04-20T08:34:43.183" v="163" actId="478"/>
          <ac:spMkLst>
            <pc:docMk/>
            <pc:sldMk cId="2084196931" sldId="1140"/>
            <ac:spMk id="42" creationId="{FAAA089C-0C35-4340-897B-6EE6D2F59BCB}"/>
          </ac:spMkLst>
        </pc:spChg>
        <pc:spChg chg="del mod topLvl">
          <ac:chgData name="欣捷" userId="b965477fa0aef5e6" providerId="LiveId" clId="{F58CB589-EA88-41E9-89B9-70387DC4BAF4}" dt="2021-04-20T08:34:43.183" v="163" actId="478"/>
          <ac:spMkLst>
            <pc:docMk/>
            <pc:sldMk cId="2084196931" sldId="1140"/>
            <ac:spMk id="43" creationId="{1B730836-913D-4809-B25D-E87423FB77E9}"/>
          </ac:spMkLst>
        </pc:spChg>
        <pc:spChg chg="del mod topLvl">
          <ac:chgData name="欣捷" userId="b965477fa0aef5e6" providerId="LiveId" clId="{F58CB589-EA88-41E9-89B9-70387DC4BAF4}" dt="2021-04-20T08:34:43.183" v="163" actId="478"/>
          <ac:spMkLst>
            <pc:docMk/>
            <pc:sldMk cId="2084196931" sldId="1140"/>
            <ac:spMk id="44" creationId="{A090E350-D2EA-42C8-BD30-D8950D8CFBA8}"/>
          </ac:spMkLst>
        </pc:spChg>
        <pc:spChg chg="del mod topLvl">
          <ac:chgData name="欣捷" userId="b965477fa0aef5e6" providerId="LiveId" clId="{F58CB589-EA88-41E9-89B9-70387DC4BAF4}" dt="2021-04-20T08:34:43.183" v="163" actId="478"/>
          <ac:spMkLst>
            <pc:docMk/>
            <pc:sldMk cId="2084196931" sldId="1140"/>
            <ac:spMk id="45" creationId="{090209E5-EDF6-4994-9E1D-9B907B1C952D}"/>
          </ac:spMkLst>
        </pc:spChg>
        <pc:spChg chg="del mod topLvl">
          <ac:chgData name="欣捷" userId="b965477fa0aef5e6" providerId="LiveId" clId="{F58CB589-EA88-41E9-89B9-70387DC4BAF4}" dt="2021-04-20T08:34:43.183" v="163" actId="478"/>
          <ac:spMkLst>
            <pc:docMk/>
            <pc:sldMk cId="2084196931" sldId="1140"/>
            <ac:spMk id="46" creationId="{3294D2AF-1CFA-4668-BC50-4CA9E4E996D5}"/>
          </ac:spMkLst>
        </pc:spChg>
        <pc:spChg chg="del mod topLvl">
          <ac:chgData name="欣捷" userId="b965477fa0aef5e6" providerId="LiveId" clId="{F58CB589-EA88-41E9-89B9-70387DC4BAF4}" dt="2021-04-20T08:34:43.183" v="163" actId="478"/>
          <ac:spMkLst>
            <pc:docMk/>
            <pc:sldMk cId="2084196931" sldId="1140"/>
            <ac:spMk id="47" creationId="{35B9F52E-7C30-4618-9E5C-557E14F96DCE}"/>
          </ac:spMkLst>
        </pc:spChg>
        <pc:spChg chg="del mod topLvl">
          <ac:chgData name="欣捷" userId="b965477fa0aef5e6" providerId="LiveId" clId="{F58CB589-EA88-41E9-89B9-70387DC4BAF4}" dt="2021-04-20T08:34:43.183" v="163" actId="478"/>
          <ac:spMkLst>
            <pc:docMk/>
            <pc:sldMk cId="2084196931" sldId="1140"/>
            <ac:spMk id="48" creationId="{9FEE1C55-80E5-4A7C-9992-DF91E8879B5F}"/>
          </ac:spMkLst>
        </pc:spChg>
        <pc:spChg chg="del mod topLvl">
          <ac:chgData name="欣捷" userId="b965477fa0aef5e6" providerId="LiveId" clId="{F58CB589-EA88-41E9-89B9-70387DC4BAF4}" dt="2021-04-20T08:34:43.183" v="163" actId="478"/>
          <ac:spMkLst>
            <pc:docMk/>
            <pc:sldMk cId="2084196931" sldId="1140"/>
            <ac:spMk id="49" creationId="{C2DFED79-E90D-4797-973D-258E2C8322FD}"/>
          </ac:spMkLst>
        </pc:spChg>
        <pc:spChg chg="del mod topLvl">
          <ac:chgData name="欣捷" userId="b965477fa0aef5e6" providerId="LiveId" clId="{F58CB589-EA88-41E9-89B9-70387DC4BAF4}" dt="2021-04-20T08:34:43.183" v="163" actId="478"/>
          <ac:spMkLst>
            <pc:docMk/>
            <pc:sldMk cId="2084196931" sldId="1140"/>
            <ac:spMk id="50" creationId="{E3D73A83-2BC0-48B5-A0A9-01F827F8A1DC}"/>
          </ac:spMkLst>
        </pc:spChg>
        <pc:spChg chg="del mod topLvl">
          <ac:chgData name="欣捷" userId="b965477fa0aef5e6" providerId="LiveId" clId="{F58CB589-EA88-41E9-89B9-70387DC4BAF4}" dt="2021-04-20T08:34:43.183" v="163" actId="478"/>
          <ac:spMkLst>
            <pc:docMk/>
            <pc:sldMk cId="2084196931" sldId="1140"/>
            <ac:spMk id="51" creationId="{B11E8B17-A260-47E9-944C-1695DBEC377A}"/>
          </ac:spMkLst>
        </pc:spChg>
        <pc:spChg chg="del mod topLvl">
          <ac:chgData name="欣捷" userId="b965477fa0aef5e6" providerId="LiveId" clId="{F58CB589-EA88-41E9-89B9-70387DC4BAF4}" dt="2021-04-20T08:34:43.183" v="163" actId="478"/>
          <ac:spMkLst>
            <pc:docMk/>
            <pc:sldMk cId="2084196931" sldId="1140"/>
            <ac:spMk id="52" creationId="{8C660B31-71B8-492B-9DBD-E82D83E9B7F5}"/>
          </ac:spMkLst>
        </pc:spChg>
        <pc:spChg chg="del mod topLvl">
          <ac:chgData name="欣捷" userId="b965477fa0aef5e6" providerId="LiveId" clId="{F58CB589-EA88-41E9-89B9-70387DC4BAF4}" dt="2021-04-20T08:34:43.183" v="163" actId="478"/>
          <ac:spMkLst>
            <pc:docMk/>
            <pc:sldMk cId="2084196931" sldId="1140"/>
            <ac:spMk id="53" creationId="{4B9B856A-D2C7-49BB-8135-6CB3E26B6C7A}"/>
          </ac:spMkLst>
        </pc:spChg>
        <pc:spChg chg="del mod topLvl">
          <ac:chgData name="欣捷" userId="b965477fa0aef5e6" providerId="LiveId" clId="{F58CB589-EA88-41E9-89B9-70387DC4BAF4}" dt="2021-04-20T08:34:43.183" v="163" actId="478"/>
          <ac:spMkLst>
            <pc:docMk/>
            <pc:sldMk cId="2084196931" sldId="1140"/>
            <ac:spMk id="54" creationId="{C0668A55-0421-41A8-9550-2941C043B69A}"/>
          </ac:spMkLst>
        </pc:spChg>
        <pc:spChg chg="del mod topLvl">
          <ac:chgData name="欣捷" userId="b965477fa0aef5e6" providerId="LiveId" clId="{F58CB589-EA88-41E9-89B9-70387DC4BAF4}" dt="2021-04-20T08:34:43.183" v="163" actId="478"/>
          <ac:spMkLst>
            <pc:docMk/>
            <pc:sldMk cId="2084196931" sldId="1140"/>
            <ac:spMk id="55" creationId="{1D4E0F43-802E-42FB-9662-814273F5F96A}"/>
          </ac:spMkLst>
        </pc:spChg>
        <pc:spChg chg="del mod topLvl">
          <ac:chgData name="欣捷" userId="b965477fa0aef5e6" providerId="LiveId" clId="{F58CB589-EA88-41E9-89B9-70387DC4BAF4}" dt="2021-04-20T08:34:43.183" v="163" actId="478"/>
          <ac:spMkLst>
            <pc:docMk/>
            <pc:sldMk cId="2084196931" sldId="1140"/>
            <ac:spMk id="56" creationId="{40B1D172-F1D8-46CA-BCFD-61645F881DD6}"/>
          </ac:spMkLst>
        </pc:spChg>
        <pc:spChg chg="del mod topLvl">
          <ac:chgData name="欣捷" userId="b965477fa0aef5e6" providerId="LiveId" clId="{F58CB589-EA88-41E9-89B9-70387DC4BAF4}" dt="2021-04-20T08:34:43.183" v="163" actId="478"/>
          <ac:spMkLst>
            <pc:docMk/>
            <pc:sldMk cId="2084196931" sldId="1140"/>
            <ac:spMk id="57" creationId="{D319B0A1-4DC2-447D-9221-4ACA4CC4954A}"/>
          </ac:spMkLst>
        </pc:spChg>
        <pc:spChg chg="del mod topLvl">
          <ac:chgData name="欣捷" userId="b965477fa0aef5e6" providerId="LiveId" clId="{F58CB589-EA88-41E9-89B9-70387DC4BAF4}" dt="2021-04-20T08:34:43.183" v="163" actId="478"/>
          <ac:spMkLst>
            <pc:docMk/>
            <pc:sldMk cId="2084196931" sldId="1140"/>
            <ac:spMk id="58" creationId="{9C76B2D2-D460-4BD8-A59C-1E2F388FCBC3}"/>
          </ac:spMkLst>
        </pc:spChg>
        <pc:spChg chg="del mod topLvl">
          <ac:chgData name="欣捷" userId="b965477fa0aef5e6" providerId="LiveId" clId="{F58CB589-EA88-41E9-89B9-70387DC4BAF4}" dt="2021-04-20T08:34:43.183" v="163" actId="478"/>
          <ac:spMkLst>
            <pc:docMk/>
            <pc:sldMk cId="2084196931" sldId="1140"/>
            <ac:spMk id="59" creationId="{FA4C3552-7BD2-47DF-A49A-1B6BF4541FB5}"/>
          </ac:spMkLst>
        </pc:spChg>
        <pc:spChg chg="del mod topLvl">
          <ac:chgData name="欣捷" userId="b965477fa0aef5e6" providerId="LiveId" clId="{F58CB589-EA88-41E9-89B9-70387DC4BAF4}" dt="2021-04-20T08:34:43.183" v="163" actId="478"/>
          <ac:spMkLst>
            <pc:docMk/>
            <pc:sldMk cId="2084196931" sldId="1140"/>
            <ac:spMk id="60" creationId="{7454A136-89AF-4CCA-B669-061A5469C3EF}"/>
          </ac:spMkLst>
        </pc:spChg>
        <pc:spChg chg="del mod topLvl">
          <ac:chgData name="欣捷" userId="b965477fa0aef5e6" providerId="LiveId" clId="{F58CB589-EA88-41E9-89B9-70387DC4BAF4}" dt="2021-04-20T08:34:43.183" v="163" actId="478"/>
          <ac:spMkLst>
            <pc:docMk/>
            <pc:sldMk cId="2084196931" sldId="1140"/>
            <ac:spMk id="61" creationId="{993CEEEA-4E47-4222-AFE2-7DF40B9CCF94}"/>
          </ac:spMkLst>
        </pc:spChg>
        <pc:spChg chg="del mod topLvl">
          <ac:chgData name="欣捷" userId="b965477fa0aef5e6" providerId="LiveId" clId="{F58CB589-EA88-41E9-89B9-70387DC4BAF4}" dt="2021-04-20T08:34:43.183" v="163" actId="478"/>
          <ac:spMkLst>
            <pc:docMk/>
            <pc:sldMk cId="2084196931" sldId="1140"/>
            <ac:spMk id="62" creationId="{DD680952-EE38-46BD-B4E1-0FADDBABF144}"/>
          </ac:spMkLst>
        </pc:spChg>
        <pc:spChg chg="del mod topLvl">
          <ac:chgData name="欣捷" userId="b965477fa0aef5e6" providerId="LiveId" clId="{F58CB589-EA88-41E9-89B9-70387DC4BAF4}" dt="2021-04-20T08:34:43.183" v="163" actId="478"/>
          <ac:spMkLst>
            <pc:docMk/>
            <pc:sldMk cId="2084196931" sldId="1140"/>
            <ac:spMk id="63" creationId="{E9588DA7-8E3B-42F0-8B31-FEBABEBC86DF}"/>
          </ac:spMkLst>
        </pc:spChg>
        <pc:spChg chg="mod topLvl">
          <ac:chgData name="欣捷" userId="b965477fa0aef5e6" providerId="LiveId" clId="{F58CB589-EA88-41E9-89B9-70387DC4BAF4}" dt="2021-04-20T09:24:21.014" v="633" actId="1076"/>
          <ac:spMkLst>
            <pc:docMk/>
            <pc:sldMk cId="2084196931" sldId="1140"/>
            <ac:spMk id="128" creationId="{ACBB9E42-3119-40A2-9BB9-577F193778B9}"/>
          </ac:spMkLst>
        </pc:spChg>
        <pc:spChg chg="mod topLvl">
          <ac:chgData name="欣捷" userId="b965477fa0aef5e6" providerId="LiveId" clId="{F58CB589-EA88-41E9-89B9-70387DC4BAF4}" dt="2021-04-20T09:24:21.014" v="633" actId="1076"/>
          <ac:spMkLst>
            <pc:docMk/>
            <pc:sldMk cId="2084196931" sldId="1140"/>
            <ac:spMk id="129" creationId="{C893F699-333E-4CFB-8126-E7C0B7F1755F}"/>
          </ac:spMkLst>
        </pc:spChg>
        <pc:spChg chg="add del mod topLvl">
          <ac:chgData name="欣捷" userId="b965477fa0aef5e6" providerId="LiveId" clId="{F58CB589-EA88-41E9-89B9-70387DC4BAF4}" dt="2021-04-20T08:38:43.561" v="225" actId="478"/>
          <ac:spMkLst>
            <pc:docMk/>
            <pc:sldMk cId="2084196931" sldId="1140"/>
            <ac:spMk id="130" creationId="{949D2EBE-2749-42D3-A96B-BD8D029957AF}"/>
          </ac:spMkLst>
        </pc:spChg>
        <pc:spChg chg="mod topLvl">
          <ac:chgData name="欣捷" userId="b965477fa0aef5e6" providerId="LiveId" clId="{F58CB589-EA88-41E9-89B9-70387DC4BAF4}" dt="2021-04-20T09:24:21.014" v="633" actId="1076"/>
          <ac:spMkLst>
            <pc:docMk/>
            <pc:sldMk cId="2084196931" sldId="1140"/>
            <ac:spMk id="131" creationId="{80D818DA-7874-43AF-965B-0FF0444EFA42}"/>
          </ac:spMkLst>
        </pc:spChg>
        <pc:spChg chg="mod topLvl">
          <ac:chgData name="欣捷" userId="b965477fa0aef5e6" providerId="LiveId" clId="{F58CB589-EA88-41E9-89B9-70387DC4BAF4}" dt="2021-04-20T09:24:21.014" v="633" actId="1076"/>
          <ac:spMkLst>
            <pc:docMk/>
            <pc:sldMk cId="2084196931" sldId="1140"/>
            <ac:spMk id="132" creationId="{E2268C84-9A04-4A01-A50A-19CB473EB6E1}"/>
          </ac:spMkLst>
        </pc:spChg>
        <pc:spChg chg="mod topLvl">
          <ac:chgData name="欣捷" userId="b965477fa0aef5e6" providerId="LiveId" clId="{F58CB589-EA88-41E9-89B9-70387DC4BAF4}" dt="2021-04-20T09:24:21.014" v="633" actId="1076"/>
          <ac:spMkLst>
            <pc:docMk/>
            <pc:sldMk cId="2084196931" sldId="1140"/>
            <ac:spMk id="133" creationId="{32184E32-7B39-48B2-B140-C0CFFD847DED}"/>
          </ac:spMkLst>
        </pc:spChg>
        <pc:spChg chg="mod topLvl">
          <ac:chgData name="欣捷" userId="b965477fa0aef5e6" providerId="LiveId" clId="{F58CB589-EA88-41E9-89B9-70387DC4BAF4}" dt="2021-04-20T09:24:21.014" v="633" actId="1076"/>
          <ac:spMkLst>
            <pc:docMk/>
            <pc:sldMk cId="2084196931" sldId="1140"/>
            <ac:spMk id="134" creationId="{E768CD59-FB8E-41E5-9711-998ED4F6A974}"/>
          </ac:spMkLst>
        </pc:spChg>
        <pc:spChg chg="add del mod topLvl">
          <ac:chgData name="欣捷" userId="b965477fa0aef5e6" providerId="LiveId" clId="{F58CB589-EA88-41E9-89B9-70387DC4BAF4}" dt="2021-04-20T08:38:43.561" v="225" actId="478"/>
          <ac:spMkLst>
            <pc:docMk/>
            <pc:sldMk cId="2084196931" sldId="1140"/>
            <ac:spMk id="135" creationId="{BB70872B-FA81-4ACF-A0BC-49A5DAE82A87}"/>
          </ac:spMkLst>
        </pc:spChg>
        <pc:spChg chg="mod topLvl">
          <ac:chgData name="欣捷" userId="b965477fa0aef5e6" providerId="LiveId" clId="{F58CB589-EA88-41E9-89B9-70387DC4BAF4}" dt="2021-04-20T09:24:21.014" v="633" actId="1076"/>
          <ac:spMkLst>
            <pc:docMk/>
            <pc:sldMk cId="2084196931" sldId="1140"/>
            <ac:spMk id="136" creationId="{1AD98ECE-3B44-463A-BDD7-D2FE49D22919}"/>
          </ac:spMkLst>
        </pc:spChg>
        <pc:spChg chg="mod topLvl">
          <ac:chgData name="欣捷" userId="b965477fa0aef5e6" providerId="LiveId" clId="{F58CB589-EA88-41E9-89B9-70387DC4BAF4}" dt="2021-04-20T09:24:21.014" v="633" actId="1076"/>
          <ac:spMkLst>
            <pc:docMk/>
            <pc:sldMk cId="2084196931" sldId="1140"/>
            <ac:spMk id="137" creationId="{1D6A1929-52A1-45E5-8E06-194D9FFE6008}"/>
          </ac:spMkLst>
        </pc:spChg>
        <pc:spChg chg="mod topLvl">
          <ac:chgData name="欣捷" userId="b965477fa0aef5e6" providerId="LiveId" clId="{F58CB589-EA88-41E9-89B9-70387DC4BAF4}" dt="2021-04-20T09:24:21.014" v="633" actId="1076"/>
          <ac:spMkLst>
            <pc:docMk/>
            <pc:sldMk cId="2084196931" sldId="1140"/>
            <ac:spMk id="138" creationId="{5FE5B3B1-AE4F-4120-B701-C78F1BA3A02A}"/>
          </ac:spMkLst>
        </pc:spChg>
        <pc:spChg chg="add del mod topLvl">
          <ac:chgData name="欣捷" userId="b965477fa0aef5e6" providerId="LiveId" clId="{F58CB589-EA88-41E9-89B9-70387DC4BAF4}" dt="2021-04-20T09:24:21.014" v="633" actId="1076"/>
          <ac:spMkLst>
            <pc:docMk/>
            <pc:sldMk cId="2084196931" sldId="1140"/>
            <ac:spMk id="139" creationId="{48DF8359-8BA6-430A-814A-2D5AA990E2A4}"/>
          </ac:spMkLst>
        </pc:spChg>
        <pc:spChg chg="mod topLvl">
          <ac:chgData name="欣捷" userId="b965477fa0aef5e6" providerId="LiveId" clId="{F58CB589-EA88-41E9-89B9-70387DC4BAF4}" dt="2021-04-20T09:24:21.014" v="633" actId="1076"/>
          <ac:spMkLst>
            <pc:docMk/>
            <pc:sldMk cId="2084196931" sldId="1140"/>
            <ac:spMk id="140" creationId="{2F2E6AC7-5B33-47F2-8612-C3C9E49CD342}"/>
          </ac:spMkLst>
        </pc:spChg>
        <pc:spChg chg="mod topLvl">
          <ac:chgData name="欣捷" userId="b965477fa0aef5e6" providerId="LiveId" clId="{F58CB589-EA88-41E9-89B9-70387DC4BAF4}" dt="2021-04-20T09:24:21.014" v="633" actId="1076"/>
          <ac:spMkLst>
            <pc:docMk/>
            <pc:sldMk cId="2084196931" sldId="1140"/>
            <ac:spMk id="141" creationId="{309DA1E0-3521-48EF-A0BD-9113BCD974C5}"/>
          </ac:spMkLst>
        </pc:spChg>
        <pc:spChg chg="mod topLvl">
          <ac:chgData name="欣捷" userId="b965477fa0aef5e6" providerId="LiveId" clId="{F58CB589-EA88-41E9-89B9-70387DC4BAF4}" dt="2021-04-20T09:24:21.014" v="633" actId="1076"/>
          <ac:spMkLst>
            <pc:docMk/>
            <pc:sldMk cId="2084196931" sldId="1140"/>
            <ac:spMk id="142" creationId="{9CED8663-45ED-49AD-AB1C-A48C2AAF3628}"/>
          </ac:spMkLst>
        </pc:spChg>
        <pc:spChg chg="mod topLvl">
          <ac:chgData name="欣捷" userId="b965477fa0aef5e6" providerId="LiveId" clId="{F58CB589-EA88-41E9-89B9-70387DC4BAF4}" dt="2021-04-20T09:24:21.014" v="633" actId="1076"/>
          <ac:spMkLst>
            <pc:docMk/>
            <pc:sldMk cId="2084196931" sldId="1140"/>
            <ac:spMk id="143" creationId="{1148B228-E4FB-4B2D-9430-B0CB08B7DE97}"/>
          </ac:spMkLst>
        </pc:spChg>
        <pc:spChg chg="mod topLvl">
          <ac:chgData name="欣捷" userId="b965477fa0aef5e6" providerId="LiveId" clId="{F58CB589-EA88-41E9-89B9-70387DC4BAF4}" dt="2021-04-20T09:24:21.014" v="633" actId="1076"/>
          <ac:spMkLst>
            <pc:docMk/>
            <pc:sldMk cId="2084196931" sldId="1140"/>
            <ac:spMk id="144" creationId="{96ED52D0-E4BD-4BF2-8DAF-CCF92DB1DAE7}"/>
          </ac:spMkLst>
        </pc:spChg>
        <pc:spChg chg="mod topLvl">
          <ac:chgData name="欣捷" userId="b965477fa0aef5e6" providerId="LiveId" clId="{F58CB589-EA88-41E9-89B9-70387DC4BAF4}" dt="2021-04-20T09:24:21.014" v="633" actId="1076"/>
          <ac:spMkLst>
            <pc:docMk/>
            <pc:sldMk cId="2084196931" sldId="1140"/>
            <ac:spMk id="145" creationId="{2C4A28BC-C70A-4AD7-AB0A-4BDFD3B2DBA2}"/>
          </ac:spMkLst>
        </pc:spChg>
        <pc:spChg chg="add del mod topLvl">
          <ac:chgData name="欣捷" userId="b965477fa0aef5e6" providerId="LiveId" clId="{F58CB589-EA88-41E9-89B9-70387DC4BAF4}" dt="2021-04-20T09:24:21.014" v="633" actId="1076"/>
          <ac:spMkLst>
            <pc:docMk/>
            <pc:sldMk cId="2084196931" sldId="1140"/>
            <ac:spMk id="146" creationId="{1169FA3C-0624-4C7B-AC4E-1CDB3F095FD7}"/>
          </ac:spMkLst>
        </pc:spChg>
        <pc:spChg chg="mod topLvl">
          <ac:chgData name="欣捷" userId="b965477fa0aef5e6" providerId="LiveId" clId="{F58CB589-EA88-41E9-89B9-70387DC4BAF4}" dt="2021-04-20T09:24:21.014" v="633" actId="1076"/>
          <ac:spMkLst>
            <pc:docMk/>
            <pc:sldMk cId="2084196931" sldId="1140"/>
            <ac:spMk id="147" creationId="{90B7A6F0-411E-41EC-BC85-219879E93270}"/>
          </ac:spMkLst>
        </pc:spChg>
        <pc:spChg chg="mod topLvl">
          <ac:chgData name="欣捷" userId="b965477fa0aef5e6" providerId="LiveId" clId="{F58CB589-EA88-41E9-89B9-70387DC4BAF4}" dt="2021-04-20T09:24:21.014" v="633" actId="1076"/>
          <ac:spMkLst>
            <pc:docMk/>
            <pc:sldMk cId="2084196931" sldId="1140"/>
            <ac:spMk id="148" creationId="{57EEE5CF-66A5-4808-939D-ECA1F1FD344F}"/>
          </ac:spMkLst>
        </pc:spChg>
        <pc:spChg chg="mod topLvl">
          <ac:chgData name="欣捷" userId="b965477fa0aef5e6" providerId="LiveId" clId="{F58CB589-EA88-41E9-89B9-70387DC4BAF4}" dt="2021-04-20T09:24:21.014" v="633" actId="1076"/>
          <ac:spMkLst>
            <pc:docMk/>
            <pc:sldMk cId="2084196931" sldId="1140"/>
            <ac:spMk id="149" creationId="{B53BA7AF-50F5-42B7-84B2-6E99C748944E}"/>
          </ac:spMkLst>
        </pc:spChg>
        <pc:spChg chg="mod topLvl">
          <ac:chgData name="欣捷" userId="b965477fa0aef5e6" providerId="LiveId" clId="{F58CB589-EA88-41E9-89B9-70387DC4BAF4}" dt="2021-04-20T09:24:21.014" v="633" actId="1076"/>
          <ac:spMkLst>
            <pc:docMk/>
            <pc:sldMk cId="2084196931" sldId="1140"/>
            <ac:spMk id="150" creationId="{4096853F-3651-4F43-89CB-8F9A198BD81E}"/>
          </ac:spMkLst>
        </pc:spChg>
        <pc:spChg chg="mod topLvl">
          <ac:chgData name="欣捷" userId="b965477fa0aef5e6" providerId="LiveId" clId="{F58CB589-EA88-41E9-89B9-70387DC4BAF4}" dt="2021-04-20T09:24:21.014" v="633" actId="1076"/>
          <ac:spMkLst>
            <pc:docMk/>
            <pc:sldMk cId="2084196931" sldId="1140"/>
            <ac:spMk id="151" creationId="{00ED6994-BD82-43C2-B83B-5E00A89F29CC}"/>
          </ac:spMkLst>
        </pc:spChg>
        <pc:spChg chg="mod topLvl">
          <ac:chgData name="欣捷" userId="b965477fa0aef5e6" providerId="LiveId" clId="{F58CB589-EA88-41E9-89B9-70387DC4BAF4}" dt="2021-04-20T09:24:21.014" v="633" actId="1076"/>
          <ac:spMkLst>
            <pc:docMk/>
            <pc:sldMk cId="2084196931" sldId="1140"/>
            <ac:spMk id="152" creationId="{94171912-5D76-48CF-BF93-49A41C103AFC}"/>
          </ac:spMkLst>
        </pc:spChg>
        <pc:spChg chg="mod topLvl">
          <ac:chgData name="欣捷" userId="b965477fa0aef5e6" providerId="LiveId" clId="{F58CB589-EA88-41E9-89B9-70387DC4BAF4}" dt="2021-04-20T09:24:21.014" v="633" actId="1076"/>
          <ac:spMkLst>
            <pc:docMk/>
            <pc:sldMk cId="2084196931" sldId="1140"/>
            <ac:spMk id="154" creationId="{0DA00F13-3BDC-4371-9ACD-B6317C04451B}"/>
          </ac:spMkLst>
        </pc:spChg>
        <pc:spChg chg="mod topLvl">
          <ac:chgData name="欣捷" userId="b965477fa0aef5e6" providerId="LiveId" clId="{F58CB589-EA88-41E9-89B9-70387DC4BAF4}" dt="2021-04-20T09:24:21.014" v="633" actId="1076"/>
          <ac:spMkLst>
            <pc:docMk/>
            <pc:sldMk cId="2084196931" sldId="1140"/>
            <ac:spMk id="155" creationId="{C2F79DEE-25FA-4D96-8E08-CA69B6DDE955}"/>
          </ac:spMkLst>
        </pc:spChg>
        <pc:spChg chg="add del mod topLvl">
          <ac:chgData name="欣捷" userId="b965477fa0aef5e6" providerId="LiveId" clId="{F58CB589-EA88-41E9-89B9-70387DC4BAF4}" dt="2021-04-20T09:24:21.014" v="633" actId="1076"/>
          <ac:spMkLst>
            <pc:docMk/>
            <pc:sldMk cId="2084196931" sldId="1140"/>
            <ac:spMk id="156" creationId="{43B143D3-5B31-4F51-9587-73AE3ADE9DC9}"/>
          </ac:spMkLst>
        </pc:spChg>
        <pc:spChg chg="mod topLvl">
          <ac:chgData name="欣捷" userId="b965477fa0aef5e6" providerId="LiveId" clId="{F58CB589-EA88-41E9-89B9-70387DC4BAF4}" dt="2021-04-20T09:24:21.014" v="633" actId="1076"/>
          <ac:spMkLst>
            <pc:docMk/>
            <pc:sldMk cId="2084196931" sldId="1140"/>
            <ac:spMk id="157" creationId="{C03E2DB0-225D-48BA-A931-93029B8A1342}"/>
          </ac:spMkLst>
        </pc:spChg>
        <pc:spChg chg="add del mod">
          <ac:chgData name="欣捷" userId="b965477fa0aef5e6" providerId="LiveId" clId="{F58CB589-EA88-41E9-89B9-70387DC4BAF4}" dt="2021-04-20T08:38:31.344" v="209"/>
          <ac:spMkLst>
            <pc:docMk/>
            <pc:sldMk cId="2084196931" sldId="1140"/>
            <ac:spMk id="222" creationId="{90448716-0054-43F0-9438-71D411CE205A}"/>
          </ac:spMkLst>
        </pc:spChg>
        <pc:spChg chg="mod">
          <ac:chgData name="欣捷" userId="b965477fa0aef5e6" providerId="LiveId" clId="{F58CB589-EA88-41E9-89B9-70387DC4BAF4}" dt="2021-04-20T08:34:23.220" v="157" actId="27803"/>
          <ac:spMkLst>
            <pc:docMk/>
            <pc:sldMk cId="2084196931" sldId="1140"/>
            <ac:spMk id="27648" creationId="{9AB42482-0FB4-4022-AAA9-E12A2B88533D}"/>
          </ac:spMkLst>
        </pc:spChg>
        <pc:spChg chg="mod">
          <ac:chgData name="欣捷" userId="b965477fa0aef5e6" providerId="LiveId" clId="{F58CB589-EA88-41E9-89B9-70387DC4BAF4}" dt="2021-04-20T08:34:23.220" v="157" actId="27803"/>
          <ac:spMkLst>
            <pc:docMk/>
            <pc:sldMk cId="2084196931" sldId="1140"/>
            <ac:spMk id="27649" creationId="{AADEA6EF-4118-4ADC-B2B6-A6D3784CEF09}"/>
          </ac:spMkLst>
        </pc:spChg>
        <pc:spChg chg="del mod ord">
          <ac:chgData name="欣捷" userId="b965477fa0aef5e6" providerId="LiveId" clId="{F58CB589-EA88-41E9-89B9-70387DC4BAF4}" dt="2021-04-20T08:32:27.724" v="139" actId="478"/>
          <ac:spMkLst>
            <pc:docMk/>
            <pc:sldMk cId="2084196931" sldId="1140"/>
            <ac:spMk id="27650" creationId="{22D8A731-AE74-4746-A3B8-8256FFF194A2}"/>
          </ac:spMkLst>
        </pc:spChg>
        <pc:spChg chg="del mod ord">
          <ac:chgData name="欣捷" userId="b965477fa0aef5e6" providerId="LiveId" clId="{F58CB589-EA88-41E9-89B9-70387DC4BAF4}" dt="2021-04-20T08:32:20.703" v="135" actId="478"/>
          <ac:spMkLst>
            <pc:docMk/>
            <pc:sldMk cId="2084196931" sldId="1140"/>
            <ac:spMk id="27651" creationId="{A1741382-F451-48A5-8D5C-85D947507B87}"/>
          </ac:spMkLst>
        </pc:spChg>
        <pc:spChg chg="mod">
          <ac:chgData name="欣捷" userId="b965477fa0aef5e6" providerId="LiveId" clId="{F58CB589-EA88-41E9-89B9-70387DC4BAF4}" dt="2021-04-20T08:34:23.220" v="157" actId="27803"/>
          <ac:spMkLst>
            <pc:docMk/>
            <pc:sldMk cId="2084196931" sldId="1140"/>
            <ac:spMk id="27652" creationId="{0675A7EC-4182-4E2E-B799-490FF2D0C4D9}"/>
          </ac:spMkLst>
        </pc:spChg>
        <pc:spChg chg="mod">
          <ac:chgData name="欣捷" userId="b965477fa0aef5e6" providerId="LiveId" clId="{F58CB589-EA88-41E9-89B9-70387DC4BAF4}" dt="2021-04-20T08:34:23.220" v="157" actId="27803"/>
          <ac:spMkLst>
            <pc:docMk/>
            <pc:sldMk cId="2084196931" sldId="1140"/>
            <ac:spMk id="27653" creationId="{D124B643-ADA9-4C1D-B1A4-EE0FCCF8C00F}"/>
          </ac:spMkLst>
        </pc:spChg>
        <pc:spChg chg="mod">
          <ac:chgData name="欣捷" userId="b965477fa0aef5e6" providerId="LiveId" clId="{F58CB589-EA88-41E9-89B9-70387DC4BAF4}" dt="2021-04-20T08:34:23.220" v="157" actId="27803"/>
          <ac:spMkLst>
            <pc:docMk/>
            <pc:sldMk cId="2084196931" sldId="1140"/>
            <ac:spMk id="27654" creationId="{F52A0775-3921-4B9E-894C-8946AEE013DA}"/>
          </ac:spMkLst>
        </pc:spChg>
        <pc:spChg chg="mod">
          <ac:chgData name="欣捷" userId="b965477fa0aef5e6" providerId="LiveId" clId="{F58CB589-EA88-41E9-89B9-70387DC4BAF4}" dt="2021-04-20T08:34:23.220" v="157" actId="27803"/>
          <ac:spMkLst>
            <pc:docMk/>
            <pc:sldMk cId="2084196931" sldId="1140"/>
            <ac:spMk id="27655" creationId="{AE2BDF92-4250-4E78-BB4B-5DF8816F6137}"/>
          </ac:spMkLst>
        </pc:spChg>
        <pc:spChg chg="mod">
          <ac:chgData name="欣捷" userId="b965477fa0aef5e6" providerId="LiveId" clId="{F58CB589-EA88-41E9-89B9-70387DC4BAF4}" dt="2021-04-20T08:34:23.220" v="157" actId="27803"/>
          <ac:spMkLst>
            <pc:docMk/>
            <pc:sldMk cId="2084196931" sldId="1140"/>
            <ac:spMk id="27656" creationId="{5E08A299-3730-4E47-AEC4-F7A98BC44E90}"/>
          </ac:spMkLst>
        </pc:spChg>
        <pc:spChg chg="mod">
          <ac:chgData name="欣捷" userId="b965477fa0aef5e6" providerId="LiveId" clId="{F58CB589-EA88-41E9-89B9-70387DC4BAF4}" dt="2021-04-20T08:34:23.220" v="157" actId="27803"/>
          <ac:spMkLst>
            <pc:docMk/>
            <pc:sldMk cId="2084196931" sldId="1140"/>
            <ac:spMk id="27657" creationId="{8BB893E7-6B85-4C6D-804E-8DA396FBC308}"/>
          </ac:spMkLst>
        </pc:spChg>
        <pc:spChg chg="mod">
          <ac:chgData name="欣捷" userId="b965477fa0aef5e6" providerId="LiveId" clId="{F58CB589-EA88-41E9-89B9-70387DC4BAF4}" dt="2021-04-20T08:34:23.220" v="157" actId="27803"/>
          <ac:spMkLst>
            <pc:docMk/>
            <pc:sldMk cId="2084196931" sldId="1140"/>
            <ac:spMk id="27658" creationId="{38AE8709-E8B4-4FA1-BA7E-5791D4848D63}"/>
          </ac:spMkLst>
        </pc:spChg>
        <pc:spChg chg="mod">
          <ac:chgData name="欣捷" userId="b965477fa0aef5e6" providerId="LiveId" clId="{F58CB589-EA88-41E9-89B9-70387DC4BAF4}" dt="2021-04-20T08:34:23.220" v="157" actId="27803"/>
          <ac:spMkLst>
            <pc:docMk/>
            <pc:sldMk cId="2084196931" sldId="1140"/>
            <ac:spMk id="27659" creationId="{8CEAC50C-2463-4567-AC21-F2E17C1B4FE3}"/>
          </ac:spMkLst>
        </pc:spChg>
        <pc:spChg chg="mod">
          <ac:chgData name="欣捷" userId="b965477fa0aef5e6" providerId="LiveId" clId="{F58CB589-EA88-41E9-89B9-70387DC4BAF4}" dt="2021-04-20T08:34:23.220" v="157" actId="27803"/>
          <ac:spMkLst>
            <pc:docMk/>
            <pc:sldMk cId="2084196931" sldId="1140"/>
            <ac:spMk id="27660" creationId="{D92A57B2-A370-4951-BEF2-EF9F556C6CAE}"/>
          </ac:spMkLst>
        </pc:spChg>
        <pc:spChg chg="mod">
          <ac:chgData name="欣捷" userId="b965477fa0aef5e6" providerId="LiveId" clId="{F58CB589-EA88-41E9-89B9-70387DC4BAF4}" dt="2021-04-20T08:34:23.220" v="157" actId="27803"/>
          <ac:spMkLst>
            <pc:docMk/>
            <pc:sldMk cId="2084196931" sldId="1140"/>
            <ac:spMk id="27661" creationId="{1303F82C-0DF7-4904-948A-C7E1A50EC16E}"/>
          </ac:spMkLst>
        </pc:spChg>
        <pc:spChg chg="mod">
          <ac:chgData name="欣捷" userId="b965477fa0aef5e6" providerId="LiveId" clId="{F58CB589-EA88-41E9-89B9-70387DC4BAF4}" dt="2021-04-20T08:34:23.220" v="157" actId="27803"/>
          <ac:spMkLst>
            <pc:docMk/>
            <pc:sldMk cId="2084196931" sldId="1140"/>
            <ac:spMk id="27662" creationId="{B591A4D3-11B7-4A0A-978E-B7404311D434}"/>
          </ac:spMkLst>
        </pc:spChg>
        <pc:spChg chg="mod">
          <ac:chgData name="欣捷" userId="b965477fa0aef5e6" providerId="LiveId" clId="{F58CB589-EA88-41E9-89B9-70387DC4BAF4}" dt="2021-04-20T08:34:23.220" v="157" actId="27803"/>
          <ac:spMkLst>
            <pc:docMk/>
            <pc:sldMk cId="2084196931" sldId="1140"/>
            <ac:spMk id="27663" creationId="{40854B9E-3CC8-4573-94FA-FDC5543917AF}"/>
          </ac:spMkLst>
        </pc:spChg>
        <pc:spChg chg="mod">
          <ac:chgData name="欣捷" userId="b965477fa0aef5e6" providerId="LiveId" clId="{F58CB589-EA88-41E9-89B9-70387DC4BAF4}" dt="2021-04-20T08:34:23.220" v="157" actId="27803"/>
          <ac:spMkLst>
            <pc:docMk/>
            <pc:sldMk cId="2084196931" sldId="1140"/>
            <ac:spMk id="27664" creationId="{52F97B77-AD66-41E8-A4CF-ADBDAD509EB9}"/>
          </ac:spMkLst>
        </pc:spChg>
        <pc:spChg chg="mod">
          <ac:chgData name="欣捷" userId="b965477fa0aef5e6" providerId="LiveId" clId="{F58CB589-EA88-41E9-89B9-70387DC4BAF4}" dt="2021-04-20T08:34:23.220" v="157" actId="27803"/>
          <ac:spMkLst>
            <pc:docMk/>
            <pc:sldMk cId="2084196931" sldId="1140"/>
            <ac:spMk id="27665" creationId="{DD591CFB-D2B6-45A1-9182-1109BE7A4F01}"/>
          </ac:spMkLst>
        </pc:spChg>
        <pc:spChg chg="mod">
          <ac:chgData name="欣捷" userId="b965477fa0aef5e6" providerId="LiveId" clId="{F58CB589-EA88-41E9-89B9-70387DC4BAF4}" dt="2021-04-20T08:34:23.220" v="157" actId="27803"/>
          <ac:spMkLst>
            <pc:docMk/>
            <pc:sldMk cId="2084196931" sldId="1140"/>
            <ac:spMk id="27666" creationId="{EAE8332E-AEF1-45D1-9FF0-BC0C72E40ABD}"/>
          </ac:spMkLst>
        </pc:spChg>
        <pc:spChg chg="mod">
          <ac:chgData name="欣捷" userId="b965477fa0aef5e6" providerId="LiveId" clId="{F58CB589-EA88-41E9-89B9-70387DC4BAF4}" dt="2021-04-20T08:34:23.220" v="157" actId="27803"/>
          <ac:spMkLst>
            <pc:docMk/>
            <pc:sldMk cId="2084196931" sldId="1140"/>
            <ac:spMk id="27667" creationId="{84F72BD9-4495-44BA-B034-DEFAA3F282DA}"/>
          </ac:spMkLst>
        </pc:spChg>
        <pc:spChg chg="mod">
          <ac:chgData name="欣捷" userId="b965477fa0aef5e6" providerId="LiveId" clId="{F58CB589-EA88-41E9-89B9-70387DC4BAF4}" dt="2021-04-20T08:34:23.220" v="157" actId="27803"/>
          <ac:spMkLst>
            <pc:docMk/>
            <pc:sldMk cId="2084196931" sldId="1140"/>
            <ac:spMk id="27668" creationId="{3570717C-5482-4393-AE62-0B651181B8FB}"/>
          </ac:spMkLst>
        </pc:spChg>
        <pc:spChg chg="mod">
          <ac:chgData name="欣捷" userId="b965477fa0aef5e6" providerId="LiveId" clId="{F58CB589-EA88-41E9-89B9-70387DC4BAF4}" dt="2021-04-20T08:34:23.220" v="157" actId="27803"/>
          <ac:spMkLst>
            <pc:docMk/>
            <pc:sldMk cId="2084196931" sldId="1140"/>
            <ac:spMk id="27669" creationId="{61CFB8A1-863C-43A8-A312-E85DD1453CE0}"/>
          </ac:spMkLst>
        </pc:spChg>
        <pc:spChg chg="mod">
          <ac:chgData name="欣捷" userId="b965477fa0aef5e6" providerId="LiveId" clId="{F58CB589-EA88-41E9-89B9-70387DC4BAF4}" dt="2021-04-20T08:34:23.220" v="157" actId="27803"/>
          <ac:spMkLst>
            <pc:docMk/>
            <pc:sldMk cId="2084196931" sldId="1140"/>
            <ac:spMk id="27670" creationId="{261FAB30-4784-4B01-AB4D-78B72180AF44}"/>
          </ac:spMkLst>
        </pc:spChg>
        <pc:spChg chg="mod">
          <ac:chgData name="欣捷" userId="b965477fa0aef5e6" providerId="LiveId" clId="{F58CB589-EA88-41E9-89B9-70387DC4BAF4}" dt="2021-04-20T08:34:23.220" v="157" actId="27803"/>
          <ac:spMkLst>
            <pc:docMk/>
            <pc:sldMk cId="2084196931" sldId="1140"/>
            <ac:spMk id="27671" creationId="{89E11B95-B12F-41E0-A5F5-229921D61A25}"/>
          </ac:spMkLst>
        </pc:spChg>
        <pc:spChg chg="mod">
          <ac:chgData name="欣捷" userId="b965477fa0aef5e6" providerId="LiveId" clId="{F58CB589-EA88-41E9-89B9-70387DC4BAF4}" dt="2021-04-20T08:34:23.220" v="157" actId="27803"/>
          <ac:spMkLst>
            <pc:docMk/>
            <pc:sldMk cId="2084196931" sldId="1140"/>
            <ac:spMk id="27672" creationId="{A41F3814-B37A-483E-AC85-561512A1CF8C}"/>
          </ac:spMkLst>
        </pc:spChg>
        <pc:spChg chg="del mod topLvl">
          <ac:chgData name="欣捷" userId="b965477fa0aef5e6" providerId="LiveId" clId="{F58CB589-EA88-41E9-89B9-70387DC4BAF4}" dt="2021-04-20T08:39:14.620" v="234" actId="478"/>
          <ac:spMkLst>
            <pc:docMk/>
            <pc:sldMk cId="2084196931" sldId="1140"/>
            <ac:spMk id="27675" creationId="{2D2B0E7D-B232-4ED3-B11E-ED2FA7272808}"/>
          </ac:spMkLst>
        </pc:spChg>
        <pc:spChg chg="mod topLvl">
          <ac:chgData name="欣捷" userId="b965477fa0aef5e6" providerId="LiveId" clId="{F58CB589-EA88-41E9-89B9-70387DC4BAF4}" dt="2021-04-20T09:24:21.014" v="633" actId="1076"/>
          <ac:spMkLst>
            <pc:docMk/>
            <pc:sldMk cId="2084196931" sldId="1140"/>
            <ac:spMk id="27676" creationId="{EDC4339A-730A-4A60-9428-5C1FF420A31B}"/>
          </ac:spMkLst>
        </pc:spChg>
        <pc:spChg chg="mod topLvl">
          <ac:chgData name="欣捷" userId="b965477fa0aef5e6" providerId="LiveId" clId="{F58CB589-EA88-41E9-89B9-70387DC4BAF4}" dt="2021-04-20T09:24:21.014" v="633" actId="1076"/>
          <ac:spMkLst>
            <pc:docMk/>
            <pc:sldMk cId="2084196931" sldId="1140"/>
            <ac:spMk id="27677" creationId="{2FE4938B-6E75-4516-8029-D3F64BFFC7E8}"/>
          </ac:spMkLst>
        </pc:spChg>
        <pc:spChg chg="mod topLvl">
          <ac:chgData name="欣捷" userId="b965477fa0aef5e6" providerId="LiveId" clId="{F58CB589-EA88-41E9-89B9-70387DC4BAF4}" dt="2021-04-20T09:24:21.014" v="633" actId="1076"/>
          <ac:spMkLst>
            <pc:docMk/>
            <pc:sldMk cId="2084196931" sldId="1140"/>
            <ac:spMk id="27678" creationId="{90F82F32-3030-41A8-9917-91EDE602BA5F}"/>
          </ac:spMkLst>
        </pc:spChg>
        <pc:spChg chg="mod topLvl">
          <ac:chgData name="欣捷" userId="b965477fa0aef5e6" providerId="LiveId" clId="{F58CB589-EA88-41E9-89B9-70387DC4BAF4}" dt="2021-04-20T09:24:21.014" v="633" actId="1076"/>
          <ac:spMkLst>
            <pc:docMk/>
            <pc:sldMk cId="2084196931" sldId="1140"/>
            <ac:spMk id="27679" creationId="{FDBEB512-6073-4D16-A282-C27913F232F7}"/>
          </ac:spMkLst>
        </pc:spChg>
        <pc:spChg chg="mod topLvl">
          <ac:chgData name="欣捷" userId="b965477fa0aef5e6" providerId="LiveId" clId="{F58CB589-EA88-41E9-89B9-70387DC4BAF4}" dt="2021-04-20T09:24:21.014" v="633" actId="1076"/>
          <ac:spMkLst>
            <pc:docMk/>
            <pc:sldMk cId="2084196931" sldId="1140"/>
            <ac:spMk id="27680" creationId="{D7CF920A-2625-4F67-B7A7-DD69AEB8BC1A}"/>
          </ac:spMkLst>
        </pc:spChg>
        <pc:spChg chg="mod topLvl">
          <ac:chgData name="欣捷" userId="b965477fa0aef5e6" providerId="LiveId" clId="{F58CB589-EA88-41E9-89B9-70387DC4BAF4}" dt="2021-04-20T09:24:21.014" v="633" actId="1076"/>
          <ac:spMkLst>
            <pc:docMk/>
            <pc:sldMk cId="2084196931" sldId="1140"/>
            <ac:spMk id="27681" creationId="{119992FE-74B5-4607-8ECA-3B66615EC026}"/>
          </ac:spMkLst>
        </pc:spChg>
        <pc:spChg chg="mod topLvl">
          <ac:chgData name="欣捷" userId="b965477fa0aef5e6" providerId="LiveId" clId="{F58CB589-EA88-41E9-89B9-70387DC4BAF4}" dt="2021-04-20T09:24:21.014" v="633" actId="1076"/>
          <ac:spMkLst>
            <pc:docMk/>
            <pc:sldMk cId="2084196931" sldId="1140"/>
            <ac:spMk id="27682" creationId="{C3416165-52F0-4FB6-9018-59824F93E41A}"/>
          </ac:spMkLst>
        </pc:spChg>
        <pc:spChg chg="mod topLvl">
          <ac:chgData name="欣捷" userId="b965477fa0aef5e6" providerId="LiveId" clId="{F58CB589-EA88-41E9-89B9-70387DC4BAF4}" dt="2021-04-20T09:24:21.014" v="633" actId="1076"/>
          <ac:spMkLst>
            <pc:docMk/>
            <pc:sldMk cId="2084196931" sldId="1140"/>
            <ac:spMk id="27683" creationId="{17904733-901C-4F1D-A34C-5EC575BCAAD4}"/>
          </ac:spMkLst>
        </pc:spChg>
        <pc:spChg chg="mod topLvl">
          <ac:chgData name="欣捷" userId="b965477fa0aef5e6" providerId="LiveId" clId="{F58CB589-EA88-41E9-89B9-70387DC4BAF4}" dt="2021-04-20T09:24:21.014" v="633" actId="1076"/>
          <ac:spMkLst>
            <pc:docMk/>
            <pc:sldMk cId="2084196931" sldId="1140"/>
            <ac:spMk id="27684" creationId="{0B2A0D7E-12D9-49E9-8B3F-1C08759487E7}"/>
          </ac:spMkLst>
        </pc:spChg>
        <pc:spChg chg="mod topLvl">
          <ac:chgData name="欣捷" userId="b965477fa0aef5e6" providerId="LiveId" clId="{F58CB589-EA88-41E9-89B9-70387DC4BAF4}" dt="2021-04-20T09:24:21.014" v="633" actId="1076"/>
          <ac:spMkLst>
            <pc:docMk/>
            <pc:sldMk cId="2084196931" sldId="1140"/>
            <ac:spMk id="27685" creationId="{4A7B5E34-E71D-42FD-8FBE-9DEE1829A024}"/>
          </ac:spMkLst>
        </pc:spChg>
        <pc:spChg chg="mod topLvl">
          <ac:chgData name="欣捷" userId="b965477fa0aef5e6" providerId="LiveId" clId="{F58CB589-EA88-41E9-89B9-70387DC4BAF4}" dt="2021-04-20T09:24:21.014" v="633" actId="1076"/>
          <ac:spMkLst>
            <pc:docMk/>
            <pc:sldMk cId="2084196931" sldId="1140"/>
            <ac:spMk id="27686" creationId="{B908B9C5-170A-4728-838B-58D21CDC2DB6}"/>
          </ac:spMkLst>
        </pc:spChg>
        <pc:spChg chg="mod topLvl">
          <ac:chgData name="欣捷" userId="b965477fa0aef5e6" providerId="LiveId" clId="{F58CB589-EA88-41E9-89B9-70387DC4BAF4}" dt="2021-04-20T09:24:21.014" v="633" actId="1076"/>
          <ac:spMkLst>
            <pc:docMk/>
            <pc:sldMk cId="2084196931" sldId="1140"/>
            <ac:spMk id="27687" creationId="{6C8EE377-96A6-4595-A104-A574B0F04A26}"/>
          </ac:spMkLst>
        </pc:spChg>
        <pc:spChg chg="mod topLvl">
          <ac:chgData name="欣捷" userId="b965477fa0aef5e6" providerId="LiveId" clId="{F58CB589-EA88-41E9-89B9-70387DC4BAF4}" dt="2021-04-20T09:24:21.014" v="633" actId="1076"/>
          <ac:spMkLst>
            <pc:docMk/>
            <pc:sldMk cId="2084196931" sldId="1140"/>
            <ac:spMk id="27688" creationId="{CE1620D9-B7C7-47D4-BB58-6B8542693F96}"/>
          </ac:spMkLst>
        </pc:spChg>
        <pc:spChg chg="mod topLvl">
          <ac:chgData name="欣捷" userId="b965477fa0aef5e6" providerId="LiveId" clId="{F58CB589-EA88-41E9-89B9-70387DC4BAF4}" dt="2021-04-20T09:24:21.014" v="633" actId="1076"/>
          <ac:spMkLst>
            <pc:docMk/>
            <pc:sldMk cId="2084196931" sldId="1140"/>
            <ac:spMk id="27689" creationId="{0DD1B6B7-A256-4138-8207-93B50B16E724}"/>
          </ac:spMkLst>
        </pc:spChg>
        <pc:spChg chg="mod topLvl">
          <ac:chgData name="欣捷" userId="b965477fa0aef5e6" providerId="LiveId" clId="{F58CB589-EA88-41E9-89B9-70387DC4BAF4}" dt="2021-04-20T09:24:21.014" v="633" actId="1076"/>
          <ac:spMkLst>
            <pc:docMk/>
            <pc:sldMk cId="2084196931" sldId="1140"/>
            <ac:spMk id="27690" creationId="{1280F89F-9F9E-4175-95DD-A9F8C78C5701}"/>
          </ac:spMkLst>
        </pc:spChg>
        <pc:spChg chg="mod topLvl">
          <ac:chgData name="欣捷" userId="b965477fa0aef5e6" providerId="LiveId" clId="{F58CB589-EA88-41E9-89B9-70387DC4BAF4}" dt="2021-04-20T09:24:21.014" v="633" actId="1076"/>
          <ac:spMkLst>
            <pc:docMk/>
            <pc:sldMk cId="2084196931" sldId="1140"/>
            <ac:spMk id="27691" creationId="{938C8997-8198-43AC-AE51-BB9D3E3EA71E}"/>
          </ac:spMkLst>
        </pc:spChg>
        <pc:spChg chg="mod topLvl">
          <ac:chgData name="欣捷" userId="b965477fa0aef5e6" providerId="LiveId" clId="{F58CB589-EA88-41E9-89B9-70387DC4BAF4}" dt="2021-04-20T09:24:21.014" v="633" actId="1076"/>
          <ac:spMkLst>
            <pc:docMk/>
            <pc:sldMk cId="2084196931" sldId="1140"/>
            <ac:spMk id="27692" creationId="{B7A71541-79DB-474A-8363-F82AE235D923}"/>
          </ac:spMkLst>
        </pc:spChg>
        <pc:spChg chg="mod topLvl">
          <ac:chgData name="欣捷" userId="b965477fa0aef5e6" providerId="LiveId" clId="{F58CB589-EA88-41E9-89B9-70387DC4BAF4}" dt="2021-04-20T09:24:21.014" v="633" actId="1076"/>
          <ac:spMkLst>
            <pc:docMk/>
            <pc:sldMk cId="2084196931" sldId="1140"/>
            <ac:spMk id="27693" creationId="{99E21538-28DD-4E25-9F4F-46150DFEB63C}"/>
          </ac:spMkLst>
        </pc:spChg>
        <pc:spChg chg="mod topLvl">
          <ac:chgData name="欣捷" userId="b965477fa0aef5e6" providerId="LiveId" clId="{F58CB589-EA88-41E9-89B9-70387DC4BAF4}" dt="2021-04-20T09:24:21.014" v="633" actId="1076"/>
          <ac:spMkLst>
            <pc:docMk/>
            <pc:sldMk cId="2084196931" sldId="1140"/>
            <ac:spMk id="27694" creationId="{E0C41D6E-0DD0-4A5A-8DD9-D98ED5CC41D8}"/>
          </ac:spMkLst>
        </pc:spChg>
        <pc:spChg chg="mod topLvl">
          <ac:chgData name="欣捷" userId="b965477fa0aef5e6" providerId="LiveId" clId="{F58CB589-EA88-41E9-89B9-70387DC4BAF4}" dt="2021-04-20T09:24:21.014" v="633" actId="1076"/>
          <ac:spMkLst>
            <pc:docMk/>
            <pc:sldMk cId="2084196931" sldId="1140"/>
            <ac:spMk id="27695" creationId="{E30BFB60-A44D-4B71-9136-BD0B8D6E274B}"/>
          </ac:spMkLst>
        </pc:spChg>
        <pc:spChg chg="mod topLvl">
          <ac:chgData name="欣捷" userId="b965477fa0aef5e6" providerId="LiveId" clId="{F58CB589-EA88-41E9-89B9-70387DC4BAF4}" dt="2021-04-20T09:24:21.014" v="633" actId="1076"/>
          <ac:spMkLst>
            <pc:docMk/>
            <pc:sldMk cId="2084196931" sldId="1140"/>
            <ac:spMk id="27696" creationId="{7EF9AD88-2548-4A4D-8741-61F8BD2F9CCF}"/>
          </ac:spMkLst>
        </pc:spChg>
        <pc:spChg chg="add del mod topLvl">
          <ac:chgData name="欣捷" userId="b965477fa0aef5e6" providerId="LiveId" clId="{F58CB589-EA88-41E9-89B9-70387DC4BAF4}" dt="2021-04-20T08:38:43.561" v="225" actId="478"/>
          <ac:spMkLst>
            <pc:docMk/>
            <pc:sldMk cId="2084196931" sldId="1140"/>
            <ac:spMk id="27697" creationId="{6638A69E-8CE5-4B80-B1D4-9C4163132966}"/>
          </ac:spMkLst>
        </pc:spChg>
        <pc:spChg chg="mod topLvl">
          <ac:chgData name="欣捷" userId="b965477fa0aef5e6" providerId="LiveId" clId="{F58CB589-EA88-41E9-89B9-70387DC4BAF4}" dt="2021-04-20T09:24:21.014" v="633" actId="1076"/>
          <ac:spMkLst>
            <pc:docMk/>
            <pc:sldMk cId="2084196931" sldId="1140"/>
            <ac:spMk id="27698" creationId="{424D77C7-F763-4DA4-87B2-98591E5A7F6F}"/>
          </ac:spMkLst>
        </pc:spChg>
        <pc:spChg chg="mod topLvl">
          <ac:chgData name="欣捷" userId="b965477fa0aef5e6" providerId="LiveId" clId="{F58CB589-EA88-41E9-89B9-70387DC4BAF4}" dt="2021-04-20T09:24:21.014" v="633" actId="1076"/>
          <ac:spMkLst>
            <pc:docMk/>
            <pc:sldMk cId="2084196931" sldId="1140"/>
            <ac:spMk id="27699" creationId="{0FC91A88-80FD-4255-AB24-4FEE808301B1}"/>
          </ac:spMkLst>
        </pc:spChg>
        <pc:spChg chg="mod topLvl">
          <ac:chgData name="欣捷" userId="b965477fa0aef5e6" providerId="LiveId" clId="{F58CB589-EA88-41E9-89B9-70387DC4BAF4}" dt="2021-04-20T09:24:21.014" v="633" actId="1076"/>
          <ac:spMkLst>
            <pc:docMk/>
            <pc:sldMk cId="2084196931" sldId="1140"/>
            <ac:spMk id="27700" creationId="{E548A71B-C5A5-4179-9706-8449760AFFDE}"/>
          </ac:spMkLst>
        </pc:spChg>
        <pc:spChg chg="del mod topLvl">
          <ac:chgData name="欣捷" userId="b965477fa0aef5e6" providerId="LiveId" clId="{F58CB589-EA88-41E9-89B9-70387DC4BAF4}" dt="2021-04-20T08:40:11.931" v="263" actId="478"/>
          <ac:spMkLst>
            <pc:docMk/>
            <pc:sldMk cId="2084196931" sldId="1140"/>
            <ac:spMk id="27701" creationId="{429FD192-05AE-416F-8946-091B57ACF6EA}"/>
          </ac:spMkLst>
        </pc:spChg>
        <pc:spChg chg="del mod topLvl">
          <ac:chgData name="欣捷" userId="b965477fa0aef5e6" providerId="LiveId" clId="{F58CB589-EA88-41E9-89B9-70387DC4BAF4}" dt="2021-04-20T08:40:14.234" v="264" actId="478"/>
          <ac:spMkLst>
            <pc:docMk/>
            <pc:sldMk cId="2084196931" sldId="1140"/>
            <ac:spMk id="27702" creationId="{1FDD9E0E-EC49-4E72-BF89-59BE94853900}"/>
          </ac:spMkLst>
        </pc:spChg>
        <pc:spChg chg="mod topLvl">
          <ac:chgData name="欣捷" userId="b965477fa0aef5e6" providerId="LiveId" clId="{F58CB589-EA88-41E9-89B9-70387DC4BAF4}" dt="2021-04-20T09:24:21.014" v="633" actId="1076"/>
          <ac:spMkLst>
            <pc:docMk/>
            <pc:sldMk cId="2084196931" sldId="1140"/>
            <ac:spMk id="27703" creationId="{685123BF-B092-4E35-9E49-C212DCB62212}"/>
          </ac:spMkLst>
        </pc:spChg>
        <pc:spChg chg="add del mod topLvl">
          <ac:chgData name="欣捷" userId="b965477fa0aef5e6" providerId="LiveId" clId="{F58CB589-EA88-41E9-89B9-70387DC4BAF4}" dt="2021-04-20T08:38:43.561" v="225" actId="478"/>
          <ac:spMkLst>
            <pc:docMk/>
            <pc:sldMk cId="2084196931" sldId="1140"/>
            <ac:spMk id="27704" creationId="{22B8A322-DC60-4667-B803-1917C2CA2EC9}"/>
          </ac:spMkLst>
        </pc:spChg>
        <pc:spChg chg="mod topLvl">
          <ac:chgData name="欣捷" userId="b965477fa0aef5e6" providerId="LiveId" clId="{F58CB589-EA88-41E9-89B9-70387DC4BAF4}" dt="2021-04-20T09:24:21.014" v="633" actId="1076"/>
          <ac:spMkLst>
            <pc:docMk/>
            <pc:sldMk cId="2084196931" sldId="1140"/>
            <ac:spMk id="27705" creationId="{6A0EF870-A8C9-4AE8-BC6F-001320DBC983}"/>
          </ac:spMkLst>
        </pc:spChg>
        <pc:spChg chg="mod topLvl">
          <ac:chgData name="欣捷" userId="b965477fa0aef5e6" providerId="LiveId" clId="{F58CB589-EA88-41E9-89B9-70387DC4BAF4}" dt="2021-04-20T09:24:21.014" v="633" actId="1076"/>
          <ac:spMkLst>
            <pc:docMk/>
            <pc:sldMk cId="2084196931" sldId="1140"/>
            <ac:spMk id="27706" creationId="{69CB5C3F-7C51-49B6-97FF-5DF0BB104A2F}"/>
          </ac:spMkLst>
        </pc:spChg>
        <pc:spChg chg="mod topLvl">
          <ac:chgData name="欣捷" userId="b965477fa0aef5e6" providerId="LiveId" clId="{F58CB589-EA88-41E9-89B9-70387DC4BAF4}" dt="2021-04-20T09:24:21.014" v="633" actId="1076"/>
          <ac:spMkLst>
            <pc:docMk/>
            <pc:sldMk cId="2084196931" sldId="1140"/>
            <ac:spMk id="27707" creationId="{7DDCCD7A-C85C-473B-A108-910661295278}"/>
          </ac:spMkLst>
        </pc:spChg>
        <pc:spChg chg="mod topLvl">
          <ac:chgData name="欣捷" userId="b965477fa0aef5e6" providerId="LiveId" clId="{F58CB589-EA88-41E9-89B9-70387DC4BAF4}" dt="2021-04-20T09:24:21.014" v="633" actId="1076"/>
          <ac:spMkLst>
            <pc:docMk/>
            <pc:sldMk cId="2084196931" sldId="1140"/>
            <ac:spMk id="27708" creationId="{63361C24-63EA-4A09-BF1E-13025D7FB30E}"/>
          </ac:spMkLst>
        </pc:spChg>
        <pc:spChg chg="mod topLvl">
          <ac:chgData name="欣捷" userId="b965477fa0aef5e6" providerId="LiveId" clId="{F58CB589-EA88-41E9-89B9-70387DC4BAF4}" dt="2021-04-20T09:24:21.014" v="633" actId="1076"/>
          <ac:spMkLst>
            <pc:docMk/>
            <pc:sldMk cId="2084196931" sldId="1140"/>
            <ac:spMk id="27709" creationId="{1A899114-9F3D-4AEF-AE63-029FF97DA8F6}"/>
          </ac:spMkLst>
        </pc:spChg>
        <pc:spChg chg="mod topLvl">
          <ac:chgData name="欣捷" userId="b965477fa0aef5e6" providerId="LiveId" clId="{F58CB589-EA88-41E9-89B9-70387DC4BAF4}" dt="2021-04-20T09:24:21.014" v="633" actId="1076"/>
          <ac:spMkLst>
            <pc:docMk/>
            <pc:sldMk cId="2084196931" sldId="1140"/>
            <ac:spMk id="27710" creationId="{EE7625A9-A6EF-4000-8769-B95CDD8C91E0}"/>
          </ac:spMkLst>
        </pc:spChg>
        <pc:spChg chg="mod topLvl">
          <ac:chgData name="欣捷" userId="b965477fa0aef5e6" providerId="LiveId" clId="{F58CB589-EA88-41E9-89B9-70387DC4BAF4}" dt="2021-04-20T09:24:21.014" v="633" actId="1076"/>
          <ac:spMkLst>
            <pc:docMk/>
            <pc:sldMk cId="2084196931" sldId="1140"/>
            <ac:spMk id="27711" creationId="{8CBF2A64-99DF-4ABD-BE12-80AEDAC0FD81}"/>
          </ac:spMkLst>
        </pc:spChg>
        <pc:spChg chg="del mod topLvl">
          <ac:chgData name="欣捷" userId="b965477fa0aef5e6" providerId="LiveId" clId="{F58CB589-EA88-41E9-89B9-70387DC4BAF4}" dt="2021-04-20T08:34:43.183" v="163" actId="478"/>
          <ac:spMkLst>
            <pc:docMk/>
            <pc:sldMk cId="2084196931" sldId="1140"/>
            <ac:spMk id="796672" creationId="{3C615480-E8E0-4E3C-ADCE-0956BF3AA4DA}"/>
          </ac:spMkLst>
        </pc:spChg>
        <pc:spChg chg="del mod topLvl">
          <ac:chgData name="欣捷" userId="b965477fa0aef5e6" providerId="LiveId" clId="{F58CB589-EA88-41E9-89B9-70387DC4BAF4}" dt="2021-04-20T08:34:43.183" v="163" actId="478"/>
          <ac:spMkLst>
            <pc:docMk/>
            <pc:sldMk cId="2084196931" sldId="1140"/>
            <ac:spMk id="796673" creationId="{82BC8D6C-EC85-4DC9-90A5-7DFD8C5DFA58}"/>
          </ac:spMkLst>
        </pc:spChg>
        <pc:spChg chg="del mod topLvl">
          <ac:chgData name="欣捷" userId="b965477fa0aef5e6" providerId="LiveId" clId="{F58CB589-EA88-41E9-89B9-70387DC4BAF4}" dt="2021-04-20T08:34:43.183" v="163" actId="478"/>
          <ac:spMkLst>
            <pc:docMk/>
            <pc:sldMk cId="2084196931" sldId="1140"/>
            <ac:spMk id="796674" creationId="{D1B79503-F9D6-4CB0-9A35-AD0A8C8B18C3}"/>
          </ac:spMkLst>
        </pc:spChg>
        <pc:spChg chg="del mod topLvl">
          <ac:chgData name="欣捷" userId="b965477fa0aef5e6" providerId="LiveId" clId="{F58CB589-EA88-41E9-89B9-70387DC4BAF4}" dt="2021-04-20T08:34:43.183" v="163" actId="478"/>
          <ac:spMkLst>
            <pc:docMk/>
            <pc:sldMk cId="2084196931" sldId="1140"/>
            <ac:spMk id="796675" creationId="{20B1DB67-4F76-4A0F-A94A-E15D0E8FD145}"/>
          </ac:spMkLst>
        </pc:spChg>
        <pc:spChg chg="del mod topLvl">
          <ac:chgData name="欣捷" userId="b965477fa0aef5e6" providerId="LiveId" clId="{F58CB589-EA88-41E9-89B9-70387DC4BAF4}" dt="2021-04-20T08:34:43.183" v="163" actId="478"/>
          <ac:spMkLst>
            <pc:docMk/>
            <pc:sldMk cId="2084196931" sldId="1140"/>
            <ac:spMk id="796677" creationId="{07E6083A-0A7E-48BA-8AB7-40BCA2D6415F}"/>
          </ac:spMkLst>
        </pc:spChg>
        <pc:spChg chg="del mod topLvl">
          <ac:chgData name="欣捷" userId="b965477fa0aef5e6" providerId="LiveId" clId="{F58CB589-EA88-41E9-89B9-70387DC4BAF4}" dt="2021-04-20T08:34:43.183" v="163" actId="478"/>
          <ac:spMkLst>
            <pc:docMk/>
            <pc:sldMk cId="2084196931" sldId="1140"/>
            <ac:spMk id="796678" creationId="{AAC94C53-56DD-4AE7-BD77-367D8A3F3DF5}"/>
          </ac:spMkLst>
        </pc:spChg>
        <pc:spChg chg="del mod topLvl">
          <ac:chgData name="欣捷" userId="b965477fa0aef5e6" providerId="LiveId" clId="{F58CB589-EA88-41E9-89B9-70387DC4BAF4}" dt="2021-04-20T08:34:43.183" v="163" actId="478"/>
          <ac:spMkLst>
            <pc:docMk/>
            <pc:sldMk cId="2084196931" sldId="1140"/>
            <ac:spMk id="796679" creationId="{1485FE1A-AD8A-4B33-AADA-3A2F34FA3B8D}"/>
          </ac:spMkLst>
        </pc:spChg>
        <pc:spChg chg="del mod topLvl">
          <ac:chgData name="欣捷" userId="b965477fa0aef5e6" providerId="LiveId" clId="{F58CB589-EA88-41E9-89B9-70387DC4BAF4}" dt="2021-04-20T08:34:43.183" v="163" actId="478"/>
          <ac:spMkLst>
            <pc:docMk/>
            <pc:sldMk cId="2084196931" sldId="1140"/>
            <ac:spMk id="796680" creationId="{F34A539B-533F-44EA-87CA-123D97EF5A5C}"/>
          </ac:spMkLst>
        </pc:spChg>
        <pc:spChg chg="del mod topLvl">
          <ac:chgData name="欣捷" userId="b965477fa0aef5e6" providerId="LiveId" clId="{F58CB589-EA88-41E9-89B9-70387DC4BAF4}" dt="2021-04-20T08:34:43.183" v="163" actId="478"/>
          <ac:spMkLst>
            <pc:docMk/>
            <pc:sldMk cId="2084196931" sldId="1140"/>
            <ac:spMk id="796681" creationId="{01A673C3-0A3B-4205-98EE-088E656AD0EF}"/>
          </ac:spMkLst>
        </pc:spChg>
        <pc:spChg chg="del mod topLvl">
          <ac:chgData name="欣捷" userId="b965477fa0aef5e6" providerId="LiveId" clId="{F58CB589-EA88-41E9-89B9-70387DC4BAF4}" dt="2021-04-20T08:34:43.183" v="163" actId="478"/>
          <ac:spMkLst>
            <pc:docMk/>
            <pc:sldMk cId="2084196931" sldId="1140"/>
            <ac:spMk id="796682" creationId="{6E9AD4D9-B998-436D-AF8D-7C9D7406D975}"/>
          </ac:spMkLst>
        </pc:spChg>
        <pc:spChg chg="del mod topLvl">
          <ac:chgData name="欣捷" userId="b965477fa0aef5e6" providerId="LiveId" clId="{F58CB589-EA88-41E9-89B9-70387DC4BAF4}" dt="2021-04-20T08:34:43.183" v="163" actId="478"/>
          <ac:spMkLst>
            <pc:docMk/>
            <pc:sldMk cId="2084196931" sldId="1140"/>
            <ac:spMk id="796683" creationId="{1281A13F-432C-4858-ABEE-F70DF594664A}"/>
          </ac:spMkLst>
        </pc:spChg>
        <pc:spChg chg="del mod topLvl">
          <ac:chgData name="欣捷" userId="b965477fa0aef5e6" providerId="LiveId" clId="{F58CB589-EA88-41E9-89B9-70387DC4BAF4}" dt="2021-04-20T08:34:43.183" v="163" actId="478"/>
          <ac:spMkLst>
            <pc:docMk/>
            <pc:sldMk cId="2084196931" sldId="1140"/>
            <ac:spMk id="796684" creationId="{1ABEBD1A-A672-4997-B3B5-AC2A6C4FCF8E}"/>
          </ac:spMkLst>
        </pc:spChg>
        <pc:spChg chg="del mod topLvl">
          <ac:chgData name="欣捷" userId="b965477fa0aef5e6" providerId="LiveId" clId="{F58CB589-EA88-41E9-89B9-70387DC4BAF4}" dt="2021-04-20T08:34:43.183" v="163" actId="478"/>
          <ac:spMkLst>
            <pc:docMk/>
            <pc:sldMk cId="2084196931" sldId="1140"/>
            <ac:spMk id="796685" creationId="{1793C9CD-BDC3-438C-BA58-1488A4E08D9C}"/>
          </ac:spMkLst>
        </pc:spChg>
        <pc:spChg chg="del mod topLvl">
          <ac:chgData name="欣捷" userId="b965477fa0aef5e6" providerId="LiveId" clId="{F58CB589-EA88-41E9-89B9-70387DC4BAF4}" dt="2021-04-20T08:34:43.183" v="163" actId="478"/>
          <ac:spMkLst>
            <pc:docMk/>
            <pc:sldMk cId="2084196931" sldId="1140"/>
            <ac:spMk id="796686" creationId="{36F24F60-912E-4401-B307-25171F5E899C}"/>
          </ac:spMkLst>
        </pc:spChg>
        <pc:spChg chg="del mod topLvl">
          <ac:chgData name="欣捷" userId="b965477fa0aef5e6" providerId="LiveId" clId="{F58CB589-EA88-41E9-89B9-70387DC4BAF4}" dt="2021-04-20T08:34:43.183" v="163" actId="478"/>
          <ac:spMkLst>
            <pc:docMk/>
            <pc:sldMk cId="2084196931" sldId="1140"/>
            <ac:spMk id="796687" creationId="{3ED2B60E-DBF0-4E27-82D3-1882C896B70E}"/>
          </ac:spMkLst>
        </pc:spChg>
        <pc:spChg chg="del mod topLvl">
          <ac:chgData name="欣捷" userId="b965477fa0aef5e6" providerId="LiveId" clId="{F58CB589-EA88-41E9-89B9-70387DC4BAF4}" dt="2021-04-20T08:34:43.183" v="163" actId="478"/>
          <ac:spMkLst>
            <pc:docMk/>
            <pc:sldMk cId="2084196931" sldId="1140"/>
            <ac:spMk id="796688" creationId="{E7FE7D76-31EE-4DDD-8CFB-0144EA0961DA}"/>
          </ac:spMkLst>
        </pc:spChg>
        <pc:spChg chg="del mod topLvl">
          <ac:chgData name="欣捷" userId="b965477fa0aef5e6" providerId="LiveId" clId="{F58CB589-EA88-41E9-89B9-70387DC4BAF4}" dt="2021-04-20T08:34:43.183" v="163" actId="478"/>
          <ac:spMkLst>
            <pc:docMk/>
            <pc:sldMk cId="2084196931" sldId="1140"/>
            <ac:spMk id="796689" creationId="{89EE6942-2050-48AA-8BD5-4121F65CD7AD}"/>
          </ac:spMkLst>
        </pc:spChg>
        <pc:spChg chg="del mod topLvl">
          <ac:chgData name="欣捷" userId="b965477fa0aef5e6" providerId="LiveId" clId="{F58CB589-EA88-41E9-89B9-70387DC4BAF4}" dt="2021-04-20T08:34:43.183" v="163" actId="478"/>
          <ac:spMkLst>
            <pc:docMk/>
            <pc:sldMk cId="2084196931" sldId="1140"/>
            <ac:spMk id="796690" creationId="{BEE3FD69-ADD4-47BC-8F5E-7173E9041003}"/>
          </ac:spMkLst>
        </pc:spChg>
        <pc:spChg chg="del mod topLvl">
          <ac:chgData name="欣捷" userId="b965477fa0aef5e6" providerId="LiveId" clId="{F58CB589-EA88-41E9-89B9-70387DC4BAF4}" dt="2021-04-20T08:34:43.183" v="163" actId="478"/>
          <ac:spMkLst>
            <pc:docMk/>
            <pc:sldMk cId="2084196931" sldId="1140"/>
            <ac:spMk id="796691" creationId="{04651A8B-AB6E-4638-A2F5-F4E3ACC07C66}"/>
          </ac:spMkLst>
        </pc:spChg>
        <pc:spChg chg="mod">
          <ac:chgData name="欣捷" userId="b965477fa0aef5e6" providerId="LiveId" clId="{F58CB589-EA88-41E9-89B9-70387DC4BAF4}" dt="2021-04-20T08:34:23.220" v="157" actId="27803"/>
          <ac:spMkLst>
            <pc:docMk/>
            <pc:sldMk cId="2084196931" sldId="1140"/>
            <ac:spMk id="796694" creationId="{6A3F93EC-A487-4DD4-BFCA-597C16D3D8D5}"/>
          </ac:spMkLst>
        </pc:spChg>
        <pc:spChg chg="mod">
          <ac:chgData name="欣捷" userId="b965477fa0aef5e6" providerId="LiveId" clId="{F58CB589-EA88-41E9-89B9-70387DC4BAF4}" dt="2021-04-20T08:34:23.220" v="157" actId="27803"/>
          <ac:spMkLst>
            <pc:docMk/>
            <pc:sldMk cId="2084196931" sldId="1140"/>
            <ac:spMk id="796695" creationId="{1C5422F0-20AD-4733-9A4B-CF34A4D676A4}"/>
          </ac:spMkLst>
        </pc:spChg>
        <pc:spChg chg="mod">
          <ac:chgData name="欣捷" userId="b965477fa0aef5e6" providerId="LiveId" clId="{F58CB589-EA88-41E9-89B9-70387DC4BAF4}" dt="2021-04-20T08:34:23.220" v="157" actId="27803"/>
          <ac:spMkLst>
            <pc:docMk/>
            <pc:sldMk cId="2084196931" sldId="1140"/>
            <ac:spMk id="796696" creationId="{BCB76E87-BB51-4332-BB1D-A34B213DFD8B}"/>
          </ac:spMkLst>
        </pc:spChg>
        <pc:spChg chg="mod">
          <ac:chgData name="欣捷" userId="b965477fa0aef5e6" providerId="LiveId" clId="{F58CB589-EA88-41E9-89B9-70387DC4BAF4}" dt="2021-04-20T08:34:23.220" v="157" actId="27803"/>
          <ac:spMkLst>
            <pc:docMk/>
            <pc:sldMk cId="2084196931" sldId="1140"/>
            <ac:spMk id="796697" creationId="{888109B5-BBC3-4C3C-8FAB-055BBA6EECE7}"/>
          </ac:spMkLst>
        </pc:spChg>
        <pc:spChg chg="mod">
          <ac:chgData name="欣捷" userId="b965477fa0aef5e6" providerId="LiveId" clId="{F58CB589-EA88-41E9-89B9-70387DC4BAF4}" dt="2021-04-20T08:34:23.220" v="157" actId="27803"/>
          <ac:spMkLst>
            <pc:docMk/>
            <pc:sldMk cId="2084196931" sldId="1140"/>
            <ac:spMk id="796698" creationId="{1E604884-7CF3-4A46-8BAF-4CF508A4552A}"/>
          </ac:spMkLst>
        </pc:spChg>
        <pc:spChg chg="mod">
          <ac:chgData name="欣捷" userId="b965477fa0aef5e6" providerId="LiveId" clId="{F58CB589-EA88-41E9-89B9-70387DC4BAF4}" dt="2021-04-20T08:34:23.220" v="157" actId="27803"/>
          <ac:spMkLst>
            <pc:docMk/>
            <pc:sldMk cId="2084196931" sldId="1140"/>
            <ac:spMk id="796699" creationId="{71AE3061-3737-4542-A012-ABA6F4BFCBF9}"/>
          </ac:spMkLst>
        </pc:spChg>
        <pc:spChg chg="mod">
          <ac:chgData name="欣捷" userId="b965477fa0aef5e6" providerId="LiveId" clId="{F58CB589-EA88-41E9-89B9-70387DC4BAF4}" dt="2021-04-20T08:34:23.220" v="157" actId="27803"/>
          <ac:spMkLst>
            <pc:docMk/>
            <pc:sldMk cId="2084196931" sldId="1140"/>
            <ac:spMk id="796700" creationId="{B6A0A71C-0E33-4322-BA3B-3082F4DA4950}"/>
          </ac:spMkLst>
        </pc:spChg>
        <pc:spChg chg="mod">
          <ac:chgData name="欣捷" userId="b965477fa0aef5e6" providerId="LiveId" clId="{F58CB589-EA88-41E9-89B9-70387DC4BAF4}" dt="2021-04-20T08:34:23.220" v="157" actId="27803"/>
          <ac:spMkLst>
            <pc:docMk/>
            <pc:sldMk cId="2084196931" sldId="1140"/>
            <ac:spMk id="796701" creationId="{82084C78-4B7A-418B-BD92-539ECC1B7E77}"/>
          </ac:spMkLst>
        </pc:spChg>
        <pc:spChg chg="mod">
          <ac:chgData name="欣捷" userId="b965477fa0aef5e6" providerId="LiveId" clId="{F58CB589-EA88-41E9-89B9-70387DC4BAF4}" dt="2021-04-20T08:34:23.220" v="157" actId="27803"/>
          <ac:spMkLst>
            <pc:docMk/>
            <pc:sldMk cId="2084196931" sldId="1140"/>
            <ac:spMk id="796702" creationId="{184AF1B4-F5DB-4CCF-A065-75FCF6ED53FC}"/>
          </ac:spMkLst>
        </pc:spChg>
        <pc:spChg chg="mod">
          <ac:chgData name="欣捷" userId="b965477fa0aef5e6" providerId="LiveId" clId="{F58CB589-EA88-41E9-89B9-70387DC4BAF4}" dt="2021-04-20T08:34:23.220" v="157" actId="27803"/>
          <ac:spMkLst>
            <pc:docMk/>
            <pc:sldMk cId="2084196931" sldId="1140"/>
            <ac:spMk id="796703" creationId="{00C7C8B5-E937-4C82-808D-86D0F0425C6F}"/>
          </ac:spMkLst>
        </pc:spChg>
        <pc:spChg chg="mod">
          <ac:chgData name="欣捷" userId="b965477fa0aef5e6" providerId="LiveId" clId="{F58CB589-EA88-41E9-89B9-70387DC4BAF4}" dt="2021-04-20T08:34:23.220" v="157" actId="27803"/>
          <ac:spMkLst>
            <pc:docMk/>
            <pc:sldMk cId="2084196931" sldId="1140"/>
            <ac:spMk id="796704" creationId="{628747B7-78BD-4105-9023-28C1B9367508}"/>
          </ac:spMkLst>
        </pc:spChg>
        <pc:spChg chg="mod">
          <ac:chgData name="欣捷" userId="b965477fa0aef5e6" providerId="LiveId" clId="{F58CB589-EA88-41E9-89B9-70387DC4BAF4}" dt="2021-04-20T08:34:23.220" v="157" actId="27803"/>
          <ac:spMkLst>
            <pc:docMk/>
            <pc:sldMk cId="2084196931" sldId="1140"/>
            <ac:spMk id="796705" creationId="{2A072FC6-C69D-4BBC-A3E4-C98079610DC0}"/>
          </ac:spMkLst>
        </pc:spChg>
        <pc:spChg chg="mod">
          <ac:chgData name="欣捷" userId="b965477fa0aef5e6" providerId="LiveId" clId="{F58CB589-EA88-41E9-89B9-70387DC4BAF4}" dt="2021-04-20T08:34:23.220" v="157" actId="27803"/>
          <ac:spMkLst>
            <pc:docMk/>
            <pc:sldMk cId="2084196931" sldId="1140"/>
            <ac:spMk id="796706" creationId="{AFC33C4D-B7FA-4DDD-96EF-FEE07B447A46}"/>
          </ac:spMkLst>
        </pc:spChg>
        <pc:spChg chg="mod">
          <ac:chgData name="欣捷" userId="b965477fa0aef5e6" providerId="LiveId" clId="{F58CB589-EA88-41E9-89B9-70387DC4BAF4}" dt="2021-04-20T08:34:23.220" v="157" actId="27803"/>
          <ac:spMkLst>
            <pc:docMk/>
            <pc:sldMk cId="2084196931" sldId="1140"/>
            <ac:spMk id="796707" creationId="{E92749C0-E05E-48F6-A1DC-53601CA48B7C}"/>
          </ac:spMkLst>
        </pc:spChg>
        <pc:spChg chg="mod">
          <ac:chgData name="欣捷" userId="b965477fa0aef5e6" providerId="LiveId" clId="{F58CB589-EA88-41E9-89B9-70387DC4BAF4}" dt="2021-04-20T08:34:23.220" v="157" actId="27803"/>
          <ac:spMkLst>
            <pc:docMk/>
            <pc:sldMk cId="2084196931" sldId="1140"/>
            <ac:spMk id="796708" creationId="{1CD19E41-FF29-4EFF-BA26-F012F7F3A7FC}"/>
          </ac:spMkLst>
        </pc:spChg>
        <pc:spChg chg="mod">
          <ac:chgData name="欣捷" userId="b965477fa0aef5e6" providerId="LiveId" clId="{F58CB589-EA88-41E9-89B9-70387DC4BAF4}" dt="2021-04-20T08:34:23.220" v="157" actId="27803"/>
          <ac:spMkLst>
            <pc:docMk/>
            <pc:sldMk cId="2084196931" sldId="1140"/>
            <ac:spMk id="796709" creationId="{363ECB4F-A3D5-4A41-A591-B0949A0D857B}"/>
          </ac:spMkLst>
        </pc:spChg>
        <pc:spChg chg="mod">
          <ac:chgData name="欣捷" userId="b965477fa0aef5e6" providerId="LiveId" clId="{F58CB589-EA88-41E9-89B9-70387DC4BAF4}" dt="2021-04-20T08:34:23.220" v="157" actId="27803"/>
          <ac:spMkLst>
            <pc:docMk/>
            <pc:sldMk cId="2084196931" sldId="1140"/>
            <ac:spMk id="796710" creationId="{907B9D84-AA73-4E13-88C8-5D5B45BEAB0C}"/>
          </ac:spMkLst>
        </pc:spChg>
        <pc:spChg chg="mod">
          <ac:chgData name="欣捷" userId="b965477fa0aef5e6" providerId="LiveId" clId="{F58CB589-EA88-41E9-89B9-70387DC4BAF4}" dt="2021-04-20T08:34:23.220" v="157" actId="27803"/>
          <ac:spMkLst>
            <pc:docMk/>
            <pc:sldMk cId="2084196931" sldId="1140"/>
            <ac:spMk id="796711" creationId="{334E52B2-35BD-4FA0-9C4A-3D3891B02024}"/>
          </ac:spMkLst>
        </pc:spChg>
        <pc:spChg chg="mod">
          <ac:chgData name="欣捷" userId="b965477fa0aef5e6" providerId="LiveId" clId="{F58CB589-EA88-41E9-89B9-70387DC4BAF4}" dt="2021-04-20T08:34:23.220" v="157" actId="27803"/>
          <ac:spMkLst>
            <pc:docMk/>
            <pc:sldMk cId="2084196931" sldId="1140"/>
            <ac:spMk id="796712" creationId="{BD8261D2-AFF2-412A-A294-777F466755C6}"/>
          </ac:spMkLst>
        </pc:spChg>
        <pc:spChg chg="mod">
          <ac:chgData name="欣捷" userId="b965477fa0aef5e6" providerId="LiveId" clId="{F58CB589-EA88-41E9-89B9-70387DC4BAF4}" dt="2021-04-20T08:34:23.220" v="157" actId="27803"/>
          <ac:spMkLst>
            <pc:docMk/>
            <pc:sldMk cId="2084196931" sldId="1140"/>
            <ac:spMk id="796713" creationId="{2F5D3E1A-B7A9-48CC-9753-FF4F84527FC4}"/>
          </ac:spMkLst>
        </pc:spChg>
        <pc:spChg chg="mod">
          <ac:chgData name="欣捷" userId="b965477fa0aef5e6" providerId="LiveId" clId="{F58CB589-EA88-41E9-89B9-70387DC4BAF4}" dt="2021-04-20T08:34:23.220" v="157" actId="27803"/>
          <ac:spMkLst>
            <pc:docMk/>
            <pc:sldMk cId="2084196931" sldId="1140"/>
            <ac:spMk id="796714" creationId="{CA8DFB38-80D5-4057-88C7-30838CDF7EB2}"/>
          </ac:spMkLst>
        </pc:spChg>
        <pc:spChg chg="mod">
          <ac:chgData name="欣捷" userId="b965477fa0aef5e6" providerId="LiveId" clId="{F58CB589-EA88-41E9-89B9-70387DC4BAF4}" dt="2021-04-20T08:34:23.220" v="157" actId="27803"/>
          <ac:spMkLst>
            <pc:docMk/>
            <pc:sldMk cId="2084196931" sldId="1140"/>
            <ac:spMk id="796715" creationId="{B9ED31BF-33E7-48FB-BA31-B417421ACFCB}"/>
          </ac:spMkLst>
        </pc:spChg>
        <pc:spChg chg="mod">
          <ac:chgData name="欣捷" userId="b965477fa0aef5e6" providerId="LiveId" clId="{F58CB589-EA88-41E9-89B9-70387DC4BAF4}" dt="2021-04-20T08:34:23.220" v="157" actId="27803"/>
          <ac:spMkLst>
            <pc:docMk/>
            <pc:sldMk cId="2084196931" sldId="1140"/>
            <ac:spMk id="796716" creationId="{C4CD47C2-183C-4119-B48F-E5481488D200}"/>
          </ac:spMkLst>
        </pc:spChg>
        <pc:spChg chg="mod">
          <ac:chgData name="欣捷" userId="b965477fa0aef5e6" providerId="LiveId" clId="{F58CB589-EA88-41E9-89B9-70387DC4BAF4}" dt="2021-04-20T08:34:23.220" v="157" actId="27803"/>
          <ac:spMkLst>
            <pc:docMk/>
            <pc:sldMk cId="2084196931" sldId="1140"/>
            <ac:spMk id="796717" creationId="{55D53407-4674-41DD-903B-4E7E4557BCAD}"/>
          </ac:spMkLst>
        </pc:spChg>
        <pc:spChg chg="mod">
          <ac:chgData name="欣捷" userId="b965477fa0aef5e6" providerId="LiveId" clId="{F58CB589-EA88-41E9-89B9-70387DC4BAF4}" dt="2021-04-20T08:34:23.220" v="157" actId="27803"/>
          <ac:spMkLst>
            <pc:docMk/>
            <pc:sldMk cId="2084196931" sldId="1140"/>
            <ac:spMk id="796718" creationId="{DED46C1B-23DA-4D1A-81EC-1B121586C6DC}"/>
          </ac:spMkLst>
        </pc:spChg>
        <pc:spChg chg="mod">
          <ac:chgData name="欣捷" userId="b965477fa0aef5e6" providerId="LiveId" clId="{F58CB589-EA88-41E9-89B9-70387DC4BAF4}" dt="2021-04-20T08:34:23.220" v="157" actId="27803"/>
          <ac:spMkLst>
            <pc:docMk/>
            <pc:sldMk cId="2084196931" sldId="1140"/>
            <ac:spMk id="796719" creationId="{913565FA-0A90-43CC-B142-08320B2D3665}"/>
          </ac:spMkLst>
        </pc:spChg>
        <pc:spChg chg="mod">
          <ac:chgData name="欣捷" userId="b965477fa0aef5e6" providerId="LiveId" clId="{F58CB589-EA88-41E9-89B9-70387DC4BAF4}" dt="2021-04-20T08:34:23.220" v="157" actId="27803"/>
          <ac:spMkLst>
            <pc:docMk/>
            <pc:sldMk cId="2084196931" sldId="1140"/>
            <ac:spMk id="796720" creationId="{6DC0DCFF-074E-4556-96E1-5802F39DCEBD}"/>
          </ac:spMkLst>
        </pc:spChg>
        <pc:spChg chg="mod">
          <ac:chgData name="欣捷" userId="b965477fa0aef5e6" providerId="LiveId" clId="{F58CB589-EA88-41E9-89B9-70387DC4BAF4}" dt="2021-04-20T08:34:23.220" v="157" actId="27803"/>
          <ac:spMkLst>
            <pc:docMk/>
            <pc:sldMk cId="2084196931" sldId="1140"/>
            <ac:spMk id="796721" creationId="{02CA37EC-844B-4FBD-A9A9-663C01928D61}"/>
          </ac:spMkLst>
        </pc:spChg>
        <pc:spChg chg="mod">
          <ac:chgData name="欣捷" userId="b965477fa0aef5e6" providerId="LiveId" clId="{F58CB589-EA88-41E9-89B9-70387DC4BAF4}" dt="2021-04-20T08:34:23.220" v="157" actId="27803"/>
          <ac:spMkLst>
            <pc:docMk/>
            <pc:sldMk cId="2084196931" sldId="1140"/>
            <ac:spMk id="796722" creationId="{BD5EB224-17F3-4075-BAE5-FFD7127B75BC}"/>
          </ac:spMkLst>
        </pc:spChg>
        <pc:spChg chg="mod">
          <ac:chgData name="欣捷" userId="b965477fa0aef5e6" providerId="LiveId" clId="{F58CB589-EA88-41E9-89B9-70387DC4BAF4}" dt="2021-04-20T08:34:23.220" v="157" actId="27803"/>
          <ac:spMkLst>
            <pc:docMk/>
            <pc:sldMk cId="2084196931" sldId="1140"/>
            <ac:spMk id="796723" creationId="{E76E93AD-110D-4333-BFA5-EFE0D7E20B95}"/>
          </ac:spMkLst>
        </pc:spChg>
        <pc:spChg chg="mod">
          <ac:chgData name="欣捷" userId="b965477fa0aef5e6" providerId="LiveId" clId="{F58CB589-EA88-41E9-89B9-70387DC4BAF4}" dt="2021-04-20T08:34:23.220" v="157" actId="27803"/>
          <ac:spMkLst>
            <pc:docMk/>
            <pc:sldMk cId="2084196931" sldId="1140"/>
            <ac:spMk id="796724" creationId="{FC067A0F-5D32-4975-91F4-43038763AE45}"/>
          </ac:spMkLst>
        </pc:spChg>
        <pc:spChg chg="mod">
          <ac:chgData name="欣捷" userId="b965477fa0aef5e6" providerId="LiveId" clId="{F58CB589-EA88-41E9-89B9-70387DC4BAF4}" dt="2021-04-20T08:34:23.220" v="157" actId="27803"/>
          <ac:spMkLst>
            <pc:docMk/>
            <pc:sldMk cId="2084196931" sldId="1140"/>
            <ac:spMk id="796725" creationId="{71EE9FDC-7AE1-4E56-91C8-DE87BF9C376C}"/>
          </ac:spMkLst>
        </pc:spChg>
        <pc:spChg chg="mod">
          <ac:chgData name="欣捷" userId="b965477fa0aef5e6" providerId="LiveId" clId="{F58CB589-EA88-41E9-89B9-70387DC4BAF4}" dt="2021-04-20T08:34:23.220" v="157" actId="27803"/>
          <ac:spMkLst>
            <pc:docMk/>
            <pc:sldMk cId="2084196931" sldId="1140"/>
            <ac:spMk id="796726" creationId="{C1E05D32-A794-47C3-8824-C570D3C3069E}"/>
          </ac:spMkLst>
        </pc:spChg>
        <pc:spChg chg="mod">
          <ac:chgData name="欣捷" userId="b965477fa0aef5e6" providerId="LiveId" clId="{F58CB589-EA88-41E9-89B9-70387DC4BAF4}" dt="2021-04-20T08:34:23.220" v="157" actId="27803"/>
          <ac:spMkLst>
            <pc:docMk/>
            <pc:sldMk cId="2084196931" sldId="1140"/>
            <ac:spMk id="796727" creationId="{0F0FB431-96B9-48C7-BBF6-335C4C37805E}"/>
          </ac:spMkLst>
        </pc:spChg>
        <pc:spChg chg="mod">
          <ac:chgData name="欣捷" userId="b965477fa0aef5e6" providerId="LiveId" clId="{F58CB589-EA88-41E9-89B9-70387DC4BAF4}" dt="2021-04-20T08:34:23.220" v="157" actId="27803"/>
          <ac:spMkLst>
            <pc:docMk/>
            <pc:sldMk cId="2084196931" sldId="1140"/>
            <ac:spMk id="796728" creationId="{43EEAB5B-7568-42D9-996D-3EECE931CD47}"/>
          </ac:spMkLst>
        </pc:spChg>
        <pc:spChg chg="mod">
          <ac:chgData name="欣捷" userId="b965477fa0aef5e6" providerId="LiveId" clId="{F58CB589-EA88-41E9-89B9-70387DC4BAF4}" dt="2021-04-20T08:34:23.220" v="157" actId="27803"/>
          <ac:spMkLst>
            <pc:docMk/>
            <pc:sldMk cId="2084196931" sldId="1140"/>
            <ac:spMk id="796729" creationId="{A24D7442-D8C9-459D-AA6C-04D0B5365503}"/>
          </ac:spMkLst>
        </pc:spChg>
        <pc:spChg chg="mod">
          <ac:chgData name="欣捷" userId="b965477fa0aef5e6" providerId="LiveId" clId="{F58CB589-EA88-41E9-89B9-70387DC4BAF4}" dt="2021-04-20T08:34:23.220" v="157" actId="27803"/>
          <ac:spMkLst>
            <pc:docMk/>
            <pc:sldMk cId="2084196931" sldId="1140"/>
            <ac:spMk id="796730" creationId="{4D85336E-DAEF-4F9B-A700-A4DE7DF7BCBB}"/>
          </ac:spMkLst>
        </pc:spChg>
        <pc:spChg chg="mod">
          <ac:chgData name="欣捷" userId="b965477fa0aef5e6" providerId="LiveId" clId="{F58CB589-EA88-41E9-89B9-70387DC4BAF4}" dt="2021-04-20T08:34:23.220" v="157" actId="27803"/>
          <ac:spMkLst>
            <pc:docMk/>
            <pc:sldMk cId="2084196931" sldId="1140"/>
            <ac:spMk id="796731" creationId="{FD4749F3-4968-42CE-9E0A-8F6D840E83CE}"/>
          </ac:spMkLst>
        </pc:spChg>
        <pc:spChg chg="mod">
          <ac:chgData name="欣捷" userId="b965477fa0aef5e6" providerId="LiveId" clId="{F58CB589-EA88-41E9-89B9-70387DC4BAF4}" dt="2021-04-20T08:34:23.220" v="157" actId="27803"/>
          <ac:spMkLst>
            <pc:docMk/>
            <pc:sldMk cId="2084196931" sldId="1140"/>
            <ac:spMk id="796732" creationId="{AA430231-FE4E-4BC3-A09D-C098801674D3}"/>
          </ac:spMkLst>
        </pc:spChg>
        <pc:spChg chg="mod">
          <ac:chgData name="欣捷" userId="b965477fa0aef5e6" providerId="LiveId" clId="{F58CB589-EA88-41E9-89B9-70387DC4BAF4}" dt="2021-04-20T08:34:23.220" v="157" actId="27803"/>
          <ac:spMkLst>
            <pc:docMk/>
            <pc:sldMk cId="2084196931" sldId="1140"/>
            <ac:spMk id="796733" creationId="{562D4640-542E-44CD-BCF4-6CB636B3B918}"/>
          </ac:spMkLst>
        </pc:spChg>
        <pc:spChg chg="mod">
          <ac:chgData name="欣捷" userId="b965477fa0aef5e6" providerId="LiveId" clId="{F58CB589-EA88-41E9-89B9-70387DC4BAF4}" dt="2021-04-20T08:34:23.220" v="157" actId="27803"/>
          <ac:spMkLst>
            <pc:docMk/>
            <pc:sldMk cId="2084196931" sldId="1140"/>
            <ac:spMk id="796734" creationId="{E327D9F8-ACF6-48BA-BD1E-BD415EB674E4}"/>
          </ac:spMkLst>
        </pc:spChg>
        <pc:spChg chg="mod">
          <ac:chgData name="欣捷" userId="b965477fa0aef5e6" providerId="LiveId" clId="{F58CB589-EA88-41E9-89B9-70387DC4BAF4}" dt="2021-04-20T08:34:23.220" v="157" actId="27803"/>
          <ac:spMkLst>
            <pc:docMk/>
            <pc:sldMk cId="2084196931" sldId="1140"/>
            <ac:spMk id="796735" creationId="{215C24B6-4F73-4F5D-AD9B-163E92E2845A}"/>
          </ac:spMkLst>
        </pc:spChg>
        <pc:grpChg chg="mod">
          <ac:chgData name="欣捷" userId="b965477fa0aef5e6" providerId="LiveId" clId="{F58CB589-EA88-41E9-89B9-70387DC4BAF4}" dt="2021-04-20T08:37:39.193" v="187" actId="338"/>
          <ac:grpSpMkLst>
            <pc:docMk/>
            <pc:sldMk cId="2084196931" sldId="1140"/>
            <ac:grpSpMk id="1" creationId="{00000000-0000-0000-0000-000000000000}"/>
          </ac:grpSpMkLst>
        </pc:grpChg>
        <pc:grpChg chg="del mod">
          <ac:chgData name="欣捷" userId="b965477fa0aef5e6" providerId="LiveId" clId="{F58CB589-EA88-41E9-89B9-70387DC4BAF4}" dt="2021-04-20T08:33:07.901" v="153" actId="165"/>
          <ac:grpSpMkLst>
            <pc:docMk/>
            <pc:sldMk cId="2084196931" sldId="1140"/>
            <ac:grpSpMk id="16" creationId="{0AA0B6C1-5784-4A3B-913E-A5D43E5C7F0D}"/>
          </ac:grpSpMkLst>
        </pc:grpChg>
        <pc:grpChg chg="add mod">
          <ac:chgData name="欣捷" userId="b965477fa0aef5e6" providerId="LiveId" clId="{F58CB589-EA88-41E9-89B9-70387DC4BAF4}" dt="2021-04-20T09:19:00.211" v="588" actId="164"/>
          <ac:grpSpMkLst>
            <pc:docMk/>
            <pc:sldMk cId="2084196931" sldId="1140"/>
            <ac:grpSpMk id="158" creationId="{4F2A07DC-3070-4A73-A680-EF00BA215452}"/>
          </ac:grpSpMkLst>
        </pc:grpChg>
        <pc:grpChg chg="add mod">
          <ac:chgData name="欣捷" userId="b965477fa0aef5e6" providerId="LiveId" clId="{F58CB589-EA88-41E9-89B9-70387DC4BAF4}" dt="2021-04-20T09:24:21.014" v="633" actId="1076"/>
          <ac:grpSpMkLst>
            <pc:docMk/>
            <pc:sldMk cId="2084196931" sldId="1140"/>
            <ac:grpSpMk id="159" creationId="{302500A7-CABA-4A3B-B293-8FB35E959879}"/>
          </ac:grpSpMkLst>
        </pc:grpChg>
        <pc:grpChg chg="add del mod">
          <ac:chgData name="欣捷" userId="b965477fa0aef5e6" providerId="LiveId" clId="{F58CB589-EA88-41E9-89B9-70387DC4BAF4}" dt="2021-04-20T08:37:54.109" v="190" actId="165"/>
          <ac:grpSpMkLst>
            <pc:docMk/>
            <pc:sldMk cId="2084196931" sldId="1140"/>
            <ac:grpSpMk id="27674" creationId="{6F9ED73E-6E6D-454A-8A45-8BF3190B9403}"/>
          </ac:grpSpMkLst>
        </pc:grpChg>
        <pc:grpChg chg="mod">
          <ac:chgData name="欣捷" userId="b965477fa0aef5e6" providerId="LiveId" clId="{F58CB589-EA88-41E9-89B9-70387DC4BAF4}" dt="2021-04-20T08:34:23.220" v="157" actId="27803"/>
          <ac:grpSpMkLst>
            <pc:docMk/>
            <pc:sldMk cId="2084196931" sldId="1140"/>
            <ac:grpSpMk id="796693" creationId="{5135B971-7EDE-4C6F-B6CB-717CB83778E6}"/>
          </ac:grpSpMkLst>
        </pc:grpChg>
        <pc:graphicFrameChg chg="add del mod modGraphic">
          <ac:chgData name="欣捷" userId="b965477fa0aef5e6" providerId="LiveId" clId="{F58CB589-EA88-41E9-89B9-70387DC4BAF4}" dt="2021-04-20T08:36:59.036" v="185" actId="478"/>
          <ac:graphicFrameMkLst>
            <pc:docMk/>
            <pc:sldMk cId="2084196931" sldId="1140"/>
            <ac:graphicFrameMk id="153" creationId="{569675CF-1CDB-4468-9FEE-05268D60742C}"/>
          </ac:graphicFrameMkLst>
        </pc:graphicFrameChg>
        <pc:graphicFrameChg chg="del mod ord modGraphic">
          <ac:chgData name="欣捷" userId="b965477fa0aef5e6" providerId="LiveId" clId="{F58CB589-EA88-41E9-89B9-70387DC4BAF4}" dt="2021-04-20T08:32:59.957" v="150" actId="478"/>
          <ac:graphicFrameMkLst>
            <pc:docMk/>
            <pc:sldMk cId="2084196931" sldId="1140"/>
            <ac:graphicFrameMk id="796676" creationId="{2CE792A0-7F05-43E0-8EB3-154CFC449AD0}"/>
          </ac:graphicFrameMkLst>
        </pc:graphicFrameChg>
        <pc:picChg chg="del mod">
          <ac:chgData name="欣捷" userId="b965477fa0aef5e6" providerId="LiveId" clId="{F58CB589-EA88-41E9-89B9-70387DC4BAF4}" dt="2021-04-20T08:33:05.169" v="152" actId="338"/>
          <ac:picMkLst>
            <pc:docMk/>
            <pc:sldMk cId="2084196931" sldId="1140"/>
            <ac:picMk id="15" creationId="{39923434-3199-4E5C-8885-0A16537EC27F}"/>
          </ac:picMkLst>
        </pc:picChg>
        <pc:picChg chg="del mod">
          <ac:chgData name="欣捷" userId="b965477fa0aef5e6" providerId="LiveId" clId="{F58CB589-EA88-41E9-89B9-70387DC4BAF4}" dt="2021-04-20T08:37:39.193" v="187" actId="338"/>
          <ac:picMkLst>
            <pc:docMk/>
            <pc:sldMk cId="2084196931" sldId="1140"/>
            <ac:picMk id="27673" creationId="{F2604261-F4AA-4CA7-916D-3597C41AE10F}"/>
          </ac:picMkLst>
        </pc:picChg>
        <pc:picChg chg="add del mod">
          <ac:chgData name="欣捷" userId="b965477fa0aef5e6" providerId="LiveId" clId="{F58CB589-EA88-41E9-89B9-70387DC4BAF4}" dt="2021-04-20T08:34:30.782" v="160"/>
          <ac:picMkLst>
            <pc:docMk/>
            <pc:sldMk cId="2084196931" sldId="1140"/>
            <ac:picMk id="796692" creationId="{5135B971-7EDE-4C6F-B6CB-717CB83778E6}"/>
          </ac:picMkLst>
        </pc:picChg>
      </pc:sldChg>
      <pc:sldChg chg="addSp delSp modSp add del mod">
        <pc:chgData name="欣捷" userId="b965477fa0aef5e6" providerId="LiveId" clId="{F58CB589-EA88-41E9-89B9-70387DC4BAF4}" dt="2021-04-20T08:31:51.743" v="129" actId="47"/>
        <pc:sldMkLst>
          <pc:docMk/>
          <pc:sldMk cId="3335640676" sldId="1140"/>
        </pc:sldMkLst>
        <pc:spChg chg="add del mod">
          <ac:chgData name="欣捷" userId="b965477fa0aef5e6" providerId="LiveId" clId="{F58CB589-EA88-41E9-89B9-70387DC4BAF4}" dt="2021-04-20T08:29:16.484" v="107" actId="478"/>
          <ac:spMkLst>
            <pc:docMk/>
            <pc:sldMk cId="3335640676" sldId="1140"/>
            <ac:spMk id="4" creationId="{E199887C-8D04-404A-B212-CB50FD274941}"/>
          </ac:spMkLst>
        </pc:spChg>
        <pc:spChg chg="del mod topLvl">
          <ac:chgData name="欣捷" userId="b965477fa0aef5e6" providerId="LiveId" clId="{F58CB589-EA88-41E9-89B9-70387DC4BAF4}" dt="2021-04-20T08:31:07.915" v="117" actId="478"/>
          <ac:spMkLst>
            <pc:docMk/>
            <pc:sldMk cId="3335640676" sldId="1140"/>
            <ac:spMk id="6" creationId="{F3162E43-8023-4258-B59C-3701EAEE716A}"/>
          </ac:spMkLst>
        </pc:spChg>
        <pc:spChg chg="mod topLvl">
          <ac:chgData name="欣捷" userId="b965477fa0aef5e6" providerId="LiveId" clId="{F58CB589-EA88-41E9-89B9-70387DC4BAF4}" dt="2021-04-20T08:30:13.266" v="112" actId="2792"/>
          <ac:spMkLst>
            <pc:docMk/>
            <pc:sldMk cId="3335640676" sldId="1140"/>
            <ac:spMk id="7" creationId="{47099B26-5DBE-426F-A746-CA3AA12FF86B}"/>
          </ac:spMkLst>
        </pc:spChg>
        <pc:spChg chg="mod topLvl">
          <ac:chgData name="欣捷" userId="b965477fa0aef5e6" providerId="LiveId" clId="{F58CB589-EA88-41E9-89B9-70387DC4BAF4}" dt="2021-04-20T08:30:13.266" v="112" actId="2792"/>
          <ac:spMkLst>
            <pc:docMk/>
            <pc:sldMk cId="3335640676" sldId="1140"/>
            <ac:spMk id="8" creationId="{CE639810-C6DF-495B-AF2C-DB3035CA4E02}"/>
          </ac:spMkLst>
        </pc:spChg>
        <pc:spChg chg="mod topLvl">
          <ac:chgData name="欣捷" userId="b965477fa0aef5e6" providerId="LiveId" clId="{F58CB589-EA88-41E9-89B9-70387DC4BAF4}" dt="2021-04-20T08:30:13.266" v="112" actId="2792"/>
          <ac:spMkLst>
            <pc:docMk/>
            <pc:sldMk cId="3335640676" sldId="1140"/>
            <ac:spMk id="9" creationId="{0331189F-7402-46BC-98BA-079E5C0F5CB3}"/>
          </ac:spMkLst>
        </pc:spChg>
        <pc:spChg chg="mod topLvl">
          <ac:chgData name="欣捷" userId="b965477fa0aef5e6" providerId="LiveId" clId="{F58CB589-EA88-41E9-89B9-70387DC4BAF4}" dt="2021-04-20T08:30:13.266" v="112" actId="2792"/>
          <ac:spMkLst>
            <pc:docMk/>
            <pc:sldMk cId="3335640676" sldId="1140"/>
            <ac:spMk id="10" creationId="{72FE8E68-F687-4B00-9C94-D011D62C36E9}"/>
          </ac:spMkLst>
        </pc:spChg>
        <pc:spChg chg="mod topLvl">
          <ac:chgData name="欣捷" userId="b965477fa0aef5e6" providerId="LiveId" clId="{F58CB589-EA88-41E9-89B9-70387DC4BAF4}" dt="2021-04-20T08:30:13.266" v="112" actId="2792"/>
          <ac:spMkLst>
            <pc:docMk/>
            <pc:sldMk cId="3335640676" sldId="1140"/>
            <ac:spMk id="11" creationId="{F7742764-27F0-4D26-8293-916FA1DB8613}"/>
          </ac:spMkLst>
        </pc:spChg>
        <pc:spChg chg="mod topLvl">
          <ac:chgData name="欣捷" userId="b965477fa0aef5e6" providerId="LiveId" clId="{F58CB589-EA88-41E9-89B9-70387DC4BAF4}" dt="2021-04-20T08:30:13.266" v="112" actId="2792"/>
          <ac:spMkLst>
            <pc:docMk/>
            <pc:sldMk cId="3335640676" sldId="1140"/>
            <ac:spMk id="12" creationId="{A89F6AFC-3249-432D-BE29-EA9A488D425D}"/>
          </ac:spMkLst>
        </pc:spChg>
        <pc:spChg chg="mod topLvl">
          <ac:chgData name="欣捷" userId="b965477fa0aef5e6" providerId="LiveId" clId="{F58CB589-EA88-41E9-89B9-70387DC4BAF4}" dt="2021-04-20T08:30:13.266" v="112" actId="2792"/>
          <ac:spMkLst>
            <pc:docMk/>
            <pc:sldMk cId="3335640676" sldId="1140"/>
            <ac:spMk id="13" creationId="{C4A7F38A-892E-45F7-87C9-A0EEBAF03F6B}"/>
          </ac:spMkLst>
        </pc:spChg>
        <pc:spChg chg="mod topLvl">
          <ac:chgData name="欣捷" userId="b965477fa0aef5e6" providerId="LiveId" clId="{F58CB589-EA88-41E9-89B9-70387DC4BAF4}" dt="2021-04-20T08:30:13.266" v="112" actId="2792"/>
          <ac:spMkLst>
            <pc:docMk/>
            <pc:sldMk cId="3335640676" sldId="1140"/>
            <ac:spMk id="14" creationId="{45B8E040-7396-4DDA-9009-F256F7F2A9D4}"/>
          </ac:spMkLst>
        </pc:spChg>
        <pc:spChg chg="mod topLvl">
          <ac:chgData name="欣捷" userId="b965477fa0aef5e6" providerId="LiveId" clId="{F58CB589-EA88-41E9-89B9-70387DC4BAF4}" dt="2021-04-20T08:30:13.266" v="112" actId="2792"/>
          <ac:spMkLst>
            <pc:docMk/>
            <pc:sldMk cId="3335640676" sldId="1140"/>
            <ac:spMk id="15" creationId="{0E1E4599-DDA4-46BC-89D7-F83412A0E39D}"/>
          </ac:spMkLst>
        </pc:spChg>
        <pc:spChg chg="mod topLvl">
          <ac:chgData name="欣捷" userId="b965477fa0aef5e6" providerId="LiveId" clId="{F58CB589-EA88-41E9-89B9-70387DC4BAF4}" dt="2021-04-20T08:30:13.266" v="112" actId="2792"/>
          <ac:spMkLst>
            <pc:docMk/>
            <pc:sldMk cId="3335640676" sldId="1140"/>
            <ac:spMk id="16" creationId="{2D06B77C-1153-441E-8AC8-1FB0176007F3}"/>
          </ac:spMkLst>
        </pc:spChg>
        <pc:spChg chg="mod topLvl">
          <ac:chgData name="欣捷" userId="b965477fa0aef5e6" providerId="LiveId" clId="{F58CB589-EA88-41E9-89B9-70387DC4BAF4}" dt="2021-04-20T08:30:13.266" v="112" actId="2792"/>
          <ac:spMkLst>
            <pc:docMk/>
            <pc:sldMk cId="3335640676" sldId="1140"/>
            <ac:spMk id="17" creationId="{49B2D0A6-1BFC-40A1-92CE-21071609D6FA}"/>
          </ac:spMkLst>
        </pc:spChg>
        <pc:spChg chg="mod topLvl">
          <ac:chgData name="欣捷" userId="b965477fa0aef5e6" providerId="LiveId" clId="{F58CB589-EA88-41E9-89B9-70387DC4BAF4}" dt="2021-04-20T08:30:13.266" v="112" actId="2792"/>
          <ac:spMkLst>
            <pc:docMk/>
            <pc:sldMk cId="3335640676" sldId="1140"/>
            <ac:spMk id="18" creationId="{EC453792-87D6-4112-93E2-268F57A4DD0F}"/>
          </ac:spMkLst>
        </pc:spChg>
        <pc:spChg chg="mod topLvl">
          <ac:chgData name="欣捷" userId="b965477fa0aef5e6" providerId="LiveId" clId="{F58CB589-EA88-41E9-89B9-70387DC4BAF4}" dt="2021-04-20T08:30:13.266" v="112" actId="2792"/>
          <ac:spMkLst>
            <pc:docMk/>
            <pc:sldMk cId="3335640676" sldId="1140"/>
            <ac:spMk id="19" creationId="{D5AC5D89-3AE5-4401-A4B4-FE1EF5C203FB}"/>
          </ac:spMkLst>
        </pc:spChg>
        <pc:spChg chg="mod topLvl">
          <ac:chgData name="欣捷" userId="b965477fa0aef5e6" providerId="LiveId" clId="{F58CB589-EA88-41E9-89B9-70387DC4BAF4}" dt="2021-04-20T08:30:13.266" v="112" actId="2792"/>
          <ac:spMkLst>
            <pc:docMk/>
            <pc:sldMk cId="3335640676" sldId="1140"/>
            <ac:spMk id="20" creationId="{5D9920AD-B297-42F2-ABE0-F9C248E06A34}"/>
          </ac:spMkLst>
        </pc:spChg>
        <pc:spChg chg="mod topLvl">
          <ac:chgData name="欣捷" userId="b965477fa0aef5e6" providerId="LiveId" clId="{F58CB589-EA88-41E9-89B9-70387DC4BAF4}" dt="2021-04-20T08:30:13.266" v="112" actId="2792"/>
          <ac:spMkLst>
            <pc:docMk/>
            <pc:sldMk cId="3335640676" sldId="1140"/>
            <ac:spMk id="21" creationId="{1BCDF671-9978-4CD6-B7EF-C4CBFCCF3E07}"/>
          </ac:spMkLst>
        </pc:spChg>
        <pc:spChg chg="mod topLvl">
          <ac:chgData name="欣捷" userId="b965477fa0aef5e6" providerId="LiveId" clId="{F58CB589-EA88-41E9-89B9-70387DC4BAF4}" dt="2021-04-20T08:30:13.266" v="112" actId="2792"/>
          <ac:spMkLst>
            <pc:docMk/>
            <pc:sldMk cId="3335640676" sldId="1140"/>
            <ac:spMk id="22" creationId="{6CE98483-AAB2-4265-8684-BAF0571082C8}"/>
          </ac:spMkLst>
        </pc:spChg>
        <pc:spChg chg="mod topLvl">
          <ac:chgData name="欣捷" userId="b965477fa0aef5e6" providerId="LiveId" clId="{F58CB589-EA88-41E9-89B9-70387DC4BAF4}" dt="2021-04-20T08:30:13.266" v="112" actId="2792"/>
          <ac:spMkLst>
            <pc:docMk/>
            <pc:sldMk cId="3335640676" sldId="1140"/>
            <ac:spMk id="23" creationId="{952A6E4E-2028-41CA-A19C-B019D5C97651}"/>
          </ac:spMkLst>
        </pc:spChg>
        <pc:spChg chg="mod topLvl">
          <ac:chgData name="欣捷" userId="b965477fa0aef5e6" providerId="LiveId" clId="{F58CB589-EA88-41E9-89B9-70387DC4BAF4}" dt="2021-04-20T08:30:13.266" v="112" actId="2792"/>
          <ac:spMkLst>
            <pc:docMk/>
            <pc:sldMk cId="3335640676" sldId="1140"/>
            <ac:spMk id="24" creationId="{215803A1-AE95-4DCC-8E04-56C719B574D0}"/>
          </ac:spMkLst>
        </pc:spChg>
        <pc:spChg chg="mod topLvl">
          <ac:chgData name="欣捷" userId="b965477fa0aef5e6" providerId="LiveId" clId="{F58CB589-EA88-41E9-89B9-70387DC4BAF4}" dt="2021-04-20T08:30:13.266" v="112" actId="2792"/>
          <ac:spMkLst>
            <pc:docMk/>
            <pc:sldMk cId="3335640676" sldId="1140"/>
            <ac:spMk id="25" creationId="{EA36C7AA-B7DA-408D-A9A3-A1D7346BDDD8}"/>
          </ac:spMkLst>
        </pc:spChg>
        <pc:spChg chg="mod topLvl">
          <ac:chgData name="欣捷" userId="b965477fa0aef5e6" providerId="LiveId" clId="{F58CB589-EA88-41E9-89B9-70387DC4BAF4}" dt="2021-04-20T08:30:13.266" v="112" actId="2792"/>
          <ac:spMkLst>
            <pc:docMk/>
            <pc:sldMk cId="3335640676" sldId="1140"/>
            <ac:spMk id="26" creationId="{93679D01-25B7-49FA-B4C0-6B4C8AC5F5D5}"/>
          </ac:spMkLst>
        </pc:spChg>
        <pc:spChg chg="mod topLvl">
          <ac:chgData name="欣捷" userId="b965477fa0aef5e6" providerId="LiveId" clId="{F58CB589-EA88-41E9-89B9-70387DC4BAF4}" dt="2021-04-20T08:31:47.996" v="126" actId="20577"/>
          <ac:spMkLst>
            <pc:docMk/>
            <pc:sldMk cId="3335640676" sldId="1140"/>
            <ac:spMk id="27" creationId="{40BBC041-F638-44E7-8661-3975F5B2B758}"/>
          </ac:spMkLst>
        </pc:spChg>
        <pc:spChg chg="del mod topLvl">
          <ac:chgData name="欣捷" userId="b965477fa0aef5e6" providerId="LiveId" clId="{F58CB589-EA88-41E9-89B9-70387DC4BAF4}" dt="2021-04-20T08:31:48.988" v="128"/>
          <ac:spMkLst>
            <pc:docMk/>
            <pc:sldMk cId="3335640676" sldId="1140"/>
            <ac:spMk id="28" creationId="{3DCB356E-C4FB-4FDD-B7B6-C09490AB1184}"/>
          </ac:spMkLst>
        </pc:spChg>
        <pc:spChg chg="mod topLvl">
          <ac:chgData name="欣捷" userId="b965477fa0aef5e6" providerId="LiveId" clId="{F58CB589-EA88-41E9-89B9-70387DC4BAF4}" dt="2021-04-20T08:30:13.266" v="112" actId="2792"/>
          <ac:spMkLst>
            <pc:docMk/>
            <pc:sldMk cId="3335640676" sldId="1140"/>
            <ac:spMk id="29" creationId="{5FC9DE7B-1D64-4D2F-80CD-31537F8473BE}"/>
          </ac:spMkLst>
        </pc:spChg>
        <pc:spChg chg="mod topLvl">
          <ac:chgData name="欣捷" userId="b965477fa0aef5e6" providerId="LiveId" clId="{F58CB589-EA88-41E9-89B9-70387DC4BAF4}" dt="2021-04-20T08:30:13.266" v="112" actId="2792"/>
          <ac:spMkLst>
            <pc:docMk/>
            <pc:sldMk cId="3335640676" sldId="1140"/>
            <ac:spMk id="30" creationId="{A6620DE4-8426-4063-A1C4-C57723FFE082}"/>
          </ac:spMkLst>
        </pc:spChg>
        <pc:spChg chg="mod topLvl">
          <ac:chgData name="欣捷" userId="b965477fa0aef5e6" providerId="LiveId" clId="{F58CB589-EA88-41E9-89B9-70387DC4BAF4}" dt="2021-04-20T08:30:13.266" v="112" actId="2792"/>
          <ac:spMkLst>
            <pc:docMk/>
            <pc:sldMk cId="3335640676" sldId="1140"/>
            <ac:spMk id="31" creationId="{83CEA704-C51B-4D25-9739-12E8E713BACE}"/>
          </ac:spMkLst>
        </pc:spChg>
        <pc:spChg chg="mod topLvl">
          <ac:chgData name="欣捷" userId="b965477fa0aef5e6" providerId="LiveId" clId="{F58CB589-EA88-41E9-89B9-70387DC4BAF4}" dt="2021-04-20T08:30:13.266" v="112" actId="2792"/>
          <ac:spMkLst>
            <pc:docMk/>
            <pc:sldMk cId="3335640676" sldId="1140"/>
            <ac:spMk id="32" creationId="{C37A03C9-832D-4A3A-9B31-7FB8FAFDF259}"/>
          </ac:spMkLst>
        </pc:spChg>
        <pc:spChg chg="mod topLvl">
          <ac:chgData name="欣捷" userId="b965477fa0aef5e6" providerId="LiveId" clId="{F58CB589-EA88-41E9-89B9-70387DC4BAF4}" dt="2021-04-20T08:30:13.266" v="112" actId="2792"/>
          <ac:spMkLst>
            <pc:docMk/>
            <pc:sldMk cId="3335640676" sldId="1140"/>
            <ac:spMk id="33" creationId="{E917F4FA-94E7-410E-A805-6419ECE892A4}"/>
          </ac:spMkLst>
        </pc:spChg>
        <pc:spChg chg="mod topLvl">
          <ac:chgData name="欣捷" userId="b965477fa0aef5e6" providerId="LiveId" clId="{F58CB589-EA88-41E9-89B9-70387DC4BAF4}" dt="2021-04-20T08:30:13.266" v="112" actId="2792"/>
          <ac:spMkLst>
            <pc:docMk/>
            <pc:sldMk cId="3335640676" sldId="1140"/>
            <ac:spMk id="34" creationId="{956F54D9-8F21-403D-A418-2E70B1B0C9BE}"/>
          </ac:spMkLst>
        </pc:spChg>
        <pc:spChg chg="mod topLvl">
          <ac:chgData name="欣捷" userId="b965477fa0aef5e6" providerId="LiveId" clId="{F58CB589-EA88-41E9-89B9-70387DC4BAF4}" dt="2021-04-20T08:30:13.266" v="112" actId="2792"/>
          <ac:spMkLst>
            <pc:docMk/>
            <pc:sldMk cId="3335640676" sldId="1140"/>
            <ac:spMk id="35" creationId="{D81F22FE-9531-45DB-A343-6694979F29E1}"/>
          </ac:spMkLst>
        </pc:spChg>
        <pc:spChg chg="mod topLvl">
          <ac:chgData name="欣捷" userId="b965477fa0aef5e6" providerId="LiveId" clId="{F58CB589-EA88-41E9-89B9-70387DC4BAF4}" dt="2021-04-20T08:30:13.266" v="112" actId="2792"/>
          <ac:spMkLst>
            <pc:docMk/>
            <pc:sldMk cId="3335640676" sldId="1140"/>
            <ac:spMk id="36" creationId="{0535EBAA-245C-46A6-876B-F2BE4F016873}"/>
          </ac:spMkLst>
        </pc:spChg>
        <pc:spChg chg="mod topLvl">
          <ac:chgData name="欣捷" userId="b965477fa0aef5e6" providerId="LiveId" clId="{F58CB589-EA88-41E9-89B9-70387DC4BAF4}" dt="2021-04-20T08:30:13.266" v="112" actId="2792"/>
          <ac:spMkLst>
            <pc:docMk/>
            <pc:sldMk cId="3335640676" sldId="1140"/>
            <ac:spMk id="37" creationId="{98A472CA-F427-4700-9127-796B5330180A}"/>
          </ac:spMkLst>
        </pc:spChg>
        <pc:spChg chg="mod topLvl">
          <ac:chgData name="欣捷" userId="b965477fa0aef5e6" providerId="LiveId" clId="{F58CB589-EA88-41E9-89B9-70387DC4BAF4}" dt="2021-04-20T08:30:13.266" v="112" actId="2792"/>
          <ac:spMkLst>
            <pc:docMk/>
            <pc:sldMk cId="3335640676" sldId="1140"/>
            <ac:spMk id="38" creationId="{7CC80323-7BAF-487E-855D-1FA8BB7D5FCC}"/>
          </ac:spMkLst>
        </pc:spChg>
        <pc:spChg chg="mod topLvl">
          <ac:chgData name="欣捷" userId="b965477fa0aef5e6" providerId="LiveId" clId="{F58CB589-EA88-41E9-89B9-70387DC4BAF4}" dt="2021-04-20T08:30:13.266" v="112" actId="2792"/>
          <ac:spMkLst>
            <pc:docMk/>
            <pc:sldMk cId="3335640676" sldId="1140"/>
            <ac:spMk id="39" creationId="{CA03A9D9-4E17-481D-9B68-53E98CC2DED2}"/>
          </ac:spMkLst>
        </pc:spChg>
        <pc:spChg chg="mod topLvl">
          <ac:chgData name="欣捷" userId="b965477fa0aef5e6" providerId="LiveId" clId="{F58CB589-EA88-41E9-89B9-70387DC4BAF4}" dt="2021-04-20T08:30:13.266" v="112" actId="2792"/>
          <ac:spMkLst>
            <pc:docMk/>
            <pc:sldMk cId="3335640676" sldId="1140"/>
            <ac:spMk id="40" creationId="{D5AB4475-0FA1-43B0-A51F-B8EBFDD662A3}"/>
          </ac:spMkLst>
        </pc:spChg>
        <pc:spChg chg="mod topLvl">
          <ac:chgData name="欣捷" userId="b965477fa0aef5e6" providerId="LiveId" clId="{F58CB589-EA88-41E9-89B9-70387DC4BAF4}" dt="2021-04-20T08:30:13.266" v="112" actId="2792"/>
          <ac:spMkLst>
            <pc:docMk/>
            <pc:sldMk cId="3335640676" sldId="1140"/>
            <ac:spMk id="41" creationId="{542CE809-2C12-4ABE-A307-E5FD58160E92}"/>
          </ac:spMkLst>
        </pc:spChg>
        <pc:spChg chg="mod topLvl">
          <ac:chgData name="欣捷" userId="b965477fa0aef5e6" providerId="LiveId" clId="{F58CB589-EA88-41E9-89B9-70387DC4BAF4}" dt="2021-04-20T08:30:13.266" v="112" actId="2792"/>
          <ac:spMkLst>
            <pc:docMk/>
            <pc:sldMk cId="3335640676" sldId="1140"/>
            <ac:spMk id="42" creationId="{C74B0B13-D32D-485E-8381-7FF27D0376F5}"/>
          </ac:spMkLst>
        </pc:spChg>
        <pc:spChg chg="mod topLvl">
          <ac:chgData name="欣捷" userId="b965477fa0aef5e6" providerId="LiveId" clId="{F58CB589-EA88-41E9-89B9-70387DC4BAF4}" dt="2021-04-20T08:30:13.266" v="112" actId="2792"/>
          <ac:spMkLst>
            <pc:docMk/>
            <pc:sldMk cId="3335640676" sldId="1140"/>
            <ac:spMk id="43" creationId="{C05E46DA-C1D1-4B0D-8B73-BACA2B6DECE3}"/>
          </ac:spMkLst>
        </pc:spChg>
        <pc:spChg chg="mod topLvl">
          <ac:chgData name="欣捷" userId="b965477fa0aef5e6" providerId="LiveId" clId="{F58CB589-EA88-41E9-89B9-70387DC4BAF4}" dt="2021-04-20T08:30:13.266" v="112" actId="2792"/>
          <ac:spMkLst>
            <pc:docMk/>
            <pc:sldMk cId="3335640676" sldId="1140"/>
            <ac:spMk id="44" creationId="{784ACCF4-C0BC-473D-96CD-91C22539FAD4}"/>
          </ac:spMkLst>
        </pc:spChg>
        <pc:spChg chg="mod topLvl">
          <ac:chgData name="欣捷" userId="b965477fa0aef5e6" providerId="LiveId" clId="{F58CB589-EA88-41E9-89B9-70387DC4BAF4}" dt="2021-04-20T08:30:13.266" v="112" actId="2792"/>
          <ac:spMkLst>
            <pc:docMk/>
            <pc:sldMk cId="3335640676" sldId="1140"/>
            <ac:spMk id="45" creationId="{E08A642F-397E-4B16-8E4A-E46AFC4A0E99}"/>
          </ac:spMkLst>
        </pc:spChg>
        <pc:spChg chg="mod topLvl">
          <ac:chgData name="欣捷" userId="b965477fa0aef5e6" providerId="LiveId" clId="{F58CB589-EA88-41E9-89B9-70387DC4BAF4}" dt="2021-04-20T08:30:13.266" v="112" actId="2792"/>
          <ac:spMkLst>
            <pc:docMk/>
            <pc:sldMk cId="3335640676" sldId="1140"/>
            <ac:spMk id="46" creationId="{92BDADBD-870B-411C-A06B-E3FC2FDE1694}"/>
          </ac:spMkLst>
        </pc:spChg>
        <pc:spChg chg="mod topLvl">
          <ac:chgData name="欣捷" userId="b965477fa0aef5e6" providerId="LiveId" clId="{F58CB589-EA88-41E9-89B9-70387DC4BAF4}" dt="2021-04-20T08:30:13.266" v="112" actId="2792"/>
          <ac:spMkLst>
            <pc:docMk/>
            <pc:sldMk cId="3335640676" sldId="1140"/>
            <ac:spMk id="47" creationId="{5892DC19-A53F-488E-8E70-1499E0067D1D}"/>
          </ac:spMkLst>
        </pc:spChg>
        <pc:spChg chg="mod topLvl">
          <ac:chgData name="欣捷" userId="b965477fa0aef5e6" providerId="LiveId" clId="{F58CB589-EA88-41E9-89B9-70387DC4BAF4}" dt="2021-04-20T08:30:13.266" v="112" actId="2792"/>
          <ac:spMkLst>
            <pc:docMk/>
            <pc:sldMk cId="3335640676" sldId="1140"/>
            <ac:spMk id="48" creationId="{5AD264BE-82A1-4D87-A884-52807EFA5A58}"/>
          </ac:spMkLst>
        </pc:spChg>
        <pc:spChg chg="mod topLvl">
          <ac:chgData name="欣捷" userId="b965477fa0aef5e6" providerId="LiveId" clId="{F58CB589-EA88-41E9-89B9-70387DC4BAF4}" dt="2021-04-20T08:30:13.266" v="112" actId="2792"/>
          <ac:spMkLst>
            <pc:docMk/>
            <pc:sldMk cId="3335640676" sldId="1140"/>
            <ac:spMk id="49" creationId="{09F6E2B2-DD7A-4833-9E12-873775F81B68}"/>
          </ac:spMkLst>
        </pc:spChg>
        <pc:spChg chg="mod topLvl">
          <ac:chgData name="欣捷" userId="b965477fa0aef5e6" providerId="LiveId" clId="{F58CB589-EA88-41E9-89B9-70387DC4BAF4}" dt="2021-04-20T08:30:13.266" v="112" actId="2792"/>
          <ac:spMkLst>
            <pc:docMk/>
            <pc:sldMk cId="3335640676" sldId="1140"/>
            <ac:spMk id="50" creationId="{622CE4B1-73FC-4173-8E73-EB5D7418728A}"/>
          </ac:spMkLst>
        </pc:spChg>
        <pc:spChg chg="mod topLvl">
          <ac:chgData name="欣捷" userId="b965477fa0aef5e6" providerId="LiveId" clId="{F58CB589-EA88-41E9-89B9-70387DC4BAF4}" dt="2021-04-20T08:30:13.266" v="112" actId="2792"/>
          <ac:spMkLst>
            <pc:docMk/>
            <pc:sldMk cId="3335640676" sldId="1140"/>
            <ac:spMk id="51" creationId="{E99DA34D-EC2D-4CD0-9BB6-2BF3A3C5FDF2}"/>
          </ac:spMkLst>
        </pc:spChg>
        <pc:spChg chg="mod topLvl">
          <ac:chgData name="欣捷" userId="b965477fa0aef5e6" providerId="LiveId" clId="{F58CB589-EA88-41E9-89B9-70387DC4BAF4}" dt="2021-04-20T08:30:13.266" v="112" actId="2792"/>
          <ac:spMkLst>
            <pc:docMk/>
            <pc:sldMk cId="3335640676" sldId="1140"/>
            <ac:spMk id="52" creationId="{4D1FC76C-6A04-4232-A5E6-6C705ADF9A0B}"/>
          </ac:spMkLst>
        </pc:spChg>
        <pc:spChg chg="mod topLvl">
          <ac:chgData name="欣捷" userId="b965477fa0aef5e6" providerId="LiveId" clId="{F58CB589-EA88-41E9-89B9-70387DC4BAF4}" dt="2021-04-20T08:30:13.266" v="112" actId="2792"/>
          <ac:spMkLst>
            <pc:docMk/>
            <pc:sldMk cId="3335640676" sldId="1140"/>
            <ac:spMk id="53" creationId="{9B14EB21-B6DA-476F-8B67-BED757D09CF8}"/>
          </ac:spMkLst>
        </pc:spChg>
        <pc:spChg chg="mod topLvl">
          <ac:chgData name="欣捷" userId="b965477fa0aef5e6" providerId="LiveId" clId="{F58CB589-EA88-41E9-89B9-70387DC4BAF4}" dt="2021-04-20T08:30:13.266" v="112" actId="2792"/>
          <ac:spMkLst>
            <pc:docMk/>
            <pc:sldMk cId="3335640676" sldId="1140"/>
            <ac:spMk id="54" creationId="{98A44339-5431-4467-84A5-AA3F4E01273D}"/>
          </ac:spMkLst>
        </pc:spChg>
        <pc:spChg chg="mod topLvl">
          <ac:chgData name="欣捷" userId="b965477fa0aef5e6" providerId="LiveId" clId="{F58CB589-EA88-41E9-89B9-70387DC4BAF4}" dt="2021-04-20T08:30:13.266" v="112" actId="2792"/>
          <ac:spMkLst>
            <pc:docMk/>
            <pc:sldMk cId="3335640676" sldId="1140"/>
            <ac:spMk id="55" creationId="{31795774-06CC-4BDA-BB0A-25130FB34C9C}"/>
          </ac:spMkLst>
        </pc:spChg>
        <pc:spChg chg="mod topLvl">
          <ac:chgData name="欣捷" userId="b965477fa0aef5e6" providerId="LiveId" clId="{F58CB589-EA88-41E9-89B9-70387DC4BAF4}" dt="2021-04-20T08:30:13.266" v="112" actId="2792"/>
          <ac:spMkLst>
            <pc:docMk/>
            <pc:sldMk cId="3335640676" sldId="1140"/>
            <ac:spMk id="56" creationId="{924CF561-E300-49A5-9509-9DC02D76921B}"/>
          </ac:spMkLst>
        </pc:spChg>
        <pc:spChg chg="mod topLvl">
          <ac:chgData name="欣捷" userId="b965477fa0aef5e6" providerId="LiveId" clId="{F58CB589-EA88-41E9-89B9-70387DC4BAF4}" dt="2021-04-20T08:30:13.266" v="112" actId="2792"/>
          <ac:spMkLst>
            <pc:docMk/>
            <pc:sldMk cId="3335640676" sldId="1140"/>
            <ac:spMk id="57" creationId="{371F4C99-A360-472F-9A0E-72E2317C7916}"/>
          </ac:spMkLst>
        </pc:spChg>
        <pc:spChg chg="mod topLvl">
          <ac:chgData name="欣捷" userId="b965477fa0aef5e6" providerId="LiveId" clId="{F58CB589-EA88-41E9-89B9-70387DC4BAF4}" dt="2021-04-20T08:30:13.266" v="112" actId="2792"/>
          <ac:spMkLst>
            <pc:docMk/>
            <pc:sldMk cId="3335640676" sldId="1140"/>
            <ac:spMk id="58" creationId="{E1831656-12BA-4B2F-A23E-9E854A2F93C8}"/>
          </ac:spMkLst>
        </pc:spChg>
        <pc:spChg chg="mod topLvl">
          <ac:chgData name="欣捷" userId="b965477fa0aef5e6" providerId="LiveId" clId="{F58CB589-EA88-41E9-89B9-70387DC4BAF4}" dt="2021-04-20T08:30:13.266" v="112" actId="2792"/>
          <ac:spMkLst>
            <pc:docMk/>
            <pc:sldMk cId="3335640676" sldId="1140"/>
            <ac:spMk id="59" creationId="{A77E68B7-62BD-4E88-A344-4CDD0E9E455C}"/>
          </ac:spMkLst>
        </pc:spChg>
        <pc:spChg chg="mod topLvl">
          <ac:chgData name="欣捷" userId="b965477fa0aef5e6" providerId="LiveId" clId="{F58CB589-EA88-41E9-89B9-70387DC4BAF4}" dt="2021-04-20T08:30:13.266" v="112" actId="2792"/>
          <ac:spMkLst>
            <pc:docMk/>
            <pc:sldMk cId="3335640676" sldId="1140"/>
            <ac:spMk id="60" creationId="{C6B23C15-1163-4026-9930-9CAC9182BC9B}"/>
          </ac:spMkLst>
        </pc:spChg>
        <pc:spChg chg="mod topLvl">
          <ac:chgData name="欣捷" userId="b965477fa0aef5e6" providerId="LiveId" clId="{F58CB589-EA88-41E9-89B9-70387DC4BAF4}" dt="2021-04-20T08:30:13.266" v="112" actId="2792"/>
          <ac:spMkLst>
            <pc:docMk/>
            <pc:sldMk cId="3335640676" sldId="1140"/>
            <ac:spMk id="61" creationId="{279AAC55-B69E-49C0-9CA8-26FE0A2A06B8}"/>
          </ac:spMkLst>
        </pc:spChg>
        <pc:spChg chg="mod topLvl">
          <ac:chgData name="欣捷" userId="b965477fa0aef5e6" providerId="LiveId" clId="{F58CB589-EA88-41E9-89B9-70387DC4BAF4}" dt="2021-04-20T08:30:13.266" v="112" actId="2792"/>
          <ac:spMkLst>
            <pc:docMk/>
            <pc:sldMk cId="3335640676" sldId="1140"/>
            <ac:spMk id="62" creationId="{E6DDF4F9-CB76-4C12-871E-9B39E4F3A279}"/>
          </ac:spMkLst>
        </pc:spChg>
        <pc:spChg chg="mod topLvl">
          <ac:chgData name="欣捷" userId="b965477fa0aef5e6" providerId="LiveId" clId="{F58CB589-EA88-41E9-89B9-70387DC4BAF4}" dt="2021-04-20T08:30:13.266" v="112" actId="2792"/>
          <ac:spMkLst>
            <pc:docMk/>
            <pc:sldMk cId="3335640676" sldId="1140"/>
            <ac:spMk id="63" creationId="{3DBA2254-23AE-49E3-B3CB-E19D873B2955}"/>
          </ac:spMkLst>
        </pc:spChg>
        <pc:spChg chg="mod">
          <ac:chgData name="欣捷" userId="b965477fa0aef5e6" providerId="LiveId" clId="{F58CB589-EA88-41E9-89B9-70387DC4BAF4}" dt="2021-04-20T08:29:32.442" v="109" actId="338"/>
          <ac:spMkLst>
            <pc:docMk/>
            <pc:sldMk cId="3335640676" sldId="1140"/>
            <ac:spMk id="27650" creationId="{22D8A731-AE74-4746-A3B8-8256FFF194A2}"/>
          </ac:spMkLst>
        </pc:spChg>
        <pc:spChg chg="mod">
          <ac:chgData name="欣捷" userId="b965477fa0aef5e6" providerId="LiveId" clId="{F58CB589-EA88-41E9-89B9-70387DC4BAF4}" dt="2021-04-20T08:29:32.442" v="109" actId="338"/>
          <ac:spMkLst>
            <pc:docMk/>
            <pc:sldMk cId="3335640676" sldId="1140"/>
            <ac:spMk id="27651" creationId="{A1741382-F451-48A5-8D5C-85D947507B87}"/>
          </ac:spMkLst>
        </pc:spChg>
        <pc:spChg chg="mod topLvl">
          <ac:chgData name="欣捷" userId="b965477fa0aef5e6" providerId="LiveId" clId="{F58CB589-EA88-41E9-89B9-70387DC4BAF4}" dt="2021-04-20T08:30:13.266" v="112" actId="2792"/>
          <ac:spMkLst>
            <pc:docMk/>
            <pc:sldMk cId="3335640676" sldId="1140"/>
            <ac:spMk id="796672" creationId="{45CCF506-4242-4750-BB00-47CEBABA8EB0}"/>
          </ac:spMkLst>
        </pc:spChg>
        <pc:spChg chg="mod topLvl">
          <ac:chgData name="欣捷" userId="b965477fa0aef5e6" providerId="LiveId" clId="{F58CB589-EA88-41E9-89B9-70387DC4BAF4}" dt="2021-04-20T08:30:13.266" v="112" actId="2792"/>
          <ac:spMkLst>
            <pc:docMk/>
            <pc:sldMk cId="3335640676" sldId="1140"/>
            <ac:spMk id="796673" creationId="{934375D6-09C2-4330-A4FC-7B0675F077A7}"/>
          </ac:spMkLst>
        </pc:spChg>
        <pc:spChg chg="mod topLvl">
          <ac:chgData name="欣捷" userId="b965477fa0aef5e6" providerId="LiveId" clId="{F58CB589-EA88-41E9-89B9-70387DC4BAF4}" dt="2021-04-20T08:30:13.266" v="112" actId="2792"/>
          <ac:spMkLst>
            <pc:docMk/>
            <pc:sldMk cId="3335640676" sldId="1140"/>
            <ac:spMk id="796674" creationId="{5EF06DB7-396D-418E-85E6-9A8BD200F5BB}"/>
          </ac:spMkLst>
        </pc:spChg>
        <pc:spChg chg="mod topLvl">
          <ac:chgData name="欣捷" userId="b965477fa0aef5e6" providerId="LiveId" clId="{F58CB589-EA88-41E9-89B9-70387DC4BAF4}" dt="2021-04-20T08:30:13.266" v="112" actId="2792"/>
          <ac:spMkLst>
            <pc:docMk/>
            <pc:sldMk cId="3335640676" sldId="1140"/>
            <ac:spMk id="796675" creationId="{E9D97DFC-580E-477E-87CA-753B9FAFBF37}"/>
          </ac:spMkLst>
        </pc:spChg>
        <pc:spChg chg="mod topLvl">
          <ac:chgData name="欣捷" userId="b965477fa0aef5e6" providerId="LiveId" clId="{F58CB589-EA88-41E9-89B9-70387DC4BAF4}" dt="2021-04-20T08:30:13.266" v="112" actId="2792"/>
          <ac:spMkLst>
            <pc:docMk/>
            <pc:sldMk cId="3335640676" sldId="1140"/>
            <ac:spMk id="796677" creationId="{8BC9FD79-3F2D-4D21-AD53-70A0BBA70796}"/>
          </ac:spMkLst>
        </pc:spChg>
        <pc:spChg chg="mod topLvl">
          <ac:chgData name="欣捷" userId="b965477fa0aef5e6" providerId="LiveId" clId="{F58CB589-EA88-41E9-89B9-70387DC4BAF4}" dt="2021-04-20T08:30:13.266" v="112" actId="2792"/>
          <ac:spMkLst>
            <pc:docMk/>
            <pc:sldMk cId="3335640676" sldId="1140"/>
            <ac:spMk id="796678" creationId="{378BC636-B755-4CCC-B0B4-CC4FEC8AF426}"/>
          </ac:spMkLst>
        </pc:spChg>
        <pc:spChg chg="mod topLvl">
          <ac:chgData name="欣捷" userId="b965477fa0aef5e6" providerId="LiveId" clId="{F58CB589-EA88-41E9-89B9-70387DC4BAF4}" dt="2021-04-20T08:30:13.266" v="112" actId="2792"/>
          <ac:spMkLst>
            <pc:docMk/>
            <pc:sldMk cId="3335640676" sldId="1140"/>
            <ac:spMk id="796679" creationId="{CDFE7ED5-1713-438E-9F1F-1E1CBB5A0FC4}"/>
          </ac:spMkLst>
        </pc:spChg>
        <pc:spChg chg="mod topLvl">
          <ac:chgData name="欣捷" userId="b965477fa0aef5e6" providerId="LiveId" clId="{F58CB589-EA88-41E9-89B9-70387DC4BAF4}" dt="2021-04-20T08:30:13.266" v="112" actId="2792"/>
          <ac:spMkLst>
            <pc:docMk/>
            <pc:sldMk cId="3335640676" sldId="1140"/>
            <ac:spMk id="796680" creationId="{A5FAF263-9B61-4237-8B55-8F218C822368}"/>
          </ac:spMkLst>
        </pc:spChg>
        <pc:grpChg chg="mod">
          <ac:chgData name="欣捷" userId="b965477fa0aef5e6" providerId="LiveId" clId="{F58CB589-EA88-41E9-89B9-70387DC4BAF4}" dt="2021-04-20T08:29:32.442" v="109" actId="338"/>
          <ac:grpSpMkLst>
            <pc:docMk/>
            <pc:sldMk cId="3335640676" sldId="1140"/>
            <ac:grpSpMk id="1" creationId="{00000000-0000-0000-0000-000000000000}"/>
          </ac:grpSpMkLst>
        </pc:grpChg>
        <pc:grpChg chg="del mod">
          <ac:chgData name="欣捷" userId="b965477fa0aef5e6" providerId="LiveId" clId="{F58CB589-EA88-41E9-89B9-70387DC4BAF4}" dt="2021-04-20T08:29:40.732" v="110" actId="165"/>
          <ac:grpSpMkLst>
            <pc:docMk/>
            <pc:sldMk cId="3335640676" sldId="1140"/>
            <ac:grpSpMk id="5" creationId="{33F4AC69-DA0C-44C9-B730-9F07169AB268}"/>
          </ac:grpSpMkLst>
        </pc:grpChg>
        <pc:graphicFrameChg chg="del">
          <ac:chgData name="欣捷" userId="b965477fa0aef5e6" providerId="LiveId" clId="{F58CB589-EA88-41E9-89B9-70387DC4BAF4}" dt="2021-04-20T08:29:13.270" v="106" actId="478"/>
          <ac:graphicFrameMkLst>
            <pc:docMk/>
            <pc:sldMk cId="3335640676" sldId="1140"/>
            <ac:graphicFrameMk id="796676" creationId="{2CE792A0-7F05-43E0-8EB3-154CFC449AD0}"/>
          </ac:graphicFrameMkLst>
        </pc:graphicFrameChg>
        <pc:picChg chg="del mod">
          <ac:chgData name="欣捷" userId="b965477fa0aef5e6" providerId="LiveId" clId="{F58CB589-EA88-41E9-89B9-70387DC4BAF4}" dt="2021-04-20T08:29:32.442" v="109" actId="338"/>
          <ac:picMkLst>
            <pc:docMk/>
            <pc:sldMk cId="3335640676" sldId="1140"/>
            <ac:picMk id="2" creationId="{B26A3A9E-B520-4094-984F-8690F35DA745}"/>
          </ac:picMkLst>
        </pc:picChg>
      </pc:sldChg>
      <pc:sldChg chg="modSp add mod">
        <pc:chgData name="欣捷" userId="b965477fa0aef5e6" providerId="LiveId" clId="{F58CB589-EA88-41E9-89B9-70387DC4BAF4}" dt="2021-04-20T09:06:39.328" v="324" actId="113"/>
        <pc:sldMkLst>
          <pc:docMk/>
          <pc:sldMk cId="406512071" sldId="1141"/>
        </pc:sldMkLst>
        <pc:spChg chg="mod">
          <ac:chgData name="欣捷" userId="b965477fa0aef5e6" providerId="LiveId" clId="{F58CB589-EA88-41E9-89B9-70387DC4BAF4}" dt="2021-04-20T09:06:28.271" v="318"/>
          <ac:spMkLst>
            <pc:docMk/>
            <pc:sldMk cId="406512071" sldId="1141"/>
            <ac:spMk id="7170" creationId="{9A9ACD68-0B23-45C4-B0C9-40FDBDF97E94}"/>
          </ac:spMkLst>
        </pc:spChg>
        <pc:spChg chg="mod">
          <ac:chgData name="欣捷" userId="b965477fa0aef5e6" providerId="LiveId" clId="{F58CB589-EA88-41E9-89B9-70387DC4BAF4}" dt="2021-04-20T09:06:39.328" v="324" actId="113"/>
          <ac:spMkLst>
            <pc:docMk/>
            <pc:sldMk cId="406512071" sldId="1141"/>
            <ac:spMk id="7171" creationId="{7B9851B1-3ED8-4584-9FD6-F58A8B0C36C4}"/>
          </ac:spMkLst>
        </pc:spChg>
      </pc:sldChg>
      <pc:sldChg chg="modSp new mod modAnim">
        <pc:chgData name="欣捷" userId="b965477fa0aef5e6" providerId="LiveId" clId="{F58CB589-EA88-41E9-89B9-70387DC4BAF4}" dt="2021-04-20T09:12:09.602" v="473"/>
        <pc:sldMkLst>
          <pc:docMk/>
          <pc:sldMk cId="1844201406" sldId="1142"/>
        </pc:sldMkLst>
        <pc:spChg chg="mod">
          <ac:chgData name="欣捷" userId="b965477fa0aef5e6" providerId="LiveId" clId="{F58CB589-EA88-41E9-89B9-70387DC4BAF4}" dt="2021-04-20T09:09:20.224" v="329"/>
          <ac:spMkLst>
            <pc:docMk/>
            <pc:sldMk cId="1844201406" sldId="1142"/>
            <ac:spMk id="2" creationId="{126B5D20-E9F6-44DA-AB18-82250B28E792}"/>
          </ac:spMkLst>
        </pc:spChg>
        <pc:spChg chg="mod">
          <ac:chgData name="欣捷" userId="b965477fa0aef5e6" providerId="LiveId" clId="{F58CB589-EA88-41E9-89B9-70387DC4BAF4}" dt="2021-04-20T09:11:58.891" v="471"/>
          <ac:spMkLst>
            <pc:docMk/>
            <pc:sldMk cId="1844201406" sldId="1142"/>
            <ac:spMk id="3" creationId="{7F185FF3-18D6-4AAC-B1C5-F75BCA35F67C}"/>
          </ac:spMkLst>
        </pc:spChg>
      </pc:sldChg>
      <pc:sldChg chg="modSp add mod">
        <pc:chgData name="欣捷" userId="b965477fa0aef5e6" providerId="LiveId" clId="{F58CB589-EA88-41E9-89B9-70387DC4BAF4}" dt="2021-04-20T09:22:54.495" v="619" actId="6549"/>
        <pc:sldMkLst>
          <pc:docMk/>
          <pc:sldMk cId="3037729556" sldId="1143"/>
        </pc:sldMkLst>
        <pc:graphicFrameChg chg="modGraphic">
          <ac:chgData name="欣捷" userId="b965477fa0aef5e6" providerId="LiveId" clId="{F58CB589-EA88-41E9-89B9-70387DC4BAF4}" dt="2021-04-20T09:22:54.495" v="619" actId="6549"/>
          <ac:graphicFrameMkLst>
            <pc:docMk/>
            <pc:sldMk cId="3037729556" sldId="1143"/>
            <ac:graphicFrameMk id="12" creationId="{392FF57F-B253-4DAC-BFB1-4445AAB528F9}"/>
          </ac:graphicFrameMkLst>
        </pc:graphicFrameChg>
      </pc:sldChg>
      <pc:sldChg chg="add">
        <pc:chgData name="欣捷" userId="b965477fa0aef5e6" providerId="LiveId" clId="{F58CB589-EA88-41E9-89B9-70387DC4BAF4}" dt="2021-04-20T09:22:19.763" v="609"/>
        <pc:sldMkLst>
          <pc:docMk/>
          <pc:sldMk cId="546972322" sldId="1144"/>
        </pc:sldMkLst>
      </pc:sldChg>
      <pc:sldChg chg="modSp add">
        <pc:chgData name="欣捷" userId="b965477fa0aef5e6" providerId="LiveId" clId="{F58CB589-EA88-41E9-89B9-70387DC4BAF4}" dt="2021-04-20T09:23:11.343" v="621"/>
        <pc:sldMkLst>
          <pc:docMk/>
          <pc:sldMk cId="4223351651" sldId="1145"/>
        </pc:sldMkLst>
        <pc:graphicFrameChg chg="mod">
          <ac:chgData name="欣捷" userId="b965477fa0aef5e6" providerId="LiveId" clId="{F58CB589-EA88-41E9-89B9-70387DC4BAF4}" dt="2021-04-20T09:23:11.343" v="621"/>
          <ac:graphicFrameMkLst>
            <pc:docMk/>
            <pc:sldMk cId="4223351651" sldId="1145"/>
            <ac:graphicFrameMk id="12" creationId="{392FF57F-B253-4DAC-BFB1-4445AAB528F9}"/>
          </ac:graphicFrameMkLst>
        </pc:graphicFrameChg>
      </pc:sldChg>
      <pc:sldChg chg="modSp add mod">
        <pc:chgData name="欣捷" userId="b965477fa0aef5e6" providerId="LiveId" clId="{F58CB589-EA88-41E9-89B9-70387DC4BAF4}" dt="2021-04-20T09:27:13.884" v="685" actId="20577"/>
        <pc:sldMkLst>
          <pc:docMk/>
          <pc:sldMk cId="1246412149" sldId="1146"/>
        </pc:sldMkLst>
        <pc:graphicFrameChg chg="modGraphic">
          <ac:chgData name="欣捷" userId="b965477fa0aef5e6" providerId="LiveId" clId="{F58CB589-EA88-41E9-89B9-70387DC4BAF4}" dt="2021-04-20T09:27:13.884" v="685" actId="20577"/>
          <ac:graphicFrameMkLst>
            <pc:docMk/>
            <pc:sldMk cId="1246412149" sldId="1146"/>
            <ac:graphicFrameMk id="7" creationId="{37CC3D40-8AD9-46E1-AFAB-E74C336F4304}"/>
          </ac:graphicFrameMkLst>
        </pc:graphicFrameChg>
      </pc:sldChg>
      <pc:sldChg chg="modSp add mod">
        <pc:chgData name="欣捷" userId="b965477fa0aef5e6" providerId="LiveId" clId="{F58CB589-EA88-41E9-89B9-70387DC4BAF4}" dt="2021-04-20T09:27:18.394" v="687" actId="20577"/>
        <pc:sldMkLst>
          <pc:docMk/>
          <pc:sldMk cId="1563518926" sldId="1147"/>
        </pc:sldMkLst>
        <pc:graphicFrameChg chg="modGraphic">
          <ac:chgData name="欣捷" userId="b965477fa0aef5e6" providerId="LiveId" clId="{F58CB589-EA88-41E9-89B9-70387DC4BAF4}" dt="2021-04-20T09:27:18.394" v="687" actId="20577"/>
          <ac:graphicFrameMkLst>
            <pc:docMk/>
            <pc:sldMk cId="1563518926" sldId="1147"/>
            <ac:graphicFrameMk id="7" creationId="{37CC3D40-8AD9-46E1-AFAB-E74C336F4304}"/>
          </ac:graphicFrameMkLst>
        </pc:graphicFrameChg>
      </pc:sldChg>
      <pc:sldChg chg="modSp add mod">
        <pc:chgData name="欣捷" userId="b965477fa0aef5e6" providerId="LiveId" clId="{F58CB589-EA88-41E9-89B9-70387DC4BAF4}" dt="2021-04-20T09:27:22.409" v="689" actId="20577"/>
        <pc:sldMkLst>
          <pc:docMk/>
          <pc:sldMk cId="3006853834" sldId="1148"/>
        </pc:sldMkLst>
        <pc:graphicFrameChg chg="modGraphic">
          <ac:chgData name="欣捷" userId="b965477fa0aef5e6" providerId="LiveId" clId="{F58CB589-EA88-41E9-89B9-70387DC4BAF4}" dt="2021-04-20T09:27:22.409" v="689" actId="20577"/>
          <ac:graphicFrameMkLst>
            <pc:docMk/>
            <pc:sldMk cId="3006853834" sldId="1148"/>
            <ac:graphicFrameMk id="7" creationId="{37CC3D40-8AD9-46E1-AFAB-E74C336F4304}"/>
          </ac:graphicFrameMkLst>
        </pc:graphicFrameChg>
      </pc:sldChg>
      <pc:sldChg chg="modSp add mod">
        <pc:chgData name="欣捷" userId="b965477fa0aef5e6" providerId="LiveId" clId="{F58CB589-EA88-41E9-89B9-70387DC4BAF4}" dt="2021-04-20T09:27:26.586" v="691" actId="20577"/>
        <pc:sldMkLst>
          <pc:docMk/>
          <pc:sldMk cId="2869246556" sldId="1149"/>
        </pc:sldMkLst>
        <pc:graphicFrameChg chg="modGraphic">
          <ac:chgData name="欣捷" userId="b965477fa0aef5e6" providerId="LiveId" clId="{F58CB589-EA88-41E9-89B9-70387DC4BAF4}" dt="2021-04-20T09:27:26.586" v="691" actId="20577"/>
          <ac:graphicFrameMkLst>
            <pc:docMk/>
            <pc:sldMk cId="2869246556" sldId="1149"/>
            <ac:graphicFrameMk id="7" creationId="{37CC3D40-8AD9-46E1-AFAB-E74C336F4304}"/>
          </ac:graphicFrameMkLst>
        </pc:graphicFrameChg>
      </pc:sldChg>
      <pc:sldChg chg="modSp add mod">
        <pc:chgData name="欣捷" userId="b965477fa0aef5e6" providerId="LiveId" clId="{F58CB589-EA88-41E9-89B9-70387DC4BAF4}" dt="2021-04-20T09:27:31.804" v="693" actId="20577"/>
        <pc:sldMkLst>
          <pc:docMk/>
          <pc:sldMk cId="500657596" sldId="1150"/>
        </pc:sldMkLst>
        <pc:graphicFrameChg chg="modGraphic">
          <ac:chgData name="欣捷" userId="b965477fa0aef5e6" providerId="LiveId" clId="{F58CB589-EA88-41E9-89B9-70387DC4BAF4}" dt="2021-04-20T09:27:31.804" v="693" actId="20577"/>
          <ac:graphicFrameMkLst>
            <pc:docMk/>
            <pc:sldMk cId="500657596" sldId="1150"/>
            <ac:graphicFrameMk id="7" creationId="{37CC3D40-8AD9-46E1-AFAB-E74C336F4304}"/>
          </ac:graphicFrameMkLst>
        </pc:graphicFrameChg>
      </pc:sldChg>
      <pc:sldChg chg="modSp add mod">
        <pc:chgData name="欣捷" userId="b965477fa0aef5e6" providerId="LiveId" clId="{F58CB589-EA88-41E9-89B9-70387DC4BAF4}" dt="2021-04-20T09:27:37.737" v="694" actId="20577"/>
        <pc:sldMkLst>
          <pc:docMk/>
          <pc:sldMk cId="3962178428" sldId="1151"/>
        </pc:sldMkLst>
        <pc:graphicFrameChg chg="modGraphic">
          <ac:chgData name="欣捷" userId="b965477fa0aef5e6" providerId="LiveId" clId="{F58CB589-EA88-41E9-89B9-70387DC4BAF4}" dt="2021-04-20T09:27:37.737" v="694" actId="20577"/>
          <ac:graphicFrameMkLst>
            <pc:docMk/>
            <pc:sldMk cId="3962178428" sldId="1151"/>
            <ac:graphicFrameMk id="7" creationId="{37CC3D40-8AD9-46E1-AFAB-E74C336F4304}"/>
          </ac:graphicFrameMkLst>
        </pc:graphicFrameChg>
      </pc:sldChg>
      <pc:sldChg chg="modSp add mod">
        <pc:chgData name="欣捷" userId="b965477fa0aef5e6" providerId="LiveId" clId="{F58CB589-EA88-41E9-89B9-70387DC4BAF4}" dt="2021-04-20T09:31:43.160" v="756" actId="6549"/>
        <pc:sldMkLst>
          <pc:docMk/>
          <pc:sldMk cId="389650025" sldId="1152"/>
        </pc:sldMkLst>
        <pc:graphicFrameChg chg="modGraphic">
          <ac:chgData name="欣捷" userId="b965477fa0aef5e6" providerId="LiveId" clId="{F58CB589-EA88-41E9-89B9-70387DC4BAF4}" dt="2021-04-20T09:31:43.160" v="756" actId="6549"/>
          <ac:graphicFrameMkLst>
            <pc:docMk/>
            <pc:sldMk cId="389650025" sldId="1152"/>
            <ac:graphicFrameMk id="7" creationId="{B82C7706-5A88-4F4C-BC2E-D88A3AE12F8A}"/>
          </ac:graphicFrameMkLst>
        </pc:graphicFrameChg>
      </pc:sldChg>
      <pc:sldChg chg="modSp add mod">
        <pc:chgData name="欣捷" userId="b965477fa0aef5e6" providerId="LiveId" clId="{F58CB589-EA88-41E9-89B9-70387DC4BAF4}" dt="2021-04-20T09:31:40.862" v="755" actId="6549"/>
        <pc:sldMkLst>
          <pc:docMk/>
          <pc:sldMk cId="235929361" sldId="1153"/>
        </pc:sldMkLst>
        <pc:graphicFrameChg chg="modGraphic">
          <ac:chgData name="欣捷" userId="b965477fa0aef5e6" providerId="LiveId" clId="{F58CB589-EA88-41E9-89B9-70387DC4BAF4}" dt="2021-04-20T09:31:40.862" v="755" actId="6549"/>
          <ac:graphicFrameMkLst>
            <pc:docMk/>
            <pc:sldMk cId="235929361" sldId="1153"/>
            <ac:graphicFrameMk id="7" creationId="{B82C7706-5A88-4F4C-BC2E-D88A3AE12F8A}"/>
          </ac:graphicFrameMkLst>
        </pc:graphicFrameChg>
      </pc:sldChg>
      <pc:sldChg chg="modSp add mod">
        <pc:chgData name="欣捷" userId="b965477fa0aef5e6" providerId="LiveId" clId="{F58CB589-EA88-41E9-89B9-70387DC4BAF4}" dt="2021-04-20T09:31:38.269" v="754" actId="6549"/>
        <pc:sldMkLst>
          <pc:docMk/>
          <pc:sldMk cId="4207039851" sldId="1154"/>
        </pc:sldMkLst>
        <pc:graphicFrameChg chg="modGraphic">
          <ac:chgData name="欣捷" userId="b965477fa0aef5e6" providerId="LiveId" clId="{F58CB589-EA88-41E9-89B9-70387DC4BAF4}" dt="2021-04-20T09:31:38.269" v="754" actId="6549"/>
          <ac:graphicFrameMkLst>
            <pc:docMk/>
            <pc:sldMk cId="4207039851" sldId="1154"/>
            <ac:graphicFrameMk id="7" creationId="{B82C7706-5A88-4F4C-BC2E-D88A3AE12F8A}"/>
          </ac:graphicFrameMkLst>
        </pc:graphicFrameChg>
      </pc:sldChg>
      <pc:sldChg chg="modSp add mod">
        <pc:chgData name="欣捷" userId="b965477fa0aef5e6" providerId="LiveId" clId="{F58CB589-EA88-41E9-89B9-70387DC4BAF4}" dt="2021-04-20T09:31:35.597" v="753" actId="6549"/>
        <pc:sldMkLst>
          <pc:docMk/>
          <pc:sldMk cId="77711967" sldId="1155"/>
        </pc:sldMkLst>
        <pc:graphicFrameChg chg="modGraphic">
          <ac:chgData name="欣捷" userId="b965477fa0aef5e6" providerId="LiveId" clId="{F58CB589-EA88-41E9-89B9-70387DC4BAF4}" dt="2021-04-20T09:31:35.597" v="753" actId="6549"/>
          <ac:graphicFrameMkLst>
            <pc:docMk/>
            <pc:sldMk cId="77711967" sldId="1155"/>
            <ac:graphicFrameMk id="7" creationId="{B82C7706-5A88-4F4C-BC2E-D88A3AE12F8A}"/>
          </ac:graphicFrameMkLst>
        </pc:graphicFrameChg>
      </pc:sldChg>
      <pc:sldChg chg="modSp add mod">
        <pc:chgData name="欣捷" userId="b965477fa0aef5e6" providerId="LiveId" clId="{F58CB589-EA88-41E9-89B9-70387DC4BAF4}" dt="2021-04-20T09:31:33.341" v="752" actId="6549"/>
        <pc:sldMkLst>
          <pc:docMk/>
          <pc:sldMk cId="1749343738" sldId="1156"/>
        </pc:sldMkLst>
        <pc:graphicFrameChg chg="modGraphic">
          <ac:chgData name="欣捷" userId="b965477fa0aef5e6" providerId="LiveId" clId="{F58CB589-EA88-41E9-89B9-70387DC4BAF4}" dt="2021-04-20T09:31:33.341" v="752" actId="6549"/>
          <ac:graphicFrameMkLst>
            <pc:docMk/>
            <pc:sldMk cId="1749343738" sldId="1156"/>
            <ac:graphicFrameMk id="7" creationId="{B82C7706-5A88-4F4C-BC2E-D88A3AE12F8A}"/>
          </ac:graphicFrameMkLst>
        </pc:graphicFrameChg>
      </pc:sldChg>
      <pc:sldChg chg="modSp add mod">
        <pc:chgData name="欣捷" userId="b965477fa0aef5e6" providerId="LiveId" clId="{F58CB589-EA88-41E9-89B9-70387DC4BAF4}" dt="2021-04-20T09:31:30.622" v="751" actId="6549"/>
        <pc:sldMkLst>
          <pc:docMk/>
          <pc:sldMk cId="3747700626" sldId="1157"/>
        </pc:sldMkLst>
        <pc:graphicFrameChg chg="modGraphic">
          <ac:chgData name="欣捷" userId="b965477fa0aef5e6" providerId="LiveId" clId="{F58CB589-EA88-41E9-89B9-70387DC4BAF4}" dt="2021-04-20T09:31:30.622" v="751" actId="6549"/>
          <ac:graphicFrameMkLst>
            <pc:docMk/>
            <pc:sldMk cId="3747700626" sldId="1157"/>
            <ac:graphicFrameMk id="7" creationId="{B82C7706-5A88-4F4C-BC2E-D88A3AE12F8A}"/>
          </ac:graphicFrameMkLst>
        </pc:graphicFrameChg>
      </pc:sldChg>
      <pc:sldChg chg="modSp add mod">
        <pc:chgData name="欣捷" userId="b965477fa0aef5e6" providerId="LiveId" clId="{F58CB589-EA88-41E9-89B9-70387DC4BAF4}" dt="2021-04-20T09:31:27.771" v="750" actId="6549"/>
        <pc:sldMkLst>
          <pc:docMk/>
          <pc:sldMk cId="2813883607" sldId="1158"/>
        </pc:sldMkLst>
        <pc:graphicFrameChg chg="modGraphic">
          <ac:chgData name="欣捷" userId="b965477fa0aef5e6" providerId="LiveId" clId="{F58CB589-EA88-41E9-89B9-70387DC4BAF4}" dt="2021-04-20T09:31:27.771" v="750" actId="6549"/>
          <ac:graphicFrameMkLst>
            <pc:docMk/>
            <pc:sldMk cId="2813883607" sldId="1158"/>
            <ac:graphicFrameMk id="7" creationId="{B82C7706-5A88-4F4C-BC2E-D88A3AE12F8A}"/>
          </ac:graphicFrameMkLst>
        </pc:graphicFrameChg>
      </pc:sldChg>
    </pc:docChg>
  </pc:docChgLst>
  <pc:docChgLst>
    <pc:chgData name="欣捷 王" userId="b965477fa0aef5e6" providerId="LiveId" clId="{DDEBAF8B-00A9-4254-9480-257662CA3843}"/>
    <pc:docChg chg="undo redo custSel addSld delSld modSld sldOrd replTag">
      <pc:chgData name="欣捷 王" userId="b965477fa0aef5e6" providerId="LiveId" clId="{DDEBAF8B-00A9-4254-9480-257662CA3843}" dt="2024-06-06T15:38:18.431" v="8125"/>
      <pc:docMkLst>
        <pc:docMk/>
      </pc:docMkLst>
      <pc:sldChg chg="addSp delSp modSp mod modClrScheme chgLayout modNotesTx">
        <pc:chgData name="欣捷 王" userId="b965477fa0aef5e6" providerId="LiveId" clId="{DDEBAF8B-00A9-4254-9480-257662CA3843}" dt="2024-05-14T05:30:46.610" v="2416" actId="20577"/>
        <pc:sldMkLst>
          <pc:docMk/>
          <pc:sldMk cId="0" sldId="806"/>
        </pc:sldMkLst>
        <pc:spChg chg="mod ord">
          <ac:chgData name="欣捷 王" userId="b965477fa0aef5e6" providerId="LiveId" clId="{DDEBAF8B-00A9-4254-9480-257662CA3843}" dt="2024-05-14T05:16:10.676" v="1909" actId="700"/>
          <ac:spMkLst>
            <pc:docMk/>
            <pc:sldMk cId="0" sldId="806"/>
            <ac:spMk id="2" creationId="{759B56E9-AECC-0BD9-4777-CE29BBDAFAD6}"/>
          </ac:spMkLst>
        </pc:spChg>
        <pc:spChg chg="mod ord">
          <ac:chgData name="欣捷 王" userId="b965477fa0aef5e6" providerId="LiveId" clId="{DDEBAF8B-00A9-4254-9480-257662CA3843}" dt="2024-05-14T05:16:10.676" v="1909" actId="700"/>
          <ac:spMkLst>
            <pc:docMk/>
            <pc:sldMk cId="0" sldId="806"/>
            <ac:spMk id="3" creationId="{B468964E-479A-7217-6E5F-076C3D78C23D}"/>
          </ac:spMkLst>
        </pc:spChg>
        <pc:spChg chg="mod ord">
          <ac:chgData name="欣捷 王" userId="b965477fa0aef5e6" providerId="LiveId" clId="{DDEBAF8B-00A9-4254-9480-257662CA3843}" dt="2024-05-14T05:16:10.676" v="1909" actId="700"/>
          <ac:spMkLst>
            <pc:docMk/>
            <pc:sldMk cId="0" sldId="806"/>
            <ac:spMk id="4" creationId="{419489D4-F303-EC61-BC01-6E87347FD1F9}"/>
          </ac:spMkLst>
        </pc:spChg>
        <pc:spChg chg="add del mod">
          <ac:chgData name="欣捷 王" userId="b965477fa0aef5e6" providerId="LiveId" clId="{DDEBAF8B-00A9-4254-9480-257662CA3843}" dt="2024-05-14T05:16:10.676" v="1909" actId="700"/>
          <ac:spMkLst>
            <pc:docMk/>
            <pc:sldMk cId="0" sldId="806"/>
            <ac:spMk id="6" creationId="{B7271B5F-A6DA-F599-C7F6-C1CE127E6D05}"/>
          </ac:spMkLst>
        </pc:spChg>
        <pc:spChg chg="add mod">
          <ac:chgData name="欣捷 王" userId="b965477fa0aef5e6" providerId="LiveId" clId="{DDEBAF8B-00A9-4254-9480-257662CA3843}" dt="2024-05-14T05:16:08.544" v="1908"/>
          <ac:spMkLst>
            <pc:docMk/>
            <pc:sldMk cId="0" sldId="806"/>
            <ac:spMk id="7" creationId="{5ED26B74-9CB4-4D9F-CD3A-C525C312BCA1}"/>
          </ac:spMkLst>
        </pc:spChg>
        <pc:spChg chg="mod ord">
          <ac:chgData name="欣捷 王" userId="b965477fa0aef5e6" providerId="LiveId" clId="{DDEBAF8B-00A9-4254-9480-257662CA3843}" dt="2024-05-14T05:16:10.676" v="1909" actId="700"/>
          <ac:spMkLst>
            <pc:docMk/>
            <pc:sldMk cId="0" sldId="806"/>
            <ac:spMk id="7170" creationId="{F59E4CE3-E997-42B9-B452-3EF935B83F63}"/>
          </ac:spMkLst>
        </pc:spChg>
        <pc:spChg chg="del">
          <ac:chgData name="欣捷 王" userId="b965477fa0aef5e6" providerId="LiveId" clId="{DDEBAF8B-00A9-4254-9480-257662CA3843}" dt="2024-05-14T05:16:08.039" v="1907" actId="478"/>
          <ac:spMkLst>
            <pc:docMk/>
            <pc:sldMk cId="0" sldId="806"/>
            <ac:spMk id="7171" creationId="{E3E7636B-6B2E-4C4C-9D06-CB1B229FC268}"/>
          </ac:spMkLst>
        </pc:spChg>
      </pc:sldChg>
      <pc:sldChg chg="del">
        <pc:chgData name="欣捷 王" userId="b965477fa0aef5e6" providerId="LiveId" clId="{DDEBAF8B-00A9-4254-9480-257662CA3843}" dt="2024-05-14T07:21:47.375" v="2700" actId="47"/>
        <pc:sldMkLst>
          <pc:docMk/>
          <pc:sldMk cId="0" sldId="807"/>
        </pc:sldMkLst>
      </pc:sldChg>
      <pc:sldChg chg="del">
        <pc:chgData name="欣捷 王" userId="b965477fa0aef5e6" providerId="LiveId" clId="{DDEBAF8B-00A9-4254-9480-257662CA3843}" dt="2024-05-14T06:52:40.030" v="2528" actId="47"/>
        <pc:sldMkLst>
          <pc:docMk/>
          <pc:sldMk cId="0" sldId="808"/>
        </pc:sldMkLst>
      </pc:sldChg>
      <pc:sldChg chg="addSp delSp modSp mod ord modAnim modNotesTx">
        <pc:chgData name="欣捷 王" userId="b965477fa0aef5e6" providerId="LiveId" clId="{DDEBAF8B-00A9-4254-9480-257662CA3843}" dt="2024-05-16T12:14:06.358" v="8005" actId="20577"/>
        <pc:sldMkLst>
          <pc:docMk/>
          <pc:sldMk cId="0" sldId="809"/>
        </pc:sldMkLst>
        <pc:spChg chg="add mod topLvl">
          <ac:chgData name="欣捷 王" userId="b965477fa0aef5e6" providerId="LiveId" clId="{DDEBAF8B-00A9-4254-9480-257662CA3843}" dt="2024-05-14T15:06:45.885" v="5664" actId="1076"/>
          <ac:spMkLst>
            <pc:docMk/>
            <pc:sldMk cId="0" sldId="809"/>
            <ac:spMk id="6" creationId="{325CDA0F-490D-829A-0EFB-87EEE11BD8E9}"/>
          </ac:spMkLst>
        </pc:spChg>
        <pc:spChg chg="add mod topLvl">
          <ac:chgData name="欣捷 王" userId="b965477fa0aef5e6" providerId="LiveId" clId="{DDEBAF8B-00A9-4254-9480-257662CA3843}" dt="2024-05-14T15:06:45.885" v="5664" actId="1076"/>
          <ac:spMkLst>
            <pc:docMk/>
            <pc:sldMk cId="0" sldId="809"/>
            <ac:spMk id="8" creationId="{93E17B61-93D1-57B0-D9B6-11E0FE3618F5}"/>
          </ac:spMkLst>
        </pc:spChg>
        <pc:spChg chg="add mod topLvl">
          <ac:chgData name="欣捷 王" userId="b965477fa0aef5e6" providerId="LiveId" clId="{DDEBAF8B-00A9-4254-9480-257662CA3843}" dt="2024-05-14T15:06:45.885" v="5664" actId="1076"/>
          <ac:spMkLst>
            <pc:docMk/>
            <pc:sldMk cId="0" sldId="809"/>
            <ac:spMk id="9" creationId="{1D21C442-CE19-C931-66D8-92C51035DEA7}"/>
          </ac:spMkLst>
        </pc:spChg>
        <pc:spChg chg="add mod topLvl">
          <ac:chgData name="欣捷 王" userId="b965477fa0aef5e6" providerId="LiveId" clId="{DDEBAF8B-00A9-4254-9480-257662CA3843}" dt="2024-05-14T15:06:45.885" v="5664" actId="1076"/>
          <ac:spMkLst>
            <pc:docMk/>
            <pc:sldMk cId="0" sldId="809"/>
            <ac:spMk id="10" creationId="{DD0B0B62-C392-8149-CAB6-32EC81B67C4D}"/>
          </ac:spMkLst>
        </pc:spChg>
        <pc:spChg chg="add mod topLvl">
          <ac:chgData name="欣捷 王" userId="b965477fa0aef5e6" providerId="LiveId" clId="{DDEBAF8B-00A9-4254-9480-257662CA3843}" dt="2024-05-14T15:06:45.885" v="5664" actId="1076"/>
          <ac:spMkLst>
            <pc:docMk/>
            <pc:sldMk cId="0" sldId="809"/>
            <ac:spMk id="11" creationId="{8E95DC33-4ED5-6415-AEAA-98CC281F0F80}"/>
          </ac:spMkLst>
        </pc:spChg>
        <pc:spChg chg="add mod topLvl">
          <ac:chgData name="欣捷 王" userId="b965477fa0aef5e6" providerId="LiveId" clId="{DDEBAF8B-00A9-4254-9480-257662CA3843}" dt="2024-05-14T15:06:45.885" v="5664" actId="1076"/>
          <ac:spMkLst>
            <pc:docMk/>
            <pc:sldMk cId="0" sldId="809"/>
            <ac:spMk id="12" creationId="{C648DF62-DC46-8EB8-A0E1-51818EBD6F13}"/>
          </ac:spMkLst>
        </pc:spChg>
        <pc:spChg chg="add mod topLvl">
          <ac:chgData name="欣捷 王" userId="b965477fa0aef5e6" providerId="LiveId" clId="{DDEBAF8B-00A9-4254-9480-257662CA3843}" dt="2024-05-14T15:06:45.885" v="5664" actId="1076"/>
          <ac:spMkLst>
            <pc:docMk/>
            <pc:sldMk cId="0" sldId="809"/>
            <ac:spMk id="13" creationId="{5FAFC938-E0DF-387C-31C5-8D36E7C35137}"/>
          </ac:spMkLst>
        </pc:spChg>
        <pc:spChg chg="mod">
          <ac:chgData name="欣捷 王" userId="b965477fa0aef5e6" providerId="LiveId" clId="{DDEBAF8B-00A9-4254-9480-257662CA3843}" dt="2024-05-14T15:09:09.290" v="5702"/>
          <ac:spMkLst>
            <pc:docMk/>
            <pc:sldMk cId="0" sldId="809"/>
            <ac:spMk id="15363" creationId="{3159D4C9-563E-49E9-8F81-3D6599EA2E97}"/>
          </ac:spMkLst>
        </pc:spChg>
        <pc:grpChg chg="add del mod">
          <ac:chgData name="欣捷 王" userId="b965477fa0aef5e6" providerId="LiveId" clId="{DDEBAF8B-00A9-4254-9480-257662CA3843}" dt="2024-05-14T08:21:54.100" v="2966" actId="165"/>
          <ac:grpSpMkLst>
            <pc:docMk/>
            <pc:sldMk cId="0" sldId="809"/>
            <ac:grpSpMk id="14" creationId="{746A0289-8564-069B-7E83-3181207C5DA6}"/>
          </ac:grpSpMkLst>
        </pc:grpChg>
        <pc:grpChg chg="add mod">
          <ac:chgData name="欣捷 王" userId="b965477fa0aef5e6" providerId="LiveId" clId="{DDEBAF8B-00A9-4254-9480-257662CA3843}" dt="2024-05-14T15:06:45.885" v="5664" actId="1076"/>
          <ac:grpSpMkLst>
            <pc:docMk/>
            <pc:sldMk cId="0" sldId="809"/>
            <ac:grpSpMk id="21" creationId="{D7BF3692-586A-0A18-8C5E-59AF5B6589A0}"/>
          </ac:grpSpMkLst>
        </pc:grpChg>
        <pc:graphicFrameChg chg="add mod modGraphic">
          <ac:chgData name="欣捷 王" userId="b965477fa0aef5e6" providerId="LiveId" clId="{DDEBAF8B-00A9-4254-9480-257662CA3843}" dt="2024-05-14T15:06:45.885" v="5664" actId="1076"/>
          <ac:graphicFrameMkLst>
            <pc:docMk/>
            <pc:sldMk cId="0" sldId="809"/>
            <ac:graphicFrameMk id="5" creationId="{C4A71680-ABEA-52D8-F651-F32452AF6B5D}"/>
          </ac:graphicFrameMkLst>
        </pc:graphicFrameChg>
        <pc:graphicFrameChg chg="del">
          <ac:chgData name="欣捷 王" userId="b965477fa0aef5e6" providerId="LiveId" clId="{DDEBAF8B-00A9-4254-9480-257662CA3843}" dt="2024-05-14T07:29:17.295" v="2819" actId="478"/>
          <ac:graphicFrameMkLst>
            <pc:docMk/>
            <pc:sldMk cId="0" sldId="809"/>
            <ac:graphicFrameMk id="7" creationId="{77D47A9E-4D8A-4B6D-9292-77CE34BCB8F3}"/>
          </ac:graphicFrameMkLst>
        </pc:graphicFrameChg>
        <pc:cxnChg chg="add mod">
          <ac:chgData name="欣捷 王" userId="b965477fa0aef5e6" providerId="LiveId" clId="{DDEBAF8B-00A9-4254-9480-257662CA3843}" dt="2024-05-14T15:06:45.885" v="5664" actId="1076"/>
          <ac:cxnSpMkLst>
            <pc:docMk/>
            <pc:sldMk cId="0" sldId="809"/>
            <ac:cxnSpMk id="16" creationId="{BD8477F9-B2AE-ED1D-61FD-BDAE62BD6707}"/>
          </ac:cxnSpMkLst>
        </pc:cxnChg>
        <pc:cxnChg chg="add mod">
          <ac:chgData name="欣捷 王" userId="b965477fa0aef5e6" providerId="LiveId" clId="{DDEBAF8B-00A9-4254-9480-257662CA3843}" dt="2024-05-14T15:06:45.885" v="5664" actId="1076"/>
          <ac:cxnSpMkLst>
            <pc:docMk/>
            <pc:sldMk cId="0" sldId="809"/>
            <ac:cxnSpMk id="17" creationId="{1091CF2E-7CCD-FE54-A1FA-482EDA808DA1}"/>
          </ac:cxnSpMkLst>
        </pc:cxnChg>
      </pc:sldChg>
      <pc:sldChg chg="del">
        <pc:chgData name="欣捷 王" userId="b965477fa0aef5e6" providerId="LiveId" clId="{DDEBAF8B-00A9-4254-9480-257662CA3843}" dt="2024-05-14T15:18:59.356" v="5826" actId="47"/>
        <pc:sldMkLst>
          <pc:docMk/>
          <pc:sldMk cId="0" sldId="810"/>
        </pc:sldMkLst>
      </pc:sldChg>
      <pc:sldChg chg="modSp add del mod modNotesTx">
        <pc:chgData name="欣捷 王" userId="b965477fa0aef5e6" providerId="LiveId" clId="{DDEBAF8B-00A9-4254-9480-257662CA3843}" dt="2024-05-14T06:12:17.519" v="2442" actId="47"/>
        <pc:sldMkLst>
          <pc:docMk/>
          <pc:sldMk cId="0" sldId="836"/>
        </pc:sldMkLst>
        <pc:spChg chg="mod">
          <ac:chgData name="欣捷 王" userId="b965477fa0aef5e6" providerId="LiveId" clId="{DDEBAF8B-00A9-4254-9480-257662CA3843}" dt="2024-05-14T06:11:43.925" v="2434" actId="21"/>
          <ac:spMkLst>
            <pc:docMk/>
            <pc:sldMk cId="0" sldId="836"/>
            <ac:spMk id="8195" creationId="{E5A0D429-AB1A-48A7-A01E-08C9F1AFE1F2}"/>
          </ac:spMkLst>
        </pc:spChg>
      </pc:sldChg>
      <pc:sldChg chg="del modNotesTx">
        <pc:chgData name="欣捷 王" userId="b965477fa0aef5e6" providerId="LiveId" clId="{DDEBAF8B-00A9-4254-9480-257662CA3843}" dt="2024-05-14T09:12:58.922" v="3691" actId="47"/>
        <pc:sldMkLst>
          <pc:docMk/>
          <pc:sldMk cId="0" sldId="837"/>
        </pc:sldMkLst>
      </pc:sldChg>
      <pc:sldChg chg="addSp delSp modSp del mod">
        <pc:chgData name="欣捷 王" userId="b965477fa0aef5e6" providerId="LiveId" clId="{DDEBAF8B-00A9-4254-9480-257662CA3843}" dt="2024-05-14T03:26:08.104" v="1898" actId="47"/>
        <pc:sldMkLst>
          <pc:docMk/>
          <pc:sldMk cId="0" sldId="851"/>
        </pc:sldMkLst>
        <pc:spChg chg="add del mod">
          <ac:chgData name="欣捷 王" userId="b965477fa0aef5e6" providerId="LiveId" clId="{DDEBAF8B-00A9-4254-9480-257662CA3843}" dt="2024-05-14T02:41:44.344" v="1340" actId="478"/>
          <ac:spMkLst>
            <pc:docMk/>
            <pc:sldMk cId="0" sldId="851"/>
            <ac:spMk id="5" creationId="{4B7F6646-2D82-2681-0D5C-8F5162DA598E}"/>
          </ac:spMkLst>
        </pc:spChg>
        <pc:spChg chg="add del mod">
          <ac:chgData name="欣捷 王" userId="b965477fa0aef5e6" providerId="LiveId" clId="{DDEBAF8B-00A9-4254-9480-257662CA3843}" dt="2024-05-14T02:41:42.285" v="1339" actId="478"/>
          <ac:spMkLst>
            <pc:docMk/>
            <pc:sldMk cId="0" sldId="851"/>
            <ac:spMk id="6" creationId="{B34C8523-74C1-E203-8938-A4ECCD45BCFC}"/>
          </ac:spMkLst>
        </pc:spChg>
        <pc:spChg chg="add mod">
          <ac:chgData name="欣捷 王" userId="b965477fa0aef5e6" providerId="LiveId" clId="{DDEBAF8B-00A9-4254-9480-257662CA3843}" dt="2024-05-06T10:08:44.225" v="1200"/>
          <ac:spMkLst>
            <pc:docMk/>
            <pc:sldMk cId="0" sldId="851"/>
            <ac:spMk id="7" creationId="{26FE0E10-6743-FD65-E469-552CF1848074}"/>
          </ac:spMkLst>
        </pc:spChg>
        <pc:spChg chg="add mod">
          <ac:chgData name="欣捷 王" userId="b965477fa0aef5e6" providerId="LiveId" clId="{DDEBAF8B-00A9-4254-9480-257662CA3843}" dt="2024-05-06T10:08:43.999" v="1184"/>
          <ac:spMkLst>
            <pc:docMk/>
            <pc:sldMk cId="0" sldId="851"/>
            <ac:spMk id="8" creationId="{8529466F-4889-BB76-80D0-08430A5C320F}"/>
          </ac:spMkLst>
        </pc:spChg>
        <pc:spChg chg="add mod">
          <ac:chgData name="欣捷 王" userId="b965477fa0aef5e6" providerId="LiveId" clId="{DDEBAF8B-00A9-4254-9480-257662CA3843}" dt="2024-05-06T10:08:43.719" v="1163"/>
          <ac:spMkLst>
            <pc:docMk/>
            <pc:sldMk cId="0" sldId="851"/>
            <ac:spMk id="9" creationId="{C6A39C79-83AB-6BE0-C8A2-A856DEBAD7E4}"/>
          </ac:spMkLst>
        </pc:spChg>
        <pc:spChg chg="add mod">
          <ac:chgData name="欣捷 王" userId="b965477fa0aef5e6" providerId="LiveId" clId="{DDEBAF8B-00A9-4254-9480-257662CA3843}" dt="2024-05-06T10:08:43.423" v="1137"/>
          <ac:spMkLst>
            <pc:docMk/>
            <pc:sldMk cId="0" sldId="851"/>
            <ac:spMk id="10" creationId="{F4E88C05-6728-B2D8-711E-5BE86FBD29C8}"/>
          </ac:spMkLst>
        </pc:spChg>
        <pc:spChg chg="add mod">
          <ac:chgData name="欣捷 王" userId="b965477fa0aef5e6" providerId="LiveId" clId="{DDEBAF8B-00A9-4254-9480-257662CA3843}" dt="2024-05-06T10:08:43.174" v="1106"/>
          <ac:spMkLst>
            <pc:docMk/>
            <pc:sldMk cId="0" sldId="851"/>
            <ac:spMk id="11" creationId="{0EE8E497-00AE-0799-DAD8-A3076E60DA19}"/>
          </ac:spMkLst>
        </pc:spChg>
        <pc:spChg chg="add mod">
          <ac:chgData name="欣捷 王" userId="b965477fa0aef5e6" providerId="LiveId" clId="{DDEBAF8B-00A9-4254-9480-257662CA3843}" dt="2024-05-06T10:08:42.904" v="1070"/>
          <ac:spMkLst>
            <pc:docMk/>
            <pc:sldMk cId="0" sldId="851"/>
            <ac:spMk id="12" creationId="{D7BEB480-A636-2FEA-8D41-D048A0ED4346}"/>
          </ac:spMkLst>
        </pc:spChg>
        <pc:spChg chg="add mod">
          <ac:chgData name="欣捷 王" userId="b965477fa0aef5e6" providerId="LiveId" clId="{DDEBAF8B-00A9-4254-9480-257662CA3843}" dt="2024-05-06T10:08:42.641" v="1029"/>
          <ac:spMkLst>
            <pc:docMk/>
            <pc:sldMk cId="0" sldId="851"/>
            <ac:spMk id="13" creationId="{00B99D42-E1E9-F516-333C-0B318FA1300B}"/>
          </ac:spMkLst>
        </pc:spChg>
        <pc:spChg chg="add mod">
          <ac:chgData name="欣捷 王" userId="b965477fa0aef5e6" providerId="LiveId" clId="{DDEBAF8B-00A9-4254-9480-257662CA3843}" dt="2024-05-06T10:08:42.432" v="983"/>
          <ac:spMkLst>
            <pc:docMk/>
            <pc:sldMk cId="0" sldId="851"/>
            <ac:spMk id="14" creationId="{CA7A5382-0230-FA97-4FC9-9688AE981C1F}"/>
          </ac:spMkLst>
        </pc:spChg>
        <pc:spChg chg="add mod">
          <ac:chgData name="欣捷 王" userId="b965477fa0aef5e6" providerId="LiveId" clId="{DDEBAF8B-00A9-4254-9480-257662CA3843}" dt="2024-05-06T10:08:42.173" v="932"/>
          <ac:spMkLst>
            <pc:docMk/>
            <pc:sldMk cId="0" sldId="851"/>
            <ac:spMk id="15" creationId="{E3031CAE-3D9B-EE93-B8DD-FB138C67C6A4}"/>
          </ac:spMkLst>
        </pc:spChg>
        <pc:spChg chg="add mod">
          <ac:chgData name="欣捷 王" userId="b965477fa0aef5e6" providerId="LiveId" clId="{DDEBAF8B-00A9-4254-9480-257662CA3843}" dt="2024-05-06T10:08:41.650" v="876"/>
          <ac:spMkLst>
            <pc:docMk/>
            <pc:sldMk cId="0" sldId="851"/>
            <ac:spMk id="16" creationId="{546106B8-F9BC-E55F-BD2C-451EAA5FF175}"/>
          </ac:spMkLst>
        </pc:spChg>
      </pc:sldChg>
      <pc:sldChg chg="modSp del mod">
        <pc:chgData name="欣捷 王" userId="b965477fa0aef5e6" providerId="LiveId" clId="{DDEBAF8B-00A9-4254-9480-257662CA3843}" dt="2024-05-14T06:55:18.039" v="2540" actId="47"/>
        <pc:sldMkLst>
          <pc:docMk/>
          <pc:sldMk cId="0" sldId="852"/>
        </pc:sldMkLst>
        <pc:spChg chg="mod">
          <ac:chgData name="欣捷 王" userId="b965477fa0aef5e6" providerId="LiveId" clId="{DDEBAF8B-00A9-4254-9480-257662CA3843}" dt="2024-05-14T06:55:13.335" v="2537" actId="21"/>
          <ac:spMkLst>
            <pc:docMk/>
            <pc:sldMk cId="0" sldId="852"/>
            <ac:spMk id="10243" creationId="{BFD33568-0E53-4A22-AAA8-A8CBDF897F5D}"/>
          </ac:spMkLst>
        </pc:spChg>
      </pc:sldChg>
      <pc:sldChg chg="modSp del mod">
        <pc:chgData name="欣捷 王" userId="b965477fa0aef5e6" providerId="LiveId" clId="{DDEBAF8B-00A9-4254-9480-257662CA3843}" dt="2024-05-14T15:15:05.425" v="5793" actId="47"/>
        <pc:sldMkLst>
          <pc:docMk/>
          <pc:sldMk cId="0" sldId="853"/>
        </pc:sldMkLst>
        <pc:spChg chg="mod">
          <ac:chgData name="欣捷 王" userId="b965477fa0aef5e6" providerId="LiveId" clId="{DDEBAF8B-00A9-4254-9480-257662CA3843}" dt="2024-05-14T15:14:16.267" v="5779" actId="21"/>
          <ac:spMkLst>
            <pc:docMk/>
            <pc:sldMk cId="0" sldId="853"/>
            <ac:spMk id="16387" creationId="{E05B54EF-BE90-49D3-ABAB-01C3737991AB}"/>
          </ac:spMkLst>
        </pc:spChg>
      </pc:sldChg>
      <pc:sldChg chg="modSp mod modNotesTx">
        <pc:chgData name="欣捷 王" userId="b965477fa0aef5e6" providerId="LiveId" clId="{DDEBAF8B-00A9-4254-9480-257662CA3843}" dt="2024-05-14T15:06:16.528" v="5656" actId="6549"/>
        <pc:sldMkLst>
          <pc:docMk/>
          <pc:sldMk cId="0" sldId="854"/>
        </pc:sldMkLst>
        <pc:spChg chg="mod">
          <ac:chgData name="欣捷 王" userId="b965477fa0aef5e6" providerId="LiveId" clId="{DDEBAF8B-00A9-4254-9480-257662CA3843}" dt="2024-05-14T15:05:28.180" v="5642"/>
          <ac:spMkLst>
            <pc:docMk/>
            <pc:sldMk cId="0" sldId="854"/>
            <ac:spMk id="32771" creationId="{6AF6DBA5-E617-4257-9FB7-553B7F460341}"/>
          </ac:spMkLst>
        </pc:spChg>
      </pc:sldChg>
      <pc:sldChg chg="addSp delSp modSp mod modAnim modNotesTx">
        <pc:chgData name="欣捷 王" userId="b965477fa0aef5e6" providerId="LiveId" clId="{DDEBAF8B-00A9-4254-9480-257662CA3843}" dt="2024-05-14T15:36:26.233" v="6038"/>
        <pc:sldMkLst>
          <pc:docMk/>
          <pc:sldMk cId="0" sldId="856"/>
        </pc:sldMkLst>
        <pc:spChg chg="add del mod">
          <ac:chgData name="欣捷 王" userId="b965477fa0aef5e6" providerId="LiveId" clId="{DDEBAF8B-00A9-4254-9480-257662CA3843}" dt="2024-05-14T15:31:52.483" v="5960" actId="478"/>
          <ac:spMkLst>
            <pc:docMk/>
            <pc:sldMk cId="0" sldId="856"/>
            <ac:spMk id="6" creationId="{FE5E9E1C-07FB-BDCC-B8E0-4B6D4B0465BD}"/>
          </ac:spMkLst>
        </pc:spChg>
        <pc:spChg chg="add del mod">
          <ac:chgData name="欣捷 王" userId="b965477fa0aef5e6" providerId="LiveId" clId="{DDEBAF8B-00A9-4254-9480-257662CA3843}" dt="2024-05-14T15:31:52.483" v="5960" actId="478"/>
          <ac:spMkLst>
            <pc:docMk/>
            <pc:sldMk cId="0" sldId="856"/>
            <ac:spMk id="7" creationId="{D7F329D6-F61E-E963-53EE-3582F7E0E441}"/>
          </ac:spMkLst>
        </pc:spChg>
        <pc:spChg chg="add del mod">
          <ac:chgData name="欣捷 王" userId="b965477fa0aef5e6" providerId="LiveId" clId="{DDEBAF8B-00A9-4254-9480-257662CA3843}" dt="2024-05-14T15:31:52.483" v="5960" actId="478"/>
          <ac:spMkLst>
            <pc:docMk/>
            <pc:sldMk cId="0" sldId="856"/>
            <ac:spMk id="8" creationId="{B8E05DA5-906A-B9F5-C650-5674563EBCB0}"/>
          </ac:spMkLst>
        </pc:spChg>
        <pc:spChg chg="add del mod">
          <ac:chgData name="欣捷 王" userId="b965477fa0aef5e6" providerId="LiveId" clId="{DDEBAF8B-00A9-4254-9480-257662CA3843}" dt="2024-05-14T15:31:52.483" v="5960" actId="478"/>
          <ac:spMkLst>
            <pc:docMk/>
            <pc:sldMk cId="0" sldId="856"/>
            <ac:spMk id="9" creationId="{56517E4C-44C2-7A64-11AC-12EDE9126162}"/>
          </ac:spMkLst>
        </pc:spChg>
        <pc:spChg chg="add del mod">
          <ac:chgData name="欣捷 王" userId="b965477fa0aef5e6" providerId="LiveId" clId="{DDEBAF8B-00A9-4254-9480-257662CA3843}" dt="2024-05-14T15:31:52.483" v="5960" actId="478"/>
          <ac:spMkLst>
            <pc:docMk/>
            <pc:sldMk cId="0" sldId="856"/>
            <ac:spMk id="10" creationId="{36D0F831-58BF-E927-8545-011918791F14}"/>
          </ac:spMkLst>
        </pc:spChg>
        <pc:spChg chg="add del mod">
          <ac:chgData name="欣捷 王" userId="b965477fa0aef5e6" providerId="LiveId" clId="{DDEBAF8B-00A9-4254-9480-257662CA3843}" dt="2024-05-14T15:31:52.483" v="5960" actId="478"/>
          <ac:spMkLst>
            <pc:docMk/>
            <pc:sldMk cId="0" sldId="856"/>
            <ac:spMk id="11" creationId="{B6F0B041-5EC5-17D4-1130-E4964B6E7C0B}"/>
          </ac:spMkLst>
        </pc:spChg>
        <pc:spChg chg="add mod topLvl">
          <ac:chgData name="欣捷 王" userId="b965477fa0aef5e6" providerId="LiveId" clId="{DDEBAF8B-00A9-4254-9480-257662CA3843}" dt="2024-05-14T15:35:06.005" v="6023" actId="1076"/>
          <ac:spMkLst>
            <pc:docMk/>
            <pc:sldMk cId="0" sldId="856"/>
            <ac:spMk id="12" creationId="{66F59105-328C-39AE-73C4-67A591862F23}"/>
          </ac:spMkLst>
        </pc:spChg>
        <pc:spChg chg="add mod topLvl">
          <ac:chgData name="欣捷 王" userId="b965477fa0aef5e6" providerId="LiveId" clId="{DDEBAF8B-00A9-4254-9480-257662CA3843}" dt="2024-05-14T15:35:06.005" v="6023" actId="1076"/>
          <ac:spMkLst>
            <pc:docMk/>
            <pc:sldMk cId="0" sldId="856"/>
            <ac:spMk id="13" creationId="{C909791A-F801-E13A-4A5E-F351B62570D7}"/>
          </ac:spMkLst>
        </pc:spChg>
        <pc:spChg chg="add mod topLvl">
          <ac:chgData name="欣捷 王" userId="b965477fa0aef5e6" providerId="LiveId" clId="{DDEBAF8B-00A9-4254-9480-257662CA3843}" dt="2024-05-14T15:35:06.005" v="6023" actId="1076"/>
          <ac:spMkLst>
            <pc:docMk/>
            <pc:sldMk cId="0" sldId="856"/>
            <ac:spMk id="14" creationId="{89012B67-19AD-2D65-6D91-3CCB932D981F}"/>
          </ac:spMkLst>
        </pc:spChg>
        <pc:spChg chg="add mod topLvl">
          <ac:chgData name="欣捷 王" userId="b965477fa0aef5e6" providerId="LiveId" clId="{DDEBAF8B-00A9-4254-9480-257662CA3843}" dt="2024-05-14T15:35:06.005" v="6023" actId="1076"/>
          <ac:spMkLst>
            <pc:docMk/>
            <pc:sldMk cId="0" sldId="856"/>
            <ac:spMk id="15" creationId="{B956A0A8-1D9B-B1F8-B5E1-3D8F05782D42}"/>
          </ac:spMkLst>
        </pc:spChg>
        <pc:spChg chg="add mod topLvl">
          <ac:chgData name="欣捷 王" userId="b965477fa0aef5e6" providerId="LiveId" clId="{DDEBAF8B-00A9-4254-9480-257662CA3843}" dt="2024-05-14T15:35:06.005" v="6023" actId="1076"/>
          <ac:spMkLst>
            <pc:docMk/>
            <pc:sldMk cId="0" sldId="856"/>
            <ac:spMk id="16" creationId="{839BA401-88FE-11AC-4D6A-831A342C904A}"/>
          </ac:spMkLst>
        </pc:spChg>
        <pc:spChg chg="add mod topLvl">
          <ac:chgData name="欣捷 王" userId="b965477fa0aef5e6" providerId="LiveId" clId="{DDEBAF8B-00A9-4254-9480-257662CA3843}" dt="2024-05-14T15:35:06.005" v="6023" actId="1076"/>
          <ac:spMkLst>
            <pc:docMk/>
            <pc:sldMk cId="0" sldId="856"/>
            <ac:spMk id="17" creationId="{86EE2392-A379-3844-58C5-65F1C7E82B61}"/>
          </ac:spMkLst>
        </pc:spChg>
        <pc:spChg chg="add mod topLvl">
          <ac:chgData name="欣捷 王" userId="b965477fa0aef5e6" providerId="LiveId" clId="{DDEBAF8B-00A9-4254-9480-257662CA3843}" dt="2024-05-14T15:35:06.005" v="6023" actId="1076"/>
          <ac:spMkLst>
            <pc:docMk/>
            <pc:sldMk cId="0" sldId="856"/>
            <ac:spMk id="18" creationId="{332408A1-3727-7F15-E037-A95029CE1121}"/>
          </ac:spMkLst>
        </pc:spChg>
        <pc:spChg chg="add mod topLvl">
          <ac:chgData name="欣捷 王" userId="b965477fa0aef5e6" providerId="LiveId" clId="{DDEBAF8B-00A9-4254-9480-257662CA3843}" dt="2024-05-14T15:35:13.132" v="6024" actId="207"/>
          <ac:spMkLst>
            <pc:docMk/>
            <pc:sldMk cId="0" sldId="856"/>
            <ac:spMk id="19" creationId="{4356D160-5475-CB44-8C9D-B67246E959F0}"/>
          </ac:spMkLst>
        </pc:spChg>
        <pc:spChg chg="add mod topLvl">
          <ac:chgData name="欣捷 王" userId="b965477fa0aef5e6" providerId="LiveId" clId="{DDEBAF8B-00A9-4254-9480-257662CA3843}" dt="2024-05-14T15:35:13.132" v="6024" actId="207"/>
          <ac:spMkLst>
            <pc:docMk/>
            <pc:sldMk cId="0" sldId="856"/>
            <ac:spMk id="20" creationId="{47C0A9A9-A2BC-1B38-A76F-9C4437692A6D}"/>
          </ac:spMkLst>
        </pc:spChg>
        <pc:spChg chg="add mod topLvl">
          <ac:chgData name="欣捷 王" userId="b965477fa0aef5e6" providerId="LiveId" clId="{DDEBAF8B-00A9-4254-9480-257662CA3843}" dt="2024-05-14T15:34:53.885" v="6019" actId="164"/>
          <ac:spMkLst>
            <pc:docMk/>
            <pc:sldMk cId="0" sldId="856"/>
            <ac:spMk id="21" creationId="{94EDA741-AE9F-4205-FB85-EBF2EEBAB4D0}"/>
          </ac:spMkLst>
        </pc:spChg>
        <pc:spChg chg="add mod topLvl">
          <ac:chgData name="欣捷 王" userId="b965477fa0aef5e6" providerId="LiveId" clId="{DDEBAF8B-00A9-4254-9480-257662CA3843}" dt="2024-05-14T15:35:13.132" v="6024" actId="207"/>
          <ac:spMkLst>
            <pc:docMk/>
            <pc:sldMk cId="0" sldId="856"/>
            <ac:spMk id="22" creationId="{D13F0557-643D-D6FC-00CC-D23E53EC5531}"/>
          </ac:spMkLst>
        </pc:spChg>
        <pc:spChg chg="add mod topLvl">
          <ac:chgData name="欣捷 王" userId="b965477fa0aef5e6" providerId="LiveId" clId="{DDEBAF8B-00A9-4254-9480-257662CA3843}" dt="2024-05-14T15:34:53.885" v="6019" actId="164"/>
          <ac:spMkLst>
            <pc:docMk/>
            <pc:sldMk cId="0" sldId="856"/>
            <ac:spMk id="23" creationId="{719F7178-AC92-9B71-8504-7D2ACD43850B}"/>
          </ac:spMkLst>
        </pc:spChg>
        <pc:spChg chg="add mod">
          <ac:chgData name="欣捷 王" userId="b965477fa0aef5e6" providerId="LiveId" clId="{DDEBAF8B-00A9-4254-9480-257662CA3843}" dt="2024-05-14T15:36:23.711" v="6037" actId="164"/>
          <ac:spMkLst>
            <pc:docMk/>
            <pc:sldMk cId="0" sldId="856"/>
            <ac:spMk id="27" creationId="{1FCD4652-88EE-5A19-C28F-B5705A799E7A}"/>
          </ac:spMkLst>
        </pc:spChg>
        <pc:spChg chg="add mod">
          <ac:chgData name="欣捷 王" userId="b965477fa0aef5e6" providerId="LiveId" clId="{DDEBAF8B-00A9-4254-9480-257662CA3843}" dt="2024-05-14T15:36:23.711" v="6037" actId="164"/>
          <ac:spMkLst>
            <pc:docMk/>
            <pc:sldMk cId="0" sldId="856"/>
            <ac:spMk id="28" creationId="{3FAC3763-A1D7-3A89-C395-421494890BA9}"/>
          </ac:spMkLst>
        </pc:spChg>
        <pc:spChg chg="add mod">
          <ac:chgData name="欣捷 王" userId="b965477fa0aef5e6" providerId="LiveId" clId="{DDEBAF8B-00A9-4254-9480-257662CA3843}" dt="2024-05-14T15:36:23.711" v="6037" actId="164"/>
          <ac:spMkLst>
            <pc:docMk/>
            <pc:sldMk cId="0" sldId="856"/>
            <ac:spMk id="29" creationId="{4DF198F7-A3FC-D2A6-AAE5-1BD8E65D6069}"/>
          </ac:spMkLst>
        </pc:spChg>
        <pc:spChg chg="add mod">
          <ac:chgData name="欣捷 王" userId="b965477fa0aef5e6" providerId="LiveId" clId="{DDEBAF8B-00A9-4254-9480-257662CA3843}" dt="2024-05-14T15:36:23.711" v="6037" actId="164"/>
          <ac:spMkLst>
            <pc:docMk/>
            <pc:sldMk cId="0" sldId="856"/>
            <ac:spMk id="30" creationId="{F18D0A62-08AE-5EB7-E260-B45378B9FBFC}"/>
          </ac:spMkLst>
        </pc:spChg>
        <pc:spChg chg="mod">
          <ac:chgData name="欣捷 王" userId="b965477fa0aef5e6" providerId="LiveId" clId="{DDEBAF8B-00A9-4254-9480-257662CA3843}" dt="2024-05-14T15:34:45.725" v="6017" actId="20577"/>
          <ac:spMkLst>
            <pc:docMk/>
            <pc:sldMk cId="0" sldId="856"/>
            <ac:spMk id="36867" creationId="{1740D62B-1C3D-49C8-9EE5-41D5BFFC9AC0}"/>
          </ac:spMkLst>
        </pc:spChg>
        <pc:grpChg chg="add del mod">
          <ac:chgData name="欣捷 王" userId="b965477fa0aef5e6" providerId="LiveId" clId="{DDEBAF8B-00A9-4254-9480-257662CA3843}" dt="2024-05-14T15:33:41.159" v="6004" actId="165"/>
          <ac:grpSpMkLst>
            <pc:docMk/>
            <pc:sldMk cId="0" sldId="856"/>
            <ac:grpSpMk id="24" creationId="{06ACFB6E-CD6F-A0A4-E244-DF48973853D6}"/>
          </ac:grpSpMkLst>
        </pc:grpChg>
        <pc:grpChg chg="add mod">
          <ac:chgData name="欣捷 王" userId="b965477fa0aef5e6" providerId="LiveId" clId="{DDEBAF8B-00A9-4254-9480-257662CA3843}" dt="2024-05-14T15:35:06.005" v="6023" actId="1076"/>
          <ac:grpSpMkLst>
            <pc:docMk/>
            <pc:sldMk cId="0" sldId="856"/>
            <ac:grpSpMk id="25" creationId="{FAD8D99F-6DCE-4133-709C-280360661F1C}"/>
          </ac:grpSpMkLst>
        </pc:grpChg>
        <pc:grpChg chg="add mod">
          <ac:chgData name="欣捷 王" userId="b965477fa0aef5e6" providerId="LiveId" clId="{DDEBAF8B-00A9-4254-9480-257662CA3843}" dt="2024-05-14T15:34:53.885" v="6019" actId="164"/>
          <ac:grpSpMkLst>
            <pc:docMk/>
            <pc:sldMk cId="0" sldId="856"/>
            <ac:grpSpMk id="26" creationId="{49DA27E1-D0E0-6E0B-B63F-F189876EB5DF}"/>
          </ac:grpSpMkLst>
        </pc:grpChg>
        <pc:grpChg chg="add mod">
          <ac:chgData name="欣捷 王" userId="b965477fa0aef5e6" providerId="LiveId" clId="{DDEBAF8B-00A9-4254-9480-257662CA3843}" dt="2024-05-14T15:36:23.711" v="6037" actId="164"/>
          <ac:grpSpMkLst>
            <pc:docMk/>
            <pc:sldMk cId="0" sldId="856"/>
            <ac:grpSpMk id="31" creationId="{62E240CC-9BC4-9643-8C11-AC31682B8976}"/>
          </ac:grpSpMkLst>
        </pc:grpChg>
        <pc:graphicFrameChg chg="add mod modGraphic">
          <ac:chgData name="欣捷 王" userId="b965477fa0aef5e6" providerId="LiveId" clId="{DDEBAF8B-00A9-4254-9480-257662CA3843}" dt="2024-05-14T15:33:54.050" v="6006" actId="1076"/>
          <ac:graphicFrameMkLst>
            <pc:docMk/>
            <pc:sldMk cId="0" sldId="856"/>
            <ac:graphicFrameMk id="5" creationId="{D9C7D32F-D5D1-7E65-9C9C-D551D24E50DE}"/>
          </ac:graphicFrameMkLst>
        </pc:graphicFrameChg>
      </pc:sldChg>
      <pc:sldChg chg="addSp modSp mod">
        <pc:chgData name="欣捷 王" userId="b965477fa0aef5e6" providerId="LiveId" clId="{DDEBAF8B-00A9-4254-9480-257662CA3843}" dt="2024-05-15T13:36:36.588" v="6141"/>
        <pc:sldMkLst>
          <pc:docMk/>
          <pc:sldMk cId="0" sldId="857"/>
        </pc:sldMkLst>
        <pc:spChg chg="mod">
          <ac:chgData name="欣捷 王" userId="b965477fa0aef5e6" providerId="LiveId" clId="{DDEBAF8B-00A9-4254-9480-257662CA3843}" dt="2024-05-14T16:05:27.888" v="6058" actId="20577"/>
          <ac:spMkLst>
            <pc:docMk/>
            <pc:sldMk cId="0" sldId="857"/>
            <ac:spMk id="37891" creationId="{9A3426E9-E596-448B-89A2-8EC00A88BB7F}"/>
          </ac:spMkLst>
        </pc:spChg>
        <pc:graphicFrameChg chg="mod modGraphic">
          <ac:chgData name="欣捷 王" userId="b965477fa0aef5e6" providerId="LiveId" clId="{DDEBAF8B-00A9-4254-9480-257662CA3843}" dt="2024-05-14T16:06:08.151" v="6068" actId="1035"/>
          <ac:graphicFrameMkLst>
            <pc:docMk/>
            <pc:sldMk cId="0" sldId="857"/>
            <ac:graphicFrameMk id="48" creationId="{94BB3912-C90B-4626-B1DE-7F2EFAD062A3}"/>
          </ac:graphicFrameMkLst>
        </pc:graphicFrameChg>
        <pc:picChg chg="add mod">
          <ac:chgData name="欣捷 王" userId="b965477fa0aef5e6" providerId="LiveId" clId="{DDEBAF8B-00A9-4254-9480-257662CA3843}" dt="2024-05-15T13:36:36.588" v="6141"/>
          <ac:picMkLst>
            <pc:docMk/>
            <pc:sldMk cId="0" sldId="857"/>
            <ac:picMk id="5" creationId="{1B41CE87-2917-F2B0-A940-1E2AF01E6AC4}"/>
          </ac:picMkLst>
        </pc:picChg>
      </pc:sldChg>
      <pc:sldChg chg="addSp modSp mod modAnim">
        <pc:chgData name="欣捷 王" userId="b965477fa0aef5e6" providerId="LiveId" clId="{DDEBAF8B-00A9-4254-9480-257662CA3843}" dt="2024-05-15T13:40:00.804" v="6188"/>
        <pc:sldMkLst>
          <pc:docMk/>
          <pc:sldMk cId="0" sldId="865"/>
        </pc:sldMkLst>
        <pc:spChg chg="add mod">
          <ac:chgData name="欣捷 王" userId="b965477fa0aef5e6" providerId="LiveId" clId="{DDEBAF8B-00A9-4254-9480-257662CA3843}" dt="2024-05-15T13:39:46.734" v="6187" actId="403"/>
          <ac:spMkLst>
            <pc:docMk/>
            <pc:sldMk cId="0" sldId="865"/>
            <ac:spMk id="5" creationId="{A9622D0D-E119-465E-856B-3CF95B16EB07}"/>
          </ac:spMkLst>
        </pc:spChg>
      </pc:sldChg>
      <pc:sldChg chg="modSp del modAnim">
        <pc:chgData name="欣捷 王" userId="b965477fa0aef5e6" providerId="LiveId" clId="{DDEBAF8B-00A9-4254-9480-257662CA3843}" dt="2024-05-15T13:40:16.640" v="6189" actId="47"/>
        <pc:sldMkLst>
          <pc:docMk/>
          <pc:sldMk cId="0" sldId="866"/>
        </pc:sldMkLst>
        <pc:spChg chg="mod">
          <ac:chgData name="欣捷 王" userId="b965477fa0aef5e6" providerId="LiveId" clId="{DDEBAF8B-00A9-4254-9480-257662CA3843}" dt="2024-05-14T16:09:49.116" v="6093" actId="20577"/>
          <ac:spMkLst>
            <pc:docMk/>
            <pc:sldMk cId="0" sldId="866"/>
            <ac:spMk id="48131" creationId="{8083CCDF-0D0A-4C1F-9A70-1BE3CAC9E68C}"/>
          </ac:spMkLst>
        </pc:spChg>
      </pc:sldChg>
      <pc:sldChg chg="del ord">
        <pc:chgData name="欣捷 王" userId="b965477fa0aef5e6" providerId="LiveId" clId="{DDEBAF8B-00A9-4254-9480-257662CA3843}" dt="2024-05-14T07:21:43.286" v="2699" actId="47"/>
        <pc:sldMkLst>
          <pc:docMk/>
          <pc:sldMk cId="0" sldId="909"/>
        </pc:sldMkLst>
      </pc:sldChg>
      <pc:sldChg chg="addSp delSp modSp add del mod modClrScheme modAnim chgLayout">
        <pc:chgData name="欣捷 王" userId="b965477fa0aef5e6" providerId="LiveId" clId="{DDEBAF8B-00A9-4254-9480-257662CA3843}" dt="2024-05-14T15:15:34.555" v="5799"/>
        <pc:sldMkLst>
          <pc:docMk/>
          <pc:sldMk cId="0" sldId="910"/>
        </pc:sldMkLst>
        <pc:spChg chg="mod ord">
          <ac:chgData name="欣捷 王" userId="b965477fa0aef5e6" providerId="LiveId" clId="{DDEBAF8B-00A9-4254-9480-257662CA3843}" dt="2024-05-14T06:59:28.378" v="2587" actId="700"/>
          <ac:spMkLst>
            <pc:docMk/>
            <pc:sldMk cId="0" sldId="910"/>
            <ac:spMk id="2" creationId="{52D389AC-BDEA-D3C6-7FE9-4C645AA230BE}"/>
          </ac:spMkLst>
        </pc:spChg>
        <pc:spChg chg="mod ord">
          <ac:chgData name="欣捷 王" userId="b965477fa0aef5e6" providerId="LiveId" clId="{DDEBAF8B-00A9-4254-9480-257662CA3843}" dt="2024-05-14T06:59:28.378" v="2587" actId="700"/>
          <ac:spMkLst>
            <pc:docMk/>
            <pc:sldMk cId="0" sldId="910"/>
            <ac:spMk id="3" creationId="{041BCFC7-6F7B-5835-08CC-CB92A50D0BC4}"/>
          </ac:spMkLst>
        </pc:spChg>
        <pc:spChg chg="mod ord">
          <ac:chgData name="欣捷 王" userId="b965477fa0aef5e6" providerId="LiveId" clId="{DDEBAF8B-00A9-4254-9480-257662CA3843}" dt="2024-05-14T06:59:28.378" v="2587" actId="700"/>
          <ac:spMkLst>
            <pc:docMk/>
            <pc:sldMk cId="0" sldId="910"/>
            <ac:spMk id="4" creationId="{F7E4F9DE-2458-D2A6-A994-469B0BE7DFF2}"/>
          </ac:spMkLst>
        </pc:spChg>
        <pc:spChg chg="mod ord">
          <ac:chgData name="欣捷 王" userId="b965477fa0aef5e6" providerId="LiveId" clId="{DDEBAF8B-00A9-4254-9480-257662CA3843}" dt="2024-05-14T06:59:28.378" v="2587" actId="700"/>
          <ac:spMkLst>
            <pc:docMk/>
            <pc:sldMk cId="0" sldId="910"/>
            <ac:spMk id="17410" creationId="{56B6CD14-5853-4322-8107-28381D8B7832}"/>
          </ac:spMkLst>
        </pc:spChg>
        <pc:spChg chg="mod ord">
          <ac:chgData name="欣捷 王" userId="b965477fa0aef5e6" providerId="LiveId" clId="{DDEBAF8B-00A9-4254-9480-257662CA3843}" dt="2024-05-14T15:14:47.199" v="5787" actId="207"/>
          <ac:spMkLst>
            <pc:docMk/>
            <pc:sldMk cId="0" sldId="910"/>
            <ac:spMk id="17411" creationId="{34CAD800-BC8F-4424-8AA8-3589C809255A}"/>
          </ac:spMkLst>
        </pc:spChg>
        <pc:spChg chg="mod topLvl">
          <ac:chgData name="欣捷 王" userId="b965477fa0aef5e6" providerId="LiveId" clId="{DDEBAF8B-00A9-4254-9480-257662CA3843}" dt="2024-05-14T15:15:32.835" v="5798" actId="164"/>
          <ac:spMkLst>
            <pc:docMk/>
            <pc:sldMk cId="0" sldId="910"/>
            <ac:spMk id="17413" creationId="{2E32C845-AD6F-4A41-9F99-E2FD462FCA7A}"/>
          </ac:spMkLst>
        </pc:spChg>
        <pc:spChg chg="mod topLvl">
          <ac:chgData name="欣捷 王" userId="b965477fa0aef5e6" providerId="LiveId" clId="{DDEBAF8B-00A9-4254-9480-257662CA3843}" dt="2024-05-14T15:15:32.835" v="5798" actId="164"/>
          <ac:spMkLst>
            <pc:docMk/>
            <pc:sldMk cId="0" sldId="910"/>
            <ac:spMk id="17414" creationId="{8872B94E-46DB-46A9-B60D-A3AF7FCE3BCC}"/>
          </ac:spMkLst>
        </pc:spChg>
        <pc:spChg chg="mod topLvl">
          <ac:chgData name="欣捷 王" userId="b965477fa0aef5e6" providerId="LiveId" clId="{DDEBAF8B-00A9-4254-9480-257662CA3843}" dt="2024-05-14T15:15:32.835" v="5798" actId="164"/>
          <ac:spMkLst>
            <pc:docMk/>
            <pc:sldMk cId="0" sldId="910"/>
            <ac:spMk id="17415" creationId="{239C88F1-453D-4E80-A2B9-6528767ACCCC}"/>
          </ac:spMkLst>
        </pc:spChg>
        <pc:spChg chg="mod topLvl">
          <ac:chgData name="欣捷 王" userId="b965477fa0aef5e6" providerId="LiveId" clId="{DDEBAF8B-00A9-4254-9480-257662CA3843}" dt="2024-05-14T15:15:32.835" v="5798" actId="164"/>
          <ac:spMkLst>
            <pc:docMk/>
            <pc:sldMk cId="0" sldId="910"/>
            <ac:spMk id="17416" creationId="{CA93CF1C-726F-49D8-B6B3-3FD964BB1690}"/>
          </ac:spMkLst>
        </pc:spChg>
        <pc:spChg chg="mod topLvl">
          <ac:chgData name="欣捷 王" userId="b965477fa0aef5e6" providerId="LiveId" clId="{DDEBAF8B-00A9-4254-9480-257662CA3843}" dt="2024-05-14T15:15:32.835" v="5798" actId="164"/>
          <ac:spMkLst>
            <pc:docMk/>
            <pc:sldMk cId="0" sldId="910"/>
            <ac:spMk id="17417" creationId="{A0A67F62-D467-4DCA-9F61-8817DF608936}"/>
          </ac:spMkLst>
        </pc:spChg>
        <pc:spChg chg="mod topLvl">
          <ac:chgData name="欣捷 王" userId="b965477fa0aef5e6" providerId="LiveId" clId="{DDEBAF8B-00A9-4254-9480-257662CA3843}" dt="2024-05-14T15:15:32.835" v="5798" actId="164"/>
          <ac:spMkLst>
            <pc:docMk/>
            <pc:sldMk cId="0" sldId="910"/>
            <ac:spMk id="17418" creationId="{1D343D96-13CB-436E-AAE2-1DD0188E8D37}"/>
          </ac:spMkLst>
        </pc:spChg>
        <pc:spChg chg="mod topLvl">
          <ac:chgData name="欣捷 王" userId="b965477fa0aef5e6" providerId="LiveId" clId="{DDEBAF8B-00A9-4254-9480-257662CA3843}" dt="2024-05-14T15:15:32.835" v="5798" actId="164"/>
          <ac:spMkLst>
            <pc:docMk/>
            <pc:sldMk cId="0" sldId="910"/>
            <ac:spMk id="17419" creationId="{2CAE0812-A677-42D6-9F2E-6A0FAC0238A2}"/>
          </ac:spMkLst>
        </pc:spChg>
        <pc:spChg chg="mod topLvl">
          <ac:chgData name="欣捷 王" userId="b965477fa0aef5e6" providerId="LiveId" clId="{DDEBAF8B-00A9-4254-9480-257662CA3843}" dt="2024-05-14T15:15:32.835" v="5798" actId="164"/>
          <ac:spMkLst>
            <pc:docMk/>
            <pc:sldMk cId="0" sldId="910"/>
            <ac:spMk id="17420" creationId="{D6F6DC81-9CC9-47C5-BF42-C1B135379A68}"/>
          </ac:spMkLst>
        </pc:spChg>
        <pc:spChg chg="mod topLvl">
          <ac:chgData name="欣捷 王" userId="b965477fa0aef5e6" providerId="LiveId" clId="{DDEBAF8B-00A9-4254-9480-257662CA3843}" dt="2024-05-14T15:15:32.835" v="5798" actId="164"/>
          <ac:spMkLst>
            <pc:docMk/>
            <pc:sldMk cId="0" sldId="910"/>
            <ac:spMk id="17421" creationId="{5088442A-E247-41AE-AA30-A68C904AF000}"/>
          </ac:spMkLst>
        </pc:spChg>
        <pc:spChg chg="mod topLvl">
          <ac:chgData name="欣捷 王" userId="b965477fa0aef5e6" providerId="LiveId" clId="{DDEBAF8B-00A9-4254-9480-257662CA3843}" dt="2024-05-14T15:15:32.835" v="5798" actId="164"/>
          <ac:spMkLst>
            <pc:docMk/>
            <pc:sldMk cId="0" sldId="910"/>
            <ac:spMk id="17422" creationId="{B6F10FAB-72F0-47FE-A38F-550BA697E5AC}"/>
          </ac:spMkLst>
        </pc:spChg>
        <pc:spChg chg="mod topLvl">
          <ac:chgData name="欣捷 王" userId="b965477fa0aef5e6" providerId="LiveId" clId="{DDEBAF8B-00A9-4254-9480-257662CA3843}" dt="2024-05-14T15:15:32.835" v="5798" actId="164"/>
          <ac:spMkLst>
            <pc:docMk/>
            <pc:sldMk cId="0" sldId="910"/>
            <ac:spMk id="17423" creationId="{F054896E-40D5-4779-953A-93878C498E0D}"/>
          </ac:spMkLst>
        </pc:spChg>
        <pc:spChg chg="mod topLvl">
          <ac:chgData name="欣捷 王" userId="b965477fa0aef5e6" providerId="LiveId" clId="{DDEBAF8B-00A9-4254-9480-257662CA3843}" dt="2024-05-14T15:15:32.835" v="5798" actId="164"/>
          <ac:spMkLst>
            <pc:docMk/>
            <pc:sldMk cId="0" sldId="910"/>
            <ac:spMk id="17424" creationId="{04043B26-361B-42BD-BE2B-9803C169AFC1}"/>
          </ac:spMkLst>
        </pc:spChg>
        <pc:spChg chg="mod topLvl">
          <ac:chgData name="欣捷 王" userId="b965477fa0aef5e6" providerId="LiveId" clId="{DDEBAF8B-00A9-4254-9480-257662CA3843}" dt="2024-05-14T15:15:32.835" v="5798" actId="164"/>
          <ac:spMkLst>
            <pc:docMk/>
            <pc:sldMk cId="0" sldId="910"/>
            <ac:spMk id="17425" creationId="{7268FE7F-2BBF-4366-8C3B-F16343EE72F4}"/>
          </ac:spMkLst>
        </pc:spChg>
        <pc:spChg chg="mod topLvl">
          <ac:chgData name="欣捷 王" userId="b965477fa0aef5e6" providerId="LiveId" clId="{DDEBAF8B-00A9-4254-9480-257662CA3843}" dt="2024-05-14T15:15:32.835" v="5798" actId="164"/>
          <ac:spMkLst>
            <pc:docMk/>
            <pc:sldMk cId="0" sldId="910"/>
            <ac:spMk id="17426" creationId="{48F09329-FBA2-4F0B-B87E-407C26CEC443}"/>
          </ac:spMkLst>
        </pc:spChg>
        <pc:spChg chg="mod topLvl">
          <ac:chgData name="欣捷 王" userId="b965477fa0aef5e6" providerId="LiveId" clId="{DDEBAF8B-00A9-4254-9480-257662CA3843}" dt="2024-05-14T15:15:32.835" v="5798" actId="164"/>
          <ac:spMkLst>
            <pc:docMk/>
            <pc:sldMk cId="0" sldId="910"/>
            <ac:spMk id="17427" creationId="{8F0ECD16-CC6B-4FFD-8E24-737E7C806281}"/>
          </ac:spMkLst>
        </pc:spChg>
        <pc:spChg chg="mod topLvl">
          <ac:chgData name="欣捷 王" userId="b965477fa0aef5e6" providerId="LiveId" clId="{DDEBAF8B-00A9-4254-9480-257662CA3843}" dt="2024-05-14T15:15:32.835" v="5798" actId="164"/>
          <ac:spMkLst>
            <pc:docMk/>
            <pc:sldMk cId="0" sldId="910"/>
            <ac:spMk id="17428" creationId="{D284A64C-EBEE-4859-80C1-7650E8025818}"/>
          </ac:spMkLst>
        </pc:spChg>
        <pc:spChg chg="mod topLvl">
          <ac:chgData name="欣捷 王" userId="b965477fa0aef5e6" providerId="LiveId" clId="{DDEBAF8B-00A9-4254-9480-257662CA3843}" dt="2024-05-14T15:15:32.835" v="5798" actId="164"/>
          <ac:spMkLst>
            <pc:docMk/>
            <pc:sldMk cId="0" sldId="910"/>
            <ac:spMk id="17429" creationId="{054157B3-F020-4688-8362-F55D0F04535D}"/>
          </ac:spMkLst>
        </pc:spChg>
        <pc:spChg chg="mod topLvl">
          <ac:chgData name="欣捷 王" userId="b965477fa0aef5e6" providerId="LiveId" clId="{DDEBAF8B-00A9-4254-9480-257662CA3843}" dt="2024-05-14T15:15:32.835" v="5798" actId="164"/>
          <ac:spMkLst>
            <pc:docMk/>
            <pc:sldMk cId="0" sldId="910"/>
            <ac:spMk id="17430" creationId="{3D0B46D7-E7E6-4A97-A0E5-0DFB6A735EBC}"/>
          </ac:spMkLst>
        </pc:spChg>
        <pc:spChg chg="mod topLvl">
          <ac:chgData name="欣捷 王" userId="b965477fa0aef5e6" providerId="LiveId" clId="{DDEBAF8B-00A9-4254-9480-257662CA3843}" dt="2024-05-14T15:15:32.835" v="5798" actId="164"/>
          <ac:spMkLst>
            <pc:docMk/>
            <pc:sldMk cId="0" sldId="910"/>
            <ac:spMk id="17431" creationId="{17B7818D-14AA-4995-97C6-AE59475A5524}"/>
          </ac:spMkLst>
        </pc:spChg>
        <pc:spChg chg="mod topLvl">
          <ac:chgData name="欣捷 王" userId="b965477fa0aef5e6" providerId="LiveId" clId="{DDEBAF8B-00A9-4254-9480-257662CA3843}" dt="2024-05-14T15:15:32.835" v="5798" actId="164"/>
          <ac:spMkLst>
            <pc:docMk/>
            <pc:sldMk cId="0" sldId="910"/>
            <ac:spMk id="17432" creationId="{4EF9ADAD-6D70-49FA-AC71-2226DF7CE49A}"/>
          </ac:spMkLst>
        </pc:spChg>
        <pc:spChg chg="mod topLvl">
          <ac:chgData name="欣捷 王" userId="b965477fa0aef5e6" providerId="LiveId" clId="{DDEBAF8B-00A9-4254-9480-257662CA3843}" dt="2024-05-14T15:15:32.835" v="5798" actId="164"/>
          <ac:spMkLst>
            <pc:docMk/>
            <pc:sldMk cId="0" sldId="910"/>
            <ac:spMk id="17433" creationId="{FCB64858-816A-472A-AFF9-D40A67523733}"/>
          </ac:spMkLst>
        </pc:spChg>
        <pc:spChg chg="mod topLvl">
          <ac:chgData name="欣捷 王" userId="b965477fa0aef5e6" providerId="LiveId" clId="{DDEBAF8B-00A9-4254-9480-257662CA3843}" dt="2024-05-14T15:15:32.835" v="5798" actId="164"/>
          <ac:spMkLst>
            <pc:docMk/>
            <pc:sldMk cId="0" sldId="910"/>
            <ac:spMk id="17434" creationId="{0C2D9473-C9E7-4E3B-BACF-D70C0B1E955F}"/>
          </ac:spMkLst>
        </pc:spChg>
        <pc:spChg chg="mod topLvl">
          <ac:chgData name="欣捷 王" userId="b965477fa0aef5e6" providerId="LiveId" clId="{DDEBAF8B-00A9-4254-9480-257662CA3843}" dt="2024-05-14T15:15:32.835" v="5798" actId="164"/>
          <ac:spMkLst>
            <pc:docMk/>
            <pc:sldMk cId="0" sldId="910"/>
            <ac:spMk id="17435" creationId="{6D60760E-E423-4171-B759-39A733EF0F79}"/>
          </ac:spMkLst>
        </pc:spChg>
        <pc:spChg chg="mod topLvl">
          <ac:chgData name="欣捷 王" userId="b965477fa0aef5e6" providerId="LiveId" clId="{DDEBAF8B-00A9-4254-9480-257662CA3843}" dt="2024-05-14T15:15:32.835" v="5798" actId="164"/>
          <ac:spMkLst>
            <pc:docMk/>
            <pc:sldMk cId="0" sldId="910"/>
            <ac:spMk id="17436" creationId="{7B548F7A-BCF3-474B-97EF-15F207B87624}"/>
          </ac:spMkLst>
        </pc:spChg>
        <pc:spChg chg="mod topLvl">
          <ac:chgData name="欣捷 王" userId="b965477fa0aef5e6" providerId="LiveId" clId="{DDEBAF8B-00A9-4254-9480-257662CA3843}" dt="2024-05-14T15:15:32.835" v="5798" actId="164"/>
          <ac:spMkLst>
            <pc:docMk/>
            <pc:sldMk cId="0" sldId="910"/>
            <ac:spMk id="17437" creationId="{0A45DE0A-1AF5-4ECD-9FAA-7619D37FDCC1}"/>
          </ac:spMkLst>
        </pc:spChg>
        <pc:spChg chg="mod topLvl">
          <ac:chgData name="欣捷 王" userId="b965477fa0aef5e6" providerId="LiveId" clId="{DDEBAF8B-00A9-4254-9480-257662CA3843}" dt="2024-05-14T15:15:32.835" v="5798" actId="164"/>
          <ac:spMkLst>
            <pc:docMk/>
            <pc:sldMk cId="0" sldId="910"/>
            <ac:spMk id="17438" creationId="{6AA08D06-4AA5-4C40-8322-F703F8EB0EF4}"/>
          </ac:spMkLst>
        </pc:spChg>
        <pc:spChg chg="mod topLvl">
          <ac:chgData name="欣捷 王" userId="b965477fa0aef5e6" providerId="LiveId" clId="{DDEBAF8B-00A9-4254-9480-257662CA3843}" dt="2024-05-14T15:15:32.835" v="5798" actId="164"/>
          <ac:spMkLst>
            <pc:docMk/>
            <pc:sldMk cId="0" sldId="910"/>
            <ac:spMk id="17439" creationId="{A192236B-E51C-4760-9783-D4D65012F560}"/>
          </ac:spMkLst>
        </pc:spChg>
        <pc:spChg chg="mod topLvl">
          <ac:chgData name="欣捷 王" userId="b965477fa0aef5e6" providerId="LiveId" clId="{DDEBAF8B-00A9-4254-9480-257662CA3843}" dt="2024-05-14T15:15:32.835" v="5798" actId="164"/>
          <ac:spMkLst>
            <pc:docMk/>
            <pc:sldMk cId="0" sldId="910"/>
            <ac:spMk id="17440" creationId="{D0F15E9D-CE0C-4AB7-8418-DAD195226F4F}"/>
          </ac:spMkLst>
        </pc:spChg>
        <pc:spChg chg="mod topLvl">
          <ac:chgData name="欣捷 王" userId="b965477fa0aef5e6" providerId="LiveId" clId="{DDEBAF8B-00A9-4254-9480-257662CA3843}" dt="2024-05-14T15:15:32.835" v="5798" actId="164"/>
          <ac:spMkLst>
            <pc:docMk/>
            <pc:sldMk cId="0" sldId="910"/>
            <ac:spMk id="17441" creationId="{3463E87A-32C8-4872-86FF-DF7BF14EF30B}"/>
          </ac:spMkLst>
        </pc:spChg>
        <pc:grpChg chg="add del mod">
          <ac:chgData name="欣捷 王" userId="b965477fa0aef5e6" providerId="LiveId" clId="{DDEBAF8B-00A9-4254-9480-257662CA3843}" dt="2024-05-14T15:15:27.212" v="5797" actId="165"/>
          <ac:grpSpMkLst>
            <pc:docMk/>
            <pc:sldMk cId="0" sldId="910"/>
            <ac:grpSpMk id="5" creationId="{D03E96BC-0120-CEFA-0C68-C3535F7DEC71}"/>
          </ac:grpSpMkLst>
        </pc:grpChg>
        <pc:grpChg chg="add mod">
          <ac:chgData name="欣捷 王" userId="b965477fa0aef5e6" providerId="LiveId" clId="{DDEBAF8B-00A9-4254-9480-257662CA3843}" dt="2024-05-14T15:15:32.835" v="5798" actId="164"/>
          <ac:grpSpMkLst>
            <pc:docMk/>
            <pc:sldMk cId="0" sldId="910"/>
            <ac:grpSpMk id="6" creationId="{F0943D33-4C88-1B9C-C166-40FB099A35A6}"/>
          </ac:grpSpMkLst>
        </pc:grpChg>
        <pc:grpChg chg="del">
          <ac:chgData name="欣捷 王" userId="b965477fa0aef5e6" providerId="LiveId" clId="{DDEBAF8B-00A9-4254-9480-257662CA3843}" dt="2024-05-14T07:35:04.592" v="2894" actId="165"/>
          <ac:grpSpMkLst>
            <pc:docMk/>
            <pc:sldMk cId="0" sldId="910"/>
            <ac:grpSpMk id="17412" creationId="{4084A79A-E99D-452C-9E4A-F5E2DD9899BF}"/>
          </ac:grpSpMkLst>
        </pc:grpChg>
      </pc:sldChg>
      <pc:sldChg chg="addSp delSp modSp mod modAnim">
        <pc:chgData name="欣捷 王" userId="b965477fa0aef5e6" providerId="LiveId" clId="{DDEBAF8B-00A9-4254-9480-257662CA3843}" dt="2024-05-14T09:21:31.235" v="3735" actId="207"/>
        <pc:sldMkLst>
          <pc:docMk/>
          <pc:sldMk cId="0" sldId="938"/>
        </pc:sldMkLst>
        <pc:spChg chg="mod">
          <ac:chgData name="欣捷 王" userId="b965477fa0aef5e6" providerId="LiveId" clId="{DDEBAF8B-00A9-4254-9480-257662CA3843}" dt="2024-05-14T09:21:31.235" v="3735" actId="207"/>
          <ac:spMkLst>
            <pc:docMk/>
            <pc:sldMk cId="0" sldId="938"/>
            <ac:spMk id="3" creationId="{3D16AA85-6233-4681-A7FC-3835D397770B}"/>
          </ac:spMkLst>
        </pc:spChg>
        <pc:spChg chg="mod">
          <ac:chgData name="欣捷 王" userId="b965477fa0aef5e6" providerId="LiveId" clId="{DDEBAF8B-00A9-4254-9480-257662CA3843}" dt="2024-05-14T09:16:44.510" v="3696" actId="1076"/>
          <ac:spMkLst>
            <pc:docMk/>
            <pc:sldMk cId="0" sldId="938"/>
            <ac:spMk id="7" creationId="{E8CFDAE4-3CD3-47BE-E9EB-B6B691253C9F}"/>
          </ac:spMkLst>
        </pc:spChg>
        <pc:spChg chg="mod">
          <ac:chgData name="欣捷 王" userId="b965477fa0aef5e6" providerId="LiveId" clId="{DDEBAF8B-00A9-4254-9480-257662CA3843}" dt="2024-05-14T09:16:44.510" v="3696" actId="1076"/>
          <ac:spMkLst>
            <pc:docMk/>
            <pc:sldMk cId="0" sldId="938"/>
            <ac:spMk id="8" creationId="{AE784388-E42E-53A7-5EC7-BEEBFC180F13}"/>
          </ac:spMkLst>
        </pc:spChg>
        <pc:spChg chg="mod">
          <ac:chgData name="欣捷 王" userId="b965477fa0aef5e6" providerId="LiveId" clId="{DDEBAF8B-00A9-4254-9480-257662CA3843}" dt="2024-05-14T09:16:44.510" v="3696" actId="1076"/>
          <ac:spMkLst>
            <pc:docMk/>
            <pc:sldMk cId="0" sldId="938"/>
            <ac:spMk id="9" creationId="{4D676E61-4541-EDD9-80F4-73610CF23268}"/>
          </ac:spMkLst>
        </pc:spChg>
        <pc:spChg chg="mod">
          <ac:chgData name="欣捷 王" userId="b965477fa0aef5e6" providerId="LiveId" clId="{DDEBAF8B-00A9-4254-9480-257662CA3843}" dt="2024-05-14T09:16:44.510" v="3696" actId="1076"/>
          <ac:spMkLst>
            <pc:docMk/>
            <pc:sldMk cId="0" sldId="938"/>
            <ac:spMk id="10" creationId="{AE286192-5D9F-8A6E-5D97-B6B78B6B878D}"/>
          </ac:spMkLst>
        </pc:spChg>
        <pc:spChg chg="mod">
          <ac:chgData name="欣捷 王" userId="b965477fa0aef5e6" providerId="LiveId" clId="{DDEBAF8B-00A9-4254-9480-257662CA3843}" dt="2024-05-14T09:16:44.510" v="3696" actId="1076"/>
          <ac:spMkLst>
            <pc:docMk/>
            <pc:sldMk cId="0" sldId="938"/>
            <ac:spMk id="11" creationId="{B1631BD7-D8F7-94B5-AD5E-3EEBD638552B}"/>
          </ac:spMkLst>
        </pc:spChg>
        <pc:spChg chg="mod">
          <ac:chgData name="欣捷 王" userId="b965477fa0aef5e6" providerId="LiveId" clId="{DDEBAF8B-00A9-4254-9480-257662CA3843}" dt="2024-05-14T09:16:44.510" v="3696" actId="1076"/>
          <ac:spMkLst>
            <pc:docMk/>
            <pc:sldMk cId="0" sldId="938"/>
            <ac:spMk id="12" creationId="{C6A9EFA7-C543-54DC-ADB4-B18C9D1DF282}"/>
          </ac:spMkLst>
        </pc:spChg>
        <pc:spChg chg="mod">
          <ac:chgData name="欣捷 王" userId="b965477fa0aef5e6" providerId="LiveId" clId="{DDEBAF8B-00A9-4254-9480-257662CA3843}" dt="2024-05-14T09:16:44.510" v="3696" actId="1076"/>
          <ac:spMkLst>
            <pc:docMk/>
            <pc:sldMk cId="0" sldId="938"/>
            <ac:spMk id="13" creationId="{A179887D-84F1-C6E5-1CFE-B88973D2390A}"/>
          </ac:spMkLst>
        </pc:spChg>
        <pc:spChg chg="mod">
          <ac:chgData name="欣捷 王" userId="b965477fa0aef5e6" providerId="LiveId" clId="{DDEBAF8B-00A9-4254-9480-257662CA3843}" dt="2024-05-14T09:16:44.510" v="3696" actId="1076"/>
          <ac:spMkLst>
            <pc:docMk/>
            <pc:sldMk cId="0" sldId="938"/>
            <ac:spMk id="14" creationId="{539DC495-309C-B5F3-8575-DA7EBFB81D9B}"/>
          </ac:spMkLst>
        </pc:spChg>
        <pc:spChg chg="mod">
          <ac:chgData name="欣捷 王" userId="b965477fa0aef5e6" providerId="LiveId" clId="{DDEBAF8B-00A9-4254-9480-257662CA3843}" dt="2024-05-14T09:16:44.510" v="3696" actId="1076"/>
          <ac:spMkLst>
            <pc:docMk/>
            <pc:sldMk cId="0" sldId="938"/>
            <ac:spMk id="15" creationId="{82D9E3F4-EE68-9203-8F8A-322D6D9B93DE}"/>
          </ac:spMkLst>
        </pc:spChg>
        <pc:spChg chg="mod">
          <ac:chgData name="欣捷 王" userId="b965477fa0aef5e6" providerId="LiveId" clId="{DDEBAF8B-00A9-4254-9480-257662CA3843}" dt="2024-05-14T09:16:44.510" v="3696" actId="1076"/>
          <ac:spMkLst>
            <pc:docMk/>
            <pc:sldMk cId="0" sldId="938"/>
            <ac:spMk id="16" creationId="{F8955833-A379-4941-6D22-3CB204850CC8}"/>
          </ac:spMkLst>
        </pc:spChg>
        <pc:spChg chg="mod">
          <ac:chgData name="欣捷 王" userId="b965477fa0aef5e6" providerId="LiveId" clId="{DDEBAF8B-00A9-4254-9480-257662CA3843}" dt="2024-05-14T09:16:44.510" v="3696" actId="1076"/>
          <ac:spMkLst>
            <pc:docMk/>
            <pc:sldMk cId="0" sldId="938"/>
            <ac:spMk id="17" creationId="{166360AE-9C58-E4F4-25C7-26324E8DB104}"/>
          </ac:spMkLst>
        </pc:spChg>
        <pc:spChg chg="mod">
          <ac:chgData name="欣捷 王" userId="b965477fa0aef5e6" providerId="LiveId" clId="{DDEBAF8B-00A9-4254-9480-257662CA3843}" dt="2024-05-14T09:16:44.510" v="3696" actId="1076"/>
          <ac:spMkLst>
            <pc:docMk/>
            <pc:sldMk cId="0" sldId="938"/>
            <ac:spMk id="18" creationId="{42030472-F814-2705-59CC-62E56E150CED}"/>
          </ac:spMkLst>
        </pc:spChg>
        <pc:spChg chg="mod">
          <ac:chgData name="欣捷 王" userId="b965477fa0aef5e6" providerId="LiveId" clId="{DDEBAF8B-00A9-4254-9480-257662CA3843}" dt="2024-05-14T09:16:44.510" v="3696" actId="1076"/>
          <ac:spMkLst>
            <pc:docMk/>
            <pc:sldMk cId="0" sldId="938"/>
            <ac:spMk id="19" creationId="{59FFE3C4-9C4B-5E9C-2E63-9645129C23DC}"/>
          </ac:spMkLst>
        </pc:spChg>
        <pc:spChg chg="mod">
          <ac:chgData name="欣捷 王" userId="b965477fa0aef5e6" providerId="LiveId" clId="{DDEBAF8B-00A9-4254-9480-257662CA3843}" dt="2024-05-14T09:16:44.510" v="3696" actId="1076"/>
          <ac:spMkLst>
            <pc:docMk/>
            <pc:sldMk cId="0" sldId="938"/>
            <ac:spMk id="20" creationId="{60DDA003-D349-6A07-E340-68A7247065D4}"/>
          </ac:spMkLst>
        </pc:spChg>
        <pc:spChg chg="mod">
          <ac:chgData name="欣捷 王" userId="b965477fa0aef5e6" providerId="LiveId" clId="{DDEBAF8B-00A9-4254-9480-257662CA3843}" dt="2024-05-14T09:16:44.510" v="3696" actId="1076"/>
          <ac:spMkLst>
            <pc:docMk/>
            <pc:sldMk cId="0" sldId="938"/>
            <ac:spMk id="21" creationId="{9248086B-52AE-10AB-F812-D75417D53423}"/>
          </ac:spMkLst>
        </pc:spChg>
        <pc:spChg chg="mod">
          <ac:chgData name="欣捷 王" userId="b965477fa0aef5e6" providerId="LiveId" clId="{DDEBAF8B-00A9-4254-9480-257662CA3843}" dt="2024-05-14T09:16:44.510" v="3696" actId="1076"/>
          <ac:spMkLst>
            <pc:docMk/>
            <pc:sldMk cId="0" sldId="938"/>
            <ac:spMk id="22" creationId="{327FAE2F-BB44-AF32-CA05-3D1F6DD34967}"/>
          </ac:spMkLst>
        </pc:spChg>
        <pc:spChg chg="mod">
          <ac:chgData name="欣捷 王" userId="b965477fa0aef5e6" providerId="LiveId" clId="{DDEBAF8B-00A9-4254-9480-257662CA3843}" dt="2024-05-14T09:16:44.510" v="3696" actId="1076"/>
          <ac:spMkLst>
            <pc:docMk/>
            <pc:sldMk cId="0" sldId="938"/>
            <ac:spMk id="23" creationId="{AB406B2E-8C78-FD14-B46F-60074700D963}"/>
          </ac:spMkLst>
        </pc:spChg>
        <pc:spChg chg="mod">
          <ac:chgData name="欣捷 王" userId="b965477fa0aef5e6" providerId="LiveId" clId="{DDEBAF8B-00A9-4254-9480-257662CA3843}" dt="2024-05-14T09:16:44.510" v="3696" actId="1076"/>
          <ac:spMkLst>
            <pc:docMk/>
            <pc:sldMk cId="0" sldId="938"/>
            <ac:spMk id="24" creationId="{BAE8B282-F366-56C1-D1FA-8C3CB66AC0B3}"/>
          </ac:spMkLst>
        </pc:spChg>
        <pc:spChg chg="mod">
          <ac:chgData name="欣捷 王" userId="b965477fa0aef5e6" providerId="LiveId" clId="{DDEBAF8B-00A9-4254-9480-257662CA3843}" dt="2024-05-14T09:16:44.510" v="3696" actId="1076"/>
          <ac:spMkLst>
            <pc:docMk/>
            <pc:sldMk cId="0" sldId="938"/>
            <ac:spMk id="25" creationId="{4701A5A4-7549-6938-823F-5DBCEFF7568D}"/>
          </ac:spMkLst>
        </pc:spChg>
        <pc:spChg chg="mod">
          <ac:chgData name="欣捷 王" userId="b965477fa0aef5e6" providerId="LiveId" clId="{DDEBAF8B-00A9-4254-9480-257662CA3843}" dt="2024-05-14T09:16:44.510" v="3696" actId="1076"/>
          <ac:spMkLst>
            <pc:docMk/>
            <pc:sldMk cId="0" sldId="938"/>
            <ac:spMk id="26" creationId="{78EDFD79-7E56-047C-C834-8820967BD6C1}"/>
          </ac:spMkLst>
        </pc:spChg>
        <pc:spChg chg="mod">
          <ac:chgData name="欣捷 王" userId="b965477fa0aef5e6" providerId="LiveId" clId="{DDEBAF8B-00A9-4254-9480-257662CA3843}" dt="2024-05-14T09:16:44.510" v="3696" actId="1076"/>
          <ac:spMkLst>
            <pc:docMk/>
            <pc:sldMk cId="0" sldId="938"/>
            <ac:spMk id="27" creationId="{5BC7CA42-7342-52E4-4BEC-026D8E5C79D9}"/>
          </ac:spMkLst>
        </pc:spChg>
        <pc:spChg chg="mod">
          <ac:chgData name="欣捷 王" userId="b965477fa0aef5e6" providerId="LiveId" clId="{DDEBAF8B-00A9-4254-9480-257662CA3843}" dt="2024-05-14T09:16:44.510" v="3696" actId="1076"/>
          <ac:spMkLst>
            <pc:docMk/>
            <pc:sldMk cId="0" sldId="938"/>
            <ac:spMk id="28" creationId="{476E35B7-7083-158B-E57B-57928169D07C}"/>
          </ac:spMkLst>
        </pc:spChg>
        <pc:spChg chg="mod">
          <ac:chgData name="欣捷 王" userId="b965477fa0aef5e6" providerId="LiveId" clId="{DDEBAF8B-00A9-4254-9480-257662CA3843}" dt="2024-05-14T09:16:44.510" v="3696" actId="1076"/>
          <ac:spMkLst>
            <pc:docMk/>
            <pc:sldMk cId="0" sldId="938"/>
            <ac:spMk id="29" creationId="{9E9DF0B2-29CA-09ED-FA3C-C4D151CD2613}"/>
          </ac:spMkLst>
        </pc:spChg>
        <pc:spChg chg="mod">
          <ac:chgData name="欣捷 王" userId="b965477fa0aef5e6" providerId="LiveId" clId="{DDEBAF8B-00A9-4254-9480-257662CA3843}" dt="2024-05-14T09:16:44.510" v="3696" actId="1076"/>
          <ac:spMkLst>
            <pc:docMk/>
            <pc:sldMk cId="0" sldId="938"/>
            <ac:spMk id="30" creationId="{79AD9F75-68E2-C0E0-7A61-9F11C30EA8ED}"/>
          </ac:spMkLst>
        </pc:spChg>
        <pc:spChg chg="mod">
          <ac:chgData name="欣捷 王" userId="b965477fa0aef5e6" providerId="LiveId" clId="{DDEBAF8B-00A9-4254-9480-257662CA3843}" dt="2024-05-14T09:16:44.510" v="3696" actId="1076"/>
          <ac:spMkLst>
            <pc:docMk/>
            <pc:sldMk cId="0" sldId="938"/>
            <ac:spMk id="31" creationId="{455E678A-FC44-46B3-47A2-1F05A95EEECC}"/>
          </ac:spMkLst>
        </pc:spChg>
        <pc:spChg chg="mod">
          <ac:chgData name="欣捷 王" userId="b965477fa0aef5e6" providerId="LiveId" clId="{DDEBAF8B-00A9-4254-9480-257662CA3843}" dt="2024-05-14T09:16:44.510" v="3696" actId="1076"/>
          <ac:spMkLst>
            <pc:docMk/>
            <pc:sldMk cId="0" sldId="938"/>
            <ac:spMk id="32" creationId="{8B4429EE-A61A-17D8-9107-838C60C551F0}"/>
          </ac:spMkLst>
        </pc:spChg>
        <pc:spChg chg="mod">
          <ac:chgData name="欣捷 王" userId="b965477fa0aef5e6" providerId="LiveId" clId="{DDEBAF8B-00A9-4254-9480-257662CA3843}" dt="2024-05-14T09:16:44.510" v="3696" actId="1076"/>
          <ac:spMkLst>
            <pc:docMk/>
            <pc:sldMk cId="0" sldId="938"/>
            <ac:spMk id="33" creationId="{4B09A765-7937-8E46-6B24-9240600C1276}"/>
          </ac:spMkLst>
        </pc:spChg>
        <pc:spChg chg="mod">
          <ac:chgData name="欣捷 王" userId="b965477fa0aef5e6" providerId="LiveId" clId="{DDEBAF8B-00A9-4254-9480-257662CA3843}" dt="2024-05-14T09:16:44.510" v="3696" actId="1076"/>
          <ac:spMkLst>
            <pc:docMk/>
            <pc:sldMk cId="0" sldId="938"/>
            <ac:spMk id="34" creationId="{0AF68629-3B62-B564-9AB7-7C84E2764FFD}"/>
          </ac:spMkLst>
        </pc:spChg>
        <pc:spChg chg="mod">
          <ac:chgData name="欣捷 王" userId="b965477fa0aef5e6" providerId="LiveId" clId="{DDEBAF8B-00A9-4254-9480-257662CA3843}" dt="2024-05-14T09:16:44.510" v="3696" actId="1076"/>
          <ac:spMkLst>
            <pc:docMk/>
            <pc:sldMk cId="0" sldId="938"/>
            <ac:spMk id="35" creationId="{B9E6E5DD-E855-75D2-58B5-39480FB090B5}"/>
          </ac:spMkLst>
        </pc:spChg>
        <pc:spChg chg="mod">
          <ac:chgData name="欣捷 王" userId="b965477fa0aef5e6" providerId="LiveId" clId="{DDEBAF8B-00A9-4254-9480-257662CA3843}" dt="2024-05-14T09:16:44.510" v="3696" actId="1076"/>
          <ac:spMkLst>
            <pc:docMk/>
            <pc:sldMk cId="0" sldId="938"/>
            <ac:spMk id="36" creationId="{7168AE0A-8D58-9526-F88E-612FCC33910C}"/>
          </ac:spMkLst>
        </pc:spChg>
        <pc:spChg chg="mod">
          <ac:chgData name="欣捷 王" userId="b965477fa0aef5e6" providerId="LiveId" clId="{DDEBAF8B-00A9-4254-9480-257662CA3843}" dt="2024-05-14T09:16:44.510" v="3696" actId="1076"/>
          <ac:spMkLst>
            <pc:docMk/>
            <pc:sldMk cId="0" sldId="938"/>
            <ac:spMk id="37" creationId="{472434CC-3829-0E95-44C7-09FF164EF5DA}"/>
          </ac:spMkLst>
        </pc:spChg>
        <pc:spChg chg="mod">
          <ac:chgData name="欣捷 王" userId="b965477fa0aef5e6" providerId="LiveId" clId="{DDEBAF8B-00A9-4254-9480-257662CA3843}" dt="2024-05-14T09:16:44.510" v="3696" actId="1076"/>
          <ac:spMkLst>
            <pc:docMk/>
            <pc:sldMk cId="0" sldId="938"/>
            <ac:spMk id="38" creationId="{C7E18112-4667-1908-D071-D8585E421001}"/>
          </ac:spMkLst>
        </pc:spChg>
        <pc:spChg chg="mod">
          <ac:chgData name="欣捷 王" userId="b965477fa0aef5e6" providerId="LiveId" clId="{DDEBAF8B-00A9-4254-9480-257662CA3843}" dt="2024-05-14T09:16:44.510" v="3696" actId="1076"/>
          <ac:spMkLst>
            <pc:docMk/>
            <pc:sldMk cId="0" sldId="938"/>
            <ac:spMk id="39" creationId="{6EA362B6-0989-A528-B3DB-6F09FF03D2EE}"/>
          </ac:spMkLst>
        </pc:spChg>
        <pc:spChg chg="mod">
          <ac:chgData name="欣捷 王" userId="b965477fa0aef5e6" providerId="LiveId" clId="{DDEBAF8B-00A9-4254-9480-257662CA3843}" dt="2024-05-14T09:16:44.510" v="3696" actId="1076"/>
          <ac:spMkLst>
            <pc:docMk/>
            <pc:sldMk cId="0" sldId="938"/>
            <ac:spMk id="40" creationId="{B8AA73BE-70F6-563C-96D2-142B1C6EE1D0}"/>
          </ac:spMkLst>
        </pc:spChg>
        <pc:spChg chg="mod">
          <ac:chgData name="欣捷 王" userId="b965477fa0aef5e6" providerId="LiveId" clId="{DDEBAF8B-00A9-4254-9480-257662CA3843}" dt="2024-05-14T09:16:44.510" v="3696" actId="1076"/>
          <ac:spMkLst>
            <pc:docMk/>
            <pc:sldMk cId="0" sldId="938"/>
            <ac:spMk id="41" creationId="{B25EA4B3-1FE0-7476-E3B9-DED85C7191D9}"/>
          </ac:spMkLst>
        </pc:spChg>
        <pc:spChg chg="mod">
          <ac:chgData name="欣捷 王" userId="b965477fa0aef5e6" providerId="LiveId" clId="{DDEBAF8B-00A9-4254-9480-257662CA3843}" dt="2024-05-14T09:16:44.510" v="3696" actId="1076"/>
          <ac:spMkLst>
            <pc:docMk/>
            <pc:sldMk cId="0" sldId="938"/>
            <ac:spMk id="42" creationId="{7FEA1886-0672-439E-3364-02822C508113}"/>
          </ac:spMkLst>
        </pc:spChg>
        <pc:spChg chg="mod">
          <ac:chgData name="欣捷 王" userId="b965477fa0aef5e6" providerId="LiveId" clId="{DDEBAF8B-00A9-4254-9480-257662CA3843}" dt="2024-05-14T09:16:44.510" v="3696" actId="1076"/>
          <ac:spMkLst>
            <pc:docMk/>
            <pc:sldMk cId="0" sldId="938"/>
            <ac:spMk id="43" creationId="{64CA5AA7-4197-5259-E3B4-4ED97E7E94E0}"/>
          </ac:spMkLst>
        </pc:spChg>
        <pc:spChg chg="mod">
          <ac:chgData name="欣捷 王" userId="b965477fa0aef5e6" providerId="LiveId" clId="{DDEBAF8B-00A9-4254-9480-257662CA3843}" dt="2024-05-14T09:16:44.510" v="3696" actId="1076"/>
          <ac:spMkLst>
            <pc:docMk/>
            <pc:sldMk cId="0" sldId="938"/>
            <ac:spMk id="44" creationId="{C04EEEFF-29C3-0C10-78BE-1E8F199F51FF}"/>
          </ac:spMkLst>
        </pc:spChg>
        <pc:spChg chg="mod">
          <ac:chgData name="欣捷 王" userId="b965477fa0aef5e6" providerId="LiveId" clId="{DDEBAF8B-00A9-4254-9480-257662CA3843}" dt="2024-05-14T09:16:44.510" v="3696" actId="1076"/>
          <ac:spMkLst>
            <pc:docMk/>
            <pc:sldMk cId="0" sldId="938"/>
            <ac:spMk id="45" creationId="{CB7429F2-9B41-3E00-93BC-567EE83D28DF}"/>
          </ac:spMkLst>
        </pc:spChg>
        <pc:spChg chg="mod">
          <ac:chgData name="欣捷 王" userId="b965477fa0aef5e6" providerId="LiveId" clId="{DDEBAF8B-00A9-4254-9480-257662CA3843}" dt="2024-05-14T09:16:44.510" v="3696" actId="1076"/>
          <ac:spMkLst>
            <pc:docMk/>
            <pc:sldMk cId="0" sldId="938"/>
            <ac:spMk id="46" creationId="{20C314CA-F0AF-1CDC-F79F-07EEBFEA360B}"/>
          </ac:spMkLst>
        </pc:spChg>
        <pc:spChg chg="mod">
          <ac:chgData name="欣捷 王" userId="b965477fa0aef5e6" providerId="LiveId" clId="{DDEBAF8B-00A9-4254-9480-257662CA3843}" dt="2024-05-14T09:16:44.510" v="3696" actId="1076"/>
          <ac:spMkLst>
            <pc:docMk/>
            <pc:sldMk cId="0" sldId="938"/>
            <ac:spMk id="47" creationId="{9B54E610-C424-6E6B-6AC3-878AC4AD307B}"/>
          </ac:spMkLst>
        </pc:spChg>
        <pc:spChg chg="mod">
          <ac:chgData name="欣捷 王" userId="b965477fa0aef5e6" providerId="LiveId" clId="{DDEBAF8B-00A9-4254-9480-257662CA3843}" dt="2024-05-14T09:16:44.510" v="3696" actId="1076"/>
          <ac:spMkLst>
            <pc:docMk/>
            <pc:sldMk cId="0" sldId="938"/>
            <ac:spMk id="48" creationId="{D31D9EB4-0124-69B9-BFBA-AC28D5684EDA}"/>
          </ac:spMkLst>
        </pc:spChg>
        <pc:spChg chg="mod">
          <ac:chgData name="欣捷 王" userId="b965477fa0aef5e6" providerId="LiveId" clId="{DDEBAF8B-00A9-4254-9480-257662CA3843}" dt="2024-05-14T09:16:44.510" v="3696" actId="1076"/>
          <ac:spMkLst>
            <pc:docMk/>
            <pc:sldMk cId="0" sldId="938"/>
            <ac:spMk id="49" creationId="{A69F285B-539C-BBAA-B0A0-F74C55BEFF6C}"/>
          </ac:spMkLst>
        </pc:spChg>
        <pc:spChg chg="mod">
          <ac:chgData name="欣捷 王" userId="b965477fa0aef5e6" providerId="LiveId" clId="{DDEBAF8B-00A9-4254-9480-257662CA3843}" dt="2024-05-14T09:16:44.510" v="3696" actId="1076"/>
          <ac:spMkLst>
            <pc:docMk/>
            <pc:sldMk cId="0" sldId="938"/>
            <ac:spMk id="50" creationId="{2278CE18-DB0D-9E59-7096-9B9B7C0D3AA6}"/>
          </ac:spMkLst>
        </pc:spChg>
        <pc:spChg chg="mod">
          <ac:chgData name="欣捷 王" userId="b965477fa0aef5e6" providerId="LiveId" clId="{DDEBAF8B-00A9-4254-9480-257662CA3843}" dt="2024-05-14T09:16:44.510" v="3696" actId="1076"/>
          <ac:spMkLst>
            <pc:docMk/>
            <pc:sldMk cId="0" sldId="938"/>
            <ac:spMk id="51" creationId="{C38D82AB-269F-4B5D-0F3A-4B1B916C6EFD}"/>
          </ac:spMkLst>
        </pc:spChg>
        <pc:spChg chg="mod">
          <ac:chgData name="欣捷 王" userId="b965477fa0aef5e6" providerId="LiveId" clId="{DDEBAF8B-00A9-4254-9480-257662CA3843}" dt="2024-05-14T09:16:44.510" v="3696" actId="1076"/>
          <ac:spMkLst>
            <pc:docMk/>
            <pc:sldMk cId="0" sldId="938"/>
            <ac:spMk id="52" creationId="{61196F02-3194-A143-9910-5788D5C73EF1}"/>
          </ac:spMkLst>
        </pc:spChg>
        <pc:spChg chg="mod">
          <ac:chgData name="欣捷 王" userId="b965477fa0aef5e6" providerId="LiveId" clId="{DDEBAF8B-00A9-4254-9480-257662CA3843}" dt="2024-05-14T09:16:44.510" v="3696" actId="1076"/>
          <ac:spMkLst>
            <pc:docMk/>
            <pc:sldMk cId="0" sldId="938"/>
            <ac:spMk id="53" creationId="{62E358EF-2D14-2193-A9F2-2F2B769D9862}"/>
          </ac:spMkLst>
        </pc:spChg>
        <pc:spChg chg="mod">
          <ac:chgData name="欣捷 王" userId="b965477fa0aef5e6" providerId="LiveId" clId="{DDEBAF8B-00A9-4254-9480-257662CA3843}" dt="2024-05-14T09:16:44.510" v="3696" actId="1076"/>
          <ac:spMkLst>
            <pc:docMk/>
            <pc:sldMk cId="0" sldId="938"/>
            <ac:spMk id="54" creationId="{E35C3D71-D341-D1EC-B066-C3D58B124C9C}"/>
          </ac:spMkLst>
        </pc:spChg>
        <pc:spChg chg="mod">
          <ac:chgData name="欣捷 王" userId="b965477fa0aef5e6" providerId="LiveId" clId="{DDEBAF8B-00A9-4254-9480-257662CA3843}" dt="2024-05-14T09:16:44.510" v="3696" actId="1076"/>
          <ac:spMkLst>
            <pc:docMk/>
            <pc:sldMk cId="0" sldId="938"/>
            <ac:spMk id="55" creationId="{C712B538-8692-8700-9E46-4968C2D71741}"/>
          </ac:spMkLst>
        </pc:spChg>
        <pc:spChg chg="mod">
          <ac:chgData name="欣捷 王" userId="b965477fa0aef5e6" providerId="LiveId" clId="{DDEBAF8B-00A9-4254-9480-257662CA3843}" dt="2024-05-14T09:16:44.510" v="3696" actId="1076"/>
          <ac:spMkLst>
            <pc:docMk/>
            <pc:sldMk cId="0" sldId="938"/>
            <ac:spMk id="56" creationId="{77F201AE-6F65-950F-0F67-5E35FBADD4A7}"/>
          </ac:spMkLst>
        </pc:spChg>
        <pc:spChg chg="mod">
          <ac:chgData name="欣捷 王" userId="b965477fa0aef5e6" providerId="LiveId" clId="{DDEBAF8B-00A9-4254-9480-257662CA3843}" dt="2024-05-14T09:16:44.510" v="3696" actId="1076"/>
          <ac:spMkLst>
            <pc:docMk/>
            <pc:sldMk cId="0" sldId="938"/>
            <ac:spMk id="57" creationId="{1BFC6385-0483-3D5E-58DB-779C6AB1253E}"/>
          </ac:spMkLst>
        </pc:spChg>
        <pc:spChg chg="mod">
          <ac:chgData name="欣捷 王" userId="b965477fa0aef5e6" providerId="LiveId" clId="{DDEBAF8B-00A9-4254-9480-257662CA3843}" dt="2024-05-14T09:16:44.510" v="3696" actId="1076"/>
          <ac:spMkLst>
            <pc:docMk/>
            <pc:sldMk cId="0" sldId="938"/>
            <ac:spMk id="58" creationId="{4C1620DF-F191-47A8-0C11-4609317C6093}"/>
          </ac:spMkLst>
        </pc:spChg>
        <pc:spChg chg="mod">
          <ac:chgData name="欣捷 王" userId="b965477fa0aef5e6" providerId="LiveId" clId="{DDEBAF8B-00A9-4254-9480-257662CA3843}" dt="2024-05-14T09:16:44.510" v="3696" actId="1076"/>
          <ac:spMkLst>
            <pc:docMk/>
            <pc:sldMk cId="0" sldId="938"/>
            <ac:spMk id="59" creationId="{F7448A5E-39B5-43D2-0508-F271678BB6BE}"/>
          </ac:spMkLst>
        </pc:spChg>
        <pc:spChg chg="mod">
          <ac:chgData name="欣捷 王" userId="b965477fa0aef5e6" providerId="LiveId" clId="{DDEBAF8B-00A9-4254-9480-257662CA3843}" dt="2024-05-14T09:16:44.510" v="3696" actId="1076"/>
          <ac:spMkLst>
            <pc:docMk/>
            <pc:sldMk cId="0" sldId="938"/>
            <ac:spMk id="60" creationId="{DCEC7E58-BB18-B26C-ECBA-9AE8FB89292E}"/>
          </ac:spMkLst>
        </pc:spChg>
        <pc:spChg chg="mod">
          <ac:chgData name="欣捷 王" userId="b965477fa0aef5e6" providerId="LiveId" clId="{DDEBAF8B-00A9-4254-9480-257662CA3843}" dt="2024-05-14T09:16:44.510" v="3696" actId="1076"/>
          <ac:spMkLst>
            <pc:docMk/>
            <pc:sldMk cId="0" sldId="938"/>
            <ac:spMk id="61" creationId="{7C4BABF8-954A-0D9A-25BA-738CCF09F443}"/>
          </ac:spMkLst>
        </pc:spChg>
        <pc:spChg chg="mod">
          <ac:chgData name="欣捷 王" userId="b965477fa0aef5e6" providerId="LiveId" clId="{DDEBAF8B-00A9-4254-9480-257662CA3843}" dt="2024-05-14T09:16:44.510" v="3696" actId="1076"/>
          <ac:spMkLst>
            <pc:docMk/>
            <pc:sldMk cId="0" sldId="938"/>
            <ac:spMk id="62" creationId="{06CBC4F7-151A-61D6-3FCE-E1273E6C034D}"/>
          </ac:spMkLst>
        </pc:spChg>
        <pc:spChg chg="mod">
          <ac:chgData name="欣捷 王" userId="b965477fa0aef5e6" providerId="LiveId" clId="{DDEBAF8B-00A9-4254-9480-257662CA3843}" dt="2024-05-14T09:16:44.510" v="3696" actId="1076"/>
          <ac:spMkLst>
            <pc:docMk/>
            <pc:sldMk cId="0" sldId="938"/>
            <ac:spMk id="63" creationId="{FEE5500B-7A6D-66BB-631C-C57E38BB302F}"/>
          </ac:spMkLst>
        </pc:spChg>
        <pc:spChg chg="mod">
          <ac:chgData name="欣捷 王" userId="b965477fa0aef5e6" providerId="LiveId" clId="{DDEBAF8B-00A9-4254-9480-257662CA3843}" dt="2024-05-14T09:16:44.510" v="3696" actId="1076"/>
          <ac:spMkLst>
            <pc:docMk/>
            <pc:sldMk cId="0" sldId="938"/>
            <ac:spMk id="35840" creationId="{05A2DA72-4686-DFAF-D6F8-F9FFF2BD3616}"/>
          </ac:spMkLst>
        </pc:spChg>
        <pc:spChg chg="mod">
          <ac:chgData name="欣捷 王" userId="b965477fa0aef5e6" providerId="LiveId" clId="{DDEBAF8B-00A9-4254-9480-257662CA3843}" dt="2024-05-14T09:16:44.510" v="3696" actId="1076"/>
          <ac:spMkLst>
            <pc:docMk/>
            <pc:sldMk cId="0" sldId="938"/>
            <ac:spMk id="35841" creationId="{B7054C03-2DA2-BD17-D952-E065EC2D3DB1}"/>
          </ac:spMkLst>
        </pc:spChg>
        <pc:spChg chg="mod">
          <ac:chgData name="欣捷 王" userId="b965477fa0aef5e6" providerId="LiveId" clId="{DDEBAF8B-00A9-4254-9480-257662CA3843}" dt="2024-05-14T09:16:44.510" v="3696" actId="1076"/>
          <ac:spMkLst>
            <pc:docMk/>
            <pc:sldMk cId="0" sldId="938"/>
            <ac:spMk id="35843" creationId="{84EF9CCF-A023-52E0-13B9-9CCB99A93668}"/>
          </ac:spMkLst>
        </pc:spChg>
        <pc:spChg chg="mod">
          <ac:chgData name="欣捷 王" userId="b965477fa0aef5e6" providerId="LiveId" clId="{DDEBAF8B-00A9-4254-9480-257662CA3843}" dt="2024-05-14T09:16:44.510" v="3696" actId="1076"/>
          <ac:spMkLst>
            <pc:docMk/>
            <pc:sldMk cId="0" sldId="938"/>
            <ac:spMk id="35844" creationId="{F6033467-63F5-CB96-9842-80F0406D5D4A}"/>
          </ac:spMkLst>
        </pc:spChg>
        <pc:spChg chg="mod">
          <ac:chgData name="欣捷 王" userId="b965477fa0aef5e6" providerId="LiveId" clId="{DDEBAF8B-00A9-4254-9480-257662CA3843}" dt="2024-05-14T09:16:44.510" v="3696" actId="1076"/>
          <ac:spMkLst>
            <pc:docMk/>
            <pc:sldMk cId="0" sldId="938"/>
            <ac:spMk id="35845" creationId="{9E5ED422-BBB3-76F1-E011-BB5CE4829DEA}"/>
          </ac:spMkLst>
        </pc:spChg>
        <pc:spChg chg="mod">
          <ac:chgData name="欣捷 王" userId="b965477fa0aef5e6" providerId="LiveId" clId="{DDEBAF8B-00A9-4254-9480-257662CA3843}" dt="2024-05-14T09:16:44.510" v="3696" actId="1076"/>
          <ac:spMkLst>
            <pc:docMk/>
            <pc:sldMk cId="0" sldId="938"/>
            <ac:spMk id="35846" creationId="{B7120807-3E76-CFDF-32AD-838970E3C6E7}"/>
          </ac:spMkLst>
        </pc:spChg>
        <pc:spChg chg="mod">
          <ac:chgData name="欣捷 王" userId="b965477fa0aef5e6" providerId="LiveId" clId="{DDEBAF8B-00A9-4254-9480-257662CA3843}" dt="2024-05-14T09:16:44.510" v="3696" actId="1076"/>
          <ac:spMkLst>
            <pc:docMk/>
            <pc:sldMk cId="0" sldId="938"/>
            <ac:spMk id="35847" creationId="{E32D9B07-F26A-368F-D6A2-0410FB83333E}"/>
          </ac:spMkLst>
        </pc:spChg>
        <pc:spChg chg="mod">
          <ac:chgData name="欣捷 王" userId="b965477fa0aef5e6" providerId="LiveId" clId="{DDEBAF8B-00A9-4254-9480-257662CA3843}" dt="2024-05-14T09:16:44.510" v="3696" actId="1076"/>
          <ac:spMkLst>
            <pc:docMk/>
            <pc:sldMk cId="0" sldId="938"/>
            <ac:spMk id="35848" creationId="{BC21ED8A-7C0C-A465-4E75-9DC6D4FE5B42}"/>
          </ac:spMkLst>
        </pc:spChg>
        <pc:spChg chg="mod">
          <ac:chgData name="欣捷 王" userId="b965477fa0aef5e6" providerId="LiveId" clId="{DDEBAF8B-00A9-4254-9480-257662CA3843}" dt="2024-05-14T09:16:44.510" v="3696" actId="1076"/>
          <ac:spMkLst>
            <pc:docMk/>
            <pc:sldMk cId="0" sldId="938"/>
            <ac:spMk id="35849" creationId="{DC9393EA-AFAA-FF53-2AED-440A2C6F74A7}"/>
          </ac:spMkLst>
        </pc:spChg>
        <pc:spChg chg="mod">
          <ac:chgData name="欣捷 王" userId="b965477fa0aef5e6" providerId="LiveId" clId="{DDEBAF8B-00A9-4254-9480-257662CA3843}" dt="2024-05-14T09:16:44.510" v="3696" actId="1076"/>
          <ac:spMkLst>
            <pc:docMk/>
            <pc:sldMk cId="0" sldId="938"/>
            <ac:spMk id="35850" creationId="{C0AD0B73-1262-0C41-442E-2AA2833F9232}"/>
          </ac:spMkLst>
        </pc:spChg>
        <pc:spChg chg="mod">
          <ac:chgData name="欣捷 王" userId="b965477fa0aef5e6" providerId="LiveId" clId="{DDEBAF8B-00A9-4254-9480-257662CA3843}" dt="2024-05-14T09:16:44.510" v="3696" actId="1076"/>
          <ac:spMkLst>
            <pc:docMk/>
            <pc:sldMk cId="0" sldId="938"/>
            <ac:spMk id="35851" creationId="{CAFEE571-B56B-8A07-8E1F-196A93E3E1B7}"/>
          </ac:spMkLst>
        </pc:spChg>
        <pc:spChg chg="mod">
          <ac:chgData name="欣捷 王" userId="b965477fa0aef5e6" providerId="LiveId" clId="{DDEBAF8B-00A9-4254-9480-257662CA3843}" dt="2024-05-14T09:16:44.510" v="3696" actId="1076"/>
          <ac:spMkLst>
            <pc:docMk/>
            <pc:sldMk cId="0" sldId="938"/>
            <ac:spMk id="35852" creationId="{B76DE925-3E52-075C-A48E-8C06209B1B39}"/>
          </ac:spMkLst>
        </pc:spChg>
        <pc:spChg chg="mod">
          <ac:chgData name="欣捷 王" userId="b965477fa0aef5e6" providerId="LiveId" clId="{DDEBAF8B-00A9-4254-9480-257662CA3843}" dt="2024-05-14T09:16:44.510" v="3696" actId="1076"/>
          <ac:spMkLst>
            <pc:docMk/>
            <pc:sldMk cId="0" sldId="938"/>
            <ac:spMk id="35853" creationId="{AE252005-B52D-3771-E484-15F25D1ED94F}"/>
          </ac:spMkLst>
        </pc:spChg>
        <pc:spChg chg="mod">
          <ac:chgData name="欣捷 王" userId="b965477fa0aef5e6" providerId="LiveId" clId="{DDEBAF8B-00A9-4254-9480-257662CA3843}" dt="2024-05-14T09:16:44.510" v="3696" actId="1076"/>
          <ac:spMkLst>
            <pc:docMk/>
            <pc:sldMk cId="0" sldId="938"/>
            <ac:spMk id="35854" creationId="{034D8FB1-8B24-F88D-3E3C-A43A59B79EE4}"/>
          </ac:spMkLst>
        </pc:spChg>
        <pc:spChg chg="mod">
          <ac:chgData name="欣捷 王" userId="b965477fa0aef5e6" providerId="LiveId" clId="{DDEBAF8B-00A9-4254-9480-257662CA3843}" dt="2024-05-14T09:16:44.510" v="3696" actId="1076"/>
          <ac:spMkLst>
            <pc:docMk/>
            <pc:sldMk cId="0" sldId="938"/>
            <ac:spMk id="35855" creationId="{626C34C9-9981-FA3C-7D4A-F6DDBF04CDD2}"/>
          </ac:spMkLst>
        </pc:spChg>
        <pc:spChg chg="mod">
          <ac:chgData name="欣捷 王" userId="b965477fa0aef5e6" providerId="LiveId" clId="{DDEBAF8B-00A9-4254-9480-257662CA3843}" dt="2024-05-14T09:16:44.510" v="3696" actId="1076"/>
          <ac:spMkLst>
            <pc:docMk/>
            <pc:sldMk cId="0" sldId="938"/>
            <ac:spMk id="35856" creationId="{719DC693-F2B9-D77C-6B6A-1FEB1B78EDFD}"/>
          </ac:spMkLst>
        </pc:spChg>
        <pc:spChg chg="mod">
          <ac:chgData name="欣捷 王" userId="b965477fa0aef5e6" providerId="LiveId" clId="{DDEBAF8B-00A9-4254-9480-257662CA3843}" dt="2024-05-14T09:16:44.510" v="3696" actId="1076"/>
          <ac:spMkLst>
            <pc:docMk/>
            <pc:sldMk cId="0" sldId="938"/>
            <ac:spMk id="35857" creationId="{0D932D2C-8FE0-6342-2DCD-818722073D23}"/>
          </ac:spMkLst>
        </pc:spChg>
        <pc:spChg chg="mod">
          <ac:chgData name="欣捷 王" userId="b965477fa0aef5e6" providerId="LiveId" clId="{DDEBAF8B-00A9-4254-9480-257662CA3843}" dt="2024-05-14T09:16:44.510" v="3696" actId="1076"/>
          <ac:spMkLst>
            <pc:docMk/>
            <pc:sldMk cId="0" sldId="938"/>
            <ac:spMk id="35858" creationId="{8EC7777A-179D-6326-9F02-A56E27ECB987}"/>
          </ac:spMkLst>
        </pc:spChg>
        <pc:spChg chg="mod">
          <ac:chgData name="欣捷 王" userId="b965477fa0aef5e6" providerId="LiveId" clId="{DDEBAF8B-00A9-4254-9480-257662CA3843}" dt="2024-05-14T09:16:44.510" v="3696" actId="1076"/>
          <ac:spMkLst>
            <pc:docMk/>
            <pc:sldMk cId="0" sldId="938"/>
            <ac:spMk id="35859" creationId="{36CDEF69-5766-678B-628F-2E975EB86BF0}"/>
          </ac:spMkLst>
        </pc:spChg>
        <pc:spChg chg="mod">
          <ac:chgData name="欣捷 王" userId="b965477fa0aef5e6" providerId="LiveId" clId="{DDEBAF8B-00A9-4254-9480-257662CA3843}" dt="2024-05-14T09:16:44.510" v="3696" actId="1076"/>
          <ac:spMkLst>
            <pc:docMk/>
            <pc:sldMk cId="0" sldId="938"/>
            <ac:spMk id="35860" creationId="{20C24E27-0DAD-ECF2-2EA0-4908E903C229}"/>
          </ac:spMkLst>
        </pc:spChg>
        <pc:spChg chg="mod">
          <ac:chgData name="欣捷 王" userId="b965477fa0aef5e6" providerId="LiveId" clId="{DDEBAF8B-00A9-4254-9480-257662CA3843}" dt="2024-05-14T09:16:44.510" v="3696" actId="1076"/>
          <ac:spMkLst>
            <pc:docMk/>
            <pc:sldMk cId="0" sldId="938"/>
            <ac:spMk id="35861" creationId="{50DC1358-8282-2A6D-40D1-4DD88502AF03}"/>
          </ac:spMkLst>
        </pc:spChg>
        <pc:spChg chg="mod">
          <ac:chgData name="欣捷 王" userId="b965477fa0aef5e6" providerId="LiveId" clId="{DDEBAF8B-00A9-4254-9480-257662CA3843}" dt="2024-05-14T09:16:44.510" v="3696" actId="1076"/>
          <ac:spMkLst>
            <pc:docMk/>
            <pc:sldMk cId="0" sldId="938"/>
            <ac:spMk id="35862" creationId="{4D99675E-C6D4-BACC-9390-AA64C56FCBD6}"/>
          </ac:spMkLst>
        </pc:spChg>
        <pc:spChg chg="mod">
          <ac:chgData name="欣捷 王" userId="b965477fa0aef5e6" providerId="LiveId" clId="{DDEBAF8B-00A9-4254-9480-257662CA3843}" dt="2024-05-14T09:16:44.510" v="3696" actId="1076"/>
          <ac:spMkLst>
            <pc:docMk/>
            <pc:sldMk cId="0" sldId="938"/>
            <ac:spMk id="35863" creationId="{5C74A18A-855A-7B5A-A726-25F750711E37}"/>
          </ac:spMkLst>
        </pc:spChg>
        <pc:spChg chg="mod">
          <ac:chgData name="欣捷 王" userId="b965477fa0aef5e6" providerId="LiveId" clId="{DDEBAF8B-00A9-4254-9480-257662CA3843}" dt="2024-05-14T09:16:44.510" v="3696" actId="1076"/>
          <ac:spMkLst>
            <pc:docMk/>
            <pc:sldMk cId="0" sldId="938"/>
            <ac:spMk id="35864" creationId="{9EF5FDE6-5BD9-F73F-56A1-592D21D664E4}"/>
          </ac:spMkLst>
        </pc:spChg>
        <pc:spChg chg="mod">
          <ac:chgData name="欣捷 王" userId="b965477fa0aef5e6" providerId="LiveId" clId="{DDEBAF8B-00A9-4254-9480-257662CA3843}" dt="2024-05-14T09:16:44.510" v="3696" actId="1076"/>
          <ac:spMkLst>
            <pc:docMk/>
            <pc:sldMk cId="0" sldId="938"/>
            <ac:spMk id="35865" creationId="{69CE4F82-A63D-7A47-C176-DAAB85B926AC}"/>
          </ac:spMkLst>
        </pc:spChg>
        <pc:spChg chg="mod">
          <ac:chgData name="欣捷 王" userId="b965477fa0aef5e6" providerId="LiveId" clId="{DDEBAF8B-00A9-4254-9480-257662CA3843}" dt="2024-05-14T09:16:44.510" v="3696" actId="1076"/>
          <ac:spMkLst>
            <pc:docMk/>
            <pc:sldMk cId="0" sldId="938"/>
            <ac:spMk id="35866" creationId="{BDAAA869-0713-B71A-EEF4-03E38E3B11DC}"/>
          </ac:spMkLst>
        </pc:spChg>
        <pc:spChg chg="mod">
          <ac:chgData name="欣捷 王" userId="b965477fa0aef5e6" providerId="LiveId" clId="{DDEBAF8B-00A9-4254-9480-257662CA3843}" dt="2024-05-14T09:16:44.510" v="3696" actId="1076"/>
          <ac:spMkLst>
            <pc:docMk/>
            <pc:sldMk cId="0" sldId="938"/>
            <ac:spMk id="35867" creationId="{6144FAFE-05BE-CE53-938F-17BF8777E938}"/>
          </ac:spMkLst>
        </pc:spChg>
        <pc:spChg chg="mod">
          <ac:chgData name="欣捷 王" userId="b965477fa0aef5e6" providerId="LiveId" clId="{DDEBAF8B-00A9-4254-9480-257662CA3843}" dt="2024-05-14T09:16:44.510" v="3696" actId="1076"/>
          <ac:spMkLst>
            <pc:docMk/>
            <pc:sldMk cId="0" sldId="938"/>
            <ac:spMk id="35868" creationId="{CBC2805C-60D7-4C65-C344-12B75CA32B9A}"/>
          </ac:spMkLst>
        </pc:spChg>
        <pc:spChg chg="mod">
          <ac:chgData name="欣捷 王" userId="b965477fa0aef5e6" providerId="LiveId" clId="{DDEBAF8B-00A9-4254-9480-257662CA3843}" dt="2024-05-14T09:16:44.510" v="3696" actId="1076"/>
          <ac:spMkLst>
            <pc:docMk/>
            <pc:sldMk cId="0" sldId="938"/>
            <ac:spMk id="35869" creationId="{F6B2E37A-93BD-F644-37B1-7F4573AE162C}"/>
          </ac:spMkLst>
        </pc:spChg>
        <pc:spChg chg="mod">
          <ac:chgData name="欣捷 王" userId="b965477fa0aef5e6" providerId="LiveId" clId="{DDEBAF8B-00A9-4254-9480-257662CA3843}" dt="2024-05-14T09:16:44.510" v="3696" actId="1076"/>
          <ac:spMkLst>
            <pc:docMk/>
            <pc:sldMk cId="0" sldId="938"/>
            <ac:spMk id="35870" creationId="{0B5481D3-F50F-7B2E-8806-219EE218998F}"/>
          </ac:spMkLst>
        </pc:spChg>
        <pc:spChg chg="mod">
          <ac:chgData name="欣捷 王" userId="b965477fa0aef5e6" providerId="LiveId" clId="{DDEBAF8B-00A9-4254-9480-257662CA3843}" dt="2024-05-14T09:16:44.510" v="3696" actId="1076"/>
          <ac:spMkLst>
            <pc:docMk/>
            <pc:sldMk cId="0" sldId="938"/>
            <ac:spMk id="35871" creationId="{E4A8C12C-2744-E344-14D2-AC9E653B9F76}"/>
          </ac:spMkLst>
        </pc:spChg>
        <pc:spChg chg="mod">
          <ac:chgData name="欣捷 王" userId="b965477fa0aef5e6" providerId="LiveId" clId="{DDEBAF8B-00A9-4254-9480-257662CA3843}" dt="2024-05-14T09:16:44.510" v="3696" actId="1076"/>
          <ac:spMkLst>
            <pc:docMk/>
            <pc:sldMk cId="0" sldId="938"/>
            <ac:spMk id="35872" creationId="{4E3A7008-8257-B7C7-DAEB-E7F170988F0D}"/>
          </ac:spMkLst>
        </pc:spChg>
        <pc:spChg chg="mod">
          <ac:chgData name="欣捷 王" userId="b965477fa0aef5e6" providerId="LiveId" clId="{DDEBAF8B-00A9-4254-9480-257662CA3843}" dt="2024-05-14T09:16:44.510" v="3696" actId="1076"/>
          <ac:spMkLst>
            <pc:docMk/>
            <pc:sldMk cId="0" sldId="938"/>
            <ac:spMk id="35873" creationId="{33D8F9E9-99BB-74B6-5FD8-2A17CD644A17}"/>
          </ac:spMkLst>
        </pc:spChg>
        <pc:spChg chg="mod">
          <ac:chgData name="欣捷 王" userId="b965477fa0aef5e6" providerId="LiveId" clId="{DDEBAF8B-00A9-4254-9480-257662CA3843}" dt="2024-05-14T09:16:44.510" v="3696" actId="1076"/>
          <ac:spMkLst>
            <pc:docMk/>
            <pc:sldMk cId="0" sldId="938"/>
            <ac:spMk id="35874" creationId="{08C92CFC-1478-9B7F-4732-45F0AF57FA4A}"/>
          </ac:spMkLst>
        </pc:spChg>
        <pc:spChg chg="mod">
          <ac:chgData name="欣捷 王" userId="b965477fa0aef5e6" providerId="LiveId" clId="{DDEBAF8B-00A9-4254-9480-257662CA3843}" dt="2024-05-14T09:16:44.510" v="3696" actId="1076"/>
          <ac:spMkLst>
            <pc:docMk/>
            <pc:sldMk cId="0" sldId="938"/>
            <ac:spMk id="35875" creationId="{900329B1-0E66-1D47-4734-DC42E26C50BC}"/>
          </ac:spMkLst>
        </pc:spChg>
        <pc:spChg chg="mod">
          <ac:chgData name="欣捷 王" userId="b965477fa0aef5e6" providerId="LiveId" clId="{DDEBAF8B-00A9-4254-9480-257662CA3843}" dt="2024-05-14T09:16:44.510" v="3696" actId="1076"/>
          <ac:spMkLst>
            <pc:docMk/>
            <pc:sldMk cId="0" sldId="938"/>
            <ac:spMk id="35876" creationId="{5F700900-D752-E973-A71B-FE26113CD3CE}"/>
          </ac:spMkLst>
        </pc:spChg>
        <pc:spChg chg="mod">
          <ac:chgData name="欣捷 王" userId="b965477fa0aef5e6" providerId="LiveId" clId="{DDEBAF8B-00A9-4254-9480-257662CA3843}" dt="2024-05-14T09:16:44.510" v="3696" actId="1076"/>
          <ac:spMkLst>
            <pc:docMk/>
            <pc:sldMk cId="0" sldId="938"/>
            <ac:spMk id="35877" creationId="{43F8369F-62FA-EB4A-3CCF-F1F53F2726AC}"/>
          </ac:spMkLst>
        </pc:spChg>
        <pc:spChg chg="mod">
          <ac:chgData name="欣捷 王" userId="b965477fa0aef5e6" providerId="LiveId" clId="{DDEBAF8B-00A9-4254-9480-257662CA3843}" dt="2024-05-14T09:16:44.510" v="3696" actId="1076"/>
          <ac:spMkLst>
            <pc:docMk/>
            <pc:sldMk cId="0" sldId="938"/>
            <ac:spMk id="35878" creationId="{CD40E039-A660-71B6-D4AD-1D30370EB255}"/>
          </ac:spMkLst>
        </pc:spChg>
        <pc:spChg chg="mod">
          <ac:chgData name="欣捷 王" userId="b965477fa0aef5e6" providerId="LiveId" clId="{DDEBAF8B-00A9-4254-9480-257662CA3843}" dt="2024-05-14T09:16:44.510" v="3696" actId="1076"/>
          <ac:spMkLst>
            <pc:docMk/>
            <pc:sldMk cId="0" sldId="938"/>
            <ac:spMk id="35879" creationId="{B676AA43-DE57-EFAB-A469-FED3C63BD32B}"/>
          </ac:spMkLst>
        </pc:spChg>
        <pc:spChg chg="mod">
          <ac:chgData name="欣捷 王" userId="b965477fa0aef5e6" providerId="LiveId" clId="{DDEBAF8B-00A9-4254-9480-257662CA3843}" dt="2024-05-14T09:16:44.510" v="3696" actId="1076"/>
          <ac:spMkLst>
            <pc:docMk/>
            <pc:sldMk cId="0" sldId="938"/>
            <ac:spMk id="35880" creationId="{C9BE398E-9B86-C5BB-090F-9A2C2C01E3EE}"/>
          </ac:spMkLst>
        </pc:spChg>
        <pc:spChg chg="mod">
          <ac:chgData name="欣捷 王" userId="b965477fa0aef5e6" providerId="LiveId" clId="{DDEBAF8B-00A9-4254-9480-257662CA3843}" dt="2024-05-14T09:16:44.510" v="3696" actId="1076"/>
          <ac:spMkLst>
            <pc:docMk/>
            <pc:sldMk cId="0" sldId="938"/>
            <ac:spMk id="35881" creationId="{89E48EBD-8FC7-59AB-DD90-0ED47A6F9FDC}"/>
          </ac:spMkLst>
        </pc:spChg>
        <pc:spChg chg="mod">
          <ac:chgData name="欣捷 王" userId="b965477fa0aef5e6" providerId="LiveId" clId="{DDEBAF8B-00A9-4254-9480-257662CA3843}" dt="2024-05-14T09:16:44.510" v="3696" actId="1076"/>
          <ac:spMkLst>
            <pc:docMk/>
            <pc:sldMk cId="0" sldId="938"/>
            <ac:spMk id="35882" creationId="{1256D714-D0B8-610A-8125-46F915337FC3}"/>
          </ac:spMkLst>
        </pc:spChg>
        <pc:spChg chg="mod">
          <ac:chgData name="欣捷 王" userId="b965477fa0aef5e6" providerId="LiveId" clId="{DDEBAF8B-00A9-4254-9480-257662CA3843}" dt="2024-05-14T09:16:44.510" v="3696" actId="1076"/>
          <ac:spMkLst>
            <pc:docMk/>
            <pc:sldMk cId="0" sldId="938"/>
            <ac:spMk id="35883" creationId="{2948B6D2-56DB-CEE4-F362-68A3281BCED4}"/>
          </ac:spMkLst>
        </pc:spChg>
        <pc:spChg chg="del mod topLvl">
          <ac:chgData name="欣捷 王" userId="b965477fa0aef5e6" providerId="LiveId" clId="{DDEBAF8B-00A9-4254-9480-257662CA3843}" dt="2024-05-14T09:19:25.049" v="3711" actId="478"/>
          <ac:spMkLst>
            <pc:docMk/>
            <pc:sldMk cId="0" sldId="938"/>
            <ac:spMk id="35885" creationId="{2FCA5BFA-9523-593B-5798-34BB0DDCE948}"/>
          </ac:spMkLst>
        </pc:spChg>
        <pc:spChg chg="del mod topLvl">
          <ac:chgData name="欣捷 王" userId="b965477fa0aef5e6" providerId="LiveId" clId="{DDEBAF8B-00A9-4254-9480-257662CA3843}" dt="2024-05-14T09:19:25.049" v="3711" actId="478"/>
          <ac:spMkLst>
            <pc:docMk/>
            <pc:sldMk cId="0" sldId="938"/>
            <ac:spMk id="35886" creationId="{279CFFCC-6709-241F-5ECA-DFC72D55F57B}"/>
          </ac:spMkLst>
        </pc:spChg>
        <pc:spChg chg="del mod topLvl">
          <ac:chgData name="欣捷 王" userId="b965477fa0aef5e6" providerId="LiveId" clId="{DDEBAF8B-00A9-4254-9480-257662CA3843}" dt="2024-05-14T09:19:25.049" v="3711" actId="478"/>
          <ac:spMkLst>
            <pc:docMk/>
            <pc:sldMk cId="0" sldId="938"/>
            <ac:spMk id="35887" creationId="{0CF881BB-3218-85C2-695B-8DC84FCF990C}"/>
          </ac:spMkLst>
        </pc:spChg>
        <pc:spChg chg="del mod topLvl">
          <ac:chgData name="欣捷 王" userId="b965477fa0aef5e6" providerId="LiveId" clId="{DDEBAF8B-00A9-4254-9480-257662CA3843}" dt="2024-05-14T09:19:25.049" v="3711" actId="478"/>
          <ac:spMkLst>
            <pc:docMk/>
            <pc:sldMk cId="0" sldId="938"/>
            <ac:spMk id="35888" creationId="{9CEE9B61-9C50-C6F2-D12A-484092629D48}"/>
          </ac:spMkLst>
        </pc:spChg>
        <pc:spChg chg="del mod topLvl">
          <ac:chgData name="欣捷 王" userId="b965477fa0aef5e6" providerId="LiveId" clId="{DDEBAF8B-00A9-4254-9480-257662CA3843}" dt="2024-05-14T09:19:25.049" v="3711" actId="478"/>
          <ac:spMkLst>
            <pc:docMk/>
            <pc:sldMk cId="0" sldId="938"/>
            <ac:spMk id="35889" creationId="{CE1A6EC3-CCA9-BAF9-2B03-0499FE7ADB9B}"/>
          </ac:spMkLst>
        </pc:spChg>
        <pc:spChg chg="del mod topLvl">
          <ac:chgData name="欣捷 王" userId="b965477fa0aef5e6" providerId="LiveId" clId="{DDEBAF8B-00A9-4254-9480-257662CA3843}" dt="2024-05-14T09:19:25.049" v="3711" actId="478"/>
          <ac:spMkLst>
            <pc:docMk/>
            <pc:sldMk cId="0" sldId="938"/>
            <ac:spMk id="35890" creationId="{066B42D1-102C-383E-94C5-0C2A30539586}"/>
          </ac:spMkLst>
        </pc:spChg>
        <pc:spChg chg="del mod topLvl">
          <ac:chgData name="欣捷 王" userId="b965477fa0aef5e6" providerId="LiveId" clId="{DDEBAF8B-00A9-4254-9480-257662CA3843}" dt="2024-05-14T09:19:25.049" v="3711" actId="478"/>
          <ac:spMkLst>
            <pc:docMk/>
            <pc:sldMk cId="0" sldId="938"/>
            <ac:spMk id="35891" creationId="{7B2D582C-6D63-9D42-1C15-A54CCACC1FC8}"/>
          </ac:spMkLst>
        </pc:spChg>
        <pc:spChg chg="del mod topLvl">
          <ac:chgData name="欣捷 王" userId="b965477fa0aef5e6" providerId="LiveId" clId="{DDEBAF8B-00A9-4254-9480-257662CA3843}" dt="2024-05-14T09:19:25.049" v="3711" actId="478"/>
          <ac:spMkLst>
            <pc:docMk/>
            <pc:sldMk cId="0" sldId="938"/>
            <ac:spMk id="35892" creationId="{07E16229-6018-FFF3-5CFC-420C6AAB99E6}"/>
          </ac:spMkLst>
        </pc:spChg>
        <pc:spChg chg="del mod topLvl">
          <ac:chgData name="欣捷 王" userId="b965477fa0aef5e6" providerId="LiveId" clId="{DDEBAF8B-00A9-4254-9480-257662CA3843}" dt="2024-05-14T09:19:25.049" v="3711" actId="478"/>
          <ac:spMkLst>
            <pc:docMk/>
            <pc:sldMk cId="0" sldId="938"/>
            <ac:spMk id="35893" creationId="{465BF5F8-2D70-4DDF-CC15-97A982A8C703}"/>
          </ac:spMkLst>
        </pc:spChg>
        <pc:spChg chg="del mod topLvl">
          <ac:chgData name="欣捷 王" userId="b965477fa0aef5e6" providerId="LiveId" clId="{DDEBAF8B-00A9-4254-9480-257662CA3843}" dt="2024-05-14T09:19:25.049" v="3711" actId="478"/>
          <ac:spMkLst>
            <pc:docMk/>
            <pc:sldMk cId="0" sldId="938"/>
            <ac:spMk id="35894" creationId="{FF05FBCB-033D-00E7-E5E3-E8955CCE19FF}"/>
          </ac:spMkLst>
        </pc:spChg>
        <pc:spChg chg="del mod topLvl">
          <ac:chgData name="欣捷 王" userId="b965477fa0aef5e6" providerId="LiveId" clId="{DDEBAF8B-00A9-4254-9480-257662CA3843}" dt="2024-05-14T09:19:25.049" v="3711" actId="478"/>
          <ac:spMkLst>
            <pc:docMk/>
            <pc:sldMk cId="0" sldId="938"/>
            <ac:spMk id="35895" creationId="{1DFCC611-E14A-3589-DBE5-83E4933BE219}"/>
          </ac:spMkLst>
        </pc:spChg>
        <pc:spChg chg="del mod topLvl">
          <ac:chgData name="欣捷 王" userId="b965477fa0aef5e6" providerId="LiveId" clId="{DDEBAF8B-00A9-4254-9480-257662CA3843}" dt="2024-05-14T09:19:25.049" v="3711" actId="478"/>
          <ac:spMkLst>
            <pc:docMk/>
            <pc:sldMk cId="0" sldId="938"/>
            <ac:spMk id="35896" creationId="{32FF5F3D-BAA3-FFEF-6107-D06C28CBB8A2}"/>
          </ac:spMkLst>
        </pc:spChg>
        <pc:spChg chg="del mod topLvl">
          <ac:chgData name="欣捷 王" userId="b965477fa0aef5e6" providerId="LiveId" clId="{DDEBAF8B-00A9-4254-9480-257662CA3843}" dt="2024-05-14T09:19:25.049" v="3711" actId="478"/>
          <ac:spMkLst>
            <pc:docMk/>
            <pc:sldMk cId="0" sldId="938"/>
            <ac:spMk id="35897" creationId="{3DA4EE33-FA60-4C07-EE0B-DDB0BC28365E}"/>
          </ac:spMkLst>
        </pc:spChg>
        <pc:spChg chg="del mod topLvl">
          <ac:chgData name="欣捷 王" userId="b965477fa0aef5e6" providerId="LiveId" clId="{DDEBAF8B-00A9-4254-9480-257662CA3843}" dt="2024-05-14T09:19:25.049" v="3711" actId="478"/>
          <ac:spMkLst>
            <pc:docMk/>
            <pc:sldMk cId="0" sldId="938"/>
            <ac:spMk id="35898" creationId="{C6359570-3D51-BF9D-2354-6DA5B2ADBCE4}"/>
          </ac:spMkLst>
        </pc:spChg>
        <pc:spChg chg="del mod topLvl">
          <ac:chgData name="欣捷 王" userId="b965477fa0aef5e6" providerId="LiveId" clId="{DDEBAF8B-00A9-4254-9480-257662CA3843}" dt="2024-05-14T09:19:25.049" v="3711" actId="478"/>
          <ac:spMkLst>
            <pc:docMk/>
            <pc:sldMk cId="0" sldId="938"/>
            <ac:spMk id="35899" creationId="{B1369A4A-F985-BBE6-98BC-F62240037913}"/>
          </ac:spMkLst>
        </pc:spChg>
        <pc:spChg chg="del mod topLvl">
          <ac:chgData name="欣捷 王" userId="b965477fa0aef5e6" providerId="LiveId" clId="{DDEBAF8B-00A9-4254-9480-257662CA3843}" dt="2024-05-14T09:19:25.049" v="3711" actId="478"/>
          <ac:spMkLst>
            <pc:docMk/>
            <pc:sldMk cId="0" sldId="938"/>
            <ac:spMk id="35900" creationId="{C9D157D0-AF2C-5A5A-9840-F9E3CAF3043E}"/>
          </ac:spMkLst>
        </pc:spChg>
        <pc:spChg chg="del mod topLvl">
          <ac:chgData name="欣捷 王" userId="b965477fa0aef5e6" providerId="LiveId" clId="{DDEBAF8B-00A9-4254-9480-257662CA3843}" dt="2024-05-14T09:19:25.049" v="3711" actId="478"/>
          <ac:spMkLst>
            <pc:docMk/>
            <pc:sldMk cId="0" sldId="938"/>
            <ac:spMk id="35901" creationId="{216E3211-FAA4-BBE1-513A-F5FB4DB2F3AC}"/>
          </ac:spMkLst>
        </pc:spChg>
        <pc:spChg chg="del mod topLvl">
          <ac:chgData name="欣捷 王" userId="b965477fa0aef5e6" providerId="LiveId" clId="{DDEBAF8B-00A9-4254-9480-257662CA3843}" dt="2024-05-14T09:19:25.049" v="3711" actId="478"/>
          <ac:spMkLst>
            <pc:docMk/>
            <pc:sldMk cId="0" sldId="938"/>
            <ac:spMk id="35902" creationId="{57ED40E5-B353-C90C-1FDD-92D2238DC94A}"/>
          </ac:spMkLst>
        </pc:spChg>
        <pc:spChg chg="del mod topLvl">
          <ac:chgData name="欣捷 王" userId="b965477fa0aef5e6" providerId="LiveId" clId="{DDEBAF8B-00A9-4254-9480-257662CA3843}" dt="2024-05-14T09:19:25.049" v="3711" actId="478"/>
          <ac:spMkLst>
            <pc:docMk/>
            <pc:sldMk cId="0" sldId="938"/>
            <ac:spMk id="35903" creationId="{019E6563-4B96-5FF8-34DC-95A38D068755}"/>
          </ac:spMkLst>
        </pc:spChg>
        <pc:spChg chg="del mod topLvl">
          <ac:chgData name="欣捷 王" userId="b965477fa0aef5e6" providerId="LiveId" clId="{DDEBAF8B-00A9-4254-9480-257662CA3843}" dt="2024-05-14T09:19:25.049" v="3711" actId="478"/>
          <ac:spMkLst>
            <pc:docMk/>
            <pc:sldMk cId="0" sldId="938"/>
            <ac:spMk id="35904" creationId="{12695D50-9C31-E2C4-18B2-D93291DD859F}"/>
          </ac:spMkLst>
        </pc:spChg>
        <pc:spChg chg="del mod topLvl">
          <ac:chgData name="欣捷 王" userId="b965477fa0aef5e6" providerId="LiveId" clId="{DDEBAF8B-00A9-4254-9480-257662CA3843}" dt="2024-05-14T09:19:25.049" v="3711" actId="478"/>
          <ac:spMkLst>
            <pc:docMk/>
            <pc:sldMk cId="0" sldId="938"/>
            <ac:spMk id="35905" creationId="{BF84F566-BD04-B358-8F3D-A38F060CF58C}"/>
          </ac:spMkLst>
        </pc:spChg>
        <pc:spChg chg="del mod topLvl">
          <ac:chgData name="欣捷 王" userId="b965477fa0aef5e6" providerId="LiveId" clId="{DDEBAF8B-00A9-4254-9480-257662CA3843}" dt="2024-05-14T09:19:25.049" v="3711" actId="478"/>
          <ac:spMkLst>
            <pc:docMk/>
            <pc:sldMk cId="0" sldId="938"/>
            <ac:spMk id="35906" creationId="{45BDDB47-51A8-D5D4-87B0-64310BD090F4}"/>
          </ac:spMkLst>
        </pc:spChg>
        <pc:spChg chg="del mod topLvl">
          <ac:chgData name="欣捷 王" userId="b965477fa0aef5e6" providerId="LiveId" clId="{DDEBAF8B-00A9-4254-9480-257662CA3843}" dt="2024-05-14T09:19:25.049" v="3711" actId="478"/>
          <ac:spMkLst>
            <pc:docMk/>
            <pc:sldMk cId="0" sldId="938"/>
            <ac:spMk id="35907" creationId="{863BB173-D908-292A-7E21-F7A63190157B}"/>
          </ac:spMkLst>
        </pc:spChg>
        <pc:spChg chg="del mod topLvl">
          <ac:chgData name="欣捷 王" userId="b965477fa0aef5e6" providerId="LiveId" clId="{DDEBAF8B-00A9-4254-9480-257662CA3843}" dt="2024-05-14T09:19:25.049" v="3711" actId="478"/>
          <ac:spMkLst>
            <pc:docMk/>
            <pc:sldMk cId="0" sldId="938"/>
            <ac:spMk id="35908" creationId="{9DB39BF8-89D3-61E3-B43D-74CD05E61697}"/>
          </ac:spMkLst>
        </pc:spChg>
        <pc:spChg chg="del mod topLvl">
          <ac:chgData name="欣捷 王" userId="b965477fa0aef5e6" providerId="LiveId" clId="{DDEBAF8B-00A9-4254-9480-257662CA3843}" dt="2024-05-14T09:19:25.049" v="3711" actId="478"/>
          <ac:spMkLst>
            <pc:docMk/>
            <pc:sldMk cId="0" sldId="938"/>
            <ac:spMk id="35909" creationId="{659C9CCB-26E0-87C8-3963-5E51E4CDB355}"/>
          </ac:spMkLst>
        </pc:spChg>
        <pc:spChg chg="del mod topLvl">
          <ac:chgData name="欣捷 王" userId="b965477fa0aef5e6" providerId="LiveId" clId="{DDEBAF8B-00A9-4254-9480-257662CA3843}" dt="2024-05-14T09:19:25.049" v="3711" actId="478"/>
          <ac:spMkLst>
            <pc:docMk/>
            <pc:sldMk cId="0" sldId="938"/>
            <ac:spMk id="35910" creationId="{6EFB1455-5536-3AEA-6434-36480DE7D553}"/>
          </ac:spMkLst>
        </pc:spChg>
        <pc:spChg chg="del mod topLvl">
          <ac:chgData name="欣捷 王" userId="b965477fa0aef5e6" providerId="LiveId" clId="{DDEBAF8B-00A9-4254-9480-257662CA3843}" dt="2024-05-14T09:19:25.049" v="3711" actId="478"/>
          <ac:spMkLst>
            <pc:docMk/>
            <pc:sldMk cId="0" sldId="938"/>
            <ac:spMk id="35911" creationId="{F0CAA871-00BE-CB92-6D74-1494A76114C3}"/>
          </ac:spMkLst>
        </pc:spChg>
        <pc:spChg chg="del mod topLvl">
          <ac:chgData name="欣捷 王" userId="b965477fa0aef5e6" providerId="LiveId" clId="{DDEBAF8B-00A9-4254-9480-257662CA3843}" dt="2024-05-14T09:19:25.049" v="3711" actId="478"/>
          <ac:spMkLst>
            <pc:docMk/>
            <pc:sldMk cId="0" sldId="938"/>
            <ac:spMk id="35912" creationId="{E391FE61-A451-175D-81B9-13913DE8E37C}"/>
          </ac:spMkLst>
        </pc:spChg>
        <pc:spChg chg="del mod topLvl">
          <ac:chgData name="欣捷 王" userId="b965477fa0aef5e6" providerId="LiveId" clId="{DDEBAF8B-00A9-4254-9480-257662CA3843}" dt="2024-05-14T09:19:25.049" v="3711" actId="478"/>
          <ac:spMkLst>
            <pc:docMk/>
            <pc:sldMk cId="0" sldId="938"/>
            <ac:spMk id="35913" creationId="{29593B3B-BDA0-AA9E-3240-273CB0BCC304}"/>
          </ac:spMkLst>
        </pc:spChg>
        <pc:spChg chg="del mod topLvl">
          <ac:chgData name="欣捷 王" userId="b965477fa0aef5e6" providerId="LiveId" clId="{DDEBAF8B-00A9-4254-9480-257662CA3843}" dt="2024-05-14T09:19:25.049" v="3711" actId="478"/>
          <ac:spMkLst>
            <pc:docMk/>
            <pc:sldMk cId="0" sldId="938"/>
            <ac:spMk id="35914" creationId="{EB9CECF1-34E0-9CDD-9E5C-7D52BD4581EF}"/>
          </ac:spMkLst>
        </pc:spChg>
        <pc:spChg chg="del mod topLvl">
          <ac:chgData name="欣捷 王" userId="b965477fa0aef5e6" providerId="LiveId" clId="{DDEBAF8B-00A9-4254-9480-257662CA3843}" dt="2024-05-14T09:19:25.049" v="3711" actId="478"/>
          <ac:spMkLst>
            <pc:docMk/>
            <pc:sldMk cId="0" sldId="938"/>
            <ac:spMk id="35915" creationId="{B5819AEB-363F-51A2-29E5-DDCD4627AC3B}"/>
          </ac:spMkLst>
        </pc:spChg>
        <pc:spChg chg="del mod topLvl">
          <ac:chgData name="欣捷 王" userId="b965477fa0aef5e6" providerId="LiveId" clId="{DDEBAF8B-00A9-4254-9480-257662CA3843}" dt="2024-05-14T09:19:25.049" v="3711" actId="478"/>
          <ac:spMkLst>
            <pc:docMk/>
            <pc:sldMk cId="0" sldId="938"/>
            <ac:spMk id="35916" creationId="{385D92B5-2BED-8F9C-B18C-3C65D7D93EDB}"/>
          </ac:spMkLst>
        </pc:spChg>
        <pc:spChg chg="del mod topLvl">
          <ac:chgData name="欣捷 王" userId="b965477fa0aef5e6" providerId="LiveId" clId="{DDEBAF8B-00A9-4254-9480-257662CA3843}" dt="2024-05-14T09:19:25.049" v="3711" actId="478"/>
          <ac:spMkLst>
            <pc:docMk/>
            <pc:sldMk cId="0" sldId="938"/>
            <ac:spMk id="35917" creationId="{8E09719C-B76E-5C9A-64D7-4F83DB85BD49}"/>
          </ac:spMkLst>
        </pc:spChg>
        <pc:spChg chg="del mod topLvl">
          <ac:chgData name="欣捷 王" userId="b965477fa0aef5e6" providerId="LiveId" clId="{DDEBAF8B-00A9-4254-9480-257662CA3843}" dt="2024-05-14T09:19:25.049" v="3711" actId="478"/>
          <ac:spMkLst>
            <pc:docMk/>
            <pc:sldMk cId="0" sldId="938"/>
            <ac:spMk id="35918" creationId="{EF247492-E5A0-C4D4-946B-E54155411701}"/>
          </ac:spMkLst>
        </pc:spChg>
        <pc:spChg chg="del mod topLvl">
          <ac:chgData name="欣捷 王" userId="b965477fa0aef5e6" providerId="LiveId" clId="{DDEBAF8B-00A9-4254-9480-257662CA3843}" dt="2024-05-14T09:19:25.049" v="3711" actId="478"/>
          <ac:spMkLst>
            <pc:docMk/>
            <pc:sldMk cId="0" sldId="938"/>
            <ac:spMk id="35919" creationId="{8E1223CA-C718-880A-3901-C0F3EF6D6C9C}"/>
          </ac:spMkLst>
        </pc:spChg>
        <pc:spChg chg="del mod topLvl">
          <ac:chgData name="欣捷 王" userId="b965477fa0aef5e6" providerId="LiveId" clId="{DDEBAF8B-00A9-4254-9480-257662CA3843}" dt="2024-05-14T09:19:25.049" v="3711" actId="478"/>
          <ac:spMkLst>
            <pc:docMk/>
            <pc:sldMk cId="0" sldId="938"/>
            <ac:spMk id="35920" creationId="{4751B5F5-FDC0-4DBD-1596-896F2062BB90}"/>
          </ac:spMkLst>
        </pc:spChg>
        <pc:spChg chg="del mod topLvl">
          <ac:chgData name="欣捷 王" userId="b965477fa0aef5e6" providerId="LiveId" clId="{DDEBAF8B-00A9-4254-9480-257662CA3843}" dt="2024-05-14T09:19:25.049" v="3711" actId="478"/>
          <ac:spMkLst>
            <pc:docMk/>
            <pc:sldMk cId="0" sldId="938"/>
            <ac:spMk id="35921" creationId="{EF90DC82-761B-708C-F4DD-7E3EE772349B}"/>
          </ac:spMkLst>
        </pc:spChg>
        <pc:spChg chg="del mod topLvl">
          <ac:chgData name="欣捷 王" userId="b965477fa0aef5e6" providerId="LiveId" clId="{DDEBAF8B-00A9-4254-9480-257662CA3843}" dt="2024-05-14T09:19:25.049" v="3711" actId="478"/>
          <ac:spMkLst>
            <pc:docMk/>
            <pc:sldMk cId="0" sldId="938"/>
            <ac:spMk id="35922" creationId="{3AC3D521-4907-18BE-8F9D-68F4B014E060}"/>
          </ac:spMkLst>
        </pc:spChg>
        <pc:spChg chg="del mod topLvl">
          <ac:chgData name="欣捷 王" userId="b965477fa0aef5e6" providerId="LiveId" clId="{DDEBAF8B-00A9-4254-9480-257662CA3843}" dt="2024-05-14T09:19:25.049" v="3711" actId="478"/>
          <ac:spMkLst>
            <pc:docMk/>
            <pc:sldMk cId="0" sldId="938"/>
            <ac:spMk id="35923" creationId="{6DA19A08-BDC7-F9B5-9F46-2C9ED1996B38}"/>
          </ac:spMkLst>
        </pc:spChg>
        <pc:spChg chg="del mod topLvl">
          <ac:chgData name="欣捷 王" userId="b965477fa0aef5e6" providerId="LiveId" clId="{DDEBAF8B-00A9-4254-9480-257662CA3843}" dt="2024-05-14T09:19:25.049" v="3711" actId="478"/>
          <ac:spMkLst>
            <pc:docMk/>
            <pc:sldMk cId="0" sldId="938"/>
            <ac:spMk id="35924" creationId="{E5AC6638-2779-0B28-6E20-53C190DFFD37}"/>
          </ac:spMkLst>
        </pc:spChg>
        <pc:spChg chg="del mod topLvl">
          <ac:chgData name="欣捷 王" userId="b965477fa0aef5e6" providerId="LiveId" clId="{DDEBAF8B-00A9-4254-9480-257662CA3843}" dt="2024-05-14T09:19:25.049" v="3711" actId="478"/>
          <ac:spMkLst>
            <pc:docMk/>
            <pc:sldMk cId="0" sldId="938"/>
            <ac:spMk id="35925" creationId="{7CFADEBC-E8AB-BD87-A2F7-F9CE27696230}"/>
          </ac:spMkLst>
        </pc:spChg>
        <pc:spChg chg="del mod topLvl">
          <ac:chgData name="欣捷 王" userId="b965477fa0aef5e6" providerId="LiveId" clId="{DDEBAF8B-00A9-4254-9480-257662CA3843}" dt="2024-05-14T09:19:25.049" v="3711" actId="478"/>
          <ac:spMkLst>
            <pc:docMk/>
            <pc:sldMk cId="0" sldId="938"/>
            <ac:spMk id="35926" creationId="{48EFCDF8-A9F6-305B-7F18-377180364E7B}"/>
          </ac:spMkLst>
        </pc:spChg>
        <pc:spChg chg="del mod topLvl">
          <ac:chgData name="欣捷 王" userId="b965477fa0aef5e6" providerId="LiveId" clId="{DDEBAF8B-00A9-4254-9480-257662CA3843}" dt="2024-05-14T09:19:25.049" v="3711" actId="478"/>
          <ac:spMkLst>
            <pc:docMk/>
            <pc:sldMk cId="0" sldId="938"/>
            <ac:spMk id="35927" creationId="{19D24012-8561-89AD-D552-FD832719A823}"/>
          </ac:spMkLst>
        </pc:spChg>
        <pc:spChg chg="del mod topLvl">
          <ac:chgData name="欣捷 王" userId="b965477fa0aef5e6" providerId="LiveId" clId="{DDEBAF8B-00A9-4254-9480-257662CA3843}" dt="2024-05-14T09:19:25.049" v="3711" actId="478"/>
          <ac:spMkLst>
            <pc:docMk/>
            <pc:sldMk cId="0" sldId="938"/>
            <ac:spMk id="35928" creationId="{C5372B80-F00E-82C3-272A-8815B9FD33F0}"/>
          </ac:spMkLst>
        </pc:spChg>
        <pc:spChg chg="del mod topLvl">
          <ac:chgData name="欣捷 王" userId="b965477fa0aef5e6" providerId="LiveId" clId="{DDEBAF8B-00A9-4254-9480-257662CA3843}" dt="2024-05-14T09:19:25.049" v="3711" actId="478"/>
          <ac:spMkLst>
            <pc:docMk/>
            <pc:sldMk cId="0" sldId="938"/>
            <ac:spMk id="35929" creationId="{6795B995-7B60-6B38-6F5B-512BD9DE8533}"/>
          </ac:spMkLst>
        </pc:spChg>
        <pc:spChg chg="del mod topLvl">
          <ac:chgData name="欣捷 王" userId="b965477fa0aef5e6" providerId="LiveId" clId="{DDEBAF8B-00A9-4254-9480-257662CA3843}" dt="2024-05-14T09:19:25.049" v="3711" actId="478"/>
          <ac:spMkLst>
            <pc:docMk/>
            <pc:sldMk cId="0" sldId="938"/>
            <ac:spMk id="35930" creationId="{419A9DA2-8319-C0AC-386B-649CD2981D22}"/>
          </ac:spMkLst>
        </pc:spChg>
        <pc:spChg chg="del mod topLvl">
          <ac:chgData name="欣捷 王" userId="b965477fa0aef5e6" providerId="LiveId" clId="{DDEBAF8B-00A9-4254-9480-257662CA3843}" dt="2024-05-14T09:19:25.049" v="3711" actId="478"/>
          <ac:spMkLst>
            <pc:docMk/>
            <pc:sldMk cId="0" sldId="938"/>
            <ac:spMk id="35931" creationId="{1FA7F7D7-43BD-EF58-69DE-8F3CD16746D7}"/>
          </ac:spMkLst>
        </pc:spChg>
        <pc:spChg chg="del mod topLvl">
          <ac:chgData name="欣捷 王" userId="b965477fa0aef5e6" providerId="LiveId" clId="{DDEBAF8B-00A9-4254-9480-257662CA3843}" dt="2024-05-14T09:19:25.049" v="3711" actId="478"/>
          <ac:spMkLst>
            <pc:docMk/>
            <pc:sldMk cId="0" sldId="938"/>
            <ac:spMk id="35932" creationId="{38AFBD74-80B8-42CA-0C59-4A1CD1658E11}"/>
          </ac:spMkLst>
        </pc:spChg>
        <pc:spChg chg="del mod topLvl">
          <ac:chgData name="欣捷 王" userId="b965477fa0aef5e6" providerId="LiveId" clId="{DDEBAF8B-00A9-4254-9480-257662CA3843}" dt="2024-05-14T09:19:25.049" v="3711" actId="478"/>
          <ac:spMkLst>
            <pc:docMk/>
            <pc:sldMk cId="0" sldId="938"/>
            <ac:spMk id="35933" creationId="{39B66FDD-6064-3AE7-6A97-A79488BEA5CD}"/>
          </ac:spMkLst>
        </pc:spChg>
        <pc:spChg chg="del mod topLvl">
          <ac:chgData name="欣捷 王" userId="b965477fa0aef5e6" providerId="LiveId" clId="{DDEBAF8B-00A9-4254-9480-257662CA3843}" dt="2024-05-14T09:19:25.049" v="3711" actId="478"/>
          <ac:spMkLst>
            <pc:docMk/>
            <pc:sldMk cId="0" sldId="938"/>
            <ac:spMk id="35934" creationId="{9C45FE0E-6458-D005-99DF-4130FB05FD11}"/>
          </ac:spMkLst>
        </pc:spChg>
        <pc:spChg chg="del mod topLvl">
          <ac:chgData name="欣捷 王" userId="b965477fa0aef5e6" providerId="LiveId" clId="{DDEBAF8B-00A9-4254-9480-257662CA3843}" dt="2024-05-14T09:19:25.049" v="3711" actId="478"/>
          <ac:spMkLst>
            <pc:docMk/>
            <pc:sldMk cId="0" sldId="938"/>
            <ac:spMk id="35935" creationId="{579DEED4-5906-2EBC-FC45-84F07D8C4FE0}"/>
          </ac:spMkLst>
        </pc:spChg>
        <pc:spChg chg="del mod topLvl">
          <ac:chgData name="欣捷 王" userId="b965477fa0aef5e6" providerId="LiveId" clId="{DDEBAF8B-00A9-4254-9480-257662CA3843}" dt="2024-05-14T09:19:25.049" v="3711" actId="478"/>
          <ac:spMkLst>
            <pc:docMk/>
            <pc:sldMk cId="0" sldId="938"/>
            <ac:spMk id="35936" creationId="{181801A2-7602-0A7D-85F1-D2153034ACAD}"/>
          </ac:spMkLst>
        </pc:spChg>
        <pc:spChg chg="del mod topLvl">
          <ac:chgData name="欣捷 王" userId="b965477fa0aef5e6" providerId="LiveId" clId="{DDEBAF8B-00A9-4254-9480-257662CA3843}" dt="2024-05-14T09:19:25.049" v="3711" actId="478"/>
          <ac:spMkLst>
            <pc:docMk/>
            <pc:sldMk cId="0" sldId="938"/>
            <ac:spMk id="35937" creationId="{9C73A012-D99E-2A6E-8075-1042A041EA9D}"/>
          </ac:spMkLst>
        </pc:spChg>
        <pc:spChg chg="del mod topLvl">
          <ac:chgData name="欣捷 王" userId="b965477fa0aef5e6" providerId="LiveId" clId="{DDEBAF8B-00A9-4254-9480-257662CA3843}" dt="2024-05-14T09:19:25.049" v="3711" actId="478"/>
          <ac:spMkLst>
            <pc:docMk/>
            <pc:sldMk cId="0" sldId="938"/>
            <ac:spMk id="35938" creationId="{E391E3E3-AFE7-9B6A-D1C4-5D0AE75E9D61}"/>
          </ac:spMkLst>
        </pc:spChg>
        <pc:spChg chg="del mod topLvl">
          <ac:chgData name="欣捷 王" userId="b965477fa0aef5e6" providerId="LiveId" clId="{DDEBAF8B-00A9-4254-9480-257662CA3843}" dt="2024-05-14T09:19:25.049" v="3711" actId="478"/>
          <ac:spMkLst>
            <pc:docMk/>
            <pc:sldMk cId="0" sldId="938"/>
            <ac:spMk id="35939" creationId="{A53127F4-C33C-C031-8AB0-3C8F006E253A}"/>
          </ac:spMkLst>
        </pc:spChg>
        <pc:spChg chg="del mod topLvl">
          <ac:chgData name="欣捷 王" userId="b965477fa0aef5e6" providerId="LiveId" clId="{DDEBAF8B-00A9-4254-9480-257662CA3843}" dt="2024-05-14T09:19:25.049" v="3711" actId="478"/>
          <ac:spMkLst>
            <pc:docMk/>
            <pc:sldMk cId="0" sldId="938"/>
            <ac:spMk id="35940" creationId="{5A24806E-8428-8F8F-D063-659D434D647E}"/>
          </ac:spMkLst>
        </pc:spChg>
        <pc:spChg chg="del mod topLvl">
          <ac:chgData name="欣捷 王" userId="b965477fa0aef5e6" providerId="LiveId" clId="{DDEBAF8B-00A9-4254-9480-257662CA3843}" dt="2024-05-14T09:19:25.049" v="3711" actId="478"/>
          <ac:spMkLst>
            <pc:docMk/>
            <pc:sldMk cId="0" sldId="938"/>
            <ac:spMk id="35941" creationId="{433E9470-D7EE-B03C-D568-E82EFB6A0186}"/>
          </ac:spMkLst>
        </pc:spChg>
        <pc:spChg chg="del mod topLvl">
          <ac:chgData name="欣捷 王" userId="b965477fa0aef5e6" providerId="LiveId" clId="{DDEBAF8B-00A9-4254-9480-257662CA3843}" dt="2024-05-14T09:19:25.049" v="3711" actId="478"/>
          <ac:spMkLst>
            <pc:docMk/>
            <pc:sldMk cId="0" sldId="938"/>
            <ac:spMk id="35942" creationId="{04E47732-53F4-08A8-0F8E-73FD67410588}"/>
          </ac:spMkLst>
        </pc:spChg>
        <pc:spChg chg="del mod topLvl">
          <ac:chgData name="欣捷 王" userId="b965477fa0aef5e6" providerId="LiveId" clId="{DDEBAF8B-00A9-4254-9480-257662CA3843}" dt="2024-05-14T09:19:25.049" v="3711" actId="478"/>
          <ac:spMkLst>
            <pc:docMk/>
            <pc:sldMk cId="0" sldId="938"/>
            <ac:spMk id="35943" creationId="{4F5EAFD4-EB53-1D15-2F3B-B6E48744CBC8}"/>
          </ac:spMkLst>
        </pc:spChg>
        <pc:spChg chg="del mod topLvl">
          <ac:chgData name="欣捷 王" userId="b965477fa0aef5e6" providerId="LiveId" clId="{DDEBAF8B-00A9-4254-9480-257662CA3843}" dt="2024-05-14T09:19:25.049" v="3711" actId="478"/>
          <ac:spMkLst>
            <pc:docMk/>
            <pc:sldMk cId="0" sldId="938"/>
            <ac:spMk id="35944" creationId="{40CE2AB5-E19D-6097-B52A-ACCD8B1B8790}"/>
          </ac:spMkLst>
        </pc:spChg>
        <pc:spChg chg="del mod topLvl">
          <ac:chgData name="欣捷 王" userId="b965477fa0aef5e6" providerId="LiveId" clId="{DDEBAF8B-00A9-4254-9480-257662CA3843}" dt="2024-05-14T09:19:25.049" v="3711" actId="478"/>
          <ac:spMkLst>
            <pc:docMk/>
            <pc:sldMk cId="0" sldId="938"/>
            <ac:spMk id="35945" creationId="{366FA7FE-0FA1-9C8A-9F1E-DD1E75B641F4}"/>
          </ac:spMkLst>
        </pc:spChg>
        <pc:spChg chg="del mod topLvl">
          <ac:chgData name="欣捷 王" userId="b965477fa0aef5e6" providerId="LiveId" clId="{DDEBAF8B-00A9-4254-9480-257662CA3843}" dt="2024-05-14T09:19:25.049" v="3711" actId="478"/>
          <ac:spMkLst>
            <pc:docMk/>
            <pc:sldMk cId="0" sldId="938"/>
            <ac:spMk id="35946" creationId="{6E929DF3-590D-32DE-61DF-8A91C3C6BAF9}"/>
          </ac:spMkLst>
        </pc:spChg>
        <pc:spChg chg="del mod topLvl">
          <ac:chgData name="欣捷 王" userId="b965477fa0aef5e6" providerId="LiveId" clId="{DDEBAF8B-00A9-4254-9480-257662CA3843}" dt="2024-05-14T09:19:25.049" v="3711" actId="478"/>
          <ac:spMkLst>
            <pc:docMk/>
            <pc:sldMk cId="0" sldId="938"/>
            <ac:spMk id="35947" creationId="{E9EAEB23-A2DF-B113-889D-5EEA9A429B8F}"/>
          </ac:spMkLst>
        </pc:spChg>
        <pc:spChg chg="del mod topLvl">
          <ac:chgData name="欣捷 王" userId="b965477fa0aef5e6" providerId="LiveId" clId="{DDEBAF8B-00A9-4254-9480-257662CA3843}" dt="2024-05-14T09:19:25.049" v="3711" actId="478"/>
          <ac:spMkLst>
            <pc:docMk/>
            <pc:sldMk cId="0" sldId="938"/>
            <ac:spMk id="35948" creationId="{CFC8377E-C008-67A5-8DE3-31ED361FFDE6}"/>
          </ac:spMkLst>
        </pc:spChg>
        <pc:spChg chg="del mod topLvl">
          <ac:chgData name="欣捷 王" userId="b965477fa0aef5e6" providerId="LiveId" clId="{DDEBAF8B-00A9-4254-9480-257662CA3843}" dt="2024-05-14T09:19:25.049" v="3711" actId="478"/>
          <ac:spMkLst>
            <pc:docMk/>
            <pc:sldMk cId="0" sldId="938"/>
            <ac:spMk id="35949" creationId="{A2ED6275-B5C6-CAA0-B7D2-9243CA5183EE}"/>
          </ac:spMkLst>
        </pc:spChg>
        <pc:spChg chg="del mod topLvl">
          <ac:chgData name="欣捷 王" userId="b965477fa0aef5e6" providerId="LiveId" clId="{DDEBAF8B-00A9-4254-9480-257662CA3843}" dt="2024-05-14T09:19:25.049" v="3711" actId="478"/>
          <ac:spMkLst>
            <pc:docMk/>
            <pc:sldMk cId="0" sldId="938"/>
            <ac:spMk id="35950" creationId="{48141E95-C342-1E5A-E28B-723188264C20}"/>
          </ac:spMkLst>
        </pc:spChg>
        <pc:spChg chg="del mod topLvl">
          <ac:chgData name="欣捷 王" userId="b965477fa0aef5e6" providerId="LiveId" clId="{DDEBAF8B-00A9-4254-9480-257662CA3843}" dt="2024-05-14T09:19:25.049" v="3711" actId="478"/>
          <ac:spMkLst>
            <pc:docMk/>
            <pc:sldMk cId="0" sldId="938"/>
            <ac:spMk id="35951" creationId="{9261BD96-1DFA-9AD7-1340-35BA35325BD4}"/>
          </ac:spMkLst>
        </pc:spChg>
        <pc:spChg chg="del mod topLvl">
          <ac:chgData name="欣捷 王" userId="b965477fa0aef5e6" providerId="LiveId" clId="{DDEBAF8B-00A9-4254-9480-257662CA3843}" dt="2024-05-14T09:19:25.049" v="3711" actId="478"/>
          <ac:spMkLst>
            <pc:docMk/>
            <pc:sldMk cId="0" sldId="938"/>
            <ac:spMk id="35952" creationId="{87AE8D98-C2BC-1134-FFC4-49C5BCE0B315}"/>
          </ac:spMkLst>
        </pc:spChg>
        <pc:spChg chg="del mod topLvl">
          <ac:chgData name="欣捷 王" userId="b965477fa0aef5e6" providerId="LiveId" clId="{DDEBAF8B-00A9-4254-9480-257662CA3843}" dt="2024-05-14T09:19:25.049" v="3711" actId="478"/>
          <ac:spMkLst>
            <pc:docMk/>
            <pc:sldMk cId="0" sldId="938"/>
            <ac:spMk id="35953" creationId="{2685C04E-9605-933E-7AEB-F47006EA18BF}"/>
          </ac:spMkLst>
        </pc:spChg>
        <pc:spChg chg="del mod topLvl">
          <ac:chgData name="欣捷 王" userId="b965477fa0aef5e6" providerId="LiveId" clId="{DDEBAF8B-00A9-4254-9480-257662CA3843}" dt="2024-05-14T09:19:25.049" v="3711" actId="478"/>
          <ac:spMkLst>
            <pc:docMk/>
            <pc:sldMk cId="0" sldId="938"/>
            <ac:spMk id="35954" creationId="{4EA316BB-8C2C-006B-43A0-6767B3466D25}"/>
          </ac:spMkLst>
        </pc:spChg>
        <pc:spChg chg="del mod topLvl">
          <ac:chgData name="欣捷 王" userId="b965477fa0aef5e6" providerId="LiveId" clId="{DDEBAF8B-00A9-4254-9480-257662CA3843}" dt="2024-05-14T09:19:25.049" v="3711" actId="478"/>
          <ac:spMkLst>
            <pc:docMk/>
            <pc:sldMk cId="0" sldId="938"/>
            <ac:spMk id="35955" creationId="{3695EE15-7D7D-3056-2874-5BD9E002D5BF}"/>
          </ac:spMkLst>
        </pc:spChg>
        <pc:spChg chg="del mod topLvl">
          <ac:chgData name="欣捷 王" userId="b965477fa0aef5e6" providerId="LiveId" clId="{DDEBAF8B-00A9-4254-9480-257662CA3843}" dt="2024-05-14T09:19:25.049" v="3711" actId="478"/>
          <ac:spMkLst>
            <pc:docMk/>
            <pc:sldMk cId="0" sldId="938"/>
            <ac:spMk id="35956" creationId="{7598D96E-E4EF-068F-4B29-5B8587C70B73}"/>
          </ac:spMkLst>
        </pc:spChg>
        <pc:spChg chg="del mod topLvl">
          <ac:chgData name="欣捷 王" userId="b965477fa0aef5e6" providerId="LiveId" clId="{DDEBAF8B-00A9-4254-9480-257662CA3843}" dt="2024-05-14T09:19:25.049" v="3711" actId="478"/>
          <ac:spMkLst>
            <pc:docMk/>
            <pc:sldMk cId="0" sldId="938"/>
            <ac:spMk id="35957" creationId="{A270A2C5-033A-21D1-0CB3-54A5371837F3}"/>
          </ac:spMkLst>
        </pc:spChg>
        <pc:spChg chg="del mod topLvl">
          <ac:chgData name="欣捷 王" userId="b965477fa0aef5e6" providerId="LiveId" clId="{DDEBAF8B-00A9-4254-9480-257662CA3843}" dt="2024-05-14T09:20:31.906" v="3716" actId="478"/>
          <ac:spMkLst>
            <pc:docMk/>
            <pc:sldMk cId="0" sldId="938"/>
            <ac:spMk id="35959" creationId="{597E75D3-CC08-6162-7D5B-6BFEA8F95366}"/>
          </ac:spMkLst>
        </pc:spChg>
        <pc:spChg chg="add del mod topLvl">
          <ac:chgData name="欣捷 王" userId="b965477fa0aef5e6" providerId="LiveId" clId="{DDEBAF8B-00A9-4254-9480-257662CA3843}" dt="2024-05-14T09:20:55.404" v="3728" actId="164"/>
          <ac:spMkLst>
            <pc:docMk/>
            <pc:sldMk cId="0" sldId="938"/>
            <ac:spMk id="35960" creationId="{99A52687-6F83-BB28-68D6-4BD1AD1028FB}"/>
          </ac:spMkLst>
        </pc:spChg>
        <pc:spChg chg="del mod topLvl">
          <ac:chgData name="欣捷 王" userId="b965477fa0aef5e6" providerId="LiveId" clId="{DDEBAF8B-00A9-4254-9480-257662CA3843}" dt="2024-05-14T09:20:39.745" v="3720" actId="478"/>
          <ac:spMkLst>
            <pc:docMk/>
            <pc:sldMk cId="0" sldId="938"/>
            <ac:spMk id="35961" creationId="{6FEFAB99-7EF0-9835-7062-85EBE9A31396}"/>
          </ac:spMkLst>
        </pc:spChg>
        <pc:spChg chg="del mod topLvl">
          <ac:chgData name="欣捷 王" userId="b965477fa0aef5e6" providerId="LiveId" clId="{DDEBAF8B-00A9-4254-9480-257662CA3843}" dt="2024-05-14T09:20:39.745" v="3720" actId="478"/>
          <ac:spMkLst>
            <pc:docMk/>
            <pc:sldMk cId="0" sldId="938"/>
            <ac:spMk id="35962" creationId="{4F8F7E15-AE69-D7B2-B5F3-E93A3D2F8E91}"/>
          </ac:spMkLst>
        </pc:spChg>
        <pc:spChg chg="del mod topLvl">
          <ac:chgData name="欣捷 王" userId="b965477fa0aef5e6" providerId="LiveId" clId="{DDEBAF8B-00A9-4254-9480-257662CA3843}" dt="2024-05-14T09:20:39.745" v="3720" actId="478"/>
          <ac:spMkLst>
            <pc:docMk/>
            <pc:sldMk cId="0" sldId="938"/>
            <ac:spMk id="35963" creationId="{FD69D27A-58F6-7823-E22E-0614B30F7E1A}"/>
          </ac:spMkLst>
        </pc:spChg>
        <pc:spChg chg="del mod topLvl">
          <ac:chgData name="欣捷 王" userId="b965477fa0aef5e6" providerId="LiveId" clId="{DDEBAF8B-00A9-4254-9480-257662CA3843}" dt="2024-05-14T09:20:39.745" v="3720" actId="478"/>
          <ac:spMkLst>
            <pc:docMk/>
            <pc:sldMk cId="0" sldId="938"/>
            <ac:spMk id="35964" creationId="{E7A70C04-E57A-95B4-2FCD-CA7DDF9AFF43}"/>
          </ac:spMkLst>
        </pc:spChg>
        <pc:spChg chg="del mod topLvl">
          <ac:chgData name="欣捷 王" userId="b965477fa0aef5e6" providerId="LiveId" clId="{DDEBAF8B-00A9-4254-9480-257662CA3843}" dt="2024-05-14T09:20:39.745" v="3720" actId="478"/>
          <ac:spMkLst>
            <pc:docMk/>
            <pc:sldMk cId="0" sldId="938"/>
            <ac:spMk id="35965" creationId="{A7389E82-EF79-4202-FFFD-5EDE47765273}"/>
          </ac:spMkLst>
        </pc:spChg>
        <pc:spChg chg="del mod topLvl">
          <ac:chgData name="欣捷 王" userId="b965477fa0aef5e6" providerId="LiveId" clId="{DDEBAF8B-00A9-4254-9480-257662CA3843}" dt="2024-05-14T09:20:39.745" v="3720" actId="478"/>
          <ac:spMkLst>
            <pc:docMk/>
            <pc:sldMk cId="0" sldId="938"/>
            <ac:spMk id="35966" creationId="{6693FA9B-0063-806C-8494-444084187BDD}"/>
          </ac:spMkLst>
        </pc:spChg>
        <pc:spChg chg="del mod topLvl">
          <ac:chgData name="欣捷 王" userId="b965477fa0aef5e6" providerId="LiveId" clId="{DDEBAF8B-00A9-4254-9480-257662CA3843}" dt="2024-05-14T09:20:31.906" v="3716" actId="478"/>
          <ac:spMkLst>
            <pc:docMk/>
            <pc:sldMk cId="0" sldId="938"/>
            <ac:spMk id="35967" creationId="{8A3A4EE6-935B-604E-E7F5-BD066C1D9E77}"/>
          </ac:spMkLst>
        </pc:spChg>
        <pc:spChg chg="del mod topLvl">
          <ac:chgData name="欣捷 王" userId="b965477fa0aef5e6" providerId="LiveId" clId="{DDEBAF8B-00A9-4254-9480-257662CA3843}" dt="2024-05-14T09:20:31.906" v="3716" actId="478"/>
          <ac:spMkLst>
            <pc:docMk/>
            <pc:sldMk cId="0" sldId="938"/>
            <ac:spMk id="35968" creationId="{25CD722E-4470-CA8D-BF3A-D255C48EDCA1}"/>
          </ac:spMkLst>
        </pc:spChg>
        <pc:spChg chg="del mod topLvl">
          <ac:chgData name="欣捷 王" userId="b965477fa0aef5e6" providerId="LiveId" clId="{DDEBAF8B-00A9-4254-9480-257662CA3843}" dt="2024-05-14T09:20:31.906" v="3716" actId="478"/>
          <ac:spMkLst>
            <pc:docMk/>
            <pc:sldMk cId="0" sldId="938"/>
            <ac:spMk id="35969" creationId="{D232EF87-86D0-41B9-541C-4F9517874546}"/>
          </ac:spMkLst>
        </pc:spChg>
        <pc:spChg chg="del mod topLvl">
          <ac:chgData name="欣捷 王" userId="b965477fa0aef5e6" providerId="LiveId" clId="{DDEBAF8B-00A9-4254-9480-257662CA3843}" dt="2024-05-14T09:20:31.906" v="3716" actId="478"/>
          <ac:spMkLst>
            <pc:docMk/>
            <pc:sldMk cId="0" sldId="938"/>
            <ac:spMk id="35970" creationId="{57290ED5-162B-A125-ADEE-28F2A55AF8E9}"/>
          </ac:spMkLst>
        </pc:spChg>
        <pc:spChg chg="del mod topLvl">
          <ac:chgData name="欣捷 王" userId="b965477fa0aef5e6" providerId="LiveId" clId="{DDEBAF8B-00A9-4254-9480-257662CA3843}" dt="2024-05-14T09:20:35.976" v="3717" actId="478"/>
          <ac:spMkLst>
            <pc:docMk/>
            <pc:sldMk cId="0" sldId="938"/>
            <ac:spMk id="35971" creationId="{5D5C5406-31C0-4A52-728A-E7069C9E53BD}"/>
          </ac:spMkLst>
        </pc:spChg>
        <pc:spChg chg="del mod topLvl">
          <ac:chgData name="欣捷 王" userId="b965477fa0aef5e6" providerId="LiveId" clId="{DDEBAF8B-00A9-4254-9480-257662CA3843}" dt="2024-05-14T09:20:31.906" v="3716" actId="478"/>
          <ac:spMkLst>
            <pc:docMk/>
            <pc:sldMk cId="0" sldId="938"/>
            <ac:spMk id="35972" creationId="{0FB477F9-9D65-0151-1467-9399213CEDCB}"/>
          </ac:spMkLst>
        </pc:spChg>
        <pc:spChg chg="del mod topLvl">
          <ac:chgData name="欣捷 王" userId="b965477fa0aef5e6" providerId="LiveId" clId="{DDEBAF8B-00A9-4254-9480-257662CA3843}" dt="2024-05-14T09:20:31.906" v="3716" actId="478"/>
          <ac:spMkLst>
            <pc:docMk/>
            <pc:sldMk cId="0" sldId="938"/>
            <ac:spMk id="35973" creationId="{D99D0A16-A302-4855-73D9-A2B2050EBA15}"/>
          </ac:spMkLst>
        </pc:spChg>
        <pc:spChg chg="del mod topLvl">
          <ac:chgData name="欣捷 王" userId="b965477fa0aef5e6" providerId="LiveId" clId="{DDEBAF8B-00A9-4254-9480-257662CA3843}" dt="2024-05-14T09:20:31.906" v="3716" actId="478"/>
          <ac:spMkLst>
            <pc:docMk/>
            <pc:sldMk cId="0" sldId="938"/>
            <ac:spMk id="35974" creationId="{6738DADE-E691-7BFA-2342-BD083C5B8B3D}"/>
          </ac:spMkLst>
        </pc:spChg>
        <pc:spChg chg="del mod topLvl">
          <ac:chgData name="欣捷 王" userId="b965477fa0aef5e6" providerId="LiveId" clId="{DDEBAF8B-00A9-4254-9480-257662CA3843}" dt="2024-05-14T09:20:31.906" v="3716" actId="478"/>
          <ac:spMkLst>
            <pc:docMk/>
            <pc:sldMk cId="0" sldId="938"/>
            <ac:spMk id="35975" creationId="{B7607DDD-5D42-840B-40D6-980133F20BDB}"/>
          </ac:spMkLst>
        </pc:spChg>
        <pc:spChg chg="del mod topLvl">
          <ac:chgData name="欣捷 王" userId="b965477fa0aef5e6" providerId="LiveId" clId="{DDEBAF8B-00A9-4254-9480-257662CA3843}" dt="2024-05-14T09:20:31.906" v="3716" actId="478"/>
          <ac:spMkLst>
            <pc:docMk/>
            <pc:sldMk cId="0" sldId="938"/>
            <ac:spMk id="35976" creationId="{D6105968-7F5A-0852-D04B-6C293493FCFA}"/>
          </ac:spMkLst>
        </pc:spChg>
        <pc:spChg chg="del mod topLvl">
          <ac:chgData name="欣捷 王" userId="b965477fa0aef5e6" providerId="LiveId" clId="{DDEBAF8B-00A9-4254-9480-257662CA3843}" dt="2024-05-14T09:20:31.906" v="3716" actId="478"/>
          <ac:spMkLst>
            <pc:docMk/>
            <pc:sldMk cId="0" sldId="938"/>
            <ac:spMk id="35977" creationId="{88B59730-D174-8364-E4BA-C70CB59CDFFE}"/>
          </ac:spMkLst>
        </pc:spChg>
        <pc:spChg chg="del mod topLvl">
          <ac:chgData name="欣捷 王" userId="b965477fa0aef5e6" providerId="LiveId" clId="{DDEBAF8B-00A9-4254-9480-257662CA3843}" dt="2024-05-14T09:20:31.906" v="3716" actId="478"/>
          <ac:spMkLst>
            <pc:docMk/>
            <pc:sldMk cId="0" sldId="938"/>
            <ac:spMk id="35978" creationId="{32A19BDF-D6E9-C980-771B-8AD24FECE77D}"/>
          </ac:spMkLst>
        </pc:spChg>
        <pc:spChg chg="del mod topLvl">
          <ac:chgData name="欣捷 王" userId="b965477fa0aef5e6" providerId="LiveId" clId="{DDEBAF8B-00A9-4254-9480-257662CA3843}" dt="2024-05-14T09:20:31.906" v="3716" actId="478"/>
          <ac:spMkLst>
            <pc:docMk/>
            <pc:sldMk cId="0" sldId="938"/>
            <ac:spMk id="35979" creationId="{157311D1-2444-49FA-4CEF-35F607E87678}"/>
          </ac:spMkLst>
        </pc:spChg>
        <pc:spChg chg="del mod topLvl">
          <ac:chgData name="欣捷 王" userId="b965477fa0aef5e6" providerId="LiveId" clId="{DDEBAF8B-00A9-4254-9480-257662CA3843}" dt="2024-05-14T09:20:31.906" v="3716" actId="478"/>
          <ac:spMkLst>
            <pc:docMk/>
            <pc:sldMk cId="0" sldId="938"/>
            <ac:spMk id="35980" creationId="{F184DEA8-8850-5026-5148-CBB4D1005C5A}"/>
          </ac:spMkLst>
        </pc:spChg>
        <pc:spChg chg="del mod topLvl">
          <ac:chgData name="欣捷 王" userId="b965477fa0aef5e6" providerId="LiveId" clId="{DDEBAF8B-00A9-4254-9480-257662CA3843}" dt="2024-05-14T09:20:31.906" v="3716" actId="478"/>
          <ac:spMkLst>
            <pc:docMk/>
            <pc:sldMk cId="0" sldId="938"/>
            <ac:spMk id="35981" creationId="{52A943F0-586B-773B-0EAA-67D95B9183AA}"/>
          </ac:spMkLst>
        </pc:spChg>
        <pc:spChg chg="del mod topLvl">
          <ac:chgData name="欣捷 王" userId="b965477fa0aef5e6" providerId="LiveId" clId="{DDEBAF8B-00A9-4254-9480-257662CA3843}" dt="2024-05-14T09:20:31.906" v="3716" actId="478"/>
          <ac:spMkLst>
            <pc:docMk/>
            <pc:sldMk cId="0" sldId="938"/>
            <ac:spMk id="35982" creationId="{41A94181-3DFA-6FF1-B839-C93D8D6AA18C}"/>
          </ac:spMkLst>
        </pc:spChg>
        <pc:spChg chg="del mod topLvl">
          <ac:chgData name="欣捷 王" userId="b965477fa0aef5e6" providerId="LiveId" clId="{DDEBAF8B-00A9-4254-9480-257662CA3843}" dt="2024-05-14T09:20:31.906" v="3716" actId="478"/>
          <ac:spMkLst>
            <pc:docMk/>
            <pc:sldMk cId="0" sldId="938"/>
            <ac:spMk id="35983" creationId="{49BB28C8-E23F-C0DE-1065-4D52CCE35682}"/>
          </ac:spMkLst>
        </pc:spChg>
        <pc:spChg chg="del mod topLvl">
          <ac:chgData name="欣捷 王" userId="b965477fa0aef5e6" providerId="LiveId" clId="{DDEBAF8B-00A9-4254-9480-257662CA3843}" dt="2024-05-14T09:20:31.906" v="3716" actId="478"/>
          <ac:spMkLst>
            <pc:docMk/>
            <pc:sldMk cId="0" sldId="938"/>
            <ac:spMk id="35984" creationId="{32D233ED-4307-BDC0-1A72-EFE0BBFA0693}"/>
          </ac:spMkLst>
        </pc:spChg>
        <pc:spChg chg="del mod topLvl">
          <ac:chgData name="欣捷 王" userId="b965477fa0aef5e6" providerId="LiveId" clId="{DDEBAF8B-00A9-4254-9480-257662CA3843}" dt="2024-05-14T09:20:31.906" v="3716" actId="478"/>
          <ac:spMkLst>
            <pc:docMk/>
            <pc:sldMk cId="0" sldId="938"/>
            <ac:spMk id="35985" creationId="{26341EB6-3E76-A6B7-ABF7-890250F670AF}"/>
          </ac:spMkLst>
        </pc:spChg>
        <pc:spChg chg="del mod topLvl">
          <ac:chgData name="欣捷 王" userId="b965477fa0aef5e6" providerId="LiveId" clId="{DDEBAF8B-00A9-4254-9480-257662CA3843}" dt="2024-05-14T09:20:31.906" v="3716" actId="478"/>
          <ac:spMkLst>
            <pc:docMk/>
            <pc:sldMk cId="0" sldId="938"/>
            <ac:spMk id="35986" creationId="{5D228D9B-BEB4-22E0-9A9A-1A20A5390819}"/>
          </ac:spMkLst>
        </pc:spChg>
        <pc:spChg chg="del mod topLvl">
          <ac:chgData name="欣捷 王" userId="b965477fa0aef5e6" providerId="LiveId" clId="{DDEBAF8B-00A9-4254-9480-257662CA3843}" dt="2024-05-14T09:20:31.906" v="3716" actId="478"/>
          <ac:spMkLst>
            <pc:docMk/>
            <pc:sldMk cId="0" sldId="938"/>
            <ac:spMk id="35987" creationId="{9D931D20-B2AC-C6D2-582E-950279F37937}"/>
          </ac:spMkLst>
        </pc:spChg>
        <pc:spChg chg="del mod topLvl">
          <ac:chgData name="欣捷 王" userId="b965477fa0aef5e6" providerId="LiveId" clId="{DDEBAF8B-00A9-4254-9480-257662CA3843}" dt="2024-05-14T09:20:31.906" v="3716" actId="478"/>
          <ac:spMkLst>
            <pc:docMk/>
            <pc:sldMk cId="0" sldId="938"/>
            <ac:spMk id="35988" creationId="{CF72B343-FC69-D6F0-A28B-85827585A992}"/>
          </ac:spMkLst>
        </pc:spChg>
        <pc:spChg chg="del mod topLvl">
          <ac:chgData name="欣捷 王" userId="b965477fa0aef5e6" providerId="LiveId" clId="{DDEBAF8B-00A9-4254-9480-257662CA3843}" dt="2024-05-14T09:20:31.906" v="3716" actId="478"/>
          <ac:spMkLst>
            <pc:docMk/>
            <pc:sldMk cId="0" sldId="938"/>
            <ac:spMk id="35989" creationId="{6C0420A0-6CA2-0DC0-0C0E-3CC4C1D6CE9A}"/>
          </ac:spMkLst>
        </pc:spChg>
        <pc:spChg chg="del mod topLvl">
          <ac:chgData name="欣捷 王" userId="b965477fa0aef5e6" providerId="LiveId" clId="{DDEBAF8B-00A9-4254-9480-257662CA3843}" dt="2024-05-14T09:20:31.906" v="3716" actId="478"/>
          <ac:spMkLst>
            <pc:docMk/>
            <pc:sldMk cId="0" sldId="938"/>
            <ac:spMk id="35990" creationId="{780D269A-FB00-015D-F99F-D748612D4DFF}"/>
          </ac:spMkLst>
        </pc:spChg>
        <pc:spChg chg="del mod topLvl">
          <ac:chgData name="欣捷 王" userId="b965477fa0aef5e6" providerId="LiveId" clId="{DDEBAF8B-00A9-4254-9480-257662CA3843}" dt="2024-05-14T09:20:31.906" v="3716" actId="478"/>
          <ac:spMkLst>
            <pc:docMk/>
            <pc:sldMk cId="0" sldId="938"/>
            <ac:spMk id="35991" creationId="{DDB33AEF-8302-FED6-5E13-10D9FDFC3940}"/>
          </ac:spMkLst>
        </pc:spChg>
        <pc:spChg chg="del mod topLvl">
          <ac:chgData name="欣捷 王" userId="b965477fa0aef5e6" providerId="LiveId" clId="{DDEBAF8B-00A9-4254-9480-257662CA3843}" dt="2024-05-14T09:20:31.906" v="3716" actId="478"/>
          <ac:spMkLst>
            <pc:docMk/>
            <pc:sldMk cId="0" sldId="938"/>
            <ac:spMk id="35992" creationId="{788A0204-D7C4-5CE8-19DC-C41DD0D147DA}"/>
          </ac:spMkLst>
        </pc:spChg>
        <pc:spChg chg="del mod topLvl">
          <ac:chgData name="欣捷 王" userId="b965477fa0aef5e6" providerId="LiveId" clId="{DDEBAF8B-00A9-4254-9480-257662CA3843}" dt="2024-05-14T09:20:31.906" v="3716" actId="478"/>
          <ac:spMkLst>
            <pc:docMk/>
            <pc:sldMk cId="0" sldId="938"/>
            <ac:spMk id="35993" creationId="{5AE5A803-8F23-D225-F144-56780A86C502}"/>
          </ac:spMkLst>
        </pc:spChg>
        <pc:spChg chg="del mod topLvl">
          <ac:chgData name="欣捷 王" userId="b965477fa0aef5e6" providerId="LiveId" clId="{DDEBAF8B-00A9-4254-9480-257662CA3843}" dt="2024-05-14T09:20:31.906" v="3716" actId="478"/>
          <ac:spMkLst>
            <pc:docMk/>
            <pc:sldMk cId="0" sldId="938"/>
            <ac:spMk id="35994" creationId="{398BBBCC-D384-3899-A0A2-82333C86DDD4}"/>
          </ac:spMkLst>
        </pc:spChg>
        <pc:spChg chg="del mod topLvl">
          <ac:chgData name="欣捷 王" userId="b965477fa0aef5e6" providerId="LiveId" clId="{DDEBAF8B-00A9-4254-9480-257662CA3843}" dt="2024-05-14T09:20:31.906" v="3716" actId="478"/>
          <ac:spMkLst>
            <pc:docMk/>
            <pc:sldMk cId="0" sldId="938"/>
            <ac:spMk id="35995" creationId="{3376FCDD-4084-72EA-AB28-473EB42D1B92}"/>
          </ac:spMkLst>
        </pc:spChg>
        <pc:spChg chg="del mod topLvl">
          <ac:chgData name="欣捷 王" userId="b965477fa0aef5e6" providerId="LiveId" clId="{DDEBAF8B-00A9-4254-9480-257662CA3843}" dt="2024-05-14T09:20:31.906" v="3716" actId="478"/>
          <ac:spMkLst>
            <pc:docMk/>
            <pc:sldMk cId="0" sldId="938"/>
            <ac:spMk id="35996" creationId="{3C0335AE-2579-225A-BF03-6D689749E8BE}"/>
          </ac:spMkLst>
        </pc:spChg>
        <pc:spChg chg="del mod topLvl">
          <ac:chgData name="欣捷 王" userId="b965477fa0aef5e6" providerId="LiveId" clId="{DDEBAF8B-00A9-4254-9480-257662CA3843}" dt="2024-05-14T09:20:31.906" v="3716" actId="478"/>
          <ac:spMkLst>
            <pc:docMk/>
            <pc:sldMk cId="0" sldId="938"/>
            <ac:spMk id="35997" creationId="{D85F90D2-241D-EF48-C7F3-089305D96330}"/>
          </ac:spMkLst>
        </pc:spChg>
        <pc:spChg chg="del mod topLvl">
          <ac:chgData name="欣捷 王" userId="b965477fa0aef5e6" providerId="LiveId" clId="{DDEBAF8B-00A9-4254-9480-257662CA3843}" dt="2024-05-14T09:20:31.906" v="3716" actId="478"/>
          <ac:spMkLst>
            <pc:docMk/>
            <pc:sldMk cId="0" sldId="938"/>
            <ac:spMk id="35998" creationId="{8E4A996E-0829-2619-3113-5A29420C3739}"/>
          </ac:spMkLst>
        </pc:spChg>
        <pc:spChg chg="del mod topLvl">
          <ac:chgData name="欣捷 王" userId="b965477fa0aef5e6" providerId="LiveId" clId="{DDEBAF8B-00A9-4254-9480-257662CA3843}" dt="2024-05-14T09:20:31.906" v="3716" actId="478"/>
          <ac:spMkLst>
            <pc:docMk/>
            <pc:sldMk cId="0" sldId="938"/>
            <ac:spMk id="35999" creationId="{E4FF034C-3ED8-1A85-81BC-28B4FB4D365B}"/>
          </ac:spMkLst>
        </pc:spChg>
        <pc:spChg chg="del mod topLvl">
          <ac:chgData name="欣捷 王" userId="b965477fa0aef5e6" providerId="LiveId" clId="{DDEBAF8B-00A9-4254-9480-257662CA3843}" dt="2024-05-14T09:20:31.906" v="3716" actId="478"/>
          <ac:spMkLst>
            <pc:docMk/>
            <pc:sldMk cId="0" sldId="938"/>
            <ac:spMk id="36000" creationId="{BAA30236-2304-E771-8E23-275A94920BB5}"/>
          </ac:spMkLst>
        </pc:spChg>
        <pc:spChg chg="del mod topLvl">
          <ac:chgData name="欣捷 王" userId="b965477fa0aef5e6" providerId="LiveId" clId="{DDEBAF8B-00A9-4254-9480-257662CA3843}" dt="2024-05-14T09:20:31.906" v="3716" actId="478"/>
          <ac:spMkLst>
            <pc:docMk/>
            <pc:sldMk cId="0" sldId="938"/>
            <ac:spMk id="36001" creationId="{DF6F7566-518D-2225-4147-D1FDAD250CF3}"/>
          </ac:spMkLst>
        </pc:spChg>
        <pc:spChg chg="del mod topLvl">
          <ac:chgData name="欣捷 王" userId="b965477fa0aef5e6" providerId="LiveId" clId="{DDEBAF8B-00A9-4254-9480-257662CA3843}" dt="2024-05-14T09:20:31.906" v="3716" actId="478"/>
          <ac:spMkLst>
            <pc:docMk/>
            <pc:sldMk cId="0" sldId="938"/>
            <ac:spMk id="36002" creationId="{63B10F82-AA1A-0881-D02D-FD6A0D6EB143}"/>
          </ac:spMkLst>
        </pc:spChg>
        <pc:spChg chg="del mod topLvl">
          <ac:chgData name="欣捷 王" userId="b965477fa0aef5e6" providerId="LiveId" clId="{DDEBAF8B-00A9-4254-9480-257662CA3843}" dt="2024-05-14T09:20:31.906" v="3716" actId="478"/>
          <ac:spMkLst>
            <pc:docMk/>
            <pc:sldMk cId="0" sldId="938"/>
            <ac:spMk id="36003" creationId="{18A3B5D3-7B27-6D79-FE7A-B04455B9C484}"/>
          </ac:spMkLst>
        </pc:spChg>
        <pc:spChg chg="del mod topLvl">
          <ac:chgData name="欣捷 王" userId="b965477fa0aef5e6" providerId="LiveId" clId="{DDEBAF8B-00A9-4254-9480-257662CA3843}" dt="2024-05-14T09:20:31.906" v="3716" actId="478"/>
          <ac:spMkLst>
            <pc:docMk/>
            <pc:sldMk cId="0" sldId="938"/>
            <ac:spMk id="36004" creationId="{F44ED92C-F58B-4993-1A3B-55C198D77BC6}"/>
          </ac:spMkLst>
        </pc:spChg>
        <pc:spChg chg="del mod topLvl">
          <ac:chgData name="欣捷 王" userId="b965477fa0aef5e6" providerId="LiveId" clId="{DDEBAF8B-00A9-4254-9480-257662CA3843}" dt="2024-05-14T09:20:31.906" v="3716" actId="478"/>
          <ac:spMkLst>
            <pc:docMk/>
            <pc:sldMk cId="0" sldId="938"/>
            <ac:spMk id="36005" creationId="{7223E7A8-237A-F7D2-EA52-2DB6B8E85098}"/>
          </ac:spMkLst>
        </pc:spChg>
        <pc:spChg chg="del mod topLvl">
          <ac:chgData name="欣捷 王" userId="b965477fa0aef5e6" providerId="LiveId" clId="{DDEBAF8B-00A9-4254-9480-257662CA3843}" dt="2024-05-14T09:20:31.906" v="3716" actId="478"/>
          <ac:spMkLst>
            <pc:docMk/>
            <pc:sldMk cId="0" sldId="938"/>
            <ac:spMk id="36006" creationId="{356B83FE-85D2-D0DC-C4E3-3E0CB6B998D0}"/>
          </ac:spMkLst>
        </pc:spChg>
        <pc:spChg chg="del mod topLvl">
          <ac:chgData name="欣捷 王" userId="b965477fa0aef5e6" providerId="LiveId" clId="{DDEBAF8B-00A9-4254-9480-257662CA3843}" dt="2024-05-14T09:20:31.906" v="3716" actId="478"/>
          <ac:spMkLst>
            <pc:docMk/>
            <pc:sldMk cId="0" sldId="938"/>
            <ac:spMk id="36007" creationId="{EE1FEDE2-0A8B-1506-389F-1C1DF8261666}"/>
          </ac:spMkLst>
        </pc:spChg>
        <pc:spChg chg="del mod topLvl">
          <ac:chgData name="欣捷 王" userId="b965477fa0aef5e6" providerId="LiveId" clId="{DDEBAF8B-00A9-4254-9480-257662CA3843}" dt="2024-05-14T09:20:31.906" v="3716" actId="478"/>
          <ac:spMkLst>
            <pc:docMk/>
            <pc:sldMk cId="0" sldId="938"/>
            <ac:spMk id="36008" creationId="{97F2BD55-8703-AACE-8675-9E6FC452CD44}"/>
          </ac:spMkLst>
        </pc:spChg>
        <pc:spChg chg="del mod topLvl">
          <ac:chgData name="欣捷 王" userId="b965477fa0aef5e6" providerId="LiveId" clId="{DDEBAF8B-00A9-4254-9480-257662CA3843}" dt="2024-05-14T09:20:31.906" v="3716" actId="478"/>
          <ac:spMkLst>
            <pc:docMk/>
            <pc:sldMk cId="0" sldId="938"/>
            <ac:spMk id="36009" creationId="{532AF3B1-392E-178C-F2B7-1139036A90A6}"/>
          </ac:spMkLst>
        </pc:spChg>
        <pc:spChg chg="del mod topLvl">
          <ac:chgData name="欣捷 王" userId="b965477fa0aef5e6" providerId="LiveId" clId="{DDEBAF8B-00A9-4254-9480-257662CA3843}" dt="2024-05-14T09:20:31.906" v="3716" actId="478"/>
          <ac:spMkLst>
            <pc:docMk/>
            <pc:sldMk cId="0" sldId="938"/>
            <ac:spMk id="36010" creationId="{B0EB4FAF-4A81-480D-4AAF-0419B8ABE3A4}"/>
          </ac:spMkLst>
        </pc:spChg>
        <pc:spChg chg="del mod topLvl">
          <ac:chgData name="欣捷 王" userId="b965477fa0aef5e6" providerId="LiveId" clId="{DDEBAF8B-00A9-4254-9480-257662CA3843}" dt="2024-05-14T09:20:31.906" v="3716" actId="478"/>
          <ac:spMkLst>
            <pc:docMk/>
            <pc:sldMk cId="0" sldId="938"/>
            <ac:spMk id="36011" creationId="{A913B33C-5C3A-96F5-F29A-EDE0EEA9FC9A}"/>
          </ac:spMkLst>
        </pc:spChg>
        <pc:spChg chg="del mod topLvl">
          <ac:chgData name="欣捷 王" userId="b965477fa0aef5e6" providerId="LiveId" clId="{DDEBAF8B-00A9-4254-9480-257662CA3843}" dt="2024-05-14T09:20:31.906" v="3716" actId="478"/>
          <ac:spMkLst>
            <pc:docMk/>
            <pc:sldMk cId="0" sldId="938"/>
            <ac:spMk id="36012" creationId="{C14DBBDC-FDCA-0EF7-4170-53E7D712153D}"/>
          </ac:spMkLst>
        </pc:spChg>
        <pc:spChg chg="del mod topLvl">
          <ac:chgData name="欣捷 王" userId="b965477fa0aef5e6" providerId="LiveId" clId="{DDEBAF8B-00A9-4254-9480-257662CA3843}" dt="2024-05-14T09:20:31.906" v="3716" actId="478"/>
          <ac:spMkLst>
            <pc:docMk/>
            <pc:sldMk cId="0" sldId="938"/>
            <ac:spMk id="36013" creationId="{E8CFD185-C45F-0EBB-808E-22851E523D43}"/>
          </ac:spMkLst>
        </pc:spChg>
        <pc:spChg chg="del mod topLvl">
          <ac:chgData name="欣捷 王" userId="b965477fa0aef5e6" providerId="LiveId" clId="{DDEBAF8B-00A9-4254-9480-257662CA3843}" dt="2024-05-14T09:20:31.906" v="3716" actId="478"/>
          <ac:spMkLst>
            <pc:docMk/>
            <pc:sldMk cId="0" sldId="938"/>
            <ac:spMk id="36014" creationId="{2A5CAD2D-4FEA-4C39-C59D-089244D84EF3}"/>
          </ac:spMkLst>
        </pc:spChg>
        <pc:spChg chg="del mod topLvl">
          <ac:chgData name="欣捷 王" userId="b965477fa0aef5e6" providerId="LiveId" clId="{DDEBAF8B-00A9-4254-9480-257662CA3843}" dt="2024-05-14T09:20:31.906" v="3716" actId="478"/>
          <ac:spMkLst>
            <pc:docMk/>
            <pc:sldMk cId="0" sldId="938"/>
            <ac:spMk id="36015" creationId="{ECD583E4-8501-3897-B7F8-BA9348922907}"/>
          </ac:spMkLst>
        </pc:spChg>
        <pc:spChg chg="del mod topLvl">
          <ac:chgData name="欣捷 王" userId="b965477fa0aef5e6" providerId="LiveId" clId="{DDEBAF8B-00A9-4254-9480-257662CA3843}" dt="2024-05-14T09:20:31.906" v="3716" actId="478"/>
          <ac:spMkLst>
            <pc:docMk/>
            <pc:sldMk cId="0" sldId="938"/>
            <ac:spMk id="36016" creationId="{CFD4650C-5979-ED69-A251-6C3481955251}"/>
          </ac:spMkLst>
        </pc:spChg>
        <pc:spChg chg="del mod topLvl">
          <ac:chgData name="欣捷 王" userId="b965477fa0aef5e6" providerId="LiveId" clId="{DDEBAF8B-00A9-4254-9480-257662CA3843}" dt="2024-05-14T09:20:31.906" v="3716" actId="478"/>
          <ac:spMkLst>
            <pc:docMk/>
            <pc:sldMk cId="0" sldId="938"/>
            <ac:spMk id="36017" creationId="{C5A61E45-C99C-61F1-2035-07BE0B0204CB}"/>
          </ac:spMkLst>
        </pc:spChg>
        <pc:spChg chg="del mod topLvl">
          <ac:chgData name="欣捷 王" userId="b965477fa0aef5e6" providerId="LiveId" clId="{DDEBAF8B-00A9-4254-9480-257662CA3843}" dt="2024-05-14T09:20:31.906" v="3716" actId="478"/>
          <ac:spMkLst>
            <pc:docMk/>
            <pc:sldMk cId="0" sldId="938"/>
            <ac:spMk id="36018" creationId="{0218B2C0-1C4A-83DD-0C33-7CA15B892E94}"/>
          </ac:spMkLst>
        </pc:spChg>
        <pc:spChg chg="del mod topLvl">
          <ac:chgData name="欣捷 王" userId="b965477fa0aef5e6" providerId="LiveId" clId="{DDEBAF8B-00A9-4254-9480-257662CA3843}" dt="2024-05-14T09:20:31.906" v="3716" actId="478"/>
          <ac:spMkLst>
            <pc:docMk/>
            <pc:sldMk cId="0" sldId="938"/>
            <ac:spMk id="36019" creationId="{84BCB5DD-EAD2-485F-6FC3-9635BAAB338C}"/>
          </ac:spMkLst>
        </pc:spChg>
        <pc:spChg chg="del mod topLvl">
          <ac:chgData name="欣捷 王" userId="b965477fa0aef5e6" providerId="LiveId" clId="{DDEBAF8B-00A9-4254-9480-257662CA3843}" dt="2024-05-14T09:20:31.906" v="3716" actId="478"/>
          <ac:spMkLst>
            <pc:docMk/>
            <pc:sldMk cId="0" sldId="938"/>
            <ac:spMk id="36020" creationId="{338F254B-208B-6E44-A643-83DE6A1187C7}"/>
          </ac:spMkLst>
        </pc:spChg>
        <pc:spChg chg="del mod topLvl">
          <ac:chgData name="欣捷 王" userId="b965477fa0aef5e6" providerId="LiveId" clId="{DDEBAF8B-00A9-4254-9480-257662CA3843}" dt="2024-05-14T09:20:31.906" v="3716" actId="478"/>
          <ac:spMkLst>
            <pc:docMk/>
            <pc:sldMk cId="0" sldId="938"/>
            <ac:spMk id="36021" creationId="{435F7AA5-EC60-F195-54C3-BAB06E23C67C}"/>
          </ac:spMkLst>
        </pc:spChg>
        <pc:spChg chg="del mod topLvl">
          <ac:chgData name="欣捷 王" userId="b965477fa0aef5e6" providerId="LiveId" clId="{DDEBAF8B-00A9-4254-9480-257662CA3843}" dt="2024-05-14T09:20:31.906" v="3716" actId="478"/>
          <ac:spMkLst>
            <pc:docMk/>
            <pc:sldMk cId="0" sldId="938"/>
            <ac:spMk id="36022" creationId="{FCE5DE32-BCDE-725B-B09B-5BD5776210C3}"/>
          </ac:spMkLst>
        </pc:spChg>
        <pc:spChg chg="del mod topLvl">
          <ac:chgData name="欣捷 王" userId="b965477fa0aef5e6" providerId="LiveId" clId="{DDEBAF8B-00A9-4254-9480-257662CA3843}" dt="2024-05-14T09:20:31.906" v="3716" actId="478"/>
          <ac:spMkLst>
            <pc:docMk/>
            <pc:sldMk cId="0" sldId="938"/>
            <ac:spMk id="36023" creationId="{C838BA8E-36B9-CBCD-80E9-AF11F9E98653}"/>
          </ac:spMkLst>
        </pc:spChg>
        <pc:spChg chg="del mod topLvl">
          <ac:chgData name="欣捷 王" userId="b965477fa0aef5e6" providerId="LiveId" clId="{DDEBAF8B-00A9-4254-9480-257662CA3843}" dt="2024-05-14T09:20:31.906" v="3716" actId="478"/>
          <ac:spMkLst>
            <pc:docMk/>
            <pc:sldMk cId="0" sldId="938"/>
            <ac:spMk id="36024" creationId="{21891088-798E-9B0A-842E-0ED638D782AB}"/>
          </ac:spMkLst>
        </pc:spChg>
        <pc:spChg chg="del mod topLvl">
          <ac:chgData name="欣捷 王" userId="b965477fa0aef5e6" providerId="LiveId" clId="{DDEBAF8B-00A9-4254-9480-257662CA3843}" dt="2024-05-14T09:20:31.906" v="3716" actId="478"/>
          <ac:spMkLst>
            <pc:docMk/>
            <pc:sldMk cId="0" sldId="938"/>
            <ac:spMk id="36025" creationId="{925E63D6-7B87-4D54-AC47-B60613509DBA}"/>
          </ac:spMkLst>
        </pc:spChg>
        <pc:spChg chg="del mod topLvl">
          <ac:chgData name="欣捷 王" userId="b965477fa0aef5e6" providerId="LiveId" clId="{DDEBAF8B-00A9-4254-9480-257662CA3843}" dt="2024-05-14T09:20:31.906" v="3716" actId="478"/>
          <ac:spMkLst>
            <pc:docMk/>
            <pc:sldMk cId="0" sldId="938"/>
            <ac:spMk id="36026" creationId="{E68C758C-C225-E976-90AB-7E897626ADC6}"/>
          </ac:spMkLst>
        </pc:spChg>
        <pc:spChg chg="del mod topLvl">
          <ac:chgData name="欣捷 王" userId="b965477fa0aef5e6" providerId="LiveId" clId="{DDEBAF8B-00A9-4254-9480-257662CA3843}" dt="2024-05-14T09:20:31.906" v="3716" actId="478"/>
          <ac:spMkLst>
            <pc:docMk/>
            <pc:sldMk cId="0" sldId="938"/>
            <ac:spMk id="36027" creationId="{E1C856D6-254F-A161-BAB5-CBCC75B32FDB}"/>
          </ac:spMkLst>
        </pc:spChg>
        <pc:spChg chg="del mod topLvl">
          <ac:chgData name="欣捷 王" userId="b965477fa0aef5e6" providerId="LiveId" clId="{DDEBAF8B-00A9-4254-9480-257662CA3843}" dt="2024-05-14T09:20:31.906" v="3716" actId="478"/>
          <ac:spMkLst>
            <pc:docMk/>
            <pc:sldMk cId="0" sldId="938"/>
            <ac:spMk id="36028" creationId="{FC994E78-666E-BB8F-15BE-915BC9FCBC36}"/>
          </ac:spMkLst>
        </pc:spChg>
        <pc:spChg chg="del mod topLvl">
          <ac:chgData name="欣捷 王" userId="b965477fa0aef5e6" providerId="LiveId" clId="{DDEBAF8B-00A9-4254-9480-257662CA3843}" dt="2024-05-14T09:20:31.906" v="3716" actId="478"/>
          <ac:spMkLst>
            <pc:docMk/>
            <pc:sldMk cId="0" sldId="938"/>
            <ac:spMk id="36029" creationId="{0C7A2E2A-E140-B0E7-E456-B43071B5B3A8}"/>
          </ac:spMkLst>
        </pc:spChg>
        <pc:spChg chg="del mod topLvl">
          <ac:chgData name="欣捷 王" userId="b965477fa0aef5e6" providerId="LiveId" clId="{DDEBAF8B-00A9-4254-9480-257662CA3843}" dt="2024-05-14T09:20:31.906" v="3716" actId="478"/>
          <ac:spMkLst>
            <pc:docMk/>
            <pc:sldMk cId="0" sldId="938"/>
            <ac:spMk id="36030" creationId="{C1A12E1D-544F-584A-8E1B-5AC842D733D8}"/>
          </ac:spMkLst>
        </pc:spChg>
        <pc:spChg chg="del mod topLvl">
          <ac:chgData name="欣捷 王" userId="b965477fa0aef5e6" providerId="LiveId" clId="{DDEBAF8B-00A9-4254-9480-257662CA3843}" dt="2024-05-14T09:20:31.906" v="3716" actId="478"/>
          <ac:spMkLst>
            <pc:docMk/>
            <pc:sldMk cId="0" sldId="938"/>
            <ac:spMk id="36031" creationId="{41B57EFC-65AF-C76B-7523-74925C8CECD4}"/>
          </ac:spMkLst>
        </pc:spChg>
        <pc:spChg chg="del mod topLvl">
          <ac:chgData name="欣捷 王" userId="b965477fa0aef5e6" providerId="LiveId" clId="{DDEBAF8B-00A9-4254-9480-257662CA3843}" dt="2024-05-14T09:20:31.906" v="3716" actId="478"/>
          <ac:spMkLst>
            <pc:docMk/>
            <pc:sldMk cId="0" sldId="938"/>
            <ac:spMk id="36032" creationId="{1CF46DFA-6E32-0E7C-70A9-79721BF22F62}"/>
          </ac:spMkLst>
        </pc:spChg>
        <pc:spChg chg="del mod topLvl">
          <ac:chgData name="欣捷 王" userId="b965477fa0aef5e6" providerId="LiveId" clId="{DDEBAF8B-00A9-4254-9480-257662CA3843}" dt="2024-05-14T09:20:31.906" v="3716" actId="478"/>
          <ac:spMkLst>
            <pc:docMk/>
            <pc:sldMk cId="0" sldId="938"/>
            <ac:spMk id="36033" creationId="{DBF6C28F-D714-548C-E738-C1B00CD13675}"/>
          </ac:spMkLst>
        </pc:spChg>
        <pc:spChg chg="del mod topLvl">
          <ac:chgData name="欣捷 王" userId="b965477fa0aef5e6" providerId="LiveId" clId="{DDEBAF8B-00A9-4254-9480-257662CA3843}" dt="2024-05-14T09:20:31.906" v="3716" actId="478"/>
          <ac:spMkLst>
            <pc:docMk/>
            <pc:sldMk cId="0" sldId="938"/>
            <ac:spMk id="36034" creationId="{CC2A7E8F-8D17-C0F1-9F5D-ACE002C3AC7A}"/>
          </ac:spMkLst>
        </pc:spChg>
        <pc:spChg chg="del mod topLvl">
          <ac:chgData name="欣捷 王" userId="b965477fa0aef5e6" providerId="LiveId" clId="{DDEBAF8B-00A9-4254-9480-257662CA3843}" dt="2024-05-14T09:20:31.906" v="3716" actId="478"/>
          <ac:spMkLst>
            <pc:docMk/>
            <pc:sldMk cId="0" sldId="938"/>
            <ac:spMk id="36035" creationId="{9562FF71-9347-6F57-CCF9-3C180645F915}"/>
          </ac:spMkLst>
        </pc:spChg>
        <pc:spChg chg="del mod topLvl">
          <ac:chgData name="欣捷 王" userId="b965477fa0aef5e6" providerId="LiveId" clId="{DDEBAF8B-00A9-4254-9480-257662CA3843}" dt="2024-05-14T09:20:31.906" v="3716" actId="478"/>
          <ac:spMkLst>
            <pc:docMk/>
            <pc:sldMk cId="0" sldId="938"/>
            <ac:spMk id="36036" creationId="{E8E4E6AD-2A8D-7F65-8851-E21E31581465}"/>
          </ac:spMkLst>
        </pc:spChg>
        <pc:spChg chg="del mod topLvl">
          <ac:chgData name="欣捷 王" userId="b965477fa0aef5e6" providerId="LiveId" clId="{DDEBAF8B-00A9-4254-9480-257662CA3843}" dt="2024-05-14T09:20:31.906" v="3716" actId="478"/>
          <ac:spMkLst>
            <pc:docMk/>
            <pc:sldMk cId="0" sldId="938"/>
            <ac:spMk id="36037" creationId="{9867C60D-9632-C844-290A-D01D97F120D4}"/>
          </ac:spMkLst>
        </pc:spChg>
        <pc:spChg chg="del mod topLvl">
          <ac:chgData name="欣捷 王" userId="b965477fa0aef5e6" providerId="LiveId" clId="{DDEBAF8B-00A9-4254-9480-257662CA3843}" dt="2024-05-14T09:20:31.906" v="3716" actId="478"/>
          <ac:spMkLst>
            <pc:docMk/>
            <pc:sldMk cId="0" sldId="938"/>
            <ac:spMk id="36038" creationId="{251FB398-B09F-14ED-C1D0-5730214DE7A5}"/>
          </ac:spMkLst>
        </pc:spChg>
        <pc:spChg chg="del mod topLvl">
          <ac:chgData name="欣捷 王" userId="b965477fa0aef5e6" providerId="LiveId" clId="{DDEBAF8B-00A9-4254-9480-257662CA3843}" dt="2024-05-14T09:20:31.906" v="3716" actId="478"/>
          <ac:spMkLst>
            <pc:docMk/>
            <pc:sldMk cId="0" sldId="938"/>
            <ac:spMk id="36039" creationId="{637BBC3C-2EC2-3C09-B40B-AFB37BE7711F}"/>
          </ac:spMkLst>
        </pc:spChg>
        <pc:spChg chg="del mod topLvl">
          <ac:chgData name="欣捷 王" userId="b965477fa0aef5e6" providerId="LiveId" clId="{DDEBAF8B-00A9-4254-9480-257662CA3843}" dt="2024-05-14T09:20:31.906" v="3716" actId="478"/>
          <ac:spMkLst>
            <pc:docMk/>
            <pc:sldMk cId="0" sldId="938"/>
            <ac:spMk id="36040" creationId="{D6FCCECA-B6A3-77B0-0816-F07C6D3EE906}"/>
          </ac:spMkLst>
        </pc:spChg>
        <pc:spChg chg="del mod topLvl">
          <ac:chgData name="欣捷 王" userId="b965477fa0aef5e6" providerId="LiveId" clId="{DDEBAF8B-00A9-4254-9480-257662CA3843}" dt="2024-05-14T09:20:31.906" v="3716" actId="478"/>
          <ac:spMkLst>
            <pc:docMk/>
            <pc:sldMk cId="0" sldId="938"/>
            <ac:spMk id="36041" creationId="{6F55BEE2-B6CF-469A-C4FC-B3F5AFC72537}"/>
          </ac:spMkLst>
        </pc:spChg>
        <pc:spChg chg="del mod topLvl">
          <ac:chgData name="欣捷 王" userId="b965477fa0aef5e6" providerId="LiveId" clId="{DDEBAF8B-00A9-4254-9480-257662CA3843}" dt="2024-05-14T09:20:31.906" v="3716" actId="478"/>
          <ac:spMkLst>
            <pc:docMk/>
            <pc:sldMk cId="0" sldId="938"/>
            <ac:spMk id="36042" creationId="{4F718B94-6CBE-F369-BC88-831E834075B7}"/>
          </ac:spMkLst>
        </pc:spChg>
        <pc:spChg chg="del mod topLvl">
          <ac:chgData name="欣捷 王" userId="b965477fa0aef5e6" providerId="LiveId" clId="{DDEBAF8B-00A9-4254-9480-257662CA3843}" dt="2024-05-14T09:20:31.906" v="3716" actId="478"/>
          <ac:spMkLst>
            <pc:docMk/>
            <pc:sldMk cId="0" sldId="938"/>
            <ac:spMk id="36043" creationId="{B9F5AA68-89B8-FF7F-87CC-BA02006245EB}"/>
          </ac:spMkLst>
        </pc:spChg>
        <pc:spChg chg="del mod topLvl">
          <ac:chgData name="欣捷 王" userId="b965477fa0aef5e6" providerId="LiveId" clId="{DDEBAF8B-00A9-4254-9480-257662CA3843}" dt="2024-05-14T09:20:31.906" v="3716" actId="478"/>
          <ac:spMkLst>
            <pc:docMk/>
            <pc:sldMk cId="0" sldId="938"/>
            <ac:spMk id="36044" creationId="{A2DBAF26-E163-CC2E-FCF1-0A1780C21CBA}"/>
          </ac:spMkLst>
        </pc:spChg>
        <pc:spChg chg="del mod topLvl">
          <ac:chgData name="欣捷 王" userId="b965477fa0aef5e6" providerId="LiveId" clId="{DDEBAF8B-00A9-4254-9480-257662CA3843}" dt="2024-05-14T09:20:31.906" v="3716" actId="478"/>
          <ac:spMkLst>
            <pc:docMk/>
            <pc:sldMk cId="0" sldId="938"/>
            <ac:spMk id="36045" creationId="{6760E128-4BB1-D45E-FCC3-42FB4AAF8D32}"/>
          </ac:spMkLst>
        </pc:spChg>
        <pc:spChg chg="del mod topLvl">
          <ac:chgData name="欣捷 王" userId="b965477fa0aef5e6" providerId="LiveId" clId="{DDEBAF8B-00A9-4254-9480-257662CA3843}" dt="2024-05-14T09:20:31.906" v="3716" actId="478"/>
          <ac:spMkLst>
            <pc:docMk/>
            <pc:sldMk cId="0" sldId="938"/>
            <ac:spMk id="36046" creationId="{BD26B758-F384-9139-0361-5F5D3B4E4F5A}"/>
          </ac:spMkLst>
        </pc:spChg>
        <pc:spChg chg="del mod topLvl">
          <ac:chgData name="欣捷 王" userId="b965477fa0aef5e6" providerId="LiveId" clId="{DDEBAF8B-00A9-4254-9480-257662CA3843}" dt="2024-05-14T09:20:31.906" v="3716" actId="478"/>
          <ac:spMkLst>
            <pc:docMk/>
            <pc:sldMk cId="0" sldId="938"/>
            <ac:spMk id="36047" creationId="{3008F2FD-86A2-F81F-A3DB-3A8B777BFAA1}"/>
          </ac:spMkLst>
        </pc:spChg>
        <pc:spChg chg="del mod topLvl">
          <ac:chgData name="欣捷 王" userId="b965477fa0aef5e6" providerId="LiveId" clId="{DDEBAF8B-00A9-4254-9480-257662CA3843}" dt="2024-05-14T09:20:31.906" v="3716" actId="478"/>
          <ac:spMkLst>
            <pc:docMk/>
            <pc:sldMk cId="0" sldId="938"/>
            <ac:spMk id="36048" creationId="{DBCF9CE1-8E29-4185-B2A5-934D6D5325D4}"/>
          </ac:spMkLst>
        </pc:spChg>
        <pc:spChg chg="del mod topLvl">
          <ac:chgData name="欣捷 王" userId="b965477fa0aef5e6" providerId="LiveId" clId="{DDEBAF8B-00A9-4254-9480-257662CA3843}" dt="2024-05-14T09:20:31.906" v="3716" actId="478"/>
          <ac:spMkLst>
            <pc:docMk/>
            <pc:sldMk cId="0" sldId="938"/>
            <ac:spMk id="36049" creationId="{0026DE01-C8EE-FEC8-B489-9461D3EB04DB}"/>
          </ac:spMkLst>
        </pc:spChg>
        <pc:spChg chg="del mod topLvl">
          <ac:chgData name="欣捷 王" userId="b965477fa0aef5e6" providerId="LiveId" clId="{DDEBAF8B-00A9-4254-9480-257662CA3843}" dt="2024-05-14T09:20:31.906" v="3716" actId="478"/>
          <ac:spMkLst>
            <pc:docMk/>
            <pc:sldMk cId="0" sldId="938"/>
            <ac:spMk id="36050" creationId="{B5DDA276-92CC-F954-0B49-55D5CADF3AD3}"/>
          </ac:spMkLst>
        </pc:spChg>
        <pc:spChg chg="del mod topLvl">
          <ac:chgData name="欣捷 王" userId="b965477fa0aef5e6" providerId="LiveId" clId="{DDEBAF8B-00A9-4254-9480-257662CA3843}" dt="2024-05-14T09:20:31.906" v="3716" actId="478"/>
          <ac:spMkLst>
            <pc:docMk/>
            <pc:sldMk cId="0" sldId="938"/>
            <ac:spMk id="36051" creationId="{38CD3C5F-04BF-B12E-B005-D748007E7FAA}"/>
          </ac:spMkLst>
        </pc:spChg>
        <pc:spChg chg="del mod topLvl">
          <ac:chgData name="欣捷 王" userId="b965477fa0aef5e6" providerId="LiveId" clId="{DDEBAF8B-00A9-4254-9480-257662CA3843}" dt="2024-05-14T09:20:31.906" v="3716" actId="478"/>
          <ac:spMkLst>
            <pc:docMk/>
            <pc:sldMk cId="0" sldId="938"/>
            <ac:spMk id="36052" creationId="{8460B9F4-76EB-9961-7ECA-CE172ACAD594}"/>
          </ac:spMkLst>
        </pc:spChg>
        <pc:spChg chg="mod topLvl">
          <ac:chgData name="欣捷 王" userId="b965477fa0aef5e6" providerId="LiveId" clId="{DDEBAF8B-00A9-4254-9480-257662CA3843}" dt="2024-05-14T09:21:13.661" v="3732" actId="1076"/>
          <ac:spMkLst>
            <pc:docMk/>
            <pc:sldMk cId="0" sldId="938"/>
            <ac:spMk id="36053" creationId="{9B207B82-0912-936A-69CC-D6395405EFCC}"/>
          </ac:spMkLst>
        </pc:spChg>
        <pc:spChg chg="mod topLvl">
          <ac:chgData name="欣捷 王" userId="b965477fa0aef5e6" providerId="LiveId" clId="{DDEBAF8B-00A9-4254-9480-257662CA3843}" dt="2024-05-14T09:20:55.404" v="3728" actId="164"/>
          <ac:spMkLst>
            <pc:docMk/>
            <pc:sldMk cId="0" sldId="938"/>
            <ac:spMk id="36054" creationId="{602E0D3F-50FE-A315-B7CE-7E0A2B27D775}"/>
          </ac:spMkLst>
        </pc:spChg>
        <pc:spChg chg="mod topLvl">
          <ac:chgData name="欣捷 王" userId="b965477fa0aef5e6" providerId="LiveId" clId="{DDEBAF8B-00A9-4254-9480-257662CA3843}" dt="2024-05-14T09:20:55.404" v="3728" actId="164"/>
          <ac:spMkLst>
            <pc:docMk/>
            <pc:sldMk cId="0" sldId="938"/>
            <ac:spMk id="36055" creationId="{81BC0DB0-23CD-E044-247B-0E0872A9BAB3}"/>
          </ac:spMkLst>
        </pc:spChg>
        <pc:spChg chg="mod topLvl">
          <ac:chgData name="欣捷 王" userId="b965477fa0aef5e6" providerId="LiveId" clId="{DDEBAF8B-00A9-4254-9480-257662CA3843}" dt="2024-05-14T09:20:55.404" v="3728" actId="164"/>
          <ac:spMkLst>
            <pc:docMk/>
            <pc:sldMk cId="0" sldId="938"/>
            <ac:spMk id="36056" creationId="{E7897772-8662-E195-7C9C-AB8AEDCEFC7A}"/>
          </ac:spMkLst>
        </pc:spChg>
        <pc:spChg chg="mod topLvl">
          <ac:chgData name="欣捷 王" userId="b965477fa0aef5e6" providerId="LiveId" clId="{DDEBAF8B-00A9-4254-9480-257662CA3843}" dt="2024-05-14T09:20:55.404" v="3728" actId="164"/>
          <ac:spMkLst>
            <pc:docMk/>
            <pc:sldMk cId="0" sldId="938"/>
            <ac:spMk id="36057" creationId="{0F94BB7C-5523-5D9A-7687-3542F8F67A80}"/>
          </ac:spMkLst>
        </pc:spChg>
        <pc:spChg chg="del mod topLvl">
          <ac:chgData name="欣捷 王" userId="b965477fa0aef5e6" providerId="LiveId" clId="{DDEBAF8B-00A9-4254-9480-257662CA3843}" dt="2024-05-14T09:20:31.906" v="3716" actId="478"/>
          <ac:spMkLst>
            <pc:docMk/>
            <pc:sldMk cId="0" sldId="938"/>
            <ac:spMk id="36058" creationId="{F7FA4E2E-3C19-E2A2-FA82-A0D05D533BB2}"/>
          </ac:spMkLst>
        </pc:spChg>
        <pc:grpChg chg="add del mod">
          <ac:chgData name="欣捷 王" userId="b965477fa0aef5e6" providerId="LiveId" clId="{DDEBAF8B-00A9-4254-9480-257662CA3843}" dt="2024-05-14T09:17:03.930" v="3697" actId="478"/>
          <ac:grpSpMkLst>
            <pc:docMk/>
            <pc:sldMk cId="0" sldId="938"/>
            <ac:grpSpMk id="6" creationId="{73E2D501-9E16-D7C3-B38A-FEC143B10D8A}"/>
          </ac:grpSpMkLst>
        </pc:grpChg>
        <pc:grpChg chg="add del mod">
          <ac:chgData name="欣捷 王" userId="b965477fa0aef5e6" providerId="LiveId" clId="{DDEBAF8B-00A9-4254-9480-257662CA3843}" dt="2024-05-14T09:19:04.786" v="3707" actId="165"/>
          <ac:grpSpMkLst>
            <pc:docMk/>
            <pc:sldMk cId="0" sldId="938"/>
            <ac:grpSpMk id="35884" creationId="{B015CEFE-564D-1452-F0DC-AEB8BFB60B5D}"/>
          </ac:grpSpMkLst>
        </pc:grpChg>
        <pc:grpChg chg="add del mod">
          <ac:chgData name="欣捷 王" userId="b965477fa0aef5e6" providerId="LiveId" clId="{DDEBAF8B-00A9-4254-9480-257662CA3843}" dt="2024-05-14T09:20:22.603" v="3715" actId="165"/>
          <ac:grpSpMkLst>
            <pc:docMk/>
            <pc:sldMk cId="0" sldId="938"/>
            <ac:grpSpMk id="35958" creationId="{C23C2A48-691A-154D-81A5-3D96E3A9C27F}"/>
          </ac:grpSpMkLst>
        </pc:grpChg>
        <pc:grpChg chg="add mod">
          <ac:chgData name="欣捷 王" userId="b965477fa0aef5e6" providerId="LiveId" clId="{DDEBAF8B-00A9-4254-9480-257662CA3843}" dt="2024-05-14T09:20:57.737" v="3729" actId="14100"/>
          <ac:grpSpMkLst>
            <pc:docMk/>
            <pc:sldMk cId="0" sldId="938"/>
            <ac:grpSpMk id="36059" creationId="{E9AD20A6-DF7C-E890-5844-0A25A04DC770}"/>
          </ac:grpSpMkLst>
        </pc:grpChg>
      </pc:sldChg>
      <pc:sldChg chg="addSp delSp modSp mod modAnim modNotesTx">
        <pc:chgData name="欣捷 王" userId="b965477fa0aef5e6" providerId="LiveId" clId="{DDEBAF8B-00A9-4254-9480-257662CA3843}" dt="2024-05-16T12:13:47.812" v="8003" actId="20577"/>
        <pc:sldMkLst>
          <pc:docMk/>
          <pc:sldMk cId="0" sldId="939"/>
        </pc:sldMkLst>
        <pc:spChg chg="mod topLvl">
          <ac:chgData name="欣捷 王" userId="b965477fa0aef5e6" providerId="LiveId" clId="{DDEBAF8B-00A9-4254-9480-257662CA3843}" dt="2024-05-14T15:21:17.714" v="5837" actId="164"/>
          <ac:spMkLst>
            <pc:docMk/>
            <pc:sldMk cId="0" sldId="939"/>
            <ac:spMk id="7" creationId="{A3F76566-B7F9-FE3B-600D-3F7D520A950B}"/>
          </ac:spMkLst>
        </pc:spChg>
        <pc:spChg chg="mod topLvl">
          <ac:chgData name="欣捷 王" userId="b965477fa0aef5e6" providerId="LiveId" clId="{DDEBAF8B-00A9-4254-9480-257662CA3843}" dt="2024-05-14T15:21:17.714" v="5837" actId="164"/>
          <ac:spMkLst>
            <pc:docMk/>
            <pc:sldMk cId="0" sldId="939"/>
            <ac:spMk id="8" creationId="{2D264A61-620F-42B7-8AEC-9ABE6BA1D81A}"/>
          </ac:spMkLst>
        </pc:spChg>
        <pc:spChg chg="mod topLvl">
          <ac:chgData name="欣捷 王" userId="b965477fa0aef5e6" providerId="LiveId" clId="{DDEBAF8B-00A9-4254-9480-257662CA3843}" dt="2024-05-14T15:21:17.714" v="5837" actId="164"/>
          <ac:spMkLst>
            <pc:docMk/>
            <pc:sldMk cId="0" sldId="939"/>
            <ac:spMk id="9" creationId="{85FF98A3-67BC-89F0-68B9-C47E6D51D3FE}"/>
          </ac:spMkLst>
        </pc:spChg>
        <pc:spChg chg="mod topLvl">
          <ac:chgData name="欣捷 王" userId="b965477fa0aef5e6" providerId="LiveId" clId="{DDEBAF8B-00A9-4254-9480-257662CA3843}" dt="2024-05-14T15:21:17.714" v="5837" actId="164"/>
          <ac:spMkLst>
            <pc:docMk/>
            <pc:sldMk cId="0" sldId="939"/>
            <ac:spMk id="10" creationId="{D7678B22-F628-69BA-65E0-786546A4E0C8}"/>
          </ac:spMkLst>
        </pc:spChg>
        <pc:spChg chg="mod topLvl">
          <ac:chgData name="欣捷 王" userId="b965477fa0aef5e6" providerId="LiveId" clId="{DDEBAF8B-00A9-4254-9480-257662CA3843}" dt="2024-05-14T15:21:17.714" v="5837" actId="164"/>
          <ac:spMkLst>
            <pc:docMk/>
            <pc:sldMk cId="0" sldId="939"/>
            <ac:spMk id="11" creationId="{A8756F97-C5E3-9F28-9599-AAA6B7E25746}"/>
          </ac:spMkLst>
        </pc:spChg>
        <pc:spChg chg="del mod">
          <ac:chgData name="欣捷 王" userId="b965477fa0aef5e6" providerId="LiveId" clId="{DDEBAF8B-00A9-4254-9480-257662CA3843}" dt="2024-05-14T15:11:07.429" v="5746" actId="478"/>
          <ac:spMkLst>
            <pc:docMk/>
            <pc:sldMk cId="0" sldId="939"/>
            <ac:spMk id="12" creationId="{2190C08C-1F28-0583-0A8C-8BBCFDC2CF26}"/>
          </ac:spMkLst>
        </pc:spChg>
        <pc:spChg chg="del mod">
          <ac:chgData name="欣捷 王" userId="b965477fa0aef5e6" providerId="LiveId" clId="{DDEBAF8B-00A9-4254-9480-257662CA3843}" dt="2024-05-14T15:11:09.142" v="5747" actId="478"/>
          <ac:spMkLst>
            <pc:docMk/>
            <pc:sldMk cId="0" sldId="939"/>
            <ac:spMk id="13" creationId="{FCBAA076-04BA-E52E-C2BB-358525A9DBB0}"/>
          </ac:spMkLst>
        </pc:spChg>
        <pc:spChg chg="add mod">
          <ac:chgData name="欣捷 王" userId="b965477fa0aef5e6" providerId="LiveId" clId="{DDEBAF8B-00A9-4254-9480-257662CA3843}" dt="2024-05-14T15:21:17.714" v="5837" actId="164"/>
          <ac:spMkLst>
            <pc:docMk/>
            <pc:sldMk cId="0" sldId="939"/>
            <ac:spMk id="16" creationId="{D1A75681-9FBA-6D67-B966-28D1FC5A8133}"/>
          </ac:spMkLst>
        </pc:spChg>
        <pc:spChg chg="mod">
          <ac:chgData name="欣捷 王" userId="b965477fa0aef5e6" providerId="LiveId" clId="{DDEBAF8B-00A9-4254-9480-257662CA3843}" dt="2024-05-14T15:12:31.943" v="5772" actId="20577"/>
          <ac:spMkLst>
            <pc:docMk/>
            <pc:sldMk cId="0" sldId="939"/>
            <ac:spMk id="30723" creationId="{B65D63C2-EBF2-482F-B494-B71F462A349E}"/>
          </ac:spMkLst>
        </pc:spChg>
        <pc:grpChg chg="add del mod">
          <ac:chgData name="欣捷 王" userId="b965477fa0aef5e6" providerId="LiveId" clId="{DDEBAF8B-00A9-4254-9480-257662CA3843}" dt="2024-05-14T15:21:06.992" v="5836" actId="165"/>
          <ac:grpSpMkLst>
            <pc:docMk/>
            <pc:sldMk cId="0" sldId="939"/>
            <ac:grpSpMk id="6" creationId="{B70659B0-71DD-C39B-9259-79D12E11B9CB}"/>
          </ac:grpSpMkLst>
        </pc:grpChg>
        <pc:grpChg chg="add mod">
          <ac:chgData name="欣捷 王" userId="b965477fa0aef5e6" providerId="LiveId" clId="{DDEBAF8B-00A9-4254-9480-257662CA3843}" dt="2024-05-14T15:21:17.714" v="5837" actId="164"/>
          <ac:grpSpMkLst>
            <pc:docMk/>
            <pc:sldMk cId="0" sldId="939"/>
            <ac:grpSpMk id="17" creationId="{99561634-C677-3403-4685-85C785CC093E}"/>
          </ac:grpSpMkLst>
        </pc:grpChg>
        <pc:graphicFrameChg chg="add mod modGraphic">
          <ac:chgData name="欣捷 王" userId="b965477fa0aef5e6" providerId="LiveId" clId="{DDEBAF8B-00A9-4254-9480-257662CA3843}" dt="2024-05-14T15:10:05.716" v="5721" actId="1076"/>
          <ac:graphicFrameMkLst>
            <pc:docMk/>
            <pc:sldMk cId="0" sldId="939"/>
            <ac:graphicFrameMk id="5" creationId="{CD13FC0A-8EA9-85C5-E946-AEA3C176117F}"/>
          </ac:graphicFrameMkLst>
        </pc:graphicFrameChg>
        <pc:cxnChg chg="del mod">
          <ac:chgData name="欣捷 王" userId="b965477fa0aef5e6" providerId="LiveId" clId="{DDEBAF8B-00A9-4254-9480-257662CA3843}" dt="2024-05-14T15:11:12.820" v="5750" actId="478"/>
          <ac:cxnSpMkLst>
            <pc:docMk/>
            <pc:sldMk cId="0" sldId="939"/>
            <ac:cxnSpMk id="14" creationId="{DE281B58-8FD5-DBD9-37EA-9F33AF8C04AF}"/>
          </ac:cxnSpMkLst>
        </pc:cxnChg>
        <pc:cxnChg chg="del mod">
          <ac:chgData name="欣捷 王" userId="b965477fa0aef5e6" providerId="LiveId" clId="{DDEBAF8B-00A9-4254-9480-257662CA3843}" dt="2024-05-14T15:11:10.019" v="5748" actId="478"/>
          <ac:cxnSpMkLst>
            <pc:docMk/>
            <pc:sldMk cId="0" sldId="939"/>
            <ac:cxnSpMk id="15" creationId="{1D690CC9-6419-2D08-B3A2-082C7ACC7729}"/>
          </ac:cxnSpMkLst>
        </pc:cxnChg>
      </pc:sldChg>
      <pc:sldChg chg="del">
        <pc:chgData name="欣捷 王" userId="b965477fa0aef5e6" providerId="LiveId" clId="{DDEBAF8B-00A9-4254-9480-257662CA3843}" dt="2024-05-14T03:26:43.501" v="1904" actId="47"/>
        <pc:sldMkLst>
          <pc:docMk/>
          <pc:sldMk cId="0" sldId="940"/>
        </pc:sldMkLst>
      </pc:sldChg>
      <pc:sldChg chg="modSp del mod">
        <pc:chgData name="欣捷 王" userId="b965477fa0aef5e6" providerId="LiveId" clId="{DDEBAF8B-00A9-4254-9480-257662CA3843}" dt="2024-05-14T07:16:53.986" v="2654" actId="47"/>
        <pc:sldMkLst>
          <pc:docMk/>
          <pc:sldMk cId="0" sldId="941"/>
        </pc:sldMkLst>
        <pc:spChg chg="mod">
          <ac:chgData name="欣捷 王" userId="b965477fa0aef5e6" providerId="LiveId" clId="{DDEBAF8B-00A9-4254-9480-257662CA3843}" dt="2024-05-14T07:16:49.785" v="2652" actId="21"/>
          <ac:spMkLst>
            <pc:docMk/>
            <pc:sldMk cId="0" sldId="941"/>
            <ac:spMk id="12291" creationId="{B88D1986-FD0A-40A9-A2DB-01F3FEFBA2A7}"/>
          </ac:spMkLst>
        </pc:spChg>
      </pc:sldChg>
      <pc:sldChg chg="modSp mod">
        <pc:chgData name="欣捷 王" userId="b965477fa0aef5e6" providerId="LiveId" clId="{DDEBAF8B-00A9-4254-9480-257662CA3843}" dt="2024-05-14T07:14:36.486" v="2650" actId="108"/>
        <pc:sldMkLst>
          <pc:docMk/>
          <pc:sldMk cId="2198492349" sldId="947"/>
        </pc:sldMkLst>
        <pc:spChg chg="mod">
          <ac:chgData name="欣捷 王" userId="b965477fa0aef5e6" providerId="LiveId" clId="{DDEBAF8B-00A9-4254-9480-257662CA3843}" dt="2024-05-14T07:14:36.486" v="2650" actId="108"/>
          <ac:spMkLst>
            <pc:docMk/>
            <pc:sldMk cId="2198492349" sldId="947"/>
            <ac:spMk id="3" creationId="{83223860-FE93-4EBA-AA13-19E55DD0F28F}"/>
          </ac:spMkLst>
        </pc:spChg>
      </pc:sldChg>
      <pc:sldChg chg="addSp delSp modSp mod modClrScheme chgLayout">
        <pc:chgData name="欣捷 王" userId="b965477fa0aef5e6" providerId="LiveId" clId="{DDEBAF8B-00A9-4254-9480-257662CA3843}" dt="2024-05-14T08:46:09.963" v="3476" actId="1076"/>
        <pc:sldMkLst>
          <pc:docMk/>
          <pc:sldMk cId="2570831121" sldId="948"/>
        </pc:sldMkLst>
        <pc:spChg chg="mod ord">
          <ac:chgData name="欣捷 王" userId="b965477fa0aef5e6" providerId="LiveId" clId="{DDEBAF8B-00A9-4254-9480-257662CA3843}" dt="2024-05-14T08:45:32.313" v="3461" actId="700"/>
          <ac:spMkLst>
            <pc:docMk/>
            <pc:sldMk cId="2570831121" sldId="948"/>
            <ac:spMk id="2" creationId="{BE43F709-49BB-4BD2-A02D-DA98516138E8}"/>
          </ac:spMkLst>
        </pc:spChg>
        <pc:spChg chg="del mod">
          <ac:chgData name="欣捷 王" userId="b965477fa0aef5e6" providerId="LiveId" clId="{DDEBAF8B-00A9-4254-9480-257662CA3843}" dt="2024-05-14T08:45:32.313" v="3461" actId="700"/>
          <ac:spMkLst>
            <pc:docMk/>
            <pc:sldMk cId="2570831121" sldId="948"/>
            <ac:spMk id="3" creationId="{83223860-FE93-4EBA-AA13-19E55DD0F28F}"/>
          </ac:spMkLst>
        </pc:spChg>
        <pc:spChg chg="mod ord">
          <ac:chgData name="欣捷 王" userId="b965477fa0aef5e6" providerId="LiveId" clId="{DDEBAF8B-00A9-4254-9480-257662CA3843}" dt="2024-05-14T08:45:32.313" v="3461" actId="700"/>
          <ac:spMkLst>
            <pc:docMk/>
            <pc:sldMk cId="2570831121" sldId="948"/>
            <ac:spMk id="4" creationId="{F76DB023-C58C-611D-CC52-0B4543A3F79B}"/>
          </ac:spMkLst>
        </pc:spChg>
        <pc:spChg chg="mod ord">
          <ac:chgData name="欣捷 王" userId="b965477fa0aef5e6" providerId="LiveId" clId="{DDEBAF8B-00A9-4254-9480-257662CA3843}" dt="2024-05-14T08:45:32.313" v="3461" actId="700"/>
          <ac:spMkLst>
            <pc:docMk/>
            <pc:sldMk cId="2570831121" sldId="948"/>
            <ac:spMk id="5" creationId="{492FE857-624C-72FB-678D-A194D25BE60B}"/>
          </ac:spMkLst>
        </pc:spChg>
        <pc:spChg chg="mod ord">
          <ac:chgData name="欣捷 王" userId="b965477fa0aef5e6" providerId="LiveId" clId="{DDEBAF8B-00A9-4254-9480-257662CA3843}" dt="2024-05-14T08:45:32.313" v="3461" actId="700"/>
          <ac:spMkLst>
            <pc:docMk/>
            <pc:sldMk cId="2570831121" sldId="948"/>
            <ac:spMk id="6" creationId="{9654B0DD-BC2F-0E6B-D389-26A42252A1AD}"/>
          </ac:spMkLst>
        </pc:spChg>
        <pc:spChg chg="add mod">
          <ac:chgData name="欣捷 王" userId="b965477fa0aef5e6" providerId="LiveId" clId="{DDEBAF8B-00A9-4254-9480-257662CA3843}" dt="2024-05-14T08:46:07.918" v="3474" actId="1076"/>
          <ac:spMkLst>
            <pc:docMk/>
            <pc:sldMk cId="2570831121" sldId="948"/>
            <ac:spMk id="10" creationId="{F9332FFB-83EE-7E62-0AC9-B142E0F4CB2E}"/>
          </ac:spMkLst>
        </pc:spChg>
        <pc:picChg chg="add mod">
          <ac:chgData name="欣捷 王" userId="b965477fa0aef5e6" providerId="LiveId" clId="{DDEBAF8B-00A9-4254-9480-257662CA3843}" dt="2024-05-14T08:46:09.963" v="3476" actId="1076"/>
          <ac:picMkLst>
            <pc:docMk/>
            <pc:sldMk cId="2570831121" sldId="948"/>
            <ac:picMk id="8" creationId="{9CACA1E1-BCF4-2F86-22D7-4CD7DEA11593}"/>
          </ac:picMkLst>
        </pc:picChg>
      </pc:sldChg>
      <pc:sldChg chg="addSp modSp mod modAnim">
        <pc:chgData name="欣捷 王" userId="b965477fa0aef5e6" providerId="LiveId" clId="{DDEBAF8B-00A9-4254-9480-257662CA3843}" dt="2024-05-15T13:32:17.253" v="6140"/>
        <pc:sldMkLst>
          <pc:docMk/>
          <pc:sldMk cId="2491439333" sldId="949"/>
        </pc:sldMkLst>
        <pc:spChg chg="add mod">
          <ac:chgData name="欣捷 王" userId="b965477fa0aef5e6" providerId="LiveId" clId="{DDEBAF8B-00A9-4254-9480-257662CA3843}" dt="2024-05-14T15:20:26.497" v="5834" actId="14100"/>
          <ac:spMkLst>
            <pc:docMk/>
            <pc:sldMk cId="2491439333" sldId="949"/>
            <ac:spMk id="6" creationId="{82904002-A018-9F5B-E979-7053CFBCE285}"/>
          </ac:spMkLst>
        </pc:spChg>
        <pc:spChg chg="mod">
          <ac:chgData name="欣捷 王" userId="b965477fa0aef5e6" providerId="LiveId" clId="{DDEBAF8B-00A9-4254-9480-257662CA3843}" dt="2024-05-14T15:20:03.855" v="5832" actId="404"/>
          <ac:spMkLst>
            <pc:docMk/>
            <pc:sldMk cId="2491439333" sldId="949"/>
            <ac:spMk id="18435" creationId="{F5EF257D-63BA-45DD-A12B-565D32A3724B}"/>
          </ac:spMkLst>
        </pc:spChg>
        <pc:spChg chg="mod">
          <ac:chgData name="欣捷 王" userId="b965477fa0aef5e6" providerId="LiveId" clId="{DDEBAF8B-00A9-4254-9480-257662CA3843}" dt="2024-05-14T15:18:12.786" v="5809" actId="207"/>
          <ac:spMkLst>
            <pc:docMk/>
            <pc:sldMk cId="2491439333" sldId="949"/>
            <ac:spMk id="18437" creationId="{5DACA2C7-A591-4813-A064-790A0673859C}"/>
          </ac:spMkLst>
        </pc:spChg>
        <pc:spChg chg="mod">
          <ac:chgData name="欣捷 王" userId="b965477fa0aef5e6" providerId="LiveId" clId="{DDEBAF8B-00A9-4254-9480-257662CA3843}" dt="2024-05-14T15:17:59.168" v="5804" actId="207"/>
          <ac:spMkLst>
            <pc:docMk/>
            <pc:sldMk cId="2491439333" sldId="949"/>
            <ac:spMk id="18439" creationId="{50F96FD9-3AF1-4667-8433-0E96D555F828}"/>
          </ac:spMkLst>
        </pc:spChg>
        <pc:spChg chg="mod">
          <ac:chgData name="欣捷 王" userId="b965477fa0aef5e6" providerId="LiveId" clId="{DDEBAF8B-00A9-4254-9480-257662CA3843}" dt="2024-05-14T15:18:09.074" v="5808" actId="207"/>
          <ac:spMkLst>
            <pc:docMk/>
            <pc:sldMk cId="2491439333" sldId="949"/>
            <ac:spMk id="18441" creationId="{8324CB71-A439-433A-9389-C7F13B87F4EE}"/>
          </ac:spMkLst>
        </pc:spChg>
        <pc:spChg chg="mod">
          <ac:chgData name="欣捷 王" userId="b965477fa0aef5e6" providerId="LiveId" clId="{DDEBAF8B-00A9-4254-9480-257662CA3843}" dt="2024-05-14T15:17:56.808" v="5803" actId="207"/>
          <ac:spMkLst>
            <pc:docMk/>
            <pc:sldMk cId="2491439333" sldId="949"/>
            <ac:spMk id="18442" creationId="{EB66668A-FB31-4A4D-AFF9-0BC0CBA24756}"/>
          </ac:spMkLst>
        </pc:spChg>
        <pc:spChg chg="mod">
          <ac:chgData name="欣捷 王" userId="b965477fa0aef5e6" providerId="LiveId" clId="{DDEBAF8B-00A9-4254-9480-257662CA3843}" dt="2024-05-14T15:17:54.762" v="5802" actId="207"/>
          <ac:spMkLst>
            <pc:docMk/>
            <pc:sldMk cId="2491439333" sldId="949"/>
            <ac:spMk id="18443" creationId="{90683B3F-D601-4F3E-9258-557677EA6E31}"/>
          </ac:spMkLst>
        </pc:spChg>
        <pc:spChg chg="mod">
          <ac:chgData name="欣捷 王" userId="b965477fa0aef5e6" providerId="LiveId" clId="{DDEBAF8B-00A9-4254-9480-257662CA3843}" dt="2024-05-14T15:17:51.928" v="5801" actId="207"/>
          <ac:spMkLst>
            <pc:docMk/>
            <pc:sldMk cId="2491439333" sldId="949"/>
            <ac:spMk id="18444" creationId="{74583EC9-F18E-41AA-A341-3545CE06D127}"/>
          </ac:spMkLst>
        </pc:spChg>
        <pc:spChg chg="mod">
          <ac:chgData name="欣捷 王" userId="b965477fa0aef5e6" providerId="LiveId" clId="{DDEBAF8B-00A9-4254-9480-257662CA3843}" dt="2024-05-14T15:17:40.373" v="5800" actId="207"/>
          <ac:spMkLst>
            <pc:docMk/>
            <pc:sldMk cId="2491439333" sldId="949"/>
            <ac:spMk id="18445" creationId="{70DE3356-10C4-4239-B4F4-E312EAB2FFC0}"/>
          </ac:spMkLst>
        </pc:spChg>
        <pc:spChg chg="mod">
          <ac:chgData name="欣捷 王" userId="b965477fa0aef5e6" providerId="LiveId" clId="{DDEBAF8B-00A9-4254-9480-257662CA3843}" dt="2024-05-14T15:18:01.351" v="5805" actId="207"/>
          <ac:spMkLst>
            <pc:docMk/>
            <pc:sldMk cId="2491439333" sldId="949"/>
            <ac:spMk id="18450" creationId="{74EB2F9F-5951-4439-8B9B-1BA3B7DC43FC}"/>
          </ac:spMkLst>
        </pc:spChg>
        <pc:spChg chg="mod">
          <ac:chgData name="欣捷 王" userId="b965477fa0aef5e6" providerId="LiveId" clId="{DDEBAF8B-00A9-4254-9480-257662CA3843}" dt="2024-05-14T15:18:03.372" v="5806" actId="207"/>
          <ac:spMkLst>
            <pc:docMk/>
            <pc:sldMk cId="2491439333" sldId="949"/>
            <ac:spMk id="18462" creationId="{B6DFBF8A-BA30-4349-9441-9AECF1B03848}"/>
          </ac:spMkLst>
        </pc:spChg>
        <pc:spChg chg="mod">
          <ac:chgData name="欣捷 王" userId="b965477fa0aef5e6" providerId="LiveId" clId="{DDEBAF8B-00A9-4254-9480-257662CA3843}" dt="2024-05-14T15:18:18.982" v="5811" actId="207"/>
          <ac:spMkLst>
            <pc:docMk/>
            <pc:sldMk cId="2491439333" sldId="949"/>
            <ac:spMk id="18463" creationId="{8DFADC30-4A68-4B89-BC7A-BFDA9DD160C8}"/>
          </ac:spMkLst>
        </pc:spChg>
        <pc:spChg chg="mod">
          <ac:chgData name="欣捷 王" userId="b965477fa0aef5e6" providerId="LiveId" clId="{DDEBAF8B-00A9-4254-9480-257662CA3843}" dt="2024-05-14T15:18:16.357" v="5810" actId="207"/>
          <ac:spMkLst>
            <pc:docMk/>
            <pc:sldMk cId="2491439333" sldId="949"/>
            <ac:spMk id="18464" creationId="{8FE96574-B95C-4EBD-A3A4-0EDB21252D54}"/>
          </ac:spMkLst>
        </pc:spChg>
        <pc:picChg chg="add mod">
          <ac:chgData name="欣捷 王" userId="b965477fa0aef5e6" providerId="LiveId" clId="{DDEBAF8B-00A9-4254-9480-257662CA3843}" dt="2024-05-15T13:32:17.253" v="6140"/>
          <ac:picMkLst>
            <pc:docMk/>
            <pc:sldMk cId="2491439333" sldId="949"/>
            <ac:picMk id="5" creationId="{78CA7B90-7C41-4819-5FE3-7F4A6B743D22}"/>
          </ac:picMkLst>
        </pc:picChg>
      </pc:sldChg>
      <pc:sldChg chg="addSp modSp mod">
        <pc:chgData name="欣捷 王" userId="b965477fa0aef5e6" providerId="LiveId" clId="{DDEBAF8B-00A9-4254-9480-257662CA3843}" dt="2024-05-14T16:08:13.735" v="6071"/>
        <pc:sldMkLst>
          <pc:docMk/>
          <pc:sldMk cId="2077764911" sldId="951"/>
        </pc:sldMkLst>
        <pc:spChg chg="add mod">
          <ac:chgData name="欣捷 王" userId="b965477fa0aef5e6" providerId="LiveId" clId="{DDEBAF8B-00A9-4254-9480-257662CA3843}" dt="2024-05-14T16:08:13.735" v="6071"/>
          <ac:spMkLst>
            <pc:docMk/>
            <pc:sldMk cId="2077764911" sldId="951"/>
            <ac:spMk id="6" creationId="{6420F344-F562-F340-E838-EBAFC0411653}"/>
          </ac:spMkLst>
        </pc:spChg>
        <pc:spChg chg="mod">
          <ac:chgData name="欣捷 王" userId="b965477fa0aef5e6" providerId="LiveId" clId="{DDEBAF8B-00A9-4254-9480-257662CA3843}" dt="2024-05-14T15:36:38.497" v="6043" actId="113"/>
          <ac:spMkLst>
            <pc:docMk/>
            <pc:sldMk cId="2077764911" sldId="951"/>
            <ac:spMk id="37891" creationId="{9A3426E9-E596-448B-89A2-8EC00A88BB7F}"/>
          </ac:spMkLst>
        </pc:spChg>
        <pc:graphicFrameChg chg="mod modGraphic">
          <ac:chgData name="欣捷 王" userId="b965477fa0aef5e6" providerId="LiveId" clId="{DDEBAF8B-00A9-4254-9480-257662CA3843}" dt="2024-05-14T16:04:36.649" v="6050" actId="1076"/>
          <ac:graphicFrameMkLst>
            <pc:docMk/>
            <pc:sldMk cId="2077764911" sldId="951"/>
            <ac:graphicFrameMk id="48" creationId="{94BB3912-C90B-4626-B1DE-7F2EFAD062A3}"/>
          </ac:graphicFrameMkLst>
        </pc:graphicFrameChg>
      </pc:sldChg>
      <pc:sldChg chg="addSp modSp mod">
        <pc:chgData name="欣捷 王" userId="b965477fa0aef5e6" providerId="LiveId" clId="{DDEBAF8B-00A9-4254-9480-257662CA3843}" dt="2024-05-14T16:08:14.860" v="6072"/>
        <pc:sldMkLst>
          <pc:docMk/>
          <pc:sldMk cId="1474300822" sldId="952"/>
        </pc:sldMkLst>
        <pc:spChg chg="add mod">
          <ac:chgData name="欣捷 王" userId="b965477fa0aef5e6" providerId="LiveId" clId="{DDEBAF8B-00A9-4254-9480-257662CA3843}" dt="2024-05-14T16:08:14.860" v="6072"/>
          <ac:spMkLst>
            <pc:docMk/>
            <pc:sldMk cId="1474300822" sldId="952"/>
            <ac:spMk id="6" creationId="{9B50AD8F-1152-712C-970C-110005607870}"/>
          </ac:spMkLst>
        </pc:spChg>
        <pc:spChg chg="mod">
          <ac:chgData name="欣捷 王" userId="b965477fa0aef5e6" providerId="LiveId" clId="{DDEBAF8B-00A9-4254-9480-257662CA3843}" dt="2024-05-14T16:05:30.888" v="6060" actId="20577"/>
          <ac:spMkLst>
            <pc:docMk/>
            <pc:sldMk cId="1474300822" sldId="952"/>
            <ac:spMk id="37891" creationId="{9A3426E9-E596-448B-89A2-8EC00A88BB7F}"/>
          </ac:spMkLst>
        </pc:spChg>
        <pc:graphicFrameChg chg="modGraphic">
          <ac:chgData name="欣捷 王" userId="b965477fa0aef5e6" providerId="LiveId" clId="{DDEBAF8B-00A9-4254-9480-257662CA3843}" dt="2024-05-14T16:04:47.837" v="6052" actId="207"/>
          <ac:graphicFrameMkLst>
            <pc:docMk/>
            <pc:sldMk cId="1474300822" sldId="952"/>
            <ac:graphicFrameMk id="48" creationId="{94BB3912-C90B-4626-B1DE-7F2EFAD062A3}"/>
          </ac:graphicFrameMkLst>
        </pc:graphicFrameChg>
      </pc:sldChg>
      <pc:sldChg chg="addSp modSp mod">
        <pc:chgData name="欣捷 王" userId="b965477fa0aef5e6" providerId="LiveId" clId="{DDEBAF8B-00A9-4254-9480-257662CA3843}" dt="2024-05-14T16:08:15.904" v="6073"/>
        <pc:sldMkLst>
          <pc:docMk/>
          <pc:sldMk cId="2527016574" sldId="953"/>
        </pc:sldMkLst>
        <pc:spChg chg="add mod">
          <ac:chgData name="欣捷 王" userId="b965477fa0aef5e6" providerId="LiveId" clId="{DDEBAF8B-00A9-4254-9480-257662CA3843}" dt="2024-05-14T16:08:15.904" v="6073"/>
          <ac:spMkLst>
            <pc:docMk/>
            <pc:sldMk cId="2527016574" sldId="953"/>
            <ac:spMk id="6" creationId="{AEFA5AA7-7F07-B8A6-2F2E-43B0C34A7487}"/>
          </ac:spMkLst>
        </pc:spChg>
        <pc:spChg chg="mod">
          <ac:chgData name="欣捷 王" userId="b965477fa0aef5e6" providerId="LiveId" clId="{DDEBAF8B-00A9-4254-9480-257662CA3843}" dt="2024-05-14T16:05:33.416" v="6062" actId="20577"/>
          <ac:spMkLst>
            <pc:docMk/>
            <pc:sldMk cId="2527016574" sldId="953"/>
            <ac:spMk id="37891" creationId="{9A3426E9-E596-448B-89A2-8EC00A88BB7F}"/>
          </ac:spMkLst>
        </pc:spChg>
        <pc:graphicFrameChg chg="modGraphic">
          <ac:chgData name="欣捷 王" userId="b965477fa0aef5e6" providerId="LiveId" clId="{DDEBAF8B-00A9-4254-9480-257662CA3843}" dt="2024-05-14T16:04:51.915" v="6053" actId="207"/>
          <ac:graphicFrameMkLst>
            <pc:docMk/>
            <pc:sldMk cId="2527016574" sldId="953"/>
            <ac:graphicFrameMk id="48" creationId="{94BB3912-C90B-4626-B1DE-7F2EFAD062A3}"/>
          </ac:graphicFrameMkLst>
        </pc:graphicFrameChg>
      </pc:sldChg>
      <pc:sldChg chg="addSp modSp mod">
        <pc:chgData name="欣捷 王" userId="b965477fa0aef5e6" providerId="LiveId" clId="{DDEBAF8B-00A9-4254-9480-257662CA3843}" dt="2024-05-14T16:08:17.883" v="6075"/>
        <pc:sldMkLst>
          <pc:docMk/>
          <pc:sldMk cId="3274214887" sldId="954"/>
        </pc:sldMkLst>
        <pc:spChg chg="add mod">
          <ac:chgData name="欣捷 王" userId="b965477fa0aef5e6" providerId="LiveId" clId="{DDEBAF8B-00A9-4254-9480-257662CA3843}" dt="2024-05-14T16:08:17.883" v="6075"/>
          <ac:spMkLst>
            <pc:docMk/>
            <pc:sldMk cId="3274214887" sldId="954"/>
            <ac:spMk id="6" creationId="{D8055E75-F63D-673B-8F8D-B455CB35707C}"/>
          </ac:spMkLst>
        </pc:spChg>
        <pc:spChg chg="mod">
          <ac:chgData name="欣捷 王" userId="b965477fa0aef5e6" providerId="LiveId" clId="{DDEBAF8B-00A9-4254-9480-257662CA3843}" dt="2024-05-14T16:05:39.532" v="6066" actId="20577"/>
          <ac:spMkLst>
            <pc:docMk/>
            <pc:sldMk cId="3274214887" sldId="954"/>
            <ac:spMk id="37891" creationId="{9A3426E9-E596-448B-89A2-8EC00A88BB7F}"/>
          </ac:spMkLst>
        </pc:spChg>
        <pc:graphicFrameChg chg="modGraphic">
          <ac:chgData name="欣捷 王" userId="b965477fa0aef5e6" providerId="LiveId" clId="{DDEBAF8B-00A9-4254-9480-257662CA3843}" dt="2024-05-14T16:05:00.980" v="6055" actId="207"/>
          <ac:graphicFrameMkLst>
            <pc:docMk/>
            <pc:sldMk cId="3274214887" sldId="954"/>
            <ac:graphicFrameMk id="48" creationId="{94BB3912-C90B-4626-B1DE-7F2EFAD062A3}"/>
          </ac:graphicFrameMkLst>
        </pc:graphicFrameChg>
      </pc:sldChg>
      <pc:sldChg chg="addSp modSp mod">
        <pc:chgData name="欣捷 王" userId="b965477fa0aef5e6" providerId="LiveId" clId="{DDEBAF8B-00A9-4254-9480-257662CA3843}" dt="2024-05-14T16:08:16.874" v="6074"/>
        <pc:sldMkLst>
          <pc:docMk/>
          <pc:sldMk cId="4227420311" sldId="955"/>
        </pc:sldMkLst>
        <pc:spChg chg="add mod">
          <ac:chgData name="欣捷 王" userId="b965477fa0aef5e6" providerId="LiveId" clId="{DDEBAF8B-00A9-4254-9480-257662CA3843}" dt="2024-05-14T16:08:16.874" v="6074"/>
          <ac:spMkLst>
            <pc:docMk/>
            <pc:sldMk cId="4227420311" sldId="955"/>
            <ac:spMk id="6" creationId="{CA2FEAF2-3F3C-361E-6927-B98701441173}"/>
          </ac:spMkLst>
        </pc:spChg>
        <pc:spChg chg="mod">
          <ac:chgData name="欣捷 王" userId="b965477fa0aef5e6" providerId="LiveId" clId="{DDEBAF8B-00A9-4254-9480-257662CA3843}" dt="2024-05-14T16:05:36.241" v="6064" actId="20577"/>
          <ac:spMkLst>
            <pc:docMk/>
            <pc:sldMk cId="4227420311" sldId="955"/>
            <ac:spMk id="37891" creationId="{9A3426E9-E596-448B-89A2-8EC00A88BB7F}"/>
          </ac:spMkLst>
        </pc:spChg>
        <pc:graphicFrameChg chg="modGraphic">
          <ac:chgData name="欣捷 王" userId="b965477fa0aef5e6" providerId="LiveId" clId="{DDEBAF8B-00A9-4254-9480-257662CA3843}" dt="2024-05-14T16:04:57.463" v="6054" actId="207"/>
          <ac:graphicFrameMkLst>
            <pc:docMk/>
            <pc:sldMk cId="4227420311" sldId="955"/>
            <ac:graphicFrameMk id="48" creationId="{94BB3912-C90B-4626-B1DE-7F2EFAD062A3}"/>
          </ac:graphicFrameMkLst>
        </pc:graphicFrameChg>
      </pc:sldChg>
      <pc:sldChg chg="addSp delSp modSp mod modAnim modNotesTx">
        <pc:chgData name="欣捷 王" userId="b965477fa0aef5e6" providerId="LiveId" clId="{DDEBAF8B-00A9-4254-9480-257662CA3843}" dt="2024-05-14T05:31:57.781" v="2433" actId="20577"/>
        <pc:sldMkLst>
          <pc:docMk/>
          <pc:sldMk cId="29038470" sldId="989"/>
        </pc:sldMkLst>
        <pc:spChg chg="mod">
          <ac:chgData name="欣捷 王" userId="b965477fa0aef5e6" providerId="LiveId" clId="{DDEBAF8B-00A9-4254-9480-257662CA3843}" dt="2024-05-14T05:17:13.606" v="1945"/>
          <ac:spMkLst>
            <pc:docMk/>
            <pc:sldMk cId="29038470" sldId="989"/>
            <ac:spMk id="2" creationId="{40C1D707-E2F7-477C-8A14-287D57695CCB}"/>
          </ac:spMkLst>
        </pc:spChg>
        <pc:spChg chg="mod">
          <ac:chgData name="欣捷 王" userId="b965477fa0aef5e6" providerId="LiveId" clId="{DDEBAF8B-00A9-4254-9480-257662CA3843}" dt="2024-05-14T05:21:17.402" v="2008" actId="164"/>
          <ac:spMkLst>
            <pc:docMk/>
            <pc:sldMk cId="29038470" sldId="989"/>
            <ac:spMk id="5" creationId="{0D53C83F-60D7-40DB-97A7-9A6C4FCDA861}"/>
          </ac:spMkLst>
        </pc:spChg>
        <pc:spChg chg="mod">
          <ac:chgData name="欣捷 王" userId="b965477fa0aef5e6" providerId="LiveId" clId="{DDEBAF8B-00A9-4254-9480-257662CA3843}" dt="2024-05-14T05:20:57.394" v="2007" actId="207"/>
          <ac:spMkLst>
            <pc:docMk/>
            <pc:sldMk cId="29038470" sldId="989"/>
            <ac:spMk id="6" creationId="{AA21932E-9014-4BBF-B188-75AD579C794D}"/>
          </ac:spMkLst>
        </pc:spChg>
        <pc:spChg chg="mod">
          <ac:chgData name="欣捷 王" userId="b965477fa0aef5e6" providerId="LiveId" clId="{DDEBAF8B-00A9-4254-9480-257662CA3843}" dt="2024-05-14T05:21:21.387" v="2009" actId="164"/>
          <ac:spMkLst>
            <pc:docMk/>
            <pc:sldMk cId="29038470" sldId="989"/>
            <ac:spMk id="7" creationId="{C1E78CBB-4330-4049-BF7D-1D6651C28AF4}"/>
          </ac:spMkLst>
        </pc:spChg>
        <pc:spChg chg="mod">
          <ac:chgData name="欣捷 王" userId="b965477fa0aef5e6" providerId="LiveId" clId="{DDEBAF8B-00A9-4254-9480-257662CA3843}" dt="2024-05-14T05:21:17.402" v="2008" actId="164"/>
          <ac:spMkLst>
            <pc:docMk/>
            <pc:sldMk cId="29038470" sldId="989"/>
            <ac:spMk id="11" creationId="{B590A7C4-8AF2-495B-9A6C-BCF4119F9272}"/>
          </ac:spMkLst>
        </pc:spChg>
        <pc:spChg chg="mod">
          <ac:chgData name="欣捷 王" userId="b965477fa0aef5e6" providerId="LiveId" clId="{DDEBAF8B-00A9-4254-9480-257662CA3843}" dt="2024-05-14T05:21:21.387" v="2009" actId="164"/>
          <ac:spMkLst>
            <pc:docMk/>
            <pc:sldMk cId="29038470" sldId="989"/>
            <ac:spMk id="13" creationId="{2F8F09D8-63A6-4D62-9C81-40F7141C3FB8}"/>
          </ac:spMkLst>
        </pc:spChg>
        <pc:spChg chg="del">
          <ac:chgData name="欣捷 王" userId="b965477fa0aef5e6" providerId="LiveId" clId="{DDEBAF8B-00A9-4254-9480-257662CA3843}" dt="2024-05-14T05:18:15.981" v="1963" actId="478"/>
          <ac:spMkLst>
            <pc:docMk/>
            <pc:sldMk cId="29038470" sldId="989"/>
            <ac:spMk id="14" creationId="{045E2942-8DA7-40C0-BC98-7AE89D1C3FFF}"/>
          </ac:spMkLst>
        </pc:spChg>
        <pc:spChg chg="del">
          <ac:chgData name="欣捷 王" userId="b965477fa0aef5e6" providerId="LiveId" clId="{DDEBAF8B-00A9-4254-9480-257662CA3843}" dt="2024-05-14T05:18:17.884" v="1964" actId="478"/>
          <ac:spMkLst>
            <pc:docMk/>
            <pc:sldMk cId="29038470" sldId="989"/>
            <ac:spMk id="15" creationId="{5775C1A8-0626-467C-8311-A876617C7280}"/>
          </ac:spMkLst>
        </pc:spChg>
        <pc:spChg chg="del">
          <ac:chgData name="欣捷 王" userId="b965477fa0aef5e6" providerId="LiveId" clId="{DDEBAF8B-00A9-4254-9480-257662CA3843}" dt="2024-05-14T05:18:17.884" v="1964" actId="478"/>
          <ac:spMkLst>
            <pc:docMk/>
            <pc:sldMk cId="29038470" sldId="989"/>
            <ac:spMk id="16" creationId="{F61DC410-7FAC-4A30-857A-FBED33FFC798}"/>
          </ac:spMkLst>
        </pc:spChg>
        <pc:spChg chg="del">
          <ac:chgData name="欣捷 王" userId="b965477fa0aef5e6" providerId="LiveId" clId="{DDEBAF8B-00A9-4254-9480-257662CA3843}" dt="2024-05-14T05:18:15.981" v="1963" actId="478"/>
          <ac:spMkLst>
            <pc:docMk/>
            <pc:sldMk cId="29038470" sldId="989"/>
            <ac:spMk id="17" creationId="{298B94A0-B287-4585-BAFF-E61CA4B555AB}"/>
          </ac:spMkLst>
        </pc:spChg>
        <pc:grpChg chg="add mod">
          <ac:chgData name="欣捷 王" userId="b965477fa0aef5e6" providerId="LiveId" clId="{DDEBAF8B-00A9-4254-9480-257662CA3843}" dt="2024-05-14T05:21:17.402" v="2008" actId="164"/>
          <ac:grpSpMkLst>
            <pc:docMk/>
            <pc:sldMk cId="29038470" sldId="989"/>
            <ac:grpSpMk id="12" creationId="{42BF8433-E0C5-3579-ED02-14B7136FCB53}"/>
          </ac:grpSpMkLst>
        </pc:grpChg>
        <pc:grpChg chg="add mod">
          <ac:chgData name="欣捷 王" userId="b965477fa0aef5e6" providerId="LiveId" clId="{DDEBAF8B-00A9-4254-9480-257662CA3843}" dt="2024-05-14T05:21:21.387" v="2009" actId="164"/>
          <ac:grpSpMkLst>
            <pc:docMk/>
            <pc:sldMk cId="29038470" sldId="989"/>
            <ac:grpSpMk id="18" creationId="{34ADF467-3177-A598-CDE2-55935501FD44}"/>
          </ac:grpSpMkLst>
        </pc:grpChg>
        <pc:graphicFrameChg chg="mod modGraphic">
          <ac:chgData name="欣捷 王" userId="b965477fa0aef5e6" providerId="LiveId" clId="{DDEBAF8B-00A9-4254-9480-257662CA3843}" dt="2024-05-14T05:21:17.402" v="2008" actId="164"/>
          <ac:graphicFrameMkLst>
            <pc:docMk/>
            <pc:sldMk cId="29038470" sldId="989"/>
            <ac:graphicFrameMk id="8" creationId="{8ABCBAAB-C1AF-4B64-9A4B-78F93C1411AD}"/>
          </ac:graphicFrameMkLst>
        </pc:graphicFrameChg>
        <pc:picChg chg="mod">
          <ac:chgData name="欣捷 王" userId="b965477fa0aef5e6" providerId="LiveId" clId="{DDEBAF8B-00A9-4254-9480-257662CA3843}" dt="2024-05-14T05:21:21.387" v="2009" actId="164"/>
          <ac:picMkLst>
            <pc:docMk/>
            <pc:sldMk cId="29038470" sldId="989"/>
            <ac:picMk id="10" creationId="{24609E79-AA6B-49DF-B852-7E75F8A5FE67}"/>
          </ac:picMkLst>
        </pc:picChg>
      </pc:sldChg>
      <pc:sldChg chg="addSp delSp modSp mod">
        <pc:chgData name="欣捷 王" userId="b965477fa0aef5e6" providerId="LiveId" clId="{DDEBAF8B-00A9-4254-9480-257662CA3843}" dt="2024-05-15T13:57:25.122" v="6222" actId="164"/>
        <pc:sldMkLst>
          <pc:docMk/>
          <pc:sldMk cId="3087293968" sldId="990"/>
        </pc:sldMkLst>
        <pc:spChg chg="del mod">
          <ac:chgData name="欣捷 王" userId="b965477fa0aef5e6" providerId="LiveId" clId="{DDEBAF8B-00A9-4254-9480-257662CA3843}" dt="2024-05-15T13:56:09.835" v="6202" actId="478"/>
          <ac:spMkLst>
            <pc:docMk/>
            <pc:sldMk cId="3087293968" sldId="990"/>
            <ac:spMk id="3" creationId="{059954E9-D49C-FF33-D9C6-4A1D9B0F7461}"/>
          </ac:spMkLst>
        </pc:spChg>
        <pc:spChg chg="mod">
          <ac:chgData name="欣捷 王" userId="b965477fa0aef5e6" providerId="LiveId" clId="{DDEBAF8B-00A9-4254-9480-257662CA3843}" dt="2024-05-14T14:20:36.537" v="5592" actId="1076"/>
          <ac:spMkLst>
            <pc:docMk/>
            <pc:sldMk cId="3087293968" sldId="990"/>
            <ac:spMk id="5" creationId="{CC1BA59E-7F8C-044B-A4DB-75C924E024D0}"/>
          </ac:spMkLst>
        </pc:spChg>
        <pc:spChg chg="mod">
          <ac:chgData name="欣捷 王" userId="b965477fa0aef5e6" providerId="LiveId" clId="{DDEBAF8B-00A9-4254-9480-257662CA3843}" dt="2024-05-14T14:20:36.537" v="5592" actId="1076"/>
          <ac:spMkLst>
            <pc:docMk/>
            <pc:sldMk cId="3087293968" sldId="990"/>
            <ac:spMk id="6" creationId="{9B1B750E-9740-64DF-78E6-9208DBF78CEF}"/>
          </ac:spMkLst>
        </pc:spChg>
        <pc:spChg chg="mod">
          <ac:chgData name="欣捷 王" userId="b965477fa0aef5e6" providerId="LiveId" clId="{DDEBAF8B-00A9-4254-9480-257662CA3843}" dt="2024-05-14T14:20:36.537" v="5592" actId="1076"/>
          <ac:spMkLst>
            <pc:docMk/>
            <pc:sldMk cId="3087293968" sldId="990"/>
            <ac:spMk id="7" creationId="{C96972CD-0B76-18F0-403C-80DB1942BF3C}"/>
          </ac:spMkLst>
        </pc:spChg>
        <pc:spChg chg="mod">
          <ac:chgData name="欣捷 王" userId="b965477fa0aef5e6" providerId="LiveId" clId="{DDEBAF8B-00A9-4254-9480-257662CA3843}" dt="2024-05-14T14:20:36.537" v="5592" actId="1076"/>
          <ac:spMkLst>
            <pc:docMk/>
            <pc:sldMk cId="3087293968" sldId="990"/>
            <ac:spMk id="8" creationId="{77964D0D-96C0-E314-DB83-0CC1521E153F}"/>
          </ac:spMkLst>
        </pc:spChg>
        <pc:spChg chg="mod">
          <ac:chgData name="欣捷 王" userId="b965477fa0aef5e6" providerId="LiveId" clId="{DDEBAF8B-00A9-4254-9480-257662CA3843}" dt="2024-05-15T13:55:23.460" v="6192"/>
          <ac:spMkLst>
            <pc:docMk/>
            <pc:sldMk cId="3087293968" sldId="990"/>
            <ac:spMk id="11" creationId="{B61921A4-78A1-9269-DB55-AB4A065593F3}"/>
          </ac:spMkLst>
        </pc:spChg>
        <pc:spChg chg="mod">
          <ac:chgData name="欣捷 王" userId="b965477fa0aef5e6" providerId="LiveId" clId="{DDEBAF8B-00A9-4254-9480-257662CA3843}" dt="2024-05-15T13:55:23.460" v="6192"/>
          <ac:spMkLst>
            <pc:docMk/>
            <pc:sldMk cId="3087293968" sldId="990"/>
            <ac:spMk id="12" creationId="{66EB593B-3547-3487-30C6-53E858E45F2C}"/>
          </ac:spMkLst>
        </pc:spChg>
        <pc:spChg chg="mod">
          <ac:chgData name="欣捷 王" userId="b965477fa0aef5e6" providerId="LiveId" clId="{DDEBAF8B-00A9-4254-9480-257662CA3843}" dt="2024-05-14T14:20:36.537" v="5592" actId="1076"/>
          <ac:spMkLst>
            <pc:docMk/>
            <pc:sldMk cId="3087293968" sldId="990"/>
            <ac:spMk id="13" creationId="{F1ECB5B4-8965-792D-EE8C-A2D79843569E}"/>
          </ac:spMkLst>
        </pc:spChg>
        <pc:spChg chg="mod">
          <ac:chgData name="欣捷 王" userId="b965477fa0aef5e6" providerId="LiveId" clId="{DDEBAF8B-00A9-4254-9480-257662CA3843}" dt="2024-05-14T14:20:36.537" v="5592" actId="1076"/>
          <ac:spMkLst>
            <pc:docMk/>
            <pc:sldMk cId="3087293968" sldId="990"/>
            <ac:spMk id="14" creationId="{C408B6CA-8B8D-6CCD-3277-3ACA260F9E68}"/>
          </ac:spMkLst>
        </pc:spChg>
        <pc:spChg chg="mod">
          <ac:chgData name="欣捷 王" userId="b965477fa0aef5e6" providerId="LiveId" clId="{DDEBAF8B-00A9-4254-9480-257662CA3843}" dt="2024-05-15T13:55:23.460" v="6192"/>
          <ac:spMkLst>
            <pc:docMk/>
            <pc:sldMk cId="3087293968" sldId="990"/>
            <ac:spMk id="15" creationId="{7C5696EA-508F-19D7-18BD-B53DE3F2948E}"/>
          </ac:spMkLst>
        </pc:spChg>
        <pc:spChg chg="mod">
          <ac:chgData name="欣捷 王" userId="b965477fa0aef5e6" providerId="LiveId" clId="{DDEBAF8B-00A9-4254-9480-257662CA3843}" dt="2024-05-14T14:20:36.537" v="5592" actId="1076"/>
          <ac:spMkLst>
            <pc:docMk/>
            <pc:sldMk cId="3087293968" sldId="990"/>
            <ac:spMk id="16" creationId="{C961EB09-974E-E513-19A8-AFE1D2DC4F6B}"/>
          </ac:spMkLst>
        </pc:spChg>
        <pc:spChg chg="mod">
          <ac:chgData name="欣捷 王" userId="b965477fa0aef5e6" providerId="LiveId" clId="{DDEBAF8B-00A9-4254-9480-257662CA3843}" dt="2024-05-15T13:55:23.460" v="6192"/>
          <ac:spMkLst>
            <pc:docMk/>
            <pc:sldMk cId="3087293968" sldId="990"/>
            <ac:spMk id="17" creationId="{17D82ED4-3E44-2CD4-3C33-3D14AD25E8B2}"/>
          </ac:spMkLst>
        </pc:spChg>
        <pc:spChg chg="mod">
          <ac:chgData name="欣捷 王" userId="b965477fa0aef5e6" providerId="LiveId" clId="{DDEBAF8B-00A9-4254-9480-257662CA3843}" dt="2024-05-14T14:20:36.537" v="5592" actId="1076"/>
          <ac:spMkLst>
            <pc:docMk/>
            <pc:sldMk cId="3087293968" sldId="990"/>
            <ac:spMk id="18" creationId="{12A7FC42-2A2A-DBC4-7433-9310D5D2DF4E}"/>
          </ac:spMkLst>
        </pc:spChg>
        <pc:spChg chg="mod">
          <ac:chgData name="欣捷 王" userId="b965477fa0aef5e6" providerId="LiveId" clId="{DDEBAF8B-00A9-4254-9480-257662CA3843}" dt="2024-05-15T13:55:23.460" v="6192"/>
          <ac:spMkLst>
            <pc:docMk/>
            <pc:sldMk cId="3087293968" sldId="990"/>
            <ac:spMk id="19" creationId="{74F2A957-E3D4-FC30-17AF-6168BF00520B}"/>
          </ac:spMkLst>
        </pc:spChg>
        <pc:spChg chg="mod">
          <ac:chgData name="欣捷 王" userId="b965477fa0aef5e6" providerId="LiveId" clId="{DDEBAF8B-00A9-4254-9480-257662CA3843}" dt="2024-05-15T13:55:23.460" v="6192"/>
          <ac:spMkLst>
            <pc:docMk/>
            <pc:sldMk cId="3087293968" sldId="990"/>
            <ac:spMk id="20" creationId="{DC66746B-5516-373A-9BC3-9B1945574A29}"/>
          </ac:spMkLst>
        </pc:spChg>
        <pc:spChg chg="mod">
          <ac:chgData name="欣捷 王" userId="b965477fa0aef5e6" providerId="LiveId" clId="{DDEBAF8B-00A9-4254-9480-257662CA3843}" dt="2024-05-15T13:55:23.460" v="6192"/>
          <ac:spMkLst>
            <pc:docMk/>
            <pc:sldMk cId="3087293968" sldId="990"/>
            <ac:spMk id="21" creationId="{5A44A8E2-D83E-2BED-954B-617234F0A6AD}"/>
          </ac:spMkLst>
        </pc:spChg>
        <pc:spChg chg="mod">
          <ac:chgData name="欣捷 王" userId="b965477fa0aef5e6" providerId="LiveId" clId="{DDEBAF8B-00A9-4254-9480-257662CA3843}" dt="2024-05-15T13:55:23.460" v="6192"/>
          <ac:spMkLst>
            <pc:docMk/>
            <pc:sldMk cId="3087293968" sldId="990"/>
            <ac:spMk id="22" creationId="{E7B314A2-566E-6E15-AB9C-3187514636BA}"/>
          </ac:spMkLst>
        </pc:spChg>
        <pc:spChg chg="mod">
          <ac:chgData name="欣捷 王" userId="b965477fa0aef5e6" providerId="LiveId" clId="{DDEBAF8B-00A9-4254-9480-257662CA3843}" dt="2024-05-15T13:55:23.460" v="6192"/>
          <ac:spMkLst>
            <pc:docMk/>
            <pc:sldMk cId="3087293968" sldId="990"/>
            <ac:spMk id="23" creationId="{A223EB14-8C49-B331-9832-DCB2DA7873E9}"/>
          </ac:spMkLst>
        </pc:spChg>
        <pc:spChg chg="mod">
          <ac:chgData name="欣捷 王" userId="b965477fa0aef5e6" providerId="LiveId" clId="{DDEBAF8B-00A9-4254-9480-257662CA3843}" dt="2024-05-14T14:20:36.537" v="5592" actId="1076"/>
          <ac:spMkLst>
            <pc:docMk/>
            <pc:sldMk cId="3087293968" sldId="990"/>
            <ac:spMk id="24" creationId="{5FD04F7B-515F-A531-E5A5-F075BD30A7E2}"/>
          </ac:spMkLst>
        </pc:spChg>
        <pc:spChg chg="mod">
          <ac:chgData name="欣捷 王" userId="b965477fa0aef5e6" providerId="LiveId" clId="{DDEBAF8B-00A9-4254-9480-257662CA3843}" dt="2024-05-14T14:20:36.537" v="5592" actId="1076"/>
          <ac:spMkLst>
            <pc:docMk/>
            <pc:sldMk cId="3087293968" sldId="990"/>
            <ac:spMk id="25" creationId="{0D7174B6-4A5B-48EB-D8B3-FDD406E6CBA9}"/>
          </ac:spMkLst>
        </pc:spChg>
        <pc:spChg chg="mod">
          <ac:chgData name="欣捷 王" userId="b965477fa0aef5e6" providerId="LiveId" clId="{DDEBAF8B-00A9-4254-9480-257662CA3843}" dt="2024-05-14T14:20:36.537" v="5592" actId="1076"/>
          <ac:spMkLst>
            <pc:docMk/>
            <pc:sldMk cId="3087293968" sldId="990"/>
            <ac:spMk id="26" creationId="{572940C3-8E94-32F5-0DB2-1352365F9299}"/>
          </ac:spMkLst>
        </pc:spChg>
        <pc:spChg chg="mod">
          <ac:chgData name="欣捷 王" userId="b965477fa0aef5e6" providerId="LiveId" clId="{DDEBAF8B-00A9-4254-9480-257662CA3843}" dt="2024-05-15T13:55:23.460" v="6192"/>
          <ac:spMkLst>
            <pc:docMk/>
            <pc:sldMk cId="3087293968" sldId="990"/>
            <ac:spMk id="27" creationId="{F873C792-0C5C-05A3-AD12-61A766EEDC74}"/>
          </ac:spMkLst>
        </pc:spChg>
        <pc:spChg chg="mod">
          <ac:chgData name="欣捷 王" userId="b965477fa0aef5e6" providerId="LiveId" clId="{DDEBAF8B-00A9-4254-9480-257662CA3843}" dt="2024-05-15T13:55:23.460" v="6192"/>
          <ac:spMkLst>
            <pc:docMk/>
            <pc:sldMk cId="3087293968" sldId="990"/>
            <ac:spMk id="28" creationId="{0CA4469F-DDA3-EA12-4D82-EB27EEAF1053}"/>
          </ac:spMkLst>
        </pc:spChg>
        <pc:spChg chg="mod">
          <ac:chgData name="欣捷 王" userId="b965477fa0aef5e6" providerId="LiveId" clId="{DDEBAF8B-00A9-4254-9480-257662CA3843}" dt="2024-05-15T13:55:23.460" v="6192"/>
          <ac:spMkLst>
            <pc:docMk/>
            <pc:sldMk cId="3087293968" sldId="990"/>
            <ac:spMk id="29" creationId="{C178C303-D2AF-83C4-A428-65D29286B705}"/>
          </ac:spMkLst>
        </pc:spChg>
        <pc:spChg chg="mod">
          <ac:chgData name="欣捷 王" userId="b965477fa0aef5e6" providerId="LiveId" clId="{DDEBAF8B-00A9-4254-9480-257662CA3843}" dt="2024-05-15T13:55:23.460" v="6192"/>
          <ac:spMkLst>
            <pc:docMk/>
            <pc:sldMk cId="3087293968" sldId="990"/>
            <ac:spMk id="30" creationId="{F52AE713-9257-5516-3B7D-E37BC6F4FDA1}"/>
          </ac:spMkLst>
        </pc:spChg>
        <pc:spChg chg="mod">
          <ac:chgData name="欣捷 王" userId="b965477fa0aef5e6" providerId="LiveId" clId="{DDEBAF8B-00A9-4254-9480-257662CA3843}" dt="2024-05-15T13:55:23.460" v="6192"/>
          <ac:spMkLst>
            <pc:docMk/>
            <pc:sldMk cId="3087293968" sldId="990"/>
            <ac:spMk id="31" creationId="{A7DEF84E-F8EF-FE83-D8FD-370D742D2A49}"/>
          </ac:spMkLst>
        </pc:spChg>
        <pc:spChg chg="mod">
          <ac:chgData name="欣捷 王" userId="b965477fa0aef5e6" providerId="LiveId" clId="{DDEBAF8B-00A9-4254-9480-257662CA3843}" dt="2024-05-15T13:55:23.460" v="6192"/>
          <ac:spMkLst>
            <pc:docMk/>
            <pc:sldMk cId="3087293968" sldId="990"/>
            <ac:spMk id="32" creationId="{E24FE521-9CF1-D9B3-E012-5B51B1E742FA}"/>
          </ac:spMkLst>
        </pc:spChg>
        <pc:spChg chg="mod">
          <ac:chgData name="欣捷 王" userId="b965477fa0aef5e6" providerId="LiveId" clId="{DDEBAF8B-00A9-4254-9480-257662CA3843}" dt="2024-05-14T14:20:36.537" v="5592" actId="1076"/>
          <ac:spMkLst>
            <pc:docMk/>
            <pc:sldMk cId="3087293968" sldId="990"/>
            <ac:spMk id="33" creationId="{78DAA691-B06A-8242-81D3-5921AA8EC0AB}"/>
          </ac:spMkLst>
        </pc:spChg>
        <pc:spChg chg="mod">
          <ac:chgData name="欣捷 王" userId="b965477fa0aef5e6" providerId="LiveId" clId="{DDEBAF8B-00A9-4254-9480-257662CA3843}" dt="2024-05-14T14:20:36.537" v="5592" actId="1076"/>
          <ac:spMkLst>
            <pc:docMk/>
            <pc:sldMk cId="3087293968" sldId="990"/>
            <ac:spMk id="34" creationId="{BB457848-6C3F-F764-ED8D-56A6A577F673}"/>
          </ac:spMkLst>
        </pc:spChg>
        <pc:spChg chg="mod">
          <ac:chgData name="欣捷 王" userId="b965477fa0aef5e6" providerId="LiveId" clId="{DDEBAF8B-00A9-4254-9480-257662CA3843}" dt="2024-05-14T14:20:36.537" v="5592" actId="1076"/>
          <ac:spMkLst>
            <pc:docMk/>
            <pc:sldMk cId="3087293968" sldId="990"/>
            <ac:spMk id="35" creationId="{0F2EE99F-9145-E315-934B-A75AED5F0AF2}"/>
          </ac:spMkLst>
        </pc:spChg>
        <pc:spChg chg="mod">
          <ac:chgData name="欣捷 王" userId="b965477fa0aef5e6" providerId="LiveId" clId="{DDEBAF8B-00A9-4254-9480-257662CA3843}" dt="2024-05-14T14:20:36.537" v="5592" actId="1076"/>
          <ac:spMkLst>
            <pc:docMk/>
            <pc:sldMk cId="3087293968" sldId="990"/>
            <ac:spMk id="36" creationId="{1DAA12B3-7327-23E0-F8B6-69BEE6DEA496}"/>
          </ac:spMkLst>
        </pc:spChg>
        <pc:spChg chg="mod">
          <ac:chgData name="欣捷 王" userId="b965477fa0aef5e6" providerId="LiveId" clId="{DDEBAF8B-00A9-4254-9480-257662CA3843}" dt="2024-05-14T14:20:36.537" v="5592" actId="1076"/>
          <ac:spMkLst>
            <pc:docMk/>
            <pc:sldMk cId="3087293968" sldId="990"/>
            <ac:spMk id="37" creationId="{4652065B-A23C-5C35-1F73-4413BBC08125}"/>
          </ac:spMkLst>
        </pc:spChg>
        <pc:spChg chg="mod">
          <ac:chgData name="欣捷 王" userId="b965477fa0aef5e6" providerId="LiveId" clId="{DDEBAF8B-00A9-4254-9480-257662CA3843}" dt="2024-05-14T14:20:36.537" v="5592" actId="1076"/>
          <ac:spMkLst>
            <pc:docMk/>
            <pc:sldMk cId="3087293968" sldId="990"/>
            <ac:spMk id="38" creationId="{F7DCDB02-9F43-6462-1B4C-4F441664FD29}"/>
          </ac:spMkLst>
        </pc:spChg>
        <pc:spChg chg="mod">
          <ac:chgData name="欣捷 王" userId="b965477fa0aef5e6" providerId="LiveId" clId="{DDEBAF8B-00A9-4254-9480-257662CA3843}" dt="2024-05-15T13:55:23.460" v="6192"/>
          <ac:spMkLst>
            <pc:docMk/>
            <pc:sldMk cId="3087293968" sldId="990"/>
            <ac:spMk id="39" creationId="{CF5D747D-F724-9828-8EE7-B16E039A915D}"/>
          </ac:spMkLst>
        </pc:spChg>
        <pc:spChg chg="mod">
          <ac:chgData name="欣捷 王" userId="b965477fa0aef5e6" providerId="LiveId" clId="{DDEBAF8B-00A9-4254-9480-257662CA3843}" dt="2024-05-14T14:20:36.537" v="5592" actId="1076"/>
          <ac:spMkLst>
            <pc:docMk/>
            <pc:sldMk cId="3087293968" sldId="990"/>
            <ac:spMk id="40" creationId="{E86972F4-62F7-4A3A-207C-922555D0A9CB}"/>
          </ac:spMkLst>
        </pc:spChg>
        <pc:spChg chg="mod">
          <ac:chgData name="欣捷 王" userId="b965477fa0aef5e6" providerId="LiveId" clId="{DDEBAF8B-00A9-4254-9480-257662CA3843}" dt="2024-05-14T14:20:36.537" v="5592" actId="1076"/>
          <ac:spMkLst>
            <pc:docMk/>
            <pc:sldMk cId="3087293968" sldId="990"/>
            <ac:spMk id="41" creationId="{58F13EAC-CC25-69C4-D754-85385F5278C8}"/>
          </ac:spMkLst>
        </pc:spChg>
        <pc:spChg chg="mod">
          <ac:chgData name="欣捷 王" userId="b965477fa0aef5e6" providerId="LiveId" clId="{DDEBAF8B-00A9-4254-9480-257662CA3843}" dt="2024-05-14T14:20:36.537" v="5592" actId="1076"/>
          <ac:spMkLst>
            <pc:docMk/>
            <pc:sldMk cId="3087293968" sldId="990"/>
            <ac:spMk id="42" creationId="{0777A72A-E2F8-13DA-CFA5-4A27E675D103}"/>
          </ac:spMkLst>
        </pc:spChg>
        <pc:spChg chg="mod">
          <ac:chgData name="欣捷 王" userId="b965477fa0aef5e6" providerId="LiveId" clId="{DDEBAF8B-00A9-4254-9480-257662CA3843}" dt="2024-05-14T14:20:36.537" v="5592" actId="1076"/>
          <ac:spMkLst>
            <pc:docMk/>
            <pc:sldMk cId="3087293968" sldId="990"/>
            <ac:spMk id="43" creationId="{7FE8E19B-59FF-7BD3-5DF4-DAA5532B2C97}"/>
          </ac:spMkLst>
        </pc:spChg>
        <pc:spChg chg="mod">
          <ac:chgData name="欣捷 王" userId="b965477fa0aef5e6" providerId="LiveId" clId="{DDEBAF8B-00A9-4254-9480-257662CA3843}" dt="2024-05-14T14:20:36.537" v="5592" actId="1076"/>
          <ac:spMkLst>
            <pc:docMk/>
            <pc:sldMk cId="3087293968" sldId="990"/>
            <ac:spMk id="44" creationId="{5B6583F6-25DA-E1B1-A5A3-20336AB8839F}"/>
          </ac:spMkLst>
        </pc:spChg>
        <pc:spChg chg="mod">
          <ac:chgData name="欣捷 王" userId="b965477fa0aef5e6" providerId="LiveId" clId="{DDEBAF8B-00A9-4254-9480-257662CA3843}" dt="2024-05-15T13:55:23.460" v="6192"/>
          <ac:spMkLst>
            <pc:docMk/>
            <pc:sldMk cId="3087293968" sldId="990"/>
            <ac:spMk id="45" creationId="{54955320-F305-3EA3-F335-FE28BD667087}"/>
          </ac:spMkLst>
        </pc:spChg>
        <pc:spChg chg="mod">
          <ac:chgData name="欣捷 王" userId="b965477fa0aef5e6" providerId="LiveId" clId="{DDEBAF8B-00A9-4254-9480-257662CA3843}" dt="2024-05-14T14:20:36.537" v="5592" actId="1076"/>
          <ac:spMkLst>
            <pc:docMk/>
            <pc:sldMk cId="3087293968" sldId="990"/>
            <ac:spMk id="46" creationId="{50757C98-ED4C-6A95-5EF7-93EC14F98551}"/>
          </ac:spMkLst>
        </pc:spChg>
        <pc:spChg chg="mod">
          <ac:chgData name="欣捷 王" userId="b965477fa0aef5e6" providerId="LiveId" clId="{DDEBAF8B-00A9-4254-9480-257662CA3843}" dt="2024-05-14T14:20:36.537" v="5592" actId="1076"/>
          <ac:spMkLst>
            <pc:docMk/>
            <pc:sldMk cId="3087293968" sldId="990"/>
            <ac:spMk id="47" creationId="{97CB06F5-AC8A-A28E-E879-5E1BFCD57749}"/>
          </ac:spMkLst>
        </pc:spChg>
        <pc:spChg chg="mod">
          <ac:chgData name="欣捷 王" userId="b965477fa0aef5e6" providerId="LiveId" clId="{DDEBAF8B-00A9-4254-9480-257662CA3843}" dt="2024-05-14T14:20:36.537" v="5592" actId="1076"/>
          <ac:spMkLst>
            <pc:docMk/>
            <pc:sldMk cId="3087293968" sldId="990"/>
            <ac:spMk id="48" creationId="{02CFD3D4-D4CB-D4A6-B94F-A2B6BBFFF137}"/>
          </ac:spMkLst>
        </pc:spChg>
        <pc:spChg chg="mod">
          <ac:chgData name="欣捷 王" userId="b965477fa0aef5e6" providerId="LiveId" clId="{DDEBAF8B-00A9-4254-9480-257662CA3843}" dt="2024-05-14T14:20:36.537" v="5592" actId="1076"/>
          <ac:spMkLst>
            <pc:docMk/>
            <pc:sldMk cId="3087293968" sldId="990"/>
            <ac:spMk id="49" creationId="{AA1D62A1-929A-3384-BD5D-95F789BB41D3}"/>
          </ac:spMkLst>
        </pc:spChg>
        <pc:spChg chg="mod">
          <ac:chgData name="欣捷 王" userId="b965477fa0aef5e6" providerId="LiveId" clId="{DDEBAF8B-00A9-4254-9480-257662CA3843}" dt="2024-05-14T14:20:36.537" v="5592" actId="1076"/>
          <ac:spMkLst>
            <pc:docMk/>
            <pc:sldMk cId="3087293968" sldId="990"/>
            <ac:spMk id="50" creationId="{28ADD2B6-0686-5C93-3FBF-65076800AAA6}"/>
          </ac:spMkLst>
        </pc:spChg>
        <pc:spChg chg="mod">
          <ac:chgData name="欣捷 王" userId="b965477fa0aef5e6" providerId="LiveId" clId="{DDEBAF8B-00A9-4254-9480-257662CA3843}" dt="2024-05-14T14:20:36.537" v="5592" actId="1076"/>
          <ac:spMkLst>
            <pc:docMk/>
            <pc:sldMk cId="3087293968" sldId="990"/>
            <ac:spMk id="51" creationId="{C23C64AD-98AE-49C2-7CD8-0A3DC2E0AD17}"/>
          </ac:spMkLst>
        </pc:spChg>
        <pc:spChg chg="mod">
          <ac:chgData name="欣捷 王" userId="b965477fa0aef5e6" providerId="LiveId" clId="{DDEBAF8B-00A9-4254-9480-257662CA3843}" dt="2024-05-14T14:20:36.537" v="5592" actId="1076"/>
          <ac:spMkLst>
            <pc:docMk/>
            <pc:sldMk cId="3087293968" sldId="990"/>
            <ac:spMk id="52" creationId="{0E3E516E-3461-157A-7533-5B14753AEF96}"/>
          </ac:spMkLst>
        </pc:spChg>
        <pc:spChg chg="mod">
          <ac:chgData name="欣捷 王" userId="b965477fa0aef5e6" providerId="LiveId" clId="{DDEBAF8B-00A9-4254-9480-257662CA3843}" dt="2024-05-14T14:20:36.537" v="5592" actId="1076"/>
          <ac:spMkLst>
            <pc:docMk/>
            <pc:sldMk cId="3087293968" sldId="990"/>
            <ac:spMk id="53" creationId="{53D61814-57E6-E8A2-B748-C1C599E67F70}"/>
          </ac:spMkLst>
        </pc:spChg>
        <pc:spChg chg="mod">
          <ac:chgData name="欣捷 王" userId="b965477fa0aef5e6" providerId="LiveId" clId="{DDEBAF8B-00A9-4254-9480-257662CA3843}" dt="2024-05-14T14:20:36.537" v="5592" actId="1076"/>
          <ac:spMkLst>
            <pc:docMk/>
            <pc:sldMk cId="3087293968" sldId="990"/>
            <ac:spMk id="54" creationId="{86C54BF8-220C-BDD6-726F-17A4CFB9A938}"/>
          </ac:spMkLst>
        </pc:spChg>
        <pc:spChg chg="mod">
          <ac:chgData name="欣捷 王" userId="b965477fa0aef5e6" providerId="LiveId" clId="{DDEBAF8B-00A9-4254-9480-257662CA3843}" dt="2024-05-14T14:20:36.537" v="5592" actId="1076"/>
          <ac:spMkLst>
            <pc:docMk/>
            <pc:sldMk cId="3087293968" sldId="990"/>
            <ac:spMk id="55" creationId="{92608BA7-F1F9-C808-CC8C-43DB077626D2}"/>
          </ac:spMkLst>
        </pc:spChg>
        <pc:spChg chg="mod">
          <ac:chgData name="欣捷 王" userId="b965477fa0aef5e6" providerId="LiveId" clId="{DDEBAF8B-00A9-4254-9480-257662CA3843}" dt="2024-05-14T14:20:36.537" v="5592" actId="1076"/>
          <ac:spMkLst>
            <pc:docMk/>
            <pc:sldMk cId="3087293968" sldId="990"/>
            <ac:spMk id="56" creationId="{953BD277-9EDD-FFCA-9B57-8A7FA2EC188D}"/>
          </ac:spMkLst>
        </pc:spChg>
        <pc:spChg chg="mod">
          <ac:chgData name="欣捷 王" userId="b965477fa0aef5e6" providerId="LiveId" clId="{DDEBAF8B-00A9-4254-9480-257662CA3843}" dt="2024-05-14T14:20:36.537" v="5592" actId="1076"/>
          <ac:spMkLst>
            <pc:docMk/>
            <pc:sldMk cId="3087293968" sldId="990"/>
            <ac:spMk id="57" creationId="{7D2492A0-F995-26EE-F6B4-1B637CC53B23}"/>
          </ac:spMkLst>
        </pc:spChg>
        <pc:spChg chg="mod">
          <ac:chgData name="欣捷 王" userId="b965477fa0aef5e6" providerId="LiveId" clId="{DDEBAF8B-00A9-4254-9480-257662CA3843}" dt="2024-05-14T14:20:36.537" v="5592" actId="1076"/>
          <ac:spMkLst>
            <pc:docMk/>
            <pc:sldMk cId="3087293968" sldId="990"/>
            <ac:spMk id="58" creationId="{15971D94-F80F-4DE0-39E3-7BCA9E3C5D33}"/>
          </ac:spMkLst>
        </pc:spChg>
        <pc:spChg chg="mod">
          <ac:chgData name="欣捷 王" userId="b965477fa0aef5e6" providerId="LiveId" clId="{DDEBAF8B-00A9-4254-9480-257662CA3843}" dt="2024-05-15T13:55:23.460" v="6192"/>
          <ac:spMkLst>
            <pc:docMk/>
            <pc:sldMk cId="3087293968" sldId="990"/>
            <ac:spMk id="59" creationId="{F2992505-079D-2ECB-AB59-0BD0D4A9C3E3}"/>
          </ac:spMkLst>
        </pc:spChg>
        <pc:spChg chg="add mod">
          <ac:chgData name="欣捷 王" userId="b965477fa0aef5e6" providerId="LiveId" clId="{DDEBAF8B-00A9-4254-9480-257662CA3843}" dt="2024-05-15T13:57:25.122" v="6222" actId="164"/>
          <ac:spMkLst>
            <pc:docMk/>
            <pc:sldMk cId="3087293968" sldId="990"/>
            <ac:spMk id="61" creationId="{9D68BE6D-EE12-B4E3-597F-26B11CF7846F}"/>
          </ac:spMkLst>
        </pc:spChg>
        <pc:spChg chg="mod">
          <ac:chgData name="欣捷 王" userId="b965477fa0aef5e6" providerId="LiveId" clId="{DDEBAF8B-00A9-4254-9480-257662CA3843}" dt="2024-05-14T14:20:36.537" v="5592" actId="1076"/>
          <ac:spMkLst>
            <pc:docMk/>
            <pc:sldMk cId="3087293968" sldId="990"/>
            <ac:spMk id="62" creationId="{CCB2AA0F-B655-5588-06E5-20D586CA6101}"/>
          </ac:spMkLst>
        </pc:spChg>
        <pc:spChg chg="mod">
          <ac:chgData name="欣捷 王" userId="b965477fa0aef5e6" providerId="LiveId" clId="{DDEBAF8B-00A9-4254-9480-257662CA3843}" dt="2024-05-14T14:20:36.537" v="5592" actId="1076"/>
          <ac:spMkLst>
            <pc:docMk/>
            <pc:sldMk cId="3087293968" sldId="990"/>
            <ac:spMk id="63" creationId="{B2DD6E9D-3F16-7147-3DDE-4B1DE7B96791}"/>
          </ac:spMkLst>
        </pc:spChg>
        <pc:spChg chg="mod">
          <ac:chgData name="欣捷 王" userId="b965477fa0aef5e6" providerId="LiveId" clId="{DDEBAF8B-00A9-4254-9480-257662CA3843}" dt="2024-05-14T14:20:36.537" v="5592" actId="1076"/>
          <ac:spMkLst>
            <pc:docMk/>
            <pc:sldMk cId="3087293968" sldId="990"/>
            <ac:spMk id="18432" creationId="{DD812D7B-117B-B9A9-34AE-9A458348CFDE}"/>
          </ac:spMkLst>
        </pc:spChg>
        <pc:spChg chg="mod">
          <ac:chgData name="欣捷 王" userId="b965477fa0aef5e6" providerId="LiveId" clId="{DDEBAF8B-00A9-4254-9480-257662CA3843}" dt="2024-05-14T14:20:36.537" v="5592" actId="1076"/>
          <ac:spMkLst>
            <pc:docMk/>
            <pc:sldMk cId="3087293968" sldId="990"/>
            <ac:spMk id="18433" creationId="{F9D77572-0FAA-1827-9842-49B2BD6B102F}"/>
          </ac:spMkLst>
        </pc:spChg>
        <pc:spChg chg="mod">
          <ac:chgData name="欣捷 王" userId="b965477fa0aef5e6" providerId="LiveId" clId="{DDEBAF8B-00A9-4254-9480-257662CA3843}" dt="2024-05-14T14:29:01.320" v="5602" actId="15"/>
          <ac:spMkLst>
            <pc:docMk/>
            <pc:sldMk cId="3087293968" sldId="990"/>
            <ac:spMk id="18435" creationId="{F5EF257D-63BA-45DD-A12B-565D32A3724B}"/>
          </ac:spMkLst>
        </pc:spChg>
        <pc:grpChg chg="add mod ord">
          <ac:chgData name="欣捷 王" userId="b965477fa0aef5e6" providerId="LiveId" clId="{DDEBAF8B-00A9-4254-9480-257662CA3843}" dt="2024-05-15T13:57:25.122" v="6222" actId="164"/>
          <ac:grpSpMkLst>
            <pc:docMk/>
            <pc:sldMk cId="3087293968" sldId="990"/>
            <ac:grpSpMk id="10" creationId="{CB27CFA5-9850-3545-0F59-633EF09C2B02}"/>
          </ac:grpSpMkLst>
        </pc:grpChg>
        <pc:grpChg chg="mod">
          <ac:chgData name="欣捷 王" userId="b965477fa0aef5e6" providerId="LiveId" clId="{DDEBAF8B-00A9-4254-9480-257662CA3843}" dt="2024-05-14T14:20:36.537" v="5592" actId="1076"/>
          <ac:grpSpMkLst>
            <pc:docMk/>
            <pc:sldMk cId="3087293968" sldId="990"/>
            <ac:grpSpMk id="18436" creationId="{4FB2B864-5F67-0A5C-3D6C-016D556F52F2}"/>
          </ac:grpSpMkLst>
        </pc:grpChg>
        <pc:grpChg chg="add mod">
          <ac:chgData name="欣捷 王" userId="b965477fa0aef5e6" providerId="LiveId" clId="{DDEBAF8B-00A9-4254-9480-257662CA3843}" dt="2024-05-15T13:57:25.122" v="6222" actId="164"/>
          <ac:grpSpMkLst>
            <pc:docMk/>
            <pc:sldMk cId="3087293968" sldId="990"/>
            <ac:grpSpMk id="18437" creationId="{1E46D4D1-DBD3-4DFC-4883-E7D2E2AC3CE3}"/>
          </ac:grpSpMkLst>
        </pc:grpChg>
      </pc:sldChg>
      <pc:sldChg chg="addSp delSp modSp del mod modAnim">
        <pc:chgData name="欣捷 王" userId="b965477fa0aef5e6" providerId="LiveId" clId="{DDEBAF8B-00A9-4254-9480-257662CA3843}" dt="2024-05-22T15:02:11.756" v="8083" actId="47"/>
        <pc:sldMkLst>
          <pc:docMk/>
          <pc:sldMk cId="1106337047" sldId="991"/>
        </pc:sldMkLst>
        <pc:spChg chg="add mod">
          <ac:chgData name="欣捷 王" userId="b965477fa0aef5e6" providerId="LiveId" clId="{DDEBAF8B-00A9-4254-9480-257662CA3843}" dt="2024-05-15T14:54:58.327" v="7989" actId="1076"/>
          <ac:spMkLst>
            <pc:docMk/>
            <pc:sldMk cId="1106337047" sldId="991"/>
            <ac:spMk id="8" creationId="{27506C3E-4B62-CE09-BE7B-42CF4B72CCC6}"/>
          </ac:spMkLst>
        </pc:spChg>
        <pc:spChg chg="add mod">
          <ac:chgData name="欣捷 王" userId="b965477fa0aef5e6" providerId="LiveId" clId="{DDEBAF8B-00A9-4254-9480-257662CA3843}" dt="2024-05-15T14:52:52.453" v="7913" actId="207"/>
          <ac:spMkLst>
            <pc:docMk/>
            <pc:sldMk cId="1106337047" sldId="991"/>
            <ac:spMk id="10" creationId="{276114F5-884E-D0BE-8A3D-79A2D7A79DF0}"/>
          </ac:spMkLst>
        </pc:spChg>
        <pc:spChg chg="add del">
          <ac:chgData name="欣捷 王" userId="b965477fa0aef5e6" providerId="LiveId" clId="{DDEBAF8B-00A9-4254-9480-257662CA3843}" dt="2024-05-15T14:54:43.126" v="7984" actId="22"/>
          <ac:spMkLst>
            <pc:docMk/>
            <pc:sldMk cId="1106337047" sldId="991"/>
            <ac:spMk id="12" creationId="{048FD9D6-67A0-3723-EBC2-553DF7B47076}"/>
          </ac:spMkLst>
        </pc:spChg>
        <pc:graphicFrameChg chg="mod modGraphic">
          <ac:chgData name="欣捷 王" userId="b965477fa0aef5e6" providerId="LiveId" clId="{DDEBAF8B-00A9-4254-9480-257662CA3843}" dt="2024-05-15T14:54:46.543" v="7986"/>
          <ac:graphicFrameMkLst>
            <pc:docMk/>
            <pc:sldMk cId="1106337047" sldId="991"/>
            <ac:graphicFrameMk id="6" creationId="{C589E5F8-C770-B70F-9F89-A134B190365B}"/>
          </ac:graphicFrameMkLst>
        </pc:graphicFrameChg>
      </pc:sldChg>
      <pc:sldChg chg="addSp delSp modSp new del mod ord modClrScheme modAnim chgLayout">
        <pc:chgData name="欣捷 王" userId="b965477fa0aef5e6" providerId="LiveId" clId="{DDEBAF8B-00A9-4254-9480-257662CA3843}" dt="2024-05-14T03:15:04.021" v="1808" actId="47"/>
        <pc:sldMkLst>
          <pc:docMk/>
          <pc:sldMk cId="3079262745" sldId="992"/>
        </pc:sldMkLst>
        <pc:spChg chg="mod ord">
          <ac:chgData name="欣捷 王" userId="b965477fa0aef5e6" providerId="LiveId" clId="{DDEBAF8B-00A9-4254-9480-257662CA3843}" dt="2024-05-06T12:03:00.395" v="1310" actId="1076"/>
          <ac:spMkLst>
            <pc:docMk/>
            <pc:sldMk cId="3079262745" sldId="992"/>
            <ac:spMk id="2" creationId="{2E8A99B5-82C0-4E09-69F0-DAAC2E812785}"/>
          </ac:spMkLst>
        </pc:spChg>
        <pc:spChg chg="del">
          <ac:chgData name="欣捷 王" userId="b965477fa0aef5e6" providerId="LiveId" clId="{DDEBAF8B-00A9-4254-9480-257662CA3843}" dt="2024-05-06T11:18:47.096" v="1241" actId="700"/>
          <ac:spMkLst>
            <pc:docMk/>
            <pc:sldMk cId="3079262745" sldId="992"/>
            <ac:spMk id="3" creationId="{4BABE2DD-442A-96A2-F46C-D425E5F797EE}"/>
          </ac:spMkLst>
        </pc:spChg>
        <pc:spChg chg="mod ord">
          <ac:chgData name="欣捷 王" userId="b965477fa0aef5e6" providerId="LiveId" clId="{DDEBAF8B-00A9-4254-9480-257662CA3843}" dt="2024-05-06T11:18:47.096" v="1241" actId="700"/>
          <ac:spMkLst>
            <pc:docMk/>
            <pc:sldMk cId="3079262745" sldId="992"/>
            <ac:spMk id="4" creationId="{8DF3EBF1-224B-6153-D5C9-0EB5CD177030}"/>
          </ac:spMkLst>
        </pc:spChg>
        <pc:spChg chg="mod ord">
          <ac:chgData name="欣捷 王" userId="b965477fa0aef5e6" providerId="LiveId" clId="{DDEBAF8B-00A9-4254-9480-257662CA3843}" dt="2024-05-06T11:18:47.096" v="1241" actId="700"/>
          <ac:spMkLst>
            <pc:docMk/>
            <pc:sldMk cId="3079262745" sldId="992"/>
            <ac:spMk id="5" creationId="{673E78B7-42B4-091B-D83B-B40E81AED4DC}"/>
          </ac:spMkLst>
        </pc:spChg>
        <pc:spChg chg="mod ord">
          <ac:chgData name="欣捷 王" userId="b965477fa0aef5e6" providerId="LiveId" clId="{DDEBAF8B-00A9-4254-9480-257662CA3843}" dt="2024-05-06T11:18:47.096" v="1241" actId="700"/>
          <ac:spMkLst>
            <pc:docMk/>
            <pc:sldMk cId="3079262745" sldId="992"/>
            <ac:spMk id="6" creationId="{545CDFA0-2727-2736-8272-48A615A57D4E}"/>
          </ac:spMkLst>
        </pc:spChg>
        <pc:spChg chg="mod">
          <ac:chgData name="欣捷 王" userId="b965477fa0aef5e6" providerId="LiveId" clId="{DDEBAF8B-00A9-4254-9480-257662CA3843}" dt="2024-05-06T10:34:10.401" v="1233"/>
          <ac:spMkLst>
            <pc:docMk/>
            <pc:sldMk cId="3079262745" sldId="992"/>
            <ac:spMk id="8" creationId="{698346F3-4157-C293-A170-7E6661DC388B}"/>
          </ac:spMkLst>
        </pc:spChg>
        <pc:spChg chg="mod">
          <ac:chgData name="欣捷 王" userId="b965477fa0aef5e6" providerId="LiveId" clId="{DDEBAF8B-00A9-4254-9480-257662CA3843}" dt="2024-05-14T02:42:09.278" v="1348"/>
          <ac:spMkLst>
            <pc:docMk/>
            <pc:sldMk cId="3079262745" sldId="992"/>
            <ac:spMk id="8" creationId="{C299F2FF-908F-4F30-6415-E2B3E97A1372}"/>
          </ac:spMkLst>
        </pc:spChg>
        <pc:spChg chg="mod">
          <ac:chgData name="欣捷 王" userId="b965477fa0aef5e6" providerId="LiveId" clId="{DDEBAF8B-00A9-4254-9480-257662CA3843}" dt="2024-05-06T10:34:10.401" v="1233"/>
          <ac:spMkLst>
            <pc:docMk/>
            <pc:sldMk cId="3079262745" sldId="992"/>
            <ac:spMk id="9" creationId="{65F0DB82-7DB1-6260-5F2A-0E5A8656F91E}"/>
          </ac:spMkLst>
        </pc:spChg>
        <pc:spChg chg="mod">
          <ac:chgData name="欣捷 王" userId="b965477fa0aef5e6" providerId="LiveId" clId="{DDEBAF8B-00A9-4254-9480-257662CA3843}" dt="2024-05-14T02:42:01.841" v="1342"/>
          <ac:spMkLst>
            <pc:docMk/>
            <pc:sldMk cId="3079262745" sldId="992"/>
            <ac:spMk id="9" creationId="{81E1D072-5338-65ED-E457-B7DE88F22225}"/>
          </ac:spMkLst>
        </pc:spChg>
        <pc:spChg chg="mod">
          <ac:chgData name="欣捷 王" userId="b965477fa0aef5e6" providerId="LiveId" clId="{DDEBAF8B-00A9-4254-9480-257662CA3843}" dt="2024-05-14T02:49:51.889" v="1475" actId="20577"/>
          <ac:spMkLst>
            <pc:docMk/>
            <pc:sldMk cId="3079262745" sldId="992"/>
            <ac:spMk id="10" creationId="{510E1FEC-8BE8-FDB2-620F-0ECF2EAA2335}"/>
          </ac:spMkLst>
        </pc:spChg>
        <pc:spChg chg="mod">
          <ac:chgData name="欣捷 王" userId="b965477fa0aef5e6" providerId="LiveId" clId="{DDEBAF8B-00A9-4254-9480-257662CA3843}" dt="2024-05-06T10:34:10.401" v="1233"/>
          <ac:spMkLst>
            <pc:docMk/>
            <pc:sldMk cId="3079262745" sldId="992"/>
            <ac:spMk id="11" creationId="{36E9E622-8DD9-690C-8594-99F3E36159C5}"/>
          </ac:spMkLst>
        </pc:spChg>
        <pc:spChg chg="del mod topLvl">
          <ac:chgData name="欣捷 王" userId="b965477fa0aef5e6" providerId="LiveId" clId="{DDEBAF8B-00A9-4254-9480-257662CA3843}" dt="2024-05-14T02:52:43.116" v="1521" actId="478"/>
          <ac:spMkLst>
            <pc:docMk/>
            <pc:sldMk cId="3079262745" sldId="992"/>
            <ac:spMk id="13" creationId="{130DF226-3788-038E-7FD1-5564932AC937}"/>
          </ac:spMkLst>
        </pc:spChg>
        <pc:spChg chg="mod">
          <ac:chgData name="欣捷 王" userId="b965477fa0aef5e6" providerId="LiveId" clId="{DDEBAF8B-00A9-4254-9480-257662CA3843}" dt="2024-05-06T10:34:10.401" v="1233"/>
          <ac:spMkLst>
            <pc:docMk/>
            <pc:sldMk cId="3079262745" sldId="992"/>
            <ac:spMk id="13" creationId="{DECF5FC2-6663-E49C-4E1C-33C2168DCA26}"/>
          </ac:spMkLst>
        </pc:spChg>
        <pc:spChg chg="del mod topLvl">
          <ac:chgData name="欣捷 王" userId="b965477fa0aef5e6" providerId="LiveId" clId="{DDEBAF8B-00A9-4254-9480-257662CA3843}" dt="2024-05-14T02:52:43.116" v="1521" actId="478"/>
          <ac:spMkLst>
            <pc:docMk/>
            <pc:sldMk cId="3079262745" sldId="992"/>
            <ac:spMk id="14" creationId="{BDE0A063-F70C-8DBC-853D-B439C0F2BA68}"/>
          </ac:spMkLst>
        </pc:spChg>
        <pc:spChg chg="mod">
          <ac:chgData name="欣捷 王" userId="b965477fa0aef5e6" providerId="LiveId" clId="{DDEBAF8B-00A9-4254-9480-257662CA3843}" dt="2024-05-06T10:34:10.401" v="1233"/>
          <ac:spMkLst>
            <pc:docMk/>
            <pc:sldMk cId="3079262745" sldId="992"/>
            <ac:spMk id="15" creationId="{A46E85F5-E9EE-16A2-FEB4-85F04A04B058}"/>
          </ac:spMkLst>
        </pc:spChg>
        <pc:spChg chg="del mod topLvl">
          <ac:chgData name="欣捷 王" userId="b965477fa0aef5e6" providerId="LiveId" clId="{DDEBAF8B-00A9-4254-9480-257662CA3843}" dt="2024-05-14T02:52:43.116" v="1521" actId="478"/>
          <ac:spMkLst>
            <pc:docMk/>
            <pc:sldMk cId="3079262745" sldId="992"/>
            <ac:spMk id="15" creationId="{D02F8A57-8FCA-8259-3B3B-6535E2A5CF5E}"/>
          </ac:spMkLst>
        </pc:spChg>
        <pc:spChg chg="mod">
          <ac:chgData name="欣捷 王" userId="b965477fa0aef5e6" providerId="LiveId" clId="{DDEBAF8B-00A9-4254-9480-257662CA3843}" dt="2024-05-14T02:45:22.109" v="1384"/>
          <ac:spMkLst>
            <pc:docMk/>
            <pc:sldMk cId="3079262745" sldId="992"/>
            <ac:spMk id="17" creationId="{56D42243-1C33-4511-C9E9-85E87180660D}"/>
          </ac:spMkLst>
        </pc:spChg>
        <pc:spChg chg="mod">
          <ac:chgData name="欣捷 王" userId="b965477fa0aef5e6" providerId="LiveId" clId="{DDEBAF8B-00A9-4254-9480-257662CA3843}" dt="2024-05-06T10:34:10.401" v="1233"/>
          <ac:spMkLst>
            <pc:docMk/>
            <pc:sldMk cId="3079262745" sldId="992"/>
            <ac:spMk id="17" creationId="{D3368C6C-FC3E-DC78-03FF-2E7C7A457641}"/>
          </ac:spMkLst>
        </pc:spChg>
        <pc:spChg chg="mod">
          <ac:chgData name="欣捷 王" userId="b965477fa0aef5e6" providerId="LiveId" clId="{DDEBAF8B-00A9-4254-9480-257662CA3843}" dt="2024-05-14T02:45:22.109" v="1384"/>
          <ac:spMkLst>
            <pc:docMk/>
            <pc:sldMk cId="3079262745" sldId="992"/>
            <ac:spMk id="18" creationId="{FEA3E5F2-31AA-CD06-F685-851BE7BA21E5}"/>
          </ac:spMkLst>
        </pc:spChg>
        <pc:spChg chg="mod">
          <ac:chgData name="欣捷 王" userId="b965477fa0aef5e6" providerId="LiveId" clId="{DDEBAF8B-00A9-4254-9480-257662CA3843}" dt="2024-05-06T10:34:10.401" v="1233"/>
          <ac:spMkLst>
            <pc:docMk/>
            <pc:sldMk cId="3079262745" sldId="992"/>
            <ac:spMk id="19" creationId="{4AC8BA1B-DA14-E1F1-13AF-AA3CC5AD6B8A}"/>
          </ac:spMkLst>
        </pc:spChg>
        <pc:spChg chg="mod">
          <ac:chgData name="欣捷 王" userId="b965477fa0aef5e6" providerId="LiveId" clId="{DDEBAF8B-00A9-4254-9480-257662CA3843}" dt="2024-05-14T02:45:22.109" v="1384"/>
          <ac:spMkLst>
            <pc:docMk/>
            <pc:sldMk cId="3079262745" sldId="992"/>
            <ac:spMk id="20" creationId="{B9420215-8FAA-416C-DC88-FE9BF3EF470E}"/>
          </ac:spMkLst>
        </pc:spChg>
        <pc:spChg chg="mod">
          <ac:chgData name="欣捷 王" userId="b965477fa0aef5e6" providerId="LiveId" clId="{DDEBAF8B-00A9-4254-9480-257662CA3843}" dt="2024-05-06T10:34:10.401" v="1233"/>
          <ac:spMkLst>
            <pc:docMk/>
            <pc:sldMk cId="3079262745" sldId="992"/>
            <ac:spMk id="21" creationId="{FB79A760-7470-387E-5EB8-F611180652E4}"/>
          </ac:spMkLst>
        </pc:spChg>
        <pc:spChg chg="mod">
          <ac:chgData name="欣捷 王" userId="b965477fa0aef5e6" providerId="LiveId" clId="{DDEBAF8B-00A9-4254-9480-257662CA3843}" dt="2024-05-14T02:45:22.109" v="1384"/>
          <ac:spMkLst>
            <pc:docMk/>
            <pc:sldMk cId="3079262745" sldId="992"/>
            <ac:spMk id="22" creationId="{ADDCE0B1-0C2A-6756-9CDB-E03D95C18B98}"/>
          </ac:spMkLst>
        </pc:spChg>
        <pc:spChg chg="mod">
          <ac:chgData name="欣捷 王" userId="b965477fa0aef5e6" providerId="LiveId" clId="{DDEBAF8B-00A9-4254-9480-257662CA3843}" dt="2024-05-06T10:34:10.401" v="1233"/>
          <ac:spMkLst>
            <pc:docMk/>
            <pc:sldMk cId="3079262745" sldId="992"/>
            <ac:spMk id="23" creationId="{38F82535-D39F-DAEE-9D1F-3258ED0D817F}"/>
          </ac:spMkLst>
        </pc:spChg>
        <pc:spChg chg="mod">
          <ac:chgData name="欣捷 王" userId="b965477fa0aef5e6" providerId="LiveId" clId="{DDEBAF8B-00A9-4254-9480-257662CA3843}" dt="2024-05-14T02:45:22.109" v="1384"/>
          <ac:spMkLst>
            <pc:docMk/>
            <pc:sldMk cId="3079262745" sldId="992"/>
            <ac:spMk id="24" creationId="{258416C7-ABE0-219B-DC8F-AA0C2972AB54}"/>
          </ac:spMkLst>
        </pc:spChg>
        <pc:spChg chg="mod">
          <ac:chgData name="欣捷 王" userId="b965477fa0aef5e6" providerId="LiveId" clId="{DDEBAF8B-00A9-4254-9480-257662CA3843}" dt="2024-05-06T10:34:10.401" v="1233"/>
          <ac:spMkLst>
            <pc:docMk/>
            <pc:sldMk cId="3079262745" sldId="992"/>
            <ac:spMk id="25" creationId="{86F8CDC6-B3F1-E9EC-6C8D-2A28725C2364}"/>
          </ac:spMkLst>
        </pc:spChg>
        <pc:spChg chg="mod">
          <ac:chgData name="欣捷 王" userId="b965477fa0aef5e6" providerId="LiveId" clId="{DDEBAF8B-00A9-4254-9480-257662CA3843}" dt="2024-05-14T02:45:22.109" v="1384"/>
          <ac:spMkLst>
            <pc:docMk/>
            <pc:sldMk cId="3079262745" sldId="992"/>
            <ac:spMk id="26" creationId="{48FFF5A1-B33E-05EA-BEEB-4108769159AD}"/>
          </ac:spMkLst>
        </pc:spChg>
        <pc:spChg chg="mod">
          <ac:chgData name="欣捷 王" userId="b965477fa0aef5e6" providerId="LiveId" clId="{DDEBAF8B-00A9-4254-9480-257662CA3843}" dt="2024-05-14T02:45:22.109" v="1384"/>
          <ac:spMkLst>
            <pc:docMk/>
            <pc:sldMk cId="3079262745" sldId="992"/>
            <ac:spMk id="27" creationId="{ECAAE8F9-6581-2DE3-3117-07D5137D7D9B}"/>
          </ac:spMkLst>
        </pc:spChg>
        <pc:spChg chg="mod">
          <ac:chgData name="欣捷 王" userId="b965477fa0aef5e6" providerId="LiveId" clId="{DDEBAF8B-00A9-4254-9480-257662CA3843}" dt="2024-05-06T10:34:10.401" v="1233"/>
          <ac:spMkLst>
            <pc:docMk/>
            <pc:sldMk cId="3079262745" sldId="992"/>
            <ac:spMk id="27" creationId="{FD7AA7EA-BDE4-DE80-A981-C1A1F7D9A8EB}"/>
          </ac:spMkLst>
        </pc:spChg>
        <pc:spChg chg="mod">
          <ac:chgData name="欣捷 王" userId="b965477fa0aef5e6" providerId="LiveId" clId="{DDEBAF8B-00A9-4254-9480-257662CA3843}" dt="2024-05-14T02:45:22.109" v="1384"/>
          <ac:spMkLst>
            <pc:docMk/>
            <pc:sldMk cId="3079262745" sldId="992"/>
            <ac:spMk id="28" creationId="{AC762C58-1C2E-0070-EE3F-06330E5E58DE}"/>
          </ac:spMkLst>
        </pc:spChg>
        <pc:spChg chg="mod">
          <ac:chgData name="欣捷 王" userId="b965477fa0aef5e6" providerId="LiveId" clId="{DDEBAF8B-00A9-4254-9480-257662CA3843}" dt="2024-05-14T02:45:22.109" v="1384"/>
          <ac:spMkLst>
            <pc:docMk/>
            <pc:sldMk cId="3079262745" sldId="992"/>
            <ac:spMk id="29" creationId="{8313B0A3-77FB-3B06-6867-5D2782F9026F}"/>
          </ac:spMkLst>
        </pc:spChg>
        <pc:spChg chg="mod">
          <ac:chgData name="欣捷 王" userId="b965477fa0aef5e6" providerId="LiveId" clId="{DDEBAF8B-00A9-4254-9480-257662CA3843}" dt="2024-05-06T10:34:10.401" v="1233"/>
          <ac:spMkLst>
            <pc:docMk/>
            <pc:sldMk cId="3079262745" sldId="992"/>
            <ac:spMk id="29" creationId="{F28177C5-AF78-A7D7-2C1D-DA5F22605B7A}"/>
          </ac:spMkLst>
        </pc:spChg>
        <pc:spChg chg="mod">
          <ac:chgData name="欣捷 王" userId="b965477fa0aef5e6" providerId="LiveId" clId="{DDEBAF8B-00A9-4254-9480-257662CA3843}" dt="2024-05-06T10:34:10.401" v="1233"/>
          <ac:spMkLst>
            <pc:docMk/>
            <pc:sldMk cId="3079262745" sldId="992"/>
            <ac:spMk id="31" creationId="{5323A9C5-A62F-C5AC-1932-1D1EFF9EE869}"/>
          </ac:spMkLst>
        </pc:spChg>
        <pc:spChg chg="mod">
          <ac:chgData name="欣捷 王" userId="b965477fa0aef5e6" providerId="LiveId" clId="{DDEBAF8B-00A9-4254-9480-257662CA3843}" dt="2024-05-14T02:45:22.109" v="1384"/>
          <ac:spMkLst>
            <pc:docMk/>
            <pc:sldMk cId="3079262745" sldId="992"/>
            <ac:spMk id="32" creationId="{EC186DFE-3BA9-B26A-6F7D-828E86A8C909}"/>
          </ac:spMkLst>
        </pc:spChg>
        <pc:spChg chg="mod">
          <ac:chgData name="欣捷 王" userId="b965477fa0aef5e6" providerId="LiveId" clId="{DDEBAF8B-00A9-4254-9480-257662CA3843}" dt="2024-05-14T02:45:22.109" v="1384"/>
          <ac:spMkLst>
            <pc:docMk/>
            <pc:sldMk cId="3079262745" sldId="992"/>
            <ac:spMk id="33" creationId="{367E3090-50B7-088B-0436-9E50AEDA2504}"/>
          </ac:spMkLst>
        </pc:spChg>
        <pc:spChg chg="mod">
          <ac:chgData name="欣捷 王" userId="b965477fa0aef5e6" providerId="LiveId" clId="{DDEBAF8B-00A9-4254-9480-257662CA3843}" dt="2024-05-06T10:34:10.401" v="1233"/>
          <ac:spMkLst>
            <pc:docMk/>
            <pc:sldMk cId="3079262745" sldId="992"/>
            <ac:spMk id="33" creationId="{B3AE6733-880E-1339-9C7E-8072C6B653F2}"/>
          </ac:spMkLst>
        </pc:spChg>
        <pc:spChg chg="mod">
          <ac:chgData name="欣捷 王" userId="b965477fa0aef5e6" providerId="LiveId" clId="{DDEBAF8B-00A9-4254-9480-257662CA3843}" dt="2024-05-06T10:34:10.401" v="1233"/>
          <ac:spMkLst>
            <pc:docMk/>
            <pc:sldMk cId="3079262745" sldId="992"/>
            <ac:spMk id="35" creationId="{27F58833-3369-B66F-C456-72EA9A3EE84E}"/>
          </ac:spMkLst>
        </pc:spChg>
        <pc:spChg chg="mod">
          <ac:chgData name="欣捷 王" userId="b965477fa0aef5e6" providerId="LiveId" clId="{DDEBAF8B-00A9-4254-9480-257662CA3843}" dt="2024-05-14T02:45:22.109" v="1384"/>
          <ac:spMkLst>
            <pc:docMk/>
            <pc:sldMk cId="3079262745" sldId="992"/>
            <ac:spMk id="35" creationId="{65AA0902-623D-E614-27A3-33DB336BD9CA}"/>
          </ac:spMkLst>
        </pc:spChg>
        <pc:spChg chg="mod">
          <ac:chgData name="欣捷 王" userId="b965477fa0aef5e6" providerId="LiveId" clId="{DDEBAF8B-00A9-4254-9480-257662CA3843}" dt="2024-05-14T02:45:22.109" v="1384"/>
          <ac:spMkLst>
            <pc:docMk/>
            <pc:sldMk cId="3079262745" sldId="992"/>
            <ac:spMk id="36" creationId="{7C1A133E-347A-5478-94CC-767323C17F0B}"/>
          </ac:spMkLst>
        </pc:spChg>
        <pc:spChg chg="mod">
          <ac:chgData name="欣捷 王" userId="b965477fa0aef5e6" providerId="LiveId" clId="{DDEBAF8B-00A9-4254-9480-257662CA3843}" dt="2024-05-14T02:45:22.109" v="1384"/>
          <ac:spMkLst>
            <pc:docMk/>
            <pc:sldMk cId="3079262745" sldId="992"/>
            <ac:spMk id="37" creationId="{D4C989F5-7243-9093-95F8-B196D5534AE8}"/>
          </ac:spMkLst>
        </pc:spChg>
        <pc:spChg chg="mod">
          <ac:chgData name="欣捷 王" userId="b965477fa0aef5e6" providerId="LiveId" clId="{DDEBAF8B-00A9-4254-9480-257662CA3843}" dt="2024-05-14T02:45:22.109" v="1384"/>
          <ac:spMkLst>
            <pc:docMk/>
            <pc:sldMk cId="3079262745" sldId="992"/>
            <ac:spMk id="40" creationId="{D9B3F2B2-718B-2BC7-3555-E2416637C0CC}"/>
          </ac:spMkLst>
        </pc:spChg>
        <pc:spChg chg="mod">
          <ac:chgData name="欣捷 王" userId="b965477fa0aef5e6" providerId="LiveId" clId="{DDEBAF8B-00A9-4254-9480-257662CA3843}" dt="2024-05-06T11:17:41.901" v="1238"/>
          <ac:spMkLst>
            <pc:docMk/>
            <pc:sldMk cId="3079262745" sldId="992"/>
            <ac:spMk id="42" creationId="{DF54E659-5887-11C2-8086-FCC8C0CADFC4}"/>
          </ac:spMkLst>
        </pc:spChg>
        <pc:spChg chg="mod">
          <ac:chgData name="欣捷 王" userId="b965477fa0aef5e6" providerId="LiveId" clId="{DDEBAF8B-00A9-4254-9480-257662CA3843}" dt="2024-05-14T02:45:22.109" v="1384"/>
          <ac:spMkLst>
            <pc:docMk/>
            <pc:sldMk cId="3079262745" sldId="992"/>
            <ac:spMk id="42" creationId="{E153DDAF-F6F0-7411-D762-37BAB3D2DD0A}"/>
          </ac:spMkLst>
        </pc:spChg>
        <pc:spChg chg="mod">
          <ac:chgData name="欣捷 王" userId="b965477fa0aef5e6" providerId="LiveId" clId="{DDEBAF8B-00A9-4254-9480-257662CA3843}" dt="2024-05-06T11:17:41.901" v="1238"/>
          <ac:spMkLst>
            <pc:docMk/>
            <pc:sldMk cId="3079262745" sldId="992"/>
            <ac:spMk id="43" creationId="{2700D45D-6C7D-9DCE-E9A8-A84FA5787BD9}"/>
          </ac:spMkLst>
        </pc:spChg>
        <pc:spChg chg="mod">
          <ac:chgData name="欣捷 王" userId="b965477fa0aef5e6" providerId="LiveId" clId="{DDEBAF8B-00A9-4254-9480-257662CA3843}" dt="2024-05-14T02:45:22.109" v="1384"/>
          <ac:spMkLst>
            <pc:docMk/>
            <pc:sldMk cId="3079262745" sldId="992"/>
            <ac:spMk id="43" creationId="{2B8201A4-354B-DF19-96F6-176E8329E8AD}"/>
          </ac:spMkLst>
        </pc:spChg>
        <pc:spChg chg="mod">
          <ac:chgData name="欣捷 王" userId="b965477fa0aef5e6" providerId="LiveId" clId="{DDEBAF8B-00A9-4254-9480-257662CA3843}" dt="2024-05-06T11:17:41.901" v="1238"/>
          <ac:spMkLst>
            <pc:docMk/>
            <pc:sldMk cId="3079262745" sldId="992"/>
            <ac:spMk id="44" creationId="{7271180A-902F-E3BF-431D-15F31CE31D0E}"/>
          </ac:spMkLst>
        </pc:spChg>
        <pc:spChg chg="mod">
          <ac:chgData name="欣捷 王" userId="b965477fa0aef5e6" providerId="LiveId" clId="{DDEBAF8B-00A9-4254-9480-257662CA3843}" dt="2024-05-14T02:45:22.109" v="1384"/>
          <ac:spMkLst>
            <pc:docMk/>
            <pc:sldMk cId="3079262745" sldId="992"/>
            <ac:spMk id="45" creationId="{3AA84565-9E5D-DCB2-E4C9-FB1462816443}"/>
          </ac:spMkLst>
        </pc:spChg>
        <pc:spChg chg="mod">
          <ac:chgData name="欣捷 王" userId="b965477fa0aef5e6" providerId="LiveId" clId="{DDEBAF8B-00A9-4254-9480-257662CA3843}" dt="2024-05-06T11:17:41.901" v="1238"/>
          <ac:spMkLst>
            <pc:docMk/>
            <pc:sldMk cId="3079262745" sldId="992"/>
            <ac:spMk id="45" creationId="{6E901AE7-17D9-3051-226A-08E0699DC1EB}"/>
          </ac:spMkLst>
        </pc:spChg>
        <pc:spChg chg="mod">
          <ac:chgData name="欣捷 王" userId="b965477fa0aef5e6" providerId="LiveId" clId="{DDEBAF8B-00A9-4254-9480-257662CA3843}" dt="2024-05-06T11:17:41.901" v="1238"/>
          <ac:spMkLst>
            <pc:docMk/>
            <pc:sldMk cId="3079262745" sldId="992"/>
            <ac:spMk id="46" creationId="{A8F4EB93-7CD1-DA01-FA1D-170EBA60A4A8}"/>
          </ac:spMkLst>
        </pc:spChg>
        <pc:spChg chg="mod">
          <ac:chgData name="欣捷 王" userId="b965477fa0aef5e6" providerId="LiveId" clId="{DDEBAF8B-00A9-4254-9480-257662CA3843}" dt="2024-05-14T02:45:22.109" v="1384"/>
          <ac:spMkLst>
            <pc:docMk/>
            <pc:sldMk cId="3079262745" sldId="992"/>
            <ac:spMk id="47" creationId="{26E7DF4D-1064-419A-73E0-E33DE5415620}"/>
          </ac:spMkLst>
        </pc:spChg>
        <pc:spChg chg="mod">
          <ac:chgData name="欣捷 王" userId="b965477fa0aef5e6" providerId="LiveId" clId="{DDEBAF8B-00A9-4254-9480-257662CA3843}" dt="2024-05-06T11:17:41.901" v="1238"/>
          <ac:spMkLst>
            <pc:docMk/>
            <pc:sldMk cId="3079262745" sldId="992"/>
            <ac:spMk id="47" creationId="{A4FF8127-1588-A171-6E9B-C7B5F603EB73}"/>
          </ac:spMkLst>
        </pc:spChg>
        <pc:spChg chg="mod">
          <ac:chgData name="欣捷 王" userId="b965477fa0aef5e6" providerId="LiveId" clId="{DDEBAF8B-00A9-4254-9480-257662CA3843}" dt="2024-05-14T02:45:22.109" v="1384"/>
          <ac:spMkLst>
            <pc:docMk/>
            <pc:sldMk cId="3079262745" sldId="992"/>
            <ac:spMk id="48" creationId="{88057B08-72AB-5FF4-0B0F-8F8432E569C4}"/>
          </ac:spMkLst>
        </pc:spChg>
        <pc:spChg chg="mod">
          <ac:chgData name="欣捷 王" userId="b965477fa0aef5e6" providerId="LiveId" clId="{DDEBAF8B-00A9-4254-9480-257662CA3843}" dt="2024-05-06T11:17:41.901" v="1238"/>
          <ac:spMkLst>
            <pc:docMk/>
            <pc:sldMk cId="3079262745" sldId="992"/>
            <ac:spMk id="48" creationId="{A6DE672B-3BB0-4A3F-8A27-E34ABBACA5CF}"/>
          </ac:spMkLst>
        </pc:spChg>
        <pc:spChg chg="mod">
          <ac:chgData name="欣捷 王" userId="b965477fa0aef5e6" providerId="LiveId" clId="{DDEBAF8B-00A9-4254-9480-257662CA3843}" dt="2024-05-06T11:17:41.901" v="1238"/>
          <ac:spMkLst>
            <pc:docMk/>
            <pc:sldMk cId="3079262745" sldId="992"/>
            <ac:spMk id="49" creationId="{4EC1EBD4-A53C-D8B8-FD4F-BD037A3C84BE}"/>
          </ac:spMkLst>
        </pc:spChg>
        <pc:spChg chg="mod">
          <ac:chgData name="欣捷 王" userId="b965477fa0aef5e6" providerId="LiveId" clId="{DDEBAF8B-00A9-4254-9480-257662CA3843}" dt="2024-05-14T02:45:22.109" v="1384"/>
          <ac:spMkLst>
            <pc:docMk/>
            <pc:sldMk cId="3079262745" sldId="992"/>
            <ac:spMk id="49" creationId="{5E7A4603-E83D-0DDB-DDBA-2E4A4A5FB779}"/>
          </ac:spMkLst>
        </pc:spChg>
        <pc:spChg chg="mod">
          <ac:chgData name="欣捷 王" userId="b965477fa0aef5e6" providerId="LiveId" clId="{DDEBAF8B-00A9-4254-9480-257662CA3843}" dt="2024-05-14T02:45:22.109" v="1384"/>
          <ac:spMkLst>
            <pc:docMk/>
            <pc:sldMk cId="3079262745" sldId="992"/>
            <ac:spMk id="50" creationId="{86A7816A-EE08-EF26-D7F1-626B6E50E6B3}"/>
          </ac:spMkLst>
        </pc:spChg>
        <pc:spChg chg="mod">
          <ac:chgData name="欣捷 王" userId="b965477fa0aef5e6" providerId="LiveId" clId="{DDEBAF8B-00A9-4254-9480-257662CA3843}" dt="2024-05-14T02:45:22.109" v="1384"/>
          <ac:spMkLst>
            <pc:docMk/>
            <pc:sldMk cId="3079262745" sldId="992"/>
            <ac:spMk id="51" creationId="{9745CA7B-3689-CD05-DE0C-3658D8DFD148}"/>
          </ac:spMkLst>
        </pc:spChg>
        <pc:spChg chg="mod">
          <ac:chgData name="欣捷 王" userId="b965477fa0aef5e6" providerId="LiveId" clId="{DDEBAF8B-00A9-4254-9480-257662CA3843}" dt="2024-05-06T11:18:03.302" v="1239"/>
          <ac:spMkLst>
            <pc:docMk/>
            <pc:sldMk cId="3079262745" sldId="992"/>
            <ac:spMk id="51" creationId="{9FA6696D-92A1-AF43-D6E1-B03B26845D8F}"/>
          </ac:spMkLst>
        </pc:spChg>
        <pc:spChg chg="mod">
          <ac:chgData name="欣捷 王" userId="b965477fa0aef5e6" providerId="LiveId" clId="{DDEBAF8B-00A9-4254-9480-257662CA3843}" dt="2024-05-14T02:45:22.109" v="1384"/>
          <ac:spMkLst>
            <pc:docMk/>
            <pc:sldMk cId="3079262745" sldId="992"/>
            <ac:spMk id="52" creationId="{4D1D0DEC-471C-60D3-BEC7-DC587A44F2F7}"/>
          </ac:spMkLst>
        </pc:spChg>
        <pc:spChg chg="add del mod ord topLvl">
          <ac:chgData name="欣捷 王" userId="b965477fa0aef5e6" providerId="LiveId" clId="{DDEBAF8B-00A9-4254-9480-257662CA3843}" dt="2024-05-14T02:52:43.116" v="1521" actId="478"/>
          <ac:spMkLst>
            <pc:docMk/>
            <pc:sldMk cId="3079262745" sldId="992"/>
            <ac:spMk id="54" creationId="{AB678C3D-7CFB-CE67-29CB-80CA5E58FC31}"/>
          </ac:spMkLst>
        </pc:spChg>
        <pc:spChg chg="del mod topLvl">
          <ac:chgData name="欣捷 王" userId="b965477fa0aef5e6" providerId="LiveId" clId="{DDEBAF8B-00A9-4254-9480-257662CA3843}" dt="2024-05-14T02:52:43.116" v="1521" actId="478"/>
          <ac:spMkLst>
            <pc:docMk/>
            <pc:sldMk cId="3079262745" sldId="992"/>
            <ac:spMk id="55" creationId="{ADA1CF2F-5DB6-5785-4CFC-DC6A79647F3C}"/>
          </ac:spMkLst>
        </pc:spChg>
        <pc:spChg chg="mod">
          <ac:chgData name="欣捷 王" userId="b965477fa0aef5e6" providerId="LiveId" clId="{DDEBAF8B-00A9-4254-9480-257662CA3843}" dt="2024-05-06T11:18:03.302" v="1239"/>
          <ac:spMkLst>
            <pc:docMk/>
            <pc:sldMk cId="3079262745" sldId="992"/>
            <ac:spMk id="56" creationId="{1A7090EE-36B5-7283-CDC6-D0F3C521BE4A}"/>
          </ac:spMkLst>
        </pc:spChg>
        <pc:spChg chg="del mod">
          <ac:chgData name="欣捷 王" userId="b965477fa0aef5e6" providerId="LiveId" clId="{DDEBAF8B-00A9-4254-9480-257662CA3843}" dt="2024-05-14T02:47:22.880" v="1429" actId="478"/>
          <ac:spMkLst>
            <pc:docMk/>
            <pc:sldMk cId="3079262745" sldId="992"/>
            <ac:spMk id="57" creationId="{0FAB3DCB-160E-2644-58D7-78071C32D547}"/>
          </ac:spMkLst>
        </pc:spChg>
        <pc:spChg chg="mod">
          <ac:chgData name="欣捷 王" userId="b965477fa0aef5e6" providerId="LiveId" clId="{DDEBAF8B-00A9-4254-9480-257662CA3843}" dt="2024-05-06T11:18:03.302" v="1239"/>
          <ac:spMkLst>
            <pc:docMk/>
            <pc:sldMk cId="3079262745" sldId="992"/>
            <ac:spMk id="57" creationId="{A94DD4CB-57D5-A30A-0730-E877C62F1701}"/>
          </ac:spMkLst>
        </pc:spChg>
        <pc:spChg chg="mod">
          <ac:chgData name="欣捷 王" userId="b965477fa0aef5e6" providerId="LiveId" clId="{DDEBAF8B-00A9-4254-9480-257662CA3843}" dt="2024-05-06T11:18:03.302" v="1239"/>
          <ac:spMkLst>
            <pc:docMk/>
            <pc:sldMk cId="3079262745" sldId="992"/>
            <ac:spMk id="58" creationId="{8EA74F07-8474-F970-697D-26A30D9F4AB4}"/>
          </ac:spMkLst>
        </pc:spChg>
        <pc:spChg chg="mod">
          <ac:chgData name="欣捷 王" userId="b965477fa0aef5e6" providerId="LiveId" clId="{DDEBAF8B-00A9-4254-9480-257662CA3843}" dt="2024-05-06T11:20:22.674" v="1272" actId="14100"/>
          <ac:spMkLst>
            <pc:docMk/>
            <pc:sldMk cId="3079262745" sldId="992"/>
            <ac:spMk id="60" creationId="{0E2F5B0B-DEC3-3ED1-FE3F-6FD812B9D04A}"/>
          </ac:spMkLst>
        </pc:spChg>
        <pc:spChg chg="mod">
          <ac:chgData name="欣捷 王" userId="b965477fa0aef5e6" providerId="LiveId" clId="{DDEBAF8B-00A9-4254-9480-257662CA3843}" dt="2024-05-14T02:47:47.911" v="1438" actId="20577"/>
          <ac:spMkLst>
            <pc:docMk/>
            <pc:sldMk cId="3079262745" sldId="992"/>
            <ac:spMk id="61" creationId="{AF36577A-5C8F-47BA-0F1B-08D225C4BD5B}"/>
          </ac:spMkLst>
        </pc:spChg>
        <pc:spChg chg="del mod topLvl">
          <ac:chgData name="欣捷 王" userId="b965477fa0aef5e6" providerId="LiveId" clId="{DDEBAF8B-00A9-4254-9480-257662CA3843}" dt="2024-05-14T02:50:01.743" v="1477" actId="478"/>
          <ac:spMkLst>
            <pc:docMk/>
            <pc:sldMk cId="3079262745" sldId="992"/>
            <ac:spMk id="62" creationId="{073BF75E-8280-574C-6EC5-04703E8ED5F2}"/>
          </ac:spMkLst>
        </pc:spChg>
        <pc:spChg chg="del mod">
          <ac:chgData name="欣捷 王" userId="b965477fa0aef5e6" providerId="LiveId" clId="{DDEBAF8B-00A9-4254-9480-257662CA3843}" dt="2024-05-06T11:19:51.347" v="1258" actId="478"/>
          <ac:spMkLst>
            <pc:docMk/>
            <pc:sldMk cId="3079262745" sldId="992"/>
            <ac:spMk id="63" creationId="{DC2B95B7-94E2-E9E6-6821-7BA5E4DD3F15}"/>
          </ac:spMkLst>
        </pc:spChg>
        <pc:spChg chg="del mod">
          <ac:chgData name="欣捷 王" userId="b965477fa0aef5e6" providerId="LiveId" clId="{DDEBAF8B-00A9-4254-9480-257662CA3843}" dt="2024-05-06T11:18:51.519" v="1242" actId="478"/>
          <ac:spMkLst>
            <pc:docMk/>
            <pc:sldMk cId="3079262745" sldId="992"/>
            <ac:spMk id="64" creationId="{8A3ADBD4-5AA4-4E17-7468-635CB55FB816}"/>
          </ac:spMkLst>
        </pc:spChg>
        <pc:spChg chg="del mod topLvl">
          <ac:chgData name="欣捷 王" userId="b965477fa0aef5e6" providerId="LiveId" clId="{DDEBAF8B-00A9-4254-9480-257662CA3843}" dt="2024-05-14T02:52:43.116" v="1521" actId="478"/>
          <ac:spMkLst>
            <pc:docMk/>
            <pc:sldMk cId="3079262745" sldId="992"/>
            <ac:spMk id="64" creationId="{FA22495E-5F9E-0875-3BFD-FDFAF8362DD4}"/>
          </ac:spMkLst>
        </pc:spChg>
        <pc:spChg chg="add mod">
          <ac:chgData name="欣捷 王" userId="b965477fa0aef5e6" providerId="LiveId" clId="{DDEBAF8B-00A9-4254-9480-257662CA3843}" dt="2024-05-14T02:44:16.096" v="1368" actId="6549"/>
          <ac:spMkLst>
            <pc:docMk/>
            <pc:sldMk cId="3079262745" sldId="992"/>
            <ac:spMk id="65" creationId="{12E463FD-82DB-9855-98F1-D702A454FA6B}"/>
          </ac:spMkLst>
        </pc:spChg>
        <pc:spChg chg="del mod topLvl">
          <ac:chgData name="欣捷 王" userId="b965477fa0aef5e6" providerId="LiveId" clId="{DDEBAF8B-00A9-4254-9480-257662CA3843}" dt="2024-05-14T02:52:43.116" v="1521" actId="478"/>
          <ac:spMkLst>
            <pc:docMk/>
            <pc:sldMk cId="3079262745" sldId="992"/>
            <ac:spMk id="68" creationId="{C04AC401-5EE5-FE14-D4C3-D5526D9E2F79}"/>
          </ac:spMkLst>
        </pc:spChg>
        <pc:spChg chg="del mod topLvl">
          <ac:chgData name="欣捷 王" userId="b965477fa0aef5e6" providerId="LiveId" clId="{DDEBAF8B-00A9-4254-9480-257662CA3843}" dt="2024-05-14T02:52:43.116" v="1521" actId="478"/>
          <ac:spMkLst>
            <pc:docMk/>
            <pc:sldMk cId="3079262745" sldId="992"/>
            <ac:spMk id="69" creationId="{584B5D9B-D85A-38D4-D654-DF020EE9C348}"/>
          </ac:spMkLst>
        </pc:spChg>
        <pc:spChg chg="del mod topLvl">
          <ac:chgData name="欣捷 王" userId="b965477fa0aef5e6" providerId="LiveId" clId="{DDEBAF8B-00A9-4254-9480-257662CA3843}" dt="2024-05-14T02:52:43.116" v="1521" actId="478"/>
          <ac:spMkLst>
            <pc:docMk/>
            <pc:sldMk cId="3079262745" sldId="992"/>
            <ac:spMk id="70" creationId="{8FA66548-F195-6BF4-0A1B-B01CEBDB9BBD}"/>
          </ac:spMkLst>
        </pc:spChg>
        <pc:spChg chg="mod">
          <ac:chgData name="欣捷 王" userId="b965477fa0aef5e6" providerId="LiveId" clId="{DDEBAF8B-00A9-4254-9480-257662CA3843}" dt="2024-05-06T12:02:21.805" v="1303"/>
          <ac:spMkLst>
            <pc:docMk/>
            <pc:sldMk cId="3079262745" sldId="992"/>
            <ac:spMk id="71" creationId="{94300487-404E-2AA5-5F5B-4CA8456DA55B}"/>
          </ac:spMkLst>
        </pc:spChg>
        <pc:spChg chg="del mod topLvl">
          <ac:chgData name="欣捷 王" userId="b965477fa0aef5e6" providerId="LiveId" clId="{DDEBAF8B-00A9-4254-9480-257662CA3843}" dt="2024-05-14T02:52:43.116" v="1521" actId="478"/>
          <ac:spMkLst>
            <pc:docMk/>
            <pc:sldMk cId="3079262745" sldId="992"/>
            <ac:spMk id="71" creationId="{A99CBFFF-943B-8EF3-2080-2A6D512591A3}"/>
          </ac:spMkLst>
        </pc:spChg>
        <pc:spChg chg="mod">
          <ac:chgData name="欣捷 王" userId="b965477fa0aef5e6" providerId="LiveId" clId="{DDEBAF8B-00A9-4254-9480-257662CA3843}" dt="2024-05-06T12:02:21.805" v="1303"/>
          <ac:spMkLst>
            <pc:docMk/>
            <pc:sldMk cId="3079262745" sldId="992"/>
            <ac:spMk id="72" creationId="{82093F1C-DCCE-355A-5889-F86EDC47DEE1}"/>
          </ac:spMkLst>
        </pc:spChg>
        <pc:spChg chg="mod">
          <ac:chgData name="欣捷 王" userId="b965477fa0aef5e6" providerId="LiveId" clId="{DDEBAF8B-00A9-4254-9480-257662CA3843}" dt="2024-05-06T12:02:21.805" v="1303"/>
          <ac:spMkLst>
            <pc:docMk/>
            <pc:sldMk cId="3079262745" sldId="992"/>
            <ac:spMk id="73" creationId="{3B1E116A-1EBA-3BA1-86AD-2F9614D03B16}"/>
          </ac:spMkLst>
        </pc:spChg>
        <pc:spChg chg="del mod topLvl">
          <ac:chgData name="欣捷 王" userId="b965477fa0aef5e6" providerId="LiveId" clId="{DDEBAF8B-00A9-4254-9480-257662CA3843}" dt="2024-05-14T02:52:43.116" v="1521" actId="478"/>
          <ac:spMkLst>
            <pc:docMk/>
            <pc:sldMk cId="3079262745" sldId="992"/>
            <ac:spMk id="74" creationId="{B9BAFBDA-553D-3547-F5A6-B10FFF4B2F06}"/>
          </ac:spMkLst>
        </pc:spChg>
        <pc:spChg chg="del mod topLvl">
          <ac:chgData name="欣捷 王" userId="b965477fa0aef5e6" providerId="LiveId" clId="{DDEBAF8B-00A9-4254-9480-257662CA3843}" dt="2024-05-14T02:52:43.116" v="1521" actId="478"/>
          <ac:spMkLst>
            <pc:docMk/>
            <pc:sldMk cId="3079262745" sldId="992"/>
            <ac:spMk id="75" creationId="{4D8693ED-DAA8-1D00-DD73-F0AF2B5A746B}"/>
          </ac:spMkLst>
        </pc:spChg>
        <pc:spChg chg="mod">
          <ac:chgData name="欣捷 王" userId="b965477fa0aef5e6" providerId="LiveId" clId="{DDEBAF8B-00A9-4254-9480-257662CA3843}" dt="2024-05-06T12:02:21.805" v="1303"/>
          <ac:spMkLst>
            <pc:docMk/>
            <pc:sldMk cId="3079262745" sldId="992"/>
            <ac:spMk id="75" creationId="{71D44D77-D4A1-3F96-BEB0-ACC3433A7087}"/>
          </ac:spMkLst>
        </pc:spChg>
        <pc:spChg chg="mod">
          <ac:chgData name="欣捷 王" userId="b965477fa0aef5e6" providerId="LiveId" clId="{DDEBAF8B-00A9-4254-9480-257662CA3843}" dt="2024-05-06T12:02:21.805" v="1303"/>
          <ac:spMkLst>
            <pc:docMk/>
            <pc:sldMk cId="3079262745" sldId="992"/>
            <ac:spMk id="76" creationId="{92911547-76FF-3FB8-7B94-FE0CAFD569BD}"/>
          </ac:spMkLst>
        </pc:spChg>
        <pc:spChg chg="mod">
          <ac:chgData name="欣捷 王" userId="b965477fa0aef5e6" providerId="LiveId" clId="{DDEBAF8B-00A9-4254-9480-257662CA3843}" dt="2024-05-06T12:02:21.805" v="1303"/>
          <ac:spMkLst>
            <pc:docMk/>
            <pc:sldMk cId="3079262745" sldId="992"/>
            <ac:spMk id="77" creationId="{7F5BE0F6-3486-7806-D01A-C1A0473968AD}"/>
          </ac:spMkLst>
        </pc:spChg>
        <pc:spChg chg="del mod topLvl">
          <ac:chgData name="欣捷 王" userId="b965477fa0aef5e6" providerId="LiveId" clId="{DDEBAF8B-00A9-4254-9480-257662CA3843}" dt="2024-05-14T02:52:43.116" v="1521" actId="478"/>
          <ac:spMkLst>
            <pc:docMk/>
            <pc:sldMk cId="3079262745" sldId="992"/>
            <ac:spMk id="77" creationId="{A78E71F3-9DC1-B001-C028-F51665F26309}"/>
          </ac:spMkLst>
        </pc:spChg>
        <pc:spChg chg="mod">
          <ac:chgData name="欣捷 王" userId="b965477fa0aef5e6" providerId="LiveId" clId="{DDEBAF8B-00A9-4254-9480-257662CA3843}" dt="2024-05-06T12:02:21.805" v="1303"/>
          <ac:spMkLst>
            <pc:docMk/>
            <pc:sldMk cId="3079262745" sldId="992"/>
            <ac:spMk id="78" creationId="{64B052F3-CA2B-C677-B969-82447A55CF7A}"/>
          </ac:spMkLst>
        </pc:spChg>
        <pc:spChg chg="del mod topLvl">
          <ac:chgData name="欣捷 王" userId="b965477fa0aef5e6" providerId="LiveId" clId="{DDEBAF8B-00A9-4254-9480-257662CA3843}" dt="2024-05-14T02:52:43.116" v="1521" actId="478"/>
          <ac:spMkLst>
            <pc:docMk/>
            <pc:sldMk cId="3079262745" sldId="992"/>
            <ac:spMk id="78" creationId="{B0C2F7DD-F062-4C73-16A1-6794CF2EAAA4}"/>
          </ac:spMkLst>
        </pc:spChg>
        <pc:spChg chg="del mod topLvl">
          <ac:chgData name="欣捷 王" userId="b965477fa0aef5e6" providerId="LiveId" clId="{DDEBAF8B-00A9-4254-9480-257662CA3843}" dt="2024-05-14T02:52:43.116" v="1521" actId="478"/>
          <ac:spMkLst>
            <pc:docMk/>
            <pc:sldMk cId="3079262745" sldId="992"/>
            <ac:spMk id="79" creationId="{142731EF-A6A9-F377-BB72-A1FCA3DA7E27}"/>
          </ac:spMkLst>
        </pc:spChg>
        <pc:spChg chg="mod">
          <ac:chgData name="欣捷 王" userId="b965477fa0aef5e6" providerId="LiveId" clId="{DDEBAF8B-00A9-4254-9480-257662CA3843}" dt="2024-05-06T12:02:21.805" v="1303"/>
          <ac:spMkLst>
            <pc:docMk/>
            <pc:sldMk cId="3079262745" sldId="992"/>
            <ac:spMk id="79" creationId="{1F73E583-5959-B988-B690-5AD82E7A58F5}"/>
          </ac:spMkLst>
        </pc:spChg>
        <pc:spChg chg="mod">
          <ac:chgData name="欣捷 王" userId="b965477fa0aef5e6" providerId="LiveId" clId="{DDEBAF8B-00A9-4254-9480-257662CA3843}" dt="2024-05-06T12:02:21.805" v="1303"/>
          <ac:spMkLst>
            <pc:docMk/>
            <pc:sldMk cId="3079262745" sldId="992"/>
            <ac:spMk id="80" creationId="{970FE688-90E2-D18C-22AE-9F4AE4274ECF}"/>
          </ac:spMkLst>
        </pc:spChg>
        <pc:spChg chg="mod">
          <ac:chgData name="欣捷 王" userId="b965477fa0aef5e6" providerId="LiveId" clId="{DDEBAF8B-00A9-4254-9480-257662CA3843}" dt="2024-05-06T12:02:21.805" v="1303"/>
          <ac:spMkLst>
            <pc:docMk/>
            <pc:sldMk cId="3079262745" sldId="992"/>
            <ac:spMk id="81" creationId="{0D62E775-E3B7-21B7-E4D1-071000357C64}"/>
          </ac:spMkLst>
        </pc:spChg>
        <pc:spChg chg="mod">
          <ac:chgData name="欣捷 王" userId="b965477fa0aef5e6" providerId="LiveId" clId="{DDEBAF8B-00A9-4254-9480-257662CA3843}" dt="2024-05-06T12:02:21.805" v="1303"/>
          <ac:spMkLst>
            <pc:docMk/>
            <pc:sldMk cId="3079262745" sldId="992"/>
            <ac:spMk id="82" creationId="{3F36FC75-925C-B113-6B72-D3B2F55529AF}"/>
          </ac:spMkLst>
        </pc:spChg>
        <pc:spChg chg="del mod topLvl">
          <ac:chgData name="欣捷 王" userId="b965477fa0aef5e6" providerId="LiveId" clId="{DDEBAF8B-00A9-4254-9480-257662CA3843}" dt="2024-05-14T02:52:43.116" v="1521" actId="478"/>
          <ac:spMkLst>
            <pc:docMk/>
            <pc:sldMk cId="3079262745" sldId="992"/>
            <ac:spMk id="82" creationId="{D25606BC-6C98-85F9-4736-AA58AF2CAF06}"/>
          </ac:spMkLst>
        </pc:spChg>
        <pc:spChg chg="mod">
          <ac:chgData name="欣捷 王" userId="b965477fa0aef5e6" providerId="LiveId" clId="{DDEBAF8B-00A9-4254-9480-257662CA3843}" dt="2024-05-06T12:02:21.805" v="1303"/>
          <ac:spMkLst>
            <pc:docMk/>
            <pc:sldMk cId="3079262745" sldId="992"/>
            <ac:spMk id="83" creationId="{2348688A-7EED-4E35-82DB-998335CBA045}"/>
          </ac:spMkLst>
        </pc:spChg>
        <pc:spChg chg="del mod topLvl">
          <ac:chgData name="欣捷 王" userId="b965477fa0aef5e6" providerId="LiveId" clId="{DDEBAF8B-00A9-4254-9480-257662CA3843}" dt="2024-05-14T02:52:43.116" v="1521" actId="478"/>
          <ac:spMkLst>
            <pc:docMk/>
            <pc:sldMk cId="3079262745" sldId="992"/>
            <ac:spMk id="84" creationId="{76B91F8A-5BF5-0E15-7F1C-E9B6961F8F3C}"/>
          </ac:spMkLst>
        </pc:spChg>
        <pc:spChg chg="mod">
          <ac:chgData name="欣捷 王" userId="b965477fa0aef5e6" providerId="LiveId" clId="{DDEBAF8B-00A9-4254-9480-257662CA3843}" dt="2024-05-06T12:02:21.805" v="1303"/>
          <ac:spMkLst>
            <pc:docMk/>
            <pc:sldMk cId="3079262745" sldId="992"/>
            <ac:spMk id="84" creationId="{E63F28D7-5B10-0E42-6B04-BFF5721002A0}"/>
          </ac:spMkLst>
        </pc:spChg>
        <pc:spChg chg="mod">
          <ac:chgData name="欣捷 王" userId="b965477fa0aef5e6" providerId="LiveId" clId="{DDEBAF8B-00A9-4254-9480-257662CA3843}" dt="2024-05-06T12:02:21.805" v="1303"/>
          <ac:spMkLst>
            <pc:docMk/>
            <pc:sldMk cId="3079262745" sldId="992"/>
            <ac:spMk id="85" creationId="{7F76A9B6-C45D-4E44-E443-F6DC6BB40CC2}"/>
          </ac:spMkLst>
        </pc:spChg>
        <pc:spChg chg="del mod topLvl">
          <ac:chgData name="欣捷 王" userId="b965477fa0aef5e6" providerId="LiveId" clId="{DDEBAF8B-00A9-4254-9480-257662CA3843}" dt="2024-05-14T02:52:43.116" v="1521" actId="478"/>
          <ac:spMkLst>
            <pc:docMk/>
            <pc:sldMk cId="3079262745" sldId="992"/>
            <ac:spMk id="85" creationId="{BED3AA8D-6914-F212-8049-E7EBECD97E6D}"/>
          </ac:spMkLst>
        </pc:spChg>
        <pc:spChg chg="mod">
          <ac:chgData name="欣捷 王" userId="b965477fa0aef5e6" providerId="LiveId" clId="{DDEBAF8B-00A9-4254-9480-257662CA3843}" dt="2024-05-06T12:02:21.805" v="1303"/>
          <ac:spMkLst>
            <pc:docMk/>
            <pc:sldMk cId="3079262745" sldId="992"/>
            <ac:spMk id="86" creationId="{C77065EF-BF56-CB4E-4B14-FB679EF5E91D}"/>
          </ac:spMkLst>
        </pc:spChg>
        <pc:spChg chg="del mod topLvl">
          <ac:chgData name="欣捷 王" userId="b965477fa0aef5e6" providerId="LiveId" clId="{DDEBAF8B-00A9-4254-9480-257662CA3843}" dt="2024-05-14T02:52:43.116" v="1521" actId="478"/>
          <ac:spMkLst>
            <pc:docMk/>
            <pc:sldMk cId="3079262745" sldId="992"/>
            <ac:spMk id="87" creationId="{8365DC6A-DCBC-779E-9513-058AC758A97A}"/>
          </ac:spMkLst>
        </pc:spChg>
        <pc:spChg chg="mod">
          <ac:chgData name="欣捷 王" userId="b965477fa0aef5e6" providerId="LiveId" clId="{DDEBAF8B-00A9-4254-9480-257662CA3843}" dt="2024-05-06T12:02:21.805" v="1303"/>
          <ac:spMkLst>
            <pc:docMk/>
            <pc:sldMk cId="3079262745" sldId="992"/>
            <ac:spMk id="87" creationId="{A0411DB3-F855-072D-DAF7-E02B4456B8DC}"/>
          </ac:spMkLst>
        </pc:spChg>
        <pc:spChg chg="mod">
          <ac:chgData name="欣捷 王" userId="b965477fa0aef5e6" providerId="LiveId" clId="{DDEBAF8B-00A9-4254-9480-257662CA3843}" dt="2024-05-06T12:02:21.805" v="1303"/>
          <ac:spMkLst>
            <pc:docMk/>
            <pc:sldMk cId="3079262745" sldId="992"/>
            <ac:spMk id="88" creationId="{B92E13EF-65C9-6561-CF68-9BFF76FBA652}"/>
          </ac:spMkLst>
        </pc:spChg>
        <pc:spChg chg="mod">
          <ac:chgData name="欣捷 王" userId="b965477fa0aef5e6" providerId="LiveId" clId="{DDEBAF8B-00A9-4254-9480-257662CA3843}" dt="2024-05-06T12:02:21.805" v="1303"/>
          <ac:spMkLst>
            <pc:docMk/>
            <pc:sldMk cId="3079262745" sldId="992"/>
            <ac:spMk id="89" creationId="{0B931F80-67F8-557D-1E46-712B7412690A}"/>
          </ac:spMkLst>
        </pc:spChg>
        <pc:spChg chg="del mod topLvl">
          <ac:chgData name="欣捷 王" userId="b965477fa0aef5e6" providerId="LiveId" clId="{DDEBAF8B-00A9-4254-9480-257662CA3843}" dt="2024-05-14T02:52:43.116" v="1521" actId="478"/>
          <ac:spMkLst>
            <pc:docMk/>
            <pc:sldMk cId="3079262745" sldId="992"/>
            <ac:spMk id="89" creationId="{E8CE0CB4-A7B6-5341-D142-5AA783588689}"/>
          </ac:spMkLst>
        </pc:spChg>
        <pc:spChg chg="mod">
          <ac:chgData name="欣捷 王" userId="b965477fa0aef5e6" providerId="LiveId" clId="{DDEBAF8B-00A9-4254-9480-257662CA3843}" dt="2024-05-06T12:02:21.805" v="1303"/>
          <ac:spMkLst>
            <pc:docMk/>
            <pc:sldMk cId="3079262745" sldId="992"/>
            <ac:spMk id="90" creationId="{A1A25DB5-68AD-B594-8F21-0F04A950D80D}"/>
          </ac:spMkLst>
        </pc:spChg>
        <pc:spChg chg="del mod">
          <ac:chgData name="欣捷 王" userId="b965477fa0aef5e6" providerId="LiveId" clId="{DDEBAF8B-00A9-4254-9480-257662CA3843}" dt="2024-05-14T02:47:03.124" v="1424" actId="478"/>
          <ac:spMkLst>
            <pc:docMk/>
            <pc:sldMk cId="3079262745" sldId="992"/>
            <ac:spMk id="90" creationId="{F620218E-F63E-4C5F-C4FB-271533459BF6}"/>
          </ac:spMkLst>
        </pc:spChg>
        <pc:spChg chg="mod">
          <ac:chgData name="欣捷 王" userId="b965477fa0aef5e6" providerId="LiveId" clId="{DDEBAF8B-00A9-4254-9480-257662CA3843}" dt="2024-05-06T12:02:21.805" v="1303"/>
          <ac:spMkLst>
            <pc:docMk/>
            <pc:sldMk cId="3079262745" sldId="992"/>
            <ac:spMk id="91" creationId="{066ED114-B86B-E323-4122-28CDCC8E15D2}"/>
          </ac:spMkLst>
        </pc:spChg>
        <pc:spChg chg="del mod topLvl">
          <ac:chgData name="欣捷 王" userId="b965477fa0aef5e6" providerId="LiveId" clId="{DDEBAF8B-00A9-4254-9480-257662CA3843}" dt="2024-05-14T02:52:43.116" v="1521" actId="478"/>
          <ac:spMkLst>
            <pc:docMk/>
            <pc:sldMk cId="3079262745" sldId="992"/>
            <ac:spMk id="91" creationId="{EF0DB1B3-44BF-BFAC-04D2-0880D30CA2A6}"/>
          </ac:spMkLst>
        </pc:spChg>
        <pc:spChg chg="mod">
          <ac:chgData name="欣捷 王" userId="b965477fa0aef5e6" providerId="LiveId" clId="{DDEBAF8B-00A9-4254-9480-257662CA3843}" dt="2024-05-06T12:02:21.805" v="1303"/>
          <ac:spMkLst>
            <pc:docMk/>
            <pc:sldMk cId="3079262745" sldId="992"/>
            <ac:spMk id="92" creationId="{DA53C434-24AD-A6DB-1A55-9BBD1ED69840}"/>
          </ac:spMkLst>
        </pc:spChg>
        <pc:spChg chg="del mod">
          <ac:chgData name="欣捷 王" userId="b965477fa0aef5e6" providerId="LiveId" clId="{DDEBAF8B-00A9-4254-9480-257662CA3843}" dt="2024-05-14T02:47:11.309" v="1428" actId="478"/>
          <ac:spMkLst>
            <pc:docMk/>
            <pc:sldMk cId="3079262745" sldId="992"/>
            <ac:spMk id="92" creationId="{FCB1BBBB-6037-E415-A19D-849C8329CCB2}"/>
          </ac:spMkLst>
        </pc:spChg>
        <pc:spChg chg="mod">
          <ac:chgData name="欣捷 王" userId="b965477fa0aef5e6" providerId="LiveId" clId="{DDEBAF8B-00A9-4254-9480-257662CA3843}" dt="2024-05-06T12:02:21.805" v="1303"/>
          <ac:spMkLst>
            <pc:docMk/>
            <pc:sldMk cId="3079262745" sldId="992"/>
            <ac:spMk id="93" creationId="{0071BD1B-D92F-77E7-6143-88DE5D182171}"/>
          </ac:spMkLst>
        </pc:spChg>
        <pc:spChg chg="del mod">
          <ac:chgData name="欣捷 王" userId="b965477fa0aef5e6" providerId="LiveId" clId="{DDEBAF8B-00A9-4254-9480-257662CA3843}" dt="2024-05-14T02:47:08.826" v="1427" actId="478"/>
          <ac:spMkLst>
            <pc:docMk/>
            <pc:sldMk cId="3079262745" sldId="992"/>
            <ac:spMk id="93" creationId="{EC52225D-94EB-B20C-481F-3D4A4FB780FE}"/>
          </ac:spMkLst>
        </pc:spChg>
        <pc:spChg chg="del mod topLvl">
          <ac:chgData name="欣捷 王" userId="b965477fa0aef5e6" providerId="LiveId" clId="{DDEBAF8B-00A9-4254-9480-257662CA3843}" dt="2024-05-14T02:52:43.116" v="1521" actId="478"/>
          <ac:spMkLst>
            <pc:docMk/>
            <pc:sldMk cId="3079262745" sldId="992"/>
            <ac:spMk id="94" creationId="{7F330706-AE9E-AA2D-1E0B-74DE3B58708F}"/>
          </ac:spMkLst>
        </pc:spChg>
        <pc:spChg chg="mod">
          <ac:chgData name="欣捷 王" userId="b965477fa0aef5e6" providerId="LiveId" clId="{DDEBAF8B-00A9-4254-9480-257662CA3843}" dt="2024-05-06T12:02:21.805" v="1303"/>
          <ac:spMkLst>
            <pc:docMk/>
            <pc:sldMk cId="3079262745" sldId="992"/>
            <ac:spMk id="94" creationId="{EBD87DB8-2EB5-CB72-B977-BAABC6AAD080}"/>
          </ac:spMkLst>
        </pc:spChg>
        <pc:spChg chg="mod">
          <ac:chgData name="欣捷 王" userId="b965477fa0aef5e6" providerId="LiveId" clId="{DDEBAF8B-00A9-4254-9480-257662CA3843}" dt="2024-05-06T12:02:36.951" v="1304"/>
          <ac:spMkLst>
            <pc:docMk/>
            <pc:sldMk cId="3079262745" sldId="992"/>
            <ac:spMk id="99" creationId="{3119350D-54C9-BE50-43B8-A275920A8B23}"/>
          </ac:spMkLst>
        </pc:spChg>
        <pc:spChg chg="mod">
          <ac:chgData name="欣捷 王" userId="b965477fa0aef5e6" providerId="LiveId" clId="{DDEBAF8B-00A9-4254-9480-257662CA3843}" dt="2024-05-14T02:47:23.611" v="1430"/>
          <ac:spMkLst>
            <pc:docMk/>
            <pc:sldMk cId="3079262745" sldId="992"/>
            <ac:spMk id="99" creationId="{BDD2E218-2A9F-3EF1-33EB-E99A62698109}"/>
          </ac:spMkLst>
        </pc:spChg>
        <pc:spChg chg="mod">
          <ac:chgData name="欣捷 王" userId="b965477fa0aef5e6" providerId="LiveId" clId="{DDEBAF8B-00A9-4254-9480-257662CA3843}" dt="2024-05-14T02:47:23.611" v="1430"/>
          <ac:spMkLst>
            <pc:docMk/>
            <pc:sldMk cId="3079262745" sldId="992"/>
            <ac:spMk id="100" creationId="{3A611576-CCC6-2EA9-60E8-A3992EA1D794}"/>
          </ac:spMkLst>
        </pc:spChg>
        <pc:spChg chg="mod">
          <ac:chgData name="欣捷 王" userId="b965477fa0aef5e6" providerId="LiveId" clId="{DDEBAF8B-00A9-4254-9480-257662CA3843}" dt="2024-05-14T02:47:23.611" v="1430"/>
          <ac:spMkLst>
            <pc:docMk/>
            <pc:sldMk cId="3079262745" sldId="992"/>
            <ac:spMk id="101" creationId="{58F712C8-28B5-D73D-AB9D-3B9528761CBD}"/>
          </ac:spMkLst>
        </pc:spChg>
        <pc:spChg chg="mod">
          <ac:chgData name="欣捷 王" userId="b965477fa0aef5e6" providerId="LiveId" clId="{DDEBAF8B-00A9-4254-9480-257662CA3843}" dt="2024-05-06T12:02:36.951" v="1304"/>
          <ac:spMkLst>
            <pc:docMk/>
            <pc:sldMk cId="3079262745" sldId="992"/>
            <ac:spMk id="104" creationId="{F609105F-6FF8-2CB4-CD2E-EBF662B077B6}"/>
          </ac:spMkLst>
        </pc:spChg>
        <pc:spChg chg="mod">
          <ac:chgData name="欣捷 王" userId="b965477fa0aef5e6" providerId="LiveId" clId="{DDEBAF8B-00A9-4254-9480-257662CA3843}" dt="2024-05-06T12:02:36.951" v="1304"/>
          <ac:spMkLst>
            <pc:docMk/>
            <pc:sldMk cId="3079262745" sldId="992"/>
            <ac:spMk id="105" creationId="{58522E4C-E930-F6AD-116C-C63D84E23C3F}"/>
          </ac:spMkLst>
        </pc:spChg>
        <pc:spChg chg="mod">
          <ac:chgData name="欣捷 王" userId="b965477fa0aef5e6" providerId="LiveId" clId="{DDEBAF8B-00A9-4254-9480-257662CA3843}" dt="2024-05-06T12:02:36.951" v="1304"/>
          <ac:spMkLst>
            <pc:docMk/>
            <pc:sldMk cId="3079262745" sldId="992"/>
            <ac:spMk id="106" creationId="{09F8E2CC-AA41-1CB0-EC9A-8C6F6D48182C}"/>
          </ac:spMkLst>
        </pc:spChg>
        <pc:spChg chg="mod">
          <ac:chgData name="欣捷 王" userId="b965477fa0aef5e6" providerId="LiveId" clId="{DDEBAF8B-00A9-4254-9480-257662CA3843}" dt="2024-05-06T12:02:36.951" v="1304"/>
          <ac:spMkLst>
            <pc:docMk/>
            <pc:sldMk cId="3079262745" sldId="992"/>
            <ac:spMk id="107" creationId="{3D3E4379-AAA2-CF38-F84E-89A631D97FDA}"/>
          </ac:spMkLst>
        </pc:spChg>
        <pc:spChg chg="mod">
          <ac:chgData name="欣捷 王" userId="b965477fa0aef5e6" providerId="LiveId" clId="{DDEBAF8B-00A9-4254-9480-257662CA3843}" dt="2024-05-14T02:49:09.447" v="1460" actId="571"/>
          <ac:spMkLst>
            <pc:docMk/>
            <pc:sldMk cId="3079262745" sldId="992"/>
            <ac:spMk id="109" creationId="{6538115E-7BA4-8A72-2472-51CB88A47959}"/>
          </ac:spMkLst>
        </pc:spChg>
        <pc:spChg chg="mod">
          <ac:chgData name="欣捷 王" userId="b965477fa0aef5e6" providerId="LiveId" clId="{DDEBAF8B-00A9-4254-9480-257662CA3843}" dt="2024-05-14T02:49:09.447" v="1460" actId="571"/>
          <ac:spMkLst>
            <pc:docMk/>
            <pc:sldMk cId="3079262745" sldId="992"/>
            <ac:spMk id="110" creationId="{4676DBF1-89B0-A818-4982-4F64647046C7}"/>
          </ac:spMkLst>
        </pc:spChg>
        <pc:spChg chg="del mod topLvl">
          <ac:chgData name="欣捷 王" userId="b965477fa0aef5e6" providerId="LiveId" clId="{DDEBAF8B-00A9-4254-9480-257662CA3843}" dt="2024-05-14T03:14:53.459" v="1804" actId="478"/>
          <ac:spMkLst>
            <pc:docMk/>
            <pc:sldMk cId="3079262745" sldId="992"/>
            <ac:spMk id="112" creationId="{A90A81A0-1370-4A85-9D4C-57B87086C428}"/>
          </ac:spMkLst>
        </pc:spChg>
        <pc:spChg chg="mod">
          <ac:chgData name="欣捷 王" userId="b965477fa0aef5e6" providerId="LiveId" clId="{DDEBAF8B-00A9-4254-9480-257662CA3843}" dt="2024-05-06T12:02:48.074" v="1307" actId="165"/>
          <ac:spMkLst>
            <pc:docMk/>
            <pc:sldMk cId="3079262745" sldId="992"/>
            <ac:spMk id="117" creationId="{B34C213C-79F3-3995-3EB3-8E60A35A390D}"/>
          </ac:spMkLst>
        </pc:spChg>
        <pc:spChg chg="mod">
          <ac:chgData name="欣捷 王" userId="b965477fa0aef5e6" providerId="LiveId" clId="{DDEBAF8B-00A9-4254-9480-257662CA3843}" dt="2024-05-14T02:49:09.447" v="1460" actId="571"/>
          <ac:spMkLst>
            <pc:docMk/>
            <pc:sldMk cId="3079262745" sldId="992"/>
            <ac:spMk id="117" creationId="{DD870B1B-6FBF-EE59-B1C7-48D599314B99}"/>
          </ac:spMkLst>
        </pc:spChg>
        <pc:spChg chg="mod">
          <ac:chgData name="欣捷 王" userId="b965477fa0aef5e6" providerId="LiveId" clId="{DDEBAF8B-00A9-4254-9480-257662CA3843}" dt="2024-05-06T12:02:48.074" v="1307" actId="165"/>
          <ac:spMkLst>
            <pc:docMk/>
            <pc:sldMk cId="3079262745" sldId="992"/>
            <ac:spMk id="118" creationId="{8C3E743E-C4C2-F689-46C6-A281E118716E}"/>
          </ac:spMkLst>
        </pc:spChg>
        <pc:spChg chg="mod">
          <ac:chgData name="欣捷 王" userId="b965477fa0aef5e6" providerId="LiveId" clId="{DDEBAF8B-00A9-4254-9480-257662CA3843}" dt="2024-05-06T12:02:48.074" v="1307" actId="165"/>
          <ac:spMkLst>
            <pc:docMk/>
            <pc:sldMk cId="3079262745" sldId="992"/>
            <ac:spMk id="119" creationId="{11BD27F8-27F5-0012-5E53-D2023E18D387}"/>
          </ac:spMkLst>
        </pc:spChg>
        <pc:spChg chg="mod">
          <ac:chgData name="欣捷 王" userId="b965477fa0aef5e6" providerId="LiveId" clId="{DDEBAF8B-00A9-4254-9480-257662CA3843}" dt="2024-05-06T12:02:48.074" v="1307" actId="165"/>
          <ac:spMkLst>
            <pc:docMk/>
            <pc:sldMk cId="3079262745" sldId="992"/>
            <ac:spMk id="120" creationId="{76B24775-1A19-D759-9523-0D2B42F779FF}"/>
          </ac:spMkLst>
        </pc:spChg>
        <pc:spChg chg="mod">
          <ac:chgData name="欣捷 王" userId="b965477fa0aef5e6" providerId="LiveId" clId="{DDEBAF8B-00A9-4254-9480-257662CA3843}" dt="2024-05-14T02:49:08.397" v="1459" actId="571"/>
          <ac:spMkLst>
            <pc:docMk/>
            <pc:sldMk cId="3079262745" sldId="992"/>
            <ac:spMk id="120" creationId="{7D5B3F3A-940C-A017-DFD0-9E3911E5917F}"/>
          </ac:spMkLst>
        </pc:spChg>
        <pc:spChg chg="mod">
          <ac:chgData name="欣捷 王" userId="b965477fa0aef5e6" providerId="LiveId" clId="{DDEBAF8B-00A9-4254-9480-257662CA3843}" dt="2024-05-14T02:49:08.397" v="1459" actId="571"/>
          <ac:spMkLst>
            <pc:docMk/>
            <pc:sldMk cId="3079262745" sldId="992"/>
            <ac:spMk id="122" creationId="{655259E2-BCF1-8114-50C1-400E81EAE906}"/>
          </ac:spMkLst>
        </pc:spChg>
        <pc:spChg chg="mod">
          <ac:chgData name="欣捷 王" userId="b965477fa0aef5e6" providerId="LiveId" clId="{DDEBAF8B-00A9-4254-9480-257662CA3843}" dt="2024-05-14T02:49:08.397" v="1459" actId="571"/>
          <ac:spMkLst>
            <pc:docMk/>
            <pc:sldMk cId="3079262745" sldId="992"/>
            <ac:spMk id="123" creationId="{553C8D56-0BD4-1DD0-A15A-716A25E560B3}"/>
          </ac:spMkLst>
        </pc:spChg>
        <pc:spChg chg="mod">
          <ac:chgData name="欣捷 王" userId="b965477fa0aef5e6" providerId="LiveId" clId="{DDEBAF8B-00A9-4254-9480-257662CA3843}" dt="2024-05-14T02:50:49.045" v="1509"/>
          <ac:spMkLst>
            <pc:docMk/>
            <pc:sldMk cId="3079262745" sldId="992"/>
            <ac:spMk id="132" creationId="{44F77E76-725A-D46F-FA3E-045ECEDB0995}"/>
          </ac:spMkLst>
        </pc:spChg>
        <pc:spChg chg="mod">
          <ac:chgData name="欣捷 王" userId="b965477fa0aef5e6" providerId="LiveId" clId="{DDEBAF8B-00A9-4254-9480-257662CA3843}" dt="2024-05-14T02:50:35.668" v="1485"/>
          <ac:spMkLst>
            <pc:docMk/>
            <pc:sldMk cId="3079262745" sldId="992"/>
            <ac:spMk id="133" creationId="{DF05216B-7AE3-F57D-16EF-2AEC11B06D32}"/>
          </ac:spMkLst>
        </pc:spChg>
        <pc:spChg chg="mod">
          <ac:chgData name="欣捷 王" userId="b965477fa0aef5e6" providerId="LiveId" clId="{DDEBAF8B-00A9-4254-9480-257662CA3843}" dt="2024-05-14T02:50:38.626" v="1487" actId="20577"/>
          <ac:spMkLst>
            <pc:docMk/>
            <pc:sldMk cId="3079262745" sldId="992"/>
            <ac:spMk id="134" creationId="{EFF68F0D-49DB-772E-6251-1BF2CD5ADF28}"/>
          </ac:spMkLst>
        </pc:spChg>
        <pc:spChg chg="del mod ord topLvl">
          <ac:chgData name="欣捷 王" userId="b965477fa0aef5e6" providerId="LiveId" clId="{DDEBAF8B-00A9-4254-9480-257662CA3843}" dt="2024-05-14T03:14:14.832" v="1787" actId="478"/>
          <ac:spMkLst>
            <pc:docMk/>
            <pc:sldMk cId="3079262745" sldId="992"/>
            <ac:spMk id="136" creationId="{97273002-B558-3397-D28D-268422007E91}"/>
          </ac:spMkLst>
        </pc:spChg>
        <pc:spChg chg="del mod topLvl">
          <ac:chgData name="欣捷 王" userId="b965477fa0aef5e6" providerId="LiveId" clId="{DDEBAF8B-00A9-4254-9480-257662CA3843}" dt="2024-05-14T03:14:12.862" v="1786" actId="478"/>
          <ac:spMkLst>
            <pc:docMk/>
            <pc:sldMk cId="3079262745" sldId="992"/>
            <ac:spMk id="137" creationId="{AE8416D3-1CA6-FDED-9D3A-80EF8523698E}"/>
          </ac:spMkLst>
        </pc:spChg>
        <pc:spChg chg="del mod topLvl">
          <ac:chgData name="欣捷 王" userId="b965477fa0aef5e6" providerId="LiveId" clId="{DDEBAF8B-00A9-4254-9480-257662CA3843}" dt="2024-05-14T03:14:12.862" v="1786" actId="478"/>
          <ac:spMkLst>
            <pc:docMk/>
            <pc:sldMk cId="3079262745" sldId="992"/>
            <ac:spMk id="139" creationId="{89F718D2-9C19-9CDD-E2C5-E4C154BF288D}"/>
          </ac:spMkLst>
        </pc:spChg>
        <pc:spChg chg="mod topLvl">
          <ac:chgData name="欣捷 王" userId="b965477fa0aef5e6" providerId="LiveId" clId="{DDEBAF8B-00A9-4254-9480-257662CA3843}" dt="2024-05-14T03:14:48.604" v="1802" actId="403"/>
          <ac:spMkLst>
            <pc:docMk/>
            <pc:sldMk cId="3079262745" sldId="992"/>
            <ac:spMk id="141" creationId="{ED32D0A3-D68A-DDFD-41F2-095A2B289F7D}"/>
          </ac:spMkLst>
        </pc:spChg>
        <pc:spChg chg="mod topLvl">
          <ac:chgData name="欣捷 王" userId="b965477fa0aef5e6" providerId="LiveId" clId="{DDEBAF8B-00A9-4254-9480-257662CA3843}" dt="2024-05-14T03:14:48.604" v="1802" actId="403"/>
          <ac:spMkLst>
            <pc:docMk/>
            <pc:sldMk cId="3079262745" sldId="992"/>
            <ac:spMk id="143" creationId="{6F2010CC-3F03-F65C-F078-CD1100EA7E94}"/>
          </ac:spMkLst>
        </pc:spChg>
        <pc:spChg chg="mod topLvl">
          <ac:chgData name="欣捷 王" userId="b965477fa0aef5e6" providerId="LiveId" clId="{DDEBAF8B-00A9-4254-9480-257662CA3843}" dt="2024-05-14T03:14:48.604" v="1802" actId="403"/>
          <ac:spMkLst>
            <pc:docMk/>
            <pc:sldMk cId="3079262745" sldId="992"/>
            <ac:spMk id="145" creationId="{8C1B9D2A-CD20-F619-F3BD-937952509586}"/>
          </ac:spMkLst>
        </pc:spChg>
        <pc:spChg chg="del mod topLvl">
          <ac:chgData name="欣捷 王" userId="b965477fa0aef5e6" providerId="LiveId" clId="{DDEBAF8B-00A9-4254-9480-257662CA3843}" dt="2024-05-14T03:14:12.862" v="1786" actId="478"/>
          <ac:spMkLst>
            <pc:docMk/>
            <pc:sldMk cId="3079262745" sldId="992"/>
            <ac:spMk id="146" creationId="{57D259ED-86CB-BDAE-5987-B46CAA8A63EC}"/>
          </ac:spMkLst>
        </pc:spChg>
        <pc:spChg chg="del mod topLvl">
          <ac:chgData name="欣捷 王" userId="b965477fa0aef5e6" providerId="LiveId" clId="{DDEBAF8B-00A9-4254-9480-257662CA3843}" dt="2024-05-14T03:14:12.862" v="1786" actId="478"/>
          <ac:spMkLst>
            <pc:docMk/>
            <pc:sldMk cId="3079262745" sldId="992"/>
            <ac:spMk id="147" creationId="{61E3FC88-B9F6-7313-80E6-282CCD1E8B08}"/>
          </ac:spMkLst>
        </pc:spChg>
        <pc:spChg chg="del mod topLvl">
          <ac:chgData name="欣捷 王" userId="b965477fa0aef5e6" providerId="LiveId" clId="{DDEBAF8B-00A9-4254-9480-257662CA3843}" dt="2024-05-14T03:14:15.996" v="1788" actId="478"/>
          <ac:spMkLst>
            <pc:docMk/>
            <pc:sldMk cId="3079262745" sldId="992"/>
            <ac:spMk id="148" creationId="{ECC0EF24-A7ED-30C8-DEFF-CEB080EA0047}"/>
          </ac:spMkLst>
        </pc:spChg>
        <pc:spChg chg="mod topLvl">
          <ac:chgData name="欣捷 王" userId="b965477fa0aef5e6" providerId="LiveId" clId="{DDEBAF8B-00A9-4254-9480-257662CA3843}" dt="2024-05-14T03:14:48.604" v="1802" actId="403"/>
          <ac:spMkLst>
            <pc:docMk/>
            <pc:sldMk cId="3079262745" sldId="992"/>
            <ac:spMk id="151" creationId="{745BCB72-8805-8216-5E2D-1B0014D5B016}"/>
          </ac:spMkLst>
        </pc:spChg>
        <pc:spChg chg="mod topLvl">
          <ac:chgData name="欣捷 王" userId="b965477fa0aef5e6" providerId="LiveId" clId="{DDEBAF8B-00A9-4254-9480-257662CA3843}" dt="2024-05-14T03:14:48.604" v="1802" actId="403"/>
          <ac:spMkLst>
            <pc:docMk/>
            <pc:sldMk cId="3079262745" sldId="992"/>
            <ac:spMk id="152" creationId="{263394FB-3337-69D4-E2F6-3562A749973C}"/>
          </ac:spMkLst>
        </pc:spChg>
        <pc:spChg chg="del mod topLvl">
          <ac:chgData name="欣捷 王" userId="b965477fa0aef5e6" providerId="LiveId" clId="{DDEBAF8B-00A9-4254-9480-257662CA3843}" dt="2024-05-14T03:14:18.361" v="1789" actId="478"/>
          <ac:spMkLst>
            <pc:docMk/>
            <pc:sldMk cId="3079262745" sldId="992"/>
            <ac:spMk id="154" creationId="{DF94B4E3-19B7-9AC9-7579-2C9DE88AAF4D}"/>
          </ac:spMkLst>
        </pc:spChg>
        <pc:spChg chg="del mod topLvl">
          <ac:chgData name="欣捷 王" userId="b965477fa0aef5e6" providerId="LiveId" clId="{DDEBAF8B-00A9-4254-9480-257662CA3843}" dt="2024-05-14T03:14:40.446" v="1793" actId="478"/>
          <ac:spMkLst>
            <pc:docMk/>
            <pc:sldMk cId="3079262745" sldId="992"/>
            <ac:spMk id="155" creationId="{249B9BD2-2040-F5EA-934B-C364AB48CD05}"/>
          </ac:spMkLst>
        </pc:spChg>
        <pc:spChg chg="del mod topLvl">
          <ac:chgData name="欣捷 王" userId="b965477fa0aef5e6" providerId="LiveId" clId="{DDEBAF8B-00A9-4254-9480-257662CA3843}" dt="2024-05-14T03:14:18.361" v="1789" actId="478"/>
          <ac:spMkLst>
            <pc:docMk/>
            <pc:sldMk cId="3079262745" sldId="992"/>
            <ac:spMk id="156" creationId="{FE84DDFC-5986-3219-7234-2A2353BA226B}"/>
          </ac:spMkLst>
        </pc:spChg>
        <pc:spChg chg="del mod topLvl">
          <ac:chgData name="欣捷 王" userId="b965477fa0aef5e6" providerId="LiveId" clId="{DDEBAF8B-00A9-4254-9480-257662CA3843}" dt="2024-05-14T03:14:18.361" v="1789" actId="478"/>
          <ac:spMkLst>
            <pc:docMk/>
            <pc:sldMk cId="3079262745" sldId="992"/>
            <ac:spMk id="159" creationId="{D57F90F8-F1E5-2AD7-92E1-1DD52693BBE4}"/>
          </ac:spMkLst>
        </pc:spChg>
        <pc:spChg chg="del mod topLvl">
          <ac:chgData name="欣捷 王" userId="b965477fa0aef5e6" providerId="LiveId" clId="{DDEBAF8B-00A9-4254-9480-257662CA3843}" dt="2024-05-14T03:14:18.361" v="1789" actId="478"/>
          <ac:spMkLst>
            <pc:docMk/>
            <pc:sldMk cId="3079262745" sldId="992"/>
            <ac:spMk id="161" creationId="{CF5E4DD5-3D5D-09DD-EE9C-BA39B5580A24}"/>
          </ac:spMkLst>
        </pc:spChg>
        <pc:spChg chg="del mod topLvl">
          <ac:chgData name="欣捷 王" userId="b965477fa0aef5e6" providerId="LiveId" clId="{DDEBAF8B-00A9-4254-9480-257662CA3843}" dt="2024-05-14T03:14:18.361" v="1789" actId="478"/>
          <ac:spMkLst>
            <pc:docMk/>
            <pc:sldMk cId="3079262745" sldId="992"/>
            <ac:spMk id="162" creationId="{FCB9BEE0-4D50-B56F-C21A-2C55ECFBBBA1}"/>
          </ac:spMkLst>
        </pc:spChg>
        <pc:spChg chg="del mod topLvl">
          <ac:chgData name="欣捷 王" userId="b965477fa0aef5e6" providerId="LiveId" clId="{DDEBAF8B-00A9-4254-9480-257662CA3843}" dt="2024-05-14T03:14:19.965" v="1790" actId="478"/>
          <ac:spMkLst>
            <pc:docMk/>
            <pc:sldMk cId="3079262745" sldId="992"/>
            <ac:spMk id="164" creationId="{72C57875-5FDB-BC80-E274-82063BCD50B2}"/>
          </ac:spMkLst>
        </pc:spChg>
        <pc:spChg chg="del mod topLvl">
          <ac:chgData name="欣捷 王" userId="b965477fa0aef5e6" providerId="LiveId" clId="{DDEBAF8B-00A9-4254-9480-257662CA3843}" dt="2024-05-14T03:14:18.361" v="1789" actId="478"/>
          <ac:spMkLst>
            <pc:docMk/>
            <pc:sldMk cId="3079262745" sldId="992"/>
            <ac:spMk id="166" creationId="{46782D05-2073-2179-2FE5-09AD2DF0A034}"/>
          </ac:spMkLst>
        </pc:spChg>
        <pc:spChg chg="del mod">
          <ac:chgData name="欣捷 王" userId="b965477fa0aef5e6" providerId="LiveId" clId="{DDEBAF8B-00A9-4254-9480-257662CA3843}" dt="2024-05-14T02:53:11.901" v="1532" actId="478"/>
          <ac:spMkLst>
            <pc:docMk/>
            <pc:sldMk cId="3079262745" sldId="992"/>
            <ac:spMk id="167" creationId="{E277B2F0-D733-770B-6ED5-556E73B03321}"/>
          </ac:spMkLst>
        </pc:spChg>
        <pc:spChg chg="del mod topLvl">
          <ac:chgData name="欣捷 王" userId="b965477fa0aef5e6" providerId="LiveId" clId="{DDEBAF8B-00A9-4254-9480-257662CA3843}" dt="2024-05-14T03:14:18.361" v="1789" actId="478"/>
          <ac:spMkLst>
            <pc:docMk/>
            <pc:sldMk cId="3079262745" sldId="992"/>
            <ac:spMk id="168" creationId="{66FAF5A0-157A-5246-B9E2-AFB8B502F937}"/>
          </ac:spMkLst>
        </pc:spChg>
        <pc:spChg chg="del mod">
          <ac:chgData name="欣捷 王" userId="b965477fa0aef5e6" providerId="LiveId" clId="{DDEBAF8B-00A9-4254-9480-257662CA3843}" dt="2024-05-14T02:53:18.868" v="1535" actId="478"/>
          <ac:spMkLst>
            <pc:docMk/>
            <pc:sldMk cId="3079262745" sldId="992"/>
            <ac:spMk id="169" creationId="{232863F7-1397-8AA5-EB06-F7A99F44FB77}"/>
          </ac:spMkLst>
        </pc:spChg>
        <pc:spChg chg="del mod">
          <ac:chgData name="欣捷 王" userId="b965477fa0aef5e6" providerId="LiveId" clId="{DDEBAF8B-00A9-4254-9480-257662CA3843}" dt="2024-05-14T02:53:17.759" v="1534" actId="478"/>
          <ac:spMkLst>
            <pc:docMk/>
            <pc:sldMk cId="3079262745" sldId="992"/>
            <ac:spMk id="170" creationId="{7C4ADA73-2903-18CD-227A-31EBEE34945A}"/>
          </ac:spMkLst>
        </pc:spChg>
        <pc:spChg chg="del mod">
          <ac:chgData name="欣捷 王" userId="b965477fa0aef5e6" providerId="LiveId" clId="{DDEBAF8B-00A9-4254-9480-257662CA3843}" dt="2024-05-14T02:53:15.752" v="1533" actId="478"/>
          <ac:spMkLst>
            <pc:docMk/>
            <pc:sldMk cId="3079262745" sldId="992"/>
            <ac:spMk id="171" creationId="{A38C5334-0209-0A3D-D2E1-3A89B16D80FC}"/>
          </ac:spMkLst>
        </pc:spChg>
        <pc:spChg chg="add del mod">
          <ac:chgData name="欣捷 王" userId="b965477fa0aef5e6" providerId="LiveId" clId="{DDEBAF8B-00A9-4254-9480-257662CA3843}" dt="2024-05-14T03:14:18.361" v="1789" actId="478"/>
          <ac:spMkLst>
            <pc:docMk/>
            <pc:sldMk cId="3079262745" sldId="992"/>
            <ac:spMk id="172" creationId="{CFDF407B-CEAE-D92B-AAA9-6E54EF6C7E93}"/>
          </ac:spMkLst>
        </pc:spChg>
        <pc:spChg chg="add mod ord">
          <ac:chgData name="欣捷 王" userId="b965477fa0aef5e6" providerId="LiveId" clId="{DDEBAF8B-00A9-4254-9480-257662CA3843}" dt="2024-05-14T03:14:48.604" v="1802" actId="403"/>
          <ac:spMkLst>
            <pc:docMk/>
            <pc:sldMk cId="3079262745" sldId="992"/>
            <ac:spMk id="175" creationId="{33FE8A17-B672-3334-55BB-99E7F9A6C7D7}"/>
          </ac:spMkLst>
        </pc:spChg>
        <pc:spChg chg="add mod">
          <ac:chgData name="欣捷 王" userId="b965477fa0aef5e6" providerId="LiveId" clId="{DDEBAF8B-00A9-4254-9480-257662CA3843}" dt="2024-05-14T03:14:48.604" v="1802" actId="403"/>
          <ac:spMkLst>
            <pc:docMk/>
            <pc:sldMk cId="3079262745" sldId="992"/>
            <ac:spMk id="176" creationId="{A23DF4C3-0FC2-B778-D935-C4311DA52555}"/>
          </ac:spMkLst>
        </pc:spChg>
        <pc:spChg chg="add del mod">
          <ac:chgData name="欣捷 王" userId="b965477fa0aef5e6" providerId="LiveId" clId="{DDEBAF8B-00A9-4254-9480-257662CA3843}" dt="2024-05-14T03:14:12.862" v="1786" actId="478"/>
          <ac:spMkLst>
            <pc:docMk/>
            <pc:sldMk cId="3079262745" sldId="992"/>
            <ac:spMk id="183" creationId="{68F91D60-C452-2A25-73DC-23F03B9B7C01}"/>
          </ac:spMkLst>
        </pc:spChg>
        <pc:grpChg chg="add del mod">
          <ac:chgData name="欣捷 王" userId="b965477fa0aef5e6" providerId="LiveId" clId="{DDEBAF8B-00A9-4254-9480-257662CA3843}" dt="2024-05-14T02:52:43.116" v="1521" actId="478"/>
          <ac:grpSpMkLst>
            <pc:docMk/>
            <pc:sldMk cId="3079262745" sldId="992"/>
            <ac:grpSpMk id="3" creationId="{24B77AB6-9FB5-97C0-3188-A7D067475C09}"/>
          </ac:grpSpMkLst>
        </pc:grpChg>
        <pc:grpChg chg="mod">
          <ac:chgData name="欣捷 王" userId="b965477fa0aef5e6" providerId="LiveId" clId="{DDEBAF8B-00A9-4254-9480-257662CA3843}" dt="2024-05-14T02:42:01.841" v="1342"/>
          <ac:grpSpMkLst>
            <pc:docMk/>
            <pc:sldMk cId="3079262745" sldId="992"/>
            <ac:grpSpMk id="7" creationId="{72C58F27-2978-76E8-F04C-6372D2947E35}"/>
          </ac:grpSpMkLst>
        </pc:grpChg>
        <pc:grpChg chg="add del mod">
          <ac:chgData name="欣捷 王" userId="b965477fa0aef5e6" providerId="LiveId" clId="{DDEBAF8B-00A9-4254-9480-257662CA3843}" dt="2024-05-06T10:34:34.583" v="1237" actId="478"/>
          <ac:grpSpMkLst>
            <pc:docMk/>
            <pc:sldMk cId="3079262745" sldId="992"/>
            <ac:grpSpMk id="7" creationId="{F7B8E9E6-4B78-F04D-F112-BF121B047CB7}"/>
          </ac:grpSpMkLst>
        </pc:grpChg>
        <pc:grpChg chg="add del mod">
          <ac:chgData name="欣捷 王" userId="b965477fa0aef5e6" providerId="LiveId" clId="{DDEBAF8B-00A9-4254-9480-257662CA3843}" dt="2024-05-14T02:51:06.818" v="1511" actId="165"/>
          <ac:grpSpMkLst>
            <pc:docMk/>
            <pc:sldMk cId="3079262745" sldId="992"/>
            <ac:grpSpMk id="11" creationId="{3781B451-5655-00F8-16D9-DC198EFC5210}"/>
          </ac:grpSpMkLst>
        </pc:grpChg>
        <pc:grpChg chg="del mod topLvl">
          <ac:chgData name="欣捷 王" userId="b965477fa0aef5e6" providerId="LiveId" clId="{DDEBAF8B-00A9-4254-9480-257662CA3843}" dt="2024-05-14T02:51:25.403" v="1517" actId="165"/>
          <ac:grpSpMkLst>
            <pc:docMk/>
            <pc:sldMk cId="3079262745" sldId="992"/>
            <ac:grpSpMk id="12" creationId="{62561352-377D-3278-9BF3-E80C4685CC3E}"/>
          </ac:grpSpMkLst>
        </pc:grpChg>
        <pc:grpChg chg="add mod">
          <ac:chgData name="欣捷 王" userId="b965477fa0aef5e6" providerId="LiveId" clId="{DDEBAF8B-00A9-4254-9480-257662CA3843}" dt="2024-05-14T02:45:33.586" v="1386" actId="1076"/>
          <ac:grpSpMkLst>
            <pc:docMk/>
            <pc:sldMk cId="3079262745" sldId="992"/>
            <ac:grpSpMk id="16" creationId="{78F05164-4FD0-AEA4-91A0-FEF4C6C30A81}"/>
          </ac:grpSpMkLst>
        </pc:grpChg>
        <pc:grpChg chg="add mod">
          <ac:chgData name="欣捷 王" userId="b965477fa0aef5e6" providerId="LiveId" clId="{DDEBAF8B-00A9-4254-9480-257662CA3843}" dt="2024-05-06T11:17:41.901" v="1238"/>
          <ac:grpSpMkLst>
            <pc:docMk/>
            <pc:sldMk cId="3079262745" sldId="992"/>
            <ac:grpSpMk id="37" creationId="{DB6297C6-AF26-FB8F-63D2-4544C626D7CE}"/>
          </ac:grpSpMkLst>
        </pc:grpChg>
        <pc:grpChg chg="mod">
          <ac:chgData name="欣捷 王" userId="b965477fa0aef5e6" providerId="LiveId" clId="{DDEBAF8B-00A9-4254-9480-257662CA3843}" dt="2024-05-06T11:17:41.901" v="1238"/>
          <ac:grpSpMkLst>
            <pc:docMk/>
            <pc:sldMk cId="3079262745" sldId="992"/>
            <ac:grpSpMk id="38" creationId="{D5D5A75E-3B88-0775-6E66-438D32EB5D31}"/>
          </ac:grpSpMkLst>
        </pc:grpChg>
        <pc:grpChg chg="mod">
          <ac:chgData name="欣捷 王" userId="b965477fa0aef5e6" providerId="LiveId" clId="{DDEBAF8B-00A9-4254-9480-257662CA3843}" dt="2024-05-06T11:17:41.901" v="1238"/>
          <ac:grpSpMkLst>
            <pc:docMk/>
            <pc:sldMk cId="3079262745" sldId="992"/>
            <ac:grpSpMk id="39" creationId="{3B7B2745-5535-69A1-5482-C0EABE321CBE}"/>
          </ac:grpSpMkLst>
        </pc:grpChg>
        <pc:grpChg chg="mod">
          <ac:chgData name="欣捷 王" userId="b965477fa0aef5e6" providerId="LiveId" clId="{DDEBAF8B-00A9-4254-9480-257662CA3843}" dt="2024-05-06T11:17:41.901" v="1238"/>
          <ac:grpSpMkLst>
            <pc:docMk/>
            <pc:sldMk cId="3079262745" sldId="992"/>
            <ac:grpSpMk id="40" creationId="{97B257D5-6FFF-149B-ED1C-ABDFCD521A5D}"/>
          </ac:grpSpMkLst>
        </pc:grpChg>
        <pc:grpChg chg="mod">
          <ac:chgData name="欣捷 王" userId="b965477fa0aef5e6" providerId="LiveId" clId="{DDEBAF8B-00A9-4254-9480-257662CA3843}" dt="2024-05-06T11:17:41.901" v="1238"/>
          <ac:grpSpMkLst>
            <pc:docMk/>
            <pc:sldMk cId="3079262745" sldId="992"/>
            <ac:grpSpMk id="41" creationId="{51E9B0EE-A564-8BDA-7324-CB6AED247C5F}"/>
          </ac:grpSpMkLst>
        </pc:grpChg>
        <pc:grpChg chg="add mod">
          <ac:chgData name="欣捷 王" userId="b965477fa0aef5e6" providerId="LiveId" clId="{DDEBAF8B-00A9-4254-9480-257662CA3843}" dt="2024-05-06T11:18:03.302" v="1239"/>
          <ac:grpSpMkLst>
            <pc:docMk/>
            <pc:sldMk cId="3079262745" sldId="992"/>
            <ac:grpSpMk id="50" creationId="{AC694832-0D62-9635-2A15-52145650C856}"/>
          </ac:grpSpMkLst>
        </pc:grpChg>
        <pc:grpChg chg="add del mod">
          <ac:chgData name="欣捷 王" userId="b965477fa0aef5e6" providerId="LiveId" clId="{DDEBAF8B-00A9-4254-9480-257662CA3843}" dt="2024-05-14T02:47:40.766" v="1436" actId="165"/>
          <ac:grpSpMkLst>
            <pc:docMk/>
            <pc:sldMk cId="3079262745" sldId="992"/>
            <ac:grpSpMk id="53" creationId="{02F4A902-4119-E25C-D64A-D34B76866F40}"/>
          </ac:grpSpMkLst>
        </pc:grpChg>
        <pc:grpChg chg="add mod">
          <ac:chgData name="欣捷 王" userId="b965477fa0aef5e6" providerId="LiveId" clId="{DDEBAF8B-00A9-4254-9480-257662CA3843}" dt="2024-05-06T11:19:53.825" v="1259" actId="164"/>
          <ac:grpSpMkLst>
            <pc:docMk/>
            <pc:sldMk cId="3079262745" sldId="992"/>
            <ac:grpSpMk id="59" creationId="{13205381-D6BA-6EA7-F9DB-896EB838503A}"/>
          </ac:grpSpMkLst>
        </pc:grpChg>
        <pc:grpChg chg="del mod">
          <ac:chgData name="欣捷 王" userId="b965477fa0aef5e6" providerId="LiveId" clId="{DDEBAF8B-00A9-4254-9480-257662CA3843}" dt="2024-05-06T11:18:51.519" v="1242" actId="478"/>
          <ac:grpSpMkLst>
            <pc:docMk/>
            <pc:sldMk cId="3079262745" sldId="992"/>
            <ac:grpSpMk id="62" creationId="{0715AF3C-E9AE-5399-0EE4-C32A7994EAEE}"/>
          </ac:grpSpMkLst>
        </pc:grpChg>
        <pc:grpChg chg="add del mod">
          <ac:chgData name="欣捷 王" userId="b965477fa0aef5e6" providerId="LiveId" clId="{DDEBAF8B-00A9-4254-9480-257662CA3843}" dt="2024-05-14T02:52:43.116" v="1521" actId="478"/>
          <ac:grpSpMkLst>
            <pc:docMk/>
            <pc:sldMk cId="3079262745" sldId="992"/>
            <ac:grpSpMk id="66" creationId="{32DE71D6-2F20-CE8A-F634-7C1A60205054}"/>
          </ac:grpSpMkLst>
        </pc:grpChg>
        <pc:grpChg chg="add mod">
          <ac:chgData name="欣捷 王" userId="b965477fa0aef5e6" providerId="LiveId" clId="{DDEBAF8B-00A9-4254-9480-257662CA3843}" dt="2024-05-06T12:02:21.805" v="1303"/>
          <ac:grpSpMkLst>
            <pc:docMk/>
            <pc:sldMk cId="3079262745" sldId="992"/>
            <ac:grpSpMk id="67" creationId="{D10EE4D8-D9E2-BFA6-8FDA-822F6BC991EA}"/>
          </ac:grpSpMkLst>
        </pc:grpChg>
        <pc:grpChg chg="mod">
          <ac:chgData name="欣捷 王" userId="b965477fa0aef5e6" providerId="LiveId" clId="{DDEBAF8B-00A9-4254-9480-257662CA3843}" dt="2024-05-06T12:02:21.805" v="1303"/>
          <ac:grpSpMkLst>
            <pc:docMk/>
            <pc:sldMk cId="3079262745" sldId="992"/>
            <ac:grpSpMk id="68" creationId="{4991C14A-AF25-5496-F333-A7776DF88A6B}"/>
          </ac:grpSpMkLst>
        </pc:grpChg>
        <pc:grpChg chg="mod">
          <ac:chgData name="欣捷 王" userId="b965477fa0aef5e6" providerId="LiveId" clId="{DDEBAF8B-00A9-4254-9480-257662CA3843}" dt="2024-05-06T12:02:21.805" v="1303"/>
          <ac:grpSpMkLst>
            <pc:docMk/>
            <pc:sldMk cId="3079262745" sldId="992"/>
            <ac:grpSpMk id="69" creationId="{19A7FF4F-E392-A944-7DB0-969B705B1EE6}"/>
          </ac:grpSpMkLst>
        </pc:grpChg>
        <pc:grpChg chg="mod">
          <ac:chgData name="欣捷 王" userId="b965477fa0aef5e6" providerId="LiveId" clId="{DDEBAF8B-00A9-4254-9480-257662CA3843}" dt="2024-05-06T12:02:21.805" v="1303"/>
          <ac:grpSpMkLst>
            <pc:docMk/>
            <pc:sldMk cId="3079262745" sldId="992"/>
            <ac:grpSpMk id="70" creationId="{57FA449E-0B62-7C7E-03FE-FF693AEDD0DE}"/>
          </ac:grpSpMkLst>
        </pc:grpChg>
        <pc:grpChg chg="mod">
          <ac:chgData name="欣捷 王" userId="b965477fa0aef5e6" providerId="LiveId" clId="{DDEBAF8B-00A9-4254-9480-257662CA3843}" dt="2024-05-06T12:02:21.805" v="1303"/>
          <ac:grpSpMkLst>
            <pc:docMk/>
            <pc:sldMk cId="3079262745" sldId="992"/>
            <ac:grpSpMk id="74" creationId="{49953AA9-862B-13D2-13DC-20283AAE4BA7}"/>
          </ac:grpSpMkLst>
        </pc:grpChg>
        <pc:grpChg chg="add mod">
          <ac:chgData name="欣捷 王" userId="b965477fa0aef5e6" providerId="LiveId" clId="{DDEBAF8B-00A9-4254-9480-257662CA3843}" dt="2024-05-06T12:02:36.951" v="1304"/>
          <ac:grpSpMkLst>
            <pc:docMk/>
            <pc:sldMk cId="3079262745" sldId="992"/>
            <ac:grpSpMk id="95" creationId="{B9D67949-5ED3-A187-2788-54888B534E8F}"/>
          </ac:grpSpMkLst>
        </pc:grpChg>
        <pc:grpChg chg="mod">
          <ac:chgData name="欣捷 王" userId="b965477fa0aef5e6" providerId="LiveId" clId="{DDEBAF8B-00A9-4254-9480-257662CA3843}" dt="2024-05-06T12:02:36.951" v="1304"/>
          <ac:grpSpMkLst>
            <pc:docMk/>
            <pc:sldMk cId="3079262745" sldId="992"/>
            <ac:grpSpMk id="96" creationId="{DCCED255-9650-D4F6-0564-09F7877C7E75}"/>
          </ac:grpSpMkLst>
        </pc:grpChg>
        <pc:grpChg chg="mod">
          <ac:chgData name="欣捷 王" userId="b965477fa0aef5e6" providerId="LiveId" clId="{DDEBAF8B-00A9-4254-9480-257662CA3843}" dt="2024-05-06T12:02:36.951" v="1304"/>
          <ac:grpSpMkLst>
            <pc:docMk/>
            <pc:sldMk cId="3079262745" sldId="992"/>
            <ac:grpSpMk id="97" creationId="{01CFB639-CA37-25C5-338C-16C861D82557}"/>
          </ac:grpSpMkLst>
        </pc:grpChg>
        <pc:grpChg chg="add mod">
          <ac:chgData name="欣捷 王" userId="b965477fa0aef5e6" providerId="LiveId" clId="{DDEBAF8B-00A9-4254-9480-257662CA3843}" dt="2024-05-14T02:47:23.611" v="1430"/>
          <ac:grpSpMkLst>
            <pc:docMk/>
            <pc:sldMk cId="3079262745" sldId="992"/>
            <ac:grpSpMk id="97" creationId="{B4E5906F-7A83-8D71-E50B-E490F37390E4}"/>
          </ac:grpSpMkLst>
        </pc:grpChg>
        <pc:grpChg chg="mod">
          <ac:chgData name="欣捷 王" userId="b965477fa0aef5e6" providerId="LiveId" clId="{DDEBAF8B-00A9-4254-9480-257662CA3843}" dt="2024-05-14T02:47:23.611" v="1430"/>
          <ac:grpSpMkLst>
            <pc:docMk/>
            <pc:sldMk cId="3079262745" sldId="992"/>
            <ac:grpSpMk id="98" creationId="{F8B68E54-249D-A997-E5C5-31F9166DC4DF}"/>
          </ac:grpSpMkLst>
        </pc:grpChg>
        <pc:grpChg chg="mod">
          <ac:chgData name="欣捷 王" userId="b965477fa0aef5e6" providerId="LiveId" clId="{DDEBAF8B-00A9-4254-9480-257662CA3843}" dt="2024-05-06T12:02:36.951" v="1304"/>
          <ac:grpSpMkLst>
            <pc:docMk/>
            <pc:sldMk cId="3079262745" sldId="992"/>
            <ac:grpSpMk id="98" creationId="{FEF796C3-5F1A-C666-B52E-C4597D829974}"/>
          </ac:grpSpMkLst>
        </pc:grpChg>
        <pc:grpChg chg="add mod">
          <ac:chgData name="欣捷 王" userId="b965477fa0aef5e6" providerId="LiveId" clId="{DDEBAF8B-00A9-4254-9480-257662CA3843}" dt="2024-05-14T02:49:09.447" v="1460" actId="571"/>
          <ac:grpSpMkLst>
            <pc:docMk/>
            <pc:sldMk cId="3079262745" sldId="992"/>
            <ac:grpSpMk id="107" creationId="{36DE892F-9013-778B-0ADD-D62D29D40A36}"/>
          </ac:grpSpMkLst>
        </pc:grpChg>
        <pc:grpChg chg="add del mod">
          <ac:chgData name="欣捷 王" userId="b965477fa0aef5e6" providerId="LiveId" clId="{DDEBAF8B-00A9-4254-9480-257662CA3843}" dt="2024-05-06T12:02:48.074" v="1307" actId="165"/>
          <ac:grpSpMkLst>
            <pc:docMk/>
            <pc:sldMk cId="3079262745" sldId="992"/>
            <ac:grpSpMk id="108" creationId="{92CE8C67-192E-B82F-CE12-867A84909D31}"/>
          </ac:grpSpMkLst>
        </pc:grpChg>
        <pc:grpChg chg="mod">
          <ac:chgData name="欣捷 王" userId="b965477fa0aef5e6" providerId="LiveId" clId="{DDEBAF8B-00A9-4254-9480-257662CA3843}" dt="2024-05-14T02:49:09.447" v="1460" actId="571"/>
          <ac:grpSpMkLst>
            <pc:docMk/>
            <pc:sldMk cId="3079262745" sldId="992"/>
            <ac:grpSpMk id="108" creationId="{EA6784BF-0192-E052-72CF-FEE94A603AC3}"/>
          </ac:grpSpMkLst>
        </pc:grpChg>
        <pc:grpChg chg="del mod topLvl">
          <ac:chgData name="欣捷 王" userId="b965477fa0aef5e6" providerId="LiveId" clId="{DDEBAF8B-00A9-4254-9480-257662CA3843}" dt="2024-05-06T12:02:51.358" v="1308" actId="478"/>
          <ac:grpSpMkLst>
            <pc:docMk/>
            <pc:sldMk cId="3079262745" sldId="992"/>
            <ac:grpSpMk id="109" creationId="{9094B512-5E44-AE95-C72D-9B4DC95DC713}"/>
          </ac:grpSpMkLst>
        </pc:grpChg>
        <pc:grpChg chg="del mod topLvl">
          <ac:chgData name="欣捷 王" userId="b965477fa0aef5e6" providerId="LiveId" clId="{DDEBAF8B-00A9-4254-9480-257662CA3843}" dt="2024-05-06T12:02:51.358" v="1308" actId="478"/>
          <ac:grpSpMkLst>
            <pc:docMk/>
            <pc:sldMk cId="3079262745" sldId="992"/>
            <ac:grpSpMk id="110" creationId="{E9F3B163-0D7F-6F16-AE08-5245CDBC6F82}"/>
          </ac:grpSpMkLst>
        </pc:grpChg>
        <pc:grpChg chg="add del mod topLvl">
          <ac:chgData name="欣捷 王" userId="b965477fa0aef5e6" providerId="LiveId" clId="{DDEBAF8B-00A9-4254-9480-257662CA3843}" dt="2024-05-14T02:45:51.608" v="1394" actId="478"/>
          <ac:grpSpMkLst>
            <pc:docMk/>
            <pc:sldMk cId="3079262745" sldId="992"/>
            <ac:grpSpMk id="111" creationId="{DF2A4BD4-FF67-F2A0-08DE-9E2151BA64AB}"/>
          </ac:grpSpMkLst>
        </pc:grpChg>
        <pc:grpChg chg="add mod">
          <ac:chgData name="欣捷 王" userId="b965477fa0aef5e6" providerId="LiveId" clId="{DDEBAF8B-00A9-4254-9480-257662CA3843}" dt="2024-05-14T02:49:08.397" v="1459" actId="571"/>
          <ac:grpSpMkLst>
            <pc:docMk/>
            <pc:sldMk cId="3079262745" sldId="992"/>
            <ac:grpSpMk id="118" creationId="{D618E9C8-00DD-2500-2466-8055A670D2C0}"/>
          </ac:grpSpMkLst>
        </pc:grpChg>
        <pc:grpChg chg="mod">
          <ac:chgData name="欣捷 王" userId="b965477fa0aef5e6" providerId="LiveId" clId="{DDEBAF8B-00A9-4254-9480-257662CA3843}" dt="2024-05-14T02:49:08.397" v="1459" actId="571"/>
          <ac:grpSpMkLst>
            <pc:docMk/>
            <pc:sldMk cId="3079262745" sldId="992"/>
            <ac:grpSpMk id="119" creationId="{39D86CBD-DA02-AC21-97B5-4CF6F32707A5}"/>
          </ac:grpSpMkLst>
        </pc:grpChg>
        <pc:grpChg chg="add del mod">
          <ac:chgData name="欣捷 王" userId="b965477fa0aef5e6" providerId="LiveId" clId="{DDEBAF8B-00A9-4254-9480-257662CA3843}" dt="2024-05-14T02:45:49.901" v="1393" actId="165"/>
          <ac:grpSpMkLst>
            <pc:docMk/>
            <pc:sldMk cId="3079262745" sldId="992"/>
            <ac:grpSpMk id="121" creationId="{D933E3D6-99B6-5567-C515-6EF8675706FC}"/>
          </ac:grpSpMkLst>
        </pc:grpChg>
        <pc:grpChg chg="add del mod">
          <ac:chgData name="欣捷 王" userId="b965477fa0aef5e6" providerId="LiveId" clId="{DDEBAF8B-00A9-4254-9480-257662CA3843}" dt="2024-05-14T02:52:43.116" v="1521" actId="478"/>
          <ac:grpSpMkLst>
            <pc:docMk/>
            <pc:sldMk cId="3079262745" sldId="992"/>
            <ac:grpSpMk id="130" creationId="{EB122AFF-C101-161F-34CB-064B344D82AE}"/>
          </ac:grpSpMkLst>
        </pc:grpChg>
        <pc:grpChg chg="mod">
          <ac:chgData name="欣捷 王" userId="b965477fa0aef5e6" providerId="LiveId" clId="{DDEBAF8B-00A9-4254-9480-257662CA3843}" dt="2024-05-14T02:50:35.668" v="1485"/>
          <ac:grpSpMkLst>
            <pc:docMk/>
            <pc:sldMk cId="3079262745" sldId="992"/>
            <ac:grpSpMk id="131" creationId="{DAD061A6-BBD1-EB87-DE90-0525D8455A1E}"/>
          </ac:grpSpMkLst>
        </pc:grpChg>
        <pc:grpChg chg="add del mod">
          <ac:chgData name="欣捷 王" userId="b965477fa0aef5e6" providerId="LiveId" clId="{DDEBAF8B-00A9-4254-9480-257662CA3843}" dt="2024-05-14T02:55:50.354" v="1595" actId="165"/>
          <ac:grpSpMkLst>
            <pc:docMk/>
            <pc:sldMk cId="3079262745" sldId="992"/>
            <ac:grpSpMk id="135" creationId="{12522357-5B60-C2E6-3205-47789FD63739}"/>
          </ac:grpSpMkLst>
        </pc:grpChg>
        <pc:grpChg chg="add mod ord">
          <ac:chgData name="欣捷 王" userId="b965477fa0aef5e6" providerId="LiveId" clId="{DDEBAF8B-00A9-4254-9480-257662CA3843}" dt="2024-05-14T03:14:48.604" v="1802" actId="403"/>
          <ac:grpSpMkLst>
            <pc:docMk/>
            <pc:sldMk cId="3079262745" sldId="992"/>
            <ac:grpSpMk id="197" creationId="{EFFDE7EC-67E6-06F9-9622-E51195FE71B7}"/>
          </ac:grpSpMkLst>
        </pc:grpChg>
        <pc:grpChg chg="add mod">
          <ac:chgData name="欣捷 王" userId="b965477fa0aef5e6" providerId="LiveId" clId="{DDEBAF8B-00A9-4254-9480-257662CA3843}" dt="2024-05-14T03:14:56.137" v="1805" actId="1076"/>
          <ac:grpSpMkLst>
            <pc:docMk/>
            <pc:sldMk cId="3079262745" sldId="992"/>
            <ac:grpSpMk id="199" creationId="{20229554-24DE-049C-3EC2-16A9E92E708E}"/>
          </ac:grpSpMkLst>
        </pc:grpChg>
        <pc:cxnChg chg="mod">
          <ac:chgData name="欣捷 王" userId="b965477fa0aef5e6" providerId="LiveId" clId="{DDEBAF8B-00A9-4254-9480-257662CA3843}" dt="2024-05-06T10:34:34.583" v="1237" actId="478"/>
          <ac:cxnSpMkLst>
            <pc:docMk/>
            <pc:sldMk cId="3079262745" sldId="992"/>
            <ac:cxnSpMk id="10" creationId="{34CFF6D9-7BFA-407A-9D08-29183A78665D}"/>
          </ac:cxnSpMkLst>
        </pc:cxnChg>
        <pc:cxnChg chg="mod">
          <ac:chgData name="欣捷 王" userId="b965477fa0aef5e6" providerId="LiveId" clId="{DDEBAF8B-00A9-4254-9480-257662CA3843}" dt="2024-05-06T10:34:34.583" v="1237" actId="478"/>
          <ac:cxnSpMkLst>
            <pc:docMk/>
            <pc:sldMk cId="3079262745" sldId="992"/>
            <ac:cxnSpMk id="12" creationId="{C180E6EF-D695-D787-02C4-1B283A9E2FDE}"/>
          </ac:cxnSpMkLst>
        </pc:cxnChg>
        <pc:cxnChg chg="mod">
          <ac:chgData name="欣捷 王" userId="b965477fa0aef5e6" providerId="LiveId" clId="{DDEBAF8B-00A9-4254-9480-257662CA3843}" dt="2024-05-06T10:34:34.583" v="1237" actId="478"/>
          <ac:cxnSpMkLst>
            <pc:docMk/>
            <pc:sldMk cId="3079262745" sldId="992"/>
            <ac:cxnSpMk id="14" creationId="{DE5B41F4-E00F-3CCA-6590-3ED400C72BD8}"/>
          </ac:cxnSpMkLst>
        </pc:cxnChg>
        <pc:cxnChg chg="mod">
          <ac:chgData name="欣捷 王" userId="b965477fa0aef5e6" providerId="LiveId" clId="{DDEBAF8B-00A9-4254-9480-257662CA3843}" dt="2024-05-06T10:34:34.583" v="1237" actId="478"/>
          <ac:cxnSpMkLst>
            <pc:docMk/>
            <pc:sldMk cId="3079262745" sldId="992"/>
            <ac:cxnSpMk id="16" creationId="{E40F0863-57A6-69CD-2477-6E0BEEB3ED66}"/>
          </ac:cxnSpMkLst>
        </pc:cxnChg>
        <pc:cxnChg chg="mod">
          <ac:chgData name="欣捷 王" userId="b965477fa0aef5e6" providerId="LiveId" clId="{DDEBAF8B-00A9-4254-9480-257662CA3843}" dt="2024-05-06T10:34:34.583" v="1237" actId="478"/>
          <ac:cxnSpMkLst>
            <pc:docMk/>
            <pc:sldMk cId="3079262745" sldId="992"/>
            <ac:cxnSpMk id="18" creationId="{C0473054-0BB9-CD75-6FC7-80518B08405F}"/>
          </ac:cxnSpMkLst>
        </pc:cxnChg>
        <pc:cxnChg chg="mod">
          <ac:chgData name="欣捷 王" userId="b965477fa0aef5e6" providerId="LiveId" clId="{DDEBAF8B-00A9-4254-9480-257662CA3843}" dt="2024-05-14T02:45:22.109" v="1384"/>
          <ac:cxnSpMkLst>
            <pc:docMk/>
            <pc:sldMk cId="3079262745" sldId="992"/>
            <ac:cxnSpMk id="19" creationId="{4EF7175F-849A-4DFC-A6B3-C782A3F5176F}"/>
          </ac:cxnSpMkLst>
        </pc:cxnChg>
        <pc:cxnChg chg="mod">
          <ac:chgData name="欣捷 王" userId="b965477fa0aef5e6" providerId="LiveId" clId="{DDEBAF8B-00A9-4254-9480-257662CA3843}" dt="2024-05-06T10:34:34.583" v="1237" actId="478"/>
          <ac:cxnSpMkLst>
            <pc:docMk/>
            <pc:sldMk cId="3079262745" sldId="992"/>
            <ac:cxnSpMk id="20" creationId="{C260B009-5B5B-E0B5-51D9-BFF1D6F4C81F}"/>
          </ac:cxnSpMkLst>
        </pc:cxnChg>
        <pc:cxnChg chg="mod">
          <ac:chgData name="欣捷 王" userId="b965477fa0aef5e6" providerId="LiveId" clId="{DDEBAF8B-00A9-4254-9480-257662CA3843}" dt="2024-05-14T02:45:22.109" v="1384"/>
          <ac:cxnSpMkLst>
            <pc:docMk/>
            <pc:sldMk cId="3079262745" sldId="992"/>
            <ac:cxnSpMk id="21" creationId="{3CBAFC38-61E0-81B0-53D6-A581EDFA3F0D}"/>
          </ac:cxnSpMkLst>
        </pc:cxnChg>
        <pc:cxnChg chg="mod">
          <ac:chgData name="欣捷 王" userId="b965477fa0aef5e6" providerId="LiveId" clId="{DDEBAF8B-00A9-4254-9480-257662CA3843}" dt="2024-05-06T10:34:34.583" v="1237" actId="478"/>
          <ac:cxnSpMkLst>
            <pc:docMk/>
            <pc:sldMk cId="3079262745" sldId="992"/>
            <ac:cxnSpMk id="22" creationId="{A0C20B65-A393-9DD7-F04A-7318FD8F1AAD}"/>
          </ac:cxnSpMkLst>
        </pc:cxnChg>
        <pc:cxnChg chg="mod">
          <ac:chgData name="欣捷 王" userId="b965477fa0aef5e6" providerId="LiveId" clId="{DDEBAF8B-00A9-4254-9480-257662CA3843}" dt="2024-05-14T02:45:22.109" v="1384"/>
          <ac:cxnSpMkLst>
            <pc:docMk/>
            <pc:sldMk cId="3079262745" sldId="992"/>
            <ac:cxnSpMk id="23" creationId="{B075957A-4174-CBCD-B09D-8503D020A293}"/>
          </ac:cxnSpMkLst>
        </pc:cxnChg>
        <pc:cxnChg chg="mod">
          <ac:chgData name="欣捷 王" userId="b965477fa0aef5e6" providerId="LiveId" clId="{DDEBAF8B-00A9-4254-9480-257662CA3843}" dt="2024-05-06T10:34:34.583" v="1237" actId="478"/>
          <ac:cxnSpMkLst>
            <pc:docMk/>
            <pc:sldMk cId="3079262745" sldId="992"/>
            <ac:cxnSpMk id="24" creationId="{DC0C5FA8-1B45-A07A-CE74-F6012E60F71D}"/>
          </ac:cxnSpMkLst>
        </pc:cxnChg>
        <pc:cxnChg chg="mod">
          <ac:chgData name="欣捷 王" userId="b965477fa0aef5e6" providerId="LiveId" clId="{DDEBAF8B-00A9-4254-9480-257662CA3843}" dt="2024-05-14T02:45:22.109" v="1384"/>
          <ac:cxnSpMkLst>
            <pc:docMk/>
            <pc:sldMk cId="3079262745" sldId="992"/>
            <ac:cxnSpMk id="25" creationId="{636AB59F-1C62-21CE-8038-5743B82D095E}"/>
          </ac:cxnSpMkLst>
        </pc:cxnChg>
        <pc:cxnChg chg="mod">
          <ac:chgData name="欣捷 王" userId="b965477fa0aef5e6" providerId="LiveId" clId="{DDEBAF8B-00A9-4254-9480-257662CA3843}" dt="2024-05-06T10:34:34.583" v="1237" actId="478"/>
          <ac:cxnSpMkLst>
            <pc:docMk/>
            <pc:sldMk cId="3079262745" sldId="992"/>
            <ac:cxnSpMk id="26" creationId="{A969C415-D1FF-A90B-937C-937A0799AAF8}"/>
          </ac:cxnSpMkLst>
        </pc:cxnChg>
        <pc:cxnChg chg="mod">
          <ac:chgData name="欣捷 王" userId="b965477fa0aef5e6" providerId="LiveId" clId="{DDEBAF8B-00A9-4254-9480-257662CA3843}" dt="2024-05-06T10:34:34.583" v="1237" actId="478"/>
          <ac:cxnSpMkLst>
            <pc:docMk/>
            <pc:sldMk cId="3079262745" sldId="992"/>
            <ac:cxnSpMk id="28" creationId="{0A5B49AF-2D9B-4ED2-E7AA-5AC471915D8F}"/>
          </ac:cxnSpMkLst>
        </pc:cxnChg>
        <pc:cxnChg chg="mod">
          <ac:chgData name="欣捷 王" userId="b965477fa0aef5e6" providerId="LiveId" clId="{DDEBAF8B-00A9-4254-9480-257662CA3843}" dt="2024-05-06T10:34:34.583" v="1237" actId="478"/>
          <ac:cxnSpMkLst>
            <pc:docMk/>
            <pc:sldMk cId="3079262745" sldId="992"/>
            <ac:cxnSpMk id="30" creationId="{8F5422B4-C02E-3855-A08F-D5FBDF90D976}"/>
          </ac:cxnSpMkLst>
        </pc:cxnChg>
        <pc:cxnChg chg="mod">
          <ac:chgData name="欣捷 王" userId="b965477fa0aef5e6" providerId="LiveId" clId="{DDEBAF8B-00A9-4254-9480-257662CA3843}" dt="2024-05-14T02:45:22.109" v="1384"/>
          <ac:cxnSpMkLst>
            <pc:docMk/>
            <pc:sldMk cId="3079262745" sldId="992"/>
            <ac:cxnSpMk id="30" creationId="{A7FD2006-16A7-1409-CD81-F41EFD088D38}"/>
          </ac:cxnSpMkLst>
        </pc:cxnChg>
        <pc:cxnChg chg="mod">
          <ac:chgData name="欣捷 王" userId="b965477fa0aef5e6" providerId="LiveId" clId="{DDEBAF8B-00A9-4254-9480-257662CA3843}" dt="2024-05-14T02:45:22.109" v="1384"/>
          <ac:cxnSpMkLst>
            <pc:docMk/>
            <pc:sldMk cId="3079262745" sldId="992"/>
            <ac:cxnSpMk id="31" creationId="{6E04535F-B68C-5D0B-D9ED-F145425FF932}"/>
          </ac:cxnSpMkLst>
        </pc:cxnChg>
        <pc:cxnChg chg="mod">
          <ac:chgData name="欣捷 王" userId="b965477fa0aef5e6" providerId="LiveId" clId="{DDEBAF8B-00A9-4254-9480-257662CA3843}" dt="2024-05-06T10:34:34.583" v="1237" actId="478"/>
          <ac:cxnSpMkLst>
            <pc:docMk/>
            <pc:sldMk cId="3079262745" sldId="992"/>
            <ac:cxnSpMk id="32" creationId="{9AB1EE37-6881-4A94-443F-D692B464B5AC}"/>
          </ac:cxnSpMkLst>
        </pc:cxnChg>
        <pc:cxnChg chg="mod">
          <ac:chgData name="欣捷 王" userId="b965477fa0aef5e6" providerId="LiveId" clId="{DDEBAF8B-00A9-4254-9480-257662CA3843}" dt="2024-05-14T02:45:22.109" v="1384"/>
          <ac:cxnSpMkLst>
            <pc:docMk/>
            <pc:sldMk cId="3079262745" sldId="992"/>
            <ac:cxnSpMk id="34" creationId="{3980444B-4B3D-EB3D-2503-633D866FD814}"/>
          </ac:cxnSpMkLst>
        </pc:cxnChg>
        <pc:cxnChg chg="mod">
          <ac:chgData name="欣捷 王" userId="b965477fa0aef5e6" providerId="LiveId" clId="{DDEBAF8B-00A9-4254-9480-257662CA3843}" dt="2024-05-06T10:34:34.583" v="1237" actId="478"/>
          <ac:cxnSpMkLst>
            <pc:docMk/>
            <pc:sldMk cId="3079262745" sldId="992"/>
            <ac:cxnSpMk id="34" creationId="{9AF9915F-70EE-8523-412A-4C89218796A1}"/>
          </ac:cxnSpMkLst>
        </pc:cxnChg>
        <pc:cxnChg chg="mod">
          <ac:chgData name="欣捷 王" userId="b965477fa0aef5e6" providerId="LiveId" clId="{DDEBAF8B-00A9-4254-9480-257662CA3843}" dt="2024-05-06T10:34:34.583" v="1237" actId="478"/>
          <ac:cxnSpMkLst>
            <pc:docMk/>
            <pc:sldMk cId="3079262745" sldId="992"/>
            <ac:cxnSpMk id="36" creationId="{F02A46AE-B6C4-9AB9-1BF5-DF393BD9278F}"/>
          </ac:cxnSpMkLst>
        </pc:cxnChg>
        <pc:cxnChg chg="mod">
          <ac:chgData name="欣捷 王" userId="b965477fa0aef5e6" providerId="LiveId" clId="{DDEBAF8B-00A9-4254-9480-257662CA3843}" dt="2024-05-14T02:45:22.109" v="1384"/>
          <ac:cxnSpMkLst>
            <pc:docMk/>
            <pc:sldMk cId="3079262745" sldId="992"/>
            <ac:cxnSpMk id="38" creationId="{EAF0306A-E205-87F1-AC25-5E834036394C}"/>
          </ac:cxnSpMkLst>
        </pc:cxnChg>
        <pc:cxnChg chg="mod">
          <ac:chgData name="欣捷 王" userId="b965477fa0aef5e6" providerId="LiveId" clId="{DDEBAF8B-00A9-4254-9480-257662CA3843}" dt="2024-05-14T02:45:22.109" v="1384"/>
          <ac:cxnSpMkLst>
            <pc:docMk/>
            <pc:sldMk cId="3079262745" sldId="992"/>
            <ac:cxnSpMk id="39" creationId="{72B0ACA7-7006-96D1-9FE3-ACAD1F06AF18}"/>
          </ac:cxnSpMkLst>
        </pc:cxnChg>
        <pc:cxnChg chg="mod">
          <ac:chgData name="欣捷 王" userId="b965477fa0aef5e6" providerId="LiveId" clId="{DDEBAF8B-00A9-4254-9480-257662CA3843}" dt="2024-05-14T02:45:22.109" v="1384"/>
          <ac:cxnSpMkLst>
            <pc:docMk/>
            <pc:sldMk cId="3079262745" sldId="992"/>
            <ac:cxnSpMk id="41" creationId="{6D8D3768-C7C1-59AA-BC08-4D1031E1639F}"/>
          </ac:cxnSpMkLst>
        </pc:cxnChg>
        <pc:cxnChg chg="mod">
          <ac:chgData name="欣捷 王" userId="b965477fa0aef5e6" providerId="LiveId" clId="{DDEBAF8B-00A9-4254-9480-257662CA3843}" dt="2024-05-14T02:45:22.109" v="1384"/>
          <ac:cxnSpMkLst>
            <pc:docMk/>
            <pc:sldMk cId="3079262745" sldId="992"/>
            <ac:cxnSpMk id="44" creationId="{BED5C5BF-1CEA-D2DF-807A-E046B384AC52}"/>
          </ac:cxnSpMkLst>
        </pc:cxnChg>
        <pc:cxnChg chg="mod">
          <ac:chgData name="欣捷 王" userId="b965477fa0aef5e6" providerId="LiveId" clId="{DDEBAF8B-00A9-4254-9480-257662CA3843}" dt="2024-05-14T02:45:22.109" v="1384"/>
          <ac:cxnSpMkLst>
            <pc:docMk/>
            <pc:sldMk cId="3079262745" sldId="992"/>
            <ac:cxnSpMk id="46" creationId="{135BF675-34D5-385D-FB38-E91DFCE075C6}"/>
          </ac:cxnSpMkLst>
        </pc:cxnChg>
        <pc:cxnChg chg="mod">
          <ac:chgData name="欣捷 王" userId="b965477fa0aef5e6" providerId="LiveId" clId="{DDEBAF8B-00A9-4254-9480-257662CA3843}" dt="2024-05-06T11:18:03.302" v="1239"/>
          <ac:cxnSpMkLst>
            <pc:docMk/>
            <pc:sldMk cId="3079262745" sldId="992"/>
            <ac:cxnSpMk id="52" creationId="{3CBF3F29-8F1F-CC35-EF21-A5525FECEC4D}"/>
          </ac:cxnSpMkLst>
        </pc:cxnChg>
        <pc:cxnChg chg="mod">
          <ac:chgData name="欣捷 王" userId="b965477fa0aef5e6" providerId="LiveId" clId="{DDEBAF8B-00A9-4254-9480-257662CA3843}" dt="2024-05-06T11:18:03.302" v="1239"/>
          <ac:cxnSpMkLst>
            <pc:docMk/>
            <pc:sldMk cId="3079262745" sldId="992"/>
            <ac:cxnSpMk id="53" creationId="{0308FF31-765D-1894-059F-32FF03BCAB89}"/>
          </ac:cxnSpMkLst>
        </pc:cxnChg>
        <pc:cxnChg chg="mod">
          <ac:chgData name="欣捷 王" userId="b965477fa0aef5e6" providerId="LiveId" clId="{DDEBAF8B-00A9-4254-9480-257662CA3843}" dt="2024-05-06T11:18:03.302" v="1239"/>
          <ac:cxnSpMkLst>
            <pc:docMk/>
            <pc:sldMk cId="3079262745" sldId="992"/>
            <ac:cxnSpMk id="54" creationId="{63708105-C8AC-CC39-2C23-704E07477EB8}"/>
          </ac:cxnSpMkLst>
        </pc:cxnChg>
        <pc:cxnChg chg="mod">
          <ac:chgData name="欣捷 王" userId="b965477fa0aef5e6" providerId="LiveId" clId="{DDEBAF8B-00A9-4254-9480-257662CA3843}" dt="2024-05-06T11:18:03.302" v="1239"/>
          <ac:cxnSpMkLst>
            <pc:docMk/>
            <pc:sldMk cId="3079262745" sldId="992"/>
            <ac:cxnSpMk id="55" creationId="{FDF4DDAA-6A31-D4BA-7B57-7926B1785680}"/>
          </ac:cxnSpMkLst>
        </pc:cxnChg>
        <pc:cxnChg chg="del mod topLvl">
          <ac:chgData name="欣捷 王" userId="b965477fa0aef5e6" providerId="LiveId" clId="{DDEBAF8B-00A9-4254-9480-257662CA3843}" dt="2024-05-14T02:52:43.116" v="1521" actId="478"/>
          <ac:cxnSpMkLst>
            <pc:docMk/>
            <pc:sldMk cId="3079262745" sldId="992"/>
            <ac:cxnSpMk id="56" creationId="{272DE38C-6FED-B52D-71A8-29FC08DCA042}"/>
          </ac:cxnSpMkLst>
        </pc:cxnChg>
        <pc:cxnChg chg="del mod topLvl">
          <ac:chgData name="欣捷 王" userId="b965477fa0aef5e6" providerId="LiveId" clId="{DDEBAF8B-00A9-4254-9480-257662CA3843}" dt="2024-05-14T02:52:43.116" v="1521" actId="478"/>
          <ac:cxnSpMkLst>
            <pc:docMk/>
            <pc:sldMk cId="3079262745" sldId="992"/>
            <ac:cxnSpMk id="58" creationId="{31BD6DE0-D3A4-B9EF-46A8-93933446B45F}"/>
          </ac:cxnSpMkLst>
        </pc:cxnChg>
        <pc:cxnChg chg="del mod topLvl">
          <ac:chgData name="欣捷 王" userId="b965477fa0aef5e6" providerId="LiveId" clId="{DDEBAF8B-00A9-4254-9480-257662CA3843}" dt="2024-05-14T02:52:43.116" v="1521" actId="478"/>
          <ac:cxnSpMkLst>
            <pc:docMk/>
            <pc:sldMk cId="3079262745" sldId="992"/>
            <ac:cxnSpMk id="63" creationId="{2D8C874A-E237-4E86-83BD-12A523754715}"/>
          </ac:cxnSpMkLst>
        </pc:cxnChg>
        <pc:cxnChg chg="del mod topLvl">
          <ac:chgData name="欣捷 王" userId="b965477fa0aef5e6" providerId="LiveId" clId="{DDEBAF8B-00A9-4254-9480-257662CA3843}" dt="2024-05-14T02:52:43.116" v="1521" actId="478"/>
          <ac:cxnSpMkLst>
            <pc:docMk/>
            <pc:sldMk cId="3079262745" sldId="992"/>
            <ac:cxnSpMk id="67" creationId="{DA0CDB2D-976A-F96D-2734-0947079AEA05}"/>
          </ac:cxnSpMkLst>
        </pc:cxnChg>
        <pc:cxnChg chg="del mod topLvl">
          <ac:chgData name="欣捷 王" userId="b965477fa0aef5e6" providerId="LiveId" clId="{DDEBAF8B-00A9-4254-9480-257662CA3843}" dt="2024-05-14T02:52:43.116" v="1521" actId="478"/>
          <ac:cxnSpMkLst>
            <pc:docMk/>
            <pc:sldMk cId="3079262745" sldId="992"/>
            <ac:cxnSpMk id="72" creationId="{2B7F47F9-8411-4E80-7C64-847A57CE282E}"/>
          </ac:cxnSpMkLst>
        </pc:cxnChg>
        <pc:cxnChg chg="del mod topLvl">
          <ac:chgData name="欣捷 王" userId="b965477fa0aef5e6" providerId="LiveId" clId="{DDEBAF8B-00A9-4254-9480-257662CA3843}" dt="2024-05-14T02:52:43.116" v="1521" actId="478"/>
          <ac:cxnSpMkLst>
            <pc:docMk/>
            <pc:sldMk cId="3079262745" sldId="992"/>
            <ac:cxnSpMk id="73" creationId="{8D814B9D-5B32-3CD0-0D7F-3535302D5375}"/>
          </ac:cxnSpMkLst>
        </pc:cxnChg>
        <pc:cxnChg chg="del mod topLvl">
          <ac:chgData name="欣捷 王" userId="b965477fa0aef5e6" providerId="LiveId" clId="{DDEBAF8B-00A9-4254-9480-257662CA3843}" dt="2024-05-14T02:52:43.116" v="1521" actId="478"/>
          <ac:cxnSpMkLst>
            <pc:docMk/>
            <pc:sldMk cId="3079262745" sldId="992"/>
            <ac:cxnSpMk id="76" creationId="{D3058009-7ABB-4884-4792-FDF3504C6E3D}"/>
          </ac:cxnSpMkLst>
        </pc:cxnChg>
        <pc:cxnChg chg="del mod topLvl">
          <ac:chgData name="欣捷 王" userId="b965477fa0aef5e6" providerId="LiveId" clId="{DDEBAF8B-00A9-4254-9480-257662CA3843}" dt="2024-05-14T02:52:43.116" v="1521" actId="478"/>
          <ac:cxnSpMkLst>
            <pc:docMk/>
            <pc:sldMk cId="3079262745" sldId="992"/>
            <ac:cxnSpMk id="80" creationId="{D5CA3404-2D73-D81A-1A21-F501F7ED7C64}"/>
          </ac:cxnSpMkLst>
        </pc:cxnChg>
        <pc:cxnChg chg="del mod topLvl">
          <ac:chgData name="欣捷 王" userId="b965477fa0aef5e6" providerId="LiveId" clId="{DDEBAF8B-00A9-4254-9480-257662CA3843}" dt="2024-05-14T02:52:43.116" v="1521" actId="478"/>
          <ac:cxnSpMkLst>
            <pc:docMk/>
            <pc:sldMk cId="3079262745" sldId="992"/>
            <ac:cxnSpMk id="81" creationId="{55B22031-E25F-FB27-5AA0-755CD4B6D802}"/>
          </ac:cxnSpMkLst>
        </pc:cxnChg>
        <pc:cxnChg chg="del mod topLvl">
          <ac:chgData name="欣捷 王" userId="b965477fa0aef5e6" providerId="LiveId" clId="{DDEBAF8B-00A9-4254-9480-257662CA3843}" dt="2024-05-14T02:52:43.116" v="1521" actId="478"/>
          <ac:cxnSpMkLst>
            <pc:docMk/>
            <pc:sldMk cId="3079262745" sldId="992"/>
            <ac:cxnSpMk id="83" creationId="{FEF11265-9928-C008-CC74-1DF7364A7FA2}"/>
          </ac:cxnSpMkLst>
        </pc:cxnChg>
        <pc:cxnChg chg="del mod topLvl">
          <ac:chgData name="欣捷 王" userId="b965477fa0aef5e6" providerId="LiveId" clId="{DDEBAF8B-00A9-4254-9480-257662CA3843}" dt="2024-05-14T02:52:43.116" v="1521" actId="478"/>
          <ac:cxnSpMkLst>
            <pc:docMk/>
            <pc:sldMk cId="3079262745" sldId="992"/>
            <ac:cxnSpMk id="86" creationId="{F4130482-8851-A336-B525-91876BA1A7AC}"/>
          </ac:cxnSpMkLst>
        </pc:cxnChg>
        <pc:cxnChg chg="del mod topLvl">
          <ac:chgData name="欣捷 王" userId="b965477fa0aef5e6" providerId="LiveId" clId="{DDEBAF8B-00A9-4254-9480-257662CA3843}" dt="2024-05-14T02:52:43.116" v="1521" actId="478"/>
          <ac:cxnSpMkLst>
            <pc:docMk/>
            <pc:sldMk cId="3079262745" sldId="992"/>
            <ac:cxnSpMk id="88" creationId="{5ADB8E64-B33B-F3B8-3FE9-8E4F1756E1A4}"/>
          </ac:cxnSpMkLst>
        </pc:cxnChg>
        <pc:cxnChg chg="mod">
          <ac:chgData name="欣捷 王" userId="b965477fa0aef5e6" providerId="LiveId" clId="{DDEBAF8B-00A9-4254-9480-257662CA3843}" dt="2024-05-06T12:02:36.951" v="1304"/>
          <ac:cxnSpMkLst>
            <pc:docMk/>
            <pc:sldMk cId="3079262745" sldId="992"/>
            <ac:cxnSpMk id="100" creationId="{FDA1C700-AB58-A630-306F-E2DA26A5A476}"/>
          </ac:cxnSpMkLst>
        </pc:cxnChg>
        <pc:cxnChg chg="mod">
          <ac:chgData name="欣捷 王" userId="b965477fa0aef5e6" providerId="LiveId" clId="{DDEBAF8B-00A9-4254-9480-257662CA3843}" dt="2024-05-06T12:02:36.951" v="1304"/>
          <ac:cxnSpMkLst>
            <pc:docMk/>
            <pc:sldMk cId="3079262745" sldId="992"/>
            <ac:cxnSpMk id="101" creationId="{282F286A-E953-6444-4C0F-F0C9F58B9AB8}"/>
          </ac:cxnSpMkLst>
        </pc:cxnChg>
        <pc:cxnChg chg="mod">
          <ac:chgData name="欣捷 王" userId="b965477fa0aef5e6" providerId="LiveId" clId="{DDEBAF8B-00A9-4254-9480-257662CA3843}" dt="2024-05-06T12:02:36.951" v="1304"/>
          <ac:cxnSpMkLst>
            <pc:docMk/>
            <pc:sldMk cId="3079262745" sldId="992"/>
            <ac:cxnSpMk id="102" creationId="{58BAE932-C142-83F5-546F-1EE936656DDE}"/>
          </ac:cxnSpMkLst>
        </pc:cxnChg>
        <pc:cxnChg chg="mod">
          <ac:chgData name="欣捷 王" userId="b965477fa0aef5e6" providerId="LiveId" clId="{DDEBAF8B-00A9-4254-9480-257662CA3843}" dt="2024-05-06T12:02:36.951" v="1304"/>
          <ac:cxnSpMkLst>
            <pc:docMk/>
            <pc:sldMk cId="3079262745" sldId="992"/>
            <ac:cxnSpMk id="103" creationId="{62D419A2-3844-2DEF-5AA4-047E6E254218}"/>
          </ac:cxnSpMkLst>
        </pc:cxnChg>
        <pc:cxnChg chg="mod">
          <ac:chgData name="欣捷 王" userId="b965477fa0aef5e6" providerId="LiveId" clId="{DDEBAF8B-00A9-4254-9480-257662CA3843}" dt="2024-05-14T02:45:49.901" v="1393" actId="165"/>
          <ac:cxnSpMkLst>
            <pc:docMk/>
            <pc:sldMk cId="3079262745" sldId="992"/>
            <ac:cxnSpMk id="113" creationId="{27AAF75E-5B74-5DE5-20A3-AFB4495359B0}"/>
          </ac:cxnSpMkLst>
        </pc:cxnChg>
        <pc:cxnChg chg="mod">
          <ac:chgData name="欣捷 王" userId="b965477fa0aef5e6" providerId="LiveId" clId="{DDEBAF8B-00A9-4254-9480-257662CA3843}" dt="2024-05-14T02:45:49.901" v="1393" actId="165"/>
          <ac:cxnSpMkLst>
            <pc:docMk/>
            <pc:sldMk cId="3079262745" sldId="992"/>
            <ac:cxnSpMk id="114" creationId="{1CB29F03-374A-7F35-114F-D4F7076A1109}"/>
          </ac:cxnSpMkLst>
        </pc:cxnChg>
        <pc:cxnChg chg="mod">
          <ac:chgData name="欣捷 王" userId="b965477fa0aef5e6" providerId="LiveId" clId="{DDEBAF8B-00A9-4254-9480-257662CA3843}" dt="2024-05-14T02:45:49.901" v="1393" actId="165"/>
          <ac:cxnSpMkLst>
            <pc:docMk/>
            <pc:sldMk cId="3079262745" sldId="992"/>
            <ac:cxnSpMk id="115" creationId="{E871A603-0AF2-0C4E-09C8-EA45A8F71F79}"/>
          </ac:cxnSpMkLst>
        </pc:cxnChg>
        <pc:cxnChg chg="mod">
          <ac:chgData name="欣捷 王" userId="b965477fa0aef5e6" providerId="LiveId" clId="{DDEBAF8B-00A9-4254-9480-257662CA3843}" dt="2024-05-14T02:45:49.901" v="1393" actId="165"/>
          <ac:cxnSpMkLst>
            <pc:docMk/>
            <pc:sldMk cId="3079262745" sldId="992"/>
            <ac:cxnSpMk id="116" creationId="{0803E0EA-91ED-3E53-B3D1-B8A96F191183}"/>
          </ac:cxnSpMkLst>
        </pc:cxnChg>
        <pc:cxnChg chg="del mod topLvl">
          <ac:chgData name="欣捷 王" userId="b965477fa0aef5e6" providerId="LiveId" clId="{DDEBAF8B-00A9-4254-9480-257662CA3843}" dt="2024-05-14T03:14:12.862" v="1786" actId="478"/>
          <ac:cxnSpMkLst>
            <pc:docMk/>
            <pc:sldMk cId="3079262745" sldId="992"/>
            <ac:cxnSpMk id="138" creationId="{7B4DB62B-3C49-656E-CB97-053D56D931C6}"/>
          </ac:cxnSpMkLst>
        </pc:cxnChg>
        <pc:cxnChg chg="del mod topLvl">
          <ac:chgData name="欣捷 王" userId="b965477fa0aef5e6" providerId="LiveId" clId="{DDEBAF8B-00A9-4254-9480-257662CA3843}" dt="2024-05-14T03:14:12.862" v="1786" actId="478"/>
          <ac:cxnSpMkLst>
            <pc:docMk/>
            <pc:sldMk cId="3079262745" sldId="992"/>
            <ac:cxnSpMk id="140" creationId="{37F498EC-0E62-4AD8-5B34-7538981620F9}"/>
          </ac:cxnSpMkLst>
        </pc:cxnChg>
        <pc:cxnChg chg="mod topLvl">
          <ac:chgData name="欣捷 王" userId="b965477fa0aef5e6" providerId="LiveId" clId="{DDEBAF8B-00A9-4254-9480-257662CA3843}" dt="2024-05-14T03:14:48.604" v="1802" actId="403"/>
          <ac:cxnSpMkLst>
            <pc:docMk/>
            <pc:sldMk cId="3079262745" sldId="992"/>
            <ac:cxnSpMk id="142" creationId="{3B16CF5D-3BB8-D2E2-2263-9CF14D990AEF}"/>
          </ac:cxnSpMkLst>
        </pc:cxnChg>
        <pc:cxnChg chg="mod topLvl">
          <ac:chgData name="欣捷 王" userId="b965477fa0aef5e6" providerId="LiveId" clId="{DDEBAF8B-00A9-4254-9480-257662CA3843}" dt="2024-05-14T03:14:48.604" v="1802" actId="403"/>
          <ac:cxnSpMkLst>
            <pc:docMk/>
            <pc:sldMk cId="3079262745" sldId="992"/>
            <ac:cxnSpMk id="144" creationId="{C066B574-A805-D560-F1A1-9EFFE3109DE0}"/>
          </ac:cxnSpMkLst>
        </pc:cxnChg>
        <pc:cxnChg chg="del mod topLvl">
          <ac:chgData name="欣捷 王" userId="b965477fa0aef5e6" providerId="LiveId" clId="{DDEBAF8B-00A9-4254-9480-257662CA3843}" dt="2024-05-14T03:14:15.996" v="1788" actId="478"/>
          <ac:cxnSpMkLst>
            <pc:docMk/>
            <pc:sldMk cId="3079262745" sldId="992"/>
            <ac:cxnSpMk id="149" creationId="{34550278-43F9-1D42-16C1-A3384F58C152}"/>
          </ac:cxnSpMkLst>
        </pc:cxnChg>
        <pc:cxnChg chg="del mod topLvl">
          <ac:chgData name="欣捷 王" userId="b965477fa0aef5e6" providerId="LiveId" clId="{DDEBAF8B-00A9-4254-9480-257662CA3843}" dt="2024-05-14T03:14:15.996" v="1788" actId="478"/>
          <ac:cxnSpMkLst>
            <pc:docMk/>
            <pc:sldMk cId="3079262745" sldId="992"/>
            <ac:cxnSpMk id="150" creationId="{C8CC4CF4-6FF6-1DA9-DA6D-F1A502BB383F}"/>
          </ac:cxnSpMkLst>
        </pc:cxnChg>
        <pc:cxnChg chg="mod topLvl">
          <ac:chgData name="欣捷 王" userId="b965477fa0aef5e6" providerId="LiveId" clId="{DDEBAF8B-00A9-4254-9480-257662CA3843}" dt="2024-05-14T03:14:48.604" v="1802" actId="403"/>
          <ac:cxnSpMkLst>
            <pc:docMk/>
            <pc:sldMk cId="3079262745" sldId="992"/>
            <ac:cxnSpMk id="153" creationId="{5F39138F-5F5A-11EA-F544-39D9791D06D2}"/>
          </ac:cxnSpMkLst>
        </pc:cxnChg>
        <pc:cxnChg chg="del mod topLvl">
          <ac:chgData name="欣捷 王" userId="b965477fa0aef5e6" providerId="LiveId" clId="{DDEBAF8B-00A9-4254-9480-257662CA3843}" dt="2024-05-14T03:14:18.361" v="1789" actId="478"/>
          <ac:cxnSpMkLst>
            <pc:docMk/>
            <pc:sldMk cId="3079262745" sldId="992"/>
            <ac:cxnSpMk id="157" creationId="{8F137F26-8331-5F03-DD0F-E74B56CC2ECE}"/>
          </ac:cxnSpMkLst>
        </pc:cxnChg>
        <pc:cxnChg chg="del mod topLvl">
          <ac:chgData name="欣捷 王" userId="b965477fa0aef5e6" providerId="LiveId" clId="{DDEBAF8B-00A9-4254-9480-257662CA3843}" dt="2024-05-14T03:14:18.361" v="1789" actId="478"/>
          <ac:cxnSpMkLst>
            <pc:docMk/>
            <pc:sldMk cId="3079262745" sldId="992"/>
            <ac:cxnSpMk id="158" creationId="{BE85D4D0-5CCE-7A74-9D05-1CF24FD7A999}"/>
          </ac:cxnSpMkLst>
        </pc:cxnChg>
        <pc:cxnChg chg="del mod topLvl">
          <ac:chgData name="欣捷 王" userId="b965477fa0aef5e6" providerId="LiveId" clId="{DDEBAF8B-00A9-4254-9480-257662CA3843}" dt="2024-05-14T03:14:18.361" v="1789" actId="478"/>
          <ac:cxnSpMkLst>
            <pc:docMk/>
            <pc:sldMk cId="3079262745" sldId="992"/>
            <ac:cxnSpMk id="160" creationId="{792848A6-D5C6-C3E6-9785-47D2638FF9C5}"/>
          </ac:cxnSpMkLst>
        </pc:cxnChg>
        <pc:cxnChg chg="del mod topLvl">
          <ac:chgData name="欣捷 王" userId="b965477fa0aef5e6" providerId="LiveId" clId="{DDEBAF8B-00A9-4254-9480-257662CA3843}" dt="2024-05-14T03:14:18.361" v="1789" actId="478"/>
          <ac:cxnSpMkLst>
            <pc:docMk/>
            <pc:sldMk cId="3079262745" sldId="992"/>
            <ac:cxnSpMk id="163" creationId="{F6229FF7-D040-C7A9-534E-B74ACBBC6E20}"/>
          </ac:cxnSpMkLst>
        </pc:cxnChg>
        <pc:cxnChg chg="del mod topLvl">
          <ac:chgData name="欣捷 王" userId="b965477fa0aef5e6" providerId="LiveId" clId="{DDEBAF8B-00A9-4254-9480-257662CA3843}" dt="2024-05-14T03:14:18.361" v="1789" actId="478"/>
          <ac:cxnSpMkLst>
            <pc:docMk/>
            <pc:sldMk cId="3079262745" sldId="992"/>
            <ac:cxnSpMk id="165" creationId="{46A449D0-506F-EE6B-8767-4972FF37F1A3}"/>
          </ac:cxnSpMkLst>
        </pc:cxnChg>
        <pc:cxnChg chg="add del mod">
          <ac:chgData name="欣捷 王" userId="b965477fa0aef5e6" providerId="LiveId" clId="{DDEBAF8B-00A9-4254-9480-257662CA3843}" dt="2024-05-14T03:14:18.361" v="1789" actId="478"/>
          <ac:cxnSpMkLst>
            <pc:docMk/>
            <pc:sldMk cId="3079262745" sldId="992"/>
            <ac:cxnSpMk id="173" creationId="{F63B29A3-43C2-6B26-1175-A4FE2CED3F17}"/>
          </ac:cxnSpMkLst>
        </pc:cxnChg>
        <pc:cxnChg chg="add del mod">
          <ac:chgData name="欣捷 王" userId="b965477fa0aef5e6" providerId="LiveId" clId="{DDEBAF8B-00A9-4254-9480-257662CA3843}" dt="2024-05-14T03:14:18.361" v="1789" actId="478"/>
          <ac:cxnSpMkLst>
            <pc:docMk/>
            <pc:sldMk cId="3079262745" sldId="992"/>
            <ac:cxnSpMk id="174" creationId="{7DF9FE4C-6987-9EEE-9576-32B447B6A02B}"/>
          </ac:cxnSpMkLst>
        </pc:cxnChg>
        <pc:cxnChg chg="add mod">
          <ac:chgData name="欣捷 王" userId="b965477fa0aef5e6" providerId="LiveId" clId="{DDEBAF8B-00A9-4254-9480-257662CA3843}" dt="2024-05-14T03:14:48.604" v="1802" actId="403"/>
          <ac:cxnSpMkLst>
            <pc:docMk/>
            <pc:sldMk cId="3079262745" sldId="992"/>
            <ac:cxnSpMk id="198" creationId="{F2EE9858-5A37-0F61-417A-80A5CE607BD9}"/>
          </ac:cxnSpMkLst>
        </pc:cxnChg>
      </pc:sldChg>
      <pc:sldChg chg="addSp modSp add del mod">
        <pc:chgData name="欣捷 王" userId="b965477fa0aef5e6" providerId="LiveId" clId="{DDEBAF8B-00A9-4254-9480-257662CA3843}" dt="2024-05-06T10:07:34.295" v="23" actId="47"/>
        <pc:sldMkLst>
          <pc:docMk/>
          <pc:sldMk cId="3722503048" sldId="992"/>
        </pc:sldMkLst>
        <pc:spChg chg="mod">
          <ac:chgData name="欣捷 王" userId="b965477fa0aef5e6" providerId="LiveId" clId="{DDEBAF8B-00A9-4254-9480-257662CA3843}" dt="2024-05-06T10:06:52.942" v="12" actId="20577"/>
          <ac:spMkLst>
            <pc:docMk/>
            <pc:sldMk cId="3722503048" sldId="992"/>
            <ac:spMk id="2" creationId="{8C98E5C6-E8A0-D2F1-2DBA-5CFB0240701C}"/>
          </ac:spMkLst>
        </pc:spChg>
        <pc:spChg chg="mod">
          <ac:chgData name="欣捷 王" userId="b965477fa0aef5e6" providerId="LiveId" clId="{DDEBAF8B-00A9-4254-9480-257662CA3843}" dt="2024-05-06T10:06:52.960" v="13" actId="20577"/>
          <ac:spMkLst>
            <pc:docMk/>
            <pc:sldMk cId="3722503048" sldId="992"/>
            <ac:spMk id="7" creationId="{EC996E95-BB0A-50DE-0BBE-2FFC3690CE3B}"/>
          </ac:spMkLst>
        </pc:spChg>
        <pc:spChg chg="mod">
          <ac:chgData name="欣捷 王" userId="b965477fa0aef5e6" providerId="LiveId" clId="{DDEBAF8B-00A9-4254-9480-257662CA3843}" dt="2024-05-06T10:06:52.996" v="18" actId="20577"/>
          <ac:spMkLst>
            <pc:docMk/>
            <pc:sldMk cId="3722503048" sldId="992"/>
            <ac:spMk id="11" creationId="{FEF68591-5438-31FB-8437-E20A06E2F107}"/>
          </ac:spMkLst>
        </pc:spChg>
        <pc:spChg chg="mod">
          <ac:chgData name="欣捷 王" userId="b965477fa0aef5e6" providerId="LiveId" clId="{DDEBAF8B-00A9-4254-9480-257662CA3843}" dt="2024-05-06T10:06:53.096" v="20" actId="27636"/>
          <ac:spMkLst>
            <pc:docMk/>
            <pc:sldMk cId="3722503048" sldId="992"/>
            <ac:spMk id="12" creationId="{EFE5FB9A-89DE-BB4C-37CF-623FA42C89EB}"/>
          </ac:spMkLst>
        </pc:spChg>
        <pc:spChg chg="mod">
          <ac:chgData name="欣捷 王" userId="b965477fa0aef5e6" providerId="LiveId" clId="{DDEBAF8B-00A9-4254-9480-257662CA3843}" dt="2024-05-06T10:06:52.934" v="9"/>
          <ac:spMkLst>
            <pc:docMk/>
            <pc:sldMk cId="3722503048" sldId="992"/>
            <ac:spMk id="13" creationId="{F377DC2B-22E4-8411-C7BB-47E0B6C10ABF}"/>
          </ac:spMkLst>
        </pc:spChg>
        <pc:spChg chg="mod">
          <ac:chgData name="欣捷 王" userId="b965477fa0aef5e6" providerId="LiveId" clId="{DDEBAF8B-00A9-4254-9480-257662CA3843}" dt="2024-05-06T10:06:52.978" v="16" actId="20577"/>
          <ac:spMkLst>
            <pc:docMk/>
            <pc:sldMk cId="3722503048" sldId="992"/>
            <ac:spMk id="14" creationId="{D4BEB207-0850-0F51-1EB2-EE37BD6E4E7E}"/>
          </ac:spMkLst>
        </pc:spChg>
        <pc:spChg chg="mod">
          <ac:chgData name="欣捷 王" userId="b965477fa0aef5e6" providerId="LiveId" clId="{DDEBAF8B-00A9-4254-9480-257662CA3843}" dt="2024-05-06T10:06:53.099" v="21" actId="27636"/>
          <ac:spMkLst>
            <pc:docMk/>
            <pc:sldMk cId="3722503048" sldId="992"/>
            <ac:spMk id="15" creationId="{0BCE64D1-C8B4-1C9F-9CC6-D2B174D61C25}"/>
          </ac:spMkLst>
        </pc:spChg>
        <pc:spChg chg="mod">
          <ac:chgData name="欣捷 王" userId="b965477fa0aef5e6" providerId="LiveId" clId="{DDEBAF8B-00A9-4254-9480-257662CA3843}" dt="2024-05-06T10:06:52.934" v="9"/>
          <ac:spMkLst>
            <pc:docMk/>
            <pc:sldMk cId="3722503048" sldId="992"/>
            <ac:spMk id="16" creationId="{973844FC-B464-654B-1A45-74491A38BB98}"/>
          </ac:spMkLst>
        </pc:spChg>
        <pc:spChg chg="mod">
          <ac:chgData name="欣捷 王" userId="b965477fa0aef5e6" providerId="LiveId" clId="{DDEBAF8B-00A9-4254-9480-257662CA3843}" dt="2024-05-06T10:06:52.967" v="14" actId="20577"/>
          <ac:spMkLst>
            <pc:docMk/>
            <pc:sldMk cId="3722503048" sldId="992"/>
            <ac:spMk id="17" creationId="{80CE7468-6E96-B1D7-BF5A-40072F13C7E2}"/>
          </ac:spMkLst>
        </pc:spChg>
        <pc:spChg chg="mod">
          <ac:chgData name="欣捷 王" userId="b965477fa0aef5e6" providerId="LiveId" clId="{DDEBAF8B-00A9-4254-9480-257662CA3843}" dt="2024-05-06T10:06:53.101" v="22" actId="27636"/>
          <ac:spMkLst>
            <pc:docMk/>
            <pc:sldMk cId="3722503048" sldId="992"/>
            <ac:spMk id="18" creationId="{60960AC9-BFFB-32AB-39A6-AB52D5CDAE3F}"/>
          </ac:spMkLst>
        </pc:spChg>
        <pc:spChg chg="mod">
          <ac:chgData name="欣捷 王" userId="b965477fa0aef5e6" providerId="LiveId" clId="{DDEBAF8B-00A9-4254-9480-257662CA3843}" dt="2024-05-06T10:06:52.934" v="9"/>
          <ac:spMkLst>
            <pc:docMk/>
            <pc:sldMk cId="3722503048" sldId="992"/>
            <ac:spMk id="19" creationId="{B3BCAF24-9E8A-1E58-7AA6-05E8084C1E09}"/>
          </ac:spMkLst>
        </pc:spChg>
        <pc:grpChg chg="add mod ord">
          <ac:chgData name="欣捷 王" userId="b965477fa0aef5e6" providerId="LiveId" clId="{DDEBAF8B-00A9-4254-9480-257662CA3843}" dt="2024-05-06T10:06:52.934" v="11"/>
          <ac:grpSpMkLst>
            <pc:docMk/>
            <pc:sldMk cId="3722503048" sldId="992"/>
            <ac:grpSpMk id="6" creationId="{E648CE0D-8989-D50E-8488-A98D2D68733F}"/>
          </ac:grpSpMkLst>
        </pc:grpChg>
        <pc:grpChg chg="mod">
          <ac:chgData name="欣捷 王" userId="b965477fa0aef5e6" providerId="LiveId" clId="{DDEBAF8B-00A9-4254-9480-257662CA3843}" dt="2024-05-06T10:06:52.934" v="9"/>
          <ac:grpSpMkLst>
            <pc:docMk/>
            <pc:sldMk cId="3722503048" sldId="992"/>
            <ac:grpSpMk id="8" creationId="{B8EAFC01-259F-FD3C-540F-36CA717A7B27}"/>
          </ac:grpSpMkLst>
        </pc:grpChg>
        <pc:grpChg chg="mod">
          <ac:chgData name="欣捷 王" userId="b965477fa0aef5e6" providerId="LiveId" clId="{DDEBAF8B-00A9-4254-9480-257662CA3843}" dt="2024-05-06T10:06:52.934" v="9"/>
          <ac:grpSpMkLst>
            <pc:docMk/>
            <pc:sldMk cId="3722503048" sldId="992"/>
            <ac:grpSpMk id="9" creationId="{03E70A86-587A-591E-00FB-FD2349ED0148}"/>
          </ac:grpSpMkLst>
        </pc:grpChg>
        <pc:grpChg chg="mod">
          <ac:chgData name="欣捷 王" userId="b965477fa0aef5e6" providerId="LiveId" clId="{DDEBAF8B-00A9-4254-9480-257662CA3843}" dt="2024-05-06T10:06:52.934" v="9"/>
          <ac:grpSpMkLst>
            <pc:docMk/>
            <pc:sldMk cId="3722503048" sldId="992"/>
            <ac:grpSpMk id="10" creationId="{2F4993DA-0F42-4195-BB75-1214CEB19C18}"/>
          </ac:grpSpMkLst>
        </pc:grpChg>
      </pc:sldChg>
      <pc:sldChg chg="modSp add mod modNotesTx">
        <pc:chgData name="欣捷 王" userId="b965477fa0aef5e6" providerId="LiveId" clId="{DDEBAF8B-00A9-4254-9480-257662CA3843}" dt="2024-05-14T09:00:08.191" v="3667" actId="20577"/>
        <pc:sldMkLst>
          <pc:docMk/>
          <pc:sldMk cId="210972523" sldId="993"/>
        </pc:sldMkLst>
        <pc:spChg chg="mod">
          <ac:chgData name="欣捷 王" userId="b965477fa0aef5e6" providerId="LiveId" clId="{DDEBAF8B-00A9-4254-9480-257662CA3843}" dt="2024-05-14T03:17:18.265" v="1816" actId="207"/>
          <ac:spMkLst>
            <pc:docMk/>
            <pc:sldMk cId="210972523" sldId="993"/>
            <ac:spMk id="139" creationId="{89F718D2-9C19-9CDD-E2C5-E4C154BF288D}"/>
          </ac:spMkLst>
        </pc:spChg>
        <pc:spChg chg="mod">
          <ac:chgData name="欣捷 王" userId="b965477fa0aef5e6" providerId="LiveId" clId="{DDEBAF8B-00A9-4254-9480-257662CA3843}" dt="2024-05-14T03:17:18.265" v="1816" actId="207"/>
          <ac:spMkLst>
            <pc:docMk/>
            <pc:sldMk cId="210972523" sldId="993"/>
            <ac:spMk id="141" creationId="{ED32D0A3-D68A-DDFD-41F2-095A2B289F7D}"/>
          </ac:spMkLst>
        </pc:spChg>
        <pc:spChg chg="mod">
          <ac:chgData name="欣捷 王" userId="b965477fa0aef5e6" providerId="LiveId" clId="{DDEBAF8B-00A9-4254-9480-257662CA3843}" dt="2024-05-14T03:17:18.265" v="1816" actId="207"/>
          <ac:spMkLst>
            <pc:docMk/>
            <pc:sldMk cId="210972523" sldId="993"/>
            <ac:spMk id="143" creationId="{6F2010CC-3F03-F65C-F078-CD1100EA7E94}"/>
          </ac:spMkLst>
        </pc:spChg>
        <pc:spChg chg="mod">
          <ac:chgData name="欣捷 王" userId="b965477fa0aef5e6" providerId="LiveId" clId="{DDEBAF8B-00A9-4254-9480-257662CA3843}" dt="2024-05-14T03:17:18.265" v="1816" actId="207"/>
          <ac:spMkLst>
            <pc:docMk/>
            <pc:sldMk cId="210972523" sldId="993"/>
            <ac:spMk id="145" creationId="{8C1B9D2A-CD20-F619-F3BD-937952509586}"/>
          </ac:spMkLst>
        </pc:spChg>
        <pc:spChg chg="mod">
          <ac:chgData name="欣捷 王" userId="b965477fa0aef5e6" providerId="LiveId" clId="{DDEBAF8B-00A9-4254-9480-257662CA3843}" dt="2024-05-14T03:17:18.265" v="1816" actId="207"/>
          <ac:spMkLst>
            <pc:docMk/>
            <pc:sldMk cId="210972523" sldId="993"/>
            <ac:spMk id="172" creationId="{CFDF407B-CEAE-D92B-AAA9-6E54EF6C7E93}"/>
          </ac:spMkLst>
        </pc:spChg>
        <pc:spChg chg="mod">
          <ac:chgData name="欣捷 王" userId="b965477fa0aef5e6" providerId="LiveId" clId="{DDEBAF8B-00A9-4254-9480-257662CA3843}" dt="2024-05-14T03:17:18.265" v="1816" actId="207"/>
          <ac:spMkLst>
            <pc:docMk/>
            <pc:sldMk cId="210972523" sldId="993"/>
            <ac:spMk id="183" creationId="{68F91D60-C452-2A25-73DC-23F03B9B7C01}"/>
          </ac:spMkLst>
        </pc:spChg>
      </pc:sldChg>
      <pc:sldChg chg="addSp delSp modSp add mod modAnim modNotesTx">
        <pc:chgData name="欣捷 王" userId="b965477fa0aef5e6" providerId="LiveId" clId="{DDEBAF8B-00A9-4254-9480-257662CA3843}" dt="2024-05-14T03:26:28.836" v="1903" actId="113"/>
        <pc:sldMkLst>
          <pc:docMk/>
          <pc:sldMk cId="521091296" sldId="994"/>
        </pc:sldMkLst>
        <pc:spChg chg="add mod">
          <ac:chgData name="欣捷 王" userId="b965477fa0aef5e6" providerId="LiveId" clId="{DDEBAF8B-00A9-4254-9480-257662CA3843}" dt="2024-05-14T03:25:06.956" v="1895" actId="1076"/>
          <ac:spMkLst>
            <pc:docMk/>
            <pc:sldMk cId="521091296" sldId="994"/>
            <ac:spMk id="9" creationId="{F045258B-3AE4-4F21-233E-16C557BE82CF}"/>
          </ac:spMkLst>
        </pc:spChg>
        <pc:spChg chg="del">
          <ac:chgData name="欣捷 王" userId="b965477fa0aef5e6" providerId="LiveId" clId="{DDEBAF8B-00A9-4254-9480-257662CA3843}" dt="2024-05-14T03:21:58.902" v="1837" actId="478"/>
          <ac:spMkLst>
            <pc:docMk/>
            <pc:sldMk cId="521091296" sldId="994"/>
            <ac:spMk id="112" creationId="{A90A81A0-1370-4A85-9D4C-57B87086C428}"/>
          </ac:spMkLst>
        </pc:spChg>
        <pc:spChg chg="del">
          <ac:chgData name="欣捷 王" userId="b965477fa0aef5e6" providerId="LiveId" clId="{DDEBAF8B-00A9-4254-9480-257662CA3843}" dt="2024-05-14T03:17:42.424" v="1819" actId="478"/>
          <ac:spMkLst>
            <pc:docMk/>
            <pc:sldMk cId="521091296" sldId="994"/>
            <ac:spMk id="136" creationId="{97273002-B558-3397-D28D-268422007E91}"/>
          </ac:spMkLst>
        </pc:spChg>
        <pc:spChg chg="del">
          <ac:chgData name="欣捷 王" userId="b965477fa0aef5e6" providerId="LiveId" clId="{DDEBAF8B-00A9-4254-9480-257662CA3843}" dt="2024-05-14T03:17:40.943" v="1818" actId="478"/>
          <ac:spMkLst>
            <pc:docMk/>
            <pc:sldMk cId="521091296" sldId="994"/>
            <ac:spMk id="137" creationId="{AE8416D3-1CA6-FDED-9D3A-80EF8523698E}"/>
          </ac:spMkLst>
        </pc:spChg>
        <pc:spChg chg="del">
          <ac:chgData name="欣捷 王" userId="b965477fa0aef5e6" providerId="LiveId" clId="{DDEBAF8B-00A9-4254-9480-257662CA3843}" dt="2024-05-14T03:17:40.943" v="1818" actId="478"/>
          <ac:spMkLst>
            <pc:docMk/>
            <pc:sldMk cId="521091296" sldId="994"/>
            <ac:spMk id="139" creationId="{89F718D2-9C19-9CDD-E2C5-E4C154BF288D}"/>
          </ac:spMkLst>
        </pc:spChg>
        <pc:spChg chg="mod">
          <ac:chgData name="欣捷 王" userId="b965477fa0aef5e6" providerId="LiveId" clId="{DDEBAF8B-00A9-4254-9480-257662CA3843}" dt="2024-05-14T03:21:56.614" v="1836" actId="404"/>
          <ac:spMkLst>
            <pc:docMk/>
            <pc:sldMk cId="521091296" sldId="994"/>
            <ac:spMk id="141" creationId="{ED32D0A3-D68A-DDFD-41F2-095A2B289F7D}"/>
          </ac:spMkLst>
        </pc:spChg>
        <pc:spChg chg="mod">
          <ac:chgData name="欣捷 王" userId="b965477fa0aef5e6" providerId="LiveId" clId="{DDEBAF8B-00A9-4254-9480-257662CA3843}" dt="2024-05-14T03:21:56.614" v="1836" actId="404"/>
          <ac:spMkLst>
            <pc:docMk/>
            <pc:sldMk cId="521091296" sldId="994"/>
            <ac:spMk id="143" creationId="{6F2010CC-3F03-F65C-F078-CD1100EA7E94}"/>
          </ac:spMkLst>
        </pc:spChg>
        <pc:spChg chg="mod">
          <ac:chgData name="欣捷 王" userId="b965477fa0aef5e6" providerId="LiveId" clId="{DDEBAF8B-00A9-4254-9480-257662CA3843}" dt="2024-05-14T03:21:56.614" v="1836" actId="404"/>
          <ac:spMkLst>
            <pc:docMk/>
            <pc:sldMk cId="521091296" sldId="994"/>
            <ac:spMk id="145" creationId="{8C1B9D2A-CD20-F619-F3BD-937952509586}"/>
          </ac:spMkLst>
        </pc:spChg>
        <pc:spChg chg="del">
          <ac:chgData name="欣捷 王" userId="b965477fa0aef5e6" providerId="LiveId" clId="{DDEBAF8B-00A9-4254-9480-257662CA3843}" dt="2024-05-14T03:17:40.943" v="1818" actId="478"/>
          <ac:spMkLst>
            <pc:docMk/>
            <pc:sldMk cId="521091296" sldId="994"/>
            <ac:spMk id="146" creationId="{57D259ED-86CB-BDAE-5987-B46CAA8A63EC}"/>
          </ac:spMkLst>
        </pc:spChg>
        <pc:spChg chg="del">
          <ac:chgData name="欣捷 王" userId="b965477fa0aef5e6" providerId="LiveId" clId="{DDEBAF8B-00A9-4254-9480-257662CA3843}" dt="2024-05-14T03:17:40.943" v="1818" actId="478"/>
          <ac:spMkLst>
            <pc:docMk/>
            <pc:sldMk cId="521091296" sldId="994"/>
            <ac:spMk id="147" creationId="{61E3FC88-B9F6-7313-80E6-282CCD1E8B08}"/>
          </ac:spMkLst>
        </pc:spChg>
        <pc:spChg chg="del">
          <ac:chgData name="欣捷 王" userId="b965477fa0aef5e6" providerId="LiveId" clId="{DDEBAF8B-00A9-4254-9480-257662CA3843}" dt="2024-05-14T03:17:40.943" v="1818" actId="478"/>
          <ac:spMkLst>
            <pc:docMk/>
            <pc:sldMk cId="521091296" sldId="994"/>
            <ac:spMk id="148" creationId="{ECC0EF24-A7ED-30C8-DEFF-CEB080EA0047}"/>
          </ac:spMkLst>
        </pc:spChg>
        <pc:spChg chg="mod">
          <ac:chgData name="欣捷 王" userId="b965477fa0aef5e6" providerId="LiveId" clId="{DDEBAF8B-00A9-4254-9480-257662CA3843}" dt="2024-05-14T03:22:08.540" v="1840" actId="1076"/>
          <ac:spMkLst>
            <pc:docMk/>
            <pc:sldMk cId="521091296" sldId="994"/>
            <ac:spMk id="151" creationId="{745BCB72-8805-8216-5E2D-1B0014D5B016}"/>
          </ac:spMkLst>
        </pc:spChg>
        <pc:spChg chg="mod">
          <ac:chgData name="欣捷 王" userId="b965477fa0aef5e6" providerId="LiveId" clId="{DDEBAF8B-00A9-4254-9480-257662CA3843}" dt="2024-05-14T03:21:56.614" v="1836" actId="404"/>
          <ac:spMkLst>
            <pc:docMk/>
            <pc:sldMk cId="521091296" sldId="994"/>
            <ac:spMk id="152" creationId="{263394FB-3337-69D4-E2F6-3562A749973C}"/>
          </ac:spMkLst>
        </pc:spChg>
        <pc:spChg chg="del">
          <ac:chgData name="欣捷 王" userId="b965477fa0aef5e6" providerId="LiveId" clId="{DDEBAF8B-00A9-4254-9480-257662CA3843}" dt="2024-05-14T03:17:44.058" v="1820" actId="478"/>
          <ac:spMkLst>
            <pc:docMk/>
            <pc:sldMk cId="521091296" sldId="994"/>
            <ac:spMk id="154" creationId="{DF94B4E3-19B7-9AC9-7579-2C9DE88AAF4D}"/>
          </ac:spMkLst>
        </pc:spChg>
        <pc:spChg chg="del">
          <ac:chgData name="欣捷 王" userId="b965477fa0aef5e6" providerId="LiveId" clId="{DDEBAF8B-00A9-4254-9480-257662CA3843}" dt="2024-05-14T03:17:54.475" v="1823" actId="478"/>
          <ac:spMkLst>
            <pc:docMk/>
            <pc:sldMk cId="521091296" sldId="994"/>
            <ac:spMk id="155" creationId="{249B9BD2-2040-F5EA-934B-C364AB48CD05}"/>
          </ac:spMkLst>
        </pc:spChg>
        <pc:spChg chg="del">
          <ac:chgData name="欣捷 王" userId="b965477fa0aef5e6" providerId="LiveId" clId="{DDEBAF8B-00A9-4254-9480-257662CA3843}" dt="2024-05-14T03:17:44.058" v="1820" actId="478"/>
          <ac:spMkLst>
            <pc:docMk/>
            <pc:sldMk cId="521091296" sldId="994"/>
            <ac:spMk id="156" creationId="{FE84DDFC-5986-3219-7234-2A2353BA226B}"/>
          </ac:spMkLst>
        </pc:spChg>
        <pc:spChg chg="del">
          <ac:chgData name="欣捷 王" userId="b965477fa0aef5e6" providerId="LiveId" clId="{DDEBAF8B-00A9-4254-9480-257662CA3843}" dt="2024-05-14T03:17:44.058" v="1820" actId="478"/>
          <ac:spMkLst>
            <pc:docMk/>
            <pc:sldMk cId="521091296" sldId="994"/>
            <ac:spMk id="159" creationId="{D57F90F8-F1E5-2AD7-92E1-1DD52693BBE4}"/>
          </ac:spMkLst>
        </pc:spChg>
        <pc:spChg chg="del">
          <ac:chgData name="欣捷 王" userId="b965477fa0aef5e6" providerId="LiveId" clId="{DDEBAF8B-00A9-4254-9480-257662CA3843}" dt="2024-05-14T03:17:44.058" v="1820" actId="478"/>
          <ac:spMkLst>
            <pc:docMk/>
            <pc:sldMk cId="521091296" sldId="994"/>
            <ac:spMk id="161" creationId="{CF5E4DD5-3D5D-09DD-EE9C-BA39B5580A24}"/>
          </ac:spMkLst>
        </pc:spChg>
        <pc:spChg chg="del">
          <ac:chgData name="欣捷 王" userId="b965477fa0aef5e6" providerId="LiveId" clId="{DDEBAF8B-00A9-4254-9480-257662CA3843}" dt="2024-05-14T03:17:44.058" v="1820" actId="478"/>
          <ac:spMkLst>
            <pc:docMk/>
            <pc:sldMk cId="521091296" sldId="994"/>
            <ac:spMk id="162" creationId="{FCB9BEE0-4D50-B56F-C21A-2C55ECFBBBA1}"/>
          </ac:spMkLst>
        </pc:spChg>
        <pc:spChg chg="del">
          <ac:chgData name="欣捷 王" userId="b965477fa0aef5e6" providerId="LiveId" clId="{DDEBAF8B-00A9-4254-9480-257662CA3843}" dt="2024-05-14T03:17:45.274" v="1821" actId="478"/>
          <ac:spMkLst>
            <pc:docMk/>
            <pc:sldMk cId="521091296" sldId="994"/>
            <ac:spMk id="164" creationId="{72C57875-5FDB-BC80-E274-82063BCD50B2}"/>
          </ac:spMkLst>
        </pc:spChg>
        <pc:spChg chg="del">
          <ac:chgData name="欣捷 王" userId="b965477fa0aef5e6" providerId="LiveId" clId="{DDEBAF8B-00A9-4254-9480-257662CA3843}" dt="2024-05-14T03:17:44.058" v="1820" actId="478"/>
          <ac:spMkLst>
            <pc:docMk/>
            <pc:sldMk cId="521091296" sldId="994"/>
            <ac:spMk id="166" creationId="{46782D05-2073-2179-2FE5-09AD2DF0A034}"/>
          </ac:spMkLst>
        </pc:spChg>
        <pc:spChg chg="del">
          <ac:chgData name="欣捷 王" userId="b965477fa0aef5e6" providerId="LiveId" clId="{DDEBAF8B-00A9-4254-9480-257662CA3843}" dt="2024-05-14T03:17:44.058" v="1820" actId="478"/>
          <ac:spMkLst>
            <pc:docMk/>
            <pc:sldMk cId="521091296" sldId="994"/>
            <ac:spMk id="168" creationId="{66FAF5A0-157A-5246-B9E2-AFB8B502F937}"/>
          </ac:spMkLst>
        </pc:spChg>
        <pc:spChg chg="del">
          <ac:chgData name="欣捷 王" userId="b965477fa0aef5e6" providerId="LiveId" clId="{DDEBAF8B-00A9-4254-9480-257662CA3843}" dt="2024-05-14T03:17:44.058" v="1820" actId="478"/>
          <ac:spMkLst>
            <pc:docMk/>
            <pc:sldMk cId="521091296" sldId="994"/>
            <ac:spMk id="172" creationId="{CFDF407B-CEAE-D92B-AAA9-6E54EF6C7E93}"/>
          </ac:spMkLst>
        </pc:spChg>
        <pc:spChg chg="mod">
          <ac:chgData name="欣捷 王" userId="b965477fa0aef5e6" providerId="LiveId" clId="{DDEBAF8B-00A9-4254-9480-257662CA3843}" dt="2024-05-14T03:21:56.614" v="1836" actId="404"/>
          <ac:spMkLst>
            <pc:docMk/>
            <pc:sldMk cId="521091296" sldId="994"/>
            <ac:spMk id="175" creationId="{33FE8A17-B672-3334-55BB-99E7F9A6C7D7}"/>
          </ac:spMkLst>
        </pc:spChg>
        <pc:spChg chg="mod">
          <ac:chgData name="欣捷 王" userId="b965477fa0aef5e6" providerId="LiveId" clId="{DDEBAF8B-00A9-4254-9480-257662CA3843}" dt="2024-05-14T03:21:56.614" v="1836" actId="404"/>
          <ac:spMkLst>
            <pc:docMk/>
            <pc:sldMk cId="521091296" sldId="994"/>
            <ac:spMk id="176" creationId="{A23DF4C3-0FC2-B778-D935-C4311DA52555}"/>
          </ac:spMkLst>
        </pc:spChg>
        <pc:spChg chg="del">
          <ac:chgData name="欣捷 王" userId="b965477fa0aef5e6" providerId="LiveId" clId="{DDEBAF8B-00A9-4254-9480-257662CA3843}" dt="2024-05-14T03:17:40.943" v="1818" actId="478"/>
          <ac:spMkLst>
            <pc:docMk/>
            <pc:sldMk cId="521091296" sldId="994"/>
            <ac:spMk id="183" creationId="{68F91D60-C452-2A25-73DC-23F03B9B7C01}"/>
          </ac:spMkLst>
        </pc:spChg>
        <pc:grpChg chg="add mod">
          <ac:chgData name="欣捷 王" userId="b965477fa0aef5e6" providerId="LiveId" clId="{DDEBAF8B-00A9-4254-9480-257662CA3843}" dt="2024-05-14T03:23:34.785" v="1868" actId="14100"/>
          <ac:grpSpMkLst>
            <pc:docMk/>
            <pc:sldMk cId="521091296" sldId="994"/>
            <ac:grpSpMk id="7" creationId="{BFEB69F9-E26F-536B-3DB5-C30824C2C71F}"/>
          </ac:grpSpMkLst>
        </pc:grpChg>
        <pc:grpChg chg="mod">
          <ac:chgData name="欣捷 王" userId="b965477fa0aef5e6" providerId="LiveId" clId="{DDEBAF8B-00A9-4254-9480-257662CA3843}" dt="2024-05-14T03:17:56.465" v="1824" actId="164"/>
          <ac:grpSpMkLst>
            <pc:docMk/>
            <pc:sldMk cId="521091296" sldId="994"/>
            <ac:grpSpMk id="197" creationId="{EFFDE7EC-67E6-06F9-9622-E51195FE71B7}"/>
          </ac:grpSpMkLst>
        </pc:grpChg>
        <pc:cxnChg chg="add mod">
          <ac:chgData name="欣捷 王" userId="b965477fa0aef5e6" providerId="LiveId" clId="{DDEBAF8B-00A9-4254-9480-257662CA3843}" dt="2024-05-14T03:23:37.078" v="1869" actId="14100"/>
          <ac:cxnSpMkLst>
            <pc:docMk/>
            <pc:sldMk cId="521091296" sldId="994"/>
            <ac:cxnSpMk id="3" creationId="{B24D5DB3-6326-1D2A-51F3-537288AEF859}"/>
          </ac:cxnSpMkLst>
        </pc:cxnChg>
        <pc:cxnChg chg="del">
          <ac:chgData name="欣捷 王" userId="b965477fa0aef5e6" providerId="LiveId" clId="{DDEBAF8B-00A9-4254-9480-257662CA3843}" dt="2024-05-14T03:17:40.943" v="1818" actId="478"/>
          <ac:cxnSpMkLst>
            <pc:docMk/>
            <pc:sldMk cId="521091296" sldId="994"/>
            <ac:cxnSpMk id="138" creationId="{7B4DB62B-3C49-656E-CB97-053D56D931C6}"/>
          </ac:cxnSpMkLst>
        </pc:cxnChg>
        <pc:cxnChg chg="del">
          <ac:chgData name="欣捷 王" userId="b965477fa0aef5e6" providerId="LiveId" clId="{DDEBAF8B-00A9-4254-9480-257662CA3843}" dt="2024-05-14T03:17:40.943" v="1818" actId="478"/>
          <ac:cxnSpMkLst>
            <pc:docMk/>
            <pc:sldMk cId="521091296" sldId="994"/>
            <ac:cxnSpMk id="140" creationId="{37F498EC-0E62-4AD8-5B34-7538981620F9}"/>
          </ac:cxnSpMkLst>
        </pc:cxnChg>
        <pc:cxnChg chg="mod">
          <ac:chgData name="欣捷 王" userId="b965477fa0aef5e6" providerId="LiveId" clId="{DDEBAF8B-00A9-4254-9480-257662CA3843}" dt="2024-05-14T03:17:56.465" v="1824" actId="164"/>
          <ac:cxnSpMkLst>
            <pc:docMk/>
            <pc:sldMk cId="521091296" sldId="994"/>
            <ac:cxnSpMk id="142" creationId="{3B16CF5D-3BB8-D2E2-2263-9CF14D990AEF}"/>
          </ac:cxnSpMkLst>
        </pc:cxnChg>
        <pc:cxnChg chg="mod">
          <ac:chgData name="欣捷 王" userId="b965477fa0aef5e6" providerId="LiveId" clId="{DDEBAF8B-00A9-4254-9480-257662CA3843}" dt="2024-05-14T03:17:56.465" v="1824" actId="164"/>
          <ac:cxnSpMkLst>
            <pc:docMk/>
            <pc:sldMk cId="521091296" sldId="994"/>
            <ac:cxnSpMk id="144" creationId="{C066B574-A805-D560-F1A1-9EFFE3109DE0}"/>
          </ac:cxnSpMkLst>
        </pc:cxnChg>
        <pc:cxnChg chg="del mod">
          <ac:chgData name="欣捷 王" userId="b965477fa0aef5e6" providerId="LiveId" clId="{DDEBAF8B-00A9-4254-9480-257662CA3843}" dt="2024-05-14T03:17:40.943" v="1818" actId="478"/>
          <ac:cxnSpMkLst>
            <pc:docMk/>
            <pc:sldMk cId="521091296" sldId="994"/>
            <ac:cxnSpMk id="149" creationId="{34550278-43F9-1D42-16C1-A3384F58C152}"/>
          </ac:cxnSpMkLst>
        </pc:cxnChg>
        <pc:cxnChg chg="del mod">
          <ac:chgData name="欣捷 王" userId="b965477fa0aef5e6" providerId="LiveId" clId="{DDEBAF8B-00A9-4254-9480-257662CA3843}" dt="2024-05-14T03:17:40.943" v="1818" actId="478"/>
          <ac:cxnSpMkLst>
            <pc:docMk/>
            <pc:sldMk cId="521091296" sldId="994"/>
            <ac:cxnSpMk id="150" creationId="{C8CC4CF4-6FF6-1DA9-DA6D-F1A502BB383F}"/>
          </ac:cxnSpMkLst>
        </pc:cxnChg>
        <pc:cxnChg chg="mod">
          <ac:chgData name="欣捷 王" userId="b965477fa0aef5e6" providerId="LiveId" clId="{DDEBAF8B-00A9-4254-9480-257662CA3843}" dt="2024-05-14T03:17:56.465" v="1824" actId="164"/>
          <ac:cxnSpMkLst>
            <pc:docMk/>
            <pc:sldMk cId="521091296" sldId="994"/>
            <ac:cxnSpMk id="153" creationId="{5F39138F-5F5A-11EA-F544-39D9791D06D2}"/>
          </ac:cxnSpMkLst>
        </pc:cxnChg>
        <pc:cxnChg chg="del">
          <ac:chgData name="欣捷 王" userId="b965477fa0aef5e6" providerId="LiveId" clId="{DDEBAF8B-00A9-4254-9480-257662CA3843}" dt="2024-05-14T03:17:44.058" v="1820" actId="478"/>
          <ac:cxnSpMkLst>
            <pc:docMk/>
            <pc:sldMk cId="521091296" sldId="994"/>
            <ac:cxnSpMk id="157" creationId="{8F137F26-8331-5F03-DD0F-E74B56CC2ECE}"/>
          </ac:cxnSpMkLst>
        </pc:cxnChg>
        <pc:cxnChg chg="del">
          <ac:chgData name="欣捷 王" userId="b965477fa0aef5e6" providerId="LiveId" clId="{DDEBAF8B-00A9-4254-9480-257662CA3843}" dt="2024-05-14T03:17:44.058" v="1820" actId="478"/>
          <ac:cxnSpMkLst>
            <pc:docMk/>
            <pc:sldMk cId="521091296" sldId="994"/>
            <ac:cxnSpMk id="158" creationId="{BE85D4D0-5CCE-7A74-9D05-1CF24FD7A999}"/>
          </ac:cxnSpMkLst>
        </pc:cxnChg>
        <pc:cxnChg chg="del">
          <ac:chgData name="欣捷 王" userId="b965477fa0aef5e6" providerId="LiveId" clId="{DDEBAF8B-00A9-4254-9480-257662CA3843}" dt="2024-05-14T03:17:44.058" v="1820" actId="478"/>
          <ac:cxnSpMkLst>
            <pc:docMk/>
            <pc:sldMk cId="521091296" sldId="994"/>
            <ac:cxnSpMk id="160" creationId="{792848A6-D5C6-C3E6-9785-47D2638FF9C5}"/>
          </ac:cxnSpMkLst>
        </pc:cxnChg>
        <pc:cxnChg chg="del mod">
          <ac:chgData name="欣捷 王" userId="b965477fa0aef5e6" providerId="LiveId" clId="{DDEBAF8B-00A9-4254-9480-257662CA3843}" dt="2024-05-14T03:17:44.058" v="1820" actId="478"/>
          <ac:cxnSpMkLst>
            <pc:docMk/>
            <pc:sldMk cId="521091296" sldId="994"/>
            <ac:cxnSpMk id="163" creationId="{F6229FF7-D040-C7A9-534E-B74ACBBC6E20}"/>
          </ac:cxnSpMkLst>
        </pc:cxnChg>
        <pc:cxnChg chg="del">
          <ac:chgData name="欣捷 王" userId="b965477fa0aef5e6" providerId="LiveId" clId="{DDEBAF8B-00A9-4254-9480-257662CA3843}" dt="2024-05-14T03:17:44.058" v="1820" actId="478"/>
          <ac:cxnSpMkLst>
            <pc:docMk/>
            <pc:sldMk cId="521091296" sldId="994"/>
            <ac:cxnSpMk id="165" creationId="{46A449D0-506F-EE6B-8767-4972FF37F1A3}"/>
          </ac:cxnSpMkLst>
        </pc:cxnChg>
        <pc:cxnChg chg="del mod">
          <ac:chgData name="欣捷 王" userId="b965477fa0aef5e6" providerId="LiveId" clId="{DDEBAF8B-00A9-4254-9480-257662CA3843}" dt="2024-05-14T03:17:44.058" v="1820" actId="478"/>
          <ac:cxnSpMkLst>
            <pc:docMk/>
            <pc:sldMk cId="521091296" sldId="994"/>
            <ac:cxnSpMk id="173" creationId="{F63B29A3-43C2-6B26-1175-A4FE2CED3F17}"/>
          </ac:cxnSpMkLst>
        </pc:cxnChg>
        <pc:cxnChg chg="del mod">
          <ac:chgData name="欣捷 王" userId="b965477fa0aef5e6" providerId="LiveId" clId="{DDEBAF8B-00A9-4254-9480-257662CA3843}" dt="2024-05-14T03:17:44.058" v="1820" actId="478"/>
          <ac:cxnSpMkLst>
            <pc:docMk/>
            <pc:sldMk cId="521091296" sldId="994"/>
            <ac:cxnSpMk id="174" creationId="{7DF9FE4C-6987-9EEE-9576-32B447B6A02B}"/>
          </ac:cxnSpMkLst>
        </pc:cxnChg>
      </pc:sldChg>
      <pc:sldChg chg="add del">
        <pc:chgData name="欣捷 王" userId="b965477fa0aef5e6" providerId="LiveId" clId="{DDEBAF8B-00A9-4254-9480-257662CA3843}" dt="2024-05-14T05:21:41.278" v="2012" actId="47"/>
        <pc:sldMkLst>
          <pc:docMk/>
          <pc:sldMk cId="554517136" sldId="995"/>
        </pc:sldMkLst>
      </pc:sldChg>
      <pc:sldChg chg="addSp delSp modSp add mod addAnim delAnim modAnim modNotesTx">
        <pc:chgData name="欣捷 王" userId="b965477fa0aef5e6" providerId="LiveId" clId="{DDEBAF8B-00A9-4254-9480-257662CA3843}" dt="2024-05-14T07:20:24.411" v="2696" actId="14100"/>
        <pc:sldMkLst>
          <pc:docMk/>
          <pc:sldMk cId="782483237" sldId="995"/>
        </pc:sldMkLst>
        <pc:spChg chg="add del mod">
          <ac:chgData name="欣捷 王" userId="b965477fa0aef5e6" providerId="LiveId" clId="{DDEBAF8B-00A9-4254-9480-257662CA3843}" dt="2024-05-14T07:19:09.294" v="2683" actId="164"/>
          <ac:spMkLst>
            <pc:docMk/>
            <pc:sldMk cId="782483237" sldId="995"/>
            <ac:spMk id="5" creationId="{B75C407F-0DAC-E9A6-9D65-B577FAF3C8B1}"/>
          </ac:spMkLst>
        </pc:spChg>
        <pc:spChg chg="add mod ord">
          <ac:chgData name="欣捷 王" userId="b965477fa0aef5e6" providerId="LiveId" clId="{DDEBAF8B-00A9-4254-9480-257662CA3843}" dt="2024-05-14T06:21:48.470" v="2484" actId="13244"/>
          <ac:spMkLst>
            <pc:docMk/>
            <pc:sldMk cId="782483237" sldId="995"/>
            <ac:spMk id="6" creationId="{BA81F2ED-0DCF-DFD0-649F-87D13C67FA99}"/>
          </ac:spMkLst>
        </pc:spChg>
        <pc:spChg chg="add del mod">
          <ac:chgData name="欣捷 王" userId="b965477fa0aef5e6" providerId="LiveId" clId="{DDEBAF8B-00A9-4254-9480-257662CA3843}" dt="2024-05-14T06:57:52.471" v="2548" actId="478"/>
          <ac:spMkLst>
            <pc:docMk/>
            <pc:sldMk cId="782483237" sldId="995"/>
            <ac:spMk id="8" creationId="{83F60481-BCD0-5966-7472-C6A180234416}"/>
          </ac:spMkLst>
        </pc:spChg>
        <pc:spChg chg="add mod">
          <ac:chgData name="欣捷 王" userId="b965477fa0aef5e6" providerId="LiveId" clId="{DDEBAF8B-00A9-4254-9480-257662CA3843}" dt="2024-05-14T06:58:45.499" v="2578" actId="2085"/>
          <ac:spMkLst>
            <pc:docMk/>
            <pc:sldMk cId="782483237" sldId="995"/>
            <ac:spMk id="9" creationId="{72673C1F-ECE1-7DAA-A8E0-5BD5347FA00B}"/>
          </ac:spMkLst>
        </pc:spChg>
        <pc:spChg chg="add mod">
          <ac:chgData name="欣捷 王" userId="b965477fa0aef5e6" providerId="LiveId" clId="{DDEBAF8B-00A9-4254-9480-257662CA3843}" dt="2024-05-14T07:20:24.411" v="2696" actId="14100"/>
          <ac:spMkLst>
            <pc:docMk/>
            <pc:sldMk cId="782483237" sldId="995"/>
            <ac:spMk id="29" creationId="{5FEE7694-A7C6-179A-1BA8-CDB638DD8DBC}"/>
          </ac:spMkLst>
        </pc:spChg>
        <pc:grpChg chg="add mod">
          <ac:chgData name="欣捷 王" userId="b965477fa0aef5e6" providerId="LiveId" clId="{DDEBAF8B-00A9-4254-9480-257662CA3843}" dt="2024-05-14T07:19:09.294" v="2683" actId="164"/>
          <ac:grpSpMkLst>
            <pc:docMk/>
            <pc:sldMk cId="782483237" sldId="995"/>
            <ac:grpSpMk id="28" creationId="{E7DB7958-6E36-0510-56E0-D4DCE18BB75C}"/>
          </ac:grpSpMkLst>
        </pc:grpChg>
        <pc:graphicFrameChg chg="mod modGraphic">
          <ac:chgData name="欣捷 王" userId="b965477fa0aef5e6" providerId="LiveId" clId="{DDEBAF8B-00A9-4254-9480-257662CA3843}" dt="2024-05-14T06:59:06.323" v="2586" actId="20577"/>
          <ac:graphicFrameMkLst>
            <pc:docMk/>
            <pc:sldMk cId="782483237" sldId="995"/>
            <ac:graphicFrameMk id="7" creationId="{469C5937-47B5-4063-8E0B-FA1272EB12D0}"/>
          </ac:graphicFrameMkLst>
        </pc:graphicFrameChg>
        <pc:cxnChg chg="add mod">
          <ac:chgData name="欣捷 王" userId="b965477fa0aef5e6" providerId="LiveId" clId="{DDEBAF8B-00A9-4254-9480-257662CA3843}" dt="2024-05-14T07:19:09.294" v="2683" actId="164"/>
          <ac:cxnSpMkLst>
            <pc:docMk/>
            <pc:sldMk cId="782483237" sldId="995"/>
            <ac:cxnSpMk id="11" creationId="{CA69C5B2-2740-F856-4E40-2D90C3C585A5}"/>
          </ac:cxnSpMkLst>
        </pc:cxnChg>
        <pc:cxnChg chg="add mod">
          <ac:chgData name="欣捷 王" userId="b965477fa0aef5e6" providerId="LiveId" clId="{DDEBAF8B-00A9-4254-9480-257662CA3843}" dt="2024-05-14T07:19:09.294" v="2683" actId="164"/>
          <ac:cxnSpMkLst>
            <pc:docMk/>
            <pc:sldMk cId="782483237" sldId="995"/>
            <ac:cxnSpMk id="12" creationId="{5FBF3470-5131-E7BB-B10E-60C2B79A75BC}"/>
          </ac:cxnSpMkLst>
        </pc:cxnChg>
        <pc:cxnChg chg="add mod">
          <ac:chgData name="欣捷 王" userId="b965477fa0aef5e6" providerId="LiveId" clId="{DDEBAF8B-00A9-4254-9480-257662CA3843}" dt="2024-05-14T07:19:09.294" v="2683" actId="164"/>
          <ac:cxnSpMkLst>
            <pc:docMk/>
            <pc:sldMk cId="782483237" sldId="995"/>
            <ac:cxnSpMk id="15" creationId="{2F759DCD-EE70-1F60-183A-311AFC37D4D8}"/>
          </ac:cxnSpMkLst>
        </pc:cxnChg>
        <pc:cxnChg chg="add mod">
          <ac:chgData name="欣捷 王" userId="b965477fa0aef5e6" providerId="LiveId" clId="{DDEBAF8B-00A9-4254-9480-257662CA3843}" dt="2024-05-14T07:19:09.294" v="2683" actId="164"/>
          <ac:cxnSpMkLst>
            <pc:docMk/>
            <pc:sldMk cId="782483237" sldId="995"/>
            <ac:cxnSpMk id="18" creationId="{F5BB2F17-FFFF-DDA1-BEF4-1A5917C3C2A6}"/>
          </ac:cxnSpMkLst>
        </pc:cxnChg>
        <pc:cxnChg chg="add mod">
          <ac:chgData name="欣捷 王" userId="b965477fa0aef5e6" providerId="LiveId" clId="{DDEBAF8B-00A9-4254-9480-257662CA3843}" dt="2024-05-14T07:19:09.294" v="2683" actId="164"/>
          <ac:cxnSpMkLst>
            <pc:docMk/>
            <pc:sldMk cId="782483237" sldId="995"/>
            <ac:cxnSpMk id="21" creationId="{072FA1C1-87C5-4B9E-7F93-A9DB3DAE7B89}"/>
          </ac:cxnSpMkLst>
        </pc:cxnChg>
        <pc:cxnChg chg="add mod">
          <ac:chgData name="欣捷 王" userId="b965477fa0aef5e6" providerId="LiveId" clId="{DDEBAF8B-00A9-4254-9480-257662CA3843}" dt="2024-05-14T07:19:09.294" v="2683" actId="164"/>
          <ac:cxnSpMkLst>
            <pc:docMk/>
            <pc:sldMk cId="782483237" sldId="995"/>
            <ac:cxnSpMk id="25" creationId="{8E23B34A-CC3D-ABF2-7C27-1D0EA3C5B9D0}"/>
          </ac:cxnSpMkLst>
        </pc:cxnChg>
      </pc:sldChg>
      <pc:sldChg chg="addSp delSp modSp add del mod replTag">
        <pc:chgData name="欣捷 王" userId="b965477fa0aef5e6" providerId="LiveId" clId="{DDEBAF8B-00A9-4254-9480-257662CA3843}" dt="2024-05-14T05:24:21.059" v="2387" actId="47"/>
        <pc:sldMkLst>
          <pc:docMk/>
          <pc:sldMk cId="1134298182" sldId="995"/>
        </pc:sldMkLst>
        <pc:spChg chg="del mod">
          <ac:chgData name="欣捷 王" userId="b965477fa0aef5e6" providerId="LiveId" clId="{DDEBAF8B-00A9-4254-9480-257662CA3843}" dt="2024-05-14T05:24:06.028" v="2014"/>
          <ac:spMkLst>
            <pc:docMk/>
            <pc:sldMk cId="1134298182" sldId="995"/>
            <ac:spMk id="2" creationId="{69EC547C-944E-0348-A36C-B4A41D01BDF9}"/>
          </ac:spMkLst>
        </pc:spChg>
        <pc:spChg chg="mod">
          <ac:chgData name="欣捷 王" userId="b965477fa0aef5e6" providerId="LiveId" clId="{DDEBAF8B-00A9-4254-9480-257662CA3843}" dt="2024-05-14T05:24:06.028" v="2014"/>
          <ac:spMkLst>
            <pc:docMk/>
            <pc:sldMk cId="1134298182" sldId="995"/>
            <ac:spMk id="3" creationId="{6352A006-C24A-6AEC-9332-5F7B5BC3B6CC}"/>
          </ac:spMkLst>
        </pc:spChg>
        <pc:spChg chg="mod">
          <ac:chgData name="欣捷 王" userId="b965477fa0aef5e6" providerId="LiveId" clId="{DDEBAF8B-00A9-4254-9480-257662CA3843}" dt="2024-05-14T05:24:06.028" v="2014"/>
          <ac:spMkLst>
            <pc:docMk/>
            <pc:sldMk cId="1134298182" sldId="995"/>
            <ac:spMk id="4" creationId="{85A28903-CBCE-FF85-C55C-4E9FDF05C870}"/>
          </ac:spMkLst>
        </pc:spChg>
        <pc:spChg chg="mod">
          <ac:chgData name="欣捷 王" userId="b965477fa0aef5e6" providerId="LiveId" clId="{DDEBAF8B-00A9-4254-9480-257662CA3843}" dt="2024-05-14T05:24:06.028" v="2014"/>
          <ac:spMkLst>
            <pc:docMk/>
            <pc:sldMk cId="1134298182" sldId="995"/>
            <ac:spMk id="5" creationId="{C10C6BCF-C7AC-8CF2-FD01-FAFEF398CA1A}"/>
          </ac:spMkLst>
        </pc:spChg>
        <pc:spChg chg="add mod replST">
          <ac:chgData name="欣捷 王" userId="b965477fa0aef5e6" providerId="LiveId" clId="{DDEBAF8B-00A9-4254-9480-257662CA3843}" dt="2024-05-14T05:24:06.061" v="2036" actId="948"/>
          <ac:spMkLst>
            <pc:docMk/>
            <pc:sldMk cId="1134298182" sldId="995"/>
            <ac:spMk id="8" creationId="{4E530727-D07D-B71E-A628-F507E5727245}"/>
          </ac:spMkLst>
        </pc:spChg>
        <pc:spChg chg="add mod replST">
          <ac:chgData name="欣捷 王" userId="b965477fa0aef5e6" providerId="LiveId" clId="{DDEBAF8B-00A9-4254-9480-257662CA3843}" dt="2024-05-14T05:24:06.067" v="2052" actId="947"/>
          <ac:spMkLst>
            <pc:docMk/>
            <pc:sldMk cId="1134298182" sldId="995"/>
            <ac:spMk id="9" creationId="{2393BFA1-EBD8-4ADA-1409-9D2A5E8C04B6}"/>
          </ac:spMkLst>
        </pc:spChg>
        <pc:spChg chg="add mod replST">
          <ac:chgData name="欣捷 王" userId="b965477fa0aef5e6" providerId="LiveId" clId="{DDEBAF8B-00A9-4254-9480-257662CA3843}" dt="2024-05-14T05:24:06.072" v="2068" actId="947"/>
          <ac:spMkLst>
            <pc:docMk/>
            <pc:sldMk cId="1134298182" sldId="995"/>
            <ac:spMk id="10" creationId="{183503B4-E45A-B20E-5706-9428CF780DF1}"/>
          </ac:spMkLst>
        </pc:spChg>
        <pc:spChg chg="add mod replST">
          <ac:chgData name="欣捷 王" userId="b965477fa0aef5e6" providerId="LiveId" clId="{DDEBAF8B-00A9-4254-9480-257662CA3843}" dt="2024-05-14T05:24:06.077" v="2084" actId="947"/>
          <ac:spMkLst>
            <pc:docMk/>
            <pc:sldMk cId="1134298182" sldId="995"/>
            <ac:spMk id="11" creationId="{AB1AAFFB-855B-966F-7788-1072EFC86723}"/>
          </ac:spMkLst>
        </pc:spChg>
        <pc:spChg chg="add mod replST">
          <ac:chgData name="欣捷 王" userId="b965477fa0aef5e6" providerId="LiveId" clId="{DDEBAF8B-00A9-4254-9480-257662CA3843}" dt="2024-05-14T05:24:06.083" v="2100" actId="947"/>
          <ac:spMkLst>
            <pc:docMk/>
            <pc:sldMk cId="1134298182" sldId="995"/>
            <ac:spMk id="12" creationId="{E5341B4C-6422-745C-C5D2-B0729621B515}"/>
          </ac:spMkLst>
        </pc:spChg>
        <pc:spChg chg="add mod replST">
          <ac:chgData name="欣捷 王" userId="b965477fa0aef5e6" providerId="LiveId" clId="{DDEBAF8B-00A9-4254-9480-257662CA3843}" dt="2024-05-14T05:24:06.095" v="2125"/>
          <ac:spMkLst>
            <pc:docMk/>
            <pc:sldMk cId="1134298182" sldId="995"/>
            <ac:spMk id="13" creationId="{9FAC1C2A-C986-4A82-F256-39D9C721BC3A}"/>
          </ac:spMkLst>
        </pc:spChg>
        <pc:spChg chg="add mod replST">
          <ac:chgData name="欣捷 王" userId="b965477fa0aef5e6" providerId="LiveId" clId="{DDEBAF8B-00A9-4254-9480-257662CA3843}" dt="2024-05-14T05:24:06.102" v="2150"/>
          <ac:spMkLst>
            <pc:docMk/>
            <pc:sldMk cId="1134298182" sldId="995"/>
            <ac:spMk id="14" creationId="{3019DB68-2514-9825-392D-0393B37E8EAB}"/>
          </ac:spMkLst>
        </pc:spChg>
        <pc:spChg chg="add mod replST">
          <ac:chgData name="欣捷 王" userId="b965477fa0aef5e6" providerId="LiveId" clId="{DDEBAF8B-00A9-4254-9480-257662CA3843}" dt="2024-05-14T05:24:06.110" v="2175"/>
          <ac:spMkLst>
            <pc:docMk/>
            <pc:sldMk cId="1134298182" sldId="995"/>
            <ac:spMk id="15" creationId="{018BB417-8BBF-903E-5525-E446DD4E51AE}"/>
          </ac:spMkLst>
        </pc:spChg>
        <pc:spChg chg="add mod replST">
          <ac:chgData name="欣捷 王" userId="b965477fa0aef5e6" providerId="LiveId" clId="{DDEBAF8B-00A9-4254-9480-257662CA3843}" dt="2024-05-14T05:24:06.118" v="2200"/>
          <ac:spMkLst>
            <pc:docMk/>
            <pc:sldMk cId="1134298182" sldId="995"/>
            <ac:spMk id="16" creationId="{C9A65523-F4E2-3821-16CE-F94CDB7C976C}"/>
          </ac:spMkLst>
        </pc:spChg>
        <pc:spChg chg="add mod replST">
          <ac:chgData name="欣捷 王" userId="b965477fa0aef5e6" providerId="LiveId" clId="{DDEBAF8B-00A9-4254-9480-257662CA3843}" dt="2024-05-14T05:24:06.126" v="2220"/>
          <ac:spMkLst>
            <pc:docMk/>
            <pc:sldMk cId="1134298182" sldId="995"/>
            <ac:spMk id="17" creationId="{65A040ED-FB12-C0A9-3D60-C2EB05950D34}"/>
          </ac:spMkLst>
        </pc:spChg>
        <pc:spChg chg="add mod replST">
          <ac:chgData name="欣捷 王" userId="b965477fa0aef5e6" providerId="LiveId" clId="{DDEBAF8B-00A9-4254-9480-257662CA3843}" dt="2024-05-14T05:24:20.203" v="2381"/>
          <ac:spMkLst>
            <pc:docMk/>
            <pc:sldMk cId="1134298182" sldId="995"/>
            <ac:spMk id="18" creationId="{B4DD0877-8392-5984-B9CE-5765D1D38B6F}"/>
          </ac:spMkLst>
        </pc:spChg>
        <pc:spChg chg="add mod replST">
          <ac:chgData name="欣捷 王" userId="b965477fa0aef5e6" providerId="LiveId" clId="{DDEBAF8B-00A9-4254-9480-257662CA3843}" dt="2024-05-14T05:24:20.203" v="2380"/>
          <ac:spMkLst>
            <pc:docMk/>
            <pc:sldMk cId="1134298182" sldId="995"/>
            <ac:spMk id="19" creationId="{08D3A5A4-B042-BB22-EDB9-004A1A4B1DE3}"/>
          </ac:spMkLst>
        </pc:spChg>
        <pc:spChg chg="add mod replST">
          <ac:chgData name="欣捷 王" userId="b965477fa0aef5e6" providerId="LiveId" clId="{DDEBAF8B-00A9-4254-9480-257662CA3843}" dt="2024-05-14T05:24:20.203" v="2380"/>
          <ac:spMkLst>
            <pc:docMk/>
            <pc:sldMk cId="1134298182" sldId="995"/>
            <ac:spMk id="20" creationId="{1876B233-BAEC-D309-3D6D-2E1F68CA2B6C}"/>
          </ac:spMkLst>
        </pc:spChg>
        <pc:spChg chg="add mod replST">
          <ac:chgData name="欣捷 王" userId="b965477fa0aef5e6" providerId="LiveId" clId="{DDEBAF8B-00A9-4254-9480-257662CA3843}" dt="2024-05-14T05:24:20.203" v="2380"/>
          <ac:spMkLst>
            <pc:docMk/>
            <pc:sldMk cId="1134298182" sldId="995"/>
            <ac:spMk id="21" creationId="{C46B5F71-1383-35A3-AE18-48F7D089D447}"/>
          </ac:spMkLst>
        </pc:spChg>
        <pc:spChg chg="add mod ord replST">
          <ac:chgData name="欣捷 王" userId="b965477fa0aef5e6" providerId="LiveId" clId="{DDEBAF8B-00A9-4254-9480-257662CA3843}" dt="2024-05-14T05:24:20.204" v="2386"/>
          <ac:spMkLst>
            <pc:docMk/>
            <pc:sldMk cId="1134298182" sldId="995"/>
            <ac:spMk id="23" creationId="{1F813174-9EB7-228F-1084-CB27BE46F588}"/>
          </ac:spMkLst>
        </pc:spChg>
        <pc:grpChg chg="add mod replST">
          <ac:chgData name="欣捷 王" userId="b965477fa0aef5e6" providerId="LiveId" clId="{DDEBAF8B-00A9-4254-9480-257662CA3843}" dt="2024-05-14T05:24:20.203" v="2382"/>
          <ac:grpSpMkLst>
            <pc:docMk/>
            <pc:sldMk cId="1134298182" sldId="995"/>
            <ac:grpSpMk id="22" creationId="{B4A68EE1-E950-1E12-1B44-23E25FAC6CCF}"/>
          </ac:grpSpMkLst>
        </pc:grpChg>
        <pc:picChg chg="add mod ord replST">
          <ac:chgData name="欣捷 王" userId="b965477fa0aef5e6" providerId="LiveId" clId="{DDEBAF8B-00A9-4254-9480-257662CA3843}" dt="2024-05-14T05:24:20.203" v="2384"/>
          <ac:picMkLst>
            <pc:docMk/>
            <pc:sldMk cId="1134298182" sldId="995"/>
            <ac:picMk id="7" creationId="{F846AE29-3674-A5BB-6D89-4785D2F03792}"/>
          </ac:picMkLst>
        </pc:picChg>
      </pc:sldChg>
      <pc:sldChg chg="addSp delSp modSp add mod modAnim modNotesTx">
        <pc:chgData name="欣捷 王" userId="b965477fa0aef5e6" providerId="LiveId" clId="{DDEBAF8B-00A9-4254-9480-257662CA3843}" dt="2024-05-16T12:10:04.418" v="7997" actId="1076"/>
        <pc:sldMkLst>
          <pc:docMk/>
          <pc:sldMk cId="2821143569" sldId="996"/>
        </pc:sldMkLst>
        <pc:spChg chg="add del">
          <ac:chgData name="欣捷 王" userId="b965477fa0aef5e6" providerId="LiveId" clId="{DDEBAF8B-00A9-4254-9480-257662CA3843}" dt="2024-05-14T07:23:13.262" v="2702" actId="11529"/>
          <ac:spMkLst>
            <pc:docMk/>
            <pc:sldMk cId="2821143569" sldId="996"/>
            <ac:spMk id="5" creationId="{0864D3EA-2734-13CE-AF0D-A8FD2978F621}"/>
          </ac:spMkLst>
        </pc:spChg>
        <pc:spChg chg="add mod">
          <ac:chgData name="欣捷 王" userId="b965477fa0aef5e6" providerId="LiveId" clId="{DDEBAF8B-00A9-4254-9480-257662CA3843}" dt="2024-05-14T07:25:56.502" v="2781" actId="1076"/>
          <ac:spMkLst>
            <pc:docMk/>
            <pc:sldMk cId="2821143569" sldId="996"/>
            <ac:spMk id="6" creationId="{9233FE1C-B614-3A02-FE46-376F948E0761}"/>
          </ac:spMkLst>
        </pc:spChg>
        <pc:spChg chg="add mod">
          <ac:chgData name="欣捷 王" userId="b965477fa0aef5e6" providerId="LiveId" clId="{DDEBAF8B-00A9-4254-9480-257662CA3843}" dt="2024-05-14T07:27:53.470" v="2817" actId="14100"/>
          <ac:spMkLst>
            <pc:docMk/>
            <pc:sldMk cId="2821143569" sldId="996"/>
            <ac:spMk id="7" creationId="{4E623AF8-38D1-16F1-EEDF-FBBC92833563}"/>
          </ac:spMkLst>
        </pc:spChg>
        <pc:spChg chg="mod">
          <ac:chgData name="欣捷 王" userId="b965477fa0aef5e6" providerId="LiveId" clId="{DDEBAF8B-00A9-4254-9480-257662CA3843}" dt="2024-05-16T12:10:04.418" v="7997" actId="1076"/>
          <ac:spMkLst>
            <pc:docMk/>
            <pc:sldMk cId="2821143569" sldId="996"/>
            <ac:spMk id="14338" creationId="{25C3DA7B-9A4F-4E11-9E1B-9F8F304EBE8B}"/>
          </ac:spMkLst>
        </pc:spChg>
        <pc:spChg chg="mod ord">
          <ac:chgData name="欣捷 王" userId="b965477fa0aef5e6" providerId="LiveId" clId="{DDEBAF8B-00A9-4254-9480-257662CA3843}" dt="2024-05-14T07:21:30.957" v="2698" actId="166"/>
          <ac:spMkLst>
            <pc:docMk/>
            <pc:sldMk cId="2821143569" sldId="996"/>
            <ac:spMk id="634916" creationId="{A93FC424-1EAF-45C1-B39F-779090113202}"/>
          </ac:spMkLst>
        </pc:spChg>
      </pc:sldChg>
      <pc:sldChg chg="addSp modSp add del mod ord modAnim">
        <pc:chgData name="欣捷 王" userId="b965477fa0aef5e6" providerId="LiveId" clId="{DDEBAF8B-00A9-4254-9480-257662CA3843}" dt="2024-05-14T16:09:07.808" v="6076"/>
        <pc:sldMkLst>
          <pc:docMk/>
          <pc:sldMk cId="1816869932" sldId="997"/>
        </pc:sldMkLst>
        <pc:spChg chg="mod">
          <ac:chgData name="欣捷 王" userId="b965477fa0aef5e6" providerId="LiveId" clId="{DDEBAF8B-00A9-4254-9480-257662CA3843}" dt="2024-05-14T08:32:28.402" v="3100" actId="1076"/>
          <ac:spMkLst>
            <pc:docMk/>
            <pc:sldMk cId="1816869932" sldId="997"/>
            <ac:spMk id="6" creationId="{A1810237-52D9-4E71-4256-78DBD275C2D6}"/>
          </ac:spMkLst>
        </pc:spChg>
        <pc:spChg chg="mod">
          <ac:chgData name="欣捷 王" userId="b965477fa0aef5e6" providerId="LiveId" clId="{DDEBAF8B-00A9-4254-9480-257662CA3843}" dt="2024-05-14T08:32:28.402" v="3100" actId="1076"/>
          <ac:spMkLst>
            <pc:docMk/>
            <pc:sldMk cId="1816869932" sldId="997"/>
            <ac:spMk id="8" creationId="{E3BEF29C-7D1B-05E0-766B-D6A85E4A2882}"/>
          </ac:spMkLst>
        </pc:spChg>
        <pc:spChg chg="mod">
          <ac:chgData name="欣捷 王" userId="b965477fa0aef5e6" providerId="LiveId" clId="{DDEBAF8B-00A9-4254-9480-257662CA3843}" dt="2024-05-14T08:32:28.402" v="3100" actId="1076"/>
          <ac:spMkLst>
            <pc:docMk/>
            <pc:sldMk cId="1816869932" sldId="997"/>
            <ac:spMk id="9" creationId="{59E0B5FA-1548-AE66-FAC1-54C4F9ADA47B}"/>
          </ac:spMkLst>
        </pc:spChg>
        <pc:spChg chg="mod">
          <ac:chgData name="欣捷 王" userId="b965477fa0aef5e6" providerId="LiveId" clId="{DDEBAF8B-00A9-4254-9480-257662CA3843}" dt="2024-05-14T08:32:28.402" v="3100" actId="1076"/>
          <ac:spMkLst>
            <pc:docMk/>
            <pc:sldMk cId="1816869932" sldId="997"/>
            <ac:spMk id="10" creationId="{9030C36D-4F4E-7C79-8243-0DE964BD116F}"/>
          </ac:spMkLst>
        </pc:spChg>
        <pc:spChg chg="mod">
          <ac:chgData name="欣捷 王" userId="b965477fa0aef5e6" providerId="LiveId" clId="{DDEBAF8B-00A9-4254-9480-257662CA3843}" dt="2024-05-14T08:32:28.402" v="3100" actId="1076"/>
          <ac:spMkLst>
            <pc:docMk/>
            <pc:sldMk cId="1816869932" sldId="997"/>
            <ac:spMk id="11" creationId="{7F9A1388-764B-3A72-0CFC-21FB544056E1}"/>
          </ac:spMkLst>
        </pc:spChg>
        <pc:spChg chg="mod">
          <ac:chgData name="欣捷 王" userId="b965477fa0aef5e6" providerId="LiveId" clId="{DDEBAF8B-00A9-4254-9480-257662CA3843}" dt="2024-05-14T08:32:28.402" v="3100" actId="1076"/>
          <ac:spMkLst>
            <pc:docMk/>
            <pc:sldMk cId="1816869932" sldId="997"/>
            <ac:spMk id="12" creationId="{091C1A1A-FA49-F219-D1F9-74393C005158}"/>
          </ac:spMkLst>
        </pc:spChg>
        <pc:spChg chg="mod">
          <ac:chgData name="欣捷 王" userId="b965477fa0aef5e6" providerId="LiveId" clId="{DDEBAF8B-00A9-4254-9480-257662CA3843}" dt="2024-05-14T08:32:28.402" v="3100" actId="1076"/>
          <ac:spMkLst>
            <pc:docMk/>
            <pc:sldMk cId="1816869932" sldId="997"/>
            <ac:spMk id="13" creationId="{D4578614-0989-D385-13BF-0B81FB15B24C}"/>
          </ac:spMkLst>
        </pc:spChg>
        <pc:spChg chg="mod">
          <ac:chgData name="欣捷 王" userId="b965477fa0aef5e6" providerId="LiveId" clId="{DDEBAF8B-00A9-4254-9480-257662CA3843}" dt="2024-05-14T08:24:03.322" v="3007"/>
          <ac:spMkLst>
            <pc:docMk/>
            <pc:sldMk cId="1816869932" sldId="997"/>
            <ac:spMk id="15362" creationId="{C422016E-5E8E-4F73-BEB6-F39B48B9A073}"/>
          </ac:spMkLst>
        </pc:spChg>
        <pc:spChg chg="mod">
          <ac:chgData name="欣捷 王" userId="b965477fa0aef5e6" providerId="LiveId" clId="{DDEBAF8B-00A9-4254-9480-257662CA3843}" dt="2024-05-14T08:34:09.866" v="3181" actId="113"/>
          <ac:spMkLst>
            <pc:docMk/>
            <pc:sldMk cId="1816869932" sldId="997"/>
            <ac:spMk id="15363" creationId="{3159D4C9-563E-49E9-8F81-3D6599EA2E97}"/>
          </ac:spMkLst>
        </pc:spChg>
        <pc:grpChg chg="add mod">
          <ac:chgData name="欣捷 王" userId="b965477fa0aef5e6" providerId="LiveId" clId="{DDEBAF8B-00A9-4254-9480-257662CA3843}" dt="2024-05-14T08:32:28.402" v="3100" actId="1076"/>
          <ac:grpSpMkLst>
            <pc:docMk/>
            <pc:sldMk cId="1816869932" sldId="997"/>
            <ac:grpSpMk id="5" creationId="{65FA3D2A-5EBB-06D7-3BB2-0A2D9B34EA4F}"/>
          </ac:grpSpMkLst>
        </pc:grpChg>
        <pc:graphicFrameChg chg="mod modGraphic">
          <ac:chgData name="欣捷 王" userId="b965477fa0aef5e6" providerId="LiveId" clId="{DDEBAF8B-00A9-4254-9480-257662CA3843}" dt="2024-05-14T08:32:24.443" v="3098" actId="1076"/>
          <ac:graphicFrameMkLst>
            <pc:docMk/>
            <pc:sldMk cId="1816869932" sldId="997"/>
            <ac:graphicFrameMk id="7" creationId="{77D47A9E-4D8A-4B6D-9292-77CE34BCB8F3}"/>
          </ac:graphicFrameMkLst>
        </pc:graphicFrameChg>
        <pc:cxnChg chg="mod">
          <ac:chgData name="欣捷 王" userId="b965477fa0aef5e6" providerId="LiveId" clId="{DDEBAF8B-00A9-4254-9480-257662CA3843}" dt="2024-05-14T08:32:28.402" v="3100" actId="1076"/>
          <ac:cxnSpMkLst>
            <pc:docMk/>
            <pc:sldMk cId="1816869932" sldId="997"/>
            <ac:cxnSpMk id="14" creationId="{921B1CDE-90E4-94DF-7C8D-4B02976E1BC7}"/>
          </ac:cxnSpMkLst>
        </pc:cxnChg>
        <pc:cxnChg chg="mod">
          <ac:chgData name="欣捷 王" userId="b965477fa0aef5e6" providerId="LiveId" clId="{DDEBAF8B-00A9-4254-9480-257662CA3843}" dt="2024-05-14T08:32:28.402" v="3100" actId="1076"/>
          <ac:cxnSpMkLst>
            <pc:docMk/>
            <pc:sldMk cId="1816869932" sldId="997"/>
            <ac:cxnSpMk id="15" creationId="{0A2CD319-13CA-DAA1-3B7D-4A651247B76C}"/>
          </ac:cxnSpMkLst>
        </pc:cxnChg>
      </pc:sldChg>
      <pc:sldChg chg="addSp delSp modSp add mod">
        <pc:chgData name="欣捷 王" userId="b965477fa0aef5e6" providerId="LiveId" clId="{DDEBAF8B-00A9-4254-9480-257662CA3843}" dt="2024-05-14T08:34:36.945" v="3188" actId="1582"/>
        <pc:sldMkLst>
          <pc:docMk/>
          <pc:sldMk cId="4095992109" sldId="998"/>
        </pc:sldMkLst>
        <pc:spChg chg="mod">
          <ac:chgData name="欣捷 王" userId="b965477fa0aef5e6" providerId="LiveId" clId="{DDEBAF8B-00A9-4254-9480-257662CA3843}" dt="2024-05-14T08:30:15.209" v="3084" actId="1076"/>
          <ac:spMkLst>
            <pc:docMk/>
            <pc:sldMk cId="4095992109" sldId="998"/>
            <ac:spMk id="8" creationId="{A061B525-AA36-344F-C1B5-5EB88F5B543B}"/>
          </ac:spMkLst>
        </pc:spChg>
        <pc:spChg chg="mod">
          <ac:chgData name="欣捷 王" userId="b965477fa0aef5e6" providerId="LiveId" clId="{DDEBAF8B-00A9-4254-9480-257662CA3843}" dt="2024-05-14T08:30:15.209" v="3084" actId="1076"/>
          <ac:spMkLst>
            <pc:docMk/>
            <pc:sldMk cId="4095992109" sldId="998"/>
            <ac:spMk id="9" creationId="{4ABA968F-5B20-BC0F-C295-D8865AF09F56}"/>
          </ac:spMkLst>
        </pc:spChg>
        <pc:spChg chg="mod">
          <ac:chgData name="欣捷 王" userId="b965477fa0aef5e6" providerId="LiveId" clId="{DDEBAF8B-00A9-4254-9480-257662CA3843}" dt="2024-05-14T08:30:15.209" v="3084" actId="1076"/>
          <ac:spMkLst>
            <pc:docMk/>
            <pc:sldMk cId="4095992109" sldId="998"/>
            <ac:spMk id="10" creationId="{0A3E09C5-B61C-8C04-8F9B-2D70581E48D0}"/>
          </ac:spMkLst>
        </pc:spChg>
        <pc:spChg chg="mod">
          <ac:chgData name="欣捷 王" userId="b965477fa0aef5e6" providerId="LiveId" clId="{DDEBAF8B-00A9-4254-9480-257662CA3843}" dt="2024-05-14T08:30:15.209" v="3084" actId="1076"/>
          <ac:spMkLst>
            <pc:docMk/>
            <pc:sldMk cId="4095992109" sldId="998"/>
            <ac:spMk id="11" creationId="{151B01D4-8BCC-0CC6-95D0-ADA7A5258264}"/>
          </ac:spMkLst>
        </pc:spChg>
        <pc:spChg chg="mod">
          <ac:chgData name="欣捷 王" userId="b965477fa0aef5e6" providerId="LiveId" clId="{DDEBAF8B-00A9-4254-9480-257662CA3843}" dt="2024-05-14T08:30:15.209" v="3084" actId="1076"/>
          <ac:spMkLst>
            <pc:docMk/>
            <pc:sldMk cId="4095992109" sldId="998"/>
            <ac:spMk id="12" creationId="{2B4958A9-48C7-0376-F2A1-770D839EAA36}"/>
          </ac:spMkLst>
        </pc:spChg>
        <pc:spChg chg="mod">
          <ac:chgData name="欣捷 王" userId="b965477fa0aef5e6" providerId="LiveId" clId="{DDEBAF8B-00A9-4254-9480-257662CA3843}" dt="2024-05-14T08:30:15.209" v="3084" actId="1076"/>
          <ac:spMkLst>
            <pc:docMk/>
            <pc:sldMk cId="4095992109" sldId="998"/>
            <ac:spMk id="13" creationId="{EF333D04-A642-5AE3-2BE7-D4B13015CC87}"/>
          </ac:spMkLst>
        </pc:spChg>
        <pc:spChg chg="mod">
          <ac:chgData name="欣捷 王" userId="b965477fa0aef5e6" providerId="LiveId" clId="{DDEBAF8B-00A9-4254-9480-257662CA3843}" dt="2024-05-14T08:30:15.209" v="3084" actId="1076"/>
          <ac:spMkLst>
            <pc:docMk/>
            <pc:sldMk cId="4095992109" sldId="998"/>
            <ac:spMk id="14" creationId="{770D7029-94BA-3422-4ED9-F1467D368F6C}"/>
          </ac:spMkLst>
        </pc:spChg>
        <pc:spChg chg="mod">
          <ac:chgData name="欣捷 王" userId="b965477fa0aef5e6" providerId="LiveId" clId="{DDEBAF8B-00A9-4254-9480-257662CA3843}" dt="2024-05-14T08:30:15.209" v="3084" actId="1076"/>
          <ac:spMkLst>
            <pc:docMk/>
            <pc:sldMk cId="4095992109" sldId="998"/>
            <ac:spMk id="15" creationId="{17512F59-D2DA-7F66-1553-58C8DF25C1DA}"/>
          </ac:spMkLst>
        </pc:spChg>
        <pc:spChg chg="mod">
          <ac:chgData name="欣捷 王" userId="b965477fa0aef5e6" providerId="LiveId" clId="{DDEBAF8B-00A9-4254-9480-257662CA3843}" dt="2024-05-14T08:30:15.209" v="3084" actId="1076"/>
          <ac:spMkLst>
            <pc:docMk/>
            <pc:sldMk cId="4095992109" sldId="998"/>
            <ac:spMk id="16" creationId="{1F9E5D7A-D6F0-1442-7D37-01BA58C7DF4F}"/>
          </ac:spMkLst>
        </pc:spChg>
        <pc:spChg chg="mod">
          <ac:chgData name="欣捷 王" userId="b965477fa0aef5e6" providerId="LiveId" clId="{DDEBAF8B-00A9-4254-9480-257662CA3843}" dt="2024-05-14T08:30:15.209" v="3084" actId="1076"/>
          <ac:spMkLst>
            <pc:docMk/>
            <pc:sldMk cId="4095992109" sldId="998"/>
            <ac:spMk id="17" creationId="{24D6F600-C167-649A-3661-8A89952751FC}"/>
          </ac:spMkLst>
        </pc:spChg>
        <pc:spChg chg="mod">
          <ac:chgData name="欣捷 王" userId="b965477fa0aef5e6" providerId="LiveId" clId="{DDEBAF8B-00A9-4254-9480-257662CA3843}" dt="2024-05-14T08:30:15.209" v="3084" actId="1076"/>
          <ac:spMkLst>
            <pc:docMk/>
            <pc:sldMk cId="4095992109" sldId="998"/>
            <ac:spMk id="18" creationId="{BA3A58CD-B629-CE5E-464B-D453AC39F3D1}"/>
          </ac:spMkLst>
        </pc:spChg>
        <pc:spChg chg="mod">
          <ac:chgData name="欣捷 王" userId="b965477fa0aef5e6" providerId="LiveId" clId="{DDEBAF8B-00A9-4254-9480-257662CA3843}" dt="2024-05-14T08:30:15.209" v="3084" actId="1076"/>
          <ac:spMkLst>
            <pc:docMk/>
            <pc:sldMk cId="4095992109" sldId="998"/>
            <ac:spMk id="19" creationId="{B0434A75-EE40-C5C3-A15E-A92CF1CDED30}"/>
          </ac:spMkLst>
        </pc:spChg>
        <pc:spChg chg="mod">
          <ac:chgData name="欣捷 王" userId="b965477fa0aef5e6" providerId="LiveId" clId="{DDEBAF8B-00A9-4254-9480-257662CA3843}" dt="2024-05-14T08:30:15.209" v="3084" actId="1076"/>
          <ac:spMkLst>
            <pc:docMk/>
            <pc:sldMk cId="4095992109" sldId="998"/>
            <ac:spMk id="20" creationId="{4549CAD4-FF88-0BD3-BA75-DC9AA118BC06}"/>
          </ac:spMkLst>
        </pc:spChg>
        <pc:spChg chg="mod">
          <ac:chgData name="欣捷 王" userId="b965477fa0aef5e6" providerId="LiveId" clId="{DDEBAF8B-00A9-4254-9480-257662CA3843}" dt="2024-05-14T08:30:15.209" v="3084" actId="1076"/>
          <ac:spMkLst>
            <pc:docMk/>
            <pc:sldMk cId="4095992109" sldId="998"/>
            <ac:spMk id="21" creationId="{D114C05E-3E04-79EA-4650-3820A708F3CB}"/>
          </ac:spMkLst>
        </pc:spChg>
        <pc:spChg chg="mod">
          <ac:chgData name="欣捷 王" userId="b965477fa0aef5e6" providerId="LiveId" clId="{DDEBAF8B-00A9-4254-9480-257662CA3843}" dt="2024-05-14T08:30:15.209" v="3084" actId="1076"/>
          <ac:spMkLst>
            <pc:docMk/>
            <pc:sldMk cId="4095992109" sldId="998"/>
            <ac:spMk id="22" creationId="{C25F0E4D-70F7-68A5-9300-E4F377D40190}"/>
          </ac:spMkLst>
        </pc:spChg>
        <pc:spChg chg="mod">
          <ac:chgData name="欣捷 王" userId="b965477fa0aef5e6" providerId="LiveId" clId="{DDEBAF8B-00A9-4254-9480-257662CA3843}" dt="2024-05-14T08:30:15.209" v="3084" actId="1076"/>
          <ac:spMkLst>
            <pc:docMk/>
            <pc:sldMk cId="4095992109" sldId="998"/>
            <ac:spMk id="23" creationId="{AA3222CA-F47D-CB86-728F-0EE241A314EC}"/>
          </ac:spMkLst>
        </pc:spChg>
        <pc:spChg chg="mod">
          <ac:chgData name="欣捷 王" userId="b965477fa0aef5e6" providerId="LiveId" clId="{DDEBAF8B-00A9-4254-9480-257662CA3843}" dt="2024-05-14T08:30:15.209" v="3084" actId="1076"/>
          <ac:spMkLst>
            <pc:docMk/>
            <pc:sldMk cId="4095992109" sldId="998"/>
            <ac:spMk id="24" creationId="{6EAEFE9E-DC56-0DC5-8B45-62396B6FA7F1}"/>
          </ac:spMkLst>
        </pc:spChg>
        <pc:spChg chg="mod">
          <ac:chgData name="欣捷 王" userId="b965477fa0aef5e6" providerId="LiveId" clId="{DDEBAF8B-00A9-4254-9480-257662CA3843}" dt="2024-05-14T08:30:15.209" v="3084" actId="1076"/>
          <ac:spMkLst>
            <pc:docMk/>
            <pc:sldMk cId="4095992109" sldId="998"/>
            <ac:spMk id="25" creationId="{4B1B0DF8-B269-BE95-AFA4-C5BE3C79D9F3}"/>
          </ac:spMkLst>
        </pc:spChg>
        <pc:spChg chg="mod">
          <ac:chgData name="欣捷 王" userId="b965477fa0aef5e6" providerId="LiveId" clId="{DDEBAF8B-00A9-4254-9480-257662CA3843}" dt="2024-05-14T08:30:15.209" v="3084" actId="1076"/>
          <ac:spMkLst>
            <pc:docMk/>
            <pc:sldMk cId="4095992109" sldId="998"/>
            <ac:spMk id="26" creationId="{61CC6A09-B1A6-2C67-4E5A-2456210872B5}"/>
          </ac:spMkLst>
        </pc:spChg>
        <pc:spChg chg="mod">
          <ac:chgData name="欣捷 王" userId="b965477fa0aef5e6" providerId="LiveId" clId="{DDEBAF8B-00A9-4254-9480-257662CA3843}" dt="2024-05-14T08:30:15.209" v="3084" actId="1076"/>
          <ac:spMkLst>
            <pc:docMk/>
            <pc:sldMk cId="4095992109" sldId="998"/>
            <ac:spMk id="27" creationId="{BC15CEF7-A4C5-4A12-EBC2-00099665F628}"/>
          </ac:spMkLst>
        </pc:spChg>
        <pc:spChg chg="mod">
          <ac:chgData name="欣捷 王" userId="b965477fa0aef5e6" providerId="LiveId" clId="{DDEBAF8B-00A9-4254-9480-257662CA3843}" dt="2024-05-14T08:30:15.209" v="3084" actId="1076"/>
          <ac:spMkLst>
            <pc:docMk/>
            <pc:sldMk cId="4095992109" sldId="998"/>
            <ac:spMk id="28" creationId="{8B4ABA89-F2AF-6ECD-AB3B-FAF0209AF813}"/>
          </ac:spMkLst>
        </pc:spChg>
        <pc:spChg chg="mod">
          <ac:chgData name="欣捷 王" userId="b965477fa0aef5e6" providerId="LiveId" clId="{DDEBAF8B-00A9-4254-9480-257662CA3843}" dt="2024-05-14T08:30:15.209" v="3084" actId="1076"/>
          <ac:spMkLst>
            <pc:docMk/>
            <pc:sldMk cId="4095992109" sldId="998"/>
            <ac:spMk id="29" creationId="{D7BA5A34-6B1B-A499-3CC2-9BC08FEDAA91}"/>
          </ac:spMkLst>
        </pc:spChg>
        <pc:spChg chg="mod">
          <ac:chgData name="欣捷 王" userId="b965477fa0aef5e6" providerId="LiveId" clId="{DDEBAF8B-00A9-4254-9480-257662CA3843}" dt="2024-05-14T08:30:15.209" v="3084" actId="1076"/>
          <ac:spMkLst>
            <pc:docMk/>
            <pc:sldMk cId="4095992109" sldId="998"/>
            <ac:spMk id="30" creationId="{D6F4F570-7FD7-82F5-E293-DC37235708D1}"/>
          </ac:spMkLst>
        </pc:spChg>
        <pc:spChg chg="mod">
          <ac:chgData name="欣捷 王" userId="b965477fa0aef5e6" providerId="LiveId" clId="{DDEBAF8B-00A9-4254-9480-257662CA3843}" dt="2024-05-14T08:30:15.209" v="3084" actId="1076"/>
          <ac:spMkLst>
            <pc:docMk/>
            <pc:sldMk cId="4095992109" sldId="998"/>
            <ac:spMk id="31" creationId="{A220DE0F-4AF8-0F7D-8122-D8730E6390DE}"/>
          </ac:spMkLst>
        </pc:spChg>
        <pc:spChg chg="mod">
          <ac:chgData name="欣捷 王" userId="b965477fa0aef5e6" providerId="LiveId" clId="{DDEBAF8B-00A9-4254-9480-257662CA3843}" dt="2024-05-14T08:30:15.209" v="3084" actId="1076"/>
          <ac:spMkLst>
            <pc:docMk/>
            <pc:sldMk cId="4095992109" sldId="998"/>
            <ac:spMk id="32" creationId="{A1154F1C-8EC9-572D-D9A1-B37E53F759DC}"/>
          </ac:spMkLst>
        </pc:spChg>
        <pc:spChg chg="mod">
          <ac:chgData name="欣捷 王" userId="b965477fa0aef5e6" providerId="LiveId" clId="{DDEBAF8B-00A9-4254-9480-257662CA3843}" dt="2024-05-14T08:30:15.209" v="3084" actId="1076"/>
          <ac:spMkLst>
            <pc:docMk/>
            <pc:sldMk cId="4095992109" sldId="998"/>
            <ac:spMk id="33" creationId="{6B70FB61-6876-89B0-C5A3-1EADF7A3D96E}"/>
          </ac:spMkLst>
        </pc:spChg>
        <pc:spChg chg="mod">
          <ac:chgData name="欣捷 王" userId="b965477fa0aef5e6" providerId="LiveId" clId="{DDEBAF8B-00A9-4254-9480-257662CA3843}" dt="2024-05-14T08:30:15.209" v="3084" actId="1076"/>
          <ac:spMkLst>
            <pc:docMk/>
            <pc:sldMk cId="4095992109" sldId="998"/>
            <ac:spMk id="34" creationId="{2421B061-2E11-A2AA-DAFA-43625AB47082}"/>
          </ac:spMkLst>
        </pc:spChg>
        <pc:spChg chg="mod">
          <ac:chgData name="欣捷 王" userId="b965477fa0aef5e6" providerId="LiveId" clId="{DDEBAF8B-00A9-4254-9480-257662CA3843}" dt="2024-05-14T08:30:15.209" v="3084" actId="1076"/>
          <ac:spMkLst>
            <pc:docMk/>
            <pc:sldMk cId="4095992109" sldId="998"/>
            <ac:spMk id="35" creationId="{7EED8176-97C0-67A9-3EB5-7599CD20CE91}"/>
          </ac:spMkLst>
        </pc:spChg>
        <pc:spChg chg="mod">
          <ac:chgData name="欣捷 王" userId="b965477fa0aef5e6" providerId="LiveId" clId="{DDEBAF8B-00A9-4254-9480-257662CA3843}" dt="2024-05-14T08:30:15.209" v="3084" actId="1076"/>
          <ac:spMkLst>
            <pc:docMk/>
            <pc:sldMk cId="4095992109" sldId="998"/>
            <ac:spMk id="36" creationId="{9F4DD02D-E126-643C-085E-A711893AB799}"/>
          </ac:spMkLst>
        </pc:spChg>
        <pc:spChg chg="mod">
          <ac:chgData name="欣捷 王" userId="b965477fa0aef5e6" providerId="LiveId" clId="{DDEBAF8B-00A9-4254-9480-257662CA3843}" dt="2024-05-14T08:30:15.209" v="3084" actId="1076"/>
          <ac:spMkLst>
            <pc:docMk/>
            <pc:sldMk cId="4095992109" sldId="998"/>
            <ac:spMk id="37" creationId="{CB423DF0-42B6-4B72-DF1A-D0BE75E278FC}"/>
          </ac:spMkLst>
        </pc:spChg>
        <pc:spChg chg="mod">
          <ac:chgData name="欣捷 王" userId="b965477fa0aef5e6" providerId="LiveId" clId="{DDEBAF8B-00A9-4254-9480-257662CA3843}" dt="2024-05-14T08:30:15.209" v="3084" actId="1076"/>
          <ac:spMkLst>
            <pc:docMk/>
            <pc:sldMk cId="4095992109" sldId="998"/>
            <ac:spMk id="38" creationId="{8503ADD4-9B66-A4CC-F33A-27C247AFB83C}"/>
          </ac:spMkLst>
        </pc:spChg>
        <pc:spChg chg="mod">
          <ac:chgData name="欣捷 王" userId="b965477fa0aef5e6" providerId="LiveId" clId="{DDEBAF8B-00A9-4254-9480-257662CA3843}" dt="2024-05-14T08:30:15.209" v="3084" actId="1076"/>
          <ac:spMkLst>
            <pc:docMk/>
            <pc:sldMk cId="4095992109" sldId="998"/>
            <ac:spMk id="39" creationId="{36386BC0-75F4-C02B-2D21-6A4E530FF018}"/>
          </ac:spMkLst>
        </pc:spChg>
        <pc:spChg chg="mod">
          <ac:chgData name="欣捷 王" userId="b965477fa0aef5e6" providerId="LiveId" clId="{DDEBAF8B-00A9-4254-9480-257662CA3843}" dt="2024-05-14T08:30:15.209" v="3084" actId="1076"/>
          <ac:spMkLst>
            <pc:docMk/>
            <pc:sldMk cId="4095992109" sldId="998"/>
            <ac:spMk id="40" creationId="{4137FA95-082C-B7B5-5CEC-9922B6290BE5}"/>
          </ac:spMkLst>
        </pc:spChg>
        <pc:spChg chg="mod">
          <ac:chgData name="欣捷 王" userId="b965477fa0aef5e6" providerId="LiveId" clId="{DDEBAF8B-00A9-4254-9480-257662CA3843}" dt="2024-05-14T08:30:15.209" v="3084" actId="1076"/>
          <ac:spMkLst>
            <pc:docMk/>
            <pc:sldMk cId="4095992109" sldId="998"/>
            <ac:spMk id="41" creationId="{F6224BBF-1C9C-01D8-FA55-1A16FF1A6350}"/>
          </ac:spMkLst>
        </pc:spChg>
        <pc:spChg chg="mod">
          <ac:chgData name="欣捷 王" userId="b965477fa0aef5e6" providerId="LiveId" clId="{DDEBAF8B-00A9-4254-9480-257662CA3843}" dt="2024-05-14T08:30:15.209" v="3084" actId="1076"/>
          <ac:spMkLst>
            <pc:docMk/>
            <pc:sldMk cId="4095992109" sldId="998"/>
            <ac:spMk id="42" creationId="{E58AD8E7-2D14-E0C8-C991-BBFDFBC9EFC6}"/>
          </ac:spMkLst>
        </pc:spChg>
        <pc:spChg chg="mod">
          <ac:chgData name="欣捷 王" userId="b965477fa0aef5e6" providerId="LiveId" clId="{DDEBAF8B-00A9-4254-9480-257662CA3843}" dt="2024-05-14T08:30:15.209" v="3084" actId="1076"/>
          <ac:spMkLst>
            <pc:docMk/>
            <pc:sldMk cId="4095992109" sldId="998"/>
            <ac:spMk id="43" creationId="{0F0C4AFB-E62E-1E2F-B6A5-48DA3001F234}"/>
          </ac:spMkLst>
        </pc:spChg>
        <pc:spChg chg="mod">
          <ac:chgData name="欣捷 王" userId="b965477fa0aef5e6" providerId="LiveId" clId="{DDEBAF8B-00A9-4254-9480-257662CA3843}" dt="2024-05-14T08:34:36.945" v="3188" actId="1582"/>
          <ac:spMkLst>
            <pc:docMk/>
            <pc:sldMk cId="4095992109" sldId="998"/>
            <ac:spMk id="44" creationId="{2860F1BF-579E-2E18-0052-BDBD8FDA2AD2}"/>
          </ac:spMkLst>
        </pc:spChg>
        <pc:spChg chg="mod">
          <ac:chgData name="欣捷 王" userId="b965477fa0aef5e6" providerId="LiveId" clId="{DDEBAF8B-00A9-4254-9480-257662CA3843}" dt="2024-05-14T08:34:36.945" v="3188" actId="1582"/>
          <ac:spMkLst>
            <pc:docMk/>
            <pc:sldMk cId="4095992109" sldId="998"/>
            <ac:spMk id="45" creationId="{B9BB6A50-935F-DBA5-B7A4-582D3BA7E91C}"/>
          </ac:spMkLst>
        </pc:spChg>
        <pc:spChg chg="mod">
          <ac:chgData name="欣捷 王" userId="b965477fa0aef5e6" providerId="LiveId" clId="{DDEBAF8B-00A9-4254-9480-257662CA3843}" dt="2024-05-14T08:34:36.945" v="3188" actId="1582"/>
          <ac:spMkLst>
            <pc:docMk/>
            <pc:sldMk cId="4095992109" sldId="998"/>
            <ac:spMk id="46" creationId="{A2B5090A-E15A-5922-1150-B94631159329}"/>
          </ac:spMkLst>
        </pc:spChg>
        <pc:spChg chg="mod">
          <ac:chgData name="欣捷 王" userId="b965477fa0aef5e6" providerId="LiveId" clId="{DDEBAF8B-00A9-4254-9480-257662CA3843}" dt="2024-05-14T08:34:36.945" v="3188" actId="1582"/>
          <ac:spMkLst>
            <pc:docMk/>
            <pc:sldMk cId="4095992109" sldId="998"/>
            <ac:spMk id="47" creationId="{41280C05-F42E-D8A6-8709-17B5E37B31C5}"/>
          </ac:spMkLst>
        </pc:spChg>
        <pc:spChg chg="mod">
          <ac:chgData name="欣捷 王" userId="b965477fa0aef5e6" providerId="LiveId" clId="{DDEBAF8B-00A9-4254-9480-257662CA3843}" dt="2024-05-14T08:24:25.169" v="3017" actId="20577"/>
          <ac:spMkLst>
            <pc:docMk/>
            <pc:sldMk cId="4095992109" sldId="998"/>
            <ac:spMk id="15362" creationId="{C422016E-5E8E-4F73-BEB6-F39B48B9A073}"/>
          </ac:spMkLst>
        </pc:spChg>
        <pc:spChg chg="mod">
          <ac:chgData name="欣捷 王" userId="b965477fa0aef5e6" providerId="LiveId" clId="{DDEBAF8B-00A9-4254-9480-257662CA3843}" dt="2024-05-14T08:29:16.565" v="3079" actId="20577"/>
          <ac:spMkLst>
            <pc:docMk/>
            <pc:sldMk cId="4095992109" sldId="998"/>
            <ac:spMk id="15363" creationId="{3159D4C9-563E-49E9-8F81-3D6599EA2E97}"/>
          </ac:spMkLst>
        </pc:spChg>
        <pc:grpChg chg="add mod">
          <ac:chgData name="欣捷 王" userId="b965477fa0aef5e6" providerId="LiveId" clId="{DDEBAF8B-00A9-4254-9480-257662CA3843}" dt="2024-05-14T08:30:15.209" v="3084" actId="1076"/>
          <ac:grpSpMkLst>
            <pc:docMk/>
            <pc:sldMk cId="4095992109" sldId="998"/>
            <ac:grpSpMk id="6" creationId="{AFA4DAE1-689F-FA03-5570-2C4B3DDC154F}"/>
          </ac:grpSpMkLst>
        </pc:grpChg>
        <pc:graphicFrameChg chg="add del mod modGraphic">
          <ac:chgData name="欣捷 王" userId="b965477fa0aef5e6" providerId="LiveId" clId="{DDEBAF8B-00A9-4254-9480-257662CA3843}" dt="2024-05-14T08:30:04.319" v="3080" actId="478"/>
          <ac:graphicFrameMkLst>
            <pc:docMk/>
            <pc:sldMk cId="4095992109" sldId="998"/>
            <ac:graphicFrameMk id="5" creationId="{4965FF38-0D26-B478-BAFE-2B3D261163BF}"/>
          </ac:graphicFrameMkLst>
        </pc:graphicFrameChg>
        <pc:graphicFrameChg chg="del">
          <ac:chgData name="欣捷 王" userId="b965477fa0aef5e6" providerId="LiveId" clId="{DDEBAF8B-00A9-4254-9480-257662CA3843}" dt="2024-05-14T08:24:46.295" v="3021" actId="478"/>
          <ac:graphicFrameMkLst>
            <pc:docMk/>
            <pc:sldMk cId="4095992109" sldId="998"/>
            <ac:graphicFrameMk id="7" creationId="{77D47A9E-4D8A-4B6D-9292-77CE34BCB8F3}"/>
          </ac:graphicFrameMkLst>
        </pc:graphicFrameChg>
      </pc:sldChg>
      <pc:sldChg chg="addSp delSp modSp add mod modAnim modNotesTx">
        <pc:chgData name="欣捷 王" userId="b965477fa0aef5e6" providerId="LiveId" clId="{DDEBAF8B-00A9-4254-9480-257662CA3843}" dt="2024-05-16T12:25:38.933" v="8028" actId="20577"/>
        <pc:sldMkLst>
          <pc:docMk/>
          <pc:sldMk cId="3321547296" sldId="999"/>
        </pc:sldMkLst>
        <pc:spChg chg="add mod">
          <ac:chgData name="欣捷 王" userId="b965477fa0aef5e6" providerId="LiveId" clId="{DDEBAF8B-00A9-4254-9480-257662CA3843}" dt="2024-05-14T08:44:15.846" v="3455" actId="1076"/>
          <ac:spMkLst>
            <pc:docMk/>
            <pc:sldMk cId="3321547296" sldId="999"/>
            <ac:spMk id="7" creationId="{39B17B36-5D23-B7DA-04BE-0AABEAA81E51}"/>
          </ac:spMkLst>
        </pc:spChg>
        <pc:spChg chg="mod">
          <ac:chgData name="欣捷 王" userId="b965477fa0aef5e6" providerId="LiveId" clId="{DDEBAF8B-00A9-4254-9480-257662CA3843}" dt="2024-05-14T08:41:35.820" v="3411" actId="404"/>
          <ac:spMkLst>
            <pc:docMk/>
            <pc:sldMk cId="3321547296" sldId="999"/>
            <ac:spMk id="15363" creationId="{3159D4C9-563E-49E9-8F81-3D6599EA2E97}"/>
          </ac:spMkLst>
        </pc:spChg>
        <pc:graphicFrameChg chg="del mod">
          <ac:chgData name="欣捷 王" userId="b965477fa0aef5e6" providerId="LiveId" clId="{DDEBAF8B-00A9-4254-9480-257662CA3843}" dt="2024-05-14T08:40:49.613" v="3405" actId="478"/>
          <ac:graphicFrameMkLst>
            <pc:docMk/>
            <pc:sldMk cId="3321547296" sldId="999"/>
            <ac:graphicFrameMk id="5" creationId="{4965FF38-0D26-B478-BAFE-2B3D261163BF}"/>
          </ac:graphicFrameMkLst>
        </pc:graphicFrameChg>
        <pc:graphicFrameChg chg="add mod modGraphic">
          <ac:chgData name="欣捷 王" userId="b965477fa0aef5e6" providerId="LiveId" clId="{DDEBAF8B-00A9-4254-9480-257662CA3843}" dt="2024-05-14T08:43:04.368" v="3419" actId="1076"/>
          <ac:graphicFrameMkLst>
            <pc:docMk/>
            <pc:sldMk cId="3321547296" sldId="999"/>
            <ac:graphicFrameMk id="6" creationId="{2F1B738E-D8B4-3607-D3A0-A2AA49692D8E}"/>
          </ac:graphicFrameMkLst>
        </pc:graphicFrameChg>
      </pc:sldChg>
      <pc:sldChg chg="add del">
        <pc:chgData name="欣捷 王" userId="b965477fa0aef5e6" providerId="LiveId" clId="{DDEBAF8B-00A9-4254-9480-257662CA3843}" dt="2024-05-14T08:30:06.933" v="3082"/>
        <pc:sldMkLst>
          <pc:docMk/>
          <pc:sldMk cId="1748492109" sldId="1000"/>
        </pc:sldMkLst>
      </pc:sldChg>
      <pc:sldChg chg="addSp modSp new mod modClrScheme chgLayout">
        <pc:chgData name="欣捷 王" userId="b965477fa0aef5e6" providerId="LiveId" clId="{DDEBAF8B-00A9-4254-9480-257662CA3843}" dt="2024-05-14T08:53:44.928" v="3609" actId="20577"/>
        <pc:sldMkLst>
          <pc:docMk/>
          <pc:sldMk cId="2855703198" sldId="1000"/>
        </pc:sldMkLst>
        <pc:spChg chg="mod ord">
          <ac:chgData name="欣捷 王" userId="b965477fa0aef5e6" providerId="LiveId" clId="{DDEBAF8B-00A9-4254-9480-257662CA3843}" dt="2024-05-14T08:46:34.630" v="3482" actId="700"/>
          <ac:spMkLst>
            <pc:docMk/>
            <pc:sldMk cId="2855703198" sldId="1000"/>
            <ac:spMk id="2" creationId="{45060677-D306-E1CB-EFC3-E5EA6AF47484}"/>
          </ac:spMkLst>
        </pc:spChg>
        <pc:spChg chg="mod ord">
          <ac:chgData name="欣捷 王" userId="b965477fa0aef5e6" providerId="LiveId" clId="{DDEBAF8B-00A9-4254-9480-257662CA3843}" dt="2024-05-14T08:46:34.630" v="3482" actId="700"/>
          <ac:spMkLst>
            <pc:docMk/>
            <pc:sldMk cId="2855703198" sldId="1000"/>
            <ac:spMk id="3" creationId="{7DEA81CE-96B8-9FDB-BD00-27D14214CE40}"/>
          </ac:spMkLst>
        </pc:spChg>
        <pc:spChg chg="mod ord">
          <ac:chgData name="欣捷 王" userId="b965477fa0aef5e6" providerId="LiveId" clId="{DDEBAF8B-00A9-4254-9480-257662CA3843}" dt="2024-05-14T08:46:34.630" v="3482" actId="700"/>
          <ac:spMkLst>
            <pc:docMk/>
            <pc:sldMk cId="2855703198" sldId="1000"/>
            <ac:spMk id="4" creationId="{58193263-8C0C-5EBF-D77F-7524BCE1B266}"/>
          </ac:spMkLst>
        </pc:spChg>
        <pc:spChg chg="mod ord">
          <ac:chgData name="欣捷 王" userId="b965477fa0aef5e6" providerId="LiveId" clId="{DDEBAF8B-00A9-4254-9480-257662CA3843}" dt="2024-05-14T08:46:34.630" v="3482" actId="700"/>
          <ac:spMkLst>
            <pc:docMk/>
            <pc:sldMk cId="2855703198" sldId="1000"/>
            <ac:spMk id="5" creationId="{D2083BCD-2113-5236-3CDD-F84B53A9E838}"/>
          </ac:spMkLst>
        </pc:spChg>
        <pc:spChg chg="add mod ord">
          <ac:chgData name="欣捷 王" userId="b965477fa0aef5e6" providerId="LiveId" clId="{DDEBAF8B-00A9-4254-9480-257662CA3843}" dt="2024-05-14T08:53:44.928" v="3609" actId="20577"/>
          <ac:spMkLst>
            <pc:docMk/>
            <pc:sldMk cId="2855703198" sldId="1000"/>
            <ac:spMk id="6" creationId="{4740FFAB-949F-88C3-7324-59EE1C52D550}"/>
          </ac:spMkLst>
        </pc:spChg>
      </pc:sldChg>
      <pc:sldChg chg="addSp delSp modSp add mod modAnim replTag">
        <pc:chgData name="欣捷 王" userId="b965477fa0aef5e6" providerId="LiveId" clId="{DDEBAF8B-00A9-4254-9480-257662CA3843}" dt="2024-06-06T15:38:18.431" v="8125"/>
        <pc:sldMkLst>
          <pc:docMk/>
          <pc:sldMk cId="1216564932" sldId="1001"/>
        </pc:sldMkLst>
        <pc:spChg chg="del mod">
          <ac:chgData name="欣捷 王" userId="b965477fa0aef5e6" providerId="LiveId" clId="{DDEBAF8B-00A9-4254-9480-257662CA3843}" dt="2024-05-14T14:00:35.801" v="3737"/>
          <ac:spMkLst>
            <pc:docMk/>
            <pc:sldMk cId="1216564932" sldId="1001"/>
            <ac:spMk id="2" creationId="{D235F67A-5F32-C6AB-1E42-431E88051BFF}"/>
          </ac:spMkLst>
        </pc:spChg>
        <pc:spChg chg="del mod">
          <ac:chgData name="欣捷 王" userId="b965477fa0aef5e6" providerId="LiveId" clId="{DDEBAF8B-00A9-4254-9480-257662CA3843}" dt="2024-05-14T14:00:35.801" v="3737"/>
          <ac:spMkLst>
            <pc:docMk/>
            <pc:sldMk cId="1216564932" sldId="1001"/>
            <ac:spMk id="3" creationId="{9CCF265E-36F2-4088-4E22-059DE08DBDE9}"/>
          </ac:spMkLst>
        </pc:spChg>
        <pc:spChg chg="mod">
          <ac:chgData name="欣捷 王" userId="b965477fa0aef5e6" providerId="LiveId" clId="{DDEBAF8B-00A9-4254-9480-257662CA3843}" dt="2024-05-14T14:00:35.801" v="3737"/>
          <ac:spMkLst>
            <pc:docMk/>
            <pc:sldMk cId="1216564932" sldId="1001"/>
            <ac:spMk id="4" creationId="{AFCB828F-A758-CC7C-364F-8AAF78B08066}"/>
          </ac:spMkLst>
        </pc:spChg>
        <pc:spChg chg="mod">
          <ac:chgData name="欣捷 王" userId="b965477fa0aef5e6" providerId="LiveId" clId="{DDEBAF8B-00A9-4254-9480-257662CA3843}" dt="2024-05-14T14:00:35.801" v="3737"/>
          <ac:spMkLst>
            <pc:docMk/>
            <pc:sldMk cId="1216564932" sldId="1001"/>
            <ac:spMk id="5" creationId="{B7B1DA29-0EEE-D85C-DE11-09C21C33362C}"/>
          </ac:spMkLst>
        </pc:spChg>
        <pc:spChg chg="mod">
          <ac:chgData name="欣捷 王" userId="b965477fa0aef5e6" providerId="LiveId" clId="{DDEBAF8B-00A9-4254-9480-257662CA3843}" dt="2024-05-14T14:00:35.801" v="3737"/>
          <ac:spMkLst>
            <pc:docMk/>
            <pc:sldMk cId="1216564932" sldId="1001"/>
            <ac:spMk id="6" creationId="{0481339C-2A63-99AD-F307-985FA0DF7593}"/>
          </ac:spMkLst>
        </pc:spChg>
        <pc:spChg chg="add mod replST">
          <ac:chgData name="欣捷 王" userId="b965477fa0aef5e6" providerId="LiveId" clId="{DDEBAF8B-00A9-4254-9480-257662CA3843}" dt="2024-05-14T14:18:39.366" v="5523" actId="1076"/>
          <ac:spMkLst>
            <pc:docMk/>
            <pc:sldMk cId="1216564932" sldId="1001"/>
            <ac:spMk id="9" creationId="{C21E7911-B557-0C03-2945-E4A8434BC226}"/>
          </ac:spMkLst>
        </pc:spChg>
        <pc:spChg chg="add mod replST">
          <ac:chgData name="欣捷 王" userId="b965477fa0aef5e6" providerId="LiveId" clId="{DDEBAF8B-00A9-4254-9480-257662CA3843}" dt="2024-05-14T14:12:22.102" v="5016" actId="1076"/>
          <ac:spMkLst>
            <pc:docMk/>
            <pc:sldMk cId="1216564932" sldId="1001"/>
            <ac:spMk id="10" creationId="{A531E8A6-3D1A-8012-2155-56F18E624684}"/>
          </ac:spMkLst>
        </pc:spChg>
        <pc:spChg chg="add mod replST">
          <ac:chgData name="欣捷 王" userId="b965477fa0aef5e6" providerId="LiveId" clId="{DDEBAF8B-00A9-4254-9480-257662CA3843}" dt="2024-05-14T14:17:04.640" v="5431" actId="1076"/>
          <ac:spMkLst>
            <pc:docMk/>
            <pc:sldMk cId="1216564932" sldId="1001"/>
            <ac:spMk id="11" creationId="{350645F3-40B3-67C8-3EC8-68F44D9DC880}"/>
          </ac:spMkLst>
        </pc:spChg>
        <pc:spChg chg="add del mod replST">
          <ac:chgData name="欣捷 王" userId="b965477fa0aef5e6" providerId="LiveId" clId="{DDEBAF8B-00A9-4254-9480-257662CA3843}" dt="2024-05-14T14:02:04.485" v="4097" actId="478"/>
          <ac:spMkLst>
            <pc:docMk/>
            <pc:sldMk cId="1216564932" sldId="1001"/>
            <ac:spMk id="12" creationId="{ABAD666C-E2CC-25F7-BD94-5FF9EC1D03ED}"/>
          </ac:spMkLst>
        </pc:spChg>
        <pc:spChg chg="add del mod replST">
          <ac:chgData name="欣捷 王" userId="b965477fa0aef5e6" providerId="LiveId" clId="{DDEBAF8B-00A9-4254-9480-257662CA3843}" dt="2024-05-14T14:02:09.325" v="4149" actId="478"/>
          <ac:spMkLst>
            <pc:docMk/>
            <pc:sldMk cId="1216564932" sldId="1001"/>
            <ac:spMk id="13" creationId="{218A4A49-D4CE-6F1C-9FE4-35E59BDEA896}"/>
          </ac:spMkLst>
        </pc:spChg>
        <pc:spChg chg="add mod replST">
          <ac:chgData name="欣捷 王" userId="b965477fa0aef5e6" providerId="LiveId" clId="{DDEBAF8B-00A9-4254-9480-257662CA3843}" dt="2024-05-14T14:19:13.820" v="5544"/>
          <ac:spMkLst>
            <pc:docMk/>
            <pc:sldMk cId="1216564932" sldId="1001"/>
            <ac:spMk id="14" creationId="{590825B7-D964-C76E-E25E-B28D204D3963}"/>
          </ac:spMkLst>
        </pc:spChg>
        <pc:spChg chg="add mod replST">
          <ac:chgData name="欣捷 王" userId="b965477fa0aef5e6" providerId="LiveId" clId="{DDEBAF8B-00A9-4254-9480-257662CA3843}" dt="2024-05-14T14:19:13.822" v="5549"/>
          <ac:spMkLst>
            <pc:docMk/>
            <pc:sldMk cId="1216564932" sldId="1001"/>
            <ac:spMk id="15" creationId="{F635A81A-5FC5-0AA6-B09C-58D0E06B99A4}"/>
          </ac:spMkLst>
        </pc:spChg>
        <pc:spChg chg="add del mod replST">
          <ac:chgData name="欣捷 王" userId="b965477fa0aef5e6" providerId="LiveId" clId="{DDEBAF8B-00A9-4254-9480-257662CA3843}" dt="2024-05-14T14:02:07.206" v="4115" actId="478"/>
          <ac:spMkLst>
            <pc:docMk/>
            <pc:sldMk cId="1216564932" sldId="1001"/>
            <ac:spMk id="16" creationId="{62C9D411-6BF1-9D0F-219D-59A8E61028DD}"/>
          </ac:spMkLst>
        </pc:spChg>
        <pc:spChg chg="add del mod replST">
          <ac:chgData name="欣捷 王" userId="b965477fa0aef5e6" providerId="LiveId" clId="{DDEBAF8B-00A9-4254-9480-257662CA3843}" dt="2024-05-14T14:02:08.099" v="4132" actId="478"/>
          <ac:spMkLst>
            <pc:docMk/>
            <pc:sldMk cId="1216564932" sldId="1001"/>
            <ac:spMk id="17" creationId="{A65E591B-35E3-7339-4F2B-1B986F4A567A}"/>
          </ac:spMkLst>
        </pc:spChg>
        <pc:spChg chg="add mod replST">
          <ac:chgData name="欣捷 王" userId="b965477fa0aef5e6" providerId="LiveId" clId="{DDEBAF8B-00A9-4254-9480-257662CA3843}" dt="2024-05-14T14:00:35.935" v="3943"/>
          <ac:spMkLst>
            <pc:docMk/>
            <pc:sldMk cId="1216564932" sldId="1001"/>
            <ac:spMk id="18" creationId="{BCFF4A0E-0B07-1059-5B90-A8AFC2C2A2DF}"/>
          </ac:spMkLst>
        </pc:spChg>
        <pc:spChg chg="add mod replST">
          <ac:chgData name="欣捷 王" userId="b965477fa0aef5e6" providerId="LiveId" clId="{DDEBAF8B-00A9-4254-9480-257662CA3843}" dt="2024-06-06T15:38:18.430" v="8122"/>
          <ac:spMkLst>
            <pc:docMk/>
            <pc:sldMk cId="1216564932" sldId="1001"/>
            <ac:spMk id="19" creationId="{A49A1868-CAFC-6F14-97AD-0304C6EB6808}"/>
          </ac:spMkLst>
        </pc:spChg>
        <pc:spChg chg="add mod replST">
          <ac:chgData name="欣捷 王" userId="b965477fa0aef5e6" providerId="LiveId" clId="{DDEBAF8B-00A9-4254-9480-257662CA3843}" dt="2024-06-06T15:38:18.430" v="8121"/>
          <ac:spMkLst>
            <pc:docMk/>
            <pc:sldMk cId="1216564932" sldId="1001"/>
            <ac:spMk id="20" creationId="{4C3AE359-A7C4-0736-BD52-9AED3AEF9BFE}"/>
          </ac:spMkLst>
        </pc:spChg>
        <pc:spChg chg="add mod replST">
          <ac:chgData name="欣捷 王" userId="b965477fa0aef5e6" providerId="LiveId" clId="{DDEBAF8B-00A9-4254-9480-257662CA3843}" dt="2024-06-06T15:38:18.430" v="8121"/>
          <ac:spMkLst>
            <pc:docMk/>
            <pc:sldMk cId="1216564932" sldId="1001"/>
            <ac:spMk id="21" creationId="{3F0EF46C-767F-AD34-41D0-DB71A44B4852}"/>
          </ac:spMkLst>
        </pc:spChg>
        <pc:spChg chg="add mod replST">
          <ac:chgData name="欣捷 王" userId="b965477fa0aef5e6" providerId="LiveId" clId="{DDEBAF8B-00A9-4254-9480-257662CA3843}" dt="2024-06-06T15:38:18.430" v="8121"/>
          <ac:spMkLst>
            <pc:docMk/>
            <pc:sldMk cId="1216564932" sldId="1001"/>
            <ac:spMk id="22" creationId="{DA35484E-FD65-93B3-FBFC-BD150F4BB5FE}"/>
          </ac:spMkLst>
        </pc:spChg>
        <pc:spChg chg="add del mod ord replST">
          <ac:chgData name="欣捷 王" userId="b965477fa0aef5e6" providerId="LiveId" clId="{DDEBAF8B-00A9-4254-9480-257662CA3843}" dt="2024-05-14T14:06:01.015" v="4511"/>
          <ac:spMkLst>
            <pc:docMk/>
            <pc:sldMk cId="1216564932" sldId="1001"/>
            <ac:spMk id="24" creationId="{7A8C89DF-162E-C2C0-FF3A-B4E9D66E013B}"/>
          </ac:spMkLst>
        </pc:spChg>
        <pc:spChg chg="mod">
          <ac:chgData name="欣捷 王" userId="b965477fa0aef5e6" providerId="LiveId" clId="{DDEBAF8B-00A9-4254-9480-257662CA3843}" dt="2024-05-14T14:07:16.215" v="4664"/>
          <ac:spMkLst>
            <pc:docMk/>
            <pc:sldMk cId="1216564932" sldId="1001"/>
            <ac:spMk id="26" creationId="{53D02357-89C8-1AD3-7663-4F8DAC3681F2}"/>
          </ac:spMkLst>
        </pc:spChg>
        <pc:spChg chg="mod">
          <ac:chgData name="欣捷 王" userId="b965477fa0aef5e6" providerId="LiveId" clId="{DDEBAF8B-00A9-4254-9480-257662CA3843}" dt="2024-05-14T14:07:16.215" v="4664"/>
          <ac:spMkLst>
            <pc:docMk/>
            <pc:sldMk cId="1216564932" sldId="1001"/>
            <ac:spMk id="27" creationId="{AB3F755E-3249-FBF1-382A-719CE8D05C0B}"/>
          </ac:spMkLst>
        </pc:spChg>
        <pc:spChg chg="mod">
          <ac:chgData name="欣捷 王" userId="b965477fa0aef5e6" providerId="LiveId" clId="{DDEBAF8B-00A9-4254-9480-257662CA3843}" dt="2024-05-14T14:07:16.215" v="4664"/>
          <ac:spMkLst>
            <pc:docMk/>
            <pc:sldMk cId="1216564932" sldId="1001"/>
            <ac:spMk id="28" creationId="{B6E111D4-AB81-570B-793F-AE22BB06BFE5}"/>
          </ac:spMkLst>
        </pc:spChg>
        <pc:spChg chg="mod">
          <ac:chgData name="欣捷 王" userId="b965477fa0aef5e6" providerId="LiveId" clId="{DDEBAF8B-00A9-4254-9480-257662CA3843}" dt="2024-05-14T14:07:16.215" v="4664"/>
          <ac:spMkLst>
            <pc:docMk/>
            <pc:sldMk cId="1216564932" sldId="1001"/>
            <ac:spMk id="29" creationId="{535DCDD8-07F5-085B-2C1A-5043F954B09A}"/>
          </ac:spMkLst>
        </pc:spChg>
        <pc:spChg chg="mod">
          <ac:chgData name="欣捷 王" userId="b965477fa0aef5e6" providerId="LiveId" clId="{DDEBAF8B-00A9-4254-9480-257662CA3843}" dt="2024-05-14T14:07:16.215" v="4664"/>
          <ac:spMkLst>
            <pc:docMk/>
            <pc:sldMk cId="1216564932" sldId="1001"/>
            <ac:spMk id="30" creationId="{0839F139-2B72-C3B1-8E86-9DC6AA0BD1E4}"/>
          </ac:spMkLst>
        </pc:spChg>
        <pc:spChg chg="mod">
          <ac:chgData name="欣捷 王" userId="b965477fa0aef5e6" providerId="LiveId" clId="{DDEBAF8B-00A9-4254-9480-257662CA3843}" dt="2024-05-14T14:07:16.215" v="4664"/>
          <ac:spMkLst>
            <pc:docMk/>
            <pc:sldMk cId="1216564932" sldId="1001"/>
            <ac:spMk id="31" creationId="{5E2FCC5E-C785-9D70-FFC1-96C23AA1A729}"/>
          </ac:spMkLst>
        </pc:spChg>
        <pc:spChg chg="mod">
          <ac:chgData name="欣捷 王" userId="b965477fa0aef5e6" providerId="LiveId" clId="{DDEBAF8B-00A9-4254-9480-257662CA3843}" dt="2024-05-14T14:07:16.215" v="4664"/>
          <ac:spMkLst>
            <pc:docMk/>
            <pc:sldMk cId="1216564932" sldId="1001"/>
            <ac:spMk id="32" creationId="{95802193-D047-7FB2-39B9-F73309359668}"/>
          </ac:spMkLst>
        </pc:spChg>
        <pc:spChg chg="mod topLvl">
          <ac:chgData name="欣捷 王" userId="b965477fa0aef5e6" providerId="LiveId" clId="{DDEBAF8B-00A9-4254-9480-257662CA3843}" dt="2024-05-14T14:19:04.746" v="5533" actId="1076"/>
          <ac:spMkLst>
            <pc:docMk/>
            <pc:sldMk cId="1216564932" sldId="1001"/>
            <ac:spMk id="36" creationId="{0F93D29A-526F-0A77-5A34-ED1F2DF2C656}"/>
          </ac:spMkLst>
        </pc:spChg>
        <pc:spChg chg="mod topLvl">
          <ac:chgData name="欣捷 王" userId="b965477fa0aef5e6" providerId="LiveId" clId="{DDEBAF8B-00A9-4254-9480-257662CA3843}" dt="2024-05-14T14:19:04.746" v="5533" actId="1076"/>
          <ac:spMkLst>
            <pc:docMk/>
            <pc:sldMk cId="1216564932" sldId="1001"/>
            <ac:spMk id="37" creationId="{78515944-823A-818A-4071-1DBDA3C8F943}"/>
          </ac:spMkLst>
        </pc:spChg>
        <pc:spChg chg="mod topLvl">
          <ac:chgData name="欣捷 王" userId="b965477fa0aef5e6" providerId="LiveId" clId="{DDEBAF8B-00A9-4254-9480-257662CA3843}" dt="2024-05-14T14:19:04.746" v="5533" actId="1076"/>
          <ac:spMkLst>
            <pc:docMk/>
            <pc:sldMk cId="1216564932" sldId="1001"/>
            <ac:spMk id="38" creationId="{801B016D-E603-DFA0-CE99-DCD3BD2CBF17}"/>
          </ac:spMkLst>
        </pc:spChg>
        <pc:spChg chg="mod topLvl">
          <ac:chgData name="欣捷 王" userId="b965477fa0aef5e6" providerId="LiveId" clId="{DDEBAF8B-00A9-4254-9480-257662CA3843}" dt="2024-05-14T14:19:04.746" v="5533" actId="1076"/>
          <ac:spMkLst>
            <pc:docMk/>
            <pc:sldMk cId="1216564932" sldId="1001"/>
            <ac:spMk id="39" creationId="{6E3112CC-084B-67D9-8B08-4AB50E776198}"/>
          </ac:spMkLst>
        </pc:spChg>
        <pc:spChg chg="mod topLvl">
          <ac:chgData name="欣捷 王" userId="b965477fa0aef5e6" providerId="LiveId" clId="{DDEBAF8B-00A9-4254-9480-257662CA3843}" dt="2024-05-14T14:19:04.746" v="5533" actId="1076"/>
          <ac:spMkLst>
            <pc:docMk/>
            <pc:sldMk cId="1216564932" sldId="1001"/>
            <ac:spMk id="40" creationId="{D2500772-A5F6-9661-7BFC-6CBCE1428E30}"/>
          </ac:spMkLst>
        </pc:spChg>
        <pc:spChg chg="mod topLvl">
          <ac:chgData name="欣捷 王" userId="b965477fa0aef5e6" providerId="LiveId" clId="{DDEBAF8B-00A9-4254-9480-257662CA3843}" dt="2024-05-14T14:19:04.746" v="5533" actId="1076"/>
          <ac:spMkLst>
            <pc:docMk/>
            <pc:sldMk cId="1216564932" sldId="1001"/>
            <ac:spMk id="41" creationId="{0001DEDA-82E9-C068-326B-58812B9359DA}"/>
          </ac:spMkLst>
        </pc:spChg>
        <pc:spChg chg="mod topLvl">
          <ac:chgData name="欣捷 王" userId="b965477fa0aef5e6" providerId="LiveId" clId="{DDEBAF8B-00A9-4254-9480-257662CA3843}" dt="2024-05-14T14:19:04.746" v="5533" actId="1076"/>
          <ac:spMkLst>
            <pc:docMk/>
            <pc:sldMk cId="1216564932" sldId="1001"/>
            <ac:spMk id="42" creationId="{1C0D9854-86CB-D2F1-FB41-484B4F9F9CAD}"/>
          </ac:spMkLst>
        </pc:spChg>
        <pc:spChg chg="add del mod">
          <ac:chgData name="欣捷 王" userId="b965477fa0aef5e6" providerId="LiveId" clId="{DDEBAF8B-00A9-4254-9480-257662CA3843}" dt="2024-05-14T14:08:58.493" v="4829" actId="478"/>
          <ac:spMkLst>
            <pc:docMk/>
            <pc:sldMk cId="1216564932" sldId="1001"/>
            <ac:spMk id="45" creationId="{342E9A40-F8FF-AB73-11FF-BC2B891522B1}"/>
          </ac:spMkLst>
        </pc:spChg>
        <pc:spChg chg="add del mod">
          <ac:chgData name="欣捷 王" userId="b965477fa0aef5e6" providerId="LiveId" clId="{DDEBAF8B-00A9-4254-9480-257662CA3843}" dt="2024-05-14T14:08:58.493" v="4829" actId="478"/>
          <ac:spMkLst>
            <pc:docMk/>
            <pc:sldMk cId="1216564932" sldId="1001"/>
            <ac:spMk id="46" creationId="{AA7A6FEF-5BA8-FC5C-7717-67459C086249}"/>
          </ac:spMkLst>
        </pc:spChg>
        <pc:spChg chg="add del mod">
          <ac:chgData name="欣捷 王" userId="b965477fa0aef5e6" providerId="LiveId" clId="{DDEBAF8B-00A9-4254-9480-257662CA3843}" dt="2024-05-14T14:08:58.493" v="4829" actId="478"/>
          <ac:spMkLst>
            <pc:docMk/>
            <pc:sldMk cId="1216564932" sldId="1001"/>
            <ac:spMk id="47" creationId="{A8801B7F-8147-C2D3-8882-AF52D0C09A62}"/>
          </ac:spMkLst>
        </pc:spChg>
        <pc:spChg chg="add mod topLvl">
          <ac:chgData name="欣捷 王" userId="b965477fa0aef5e6" providerId="LiveId" clId="{DDEBAF8B-00A9-4254-9480-257662CA3843}" dt="2024-05-14T14:19:04.746" v="5533" actId="1076"/>
          <ac:spMkLst>
            <pc:docMk/>
            <pc:sldMk cId="1216564932" sldId="1001"/>
            <ac:spMk id="48" creationId="{3407CA4B-A46F-E66F-521B-418C9F77210D}"/>
          </ac:spMkLst>
        </pc:spChg>
        <pc:spChg chg="add mod topLvl">
          <ac:chgData name="欣捷 王" userId="b965477fa0aef5e6" providerId="LiveId" clId="{DDEBAF8B-00A9-4254-9480-257662CA3843}" dt="2024-05-14T14:19:04.746" v="5533" actId="1076"/>
          <ac:spMkLst>
            <pc:docMk/>
            <pc:sldMk cId="1216564932" sldId="1001"/>
            <ac:spMk id="49" creationId="{F9402A61-F61A-F4D9-E380-D56B0C864CA8}"/>
          </ac:spMkLst>
        </pc:spChg>
        <pc:spChg chg="add mod topLvl">
          <ac:chgData name="欣捷 王" userId="b965477fa0aef5e6" providerId="LiveId" clId="{DDEBAF8B-00A9-4254-9480-257662CA3843}" dt="2024-05-14T14:19:04.746" v="5533" actId="1076"/>
          <ac:spMkLst>
            <pc:docMk/>
            <pc:sldMk cId="1216564932" sldId="1001"/>
            <ac:spMk id="50" creationId="{7BFCAD5E-3272-1EE7-ED4D-6D6BC83B51B8}"/>
          </ac:spMkLst>
        </pc:spChg>
        <pc:spChg chg="add del mod topLvl">
          <ac:chgData name="欣捷 王" userId="b965477fa0aef5e6" providerId="LiveId" clId="{DDEBAF8B-00A9-4254-9480-257662CA3843}" dt="2024-05-14T14:16:01.151" v="5341" actId="478"/>
          <ac:spMkLst>
            <pc:docMk/>
            <pc:sldMk cId="1216564932" sldId="1001"/>
            <ac:spMk id="51" creationId="{633F8119-D6B1-552A-D792-2C28DAFD2C60}"/>
          </ac:spMkLst>
        </pc:spChg>
        <pc:spChg chg="add mod topLvl">
          <ac:chgData name="欣捷 王" userId="b965477fa0aef5e6" providerId="LiveId" clId="{DDEBAF8B-00A9-4254-9480-257662CA3843}" dt="2024-05-14T14:19:04.746" v="5533" actId="1076"/>
          <ac:spMkLst>
            <pc:docMk/>
            <pc:sldMk cId="1216564932" sldId="1001"/>
            <ac:spMk id="52" creationId="{C3134588-2E17-13E4-890A-74DD70620572}"/>
          </ac:spMkLst>
        </pc:spChg>
        <pc:spChg chg="add mod">
          <ac:chgData name="欣捷 王" userId="b965477fa0aef5e6" providerId="LiveId" clId="{DDEBAF8B-00A9-4254-9480-257662CA3843}" dt="2024-05-14T14:09:21.584" v="4850" actId="1076"/>
          <ac:spMkLst>
            <pc:docMk/>
            <pc:sldMk cId="1216564932" sldId="1001"/>
            <ac:spMk id="53" creationId="{B707411D-D878-7262-0AE7-DCE4BBBB0109}"/>
          </ac:spMkLst>
        </pc:spChg>
        <pc:spChg chg="add mod topLvl">
          <ac:chgData name="欣捷 王" userId="b965477fa0aef5e6" providerId="LiveId" clId="{DDEBAF8B-00A9-4254-9480-257662CA3843}" dt="2024-05-14T14:19:04.746" v="5533" actId="1076"/>
          <ac:spMkLst>
            <pc:docMk/>
            <pc:sldMk cId="1216564932" sldId="1001"/>
            <ac:spMk id="54" creationId="{E4858075-4F67-01D6-BC51-9AA2132B1A90}"/>
          </ac:spMkLst>
        </pc:spChg>
        <pc:spChg chg="add del mod topLvl">
          <ac:chgData name="欣捷 王" userId="b965477fa0aef5e6" providerId="LiveId" clId="{DDEBAF8B-00A9-4254-9480-257662CA3843}" dt="2024-05-14T14:16:02.380" v="5348" actId="478"/>
          <ac:spMkLst>
            <pc:docMk/>
            <pc:sldMk cId="1216564932" sldId="1001"/>
            <ac:spMk id="55" creationId="{3EBF7FCE-C1CA-EF54-913B-46FD0B31F1F9}"/>
          </ac:spMkLst>
        </pc:spChg>
        <pc:spChg chg="add mod topLvl">
          <ac:chgData name="欣捷 王" userId="b965477fa0aef5e6" providerId="LiveId" clId="{DDEBAF8B-00A9-4254-9480-257662CA3843}" dt="2024-05-14T14:19:04.746" v="5533" actId="1076"/>
          <ac:spMkLst>
            <pc:docMk/>
            <pc:sldMk cId="1216564932" sldId="1001"/>
            <ac:spMk id="56" creationId="{58FADB43-FD20-2057-7501-618AC5326B0F}"/>
          </ac:spMkLst>
        </pc:spChg>
        <pc:spChg chg="add mod topLvl">
          <ac:chgData name="欣捷 王" userId="b965477fa0aef5e6" providerId="LiveId" clId="{DDEBAF8B-00A9-4254-9480-257662CA3843}" dt="2024-05-14T14:19:04.746" v="5533" actId="1076"/>
          <ac:spMkLst>
            <pc:docMk/>
            <pc:sldMk cId="1216564932" sldId="1001"/>
            <ac:spMk id="57" creationId="{60EC1D14-A2EE-2D02-6405-2E948D89EE2E}"/>
          </ac:spMkLst>
        </pc:spChg>
        <pc:spChg chg="add mod">
          <ac:chgData name="欣捷 王" userId="b965477fa0aef5e6" providerId="LiveId" clId="{DDEBAF8B-00A9-4254-9480-257662CA3843}" dt="2024-05-14T14:09:44.583" v="4879"/>
          <ac:spMkLst>
            <pc:docMk/>
            <pc:sldMk cId="1216564932" sldId="1001"/>
            <ac:spMk id="58" creationId="{8B746A59-3C57-1C11-0768-59D8322C3450}"/>
          </ac:spMkLst>
        </pc:spChg>
        <pc:spChg chg="add mod topLvl">
          <ac:chgData name="欣捷 王" userId="b965477fa0aef5e6" providerId="LiveId" clId="{DDEBAF8B-00A9-4254-9480-257662CA3843}" dt="2024-05-14T14:19:04.746" v="5533" actId="1076"/>
          <ac:spMkLst>
            <pc:docMk/>
            <pc:sldMk cId="1216564932" sldId="1001"/>
            <ac:spMk id="59" creationId="{4BC4ED96-7A41-995B-9555-544E1F6CE7A1}"/>
          </ac:spMkLst>
        </pc:spChg>
        <pc:spChg chg="add mod topLvl">
          <ac:chgData name="欣捷 王" userId="b965477fa0aef5e6" providerId="LiveId" clId="{DDEBAF8B-00A9-4254-9480-257662CA3843}" dt="2024-05-14T14:19:04.746" v="5533" actId="1076"/>
          <ac:spMkLst>
            <pc:docMk/>
            <pc:sldMk cId="1216564932" sldId="1001"/>
            <ac:spMk id="60" creationId="{ED49AE66-2B69-F7F2-E88F-AB0891D84738}"/>
          </ac:spMkLst>
        </pc:spChg>
        <pc:spChg chg="add del mod topLvl">
          <ac:chgData name="欣捷 王" userId="b965477fa0aef5e6" providerId="LiveId" clId="{DDEBAF8B-00A9-4254-9480-257662CA3843}" dt="2024-05-14T14:16:33.117" v="5367" actId="478"/>
          <ac:spMkLst>
            <pc:docMk/>
            <pc:sldMk cId="1216564932" sldId="1001"/>
            <ac:spMk id="61" creationId="{7CE372CE-2815-9C42-EDD0-DC1FA4B4E933}"/>
          </ac:spMkLst>
        </pc:spChg>
        <pc:spChg chg="add del mod topLvl">
          <ac:chgData name="欣捷 王" userId="b965477fa0aef5e6" providerId="LiveId" clId="{DDEBAF8B-00A9-4254-9480-257662CA3843}" dt="2024-05-14T14:16:34.022" v="5374" actId="478"/>
          <ac:spMkLst>
            <pc:docMk/>
            <pc:sldMk cId="1216564932" sldId="1001"/>
            <ac:spMk id="62" creationId="{557492ED-26BD-3A96-9F56-6470DB7C1736}"/>
          </ac:spMkLst>
        </pc:spChg>
        <pc:spChg chg="add del mod topLvl">
          <ac:chgData name="欣捷 王" userId="b965477fa0aef5e6" providerId="LiveId" clId="{DDEBAF8B-00A9-4254-9480-257662CA3843}" dt="2024-05-14T14:16:34.973" v="5381" actId="478"/>
          <ac:spMkLst>
            <pc:docMk/>
            <pc:sldMk cId="1216564932" sldId="1001"/>
            <ac:spMk id="63" creationId="{A88FA527-2A46-E766-B8B1-F5A01BD91BB9}"/>
          </ac:spMkLst>
        </pc:spChg>
        <pc:spChg chg="add del mod topLvl">
          <ac:chgData name="欣捷 王" userId="b965477fa0aef5e6" providerId="LiveId" clId="{DDEBAF8B-00A9-4254-9480-257662CA3843}" dt="2024-05-14T14:16:35.669" v="5388" actId="478"/>
          <ac:spMkLst>
            <pc:docMk/>
            <pc:sldMk cId="1216564932" sldId="1001"/>
            <ac:spMk id="64" creationId="{54D63418-BC96-796B-EC78-466CD0AF499B}"/>
          </ac:spMkLst>
        </pc:spChg>
        <pc:spChg chg="add mod topLvl">
          <ac:chgData name="欣捷 王" userId="b965477fa0aef5e6" providerId="LiveId" clId="{DDEBAF8B-00A9-4254-9480-257662CA3843}" dt="2024-05-14T14:19:04.746" v="5533" actId="1076"/>
          <ac:spMkLst>
            <pc:docMk/>
            <pc:sldMk cId="1216564932" sldId="1001"/>
            <ac:spMk id="65" creationId="{39810063-6FC3-7959-803E-4E3BE541B13E}"/>
          </ac:spMkLst>
        </pc:spChg>
        <pc:spChg chg="add mod topLvl">
          <ac:chgData name="欣捷 王" userId="b965477fa0aef5e6" providerId="LiveId" clId="{DDEBAF8B-00A9-4254-9480-257662CA3843}" dt="2024-05-14T14:19:04.746" v="5533" actId="1076"/>
          <ac:spMkLst>
            <pc:docMk/>
            <pc:sldMk cId="1216564932" sldId="1001"/>
            <ac:spMk id="66" creationId="{BDEBBA10-A101-1D11-FD47-E928214E1329}"/>
          </ac:spMkLst>
        </pc:spChg>
        <pc:spChg chg="add mod topLvl">
          <ac:chgData name="欣捷 王" userId="b965477fa0aef5e6" providerId="LiveId" clId="{DDEBAF8B-00A9-4254-9480-257662CA3843}" dt="2024-05-14T14:19:04.746" v="5533" actId="1076"/>
          <ac:spMkLst>
            <pc:docMk/>
            <pc:sldMk cId="1216564932" sldId="1001"/>
            <ac:spMk id="67" creationId="{008C347B-C357-1859-F2B2-C9C8B566647D}"/>
          </ac:spMkLst>
        </pc:spChg>
        <pc:spChg chg="add mod">
          <ac:chgData name="欣捷 王" userId="b965477fa0aef5e6" providerId="LiveId" clId="{DDEBAF8B-00A9-4254-9480-257662CA3843}" dt="2024-05-14T14:11:03.354" v="4947"/>
          <ac:spMkLst>
            <pc:docMk/>
            <pc:sldMk cId="1216564932" sldId="1001"/>
            <ac:spMk id="69" creationId="{BE0CD74E-7845-A69B-EE79-6BDBCEC4EA64}"/>
          </ac:spMkLst>
        </pc:spChg>
        <pc:spChg chg="mod topLvl">
          <ac:chgData name="欣捷 王" userId="b965477fa0aef5e6" providerId="LiveId" clId="{DDEBAF8B-00A9-4254-9480-257662CA3843}" dt="2024-05-14T14:11:15.815" v="4961" actId="1076"/>
          <ac:spMkLst>
            <pc:docMk/>
            <pc:sldMk cId="1216564932" sldId="1001"/>
            <ac:spMk id="71" creationId="{EB379DC8-0A98-AB37-B97D-B1F82019894C}"/>
          </ac:spMkLst>
        </pc:spChg>
        <pc:spChg chg="mod topLvl">
          <ac:chgData name="欣捷 王" userId="b965477fa0aef5e6" providerId="LiveId" clId="{DDEBAF8B-00A9-4254-9480-257662CA3843}" dt="2024-05-14T14:11:15.815" v="4961" actId="1076"/>
          <ac:spMkLst>
            <pc:docMk/>
            <pc:sldMk cId="1216564932" sldId="1001"/>
            <ac:spMk id="72" creationId="{340EA901-58D6-4D68-7FDA-034FB82C1311}"/>
          </ac:spMkLst>
        </pc:spChg>
        <pc:spChg chg="mod topLvl">
          <ac:chgData name="欣捷 王" userId="b965477fa0aef5e6" providerId="LiveId" clId="{DDEBAF8B-00A9-4254-9480-257662CA3843}" dt="2024-05-14T14:11:15.815" v="4961" actId="1076"/>
          <ac:spMkLst>
            <pc:docMk/>
            <pc:sldMk cId="1216564932" sldId="1001"/>
            <ac:spMk id="73" creationId="{AA48C78F-2D58-45EF-CD9F-6C4ED69F405B}"/>
          </ac:spMkLst>
        </pc:spChg>
        <pc:spChg chg="mod topLvl">
          <ac:chgData name="欣捷 王" userId="b965477fa0aef5e6" providerId="LiveId" clId="{DDEBAF8B-00A9-4254-9480-257662CA3843}" dt="2024-05-14T14:11:15.815" v="4961" actId="1076"/>
          <ac:spMkLst>
            <pc:docMk/>
            <pc:sldMk cId="1216564932" sldId="1001"/>
            <ac:spMk id="74" creationId="{6D69D32A-A693-DBB7-09F7-4C5A5A10B62C}"/>
          </ac:spMkLst>
        </pc:spChg>
        <pc:spChg chg="mod topLvl">
          <ac:chgData name="欣捷 王" userId="b965477fa0aef5e6" providerId="LiveId" clId="{DDEBAF8B-00A9-4254-9480-257662CA3843}" dt="2024-05-14T14:11:15.815" v="4961" actId="1076"/>
          <ac:spMkLst>
            <pc:docMk/>
            <pc:sldMk cId="1216564932" sldId="1001"/>
            <ac:spMk id="75" creationId="{0BB363E7-165C-5794-C0AE-72B85AA7C8EA}"/>
          </ac:spMkLst>
        </pc:spChg>
        <pc:spChg chg="mod topLvl">
          <ac:chgData name="欣捷 王" userId="b965477fa0aef5e6" providerId="LiveId" clId="{DDEBAF8B-00A9-4254-9480-257662CA3843}" dt="2024-05-14T14:11:15.815" v="4961" actId="1076"/>
          <ac:spMkLst>
            <pc:docMk/>
            <pc:sldMk cId="1216564932" sldId="1001"/>
            <ac:spMk id="76" creationId="{A73ABE7D-E78C-912E-4A72-2FB131DF9FD6}"/>
          </ac:spMkLst>
        </pc:spChg>
        <pc:spChg chg="mod topLvl">
          <ac:chgData name="欣捷 王" userId="b965477fa0aef5e6" providerId="LiveId" clId="{DDEBAF8B-00A9-4254-9480-257662CA3843}" dt="2024-05-14T14:11:15.815" v="4961" actId="1076"/>
          <ac:spMkLst>
            <pc:docMk/>
            <pc:sldMk cId="1216564932" sldId="1001"/>
            <ac:spMk id="77" creationId="{F90EC801-9F5A-690A-97DA-1CF365000A4E}"/>
          </ac:spMkLst>
        </pc:spChg>
        <pc:spChg chg="mod topLvl">
          <ac:chgData name="欣捷 王" userId="b965477fa0aef5e6" providerId="LiveId" clId="{DDEBAF8B-00A9-4254-9480-257662CA3843}" dt="2024-05-14T14:11:15.815" v="4961" actId="1076"/>
          <ac:spMkLst>
            <pc:docMk/>
            <pc:sldMk cId="1216564932" sldId="1001"/>
            <ac:spMk id="78" creationId="{6F43B5AE-99A7-BBD8-53CE-A75B0F693328}"/>
          </ac:spMkLst>
        </pc:spChg>
        <pc:spChg chg="mod topLvl">
          <ac:chgData name="欣捷 王" userId="b965477fa0aef5e6" providerId="LiveId" clId="{DDEBAF8B-00A9-4254-9480-257662CA3843}" dt="2024-05-14T14:11:15.815" v="4961" actId="1076"/>
          <ac:spMkLst>
            <pc:docMk/>
            <pc:sldMk cId="1216564932" sldId="1001"/>
            <ac:spMk id="79" creationId="{3C997A53-C652-1D71-9A2F-EB72DFA45B05}"/>
          </ac:spMkLst>
        </pc:spChg>
        <pc:spChg chg="mod topLvl">
          <ac:chgData name="欣捷 王" userId="b965477fa0aef5e6" providerId="LiveId" clId="{DDEBAF8B-00A9-4254-9480-257662CA3843}" dt="2024-05-14T14:11:15.815" v="4961" actId="1076"/>
          <ac:spMkLst>
            <pc:docMk/>
            <pc:sldMk cId="1216564932" sldId="1001"/>
            <ac:spMk id="80" creationId="{D97B0BA0-F276-CA85-6457-B14ECBFC3C04}"/>
          </ac:spMkLst>
        </pc:spChg>
        <pc:spChg chg="mod topLvl">
          <ac:chgData name="欣捷 王" userId="b965477fa0aef5e6" providerId="LiveId" clId="{DDEBAF8B-00A9-4254-9480-257662CA3843}" dt="2024-05-14T14:11:15.815" v="4961" actId="1076"/>
          <ac:spMkLst>
            <pc:docMk/>
            <pc:sldMk cId="1216564932" sldId="1001"/>
            <ac:spMk id="81" creationId="{176583BC-4CDD-7AA9-5B20-5E760AEA3E82}"/>
          </ac:spMkLst>
        </pc:spChg>
        <pc:spChg chg="mod topLvl">
          <ac:chgData name="欣捷 王" userId="b965477fa0aef5e6" providerId="LiveId" clId="{DDEBAF8B-00A9-4254-9480-257662CA3843}" dt="2024-05-14T14:11:15.815" v="4961" actId="1076"/>
          <ac:spMkLst>
            <pc:docMk/>
            <pc:sldMk cId="1216564932" sldId="1001"/>
            <ac:spMk id="82" creationId="{D7629924-78CB-5F89-8374-4B7008122B75}"/>
          </ac:spMkLst>
        </pc:spChg>
        <pc:spChg chg="mod topLvl">
          <ac:chgData name="欣捷 王" userId="b965477fa0aef5e6" providerId="LiveId" clId="{DDEBAF8B-00A9-4254-9480-257662CA3843}" dt="2024-05-14T14:11:15.815" v="4961" actId="1076"/>
          <ac:spMkLst>
            <pc:docMk/>
            <pc:sldMk cId="1216564932" sldId="1001"/>
            <ac:spMk id="83" creationId="{A2B92B9A-AB1B-12B2-2088-559692230E39}"/>
          </ac:spMkLst>
        </pc:spChg>
        <pc:spChg chg="mod topLvl">
          <ac:chgData name="欣捷 王" userId="b965477fa0aef5e6" providerId="LiveId" clId="{DDEBAF8B-00A9-4254-9480-257662CA3843}" dt="2024-05-14T14:11:15.815" v="4961" actId="1076"/>
          <ac:spMkLst>
            <pc:docMk/>
            <pc:sldMk cId="1216564932" sldId="1001"/>
            <ac:spMk id="84" creationId="{E6C19E78-648F-DCB8-9BC0-888816AD49C7}"/>
          </ac:spMkLst>
        </pc:spChg>
        <pc:spChg chg="mod topLvl">
          <ac:chgData name="欣捷 王" userId="b965477fa0aef5e6" providerId="LiveId" clId="{DDEBAF8B-00A9-4254-9480-257662CA3843}" dt="2024-05-14T14:11:15.815" v="4961" actId="1076"/>
          <ac:spMkLst>
            <pc:docMk/>
            <pc:sldMk cId="1216564932" sldId="1001"/>
            <ac:spMk id="85" creationId="{DE142D72-A933-3F98-DF5C-39D7A5D7F91F}"/>
          </ac:spMkLst>
        </pc:spChg>
        <pc:spChg chg="mod topLvl">
          <ac:chgData name="欣捷 王" userId="b965477fa0aef5e6" providerId="LiveId" clId="{DDEBAF8B-00A9-4254-9480-257662CA3843}" dt="2024-05-14T14:11:15.815" v="4961" actId="1076"/>
          <ac:spMkLst>
            <pc:docMk/>
            <pc:sldMk cId="1216564932" sldId="1001"/>
            <ac:spMk id="86" creationId="{7AA09C3A-6975-2CE6-071A-CDFCF8A0CE88}"/>
          </ac:spMkLst>
        </pc:spChg>
        <pc:spChg chg="mod topLvl">
          <ac:chgData name="欣捷 王" userId="b965477fa0aef5e6" providerId="LiveId" clId="{DDEBAF8B-00A9-4254-9480-257662CA3843}" dt="2024-05-14T14:11:15.815" v="4961" actId="1076"/>
          <ac:spMkLst>
            <pc:docMk/>
            <pc:sldMk cId="1216564932" sldId="1001"/>
            <ac:spMk id="87" creationId="{AF027EAB-C631-6794-6B52-B8EA34F022DF}"/>
          </ac:spMkLst>
        </pc:spChg>
        <pc:spChg chg="mod topLvl">
          <ac:chgData name="欣捷 王" userId="b965477fa0aef5e6" providerId="LiveId" clId="{DDEBAF8B-00A9-4254-9480-257662CA3843}" dt="2024-05-14T14:11:15.815" v="4961" actId="1076"/>
          <ac:spMkLst>
            <pc:docMk/>
            <pc:sldMk cId="1216564932" sldId="1001"/>
            <ac:spMk id="88" creationId="{0BD6EDE6-C079-EDBF-DE09-00D8894B3D46}"/>
          </ac:spMkLst>
        </pc:spChg>
        <pc:spChg chg="mod topLvl">
          <ac:chgData name="欣捷 王" userId="b965477fa0aef5e6" providerId="LiveId" clId="{DDEBAF8B-00A9-4254-9480-257662CA3843}" dt="2024-05-14T14:11:15.815" v="4961" actId="1076"/>
          <ac:spMkLst>
            <pc:docMk/>
            <pc:sldMk cId="1216564932" sldId="1001"/>
            <ac:spMk id="89" creationId="{5141D01C-B379-47A9-24C9-7B0C602E54AA}"/>
          </ac:spMkLst>
        </pc:spChg>
        <pc:spChg chg="mod topLvl">
          <ac:chgData name="欣捷 王" userId="b965477fa0aef5e6" providerId="LiveId" clId="{DDEBAF8B-00A9-4254-9480-257662CA3843}" dt="2024-05-14T14:11:15.815" v="4961" actId="1076"/>
          <ac:spMkLst>
            <pc:docMk/>
            <pc:sldMk cId="1216564932" sldId="1001"/>
            <ac:spMk id="90" creationId="{BAF4CB28-98D1-A391-2A94-A59A57B33E0A}"/>
          </ac:spMkLst>
        </pc:spChg>
        <pc:spChg chg="mod topLvl">
          <ac:chgData name="欣捷 王" userId="b965477fa0aef5e6" providerId="LiveId" clId="{DDEBAF8B-00A9-4254-9480-257662CA3843}" dt="2024-05-14T14:11:15.815" v="4961" actId="1076"/>
          <ac:spMkLst>
            <pc:docMk/>
            <pc:sldMk cId="1216564932" sldId="1001"/>
            <ac:spMk id="91" creationId="{7F1CBFD0-2DF1-0663-E338-07ABA6F21445}"/>
          </ac:spMkLst>
        </pc:spChg>
        <pc:spChg chg="mod topLvl">
          <ac:chgData name="欣捷 王" userId="b965477fa0aef5e6" providerId="LiveId" clId="{DDEBAF8B-00A9-4254-9480-257662CA3843}" dt="2024-05-14T14:11:15.815" v="4961" actId="1076"/>
          <ac:spMkLst>
            <pc:docMk/>
            <pc:sldMk cId="1216564932" sldId="1001"/>
            <ac:spMk id="92" creationId="{887DE75A-3F85-2B5F-5A2F-7958C33207ED}"/>
          </ac:spMkLst>
        </pc:spChg>
        <pc:spChg chg="del mod topLvl">
          <ac:chgData name="欣捷 王" userId="b965477fa0aef5e6" providerId="LiveId" clId="{DDEBAF8B-00A9-4254-9480-257662CA3843}" dt="2024-05-14T14:14:11.233" v="5235" actId="478"/>
          <ac:spMkLst>
            <pc:docMk/>
            <pc:sldMk cId="1216564932" sldId="1001"/>
            <ac:spMk id="95" creationId="{3C8CEC3B-A076-9344-0568-F6D0979016E9}"/>
          </ac:spMkLst>
        </pc:spChg>
        <pc:spChg chg="del mod topLvl">
          <ac:chgData name="欣捷 王" userId="b965477fa0aef5e6" providerId="LiveId" clId="{DDEBAF8B-00A9-4254-9480-257662CA3843}" dt="2024-05-14T14:13:09.175" v="5078" actId="478"/>
          <ac:spMkLst>
            <pc:docMk/>
            <pc:sldMk cId="1216564932" sldId="1001"/>
            <ac:spMk id="96" creationId="{8098A0A8-8EE3-1CB8-FE1D-967E5781F84E}"/>
          </ac:spMkLst>
        </pc:spChg>
        <pc:spChg chg="del mod topLvl">
          <ac:chgData name="欣捷 王" userId="b965477fa0aef5e6" providerId="LiveId" clId="{DDEBAF8B-00A9-4254-9480-257662CA3843}" dt="2024-05-14T14:12:46.413" v="5044" actId="478"/>
          <ac:spMkLst>
            <pc:docMk/>
            <pc:sldMk cId="1216564932" sldId="1001"/>
            <ac:spMk id="97" creationId="{5409E2F0-AECD-415A-8A15-3501BC932EE7}"/>
          </ac:spMkLst>
        </pc:spChg>
        <pc:spChg chg="del mod topLvl">
          <ac:chgData name="欣捷 王" userId="b965477fa0aef5e6" providerId="LiveId" clId="{DDEBAF8B-00A9-4254-9480-257662CA3843}" dt="2024-05-14T14:14:11.233" v="5235" actId="478"/>
          <ac:spMkLst>
            <pc:docMk/>
            <pc:sldMk cId="1216564932" sldId="1001"/>
            <ac:spMk id="98" creationId="{29672451-928A-A775-871D-62ADBEA59C7B}"/>
          </ac:spMkLst>
        </pc:spChg>
        <pc:spChg chg="del mod topLvl">
          <ac:chgData name="欣捷 王" userId="b965477fa0aef5e6" providerId="LiveId" clId="{DDEBAF8B-00A9-4254-9480-257662CA3843}" dt="2024-05-14T14:14:11.233" v="5235" actId="478"/>
          <ac:spMkLst>
            <pc:docMk/>
            <pc:sldMk cId="1216564932" sldId="1001"/>
            <ac:spMk id="99" creationId="{43419241-A17D-AA11-F2AC-08F37DB4114B}"/>
          </ac:spMkLst>
        </pc:spChg>
        <pc:spChg chg="del mod topLvl">
          <ac:chgData name="欣捷 王" userId="b965477fa0aef5e6" providerId="LiveId" clId="{DDEBAF8B-00A9-4254-9480-257662CA3843}" dt="2024-05-14T14:14:11.233" v="5235" actId="478"/>
          <ac:spMkLst>
            <pc:docMk/>
            <pc:sldMk cId="1216564932" sldId="1001"/>
            <ac:spMk id="100" creationId="{40FFD2AB-FB77-D2BD-6677-99C477AECC54}"/>
          </ac:spMkLst>
        </pc:spChg>
        <pc:spChg chg="del mod topLvl">
          <ac:chgData name="欣捷 王" userId="b965477fa0aef5e6" providerId="LiveId" clId="{DDEBAF8B-00A9-4254-9480-257662CA3843}" dt="2024-05-14T14:14:11.233" v="5235" actId="478"/>
          <ac:spMkLst>
            <pc:docMk/>
            <pc:sldMk cId="1216564932" sldId="1001"/>
            <ac:spMk id="101" creationId="{F24748B2-EED2-03C6-AE71-CD92EA419400}"/>
          </ac:spMkLst>
        </pc:spChg>
        <pc:spChg chg="del mod topLvl">
          <ac:chgData name="欣捷 王" userId="b965477fa0aef5e6" providerId="LiveId" clId="{DDEBAF8B-00A9-4254-9480-257662CA3843}" dt="2024-05-14T14:14:11.233" v="5235" actId="478"/>
          <ac:spMkLst>
            <pc:docMk/>
            <pc:sldMk cId="1216564932" sldId="1001"/>
            <ac:spMk id="102" creationId="{E78F0257-030C-7E5C-F2BB-133725B82366}"/>
          </ac:spMkLst>
        </pc:spChg>
        <pc:spChg chg="del mod topLvl">
          <ac:chgData name="欣捷 王" userId="b965477fa0aef5e6" providerId="LiveId" clId="{DDEBAF8B-00A9-4254-9480-257662CA3843}" dt="2024-05-14T14:14:11.233" v="5235" actId="478"/>
          <ac:spMkLst>
            <pc:docMk/>
            <pc:sldMk cId="1216564932" sldId="1001"/>
            <ac:spMk id="103" creationId="{70DCA707-FD15-7216-9BB2-4746AFE7A8B9}"/>
          </ac:spMkLst>
        </pc:spChg>
        <pc:spChg chg="del mod topLvl">
          <ac:chgData name="欣捷 王" userId="b965477fa0aef5e6" providerId="LiveId" clId="{DDEBAF8B-00A9-4254-9480-257662CA3843}" dt="2024-05-14T14:14:11.233" v="5235" actId="478"/>
          <ac:spMkLst>
            <pc:docMk/>
            <pc:sldMk cId="1216564932" sldId="1001"/>
            <ac:spMk id="104" creationId="{A7912C4C-2ED9-34D7-18D4-A2308AE1CE05}"/>
          </ac:spMkLst>
        </pc:spChg>
        <pc:spChg chg="del mod topLvl">
          <ac:chgData name="欣捷 王" userId="b965477fa0aef5e6" providerId="LiveId" clId="{DDEBAF8B-00A9-4254-9480-257662CA3843}" dt="2024-05-14T14:14:11.233" v="5235" actId="478"/>
          <ac:spMkLst>
            <pc:docMk/>
            <pc:sldMk cId="1216564932" sldId="1001"/>
            <ac:spMk id="105" creationId="{04C58AA1-0F03-A61B-A89F-6B26AA435330}"/>
          </ac:spMkLst>
        </pc:spChg>
        <pc:spChg chg="del mod topLvl">
          <ac:chgData name="欣捷 王" userId="b965477fa0aef5e6" providerId="LiveId" clId="{DDEBAF8B-00A9-4254-9480-257662CA3843}" dt="2024-05-14T14:14:11.233" v="5235" actId="478"/>
          <ac:spMkLst>
            <pc:docMk/>
            <pc:sldMk cId="1216564932" sldId="1001"/>
            <ac:spMk id="106" creationId="{81DABFDD-987C-15F4-CAEF-5B730FF5DA61}"/>
          </ac:spMkLst>
        </pc:spChg>
        <pc:spChg chg="del mod topLvl">
          <ac:chgData name="欣捷 王" userId="b965477fa0aef5e6" providerId="LiveId" clId="{DDEBAF8B-00A9-4254-9480-257662CA3843}" dt="2024-05-14T14:14:11.233" v="5235" actId="478"/>
          <ac:spMkLst>
            <pc:docMk/>
            <pc:sldMk cId="1216564932" sldId="1001"/>
            <ac:spMk id="107" creationId="{A18A9606-288F-0837-B170-C1910F129988}"/>
          </ac:spMkLst>
        </pc:spChg>
        <pc:spChg chg="del mod topLvl">
          <ac:chgData name="欣捷 王" userId="b965477fa0aef5e6" providerId="LiveId" clId="{DDEBAF8B-00A9-4254-9480-257662CA3843}" dt="2024-05-14T14:14:11.233" v="5235" actId="478"/>
          <ac:spMkLst>
            <pc:docMk/>
            <pc:sldMk cId="1216564932" sldId="1001"/>
            <ac:spMk id="108" creationId="{23040B18-D33D-2405-14A5-842B9E18039E}"/>
          </ac:spMkLst>
        </pc:spChg>
        <pc:spChg chg="del mod topLvl">
          <ac:chgData name="欣捷 王" userId="b965477fa0aef5e6" providerId="LiveId" clId="{DDEBAF8B-00A9-4254-9480-257662CA3843}" dt="2024-05-14T14:14:11.233" v="5235" actId="478"/>
          <ac:spMkLst>
            <pc:docMk/>
            <pc:sldMk cId="1216564932" sldId="1001"/>
            <ac:spMk id="109" creationId="{3D6C17ED-3FA0-B8B0-8076-218C4893455A}"/>
          </ac:spMkLst>
        </pc:spChg>
        <pc:spChg chg="del mod topLvl">
          <ac:chgData name="欣捷 王" userId="b965477fa0aef5e6" providerId="LiveId" clId="{DDEBAF8B-00A9-4254-9480-257662CA3843}" dt="2024-05-14T14:14:11.233" v="5235" actId="478"/>
          <ac:spMkLst>
            <pc:docMk/>
            <pc:sldMk cId="1216564932" sldId="1001"/>
            <ac:spMk id="110" creationId="{3192D4CD-D531-F2E4-D844-9289D451A72A}"/>
          </ac:spMkLst>
        </pc:spChg>
        <pc:spChg chg="del mod topLvl">
          <ac:chgData name="欣捷 王" userId="b965477fa0aef5e6" providerId="LiveId" clId="{DDEBAF8B-00A9-4254-9480-257662CA3843}" dt="2024-05-14T14:14:11.233" v="5235" actId="478"/>
          <ac:spMkLst>
            <pc:docMk/>
            <pc:sldMk cId="1216564932" sldId="1001"/>
            <ac:spMk id="111" creationId="{248D36BA-C598-E8C6-A626-1885CA6C0BAC}"/>
          </ac:spMkLst>
        </pc:spChg>
        <pc:spChg chg="del mod topLvl">
          <ac:chgData name="欣捷 王" userId="b965477fa0aef5e6" providerId="LiveId" clId="{DDEBAF8B-00A9-4254-9480-257662CA3843}" dt="2024-05-14T14:14:11.233" v="5235" actId="478"/>
          <ac:spMkLst>
            <pc:docMk/>
            <pc:sldMk cId="1216564932" sldId="1001"/>
            <ac:spMk id="112" creationId="{301AD356-39CF-56F7-1E3D-0BA2D90679E9}"/>
          </ac:spMkLst>
        </pc:spChg>
        <pc:spChg chg="del mod topLvl">
          <ac:chgData name="欣捷 王" userId="b965477fa0aef5e6" providerId="LiveId" clId="{DDEBAF8B-00A9-4254-9480-257662CA3843}" dt="2024-05-14T14:14:11.233" v="5235" actId="478"/>
          <ac:spMkLst>
            <pc:docMk/>
            <pc:sldMk cId="1216564932" sldId="1001"/>
            <ac:spMk id="113" creationId="{F53384FE-0B43-3C91-BD9C-9BCDF1FB145B}"/>
          </ac:spMkLst>
        </pc:spChg>
        <pc:spChg chg="del mod topLvl">
          <ac:chgData name="欣捷 王" userId="b965477fa0aef5e6" providerId="LiveId" clId="{DDEBAF8B-00A9-4254-9480-257662CA3843}" dt="2024-05-14T14:14:11.233" v="5235" actId="478"/>
          <ac:spMkLst>
            <pc:docMk/>
            <pc:sldMk cId="1216564932" sldId="1001"/>
            <ac:spMk id="114" creationId="{03263764-1D63-31CB-1268-496C01FDAD5D}"/>
          </ac:spMkLst>
        </pc:spChg>
        <pc:spChg chg="del mod topLvl">
          <ac:chgData name="欣捷 王" userId="b965477fa0aef5e6" providerId="LiveId" clId="{DDEBAF8B-00A9-4254-9480-257662CA3843}" dt="2024-05-14T14:14:24.224" v="5251" actId="478"/>
          <ac:spMkLst>
            <pc:docMk/>
            <pc:sldMk cId="1216564932" sldId="1001"/>
            <ac:spMk id="115" creationId="{84F03D23-B599-AA4A-2BA9-213891BB2BB8}"/>
          </ac:spMkLst>
        </pc:spChg>
        <pc:spChg chg="del mod topLvl">
          <ac:chgData name="欣捷 王" userId="b965477fa0aef5e6" providerId="LiveId" clId="{DDEBAF8B-00A9-4254-9480-257662CA3843}" dt="2024-05-14T14:14:11.233" v="5235" actId="478"/>
          <ac:spMkLst>
            <pc:docMk/>
            <pc:sldMk cId="1216564932" sldId="1001"/>
            <ac:spMk id="116" creationId="{6FEC6648-5C70-A07C-99C9-B7EB35A45997}"/>
          </ac:spMkLst>
        </pc:spChg>
        <pc:spChg chg="mod">
          <ac:chgData name="欣捷 王" userId="b965477fa0aef5e6" providerId="LiveId" clId="{DDEBAF8B-00A9-4254-9480-257662CA3843}" dt="2024-05-14T14:12:08.729" v="4999" actId="1076"/>
          <ac:spMkLst>
            <pc:docMk/>
            <pc:sldMk cId="1216564932" sldId="1001"/>
            <ac:spMk id="118" creationId="{A3156D74-CFCE-04AD-4248-5C52D890913D}"/>
          </ac:spMkLst>
        </pc:spChg>
        <pc:spChg chg="mod">
          <ac:chgData name="欣捷 王" userId="b965477fa0aef5e6" providerId="LiveId" clId="{DDEBAF8B-00A9-4254-9480-257662CA3843}" dt="2024-05-14T14:12:08.729" v="4999" actId="1076"/>
          <ac:spMkLst>
            <pc:docMk/>
            <pc:sldMk cId="1216564932" sldId="1001"/>
            <ac:spMk id="119" creationId="{2FE843E3-AF8A-BDBF-269F-3371F03873A3}"/>
          </ac:spMkLst>
        </pc:spChg>
        <pc:spChg chg="mod">
          <ac:chgData name="欣捷 王" userId="b965477fa0aef5e6" providerId="LiveId" clId="{DDEBAF8B-00A9-4254-9480-257662CA3843}" dt="2024-05-14T14:12:08.729" v="4999" actId="1076"/>
          <ac:spMkLst>
            <pc:docMk/>
            <pc:sldMk cId="1216564932" sldId="1001"/>
            <ac:spMk id="120" creationId="{A60B43F1-AC99-3E54-8309-CBFAD883BE5F}"/>
          </ac:spMkLst>
        </pc:spChg>
        <pc:spChg chg="mod">
          <ac:chgData name="欣捷 王" userId="b965477fa0aef5e6" providerId="LiveId" clId="{DDEBAF8B-00A9-4254-9480-257662CA3843}" dt="2024-05-14T14:12:08.729" v="4999" actId="1076"/>
          <ac:spMkLst>
            <pc:docMk/>
            <pc:sldMk cId="1216564932" sldId="1001"/>
            <ac:spMk id="121" creationId="{9A863C51-3CF8-4F9C-E0F8-DC65142363EF}"/>
          </ac:spMkLst>
        </pc:spChg>
        <pc:spChg chg="mod">
          <ac:chgData name="欣捷 王" userId="b965477fa0aef5e6" providerId="LiveId" clId="{DDEBAF8B-00A9-4254-9480-257662CA3843}" dt="2024-05-14T14:12:08.729" v="4999" actId="1076"/>
          <ac:spMkLst>
            <pc:docMk/>
            <pc:sldMk cId="1216564932" sldId="1001"/>
            <ac:spMk id="122" creationId="{2E9B2F4B-B014-7C2D-5423-50E18424DD7B}"/>
          </ac:spMkLst>
        </pc:spChg>
        <pc:spChg chg="mod">
          <ac:chgData name="欣捷 王" userId="b965477fa0aef5e6" providerId="LiveId" clId="{DDEBAF8B-00A9-4254-9480-257662CA3843}" dt="2024-05-14T14:12:08.729" v="4999" actId="1076"/>
          <ac:spMkLst>
            <pc:docMk/>
            <pc:sldMk cId="1216564932" sldId="1001"/>
            <ac:spMk id="123" creationId="{FA637616-3261-E326-74AA-5111103B6C04}"/>
          </ac:spMkLst>
        </pc:spChg>
        <pc:spChg chg="mod">
          <ac:chgData name="欣捷 王" userId="b965477fa0aef5e6" providerId="LiveId" clId="{DDEBAF8B-00A9-4254-9480-257662CA3843}" dt="2024-05-14T14:12:08.729" v="4999" actId="1076"/>
          <ac:spMkLst>
            <pc:docMk/>
            <pc:sldMk cId="1216564932" sldId="1001"/>
            <ac:spMk id="124" creationId="{ACB8BF58-C570-3F29-BEE0-2BCBEB9629FC}"/>
          </ac:spMkLst>
        </pc:spChg>
        <pc:spChg chg="mod">
          <ac:chgData name="欣捷 王" userId="b965477fa0aef5e6" providerId="LiveId" clId="{DDEBAF8B-00A9-4254-9480-257662CA3843}" dt="2024-05-14T14:12:08.729" v="4999" actId="1076"/>
          <ac:spMkLst>
            <pc:docMk/>
            <pc:sldMk cId="1216564932" sldId="1001"/>
            <ac:spMk id="125" creationId="{FA547ED7-2750-2A16-87C9-642601881DFC}"/>
          </ac:spMkLst>
        </pc:spChg>
        <pc:spChg chg="mod">
          <ac:chgData name="欣捷 王" userId="b965477fa0aef5e6" providerId="LiveId" clId="{DDEBAF8B-00A9-4254-9480-257662CA3843}" dt="2024-05-14T14:12:08.729" v="4999" actId="1076"/>
          <ac:spMkLst>
            <pc:docMk/>
            <pc:sldMk cId="1216564932" sldId="1001"/>
            <ac:spMk id="126" creationId="{4F335462-2793-C7F1-A223-D5D255E5A1D9}"/>
          </ac:spMkLst>
        </pc:spChg>
        <pc:spChg chg="mod">
          <ac:chgData name="欣捷 王" userId="b965477fa0aef5e6" providerId="LiveId" clId="{DDEBAF8B-00A9-4254-9480-257662CA3843}" dt="2024-05-14T14:12:08.729" v="4999" actId="1076"/>
          <ac:spMkLst>
            <pc:docMk/>
            <pc:sldMk cId="1216564932" sldId="1001"/>
            <ac:spMk id="127" creationId="{0FDFA290-69BB-2BB1-DC21-3AC334586EAD}"/>
          </ac:spMkLst>
        </pc:spChg>
        <pc:spChg chg="mod">
          <ac:chgData name="欣捷 王" userId="b965477fa0aef5e6" providerId="LiveId" clId="{DDEBAF8B-00A9-4254-9480-257662CA3843}" dt="2024-05-14T14:12:08.729" v="4999" actId="1076"/>
          <ac:spMkLst>
            <pc:docMk/>
            <pc:sldMk cId="1216564932" sldId="1001"/>
            <ac:spMk id="128" creationId="{46192867-1AF0-D7AE-ECAA-9E1E822E5120}"/>
          </ac:spMkLst>
        </pc:spChg>
        <pc:spChg chg="mod">
          <ac:chgData name="欣捷 王" userId="b965477fa0aef5e6" providerId="LiveId" clId="{DDEBAF8B-00A9-4254-9480-257662CA3843}" dt="2024-05-14T14:12:08.729" v="4999" actId="1076"/>
          <ac:spMkLst>
            <pc:docMk/>
            <pc:sldMk cId="1216564932" sldId="1001"/>
            <ac:spMk id="129" creationId="{9656353C-4838-1912-07F1-816CBE3AFB92}"/>
          </ac:spMkLst>
        </pc:spChg>
        <pc:spChg chg="mod">
          <ac:chgData name="欣捷 王" userId="b965477fa0aef5e6" providerId="LiveId" clId="{DDEBAF8B-00A9-4254-9480-257662CA3843}" dt="2024-05-14T14:12:08.729" v="4999" actId="1076"/>
          <ac:spMkLst>
            <pc:docMk/>
            <pc:sldMk cId="1216564932" sldId="1001"/>
            <ac:spMk id="130" creationId="{4272ACFC-25C5-8EEE-2E07-2E26AE07FDE5}"/>
          </ac:spMkLst>
        </pc:spChg>
        <pc:spChg chg="mod">
          <ac:chgData name="欣捷 王" userId="b965477fa0aef5e6" providerId="LiveId" clId="{DDEBAF8B-00A9-4254-9480-257662CA3843}" dt="2024-05-14T14:12:08.729" v="4999" actId="1076"/>
          <ac:spMkLst>
            <pc:docMk/>
            <pc:sldMk cId="1216564932" sldId="1001"/>
            <ac:spMk id="131" creationId="{9B7B3641-5178-1F5E-BA1F-463A61909D0F}"/>
          </ac:spMkLst>
        </pc:spChg>
        <pc:spChg chg="mod">
          <ac:chgData name="欣捷 王" userId="b965477fa0aef5e6" providerId="LiveId" clId="{DDEBAF8B-00A9-4254-9480-257662CA3843}" dt="2024-05-14T14:12:08.729" v="4999" actId="1076"/>
          <ac:spMkLst>
            <pc:docMk/>
            <pc:sldMk cId="1216564932" sldId="1001"/>
            <ac:spMk id="132" creationId="{A90FC662-24E6-C63D-3B2F-94A2A097C072}"/>
          </ac:spMkLst>
        </pc:spChg>
        <pc:spChg chg="mod">
          <ac:chgData name="欣捷 王" userId="b965477fa0aef5e6" providerId="LiveId" clId="{DDEBAF8B-00A9-4254-9480-257662CA3843}" dt="2024-05-14T14:12:08.729" v="4999" actId="1076"/>
          <ac:spMkLst>
            <pc:docMk/>
            <pc:sldMk cId="1216564932" sldId="1001"/>
            <ac:spMk id="133" creationId="{E95460C7-B070-E225-F738-2B6B0278C670}"/>
          </ac:spMkLst>
        </pc:spChg>
        <pc:spChg chg="mod">
          <ac:chgData name="欣捷 王" userId="b965477fa0aef5e6" providerId="LiveId" clId="{DDEBAF8B-00A9-4254-9480-257662CA3843}" dt="2024-05-14T14:12:08.729" v="4999" actId="1076"/>
          <ac:spMkLst>
            <pc:docMk/>
            <pc:sldMk cId="1216564932" sldId="1001"/>
            <ac:spMk id="134" creationId="{713B25CB-9FC0-A3BD-AD95-F12B30DF4E4D}"/>
          </ac:spMkLst>
        </pc:spChg>
        <pc:spChg chg="mod">
          <ac:chgData name="欣捷 王" userId="b965477fa0aef5e6" providerId="LiveId" clId="{DDEBAF8B-00A9-4254-9480-257662CA3843}" dt="2024-05-14T14:12:08.729" v="4999" actId="1076"/>
          <ac:spMkLst>
            <pc:docMk/>
            <pc:sldMk cId="1216564932" sldId="1001"/>
            <ac:spMk id="135" creationId="{D3BE6E46-A7AA-E5EC-D5BD-FD86CD5225A3}"/>
          </ac:spMkLst>
        </pc:spChg>
        <pc:spChg chg="mod">
          <ac:chgData name="欣捷 王" userId="b965477fa0aef5e6" providerId="LiveId" clId="{DDEBAF8B-00A9-4254-9480-257662CA3843}" dt="2024-05-14T14:12:08.729" v="4999" actId="1076"/>
          <ac:spMkLst>
            <pc:docMk/>
            <pc:sldMk cId="1216564932" sldId="1001"/>
            <ac:spMk id="136" creationId="{0ABD4DF4-CAB5-C60A-70B4-9EDB0BC1DB42}"/>
          </ac:spMkLst>
        </pc:spChg>
        <pc:spChg chg="mod">
          <ac:chgData name="欣捷 王" userId="b965477fa0aef5e6" providerId="LiveId" clId="{DDEBAF8B-00A9-4254-9480-257662CA3843}" dt="2024-05-14T14:12:08.729" v="4999" actId="1076"/>
          <ac:spMkLst>
            <pc:docMk/>
            <pc:sldMk cId="1216564932" sldId="1001"/>
            <ac:spMk id="137" creationId="{72DB646C-86A6-7739-2B98-5C674C085791}"/>
          </ac:spMkLst>
        </pc:spChg>
        <pc:spChg chg="mod">
          <ac:chgData name="欣捷 王" userId="b965477fa0aef5e6" providerId="LiveId" clId="{DDEBAF8B-00A9-4254-9480-257662CA3843}" dt="2024-05-14T14:12:08.729" v="4999" actId="1076"/>
          <ac:spMkLst>
            <pc:docMk/>
            <pc:sldMk cId="1216564932" sldId="1001"/>
            <ac:spMk id="138" creationId="{EC8EF2B8-C17F-C93A-A70D-6A769712F365}"/>
          </ac:spMkLst>
        </pc:spChg>
        <pc:spChg chg="mod">
          <ac:chgData name="欣捷 王" userId="b965477fa0aef5e6" providerId="LiveId" clId="{DDEBAF8B-00A9-4254-9480-257662CA3843}" dt="2024-05-14T14:12:08.729" v="4999" actId="1076"/>
          <ac:spMkLst>
            <pc:docMk/>
            <pc:sldMk cId="1216564932" sldId="1001"/>
            <ac:spMk id="139" creationId="{127DBDA3-1F4C-6227-9579-2C17A2B0D8D9}"/>
          </ac:spMkLst>
        </pc:spChg>
        <pc:spChg chg="del mod">
          <ac:chgData name="欣捷 王" userId="b965477fa0aef5e6" providerId="LiveId" clId="{DDEBAF8B-00A9-4254-9480-257662CA3843}" dt="2024-05-14T14:13:40.343" v="5162" actId="478"/>
          <ac:spMkLst>
            <pc:docMk/>
            <pc:sldMk cId="1216564932" sldId="1001"/>
            <ac:spMk id="143" creationId="{9ADF0B1B-8F41-4104-859E-C9470677144D}"/>
          </ac:spMkLst>
        </pc:spChg>
        <pc:spChg chg="del mod">
          <ac:chgData name="欣捷 王" userId="b965477fa0aef5e6" providerId="LiveId" clId="{DDEBAF8B-00A9-4254-9480-257662CA3843}" dt="2024-05-14T14:13:10.719" v="5086" actId="478"/>
          <ac:spMkLst>
            <pc:docMk/>
            <pc:sldMk cId="1216564932" sldId="1001"/>
            <ac:spMk id="144" creationId="{3E667EBF-6565-8956-46E4-32C0C013D657}"/>
          </ac:spMkLst>
        </pc:spChg>
        <pc:spChg chg="del mod">
          <ac:chgData name="欣捷 王" userId="b965477fa0aef5e6" providerId="LiveId" clId="{DDEBAF8B-00A9-4254-9480-257662CA3843}" dt="2024-05-14T14:12:41.858" v="5041" actId="478"/>
          <ac:spMkLst>
            <pc:docMk/>
            <pc:sldMk cId="1216564932" sldId="1001"/>
            <ac:spMk id="145" creationId="{286F25A8-0C54-1E53-3EA1-E10140DA7570}"/>
          </ac:spMkLst>
        </pc:spChg>
        <pc:spChg chg="del mod">
          <ac:chgData name="欣捷 王" userId="b965477fa0aef5e6" providerId="LiveId" clId="{DDEBAF8B-00A9-4254-9480-257662CA3843}" dt="2024-05-14T14:13:15.497" v="5095" actId="478"/>
          <ac:spMkLst>
            <pc:docMk/>
            <pc:sldMk cId="1216564932" sldId="1001"/>
            <ac:spMk id="146" creationId="{3495D0E5-1463-41F9-008E-CFBB28556F59}"/>
          </ac:spMkLst>
        </pc:spChg>
        <pc:spChg chg="del mod">
          <ac:chgData name="欣捷 王" userId="b965477fa0aef5e6" providerId="LiveId" clId="{DDEBAF8B-00A9-4254-9480-257662CA3843}" dt="2024-05-14T14:13:17.038" v="5102" actId="478"/>
          <ac:spMkLst>
            <pc:docMk/>
            <pc:sldMk cId="1216564932" sldId="1001"/>
            <ac:spMk id="147" creationId="{7FC16933-73E0-9956-04DB-71A0B77F53E2}"/>
          </ac:spMkLst>
        </pc:spChg>
        <pc:spChg chg="del mod">
          <ac:chgData name="欣捷 王" userId="b965477fa0aef5e6" providerId="LiveId" clId="{DDEBAF8B-00A9-4254-9480-257662CA3843}" dt="2024-05-14T14:13:13.746" v="5088" actId="478"/>
          <ac:spMkLst>
            <pc:docMk/>
            <pc:sldMk cId="1216564932" sldId="1001"/>
            <ac:spMk id="148" creationId="{0547AEA8-B4E6-FD2A-2853-EA0048266A43}"/>
          </ac:spMkLst>
        </pc:spChg>
        <pc:spChg chg="del mod">
          <ac:chgData name="欣捷 王" userId="b965477fa0aef5e6" providerId="LiveId" clId="{DDEBAF8B-00A9-4254-9480-257662CA3843}" dt="2024-05-14T14:13:12.201" v="5087" actId="478"/>
          <ac:spMkLst>
            <pc:docMk/>
            <pc:sldMk cId="1216564932" sldId="1001"/>
            <ac:spMk id="149" creationId="{59CAD5AD-FEC9-05D8-B5C4-521649B90FCE}"/>
          </ac:spMkLst>
        </pc:spChg>
        <pc:spChg chg="del mod">
          <ac:chgData name="欣捷 王" userId="b965477fa0aef5e6" providerId="LiveId" clId="{DDEBAF8B-00A9-4254-9480-257662CA3843}" dt="2024-05-14T14:13:31.481" v="5137" actId="478"/>
          <ac:spMkLst>
            <pc:docMk/>
            <pc:sldMk cId="1216564932" sldId="1001"/>
            <ac:spMk id="150" creationId="{7D89CDE8-DF98-7CB3-E0F2-5C5A7B77E35C}"/>
          </ac:spMkLst>
        </pc:spChg>
        <pc:spChg chg="del mod">
          <ac:chgData name="欣捷 王" userId="b965477fa0aef5e6" providerId="LiveId" clId="{DDEBAF8B-00A9-4254-9480-257662CA3843}" dt="2024-05-14T14:13:30.061" v="5130" actId="478"/>
          <ac:spMkLst>
            <pc:docMk/>
            <pc:sldMk cId="1216564932" sldId="1001"/>
            <ac:spMk id="151" creationId="{54920638-FAFF-40EA-1128-246ABE79AF91}"/>
          </ac:spMkLst>
        </pc:spChg>
        <pc:spChg chg="del mod">
          <ac:chgData name="欣捷 王" userId="b965477fa0aef5e6" providerId="LiveId" clId="{DDEBAF8B-00A9-4254-9480-257662CA3843}" dt="2024-05-14T14:13:33.747" v="5144" actId="478"/>
          <ac:spMkLst>
            <pc:docMk/>
            <pc:sldMk cId="1216564932" sldId="1001"/>
            <ac:spMk id="152" creationId="{B4FF8673-B43F-A51B-C0E7-A18BF839CAF8}"/>
          </ac:spMkLst>
        </pc:spChg>
        <pc:spChg chg="del mod topLvl">
          <ac:chgData name="欣捷 王" userId="b965477fa0aef5e6" providerId="LiveId" clId="{DDEBAF8B-00A9-4254-9480-257662CA3843}" dt="2024-05-14T14:13:58.301" v="5214" actId="478"/>
          <ac:spMkLst>
            <pc:docMk/>
            <pc:sldMk cId="1216564932" sldId="1001"/>
            <ac:spMk id="153" creationId="{69C213E7-3FE1-5984-ECC8-C725EF726DCF}"/>
          </ac:spMkLst>
        </pc:spChg>
        <pc:spChg chg="del mod topLvl">
          <ac:chgData name="欣捷 王" userId="b965477fa0aef5e6" providerId="LiveId" clId="{DDEBAF8B-00A9-4254-9480-257662CA3843}" dt="2024-05-14T14:13:54.726" v="5200" actId="478"/>
          <ac:spMkLst>
            <pc:docMk/>
            <pc:sldMk cId="1216564932" sldId="1001"/>
            <ac:spMk id="154" creationId="{F862F342-8636-85EB-073F-08E51EDD5C39}"/>
          </ac:spMkLst>
        </pc:spChg>
        <pc:spChg chg="del mod topLvl">
          <ac:chgData name="欣捷 王" userId="b965477fa0aef5e6" providerId="LiveId" clId="{DDEBAF8B-00A9-4254-9480-257662CA3843}" dt="2024-05-14T14:13:49.869" v="5177" actId="478"/>
          <ac:spMkLst>
            <pc:docMk/>
            <pc:sldMk cId="1216564932" sldId="1001"/>
            <ac:spMk id="155" creationId="{F86C7088-5685-27C2-C9B0-90BB350337E5}"/>
          </ac:spMkLst>
        </pc:spChg>
        <pc:spChg chg="del mod topLvl">
          <ac:chgData name="欣捷 王" userId="b965477fa0aef5e6" providerId="LiveId" clId="{DDEBAF8B-00A9-4254-9480-257662CA3843}" dt="2024-05-14T14:13:58.301" v="5214" actId="478"/>
          <ac:spMkLst>
            <pc:docMk/>
            <pc:sldMk cId="1216564932" sldId="1001"/>
            <ac:spMk id="156" creationId="{C40FB294-95A8-9B69-9CCE-0518495A9879}"/>
          </ac:spMkLst>
        </pc:spChg>
        <pc:spChg chg="del mod topLvl">
          <ac:chgData name="欣捷 王" userId="b965477fa0aef5e6" providerId="LiveId" clId="{DDEBAF8B-00A9-4254-9480-257662CA3843}" dt="2024-05-14T14:13:58.301" v="5214" actId="478"/>
          <ac:spMkLst>
            <pc:docMk/>
            <pc:sldMk cId="1216564932" sldId="1001"/>
            <ac:spMk id="157" creationId="{3F7F1EC0-6602-55B0-A27F-F20F9D20018F}"/>
          </ac:spMkLst>
        </pc:spChg>
        <pc:spChg chg="del mod topLvl">
          <ac:chgData name="欣捷 王" userId="b965477fa0aef5e6" providerId="LiveId" clId="{DDEBAF8B-00A9-4254-9480-257662CA3843}" dt="2024-05-14T14:13:58.301" v="5214" actId="478"/>
          <ac:spMkLst>
            <pc:docMk/>
            <pc:sldMk cId="1216564932" sldId="1001"/>
            <ac:spMk id="158" creationId="{48B2E05F-2F6B-15FC-8A00-7114DB2EED36}"/>
          </ac:spMkLst>
        </pc:spChg>
        <pc:spChg chg="del mod topLvl">
          <ac:chgData name="欣捷 王" userId="b965477fa0aef5e6" providerId="LiveId" clId="{DDEBAF8B-00A9-4254-9480-257662CA3843}" dt="2024-05-14T14:13:53.102" v="5192" actId="478"/>
          <ac:spMkLst>
            <pc:docMk/>
            <pc:sldMk cId="1216564932" sldId="1001"/>
            <ac:spMk id="159" creationId="{94852974-1649-2C5A-BC29-2BEAEECF8F45}"/>
          </ac:spMkLst>
        </pc:spChg>
        <pc:spChg chg="del mod">
          <ac:chgData name="欣捷 王" userId="b965477fa0aef5e6" providerId="LiveId" clId="{DDEBAF8B-00A9-4254-9480-257662CA3843}" dt="2024-05-14T14:13:27.968" v="5122" actId="478"/>
          <ac:spMkLst>
            <pc:docMk/>
            <pc:sldMk cId="1216564932" sldId="1001"/>
            <ac:spMk id="160" creationId="{29BCF666-CDCE-1A6A-3AF2-A01403E6D7FB}"/>
          </ac:spMkLst>
        </pc:spChg>
        <pc:spChg chg="del mod topLvl">
          <ac:chgData name="欣捷 王" userId="b965477fa0aef5e6" providerId="LiveId" clId="{DDEBAF8B-00A9-4254-9480-257662CA3843}" dt="2024-05-14T14:13:58.301" v="5214" actId="478"/>
          <ac:spMkLst>
            <pc:docMk/>
            <pc:sldMk cId="1216564932" sldId="1001"/>
            <ac:spMk id="161" creationId="{529E9695-15F0-1B0F-171F-6684941E3182}"/>
          </ac:spMkLst>
        </pc:spChg>
        <pc:spChg chg="del mod topLvl">
          <ac:chgData name="欣捷 王" userId="b965477fa0aef5e6" providerId="LiveId" clId="{DDEBAF8B-00A9-4254-9480-257662CA3843}" dt="2024-05-14T14:13:58.301" v="5214" actId="478"/>
          <ac:spMkLst>
            <pc:docMk/>
            <pc:sldMk cId="1216564932" sldId="1001"/>
            <ac:spMk id="162" creationId="{D268EAFD-7F2D-6537-AC0E-FC18639E43AB}"/>
          </ac:spMkLst>
        </pc:spChg>
        <pc:spChg chg="del mod topLvl">
          <ac:chgData name="欣捷 王" userId="b965477fa0aef5e6" providerId="LiveId" clId="{DDEBAF8B-00A9-4254-9480-257662CA3843}" dt="2024-05-14T14:13:58.301" v="5214" actId="478"/>
          <ac:spMkLst>
            <pc:docMk/>
            <pc:sldMk cId="1216564932" sldId="1001"/>
            <ac:spMk id="163" creationId="{FF894A3D-68C6-A6A7-24C8-12199CC233B6}"/>
          </ac:spMkLst>
        </pc:spChg>
        <pc:spChg chg="del mod topLvl">
          <ac:chgData name="欣捷 王" userId="b965477fa0aef5e6" providerId="LiveId" clId="{DDEBAF8B-00A9-4254-9480-257662CA3843}" dt="2024-05-14T14:13:51.780" v="5185" actId="478"/>
          <ac:spMkLst>
            <pc:docMk/>
            <pc:sldMk cId="1216564932" sldId="1001"/>
            <ac:spMk id="164" creationId="{89F7215F-73A1-F0BD-8E94-39A4A3F33A69}"/>
          </ac:spMkLst>
        </pc:spChg>
        <pc:spChg chg="mod">
          <ac:chgData name="欣捷 王" userId="b965477fa0aef5e6" providerId="LiveId" clId="{DDEBAF8B-00A9-4254-9480-257662CA3843}" dt="2024-05-14T14:14:01.936" v="5216" actId="1076"/>
          <ac:spMkLst>
            <pc:docMk/>
            <pc:sldMk cId="1216564932" sldId="1001"/>
            <ac:spMk id="165" creationId="{51B77D69-B1CA-F582-E127-8237642DDDAB}"/>
          </ac:spMkLst>
        </pc:spChg>
        <pc:spChg chg="mod">
          <ac:chgData name="欣捷 王" userId="b965477fa0aef5e6" providerId="LiveId" clId="{DDEBAF8B-00A9-4254-9480-257662CA3843}" dt="2024-05-14T14:14:01.936" v="5216" actId="1076"/>
          <ac:spMkLst>
            <pc:docMk/>
            <pc:sldMk cId="1216564932" sldId="1001"/>
            <ac:spMk id="166" creationId="{959FDE69-30E1-1FEB-1251-2A296CEE90C4}"/>
          </ac:spMkLst>
        </pc:spChg>
        <pc:spChg chg="mod">
          <ac:chgData name="欣捷 王" userId="b965477fa0aef5e6" providerId="LiveId" clId="{DDEBAF8B-00A9-4254-9480-257662CA3843}" dt="2024-05-14T14:14:01.936" v="5216" actId="1076"/>
          <ac:spMkLst>
            <pc:docMk/>
            <pc:sldMk cId="1216564932" sldId="1001"/>
            <ac:spMk id="167" creationId="{FE46AF31-EA73-94AE-C763-A4953DA8FFC8}"/>
          </ac:spMkLst>
        </pc:spChg>
        <pc:spChg chg="mod">
          <ac:chgData name="欣捷 王" userId="b965477fa0aef5e6" providerId="LiveId" clId="{DDEBAF8B-00A9-4254-9480-257662CA3843}" dt="2024-05-14T14:14:01.936" v="5216" actId="1076"/>
          <ac:spMkLst>
            <pc:docMk/>
            <pc:sldMk cId="1216564932" sldId="1001"/>
            <ac:spMk id="168" creationId="{B71FA614-7BBF-DF64-1242-E54814EB3B34}"/>
          </ac:spMkLst>
        </pc:spChg>
        <pc:spChg chg="mod">
          <ac:chgData name="欣捷 王" userId="b965477fa0aef5e6" providerId="LiveId" clId="{DDEBAF8B-00A9-4254-9480-257662CA3843}" dt="2024-05-14T14:14:01.936" v="5216" actId="1076"/>
          <ac:spMkLst>
            <pc:docMk/>
            <pc:sldMk cId="1216564932" sldId="1001"/>
            <ac:spMk id="169" creationId="{739DB681-09F8-0C9D-807B-8F129791CC99}"/>
          </ac:spMkLst>
        </pc:spChg>
        <pc:spChg chg="mod">
          <ac:chgData name="欣捷 王" userId="b965477fa0aef5e6" providerId="LiveId" clId="{DDEBAF8B-00A9-4254-9480-257662CA3843}" dt="2024-05-14T14:14:01.936" v="5216" actId="1076"/>
          <ac:spMkLst>
            <pc:docMk/>
            <pc:sldMk cId="1216564932" sldId="1001"/>
            <ac:spMk id="170" creationId="{1F7959DA-348A-7CB2-25AD-D0C679C0EFFB}"/>
          </ac:spMkLst>
        </pc:spChg>
        <pc:spChg chg="mod">
          <ac:chgData name="欣捷 王" userId="b965477fa0aef5e6" providerId="LiveId" clId="{DDEBAF8B-00A9-4254-9480-257662CA3843}" dt="2024-05-14T14:14:01.936" v="5216" actId="1076"/>
          <ac:spMkLst>
            <pc:docMk/>
            <pc:sldMk cId="1216564932" sldId="1001"/>
            <ac:spMk id="171" creationId="{8B1C782F-9075-5EEE-3B5F-4F2581345013}"/>
          </ac:spMkLst>
        </pc:spChg>
        <pc:spChg chg="add del mod">
          <ac:chgData name="欣捷 王" userId="b965477fa0aef5e6" providerId="LiveId" clId="{DDEBAF8B-00A9-4254-9480-257662CA3843}" dt="2024-05-14T14:14:01.936" v="5216" actId="1076"/>
          <ac:spMkLst>
            <pc:docMk/>
            <pc:sldMk cId="1216564932" sldId="1001"/>
            <ac:spMk id="172" creationId="{E30A1768-8DA7-3749-2CA4-06E05F96DA87}"/>
          </ac:spMkLst>
        </pc:spChg>
        <pc:spChg chg="mod">
          <ac:chgData name="欣捷 王" userId="b965477fa0aef5e6" providerId="LiveId" clId="{DDEBAF8B-00A9-4254-9480-257662CA3843}" dt="2024-05-14T14:14:01.936" v="5216" actId="1076"/>
          <ac:spMkLst>
            <pc:docMk/>
            <pc:sldMk cId="1216564932" sldId="1001"/>
            <ac:spMk id="173" creationId="{B7104DB7-9C2D-7BF8-D083-23EA83E1C12D}"/>
          </ac:spMkLst>
        </pc:spChg>
        <pc:spChg chg="mod">
          <ac:chgData name="欣捷 王" userId="b965477fa0aef5e6" providerId="LiveId" clId="{DDEBAF8B-00A9-4254-9480-257662CA3843}" dt="2024-05-14T14:14:01.936" v="5216" actId="1076"/>
          <ac:spMkLst>
            <pc:docMk/>
            <pc:sldMk cId="1216564932" sldId="1001"/>
            <ac:spMk id="174" creationId="{4992DD2B-17C8-2F26-C7FB-54E93CDD98FB}"/>
          </ac:spMkLst>
        </pc:spChg>
        <pc:spChg chg="mod">
          <ac:chgData name="欣捷 王" userId="b965477fa0aef5e6" providerId="LiveId" clId="{DDEBAF8B-00A9-4254-9480-257662CA3843}" dt="2024-05-14T14:14:01.936" v="5216" actId="1076"/>
          <ac:spMkLst>
            <pc:docMk/>
            <pc:sldMk cId="1216564932" sldId="1001"/>
            <ac:spMk id="175" creationId="{09135933-BB00-E645-C1F8-08194DB6B9FA}"/>
          </ac:spMkLst>
        </pc:spChg>
        <pc:spChg chg="mod">
          <ac:chgData name="欣捷 王" userId="b965477fa0aef5e6" providerId="LiveId" clId="{DDEBAF8B-00A9-4254-9480-257662CA3843}" dt="2024-05-14T14:14:01.936" v="5216" actId="1076"/>
          <ac:spMkLst>
            <pc:docMk/>
            <pc:sldMk cId="1216564932" sldId="1001"/>
            <ac:spMk id="176" creationId="{C20D4654-10DC-FBA5-0BC0-3202BD21C7E4}"/>
          </ac:spMkLst>
        </pc:spChg>
        <pc:spChg chg="mod">
          <ac:chgData name="欣捷 王" userId="b965477fa0aef5e6" providerId="LiveId" clId="{DDEBAF8B-00A9-4254-9480-257662CA3843}" dt="2024-05-14T14:14:01.936" v="5216" actId="1076"/>
          <ac:spMkLst>
            <pc:docMk/>
            <pc:sldMk cId="1216564932" sldId="1001"/>
            <ac:spMk id="177" creationId="{C6D48A8B-0B16-B386-FBC4-DEDCB6B2A4AA}"/>
          </ac:spMkLst>
        </pc:spChg>
        <pc:spChg chg="mod">
          <ac:chgData name="欣捷 王" userId="b965477fa0aef5e6" providerId="LiveId" clId="{DDEBAF8B-00A9-4254-9480-257662CA3843}" dt="2024-05-14T14:14:01.936" v="5216" actId="1076"/>
          <ac:spMkLst>
            <pc:docMk/>
            <pc:sldMk cId="1216564932" sldId="1001"/>
            <ac:spMk id="178" creationId="{D4DF6004-01BA-4CC5-9AB3-487CEF9381B3}"/>
          </ac:spMkLst>
        </pc:spChg>
        <pc:spChg chg="mod">
          <ac:chgData name="欣捷 王" userId="b965477fa0aef5e6" providerId="LiveId" clId="{DDEBAF8B-00A9-4254-9480-257662CA3843}" dt="2024-05-14T14:14:01.936" v="5216" actId="1076"/>
          <ac:spMkLst>
            <pc:docMk/>
            <pc:sldMk cId="1216564932" sldId="1001"/>
            <ac:spMk id="179" creationId="{5AE3FA5F-89C3-EC75-B56A-A7B14E054F84}"/>
          </ac:spMkLst>
        </pc:spChg>
        <pc:spChg chg="mod">
          <ac:chgData name="欣捷 王" userId="b965477fa0aef5e6" providerId="LiveId" clId="{DDEBAF8B-00A9-4254-9480-257662CA3843}" dt="2024-05-14T14:14:01.936" v="5216" actId="1076"/>
          <ac:spMkLst>
            <pc:docMk/>
            <pc:sldMk cId="1216564932" sldId="1001"/>
            <ac:spMk id="180" creationId="{FD0658A2-B3EB-D13A-7551-2AF9F45D2FB3}"/>
          </ac:spMkLst>
        </pc:spChg>
        <pc:spChg chg="mod">
          <ac:chgData name="欣捷 王" userId="b965477fa0aef5e6" providerId="LiveId" clId="{DDEBAF8B-00A9-4254-9480-257662CA3843}" dt="2024-05-14T14:14:01.936" v="5216" actId="1076"/>
          <ac:spMkLst>
            <pc:docMk/>
            <pc:sldMk cId="1216564932" sldId="1001"/>
            <ac:spMk id="181" creationId="{9AA746BD-A26E-FD7E-0BBC-15CB084195EE}"/>
          </ac:spMkLst>
        </pc:spChg>
        <pc:spChg chg="mod">
          <ac:chgData name="欣捷 王" userId="b965477fa0aef5e6" providerId="LiveId" clId="{DDEBAF8B-00A9-4254-9480-257662CA3843}" dt="2024-05-14T14:14:01.936" v="5216" actId="1076"/>
          <ac:spMkLst>
            <pc:docMk/>
            <pc:sldMk cId="1216564932" sldId="1001"/>
            <ac:spMk id="182" creationId="{131FCD16-45F4-CB3A-02A1-6F2431AF9114}"/>
          </ac:spMkLst>
        </pc:spChg>
        <pc:spChg chg="mod">
          <ac:chgData name="欣捷 王" userId="b965477fa0aef5e6" providerId="LiveId" clId="{DDEBAF8B-00A9-4254-9480-257662CA3843}" dt="2024-05-14T14:14:01.936" v="5216" actId="1076"/>
          <ac:spMkLst>
            <pc:docMk/>
            <pc:sldMk cId="1216564932" sldId="1001"/>
            <ac:spMk id="183" creationId="{F673253A-A68E-D8D6-94F4-8BCAA3EA0C61}"/>
          </ac:spMkLst>
        </pc:spChg>
        <pc:spChg chg="mod">
          <ac:chgData name="欣捷 王" userId="b965477fa0aef5e6" providerId="LiveId" clId="{DDEBAF8B-00A9-4254-9480-257662CA3843}" dt="2024-05-14T14:14:01.936" v="5216" actId="1076"/>
          <ac:spMkLst>
            <pc:docMk/>
            <pc:sldMk cId="1216564932" sldId="1001"/>
            <ac:spMk id="184" creationId="{CC634652-0F41-03B3-32F4-E49D9F7B2C85}"/>
          </ac:spMkLst>
        </pc:spChg>
        <pc:spChg chg="mod">
          <ac:chgData name="欣捷 王" userId="b965477fa0aef5e6" providerId="LiveId" clId="{DDEBAF8B-00A9-4254-9480-257662CA3843}" dt="2024-05-14T14:14:01.936" v="5216" actId="1076"/>
          <ac:spMkLst>
            <pc:docMk/>
            <pc:sldMk cId="1216564932" sldId="1001"/>
            <ac:spMk id="185" creationId="{25725F73-6998-D86D-313B-AF03FF8C1A83}"/>
          </ac:spMkLst>
        </pc:spChg>
        <pc:spChg chg="mod">
          <ac:chgData name="欣捷 王" userId="b965477fa0aef5e6" providerId="LiveId" clId="{DDEBAF8B-00A9-4254-9480-257662CA3843}" dt="2024-05-14T14:14:01.936" v="5216" actId="1076"/>
          <ac:spMkLst>
            <pc:docMk/>
            <pc:sldMk cId="1216564932" sldId="1001"/>
            <ac:spMk id="186" creationId="{06323789-E624-05B4-D1DA-BB8EE24FDCA0}"/>
          </ac:spMkLst>
        </pc:spChg>
        <pc:spChg chg="mod">
          <ac:chgData name="欣捷 王" userId="b965477fa0aef5e6" providerId="LiveId" clId="{DDEBAF8B-00A9-4254-9480-257662CA3843}" dt="2024-05-14T14:14:01.936" v="5216" actId="1076"/>
          <ac:spMkLst>
            <pc:docMk/>
            <pc:sldMk cId="1216564932" sldId="1001"/>
            <ac:spMk id="187" creationId="{7C460BE3-A725-9A65-54BF-C9EA5491E85B}"/>
          </ac:spMkLst>
        </pc:spChg>
        <pc:spChg chg="mod">
          <ac:chgData name="欣捷 王" userId="b965477fa0aef5e6" providerId="LiveId" clId="{DDEBAF8B-00A9-4254-9480-257662CA3843}" dt="2024-05-14T14:14:01.936" v="5216" actId="1076"/>
          <ac:spMkLst>
            <pc:docMk/>
            <pc:sldMk cId="1216564932" sldId="1001"/>
            <ac:spMk id="188" creationId="{6B114D8D-E9B1-4660-D1F3-74B4835D1CC2}"/>
          </ac:spMkLst>
        </pc:spChg>
        <pc:spChg chg="mod">
          <ac:chgData name="欣捷 王" userId="b965477fa0aef5e6" providerId="LiveId" clId="{DDEBAF8B-00A9-4254-9480-257662CA3843}" dt="2024-05-14T14:14:01.936" v="5216" actId="1076"/>
          <ac:spMkLst>
            <pc:docMk/>
            <pc:sldMk cId="1216564932" sldId="1001"/>
            <ac:spMk id="189" creationId="{ABF1675E-942A-B419-1D87-6F059B048391}"/>
          </ac:spMkLst>
        </pc:spChg>
        <pc:spChg chg="add mod">
          <ac:chgData name="欣捷 王" userId="b965477fa0aef5e6" providerId="LiveId" clId="{DDEBAF8B-00A9-4254-9480-257662CA3843}" dt="2024-05-14T14:19:04.746" v="5533" actId="1076"/>
          <ac:spMkLst>
            <pc:docMk/>
            <pc:sldMk cId="1216564932" sldId="1001"/>
            <ac:spMk id="190" creationId="{9FA74244-1540-89DC-13DC-142BC3BB3AF1}"/>
          </ac:spMkLst>
        </pc:spChg>
        <pc:spChg chg="add mod">
          <ac:chgData name="欣捷 王" userId="b965477fa0aef5e6" providerId="LiveId" clId="{DDEBAF8B-00A9-4254-9480-257662CA3843}" dt="2024-05-14T14:19:04.746" v="5533" actId="1076"/>
          <ac:spMkLst>
            <pc:docMk/>
            <pc:sldMk cId="1216564932" sldId="1001"/>
            <ac:spMk id="191" creationId="{8F5712F2-2098-37BA-44DA-C1A863A4B678}"/>
          </ac:spMkLst>
        </pc:spChg>
        <pc:spChg chg="add mod">
          <ac:chgData name="欣捷 王" userId="b965477fa0aef5e6" providerId="LiveId" clId="{DDEBAF8B-00A9-4254-9480-257662CA3843}" dt="2024-05-14T14:19:04.746" v="5533" actId="1076"/>
          <ac:spMkLst>
            <pc:docMk/>
            <pc:sldMk cId="1216564932" sldId="1001"/>
            <ac:spMk id="192" creationId="{E53C094D-0C41-FB33-B62E-97421DD19AFA}"/>
          </ac:spMkLst>
        </pc:spChg>
        <pc:spChg chg="add mod">
          <ac:chgData name="欣捷 王" userId="b965477fa0aef5e6" providerId="LiveId" clId="{DDEBAF8B-00A9-4254-9480-257662CA3843}" dt="2024-05-14T14:19:04.746" v="5533" actId="1076"/>
          <ac:spMkLst>
            <pc:docMk/>
            <pc:sldMk cId="1216564932" sldId="1001"/>
            <ac:spMk id="193" creationId="{243AC2C7-7433-627D-CFBC-BE13D16DB937}"/>
          </ac:spMkLst>
        </pc:spChg>
        <pc:spChg chg="add mod">
          <ac:chgData name="欣捷 王" userId="b965477fa0aef5e6" providerId="LiveId" clId="{DDEBAF8B-00A9-4254-9480-257662CA3843}" dt="2024-05-14T14:19:04.746" v="5533" actId="1076"/>
          <ac:spMkLst>
            <pc:docMk/>
            <pc:sldMk cId="1216564932" sldId="1001"/>
            <ac:spMk id="194" creationId="{C8EC3777-C2AC-7F5F-282A-2F42B4C2B066}"/>
          </ac:spMkLst>
        </pc:spChg>
        <pc:spChg chg="add mod">
          <ac:chgData name="欣捷 王" userId="b965477fa0aef5e6" providerId="LiveId" clId="{DDEBAF8B-00A9-4254-9480-257662CA3843}" dt="2024-05-14T14:19:04.746" v="5533" actId="1076"/>
          <ac:spMkLst>
            <pc:docMk/>
            <pc:sldMk cId="1216564932" sldId="1001"/>
            <ac:spMk id="195" creationId="{C14F3605-8330-1C35-0045-F88EFA4A22A4}"/>
          </ac:spMkLst>
        </pc:spChg>
        <pc:grpChg chg="add mod replST">
          <ac:chgData name="欣捷 王" userId="b965477fa0aef5e6" providerId="LiveId" clId="{DDEBAF8B-00A9-4254-9480-257662CA3843}" dt="2024-06-06T15:38:18.431" v="8123"/>
          <ac:grpSpMkLst>
            <pc:docMk/>
            <pc:sldMk cId="1216564932" sldId="1001"/>
            <ac:grpSpMk id="23" creationId="{A2D24F62-FFC0-B464-BB8B-4B174C604C3D}"/>
          </ac:grpSpMkLst>
        </pc:grpChg>
        <pc:grpChg chg="add mod">
          <ac:chgData name="欣捷 王" userId="b965477fa0aef5e6" providerId="LiveId" clId="{DDEBAF8B-00A9-4254-9480-257662CA3843}" dt="2024-05-14T14:07:16.215" v="4664"/>
          <ac:grpSpMkLst>
            <pc:docMk/>
            <pc:sldMk cId="1216564932" sldId="1001"/>
            <ac:grpSpMk id="25" creationId="{0BB4BCC9-1A51-4A83-E428-AFD4F4B6F039}"/>
          </ac:grpSpMkLst>
        </pc:grpChg>
        <pc:grpChg chg="add del mod">
          <ac:chgData name="欣捷 王" userId="b965477fa0aef5e6" providerId="LiveId" clId="{DDEBAF8B-00A9-4254-9480-257662CA3843}" dt="2024-05-14T14:08:25.218" v="4787" actId="165"/>
          <ac:grpSpMkLst>
            <pc:docMk/>
            <pc:sldMk cId="1216564932" sldId="1001"/>
            <ac:grpSpMk id="35" creationId="{8A2C2C38-E6C0-1468-BE36-E88A1626D9A4}"/>
          </ac:grpSpMkLst>
        </pc:grpChg>
        <pc:grpChg chg="add del mod">
          <ac:chgData name="欣捷 王" userId="b965477fa0aef5e6" providerId="LiveId" clId="{DDEBAF8B-00A9-4254-9480-257662CA3843}" dt="2024-05-14T14:11:22.105" v="4968" actId="165"/>
          <ac:grpSpMkLst>
            <pc:docMk/>
            <pc:sldMk cId="1216564932" sldId="1001"/>
            <ac:grpSpMk id="68" creationId="{409748AB-DBD2-F76E-AD0D-9FB6B3161491}"/>
          </ac:grpSpMkLst>
        </pc:grpChg>
        <pc:grpChg chg="add del mod">
          <ac:chgData name="欣捷 王" userId="b965477fa0aef5e6" providerId="LiveId" clId="{DDEBAF8B-00A9-4254-9480-257662CA3843}" dt="2024-05-14T14:11:15.815" v="4961" actId="1076"/>
          <ac:grpSpMkLst>
            <pc:docMk/>
            <pc:sldMk cId="1216564932" sldId="1001"/>
            <ac:grpSpMk id="70" creationId="{B1A0AA8F-B62B-1A4C-B059-7E81392D1ABB}"/>
          </ac:grpSpMkLst>
        </pc:grpChg>
        <pc:grpChg chg="add del mod topLvl">
          <ac:chgData name="欣捷 王" userId="b965477fa0aef5e6" providerId="LiveId" clId="{DDEBAF8B-00A9-4254-9480-257662CA3843}" dt="2024-05-14T14:15:01.280" v="5312" actId="165"/>
          <ac:grpSpMkLst>
            <pc:docMk/>
            <pc:sldMk cId="1216564932" sldId="1001"/>
            <ac:grpSpMk id="93" creationId="{7C54112B-F707-F40A-7C89-1CE2B8937A2B}"/>
          </ac:grpSpMkLst>
        </pc:grpChg>
        <pc:grpChg chg="add del mod">
          <ac:chgData name="欣捷 王" userId="b965477fa0aef5e6" providerId="LiveId" clId="{DDEBAF8B-00A9-4254-9480-257662CA3843}" dt="2024-05-14T14:12:11.746" v="5000" actId="165"/>
          <ac:grpSpMkLst>
            <pc:docMk/>
            <pc:sldMk cId="1216564932" sldId="1001"/>
            <ac:grpSpMk id="94" creationId="{DC839E5A-822F-0B1E-F42F-FD79918D7CF2}"/>
          </ac:grpSpMkLst>
        </pc:grpChg>
        <pc:grpChg chg="add mod">
          <ac:chgData name="欣捷 王" userId="b965477fa0aef5e6" providerId="LiveId" clId="{DDEBAF8B-00A9-4254-9480-257662CA3843}" dt="2024-05-14T14:12:08.729" v="4999" actId="1076"/>
          <ac:grpSpMkLst>
            <pc:docMk/>
            <pc:sldMk cId="1216564932" sldId="1001"/>
            <ac:grpSpMk id="117" creationId="{DD2656AE-2F77-49E5-5572-2F9A80D3B53F}"/>
          </ac:grpSpMkLst>
        </pc:grpChg>
        <pc:grpChg chg="add del mod">
          <ac:chgData name="欣捷 王" userId="b965477fa0aef5e6" providerId="LiveId" clId="{DDEBAF8B-00A9-4254-9480-257662CA3843}" dt="2024-05-14T14:12:29.189" v="5024" actId="165"/>
          <ac:grpSpMkLst>
            <pc:docMk/>
            <pc:sldMk cId="1216564932" sldId="1001"/>
            <ac:grpSpMk id="140" creationId="{980F43F1-6E3A-23BD-2040-52E00928A03E}"/>
          </ac:grpSpMkLst>
        </pc:grpChg>
        <pc:grpChg chg="add del mod">
          <ac:chgData name="欣捷 王" userId="b965477fa0aef5e6" providerId="LiveId" clId="{DDEBAF8B-00A9-4254-9480-257662CA3843}" dt="2024-05-14T14:13:45.604" v="5169" actId="165"/>
          <ac:grpSpMkLst>
            <pc:docMk/>
            <pc:sldMk cId="1216564932" sldId="1001"/>
            <ac:grpSpMk id="141" creationId="{7D7390D9-7460-3656-C67A-312A356EF8C3}"/>
          </ac:grpSpMkLst>
        </pc:grpChg>
        <pc:grpChg chg="mod topLvl">
          <ac:chgData name="欣捷 王" userId="b965477fa0aef5e6" providerId="LiveId" clId="{DDEBAF8B-00A9-4254-9480-257662CA3843}" dt="2024-05-14T14:14:01.936" v="5216" actId="1076"/>
          <ac:grpSpMkLst>
            <pc:docMk/>
            <pc:sldMk cId="1216564932" sldId="1001"/>
            <ac:grpSpMk id="142" creationId="{8E0971FA-33B8-DA46-77FD-DBD0CE663B4E}"/>
          </ac:grpSpMkLst>
        </pc:grpChg>
        <pc:grpChg chg="add mod">
          <ac:chgData name="欣捷 王" userId="b965477fa0aef5e6" providerId="LiveId" clId="{DDEBAF8B-00A9-4254-9480-257662CA3843}" dt="2024-05-14T14:19:04.746" v="5533" actId="1076"/>
          <ac:grpSpMkLst>
            <pc:docMk/>
            <pc:sldMk cId="1216564932" sldId="1001"/>
            <ac:grpSpMk id="196" creationId="{DC122CDB-32B4-BA2C-123D-A263C0608F9A}"/>
          </ac:grpSpMkLst>
        </pc:grpChg>
        <pc:picChg chg="add mod ord replST">
          <ac:chgData name="欣捷 王" userId="b965477fa0aef5e6" providerId="LiveId" clId="{DDEBAF8B-00A9-4254-9480-257662CA3843}" dt="2024-06-06T15:38:18.431" v="8125"/>
          <ac:picMkLst>
            <pc:docMk/>
            <pc:sldMk cId="1216564932" sldId="1001"/>
            <ac:picMk id="8" creationId="{BC8B7FB0-9107-8F5C-1571-20079266D294}"/>
          </ac:picMkLst>
        </pc:picChg>
        <pc:cxnChg chg="mod">
          <ac:chgData name="欣捷 王" userId="b965477fa0aef5e6" providerId="LiveId" clId="{DDEBAF8B-00A9-4254-9480-257662CA3843}" dt="2024-05-14T14:07:16.215" v="4664"/>
          <ac:cxnSpMkLst>
            <pc:docMk/>
            <pc:sldMk cId="1216564932" sldId="1001"/>
            <ac:cxnSpMk id="33" creationId="{F17EEB0F-3CD0-DC42-6628-1E697325552C}"/>
          </ac:cxnSpMkLst>
        </pc:cxnChg>
        <pc:cxnChg chg="mod">
          <ac:chgData name="欣捷 王" userId="b965477fa0aef5e6" providerId="LiveId" clId="{DDEBAF8B-00A9-4254-9480-257662CA3843}" dt="2024-05-14T14:07:16.215" v="4664"/>
          <ac:cxnSpMkLst>
            <pc:docMk/>
            <pc:sldMk cId="1216564932" sldId="1001"/>
            <ac:cxnSpMk id="34" creationId="{1F285213-6E13-57B8-9204-8494A00C7847}"/>
          </ac:cxnSpMkLst>
        </pc:cxnChg>
        <pc:cxnChg chg="del mod">
          <ac:chgData name="欣捷 王" userId="b965477fa0aef5e6" providerId="LiveId" clId="{DDEBAF8B-00A9-4254-9480-257662CA3843}" dt="2024-05-14T14:08:03.829" v="4770" actId="478"/>
          <ac:cxnSpMkLst>
            <pc:docMk/>
            <pc:sldMk cId="1216564932" sldId="1001"/>
            <ac:cxnSpMk id="43" creationId="{170F2348-891B-031E-898B-B630B7014753}"/>
          </ac:cxnSpMkLst>
        </pc:cxnChg>
        <pc:cxnChg chg="del mod">
          <ac:chgData name="欣捷 王" userId="b965477fa0aef5e6" providerId="LiveId" clId="{DDEBAF8B-00A9-4254-9480-257662CA3843}" dt="2024-05-14T14:07:59.158" v="4752" actId="478"/>
          <ac:cxnSpMkLst>
            <pc:docMk/>
            <pc:sldMk cId="1216564932" sldId="1001"/>
            <ac:cxnSpMk id="44" creationId="{C9804259-1D66-CD3F-AE14-A2339A134262}"/>
          </ac:cxnSpMkLst>
        </pc:cxnChg>
      </pc:sldChg>
      <pc:sldChg chg="addSp delSp modSp add mod ord modAnim">
        <pc:chgData name="欣捷 王" userId="b965477fa0aef5e6" providerId="LiveId" clId="{DDEBAF8B-00A9-4254-9480-257662CA3843}" dt="2024-05-16T12:15:41.898" v="8007" actId="1076"/>
        <pc:sldMkLst>
          <pc:docMk/>
          <pc:sldMk cId="167971023" sldId="1002"/>
        </pc:sldMkLst>
        <pc:spChg chg="add del mod">
          <ac:chgData name="欣捷 王" userId="b965477fa0aef5e6" providerId="LiveId" clId="{DDEBAF8B-00A9-4254-9480-257662CA3843}" dt="2024-05-14T15:26:30.132" v="5903" actId="478"/>
          <ac:spMkLst>
            <pc:docMk/>
            <pc:sldMk cId="167971023" sldId="1002"/>
            <ac:spMk id="7" creationId="{B010E7D2-D1D3-3E43-A7A5-75213EE1341B}"/>
          </ac:spMkLst>
        </pc:spChg>
        <pc:spChg chg="add del mod">
          <ac:chgData name="欣捷 王" userId="b965477fa0aef5e6" providerId="LiveId" clId="{DDEBAF8B-00A9-4254-9480-257662CA3843}" dt="2024-05-14T15:26:28.008" v="5902" actId="478"/>
          <ac:spMkLst>
            <pc:docMk/>
            <pc:sldMk cId="167971023" sldId="1002"/>
            <ac:spMk id="8" creationId="{52919C73-FC4A-806C-B9CC-7A1E466D0BE4}"/>
          </ac:spMkLst>
        </pc:spChg>
        <pc:spChg chg="add del mod">
          <ac:chgData name="欣捷 王" userId="b965477fa0aef5e6" providerId="LiveId" clId="{DDEBAF8B-00A9-4254-9480-257662CA3843}" dt="2024-05-14T15:26:30.132" v="5903" actId="478"/>
          <ac:spMkLst>
            <pc:docMk/>
            <pc:sldMk cId="167971023" sldId="1002"/>
            <ac:spMk id="9" creationId="{4AE08089-D05D-1B9E-8D32-7FB75F0A685B}"/>
          </ac:spMkLst>
        </pc:spChg>
        <pc:spChg chg="add mod">
          <ac:chgData name="欣捷 王" userId="b965477fa0aef5e6" providerId="LiveId" clId="{DDEBAF8B-00A9-4254-9480-257662CA3843}" dt="2024-05-14T15:28:26.059" v="5944" actId="164"/>
          <ac:spMkLst>
            <pc:docMk/>
            <pc:sldMk cId="167971023" sldId="1002"/>
            <ac:spMk id="10" creationId="{B578C7DF-3E0C-8F02-5E5C-7DDD79058B5D}"/>
          </ac:spMkLst>
        </pc:spChg>
        <pc:spChg chg="add mod">
          <ac:chgData name="欣捷 王" userId="b965477fa0aef5e6" providerId="LiveId" clId="{DDEBAF8B-00A9-4254-9480-257662CA3843}" dt="2024-05-14T15:28:26.059" v="5944" actId="164"/>
          <ac:spMkLst>
            <pc:docMk/>
            <pc:sldMk cId="167971023" sldId="1002"/>
            <ac:spMk id="11" creationId="{E033B43C-B8F3-EDC7-7799-FA7CFB526D1E}"/>
          </ac:spMkLst>
        </pc:spChg>
        <pc:spChg chg="add mod">
          <ac:chgData name="欣捷 王" userId="b965477fa0aef5e6" providerId="LiveId" clId="{DDEBAF8B-00A9-4254-9480-257662CA3843}" dt="2024-05-14T15:28:26.059" v="5944" actId="164"/>
          <ac:spMkLst>
            <pc:docMk/>
            <pc:sldMk cId="167971023" sldId="1002"/>
            <ac:spMk id="12" creationId="{4DFDB435-783C-819C-4428-E703076DC4D8}"/>
          </ac:spMkLst>
        </pc:spChg>
        <pc:spChg chg="add mod">
          <ac:chgData name="欣捷 王" userId="b965477fa0aef5e6" providerId="LiveId" clId="{DDEBAF8B-00A9-4254-9480-257662CA3843}" dt="2024-05-14T15:28:26.059" v="5944" actId="164"/>
          <ac:spMkLst>
            <pc:docMk/>
            <pc:sldMk cId="167971023" sldId="1002"/>
            <ac:spMk id="13" creationId="{D486E6AC-D828-0A70-19D3-5F8AFAB7E9F0}"/>
          </ac:spMkLst>
        </pc:spChg>
        <pc:spChg chg="mod">
          <ac:chgData name="欣捷 王" userId="b965477fa0aef5e6" providerId="LiveId" clId="{DDEBAF8B-00A9-4254-9480-257662CA3843}" dt="2024-05-14T15:03:18.180" v="5620" actId="207"/>
          <ac:spMkLst>
            <pc:docMk/>
            <pc:sldMk cId="167971023" sldId="1002"/>
            <ac:spMk id="34819" creationId="{517F3A61-5790-4AD2-B6F2-9A3F3B1A3F9B}"/>
          </ac:spMkLst>
        </pc:spChg>
        <pc:spChg chg="mod topLvl">
          <ac:chgData name="欣捷 王" userId="b965477fa0aef5e6" providerId="LiveId" clId="{DDEBAF8B-00A9-4254-9480-257662CA3843}" dt="2024-05-14T15:04:33.682" v="5638" actId="165"/>
          <ac:spMkLst>
            <pc:docMk/>
            <pc:sldMk cId="167971023" sldId="1002"/>
            <ac:spMk id="34821" creationId="{0D8334E9-1211-4540-91CA-388094C44648}"/>
          </ac:spMkLst>
        </pc:spChg>
        <pc:spChg chg="mod topLvl">
          <ac:chgData name="欣捷 王" userId="b965477fa0aef5e6" providerId="LiveId" clId="{DDEBAF8B-00A9-4254-9480-257662CA3843}" dt="2024-05-14T15:04:33.682" v="5638" actId="165"/>
          <ac:spMkLst>
            <pc:docMk/>
            <pc:sldMk cId="167971023" sldId="1002"/>
            <ac:spMk id="34822" creationId="{220DCB4E-15D5-4995-B135-9380F173C62B}"/>
          </ac:spMkLst>
        </pc:spChg>
        <pc:spChg chg="mod topLvl">
          <ac:chgData name="欣捷 王" userId="b965477fa0aef5e6" providerId="LiveId" clId="{DDEBAF8B-00A9-4254-9480-257662CA3843}" dt="2024-05-14T15:04:33.682" v="5638" actId="165"/>
          <ac:spMkLst>
            <pc:docMk/>
            <pc:sldMk cId="167971023" sldId="1002"/>
            <ac:spMk id="34823" creationId="{8C7DD142-882F-4B8B-8EDC-0AB1BD7A5931}"/>
          </ac:spMkLst>
        </pc:spChg>
        <pc:spChg chg="mod topLvl">
          <ac:chgData name="欣捷 王" userId="b965477fa0aef5e6" providerId="LiveId" clId="{DDEBAF8B-00A9-4254-9480-257662CA3843}" dt="2024-05-14T15:04:33.682" v="5638" actId="165"/>
          <ac:spMkLst>
            <pc:docMk/>
            <pc:sldMk cId="167971023" sldId="1002"/>
            <ac:spMk id="34824" creationId="{A33EFDE3-0CED-4A2C-8437-7D3BA2A6B88E}"/>
          </ac:spMkLst>
        </pc:spChg>
        <pc:spChg chg="mod topLvl">
          <ac:chgData name="欣捷 王" userId="b965477fa0aef5e6" providerId="LiveId" clId="{DDEBAF8B-00A9-4254-9480-257662CA3843}" dt="2024-05-14T15:04:33.682" v="5638" actId="165"/>
          <ac:spMkLst>
            <pc:docMk/>
            <pc:sldMk cId="167971023" sldId="1002"/>
            <ac:spMk id="34825" creationId="{9A49ABF6-6006-44E4-88C9-40262F8216BA}"/>
          </ac:spMkLst>
        </pc:spChg>
        <pc:spChg chg="mod topLvl">
          <ac:chgData name="欣捷 王" userId="b965477fa0aef5e6" providerId="LiveId" clId="{DDEBAF8B-00A9-4254-9480-257662CA3843}" dt="2024-05-14T15:04:33.682" v="5638" actId="165"/>
          <ac:spMkLst>
            <pc:docMk/>
            <pc:sldMk cId="167971023" sldId="1002"/>
            <ac:spMk id="34826" creationId="{37952A90-E36B-4FBD-BCF5-377743E56865}"/>
          </ac:spMkLst>
        </pc:spChg>
        <pc:spChg chg="mod topLvl">
          <ac:chgData name="欣捷 王" userId="b965477fa0aef5e6" providerId="LiveId" clId="{DDEBAF8B-00A9-4254-9480-257662CA3843}" dt="2024-05-14T15:04:33.682" v="5638" actId="165"/>
          <ac:spMkLst>
            <pc:docMk/>
            <pc:sldMk cId="167971023" sldId="1002"/>
            <ac:spMk id="34827" creationId="{E713BBAB-5C5C-457F-9186-145B54550EB0}"/>
          </ac:spMkLst>
        </pc:spChg>
        <pc:spChg chg="mod topLvl">
          <ac:chgData name="欣捷 王" userId="b965477fa0aef5e6" providerId="LiveId" clId="{DDEBAF8B-00A9-4254-9480-257662CA3843}" dt="2024-05-14T15:04:33.682" v="5638" actId="165"/>
          <ac:spMkLst>
            <pc:docMk/>
            <pc:sldMk cId="167971023" sldId="1002"/>
            <ac:spMk id="34828" creationId="{23F4400A-84CE-48EE-9BFE-87D7B68B58DF}"/>
          </ac:spMkLst>
        </pc:spChg>
        <pc:spChg chg="mod topLvl">
          <ac:chgData name="欣捷 王" userId="b965477fa0aef5e6" providerId="LiveId" clId="{DDEBAF8B-00A9-4254-9480-257662CA3843}" dt="2024-05-14T15:04:33.682" v="5638" actId="165"/>
          <ac:spMkLst>
            <pc:docMk/>
            <pc:sldMk cId="167971023" sldId="1002"/>
            <ac:spMk id="34829" creationId="{DE7F62E7-005B-4B6B-8890-AFC0ADE2F9A6}"/>
          </ac:spMkLst>
        </pc:spChg>
        <pc:spChg chg="mod topLvl">
          <ac:chgData name="欣捷 王" userId="b965477fa0aef5e6" providerId="LiveId" clId="{DDEBAF8B-00A9-4254-9480-257662CA3843}" dt="2024-05-14T15:04:33.682" v="5638" actId="165"/>
          <ac:spMkLst>
            <pc:docMk/>
            <pc:sldMk cId="167971023" sldId="1002"/>
            <ac:spMk id="34830" creationId="{7612598B-FF88-4FE6-85D2-79BD215FC02F}"/>
          </ac:spMkLst>
        </pc:spChg>
        <pc:spChg chg="mod topLvl">
          <ac:chgData name="欣捷 王" userId="b965477fa0aef5e6" providerId="LiveId" clId="{DDEBAF8B-00A9-4254-9480-257662CA3843}" dt="2024-05-14T15:04:33.682" v="5638" actId="165"/>
          <ac:spMkLst>
            <pc:docMk/>
            <pc:sldMk cId="167971023" sldId="1002"/>
            <ac:spMk id="34831" creationId="{7DE2F69E-0B03-4819-8DF6-08C81A3075D3}"/>
          </ac:spMkLst>
        </pc:spChg>
        <pc:spChg chg="mod topLvl">
          <ac:chgData name="欣捷 王" userId="b965477fa0aef5e6" providerId="LiveId" clId="{DDEBAF8B-00A9-4254-9480-257662CA3843}" dt="2024-05-14T15:04:33.682" v="5638" actId="165"/>
          <ac:spMkLst>
            <pc:docMk/>
            <pc:sldMk cId="167971023" sldId="1002"/>
            <ac:spMk id="34832" creationId="{D828ED16-073B-40DF-A321-6EA19A6FA223}"/>
          </ac:spMkLst>
        </pc:spChg>
        <pc:spChg chg="mod topLvl">
          <ac:chgData name="欣捷 王" userId="b965477fa0aef5e6" providerId="LiveId" clId="{DDEBAF8B-00A9-4254-9480-257662CA3843}" dt="2024-05-14T15:04:33.682" v="5638" actId="165"/>
          <ac:spMkLst>
            <pc:docMk/>
            <pc:sldMk cId="167971023" sldId="1002"/>
            <ac:spMk id="34833" creationId="{58783E56-63C7-47EB-BE16-37F983D7F31C}"/>
          </ac:spMkLst>
        </pc:spChg>
        <pc:spChg chg="mod topLvl">
          <ac:chgData name="欣捷 王" userId="b965477fa0aef5e6" providerId="LiveId" clId="{DDEBAF8B-00A9-4254-9480-257662CA3843}" dt="2024-05-14T15:04:33.682" v="5638" actId="165"/>
          <ac:spMkLst>
            <pc:docMk/>
            <pc:sldMk cId="167971023" sldId="1002"/>
            <ac:spMk id="34834" creationId="{628EA762-45B2-49AC-B87E-097B3F339CD5}"/>
          </ac:spMkLst>
        </pc:spChg>
        <pc:spChg chg="mod topLvl">
          <ac:chgData name="欣捷 王" userId="b965477fa0aef5e6" providerId="LiveId" clId="{DDEBAF8B-00A9-4254-9480-257662CA3843}" dt="2024-05-14T15:04:33.682" v="5638" actId="165"/>
          <ac:spMkLst>
            <pc:docMk/>
            <pc:sldMk cId="167971023" sldId="1002"/>
            <ac:spMk id="34835" creationId="{D8029345-4DA3-4667-A8C4-19976BC6B579}"/>
          </ac:spMkLst>
        </pc:spChg>
        <pc:spChg chg="mod topLvl">
          <ac:chgData name="欣捷 王" userId="b965477fa0aef5e6" providerId="LiveId" clId="{DDEBAF8B-00A9-4254-9480-257662CA3843}" dt="2024-05-14T15:04:33.682" v="5638" actId="165"/>
          <ac:spMkLst>
            <pc:docMk/>
            <pc:sldMk cId="167971023" sldId="1002"/>
            <ac:spMk id="34836" creationId="{3FBE164E-2EA9-47B6-A702-B58DCC92FB0C}"/>
          </ac:spMkLst>
        </pc:spChg>
        <pc:spChg chg="mod topLvl">
          <ac:chgData name="欣捷 王" userId="b965477fa0aef5e6" providerId="LiveId" clId="{DDEBAF8B-00A9-4254-9480-257662CA3843}" dt="2024-05-14T15:04:33.682" v="5638" actId="165"/>
          <ac:spMkLst>
            <pc:docMk/>
            <pc:sldMk cId="167971023" sldId="1002"/>
            <ac:spMk id="34837" creationId="{76FA4CDD-7354-4209-AA55-7C940AE574CF}"/>
          </ac:spMkLst>
        </pc:spChg>
        <pc:spChg chg="mod topLvl">
          <ac:chgData name="欣捷 王" userId="b965477fa0aef5e6" providerId="LiveId" clId="{DDEBAF8B-00A9-4254-9480-257662CA3843}" dt="2024-05-14T15:04:33.682" v="5638" actId="165"/>
          <ac:spMkLst>
            <pc:docMk/>
            <pc:sldMk cId="167971023" sldId="1002"/>
            <ac:spMk id="34838" creationId="{23D373E3-EE5C-4D2C-A95A-343FF8CAFDE0}"/>
          </ac:spMkLst>
        </pc:spChg>
        <pc:spChg chg="mod topLvl">
          <ac:chgData name="欣捷 王" userId="b965477fa0aef5e6" providerId="LiveId" clId="{DDEBAF8B-00A9-4254-9480-257662CA3843}" dt="2024-05-14T15:04:33.682" v="5638" actId="165"/>
          <ac:spMkLst>
            <pc:docMk/>
            <pc:sldMk cId="167971023" sldId="1002"/>
            <ac:spMk id="34839" creationId="{8A8EA4C2-C1A0-4058-8ADF-A08DD3DC5C49}"/>
          </ac:spMkLst>
        </pc:spChg>
        <pc:spChg chg="mod topLvl">
          <ac:chgData name="欣捷 王" userId="b965477fa0aef5e6" providerId="LiveId" clId="{DDEBAF8B-00A9-4254-9480-257662CA3843}" dt="2024-05-14T15:04:33.682" v="5638" actId="165"/>
          <ac:spMkLst>
            <pc:docMk/>
            <pc:sldMk cId="167971023" sldId="1002"/>
            <ac:spMk id="34840" creationId="{1D5493A5-09CC-4DAF-958A-6F3E645CE947}"/>
          </ac:spMkLst>
        </pc:spChg>
        <pc:spChg chg="mod topLvl">
          <ac:chgData name="欣捷 王" userId="b965477fa0aef5e6" providerId="LiveId" clId="{DDEBAF8B-00A9-4254-9480-257662CA3843}" dt="2024-05-14T15:04:33.682" v="5638" actId="165"/>
          <ac:spMkLst>
            <pc:docMk/>
            <pc:sldMk cId="167971023" sldId="1002"/>
            <ac:spMk id="34841" creationId="{A3ECBCD3-2ADD-4618-B2C8-6C048A2AA118}"/>
          </ac:spMkLst>
        </pc:spChg>
        <pc:grpChg chg="add mod">
          <ac:chgData name="欣捷 王" userId="b965477fa0aef5e6" providerId="LiveId" clId="{DDEBAF8B-00A9-4254-9480-257662CA3843}" dt="2024-05-14T15:28:26.059" v="5944" actId="164"/>
          <ac:grpSpMkLst>
            <pc:docMk/>
            <pc:sldMk cId="167971023" sldId="1002"/>
            <ac:grpSpMk id="14" creationId="{D2FFC72A-9BD4-0FA4-1B41-E70504309AB5}"/>
          </ac:grpSpMkLst>
        </pc:grpChg>
        <pc:grpChg chg="del mod">
          <ac:chgData name="欣捷 王" userId="b965477fa0aef5e6" providerId="LiveId" clId="{DDEBAF8B-00A9-4254-9480-257662CA3843}" dt="2024-05-14T15:04:33.682" v="5638" actId="165"/>
          <ac:grpSpMkLst>
            <pc:docMk/>
            <pc:sldMk cId="167971023" sldId="1002"/>
            <ac:grpSpMk id="34820" creationId="{F6963853-C229-40AD-AC40-9882DB7073F4}"/>
          </ac:grpSpMkLst>
        </pc:grpChg>
        <pc:graphicFrameChg chg="add del mod modGraphic">
          <ac:chgData name="欣捷 王" userId="b965477fa0aef5e6" providerId="LiveId" clId="{DDEBAF8B-00A9-4254-9480-257662CA3843}" dt="2024-05-14T15:22:01.885" v="5842" actId="478"/>
          <ac:graphicFrameMkLst>
            <pc:docMk/>
            <pc:sldMk cId="167971023" sldId="1002"/>
            <ac:graphicFrameMk id="5" creationId="{28283493-A8E3-D975-745E-D3F3A2B55EB1}"/>
          </ac:graphicFrameMkLst>
        </pc:graphicFrameChg>
        <pc:graphicFrameChg chg="add mod modGraphic">
          <ac:chgData name="欣捷 王" userId="b965477fa0aef5e6" providerId="LiveId" clId="{DDEBAF8B-00A9-4254-9480-257662CA3843}" dt="2024-05-16T12:15:41.898" v="8007" actId="1076"/>
          <ac:graphicFrameMkLst>
            <pc:docMk/>
            <pc:sldMk cId="167971023" sldId="1002"/>
            <ac:graphicFrameMk id="6" creationId="{732057B6-6203-2621-AEA0-1BCD4D377521}"/>
          </ac:graphicFrameMkLst>
        </pc:graphicFrameChg>
      </pc:sldChg>
      <pc:sldChg chg="new del">
        <pc:chgData name="欣捷 王" userId="b965477fa0aef5e6" providerId="LiveId" clId="{DDEBAF8B-00A9-4254-9480-257662CA3843}" dt="2024-05-15T13:43:17.978" v="6191" actId="47"/>
        <pc:sldMkLst>
          <pc:docMk/>
          <pc:sldMk cId="2301229434" sldId="1003"/>
        </pc:sldMkLst>
      </pc:sldChg>
      <pc:sldChg chg="addSp delSp modSp add mod addAnim delAnim modAnim replTag">
        <pc:chgData name="欣捷 王" userId="b965477fa0aef5e6" providerId="LiveId" clId="{DDEBAF8B-00A9-4254-9480-257662CA3843}" dt="2024-06-06T15:38:15.804" v="8113"/>
        <pc:sldMkLst>
          <pc:docMk/>
          <pc:sldMk cId="2526192867" sldId="1003"/>
        </pc:sldMkLst>
        <pc:spChg chg="del mod">
          <ac:chgData name="欣捷 王" userId="b965477fa0aef5e6" providerId="LiveId" clId="{DDEBAF8B-00A9-4254-9480-257662CA3843}" dt="2024-05-15T14:26:41.309" v="6224"/>
          <ac:spMkLst>
            <pc:docMk/>
            <pc:sldMk cId="2526192867" sldId="1003"/>
            <ac:spMk id="2" creationId="{E8A56559-8F29-BB8C-FC60-89729B877654}"/>
          </ac:spMkLst>
        </pc:spChg>
        <pc:spChg chg="del mod">
          <ac:chgData name="欣捷 王" userId="b965477fa0aef5e6" providerId="LiveId" clId="{DDEBAF8B-00A9-4254-9480-257662CA3843}" dt="2024-05-15T14:26:41.309" v="6224"/>
          <ac:spMkLst>
            <pc:docMk/>
            <pc:sldMk cId="2526192867" sldId="1003"/>
            <ac:spMk id="3" creationId="{EA51DBA2-D86D-3E11-C55B-CB315E28282D}"/>
          </ac:spMkLst>
        </pc:spChg>
        <pc:spChg chg="mod">
          <ac:chgData name="欣捷 王" userId="b965477fa0aef5e6" providerId="LiveId" clId="{DDEBAF8B-00A9-4254-9480-257662CA3843}" dt="2024-05-15T14:26:41.309" v="6224"/>
          <ac:spMkLst>
            <pc:docMk/>
            <pc:sldMk cId="2526192867" sldId="1003"/>
            <ac:spMk id="4" creationId="{B9A4275E-5CED-382E-EADF-1DA08137B898}"/>
          </ac:spMkLst>
        </pc:spChg>
        <pc:spChg chg="mod">
          <ac:chgData name="欣捷 王" userId="b965477fa0aef5e6" providerId="LiveId" clId="{DDEBAF8B-00A9-4254-9480-257662CA3843}" dt="2024-05-15T14:26:41.309" v="6224"/>
          <ac:spMkLst>
            <pc:docMk/>
            <pc:sldMk cId="2526192867" sldId="1003"/>
            <ac:spMk id="5" creationId="{460879A9-07D4-5585-4568-EACA01B29CCC}"/>
          </ac:spMkLst>
        </pc:spChg>
        <pc:spChg chg="mod">
          <ac:chgData name="欣捷 王" userId="b965477fa0aef5e6" providerId="LiveId" clId="{DDEBAF8B-00A9-4254-9480-257662CA3843}" dt="2024-05-15T14:26:41.309" v="6224"/>
          <ac:spMkLst>
            <pc:docMk/>
            <pc:sldMk cId="2526192867" sldId="1003"/>
            <ac:spMk id="6" creationId="{C5974A7E-ED11-BB23-301F-C8F04E8C83D0}"/>
          </ac:spMkLst>
        </pc:spChg>
        <pc:spChg chg="add mod replST">
          <ac:chgData name="欣捷 王" userId="b965477fa0aef5e6" providerId="LiveId" clId="{DDEBAF8B-00A9-4254-9480-257662CA3843}" dt="2024-05-15T14:31:40.535" v="6839" actId="114"/>
          <ac:spMkLst>
            <pc:docMk/>
            <pc:sldMk cId="2526192867" sldId="1003"/>
            <ac:spMk id="9" creationId="{F9832482-E235-FA62-FEC2-E98056C7E570}"/>
          </ac:spMkLst>
        </pc:spChg>
        <pc:spChg chg="add mod replST">
          <ac:chgData name="欣捷 王" userId="b965477fa0aef5e6" providerId="LiveId" clId="{DDEBAF8B-00A9-4254-9480-257662CA3843}" dt="2024-05-15T14:32:02.869" v="6868" actId="114"/>
          <ac:spMkLst>
            <pc:docMk/>
            <pc:sldMk cId="2526192867" sldId="1003"/>
            <ac:spMk id="10" creationId="{9728D621-A858-4397-9AC0-BD4D6832D737}"/>
          </ac:spMkLst>
        </pc:spChg>
        <pc:spChg chg="add mod replST">
          <ac:chgData name="欣捷 王" userId="b965477fa0aef5e6" providerId="LiveId" clId="{DDEBAF8B-00A9-4254-9480-257662CA3843}" dt="2024-05-15T14:32:25.467" v="6934"/>
          <ac:spMkLst>
            <pc:docMk/>
            <pc:sldMk cId="2526192867" sldId="1003"/>
            <ac:spMk id="11" creationId="{E6FEC06D-598F-EA46-FB67-4E0BBF6819D8}"/>
          </ac:spMkLst>
        </pc:spChg>
        <pc:spChg chg="add mod replST">
          <ac:chgData name="欣捷 王" userId="b965477fa0aef5e6" providerId="LiveId" clId="{DDEBAF8B-00A9-4254-9480-257662CA3843}" dt="2024-05-15T14:32:27.486" v="6945"/>
          <ac:spMkLst>
            <pc:docMk/>
            <pc:sldMk cId="2526192867" sldId="1003"/>
            <ac:spMk id="12" creationId="{95E3E8DB-816C-30CB-3454-EA989F01D8BB}"/>
          </ac:spMkLst>
        </pc:spChg>
        <pc:spChg chg="add mod replST">
          <ac:chgData name="欣捷 王" userId="b965477fa0aef5e6" providerId="LiveId" clId="{DDEBAF8B-00A9-4254-9480-257662CA3843}" dt="2024-05-15T14:32:45.848" v="7013" actId="114"/>
          <ac:spMkLst>
            <pc:docMk/>
            <pc:sldMk cId="2526192867" sldId="1003"/>
            <ac:spMk id="13" creationId="{5359A64A-A04D-F26E-D9CD-C8CFEF5E9CEF}"/>
          </ac:spMkLst>
        </pc:spChg>
        <pc:spChg chg="add mod replST">
          <ac:chgData name="欣捷 王" userId="b965477fa0aef5e6" providerId="LiveId" clId="{DDEBAF8B-00A9-4254-9480-257662CA3843}" dt="2024-05-15T14:34:00.904" v="7400" actId="207"/>
          <ac:spMkLst>
            <pc:docMk/>
            <pc:sldMk cId="2526192867" sldId="1003"/>
            <ac:spMk id="14" creationId="{F3894EA1-9911-C747-020A-9BB84C4D069A}"/>
          </ac:spMkLst>
        </pc:spChg>
        <pc:spChg chg="add mod replST">
          <ac:chgData name="欣捷 王" userId="b965477fa0aef5e6" providerId="LiveId" clId="{DDEBAF8B-00A9-4254-9480-257662CA3843}" dt="2024-05-15T14:34:00.906" v="7402" actId="207"/>
          <ac:spMkLst>
            <pc:docMk/>
            <pc:sldMk cId="2526192867" sldId="1003"/>
            <ac:spMk id="15" creationId="{4BF78BA8-3767-DC63-6276-37E920674145}"/>
          </ac:spMkLst>
        </pc:spChg>
        <pc:spChg chg="add mod replST">
          <ac:chgData name="欣捷 王" userId="b965477fa0aef5e6" providerId="LiveId" clId="{DDEBAF8B-00A9-4254-9480-257662CA3843}" dt="2024-05-15T14:34:00.908" v="7404" actId="207"/>
          <ac:spMkLst>
            <pc:docMk/>
            <pc:sldMk cId="2526192867" sldId="1003"/>
            <ac:spMk id="16" creationId="{B66FA855-F19E-A03E-52AE-325BFAEDC331}"/>
          </ac:spMkLst>
        </pc:spChg>
        <pc:spChg chg="add mod replST">
          <ac:chgData name="欣捷 王" userId="b965477fa0aef5e6" providerId="LiveId" clId="{DDEBAF8B-00A9-4254-9480-257662CA3843}" dt="2024-05-15T14:34:00.910" v="7409"/>
          <ac:spMkLst>
            <pc:docMk/>
            <pc:sldMk cId="2526192867" sldId="1003"/>
            <ac:spMk id="17" creationId="{4CF1E9CE-FE36-16CD-4830-CCA636E4BCDF}"/>
          </ac:spMkLst>
        </pc:spChg>
        <pc:spChg chg="add mod replST">
          <ac:chgData name="欣捷 王" userId="b965477fa0aef5e6" providerId="LiveId" clId="{DDEBAF8B-00A9-4254-9480-257662CA3843}" dt="2024-05-15T14:26:41.430" v="6430"/>
          <ac:spMkLst>
            <pc:docMk/>
            <pc:sldMk cId="2526192867" sldId="1003"/>
            <ac:spMk id="18" creationId="{2AD4C028-046B-3415-8E5F-7C7B334A8E55}"/>
          </ac:spMkLst>
        </pc:spChg>
        <pc:spChg chg="add mod replST">
          <ac:chgData name="欣捷 王" userId="b965477fa0aef5e6" providerId="LiveId" clId="{DDEBAF8B-00A9-4254-9480-257662CA3843}" dt="2024-06-06T15:38:15.804" v="8110"/>
          <ac:spMkLst>
            <pc:docMk/>
            <pc:sldMk cId="2526192867" sldId="1003"/>
            <ac:spMk id="19" creationId="{A48EAAE5-E8B7-AD24-7E1F-98F5B76BE977}"/>
          </ac:spMkLst>
        </pc:spChg>
        <pc:spChg chg="add mod replST">
          <ac:chgData name="欣捷 王" userId="b965477fa0aef5e6" providerId="LiveId" clId="{DDEBAF8B-00A9-4254-9480-257662CA3843}" dt="2024-06-06T15:38:15.803" v="8109"/>
          <ac:spMkLst>
            <pc:docMk/>
            <pc:sldMk cId="2526192867" sldId="1003"/>
            <ac:spMk id="20" creationId="{4009DBDB-483B-C2BF-6EA4-F1E1BC3AF55F}"/>
          </ac:spMkLst>
        </pc:spChg>
        <pc:spChg chg="add mod replST">
          <ac:chgData name="欣捷 王" userId="b965477fa0aef5e6" providerId="LiveId" clId="{DDEBAF8B-00A9-4254-9480-257662CA3843}" dt="2024-06-06T15:38:15.803" v="8109"/>
          <ac:spMkLst>
            <pc:docMk/>
            <pc:sldMk cId="2526192867" sldId="1003"/>
            <ac:spMk id="21" creationId="{B097D86E-082B-EDC5-F1E1-A54F807A7826}"/>
          </ac:spMkLst>
        </pc:spChg>
        <pc:spChg chg="add mod replST">
          <ac:chgData name="欣捷 王" userId="b965477fa0aef5e6" providerId="LiveId" clId="{DDEBAF8B-00A9-4254-9480-257662CA3843}" dt="2024-06-06T15:38:15.803" v="8109"/>
          <ac:spMkLst>
            <pc:docMk/>
            <pc:sldMk cId="2526192867" sldId="1003"/>
            <ac:spMk id="22" creationId="{E19F8CE9-64CB-08E2-477A-B25F467B8ACA}"/>
          </ac:spMkLst>
        </pc:spChg>
        <pc:spChg chg="add del mod ord replST">
          <ac:chgData name="欣捷 王" userId="b965477fa0aef5e6" providerId="LiveId" clId="{DDEBAF8B-00A9-4254-9480-257662CA3843}" dt="2024-05-15T14:34:00.919" v="7411"/>
          <ac:spMkLst>
            <pc:docMk/>
            <pc:sldMk cId="2526192867" sldId="1003"/>
            <ac:spMk id="24" creationId="{DA2CA71C-7E59-110B-DF9D-ED5B6142871C}"/>
          </ac:spMkLst>
        </pc:spChg>
        <pc:grpChg chg="add mod replST">
          <ac:chgData name="欣捷 王" userId="b965477fa0aef5e6" providerId="LiveId" clId="{DDEBAF8B-00A9-4254-9480-257662CA3843}" dt="2024-06-06T15:38:15.804" v="8111"/>
          <ac:grpSpMkLst>
            <pc:docMk/>
            <pc:sldMk cId="2526192867" sldId="1003"/>
            <ac:grpSpMk id="23" creationId="{403ADA3E-FF3B-F8A2-12CA-85E34A476143}"/>
          </ac:grpSpMkLst>
        </pc:grpChg>
        <pc:graphicFrameChg chg="add mod modGraphic">
          <ac:chgData name="欣捷 王" userId="b965477fa0aef5e6" providerId="LiveId" clId="{DDEBAF8B-00A9-4254-9480-257662CA3843}" dt="2024-05-15T14:31:47.054" v="6840" actId="1076"/>
          <ac:graphicFrameMkLst>
            <pc:docMk/>
            <pc:sldMk cId="2526192867" sldId="1003"/>
            <ac:graphicFrameMk id="25" creationId="{665B616D-E73F-E942-446A-9941885317B7}"/>
          </ac:graphicFrameMkLst>
        </pc:graphicFrameChg>
        <pc:picChg chg="add mod ord replST">
          <ac:chgData name="欣捷 王" userId="b965477fa0aef5e6" providerId="LiveId" clId="{DDEBAF8B-00A9-4254-9480-257662CA3843}" dt="2024-06-06T15:38:15.804" v="8113"/>
          <ac:picMkLst>
            <pc:docMk/>
            <pc:sldMk cId="2526192867" sldId="1003"/>
            <ac:picMk id="8" creationId="{C8A5D5C2-2367-7B16-8357-235A7EC36404}"/>
          </ac:picMkLst>
        </pc:picChg>
      </pc:sldChg>
      <pc:sldChg chg="addSp delSp modSp add mod modAnim replTag">
        <pc:chgData name="欣捷 王" userId="b965477fa0aef5e6" providerId="LiveId" clId="{DDEBAF8B-00A9-4254-9480-257662CA3843}" dt="2024-06-06T15:38:15.783" v="8107"/>
        <pc:sldMkLst>
          <pc:docMk/>
          <pc:sldMk cId="3452430800" sldId="1004"/>
        </pc:sldMkLst>
        <pc:spChg chg="mod">
          <ac:chgData name="欣捷 王" userId="b965477fa0aef5e6" providerId="LiveId" clId="{DDEBAF8B-00A9-4254-9480-257662CA3843}" dt="2024-05-15T14:33:14.931" v="7023"/>
          <ac:spMkLst>
            <pc:docMk/>
            <pc:sldMk cId="3452430800" sldId="1004"/>
            <ac:spMk id="2" creationId="{BA874312-EC5D-A878-6ED9-C28FDC356863}"/>
          </ac:spMkLst>
        </pc:spChg>
        <pc:spChg chg="mod">
          <ac:chgData name="欣捷 王" userId="b965477fa0aef5e6" providerId="LiveId" clId="{DDEBAF8B-00A9-4254-9480-257662CA3843}" dt="2024-05-15T14:33:14.931" v="7023"/>
          <ac:spMkLst>
            <pc:docMk/>
            <pc:sldMk cId="3452430800" sldId="1004"/>
            <ac:spMk id="3" creationId="{B154FAC9-465B-0416-8642-3BED321E4275}"/>
          </ac:spMkLst>
        </pc:spChg>
        <pc:spChg chg="mod">
          <ac:chgData name="欣捷 王" userId="b965477fa0aef5e6" providerId="LiveId" clId="{DDEBAF8B-00A9-4254-9480-257662CA3843}" dt="2024-05-15T14:33:14.931" v="7023"/>
          <ac:spMkLst>
            <pc:docMk/>
            <pc:sldMk cId="3452430800" sldId="1004"/>
            <ac:spMk id="4" creationId="{898DF117-AAFE-921B-FF45-287B64473CB6}"/>
          </ac:spMkLst>
        </pc:spChg>
        <pc:spChg chg="add mod replST">
          <ac:chgData name="欣捷 王" userId="b965477fa0aef5e6" providerId="LiveId" clId="{DDEBAF8B-00A9-4254-9480-257662CA3843}" dt="2024-05-15T14:44:53.055" v="7595"/>
          <ac:spMkLst>
            <pc:docMk/>
            <pc:sldMk cId="3452430800" sldId="1004"/>
            <ac:spMk id="7" creationId="{CC5C2D47-DACF-D79A-687D-E50FECBE185C}"/>
          </ac:spMkLst>
        </pc:spChg>
        <pc:spChg chg="add mod replST">
          <ac:chgData name="欣捷 王" userId="b965477fa0aef5e6" providerId="LiveId" clId="{DDEBAF8B-00A9-4254-9480-257662CA3843}" dt="2024-05-15T14:46:50.117" v="7773" actId="20577"/>
          <ac:spMkLst>
            <pc:docMk/>
            <pc:sldMk cId="3452430800" sldId="1004"/>
            <ac:spMk id="8" creationId="{2BA13DF2-10AD-127C-D264-706FE129B92E}"/>
          </ac:spMkLst>
        </pc:spChg>
        <pc:spChg chg="add mod replST">
          <ac:chgData name="欣捷 王" userId="b965477fa0aef5e6" providerId="LiveId" clId="{DDEBAF8B-00A9-4254-9480-257662CA3843}" dt="2024-05-15T14:46:51.181" v="7783" actId="20577"/>
          <ac:spMkLst>
            <pc:docMk/>
            <pc:sldMk cId="3452430800" sldId="1004"/>
            <ac:spMk id="9" creationId="{88DCCADA-47D4-73A2-4572-A9C3A7D7D31F}"/>
          </ac:spMkLst>
        </pc:spChg>
        <pc:spChg chg="add mod replST">
          <ac:chgData name="欣捷 王" userId="b965477fa0aef5e6" providerId="LiveId" clId="{DDEBAF8B-00A9-4254-9480-257662CA3843}" dt="2024-05-15T14:46:52.229" v="7793" actId="20577"/>
          <ac:spMkLst>
            <pc:docMk/>
            <pc:sldMk cId="3452430800" sldId="1004"/>
            <ac:spMk id="10" creationId="{131DFEEF-7424-114F-714A-85A9AECCD3A6}"/>
          </ac:spMkLst>
        </pc:spChg>
        <pc:spChg chg="add mod replST">
          <ac:chgData name="欣捷 王" userId="b965477fa0aef5e6" providerId="LiveId" clId="{DDEBAF8B-00A9-4254-9480-257662CA3843}" dt="2024-05-15T14:45:52.575" v="7666"/>
          <ac:spMkLst>
            <pc:docMk/>
            <pc:sldMk cId="3452430800" sldId="1004"/>
            <ac:spMk id="11" creationId="{B234A402-3CEA-F705-02EE-A3AF754B6D5D}"/>
          </ac:spMkLst>
        </pc:spChg>
        <pc:spChg chg="add mod replST">
          <ac:chgData name="欣捷 王" userId="b965477fa0aef5e6" providerId="LiveId" clId="{DDEBAF8B-00A9-4254-9480-257662CA3843}" dt="2024-05-15T14:46:57.129" v="7819" actId="207"/>
          <ac:spMkLst>
            <pc:docMk/>
            <pc:sldMk cId="3452430800" sldId="1004"/>
            <ac:spMk id="12" creationId="{654AD8A9-3FEC-B1B3-B711-5A9E61E46772}"/>
          </ac:spMkLst>
        </pc:spChg>
        <pc:spChg chg="add mod replST">
          <ac:chgData name="欣捷 王" userId="b965477fa0aef5e6" providerId="LiveId" clId="{DDEBAF8B-00A9-4254-9480-257662CA3843}" dt="2024-05-15T14:46:57.131" v="7821" actId="207"/>
          <ac:spMkLst>
            <pc:docMk/>
            <pc:sldMk cId="3452430800" sldId="1004"/>
            <ac:spMk id="13" creationId="{09C8540D-AD44-23BA-CC33-7E2FFDA02E9B}"/>
          </ac:spMkLst>
        </pc:spChg>
        <pc:spChg chg="add mod replST">
          <ac:chgData name="欣捷 王" userId="b965477fa0aef5e6" providerId="LiveId" clId="{DDEBAF8B-00A9-4254-9480-257662CA3843}" dt="2024-05-15T14:46:57.132" v="7823" actId="207"/>
          <ac:spMkLst>
            <pc:docMk/>
            <pc:sldMk cId="3452430800" sldId="1004"/>
            <ac:spMk id="14" creationId="{D842C61B-1232-F604-A366-AE5729789CE0}"/>
          </ac:spMkLst>
        </pc:spChg>
        <pc:spChg chg="add mod replST">
          <ac:chgData name="欣捷 王" userId="b965477fa0aef5e6" providerId="LiveId" clId="{DDEBAF8B-00A9-4254-9480-257662CA3843}" dt="2024-05-15T14:46:57.134" v="7828"/>
          <ac:spMkLst>
            <pc:docMk/>
            <pc:sldMk cId="3452430800" sldId="1004"/>
            <ac:spMk id="15" creationId="{A0A2C8DE-E65F-6DFA-07EB-37AD1DD0998B}"/>
          </ac:spMkLst>
        </pc:spChg>
        <pc:spChg chg="add mod replST">
          <ac:chgData name="欣捷 王" userId="b965477fa0aef5e6" providerId="LiveId" clId="{DDEBAF8B-00A9-4254-9480-257662CA3843}" dt="2024-05-15T14:33:15.024" v="7229"/>
          <ac:spMkLst>
            <pc:docMk/>
            <pc:sldMk cId="3452430800" sldId="1004"/>
            <ac:spMk id="16" creationId="{01FAC2F7-231F-BA13-ABCF-9A6D03B3F6F2}"/>
          </ac:spMkLst>
        </pc:spChg>
        <pc:spChg chg="add mod replST">
          <ac:chgData name="欣捷 王" userId="b965477fa0aef5e6" providerId="LiveId" clId="{DDEBAF8B-00A9-4254-9480-257662CA3843}" dt="2024-06-06T15:38:15.783" v="8104"/>
          <ac:spMkLst>
            <pc:docMk/>
            <pc:sldMk cId="3452430800" sldId="1004"/>
            <ac:spMk id="17" creationId="{F4F89098-64DC-899E-CF94-81E2E10C24B1}"/>
          </ac:spMkLst>
        </pc:spChg>
        <pc:spChg chg="add mod replST">
          <ac:chgData name="欣捷 王" userId="b965477fa0aef5e6" providerId="LiveId" clId="{DDEBAF8B-00A9-4254-9480-257662CA3843}" dt="2024-06-06T15:38:15.782" v="8103"/>
          <ac:spMkLst>
            <pc:docMk/>
            <pc:sldMk cId="3452430800" sldId="1004"/>
            <ac:spMk id="18" creationId="{DBA8309B-6350-3E1B-0095-8AA28748AC15}"/>
          </ac:spMkLst>
        </pc:spChg>
        <pc:spChg chg="add mod replST">
          <ac:chgData name="欣捷 王" userId="b965477fa0aef5e6" providerId="LiveId" clId="{DDEBAF8B-00A9-4254-9480-257662CA3843}" dt="2024-06-06T15:38:15.782" v="8103"/>
          <ac:spMkLst>
            <pc:docMk/>
            <pc:sldMk cId="3452430800" sldId="1004"/>
            <ac:spMk id="19" creationId="{7DFE2B82-E792-23E8-58F4-5841395C1DF5}"/>
          </ac:spMkLst>
        </pc:spChg>
        <pc:spChg chg="add mod replST">
          <ac:chgData name="欣捷 王" userId="b965477fa0aef5e6" providerId="LiveId" clId="{DDEBAF8B-00A9-4254-9480-257662CA3843}" dt="2024-06-06T15:38:15.782" v="8103"/>
          <ac:spMkLst>
            <pc:docMk/>
            <pc:sldMk cId="3452430800" sldId="1004"/>
            <ac:spMk id="20" creationId="{9A5E8286-6FD7-5E4A-BE23-02D17EF3F1C0}"/>
          </ac:spMkLst>
        </pc:spChg>
        <pc:spChg chg="add del mod ord replST">
          <ac:chgData name="欣捷 王" userId="b965477fa0aef5e6" providerId="LiveId" clId="{DDEBAF8B-00A9-4254-9480-257662CA3843}" dt="2024-05-15T14:46:57.140" v="7830"/>
          <ac:spMkLst>
            <pc:docMk/>
            <pc:sldMk cId="3452430800" sldId="1004"/>
            <ac:spMk id="22" creationId="{6B9805B2-A97E-FF2C-DA10-3FA5C000ACF5}"/>
          </ac:spMkLst>
        </pc:spChg>
        <pc:grpChg chg="add mod replST">
          <ac:chgData name="欣捷 王" userId="b965477fa0aef5e6" providerId="LiveId" clId="{DDEBAF8B-00A9-4254-9480-257662CA3843}" dt="2024-06-06T15:38:15.783" v="8105"/>
          <ac:grpSpMkLst>
            <pc:docMk/>
            <pc:sldMk cId="3452430800" sldId="1004"/>
            <ac:grpSpMk id="21" creationId="{887FEA89-13BD-9697-0500-89F6A8A13A14}"/>
          </ac:grpSpMkLst>
        </pc:grpChg>
        <pc:graphicFrameChg chg="add mod modGraphic">
          <ac:chgData name="欣捷 王" userId="b965477fa0aef5e6" providerId="LiveId" clId="{DDEBAF8B-00A9-4254-9480-257662CA3843}" dt="2024-05-15T14:44:21.022" v="7540"/>
          <ac:graphicFrameMkLst>
            <pc:docMk/>
            <pc:sldMk cId="3452430800" sldId="1004"/>
            <ac:graphicFrameMk id="23" creationId="{F714997C-78D8-8A48-125F-B33EBEF172B8}"/>
          </ac:graphicFrameMkLst>
        </pc:graphicFrameChg>
        <pc:picChg chg="add mod ord replST">
          <ac:chgData name="欣捷 王" userId="b965477fa0aef5e6" providerId="LiveId" clId="{DDEBAF8B-00A9-4254-9480-257662CA3843}" dt="2024-06-06T15:38:15.783" v="8107"/>
          <ac:picMkLst>
            <pc:docMk/>
            <pc:sldMk cId="3452430800" sldId="1004"/>
            <ac:picMk id="6" creationId="{70601EF9-C1C7-77E2-8577-7582728849A9}"/>
          </ac:picMkLst>
        </pc:picChg>
      </pc:sldChg>
    </pc:docChg>
  </pc:docChgLst>
  <pc:docChgLst>
    <pc:chgData name="王 欣捷" userId="b965477fa0aef5e6" providerId="LiveId" clId="{52F2050B-012F-405A-8A8E-9EA1DA998F21}"/>
    <pc:docChg chg="undo redo custSel addSld modSld">
      <pc:chgData name="王 欣捷" userId="b965477fa0aef5e6" providerId="LiveId" clId="{52F2050B-012F-405A-8A8E-9EA1DA998F21}" dt="2023-05-16T15:31:41.310" v="502"/>
      <pc:docMkLst>
        <pc:docMk/>
      </pc:docMkLst>
      <pc:sldChg chg="addSp delSp modSp add mod modAnim">
        <pc:chgData name="王 欣捷" userId="b965477fa0aef5e6" providerId="LiveId" clId="{52F2050B-012F-405A-8A8E-9EA1DA998F21}" dt="2023-05-16T15:14:23.427" v="211"/>
        <pc:sldMkLst>
          <pc:docMk/>
          <pc:sldMk cId="3087293968" sldId="990"/>
        </pc:sldMkLst>
        <pc:spChg chg="add del mod">
          <ac:chgData name="王 欣捷" userId="b965477fa0aef5e6" providerId="LiveId" clId="{52F2050B-012F-405A-8A8E-9EA1DA998F21}" dt="2023-05-16T15:02:48.328" v="72" actId="478"/>
          <ac:spMkLst>
            <pc:docMk/>
            <pc:sldMk cId="3087293968" sldId="990"/>
            <ac:spMk id="2" creationId="{3322FAF6-150F-9720-8C3E-ABDF9DCB5EAD}"/>
          </ac:spMkLst>
        </pc:spChg>
        <pc:spChg chg="add mod">
          <ac:chgData name="王 欣捷" userId="b965477fa0aef5e6" providerId="LiveId" clId="{52F2050B-012F-405A-8A8E-9EA1DA998F21}" dt="2023-05-16T15:14:16.616" v="209" actId="1076"/>
          <ac:spMkLst>
            <pc:docMk/>
            <pc:sldMk cId="3087293968" sldId="990"/>
            <ac:spMk id="3" creationId="{059954E9-D49C-FF33-D9C6-4A1D9B0F7461}"/>
          </ac:spMkLst>
        </pc:spChg>
        <pc:spChg chg="add del mod">
          <ac:chgData name="王 欣捷" userId="b965477fa0aef5e6" providerId="LiveId" clId="{52F2050B-012F-405A-8A8E-9EA1DA998F21}" dt="2023-05-16T15:04:21.212" v="81" actId="478"/>
          <ac:spMkLst>
            <pc:docMk/>
            <pc:sldMk cId="3087293968" sldId="990"/>
            <ac:spMk id="4" creationId="{25773D8E-C4C4-1DBF-536B-98916AAC16EB}"/>
          </ac:spMkLst>
        </pc:spChg>
        <pc:spChg chg="add mod">
          <ac:chgData name="王 欣捷" userId="b965477fa0aef5e6" providerId="LiveId" clId="{52F2050B-012F-405A-8A8E-9EA1DA998F21}" dt="2023-05-16T15:14:20.171" v="210" actId="164"/>
          <ac:spMkLst>
            <pc:docMk/>
            <pc:sldMk cId="3087293968" sldId="990"/>
            <ac:spMk id="5" creationId="{CC1BA59E-7F8C-044B-A4DB-75C924E024D0}"/>
          </ac:spMkLst>
        </pc:spChg>
        <pc:spChg chg="add mod">
          <ac:chgData name="王 欣捷" userId="b965477fa0aef5e6" providerId="LiveId" clId="{52F2050B-012F-405A-8A8E-9EA1DA998F21}" dt="2023-05-16T15:14:20.171" v="210" actId="164"/>
          <ac:spMkLst>
            <pc:docMk/>
            <pc:sldMk cId="3087293968" sldId="990"/>
            <ac:spMk id="6" creationId="{9B1B750E-9740-64DF-78E6-9208DBF78CEF}"/>
          </ac:spMkLst>
        </pc:spChg>
        <pc:spChg chg="add mod">
          <ac:chgData name="王 欣捷" userId="b965477fa0aef5e6" providerId="LiveId" clId="{52F2050B-012F-405A-8A8E-9EA1DA998F21}" dt="2023-05-16T15:14:20.171" v="210" actId="164"/>
          <ac:spMkLst>
            <pc:docMk/>
            <pc:sldMk cId="3087293968" sldId="990"/>
            <ac:spMk id="7" creationId="{C96972CD-0B76-18F0-403C-80DB1942BF3C}"/>
          </ac:spMkLst>
        </pc:spChg>
        <pc:spChg chg="add mod">
          <ac:chgData name="王 欣捷" userId="b965477fa0aef5e6" providerId="LiveId" clId="{52F2050B-012F-405A-8A8E-9EA1DA998F21}" dt="2023-05-16T15:14:20.171" v="210" actId="164"/>
          <ac:spMkLst>
            <pc:docMk/>
            <pc:sldMk cId="3087293968" sldId="990"/>
            <ac:spMk id="8" creationId="{77964D0D-96C0-E314-DB83-0CC1521E153F}"/>
          </ac:spMkLst>
        </pc:spChg>
        <pc:spChg chg="add del mod">
          <ac:chgData name="王 欣捷" userId="b965477fa0aef5e6" providerId="LiveId" clId="{52F2050B-012F-405A-8A8E-9EA1DA998F21}" dt="2023-05-16T15:05:07.164" v="90" actId="478"/>
          <ac:spMkLst>
            <pc:docMk/>
            <pc:sldMk cId="3087293968" sldId="990"/>
            <ac:spMk id="9" creationId="{CB391F83-B58B-5003-214E-56CB03281EFD}"/>
          </ac:spMkLst>
        </pc:spChg>
        <pc:spChg chg="add del mod">
          <ac:chgData name="王 欣捷" userId="b965477fa0aef5e6" providerId="LiveId" clId="{52F2050B-012F-405A-8A8E-9EA1DA998F21}" dt="2023-05-16T15:04:21.212" v="81" actId="478"/>
          <ac:spMkLst>
            <pc:docMk/>
            <pc:sldMk cId="3087293968" sldId="990"/>
            <ac:spMk id="10" creationId="{A9C661B1-91D8-8529-DBC5-86BE9E4D2C9A}"/>
          </ac:spMkLst>
        </pc:spChg>
        <pc:spChg chg="add del mod">
          <ac:chgData name="王 欣捷" userId="b965477fa0aef5e6" providerId="LiveId" clId="{52F2050B-012F-405A-8A8E-9EA1DA998F21}" dt="2023-05-16T15:04:21.212" v="81" actId="478"/>
          <ac:spMkLst>
            <pc:docMk/>
            <pc:sldMk cId="3087293968" sldId="990"/>
            <ac:spMk id="11" creationId="{BE67108B-7570-47FC-2C13-CC12FCA68CEB}"/>
          </ac:spMkLst>
        </pc:spChg>
        <pc:spChg chg="add del mod">
          <ac:chgData name="王 欣捷" userId="b965477fa0aef5e6" providerId="LiveId" clId="{52F2050B-012F-405A-8A8E-9EA1DA998F21}" dt="2023-05-16T15:04:21.212" v="81" actId="478"/>
          <ac:spMkLst>
            <pc:docMk/>
            <pc:sldMk cId="3087293968" sldId="990"/>
            <ac:spMk id="12" creationId="{3190BE26-3598-ACF8-F516-07C2EB44D51A}"/>
          </ac:spMkLst>
        </pc:spChg>
        <pc:spChg chg="add mod">
          <ac:chgData name="王 欣捷" userId="b965477fa0aef5e6" providerId="LiveId" clId="{52F2050B-012F-405A-8A8E-9EA1DA998F21}" dt="2023-05-16T15:14:20.171" v="210" actId="164"/>
          <ac:spMkLst>
            <pc:docMk/>
            <pc:sldMk cId="3087293968" sldId="990"/>
            <ac:spMk id="13" creationId="{F1ECB5B4-8965-792D-EE8C-A2D79843569E}"/>
          </ac:spMkLst>
        </pc:spChg>
        <pc:spChg chg="add mod">
          <ac:chgData name="王 欣捷" userId="b965477fa0aef5e6" providerId="LiveId" clId="{52F2050B-012F-405A-8A8E-9EA1DA998F21}" dt="2023-05-16T15:14:20.171" v="210" actId="164"/>
          <ac:spMkLst>
            <pc:docMk/>
            <pc:sldMk cId="3087293968" sldId="990"/>
            <ac:spMk id="14" creationId="{C408B6CA-8B8D-6CCD-3277-3ACA260F9E68}"/>
          </ac:spMkLst>
        </pc:spChg>
        <pc:spChg chg="add del mod">
          <ac:chgData name="王 欣捷" userId="b965477fa0aef5e6" providerId="LiveId" clId="{52F2050B-012F-405A-8A8E-9EA1DA998F21}" dt="2023-05-16T15:05:04.516" v="89" actId="478"/>
          <ac:spMkLst>
            <pc:docMk/>
            <pc:sldMk cId="3087293968" sldId="990"/>
            <ac:spMk id="15" creationId="{146D9180-BD48-CDF1-4E7E-155E0ED909F6}"/>
          </ac:spMkLst>
        </pc:spChg>
        <pc:spChg chg="add mod">
          <ac:chgData name="王 欣捷" userId="b965477fa0aef5e6" providerId="LiveId" clId="{52F2050B-012F-405A-8A8E-9EA1DA998F21}" dt="2023-05-16T15:14:20.171" v="210" actId="164"/>
          <ac:spMkLst>
            <pc:docMk/>
            <pc:sldMk cId="3087293968" sldId="990"/>
            <ac:spMk id="16" creationId="{C961EB09-974E-E513-19A8-AFE1D2DC4F6B}"/>
          </ac:spMkLst>
        </pc:spChg>
        <pc:spChg chg="add del mod">
          <ac:chgData name="王 欣捷" userId="b965477fa0aef5e6" providerId="LiveId" clId="{52F2050B-012F-405A-8A8E-9EA1DA998F21}" dt="2023-05-16T15:04:21.212" v="81" actId="478"/>
          <ac:spMkLst>
            <pc:docMk/>
            <pc:sldMk cId="3087293968" sldId="990"/>
            <ac:spMk id="17" creationId="{F2CA0930-2E42-C1DF-8314-7C8FBC0BB9BE}"/>
          </ac:spMkLst>
        </pc:spChg>
        <pc:spChg chg="add mod">
          <ac:chgData name="王 欣捷" userId="b965477fa0aef5e6" providerId="LiveId" clId="{52F2050B-012F-405A-8A8E-9EA1DA998F21}" dt="2023-05-16T15:14:20.171" v="210" actId="164"/>
          <ac:spMkLst>
            <pc:docMk/>
            <pc:sldMk cId="3087293968" sldId="990"/>
            <ac:spMk id="18" creationId="{12A7FC42-2A2A-DBC4-7433-9310D5D2DF4E}"/>
          </ac:spMkLst>
        </pc:spChg>
        <pc:spChg chg="add del mod">
          <ac:chgData name="王 欣捷" userId="b965477fa0aef5e6" providerId="LiveId" clId="{52F2050B-012F-405A-8A8E-9EA1DA998F21}" dt="2023-05-16T15:04:37.166" v="82" actId="478"/>
          <ac:spMkLst>
            <pc:docMk/>
            <pc:sldMk cId="3087293968" sldId="990"/>
            <ac:spMk id="19" creationId="{3A1C0EF1-F36D-137C-F579-E48E19C3A339}"/>
          </ac:spMkLst>
        </pc:spChg>
        <pc:spChg chg="add del mod">
          <ac:chgData name="王 欣捷" userId="b965477fa0aef5e6" providerId="LiveId" clId="{52F2050B-012F-405A-8A8E-9EA1DA998F21}" dt="2023-05-16T15:04:21.212" v="81" actId="478"/>
          <ac:spMkLst>
            <pc:docMk/>
            <pc:sldMk cId="3087293968" sldId="990"/>
            <ac:spMk id="20" creationId="{B0268B51-C28B-A176-97B2-FE10BCA77C53}"/>
          </ac:spMkLst>
        </pc:spChg>
        <pc:spChg chg="add del mod">
          <ac:chgData name="王 欣捷" userId="b965477fa0aef5e6" providerId="LiveId" clId="{52F2050B-012F-405A-8A8E-9EA1DA998F21}" dt="2023-05-16T15:05:07.988" v="91" actId="478"/>
          <ac:spMkLst>
            <pc:docMk/>
            <pc:sldMk cId="3087293968" sldId="990"/>
            <ac:spMk id="21" creationId="{25CD9F09-6A5E-62AC-04C1-B25054D52910}"/>
          </ac:spMkLst>
        </pc:spChg>
        <pc:spChg chg="add del mod">
          <ac:chgData name="王 欣捷" userId="b965477fa0aef5e6" providerId="LiveId" clId="{52F2050B-012F-405A-8A8E-9EA1DA998F21}" dt="2023-05-16T15:04:21.212" v="81" actId="478"/>
          <ac:spMkLst>
            <pc:docMk/>
            <pc:sldMk cId="3087293968" sldId="990"/>
            <ac:spMk id="22" creationId="{99DD1262-0078-FB2C-FB14-2157C03BCA73}"/>
          </ac:spMkLst>
        </pc:spChg>
        <pc:spChg chg="add del mod">
          <ac:chgData name="王 欣捷" userId="b965477fa0aef5e6" providerId="LiveId" clId="{52F2050B-012F-405A-8A8E-9EA1DA998F21}" dt="2023-05-16T15:04:21.212" v="81" actId="478"/>
          <ac:spMkLst>
            <pc:docMk/>
            <pc:sldMk cId="3087293968" sldId="990"/>
            <ac:spMk id="23" creationId="{27CE33E1-8C48-4EA2-4927-127A898B10BB}"/>
          </ac:spMkLst>
        </pc:spChg>
        <pc:spChg chg="add mod">
          <ac:chgData name="王 欣捷" userId="b965477fa0aef5e6" providerId="LiveId" clId="{52F2050B-012F-405A-8A8E-9EA1DA998F21}" dt="2023-05-16T15:14:20.171" v="210" actId="164"/>
          <ac:spMkLst>
            <pc:docMk/>
            <pc:sldMk cId="3087293968" sldId="990"/>
            <ac:spMk id="24" creationId="{5FD04F7B-515F-A531-E5A5-F075BD30A7E2}"/>
          </ac:spMkLst>
        </pc:spChg>
        <pc:spChg chg="add mod">
          <ac:chgData name="王 欣捷" userId="b965477fa0aef5e6" providerId="LiveId" clId="{52F2050B-012F-405A-8A8E-9EA1DA998F21}" dt="2023-05-16T15:14:20.171" v="210" actId="164"/>
          <ac:spMkLst>
            <pc:docMk/>
            <pc:sldMk cId="3087293968" sldId="990"/>
            <ac:spMk id="25" creationId="{0D7174B6-4A5B-48EB-D8B3-FDD406E6CBA9}"/>
          </ac:spMkLst>
        </pc:spChg>
        <pc:spChg chg="add mod">
          <ac:chgData name="王 欣捷" userId="b965477fa0aef5e6" providerId="LiveId" clId="{52F2050B-012F-405A-8A8E-9EA1DA998F21}" dt="2023-05-16T15:14:20.171" v="210" actId="164"/>
          <ac:spMkLst>
            <pc:docMk/>
            <pc:sldMk cId="3087293968" sldId="990"/>
            <ac:spMk id="26" creationId="{572940C3-8E94-32F5-0DB2-1352365F9299}"/>
          </ac:spMkLst>
        </pc:spChg>
        <pc:spChg chg="add del mod">
          <ac:chgData name="王 欣捷" userId="b965477fa0aef5e6" providerId="LiveId" clId="{52F2050B-012F-405A-8A8E-9EA1DA998F21}" dt="2023-05-16T15:04:21.212" v="81" actId="478"/>
          <ac:spMkLst>
            <pc:docMk/>
            <pc:sldMk cId="3087293968" sldId="990"/>
            <ac:spMk id="27" creationId="{09698491-0032-DD7E-C35B-40271D050D49}"/>
          </ac:spMkLst>
        </pc:spChg>
        <pc:spChg chg="add del mod">
          <ac:chgData name="王 欣捷" userId="b965477fa0aef5e6" providerId="LiveId" clId="{52F2050B-012F-405A-8A8E-9EA1DA998F21}" dt="2023-05-16T15:04:21.212" v="81" actId="478"/>
          <ac:spMkLst>
            <pc:docMk/>
            <pc:sldMk cId="3087293968" sldId="990"/>
            <ac:spMk id="28" creationId="{8E9D188C-7E3E-93F9-C32E-EA36B6A14197}"/>
          </ac:spMkLst>
        </pc:spChg>
        <pc:spChg chg="add del mod">
          <ac:chgData name="王 欣捷" userId="b965477fa0aef5e6" providerId="LiveId" clId="{52F2050B-012F-405A-8A8E-9EA1DA998F21}" dt="2023-05-16T15:04:21.212" v="81" actId="478"/>
          <ac:spMkLst>
            <pc:docMk/>
            <pc:sldMk cId="3087293968" sldId="990"/>
            <ac:spMk id="29" creationId="{6293E27B-0848-39AA-4D02-0C4B2476A8B4}"/>
          </ac:spMkLst>
        </pc:spChg>
        <pc:spChg chg="add del mod">
          <ac:chgData name="王 欣捷" userId="b965477fa0aef5e6" providerId="LiveId" clId="{52F2050B-012F-405A-8A8E-9EA1DA998F21}" dt="2023-05-16T15:04:21.212" v="81" actId="478"/>
          <ac:spMkLst>
            <pc:docMk/>
            <pc:sldMk cId="3087293968" sldId="990"/>
            <ac:spMk id="30" creationId="{443EA48E-75B2-7162-3045-359ECC56CEE3}"/>
          </ac:spMkLst>
        </pc:spChg>
        <pc:spChg chg="add del mod">
          <ac:chgData name="王 欣捷" userId="b965477fa0aef5e6" providerId="LiveId" clId="{52F2050B-012F-405A-8A8E-9EA1DA998F21}" dt="2023-05-16T15:04:21.212" v="81" actId="478"/>
          <ac:spMkLst>
            <pc:docMk/>
            <pc:sldMk cId="3087293968" sldId="990"/>
            <ac:spMk id="31" creationId="{DCAE3CFF-3AB1-FE6D-F968-1DB5EC631E2F}"/>
          </ac:spMkLst>
        </pc:spChg>
        <pc:spChg chg="add del mod">
          <ac:chgData name="王 欣捷" userId="b965477fa0aef5e6" providerId="LiveId" clId="{52F2050B-012F-405A-8A8E-9EA1DA998F21}" dt="2023-05-16T15:04:21.212" v="81" actId="478"/>
          <ac:spMkLst>
            <pc:docMk/>
            <pc:sldMk cId="3087293968" sldId="990"/>
            <ac:spMk id="32" creationId="{97464F71-B38D-9660-D0E3-29304315903E}"/>
          </ac:spMkLst>
        </pc:spChg>
        <pc:spChg chg="add mod">
          <ac:chgData name="王 欣捷" userId="b965477fa0aef5e6" providerId="LiveId" clId="{52F2050B-012F-405A-8A8E-9EA1DA998F21}" dt="2023-05-16T15:14:20.171" v="210" actId="164"/>
          <ac:spMkLst>
            <pc:docMk/>
            <pc:sldMk cId="3087293968" sldId="990"/>
            <ac:spMk id="33" creationId="{78DAA691-B06A-8242-81D3-5921AA8EC0AB}"/>
          </ac:spMkLst>
        </pc:spChg>
        <pc:spChg chg="add mod">
          <ac:chgData name="王 欣捷" userId="b965477fa0aef5e6" providerId="LiveId" clId="{52F2050B-012F-405A-8A8E-9EA1DA998F21}" dt="2023-05-16T15:14:20.171" v="210" actId="164"/>
          <ac:spMkLst>
            <pc:docMk/>
            <pc:sldMk cId="3087293968" sldId="990"/>
            <ac:spMk id="34" creationId="{BB457848-6C3F-F764-ED8D-56A6A577F673}"/>
          </ac:spMkLst>
        </pc:spChg>
        <pc:spChg chg="add mod">
          <ac:chgData name="王 欣捷" userId="b965477fa0aef5e6" providerId="LiveId" clId="{52F2050B-012F-405A-8A8E-9EA1DA998F21}" dt="2023-05-16T15:14:20.171" v="210" actId="164"/>
          <ac:spMkLst>
            <pc:docMk/>
            <pc:sldMk cId="3087293968" sldId="990"/>
            <ac:spMk id="35" creationId="{0F2EE99F-9145-E315-934B-A75AED5F0AF2}"/>
          </ac:spMkLst>
        </pc:spChg>
        <pc:spChg chg="add mod">
          <ac:chgData name="王 欣捷" userId="b965477fa0aef5e6" providerId="LiveId" clId="{52F2050B-012F-405A-8A8E-9EA1DA998F21}" dt="2023-05-16T15:14:20.171" v="210" actId="164"/>
          <ac:spMkLst>
            <pc:docMk/>
            <pc:sldMk cId="3087293968" sldId="990"/>
            <ac:spMk id="36" creationId="{1DAA12B3-7327-23E0-F8B6-69BEE6DEA496}"/>
          </ac:spMkLst>
        </pc:spChg>
        <pc:spChg chg="add mod">
          <ac:chgData name="王 欣捷" userId="b965477fa0aef5e6" providerId="LiveId" clId="{52F2050B-012F-405A-8A8E-9EA1DA998F21}" dt="2023-05-16T15:14:20.171" v="210" actId="164"/>
          <ac:spMkLst>
            <pc:docMk/>
            <pc:sldMk cId="3087293968" sldId="990"/>
            <ac:spMk id="37" creationId="{4652065B-A23C-5C35-1F73-4413BBC08125}"/>
          </ac:spMkLst>
        </pc:spChg>
        <pc:spChg chg="add mod">
          <ac:chgData name="王 欣捷" userId="b965477fa0aef5e6" providerId="LiveId" clId="{52F2050B-012F-405A-8A8E-9EA1DA998F21}" dt="2023-05-16T15:14:20.171" v="210" actId="164"/>
          <ac:spMkLst>
            <pc:docMk/>
            <pc:sldMk cId="3087293968" sldId="990"/>
            <ac:spMk id="38" creationId="{F7DCDB02-9F43-6462-1B4C-4F441664FD29}"/>
          </ac:spMkLst>
        </pc:spChg>
        <pc:spChg chg="add del mod">
          <ac:chgData name="王 欣捷" userId="b965477fa0aef5e6" providerId="LiveId" clId="{52F2050B-012F-405A-8A8E-9EA1DA998F21}" dt="2023-05-16T15:07:14.285" v="115"/>
          <ac:spMkLst>
            <pc:docMk/>
            <pc:sldMk cId="3087293968" sldId="990"/>
            <ac:spMk id="39" creationId="{C9646FB7-3CA9-1C70-86D4-3BF358511521}"/>
          </ac:spMkLst>
        </pc:spChg>
        <pc:spChg chg="add mod">
          <ac:chgData name="王 欣捷" userId="b965477fa0aef5e6" providerId="LiveId" clId="{52F2050B-012F-405A-8A8E-9EA1DA998F21}" dt="2023-05-16T15:14:20.171" v="210" actId="164"/>
          <ac:spMkLst>
            <pc:docMk/>
            <pc:sldMk cId="3087293968" sldId="990"/>
            <ac:spMk id="40" creationId="{E86972F4-62F7-4A3A-207C-922555D0A9CB}"/>
          </ac:spMkLst>
        </pc:spChg>
        <pc:spChg chg="add mod">
          <ac:chgData name="王 欣捷" userId="b965477fa0aef5e6" providerId="LiveId" clId="{52F2050B-012F-405A-8A8E-9EA1DA998F21}" dt="2023-05-16T15:14:20.171" v="210" actId="164"/>
          <ac:spMkLst>
            <pc:docMk/>
            <pc:sldMk cId="3087293968" sldId="990"/>
            <ac:spMk id="41" creationId="{58F13EAC-CC25-69C4-D754-85385F5278C8}"/>
          </ac:spMkLst>
        </pc:spChg>
        <pc:spChg chg="add mod">
          <ac:chgData name="王 欣捷" userId="b965477fa0aef5e6" providerId="LiveId" clId="{52F2050B-012F-405A-8A8E-9EA1DA998F21}" dt="2023-05-16T15:14:20.171" v="210" actId="164"/>
          <ac:spMkLst>
            <pc:docMk/>
            <pc:sldMk cId="3087293968" sldId="990"/>
            <ac:spMk id="42" creationId="{0777A72A-E2F8-13DA-CFA5-4A27E675D103}"/>
          </ac:spMkLst>
        </pc:spChg>
        <pc:spChg chg="add mod">
          <ac:chgData name="王 欣捷" userId="b965477fa0aef5e6" providerId="LiveId" clId="{52F2050B-012F-405A-8A8E-9EA1DA998F21}" dt="2023-05-16T15:14:20.171" v="210" actId="164"/>
          <ac:spMkLst>
            <pc:docMk/>
            <pc:sldMk cId="3087293968" sldId="990"/>
            <ac:spMk id="43" creationId="{7FE8E19B-59FF-7BD3-5DF4-DAA5532B2C97}"/>
          </ac:spMkLst>
        </pc:spChg>
        <pc:spChg chg="add mod">
          <ac:chgData name="王 欣捷" userId="b965477fa0aef5e6" providerId="LiveId" clId="{52F2050B-012F-405A-8A8E-9EA1DA998F21}" dt="2023-05-16T15:14:20.171" v="210" actId="164"/>
          <ac:spMkLst>
            <pc:docMk/>
            <pc:sldMk cId="3087293968" sldId="990"/>
            <ac:spMk id="44" creationId="{5B6583F6-25DA-E1B1-A5A3-20336AB8839F}"/>
          </ac:spMkLst>
        </pc:spChg>
        <pc:spChg chg="add del mod">
          <ac:chgData name="王 欣捷" userId="b965477fa0aef5e6" providerId="LiveId" clId="{52F2050B-012F-405A-8A8E-9EA1DA998F21}" dt="2023-05-16T15:09:51.771" v="154" actId="478"/>
          <ac:spMkLst>
            <pc:docMk/>
            <pc:sldMk cId="3087293968" sldId="990"/>
            <ac:spMk id="45" creationId="{97A3B591-0776-4CE7-EDBC-DEC6BC550CA4}"/>
          </ac:spMkLst>
        </pc:spChg>
        <pc:spChg chg="add mod">
          <ac:chgData name="王 欣捷" userId="b965477fa0aef5e6" providerId="LiveId" clId="{52F2050B-012F-405A-8A8E-9EA1DA998F21}" dt="2023-05-16T15:14:20.171" v="210" actId="164"/>
          <ac:spMkLst>
            <pc:docMk/>
            <pc:sldMk cId="3087293968" sldId="990"/>
            <ac:spMk id="46" creationId="{50757C98-ED4C-6A95-5EF7-93EC14F98551}"/>
          </ac:spMkLst>
        </pc:spChg>
        <pc:spChg chg="add mod">
          <ac:chgData name="王 欣捷" userId="b965477fa0aef5e6" providerId="LiveId" clId="{52F2050B-012F-405A-8A8E-9EA1DA998F21}" dt="2023-05-16T15:14:20.171" v="210" actId="164"/>
          <ac:spMkLst>
            <pc:docMk/>
            <pc:sldMk cId="3087293968" sldId="990"/>
            <ac:spMk id="47" creationId="{97CB06F5-AC8A-A28E-E879-5E1BFCD57749}"/>
          </ac:spMkLst>
        </pc:spChg>
        <pc:spChg chg="add mod">
          <ac:chgData name="王 欣捷" userId="b965477fa0aef5e6" providerId="LiveId" clId="{52F2050B-012F-405A-8A8E-9EA1DA998F21}" dt="2023-05-16T15:14:20.171" v="210" actId="164"/>
          <ac:spMkLst>
            <pc:docMk/>
            <pc:sldMk cId="3087293968" sldId="990"/>
            <ac:spMk id="48" creationId="{02CFD3D4-D4CB-D4A6-B94F-A2B6BBFFF137}"/>
          </ac:spMkLst>
        </pc:spChg>
        <pc:spChg chg="add mod">
          <ac:chgData name="王 欣捷" userId="b965477fa0aef5e6" providerId="LiveId" clId="{52F2050B-012F-405A-8A8E-9EA1DA998F21}" dt="2023-05-16T15:14:20.171" v="210" actId="164"/>
          <ac:spMkLst>
            <pc:docMk/>
            <pc:sldMk cId="3087293968" sldId="990"/>
            <ac:spMk id="49" creationId="{AA1D62A1-929A-3384-BD5D-95F789BB41D3}"/>
          </ac:spMkLst>
        </pc:spChg>
        <pc:spChg chg="add mod">
          <ac:chgData name="王 欣捷" userId="b965477fa0aef5e6" providerId="LiveId" clId="{52F2050B-012F-405A-8A8E-9EA1DA998F21}" dt="2023-05-16T15:14:20.171" v="210" actId="164"/>
          <ac:spMkLst>
            <pc:docMk/>
            <pc:sldMk cId="3087293968" sldId="990"/>
            <ac:spMk id="50" creationId="{28ADD2B6-0686-5C93-3FBF-65076800AAA6}"/>
          </ac:spMkLst>
        </pc:spChg>
        <pc:spChg chg="add mod">
          <ac:chgData name="王 欣捷" userId="b965477fa0aef5e6" providerId="LiveId" clId="{52F2050B-012F-405A-8A8E-9EA1DA998F21}" dt="2023-05-16T15:14:20.171" v="210" actId="164"/>
          <ac:spMkLst>
            <pc:docMk/>
            <pc:sldMk cId="3087293968" sldId="990"/>
            <ac:spMk id="51" creationId="{C23C64AD-98AE-49C2-7CD8-0A3DC2E0AD17}"/>
          </ac:spMkLst>
        </pc:spChg>
        <pc:spChg chg="add mod">
          <ac:chgData name="王 欣捷" userId="b965477fa0aef5e6" providerId="LiveId" clId="{52F2050B-012F-405A-8A8E-9EA1DA998F21}" dt="2023-05-16T15:14:20.171" v="210" actId="164"/>
          <ac:spMkLst>
            <pc:docMk/>
            <pc:sldMk cId="3087293968" sldId="990"/>
            <ac:spMk id="52" creationId="{0E3E516E-3461-157A-7533-5B14753AEF96}"/>
          </ac:spMkLst>
        </pc:spChg>
        <pc:spChg chg="add mod">
          <ac:chgData name="王 欣捷" userId="b965477fa0aef5e6" providerId="LiveId" clId="{52F2050B-012F-405A-8A8E-9EA1DA998F21}" dt="2023-05-16T15:14:20.171" v="210" actId="164"/>
          <ac:spMkLst>
            <pc:docMk/>
            <pc:sldMk cId="3087293968" sldId="990"/>
            <ac:spMk id="53" creationId="{53D61814-57E6-E8A2-B748-C1C599E67F70}"/>
          </ac:spMkLst>
        </pc:spChg>
        <pc:spChg chg="add mod">
          <ac:chgData name="王 欣捷" userId="b965477fa0aef5e6" providerId="LiveId" clId="{52F2050B-012F-405A-8A8E-9EA1DA998F21}" dt="2023-05-16T15:14:20.171" v="210" actId="164"/>
          <ac:spMkLst>
            <pc:docMk/>
            <pc:sldMk cId="3087293968" sldId="990"/>
            <ac:spMk id="54" creationId="{86C54BF8-220C-BDD6-726F-17A4CFB9A938}"/>
          </ac:spMkLst>
        </pc:spChg>
        <pc:spChg chg="add mod">
          <ac:chgData name="王 欣捷" userId="b965477fa0aef5e6" providerId="LiveId" clId="{52F2050B-012F-405A-8A8E-9EA1DA998F21}" dt="2023-05-16T15:14:20.171" v="210" actId="164"/>
          <ac:spMkLst>
            <pc:docMk/>
            <pc:sldMk cId="3087293968" sldId="990"/>
            <ac:spMk id="55" creationId="{92608BA7-F1F9-C808-CC8C-43DB077626D2}"/>
          </ac:spMkLst>
        </pc:spChg>
        <pc:spChg chg="add mod">
          <ac:chgData name="王 欣捷" userId="b965477fa0aef5e6" providerId="LiveId" clId="{52F2050B-012F-405A-8A8E-9EA1DA998F21}" dt="2023-05-16T15:14:20.171" v="210" actId="164"/>
          <ac:spMkLst>
            <pc:docMk/>
            <pc:sldMk cId="3087293968" sldId="990"/>
            <ac:spMk id="56" creationId="{953BD277-9EDD-FFCA-9B57-8A7FA2EC188D}"/>
          </ac:spMkLst>
        </pc:spChg>
        <pc:spChg chg="add mod">
          <ac:chgData name="王 欣捷" userId="b965477fa0aef5e6" providerId="LiveId" clId="{52F2050B-012F-405A-8A8E-9EA1DA998F21}" dt="2023-05-16T15:14:20.171" v="210" actId="164"/>
          <ac:spMkLst>
            <pc:docMk/>
            <pc:sldMk cId="3087293968" sldId="990"/>
            <ac:spMk id="57" creationId="{7D2492A0-F995-26EE-F6B4-1B637CC53B23}"/>
          </ac:spMkLst>
        </pc:spChg>
        <pc:spChg chg="add mod">
          <ac:chgData name="王 欣捷" userId="b965477fa0aef5e6" providerId="LiveId" clId="{52F2050B-012F-405A-8A8E-9EA1DA998F21}" dt="2023-05-16T15:14:20.171" v="210" actId="164"/>
          <ac:spMkLst>
            <pc:docMk/>
            <pc:sldMk cId="3087293968" sldId="990"/>
            <ac:spMk id="58" creationId="{15971D94-F80F-4DE0-39E3-7BCA9E3C5D33}"/>
          </ac:spMkLst>
        </pc:spChg>
        <pc:spChg chg="add del mod">
          <ac:chgData name="王 欣捷" userId="b965477fa0aef5e6" providerId="LiveId" clId="{52F2050B-012F-405A-8A8E-9EA1DA998F21}" dt="2023-05-16T15:13:24.754" v="202" actId="478"/>
          <ac:spMkLst>
            <pc:docMk/>
            <pc:sldMk cId="3087293968" sldId="990"/>
            <ac:spMk id="59" creationId="{DF81D6F4-366C-E087-F70B-FD93F1C49326}"/>
          </ac:spMkLst>
        </pc:spChg>
        <pc:spChg chg="add del mod">
          <ac:chgData name="王 欣捷" userId="b965477fa0aef5e6" providerId="LiveId" clId="{52F2050B-012F-405A-8A8E-9EA1DA998F21}" dt="2023-05-16T15:13:24.754" v="202" actId="478"/>
          <ac:spMkLst>
            <pc:docMk/>
            <pc:sldMk cId="3087293968" sldId="990"/>
            <ac:spMk id="60" creationId="{F04F2F4A-70A8-599F-0288-810E4456626B}"/>
          </ac:spMkLst>
        </pc:spChg>
        <pc:spChg chg="add del mod">
          <ac:chgData name="王 欣捷" userId="b965477fa0aef5e6" providerId="LiveId" clId="{52F2050B-012F-405A-8A8E-9EA1DA998F21}" dt="2023-05-16T15:13:24.754" v="202" actId="478"/>
          <ac:spMkLst>
            <pc:docMk/>
            <pc:sldMk cId="3087293968" sldId="990"/>
            <ac:spMk id="61" creationId="{5B765EC0-A2E3-0444-8DFA-2A98DAAC5018}"/>
          </ac:spMkLst>
        </pc:spChg>
        <pc:spChg chg="add mod">
          <ac:chgData name="王 欣捷" userId="b965477fa0aef5e6" providerId="LiveId" clId="{52F2050B-012F-405A-8A8E-9EA1DA998F21}" dt="2023-05-16T15:14:20.171" v="210" actId="164"/>
          <ac:spMkLst>
            <pc:docMk/>
            <pc:sldMk cId="3087293968" sldId="990"/>
            <ac:spMk id="62" creationId="{CCB2AA0F-B655-5588-06E5-20D586CA6101}"/>
          </ac:spMkLst>
        </pc:spChg>
        <pc:spChg chg="add mod">
          <ac:chgData name="王 欣捷" userId="b965477fa0aef5e6" providerId="LiveId" clId="{52F2050B-012F-405A-8A8E-9EA1DA998F21}" dt="2023-05-16T15:14:20.171" v="210" actId="164"/>
          <ac:spMkLst>
            <pc:docMk/>
            <pc:sldMk cId="3087293968" sldId="990"/>
            <ac:spMk id="63" creationId="{B2DD6E9D-3F16-7147-3DDE-4B1DE7B96791}"/>
          </ac:spMkLst>
        </pc:spChg>
        <pc:spChg chg="add mod">
          <ac:chgData name="王 欣捷" userId="b965477fa0aef5e6" providerId="LiveId" clId="{52F2050B-012F-405A-8A8E-9EA1DA998F21}" dt="2023-05-16T15:14:20.171" v="210" actId="164"/>
          <ac:spMkLst>
            <pc:docMk/>
            <pc:sldMk cId="3087293968" sldId="990"/>
            <ac:spMk id="18432" creationId="{DD812D7B-117B-B9A9-34AE-9A458348CFDE}"/>
          </ac:spMkLst>
        </pc:spChg>
        <pc:spChg chg="add mod">
          <ac:chgData name="王 欣捷" userId="b965477fa0aef5e6" providerId="LiveId" clId="{52F2050B-012F-405A-8A8E-9EA1DA998F21}" dt="2023-05-16T15:14:20.171" v="210" actId="164"/>
          <ac:spMkLst>
            <pc:docMk/>
            <pc:sldMk cId="3087293968" sldId="990"/>
            <ac:spMk id="18433" creationId="{F9D77572-0FAA-1827-9842-49B2BD6B102F}"/>
          </ac:spMkLst>
        </pc:spChg>
        <pc:spChg chg="mod">
          <ac:chgData name="王 欣捷" userId="b965477fa0aef5e6" providerId="LiveId" clId="{52F2050B-012F-405A-8A8E-9EA1DA998F21}" dt="2023-05-16T15:12:14.428" v="187" actId="20577"/>
          <ac:spMkLst>
            <pc:docMk/>
            <pc:sldMk cId="3087293968" sldId="990"/>
            <ac:spMk id="18435" creationId="{F5EF257D-63BA-45DD-A12B-565D32A3724B}"/>
          </ac:spMkLst>
        </pc:spChg>
        <pc:spChg chg="del">
          <ac:chgData name="王 欣捷" userId="b965477fa0aef5e6" providerId="LiveId" clId="{52F2050B-012F-405A-8A8E-9EA1DA998F21}" dt="2023-05-16T15:01:45.849" v="53" actId="478"/>
          <ac:spMkLst>
            <pc:docMk/>
            <pc:sldMk cId="3087293968" sldId="990"/>
            <ac:spMk id="18437" creationId="{5DACA2C7-A591-4813-A064-790A0673859C}"/>
          </ac:spMkLst>
        </pc:spChg>
        <pc:spChg chg="del">
          <ac:chgData name="王 欣捷" userId="b965477fa0aef5e6" providerId="LiveId" clId="{52F2050B-012F-405A-8A8E-9EA1DA998F21}" dt="2023-05-16T15:01:45.849" v="53" actId="478"/>
          <ac:spMkLst>
            <pc:docMk/>
            <pc:sldMk cId="3087293968" sldId="990"/>
            <ac:spMk id="18438" creationId="{E407E1C7-251E-44BA-A1DD-925B2C919055}"/>
          </ac:spMkLst>
        </pc:spChg>
        <pc:spChg chg="del">
          <ac:chgData name="王 欣捷" userId="b965477fa0aef5e6" providerId="LiveId" clId="{52F2050B-012F-405A-8A8E-9EA1DA998F21}" dt="2023-05-16T15:01:45.849" v="53" actId="478"/>
          <ac:spMkLst>
            <pc:docMk/>
            <pc:sldMk cId="3087293968" sldId="990"/>
            <ac:spMk id="18439" creationId="{50F96FD9-3AF1-4667-8433-0E96D555F828}"/>
          </ac:spMkLst>
        </pc:spChg>
        <pc:spChg chg="del">
          <ac:chgData name="王 欣捷" userId="b965477fa0aef5e6" providerId="LiveId" clId="{52F2050B-012F-405A-8A8E-9EA1DA998F21}" dt="2023-05-16T15:01:45.849" v="53" actId="478"/>
          <ac:spMkLst>
            <pc:docMk/>
            <pc:sldMk cId="3087293968" sldId="990"/>
            <ac:spMk id="18440" creationId="{F49948A1-C9AB-4C8D-9AF8-552F9DAEB6A3}"/>
          </ac:spMkLst>
        </pc:spChg>
        <pc:spChg chg="del">
          <ac:chgData name="王 欣捷" userId="b965477fa0aef5e6" providerId="LiveId" clId="{52F2050B-012F-405A-8A8E-9EA1DA998F21}" dt="2023-05-16T15:01:45.849" v="53" actId="478"/>
          <ac:spMkLst>
            <pc:docMk/>
            <pc:sldMk cId="3087293968" sldId="990"/>
            <ac:spMk id="18441" creationId="{8324CB71-A439-433A-9389-C7F13B87F4EE}"/>
          </ac:spMkLst>
        </pc:spChg>
        <pc:spChg chg="del">
          <ac:chgData name="王 欣捷" userId="b965477fa0aef5e6" providerId="LiveId" clId="{52F2050B-012F-405A-8A8E-9EA1DA998F21}" dt="2023-05-16T15:01:45.849" v="53" actId="478"/>
          <ac:spMkLst>
            <pc:docMk/>
            <pc:sldMk cId="3087293968" sldId="990"/>
            <ac:spMk id="18442" creationId="{EB66668A-FB31-4A4D-AFF9-0BC0CBA24756}"/>
          </ac:spMkLst>
        </pc:spChg>
        <pc:spChg chg="del">
          <ac:chgData name="王 欣捷" userId="b965477fa0aef5e6" providerId="LiveId" clId="{52F2050B-012F-405A-8A8E-9EA1DA998F21}" dt="2023-05-16T15:01:45.849" v="53" actId="478"/>
          <ac:spMkLst>
            <pc:docMk/>
            <pc:sldMk cId="3087293968" sldId="990"/>
            <ac:spMk id="18443" creationId="{90683B3F-D601-4F3E-9258-557677EA6E31}"/>
          </ac:spMkLst>
        </pc:spChg>
        <pc:spChg chg="del">
          <ac:chgData name="王 欣捷" userId="b965477fa0aef5e6" providerId="LiveId" clId="{52F2050B-012F-405A-8A8E-9EA1DA998F21}" dt="2023-05-16T15:01:45.849" v="53" actId="478"/>
          <ac:spMkLst>
            <pc:docMk/>
            <pc:sldMk cId="3087293968" sldId="990"/>
            <ac:spMk id="18444" creationId="{74583EC9-F18E-41AA-A341-3545CE06D127}"/>
          </ac:spMkLst>
        </pc:spChg>
        <pc:spChg chg="del">
          <ac:chgData name="王 欣捷" userId="b965477fa0aef5e6" providerId="LiveId" clId="{52F2050B-012F-405A-8A8E-9EA1DA998F21}" dt="2023-05-16T15:01:45.849" v="53" actId="478"/>
          <ac:spMkLst>
            <pc:docMk/>
            <pc:sldMk cId="3087293968" sldId="990"/>
            <ac:spMk id="18445" creationId="{70DE3356-10C4-4239-B4F4-E312EAB2FFC0}"/>
          </ac:spMkLst>
        </pc:spChg>
        <pc:spChg chg="del">
          <ac:chgData name="王 欣捷" userId="b965477fa0aef5e6" providerId="LiveId" clId="{52F2050B-012F-405A-8A8E-9EA1DA998F21}" dt="2023-05-16T15:01:45.849" v="53" actId="478"/>
          <ac:spMkLst>
            <pc:docMk/>
            <pc:sldMk cId="3087293968" sldId="990"/>
            <ac:spMk id="18446" creationId="{25391D31-982A-402F-9C32-3CB79EA2DCC6}"/>
          </ac:spMkLst>
        </pc:spChg>
        <pc:spChg chg="del">
          <ac:chgData name="王 欣捷" userId="b965477fa0aef5e6" providerId="LiveId" clId="{52F2050B-012F-405A-8A8E-9EA1DA998F21}" dt="2023-05-16T15:01:45.849" v="53" actId="478"/>
          <ac:spMkLst>
            <pc:docMk/>
            <pc:sldMk cId="3087293968" sldId="990"/>
            <ac:spMk id="18447" creationId="{1D965E75-FC0B-4B55-8CB1-AD50AE861B57}"/>
          </ac:spMkLst>
        </pc:spChg>
        <pc:spChg chg="del">
          <ac:chgData name="王 欣捷" userId="b965477fa0aef5e6" providerId="LiveId" clId="{52F2050B-012F-405A-8A8E-9EA1DA998F21}" dt="2023-05-16T15:01:45.849" v="53" actId="478"/>
          <ac:spMkLst>
            <pc:docMk/>
            <pc:sldMk cId="3087293968" sldId="990"/>
            <ac:spMk id="18448" creationId="{8C3C5B79-A3C3-4DC2-B784-B236334B98C5}"/>
          </ac:spMkLst>
        </pc:spChg>
        <pc:spChg chg="del">
          <ac:chgData name="王 欣捷" userId="b965477fa0aef5e6" providerId="LiveId" clId="{52F2050B-012F-405A-8A8E-9EA1DA998F21}" dt="2023-05-16T15:01:45.849" v="53" actId="478"/>
          <ac:spMkLst>
            <pc:docMk/>
            <pc:sldMk cId="3087293968" sldId="990"/>
            <ac:spMk id="18449" creationId="{A5A7BF00-2265-4CE4-A93A-2A9F5EC4C6D4}"/>
          </ac:spMkLst>
        </pc:spChg>
        <pc:spChg chg="del">
          <ac:chgData name="王 欣捷" userId="b965477fa0aef5e6" providerId="LiveId" clId="{52F2050B-012F-405A-8A8E-9EA1DA998F21}" dt="2023-05-16T15:01:45.849" v="53" actId="478"/>
          <ac:spMkLst>
            <pc:docMk/>
            <pc:sldMk cId="3087293968" sldId="990"/>
            <ac:spMk id="18450" creationId="{74EB2F9F-5951-4439-8B9B-1BA3B7DC43FC}"/>
          </ac:spMkLst>
        </pc:spChg>
        <pc:spChg chg="del">
          <ac:chgData name="王 欣捷" userId="b965477fa0aef5e6" providerId="LiveId" clId="{52F2050B-012F-405A-8A8E-9EA1DA998F21}" dt="2023-05-16T15:01:45.849" v="53" actId="478"/>
          <ac:spMkLst>
            <pc:docMk/>
            <pc:sldMk cId="3087293968" sldId="990"/>
            <ac:spMk id="18451" creationId="{C07158EC-E5D0-4962-A6A1-E7FB625340BC}"/>
          </ac:spMkLst>
        </pc:spChg>
        <pc:spChg chg="del">
          <ac:chgData name="王 欣捷" userId="b965477fa0aef5e6" providerId="LiveId" clId="{52F2050B-012F-405A-8A8E-9EA1DA998F21}" dt="2023-05-16T15:01:45.849" v="53" actId="478"/>
          <ac:spMkLst>
            <pc:docMk/>
            <pc:sldMk cId="3087293968" sldId="990"/>
            <ac:spMk id="18452" creationId="{9777706D-29F9-40F1-8860-BDDCA2E13816}"/>
          </ac:spMkLst>
        </pc:spChg>
        <pc:spChg chg="del">
          <ac:chgData name="王 欣捷" userId="b965477fa0aef5e6" providerId="LiveId" clId="{52F2050B-012F-405A-8A8E-9EA1DA998F21}" dt="2023-05-16T15:01:45.849" v="53" actId="478"/>
          <ac:spMkLst>
            <pc:docMk/>
            <pc:sldMk cId="3087293968" sldId="990"/>
            <ac:spMk id="18453" creationId="{F45B1093-330C-4E02-A751-1F8716AB9E9A}"/>
          </ac:spMkLst>
        </pc:spChg>
        <pc:spChg chg="del">
          <ac:chgData name="王 欣捷" userId="b965477fa0aef5e6" providerId="LiveId" clId="{52F2050B-012F-405A-8A8E-9EA1DA998F21}" dt="2023-05-16T15:01:45.849" v="53" actId="478"/>
          <ac:spMkLst>
            <pc:docMk/>
            <pc:sldMk cId="3087293968" sldId="990"/>
            <ac:spMk id="18454" creationId="{E49BA9B6-5168-4BF5-BCFD-0885B5B37B08}"/>
          </ac:spMkLst>
        </pc:spChg>
        <pc:spChg chg="del">
          <ac:chgData name="王 欣捷" userId="b965477fa0aef5e6" providerId="LiveId" clId="{52F2050B-012F-405A-8A8E-9EA1DA998F21}" dt="2023-05-16T15:01:45.849" v="53" actId="478"/>
          <ac:spMkLst>
            <pc:docMk/>
            <pc:sldMk cId="3087293968" sldId="990"/>
            <ac:spMk id="18455" creationId="{78D1A6D7-7EE1-459A-9EEA-756C74DFFD2C}"/>
          </ac:spMkLst>
        </pc:spChg>
        <pc:spChg chg="del">
          <ac:chgData name="王 欣捷" userId="b965477fa0aef5e6" providerId="LiveId" clId="{52F2050B-012F-405A-8A8E-9EA1DA998F21}" dt="2023-05-16T15:01:45.849" v="53" actId="478"/>
          <ac:spMkLst>
            <pc:docMk/>
            <pc:sldMk cId="3087293968" sldId="990"/>
            <ac:spMk id="18456" creationId="{A3554085-5FA7-4382-BD96-DF68922BC77E}"/>
          </ac:spMkLst>
        </pc:spChg>
        <pc:spChg chg="del">
          <ac:chgData name="王 欣捷" userId="b965477fa0aef5e6" providerId="LiveId" clId="{52F2050B-012F-405A-8A8E-9EA1DA998F21}" dt="2023-05-16T15:01:45.849" v="53" actId="478"/>
          <ac:spMkLst>
            <pc:docMk/>
            <pc:sldMk cId="3087293968" sldId="990"/>
            <ac:spMk id="18457" creationId="{2D1BA3DB-B88E-4873-BF3B-21EBCEAA8C08}"/>
          </ac:spMkLst>
        </pc:spChg>
        <pc:spChg chg="del">
          <ac:chgData name="王 欣捷" userId="b965477fa0aef5e6" providerId="LiveId" clId="{52F2050B-012F-405A-8A8E-9EA1DA998F21}" dt="2023-05-16T15:01:45.849" v="53" actId="478"/>
          <ac:spMkLst>
            <pc:docMk/>
            <pc:sldMk cId="3087293968" sldId="990"/>
            <ac:spMk id="18458" creationId="{D26210D9-922E-4C2B-A9AB-512B28A866F3}"/>
          </ac:spMkLst>
        </pc:spChg>
        <pc:spChg chg="del">
          <ac:chgData name="王 欣捷" userId="b965477fa0aef5e6" providerId="LiveId" clId="{52F2050B-012F-405A-8A8E-9EA1DA998F21}" dt="2023-05-16T15:01:45.849" v="53" actId="478"/>
          <ac:spMkLst>
            <pc:docMk/>
            <pc:sldMk cId="3087293968" sldId="990"/>
            <ac:spMk id="18459" creationId="{468A095C-94DA-4CE6-8E2D-3362BBB5DA8A}"/>
          </ac:spMkLst>
        </pc:spChg>
        <pc:spChg chg="del">
          <ac:chgData name="王 欣捷" userId="b965477fa0aef5e6" providerId="LiveId" clId="{52F2050B-012F-405A-8A8E-9EA1DA998F21}" dt="2023-05-16T15:01:45.849" v="53" actId="478"/>
          <ac:spMkLst>
            <pc:docMk/>
            <pc:sldMk cId="3087293968" sldId="990"/>
            <ac:spMk id="18460" creationId="{A4F5897B-2742-4460-9AB4-46F15E369443}"/>
          </ac:spMkLst>
        </pc:spChg>
        <pc:spChg chg="del">
          <ac:chgData name="王 欣捷" userId="b965477fa0aef5e6" providerId="LiveId" clId="{52F2050B-012F-405A-8A8E-9EA1DA998F21}" dt="2023-05-16T15:01:45.849" v="53" actId="478"/>
          <ac:spMkLst>
            <pc:docMk/>
            <pc:sldMk cId="3087293968" sldId="990"/>
            <ac:spMk id="18461" creationId="{64412ED7-404E-44C7-9BB3-9FC5720F30F1}"/>
          </ac:spMkLst>
        </pc:spChg>
        <pc:spChg chg="del">
          <ac:chgData name="王 欣捷" userId="b965477fa0aef5e6" providerId="LiveId" clId="{52F2050B-012F-405A-8A8E-9EA1DA998F21}" dt="2023-05-16T15:01:45.849" v="53" actId="478"/>
          <ac:spMkLst>
            <pc:docMk/>
            <pc:sldMk cId="3087293968" sldId="990"/>
            <ac:spMk id="18462" creationId="{B6DFBF8A-BA30-4349-9441-9AECF1B03848}"/>
          </ac:spMkLst>
        </pc:spChg>
        <pc:spChg chg="del">
          <ac:chgData name="王 欣捷" userId="b965477fa0aef5e6" providerId="LiveId" clId="{52F2050B-012F-405A-8A8E-9EA1DA998F21}" dt="2023-05-16T15:01:45.849" v="53" actId="478"/>
          <ac:spMkLst>
            <pc:docMk/>
            <pc:sldMk cId="3087293968" sldId="990"/>
            <ac:spMk id="18463" creationId="{8DFADC30-4A68-4B89-BC7A-BFDA9DD160C8}"/>
          </ac:spMkLst>
        </pc:spChg>
        <pc:spChg chg="del">
          <ac:chgData name="王 欣捷" userId="b965477fa0aef5e6" providerId="LiveId" clId="{52F2050B-012F-405A-8A8E-9EA1DA998F21}" dt="2023-05-16T15:01:45.849" v="53" actId="478"/>
          <ac:spMkLst>
            <pc:docMk/>
            <pc:sldMk cId="3087293968" sldId="990"/>
            <ac:spMk id="18464" creationId="{8FE96574-B95C-4EBD-A3A4-0EDB21252D54}"/>
          </ac:spMkLst>
        </pc:spChg>
        <pc:spChg chg="del">
          <ac:chgData name="王 欣捷" userId="b965477fa0aef5e6" providerId="LiveId" clId="{52F2050B-012F-405A-8A8E-9EA1DA998F21}" dt="2023-05-16T15:01:45.849" v="53" actId="478"/>
          <ac:spMkLst>
            <pc:docMk/>
            <pc:sldMk cId="3087293968" sldId="990"/>
            <ac:spMk id="18465" creationId="{054B73BD-7249-4B04-A750-3EB449F7A434}"/>
          </ac:spMkLst>
        </pc:spChg>
        <pc:grpChg chg="add mod">
          <ac:chgData name="王 欣捷" userId="b965477fa0aef5e6" providerId="LiveId" clId="{52F2050B-012F-405A-8A8E-9EA1DA998F21}" dt="2023-05-16T15:14:20.171" v="210" actId="164"/>
          <ac:grpSpMkLst>
            <pc:docMk/>
            <pc:sldMk cId="3087293968" sldId="990"/>
            <ac:grpSpMk id="18436" creationId="{4FB2B864-5F67-0A5C-3D6C-016D556F52F2}"/>
          </ac:grpSpMkLst>
        </pc:grpChg>
      </pc:sldChg>
      <pc:sldChg chg="addSp delSp modSp add mod modAnim">
        <pc:chgData name="王 欣捷" userId="b965477fa0aef5e6" providerId="LiveId" clId="{52F2050B-012F-405A-8A8E-9EA1DA998F21}" dt="2023-05-16T15:31:41.310" v="502"/>
        <pc:sldMkLst>
          <pc:docMk/>
          <pc:sldMk cId="1106337047" sldId="991"/>
        </pc:sldMkLst>
        <pc:spChg chg="add del">
          <ac:chgData name="王 欣捷" userId="b965477fa0aef5e6" providerId="LiveId" clId="{52F2050B-012F-405A-8A8E-9EA1DA998F21}" dt="2023-05-16T15:24:22.726" v="262"/>
          <ac:spMkLst>
            <pc:docMk/>
            <pc:sldMk cId="1106337047" sldId="991"/>
            <ac:spMk id="2" creationId="{7925C2D3-B582-B882-683E-9C0792C267ED}"/>
          </ac:spMkLst>
        </pc:spChg>
        <pc:spChg chg="add del">
          <ac:chgData name="王 欣捷" userId="b965477fa0aef5e6" providerId="LiveId" clId="{52F2050B-012F-405A-8A8E-9EA1DA998F21}" dt="2023-05-16T15:24:31.862" v="266"/>
          <ac:spMkLst>
            <pc:docMk/>
            <pc:sldMk cId="1106337047" sldId="991"/>
            <ac:spMk id="3" creationId="{4DFE73F9-51A8-9254-C147-CB4B30021396}"/>
          </ac:spMkLst>
        </pc:spChg>
        <pc:spChg chg="add mod">
          <ac:chgData name="王 欣捷" userId="b965477fa0aef5e6" providerId="LiveId" clId="{52F2050B-012F-405A-8A8E-9EA1DA998F21}" dt="2023-05-16T15:28:52.838" v="372" actId="1076"/>
          <ac:spMkLst>
            <pc:docMk/>
            <pc:sldMk cId="1106337047" sldId="991"/>
            <ac:spMk id="5" creationId="{803912C3-CC76-8233-338D-AF97C3541198}"/>
          </ac:spMkLst>
        </pc:spChg>
        <pc:spChg chg="mod">
          <ac:chgData name="王 欣捷" userId="b965477fa0aef5e6" providerId="LiveId" clId="{52F2050B-012F-405A-8A8E-9EA1DA998F21}" dt="2023-05-16T15:22:27.992" v="234"/>
          <ac:spMkLst>
            <pc:docMk/>
            <pc:sldMk cId="1106337047" sldId="991"/>
            <ac:spMk id="48130" creationId="{07EB6E79-81DC-44EE-B65F-9E59ABFC71BE}"/>
          </ac:spMkLst>
        </pc:spChg>
        <pc:spChg chg="mod">
          <ac:chgData name="王 欣捷" userId="b965477fa0aef5e6" providerId="LiveId" clId="{52F2050B-012F-405A-8A8E-9EA1DA998F21}" dt="2023-05-16T15:25:30.970" v="280" actId="113"/>
          <ac:spMkLst>
            <pc:docMk/>
            <pc:sldMk cId="1106337047" sldId="991"/>
            <ac:spMk id="48131" creationId="{8083CCDF-0D0A-4C1F-9A70-1BE3CAC9E68C}"/>
          </ac:spMkLst>
        </pc:spChg>
        <pc:graphicFrameChg chg="add mod modGraphic">
          <ac:chgData name="王 欣捷" userId="b965477fa0aef5e6" providerId="LiveId" clId="{52F2050B-012F-405A-8A8E-9EA1DA998F21}" dt="2023-05-16T15:31:33.876" v="501" actId="1076"/>
          <ac:graphicFrameMkLst>
            <pc:docMk/>
            <pc:sldMk cId="1106337047" sldId="991"/>
            <ac:graphicFrameMk id="6" creationId="{C589E5F8-C770-B70F-9F89-A134B190365B}"/>
          </ac:graphicFrameMkLst>
        </pc:graphicFrameChg>
      </pc:sldChg>
    </pc:docChg>
  </pc:docChgLst>
  <pc:docChgLst>
    <pc:chgData name="欣捷 王" userId="b965477fa0aef5e6" providerId="LiveId" clId="{B68A6987-E175-4A06-9BD3-E1E4A452E940}"/>
    <pc:docChg chg="undo custSel modSld">
      <pc:chgData name="欣捷 王" userId="b965477fa0aef5e6" providerId="LiveId" clId="{B68A6987-E175-4A06-9BD3-E1E4A452E940}" dt="2024-05-22T05:44:45.578" v="190"/>
      <pc:docMkLst>
        <pc:docMk/>
      </pc:docMkLst>
      <pc:sldChg chg="addSp modSp modAnim">
        <pc:chgData name="欣捷 王" userId="b965477fa0aef5e6" providerId="LiveId" clId="{B68A6987-E175-4A06-9BD3-E1E4A452E940}" dt="2024-05-17T01:21:04.675" v="166" actId="1076"/>
        <pc:sldMkLst>
          <pc:docMk/>
          <pc:sldMk cId="0" sldId="910"/>
        </pc:sldMkLst>
        <pc:spChg chg="add mod">
          <ac:chgData name="欣捷 王" userId="b965477fa0aef5e6" providerId="LiveId" clId="{B68A6987-E175-4A06-9BD3-E1E4A452E940}" dt="2024-05-17T01:20:32.789" v="162"/>
          <ac:spMkLst>
            <pc:docMk/>
            <pc:sldMk cId="0" sldId="910"/>
            <ac:spMk id="5" creationId="{701D244C-B069-3554-9EA0-CE49DDA97C93}"/>
          </ac:spMkLst>
        </pc:spChg>
        <pc:spChg chg="mod">
          <ac:chgData name="欣捷 王" userId="b965477fa0aef5e6" providerId="LiveId" clId="{B68A6987-E175-4A06-9BD3-E1E4A452E940}" dt="2024-05-17T01:21:04.675" v="166" actId="1076"/>
          <ac:spMkLst>
            <pc:docMk/>
            <pc:sldMk cId="0" sldId="910"/>
            <ac:spMk id="17413" creationId="{2E32C845-AD6F-4A41-9F99-E2FD462FCA7A}"/>
          </ac:spMkLst>
        </pc:spChg>
        <pc:spChg chg="mod">
          <ac:chgData name="欣捷 王" userId="b965477fa0aef5e6" providerId="LiveId" clId="{B68A6987-E175-4A06-9BD3-E1E4A452E940}" dt="2024-05-17T01:21:04.675" v="166" actId="1076"/>
          <ac:spMkLst>
            <pc:docMk/>
            <pc:sldMk cId="0" sldId="910"/>
            <ac:spMk id="17414" creationId="{8872B94E-46DB-46A9-B60D-A3AF7FCE3BCC}"/>
          </ac:spMkLst>
        </pc:spChg>
        <pc:spChg chg="mod">
          <ac:chgData name="欣捷 王" userId="b965477fa0aef5e6" providerId="LiveId" clId="{B68A6987-E175-4A06-9BD3-E1E4A452E940}" dt="2024-05-17T01:21:04.675" v="166" actId="1076"/>
          <ac:spMkLst>
            <pc:docMk/>
            <pc:sldMk cId="0" sldId="910"/>
            <ac:spMk id="17415" creationId="{239C88F1-453D-4E80-A2B9-6528767ACCCC}"/>
          </ac:spMkLst>
        </pc:spChg>
        <pc:spChg chg="mod">
          <ac:chgData name="欣捷 王" userId="b965477fa0aef5e6" providerId="LiveId" clId="{B68A6987-E175-4A06-9BD3-E1E4A452E940}" dt="2024-05-17T01:21:04.675" v="166" actId="1076"/>
          <ac:spMkLst>
            <pc:docMk/>
            <pc:sldMk cId="0" sldId="910"/>
            <ac:spMk id="17416" creationId="{CA93CF1C-726F-49D8-B6B3-3FD964BB1690}"/>
          </ac:spMkLst>
        </pc:spChg>
        <pc:spChg chg="mod">
          <ac:chgData name="欣捷 王" userId="b965477fa0aef5e6" providerId="LiveId" clId="{B68A6987-E175-4A06-9BD3-E1E4A452E940}" dt="2024-05-17T01:21:04.675" v="166" actId="1076"/>
          <ac:spMkLst>
            <pc:docMk/>
            <pc:sldMk cId="0" sldId="910"/>
            <ac:spMk id="17417" creationId="{A0A67F62-D467-4DCA-9F61-8817DF608936}"/>
          </ac:spMkLst>
        </pc:spChg>
        <pc:spChg chg="mod">
          <ac:chgData name="欣捷 王" userId="b965477fa0aef5e6" providerId="LiveId" clId="{B68A6987-E175-4A06-9BD3-E1E4A452E940}" dt="2024-05-17T01:21:04.675" v="166" actId="1076"/>
          <ac:spMkLst>
            <pc:docMk/>
            <pc:sldMk cId="0" sldId="910"/>
            <ac:spMk id="17418" creationId="{1D343D96-13CB-436E-AAE2-1DD0188E8D37}"/>
          </ac:spMkLst>
        </pc:spChg>
        <pc:spChg chg="mod">
          <ac:chgData name="欣捷 王" userId="b965477fa0aef5e6" providerId="LiveId" clId="{B68A6987-E175-4A06-9BD3-E1E4A452E940}" dt="2024-05-17T01:21:04.675" v="166" actId="1076"/>
          <ac:spMkLst>
            <pc:docMk/>
            <pc:sldMk cId="0" sldId="910"/>
            <ac:spMk id="17419" creationId="{2CAE0812-A677-42D6-9F2E-6A0FAC0238A2}"/>
          </ac:spMkLst>
        </pc:spChg>
        <pc:spChg chg="mod">
          <ac:chgData name="欣捷 王" userId="b965477fa0aef5e6" providerId="LiveId" clId="{B68A6987-E175-4A06-9BD3-E1E4A452E940}" dt="2024-05-17T01:21:04.675" v="166" actId="1076"/>
          <ac:spMkLst>
            <pc:docMk/>
            <pc:sldMk cId="0" sldId="910"/>
            <ac:spMk id="17420" creationId="{D6F6DC81-9CC9-47C5-BF42-C1B135379A68}"/>
          </ac:spMkLst>
        </pc:spChg>
        <pc:spChg chg="mod">
          <ac:chgData name="欣捷 王" userId="b965477fa0aef5e6" providerId="LiveId" clId="{B68A6987-E175-4A06-9BD3-E1E4A452E940}" dt="2024-05-17T01:21:04.675" v="166" actId="1076"/>
          <ac:spMkLst>
            <pc:docMk/>
            <pc:sldMk cId="0" sldId="910"/>
            <ac:spMk id="17421" creationId="{5088442A-E247-41AE-AA30-A68C904AF000}"/>
          </ac:spMkLst>
        </pc:spChg>
        <pc:spChg chg="mod">
          <ac:chgData name="欣捷 王" userId="b965477fa0aef5e6" providerId="LiveId" clId="{B68A6987-E175-4A06-9BD3-E1E4A452E940}" dt="2024-05-17T01:21:04.675" v="166" actId="1076"/>
          <ac:spMkLst>
            <pc:docMk/>
            <pc:sldMk cId="0" sldId="910"/>
            <ac:spMk id="17422" creationId="{B6F10FAB-72F0-47FE-A38F-550BA697E5AC}"/>
          </ac:spMkLst>
        </pc:spChg>
        <pc:spChg chg="mod">
          <ac:chgData name="欣捷 王" userId="b965477fa0aef5e6" providerId="LiveId" clId="{B68A6987-E175-4A06-9BD3-E1E4A452E940}" dt="2024-05-17T01:21:04.675" v="166" actId="1076"/>
          <ac:spMkLst>
            <pc:docMk/>
            <pc:sldMk cId="0" sldId="910"/>
            <ac:spMk id="17423" creationId="{F054896E-40D5-4779-953A-93878C498E0D}"/>
          </ac:spMkLst>
        </pc:spChg>
        <pc:spChg chg="mod">
          <ac:chgData name="欣捷 王" userId="b965477fa0aef5e6" providerId="LiveId" clId="{B68A6987-E175-4A06-9BD3-E1E4A452E940}" dt="2024-05-17T01:21:04.675" v="166" actId="1076"/>
          <ac:spMkLst>
            <pc:docMk/>
            <pc:sldMk cId="0" sldId="910"/>
            <ac:spMk id="17424" creationId="{04043B26-361B-42BD-BE2B-9803C169AFC1}"/>
          </ac:spMkLst>
        </pc:spChg>
        <pc:spChg chg="mod">
          <ac:chgData name="欣捷 王" userId="b965477fa0aef5e6" providerId="LiveId" clId="{B68A6987-E175-4A06-9BD3-E1E4A452E940}" dt="2024-05-17T01:21:04.675" v="166" actId="1076"/>
          <ac:spMkLst>
            <pc:docMk/>
            <pc:sldMk cId="0" sldId="910"/>
            <ac:spMk id="17425" creationId="{7268FE7F-2BBF-4366-8C3B-F16343EE72F4}"/>
          </ac:spMkLst>
        </pc:spChg>
        <pc:spChg chg="mod">
          <ac:chgData name="欣捷 王" userId="b965477fa0aef5e6" providerId="LiveId" clId="{B68A6987-E175-4A06-9BD3-E1E4A452E940}" dt="2024-05-17T01:21:04.675" v="166" actId="1076"/>
          <ac:spMkLst>
            <pc:docMk/>
            <pc:sldMk cId="0" sldId="910"/>
            <ac:spMk id="17426" creationId="{48F09329-FBA2-4F0B-B87E-407C26CEC443}"/>
          </ac:spMkLst>
        </pc:spChg>
        <pc:spChg chg="mod">
          <ac:chgData name="欣捷 王" userId="b965477fa0aef5e6" providerId="LiveId" clId="{B68A6987-E175-4A06-9BD3-E1E4A452E940}" dt="2024-05-17T01:21:04.675" v="166" actId="1076"/>
          <ac:spMkLst>
            <pc:docMk/>
            <pc:sldMk cId="0" sldId="910"/>
            <ac:spMk id="17427" creationId="{8F0ECD16-CC6B-4FFD-8E24-737E7C806281}"/>
          </ac:spMkLst>
        </pc:spChg>
        <pc:spChg chg="mod">
          <ac:chgData name="欣捷 王" userId="b965477fa0aef5e6" providerId="LiveId" clId="{B68A6987-E175-4A06-9BD3-E1E4A452E940}" dt="2024-05-17T01:21:04.675" v="166" actId="1076"/>
          <ac:spMkLst>
            <pc:docMk/>
            <pc:sldMk cId="0" sldId="910"/>
            <ac:spMk id="17428" creationId="{D284A64C-EBEE-4859-80C1-7650E8025818}"/>
          </ac:spMkLst>
        </pc:spChg>
        <pc:spChg chg="mod">
          <ac:chgData name="欣捷 王" userId="b965477fa0aef5e6" providerId="LiveId" clId="{B68A6987-E175-4A06-9BD3-E1E4A452E940}" dt="2024-05-17T01:21:04.675" v="166" actId="1076"/>
          <ac:spMkLst>
            <pc:docMk/>
            <pc:sldMk cId="0" sldId="910"/>
            <ac:spMk id="17429" creationId="{054157B3-F020-4688-8362-F55D0F04535D}"/>
          </ac:spMkLst>
        </pc:spChg>
        <pc:spChg chg="mod">
          <ac:chgData name="欣捷 王" userId="b965477fa0aef5e6" providerId="LiveId" clId="{B68A6987-E175-4A06-9BD3-E1E4A452E940}" dt="2024-05-17T01:21:04.675" v="166" actId="1076"/>
          <ac:spMkLst>
            <pc:docMk/>
            <pc:sldMk cId="0" sldId="910"/>
            <ac:spMk id="17430" creationId="{3D0B46D7-E7E6-4A97-A0E5-0DFB6A735EBC}"/>
          </ac:spMkLst>
        </pc:spChg>
        <pc:spChg chg="mod">
          <ac:chgData name="欣捷 王" userId="b965477fa0aef5e6" providerId="LiveId" clId="{B68A6987-E175-4A06-9BD3-E1E4A452E940}" dt="2024-05-17T01:21:04.675" v="166" actId="1076"/>
          <ac:spMkLst>
            <pc:docMk/>
            <pc:sldMk cId="0" sldId="910"/>
            <ac:spMk id="17431" creationId="{17B7818D-14AA-4995-97C6-AE59475A5524}"/>
          </ac:spMkLst>
        </pc:spChg>
        <pc:spChg chg="mod">
          <ac:chgData name="欣捷 王" userId="b965477fa0aef5e6" providerId="LiveId" clId="{B68A6987-E175-4A06-9BD3-E1E4A452E940}" dt="2024-05-17T01:21:04.675" v="166" actId="1076"/>
          <ac:spMkLst>
            <pc:docMk/>
            <pc:sldMk cId="0" sldId="910"/>
            <ac:spMk id="17432" creationId="{4EF9ADAD-6D70-49FA-AC71-2226DF7CE49A}"/>
          </ac:spMkLst>
        </pc:spChg>
        <pc:spChg chg="mod">
          <ac:chgData name="欣捷 王" userId="b965477fa0aef5e6" providerId="LiveId" clId="{B68A6987-E175-4A06-9BD3-E1E4A452E940}" dt="2024-05-17T01:21:04.675" v="166" actId="1076"/>
          <ac:spMkLst>
            <pc:docMk/>
            <pc:sldMk cId="0" sldId="910"/>
            <ac:spMk id="17433" creationId="{FCB64858-816A-472A-AFF9-D40A67523733}"/>
          </ac:spMkLst>
        </pc:spChg>
        <pc:spChg chg="mod">
          <ac:chgData name="欣捷 王" userId="b965477fa0aef5e6" providerId="LiveId" clId="{B68A6987-E175-4A06-9BD3-E1E4A452E940}" dt="2024-05-17T01:21:04.675" v="166" actId="1076"/>
          <ac:spMkLst>
            <pc:docMk/>
            <pc:sldMk cId="0" sldId="910"/>
            <ac:spMk id="17434" creationId="{0C2D9473-C9E7-4E3B-BACF-D70C0B1E955F}"/>
          </ac:spMkLst>
        </pc:spChg>
        <pc:spChg chg="mod">
          <ac:chgData name="欣捷 王" userId="b965477fa0aef5e6" providerId="LiveId" clId="{B68A6987-E175-4A06-9BD3-E1E4A452E940}" dt="2024-05-17T01:21:04.675" v="166" actId="1076"/>
          <ac:spMkLst>
            <pc:docMk/>
            <pc:sldMk cId="0" sldId="910"/>
            <ac:spMk id="17435" creationId="{6D60760E-E423-4171-B759-39A733EF0F79}"/>
          </ac:spMkLst>
        </pc:spChg>
        <pc:spChg chg="mod">
          <ac:chgData name="欣捷 王" userId="b965477fa0aef5e6" providerId="LiveId" clId="{B68A6987-E175-4A06-9BD3-E1E4A452E940}" dt="2024-05-17T01:21:04.675" v="166" actId="1076"/>
          <ac:spMkLst>
            <pc:docMk/>
            <pc:sldMk cId="0" sldId="910"/>
            <ac:spMk id="17436" creationId="{7B548F7A-BCF3-474B-97EF-15F207B87624}"/>
          </ac:spMkLst>
        </pc:spChg>
        <pc:spChg chg="mod">
          <ac:chgData name="欣捷 王" userId="b965477fa0aef5e6" providerId="LiveId" clId="{B68A6987-E175-4A06-9BD3-E1E4A452E940}" dt="2024-05-17T01:21:04.675" v="166" actId="1076"/>
          <ac:spMkLst>
            <pc:docMk/>
            <pc:sldMk cId="0" sldId="910"/>
            <ac:spMk id="17437" creationId="{0A45DE0A-1AF5-4ECD-9FAA-7619D37FDCC1}"/>
          </ac:spMkLst>
        </pc:spChg>
        <pc:spChg chg="mod">
          <ac:chgData name="欣捷 王" userId="b965477fa0aef5e6" providerId="LiveId" clId="{B68A6987-E175-4A06-9BD3-E1E4A452E940}" dt="2024-05-17T01:21:04.675" v="166" actId="1076"/>
          <ac:spMkLst>
            <pc:docMk/>
            <pc:sldMk cId="0" sldId="910"/>
            <ac:spMk id="17438" creationId="{6AA08D06-4AA5-4C40-8322-F703F8EB0EF4}"/>
          </ac:spMkLst>
        </pc:spChg>
        <pc:spChg chg="mod">
          <ac:chgData name="欣捷 王" userId="b965477fa0aef5e6" providerId="LiveId" clId="{B68A6987-E175-4A06-9BD3-E1E4A452E940}" dt="2024-05-17T01:21:04.675" v="166" actId="1076"/>
          <ac:spMkLst>
            <pc:docMk/>
            <pc:sldMk cId="0" sldId="910"/>
            <ac:spMk id="17439" creationId="{A192236B-E51C-4760-9783-D4D65012F560}"/>
          </ac:spMkLst>
        </pc:spChg>
        <pc:spChg chg="mod">
          <ac:chgData name="欣捷 王" userId="b965477fa0aef5e6" providerId="LiveId" clId="{B68A6987-E175-4A06-9BD3-E1E4A452E940}" dt="2024-05-17T01:21:04.675" v="166" actId="1076"/>
          <ac:spMkLst>
            <pc:docMk/>
            <pc:sldMk cId="0" sldId="910"/>
            <ac:spMk id="17440" creationId="{D0F15E9D-CE0C-4AB7-8418-DAD195226F4F}"/>
          </ac:spMkLst>
        </pc:spChg>
        <pc:spChg chg="mod">
          <ac:chgData name="欣捷 王" userId="b965477fa0aef5e6" providerId="LiveId" clId="{B68A6987-E175-4A06-9BD3-E1E4A452E940}" dt="2024-05-17T01:21:04.675" v="166" actId="1076"/>
          <ac:spMkLst>
            <pc:docMk/>
            <pc:sldMk cId="0" sldId="910"/>
            <ac:spMk id="17441" creationId="{3463E87A-32C8-4872-86FF-DF7BF14EF30B}"/>
          </ac:spMkLst>
        </pc:spChg>
        <pc:grpChg chg="mod">
          <ac:chgData name="欣捷 王" userId="b965477fa0aef5e6" providerId="LiveId" clId="{B68A6987-E175-4A06-9BD3-E1E4A452E940}" dt="2024-05-17T01:21:04.675" v="166" actId="1076"/>
          <ac:grpSpMkLst>
            <pc:docMk/>
            <pc:sldMk cId="0" sldId="910"/>
            <ac:grpSpMk id="6" creationId="{F0943D33-4C88-1B9C-C166-40FB099A35A6}"/>
          </ac:grpSpMkLst>
        </pc:grpChg>
      </pc:sldChg>
      <pc:sldChg chg="modSp mod modAnim">
        <pc:chgData name="欣捷 王" userId="b965477fa0aef5e6" providerId="LiveId" clId="{B68A6987-E175-4A06-9BD3-E1E4A452E940}" dt="2024-05-17T01:28:36.877" v="184" actId="167"/>
        <pc:sldMkLst>
          <pc:docMk/>
          <pc:sldMk cId="0" sldId="938"/>
        </pc:sldMkLst>
        <pc:grpChg chg="ord">
          <ac:chgData name="欣捷 王" userId="b965477fa0aef5e6" providerId="LiveId" clId="{B68A6987-E175-4A06-9BD3-E1E4A452E940}" dt="2024-05-17T01:28:36.877" v="184" actId="167"/>
          <ac:grpSpMkLst>
            <pc:docMk/>
            <pc:sldMk cId="0" sldId="938"/>
            <ac:grpSpMk id="36059" creationId="{E9AD20A6-DF7C-E890-5844-0A25A04DC770}"/>
          </ac:grpSpMkLst>
        </pc:grpChg>
      </pc:sldChg>
      <pc:sldChg chg="modSp mod">
        <pc:chgData name="欣捷 王" userId="b965477fa0aef5e6" providerId="LiveId" clId="{B68A6987-E175-4A06-9BD3-E1E4A452E940}" dt="2024-05-17T00:24:20.010" v="26" actId="20577"/>
        <pc:sldMkLst>
          <pc:docMk/>
          <pc:sldMk cId="2198492349" sldId="947"/>
        </pc:sldMkLst>
        <pc:spChg chg="mod">
          <ac:chgData name="欣捷 王" userId="b965477fa0aef5e6" providerId="LiveId" clId="{B68A6987-E175-4A06-9BD3-E1E4A452E940}" dt="2024-05-17T00:24:20.010" v="26" actId="20577"/>
          <ac:spMkLst>
            <pc:docMk/>
            <pc:sldMk cId="2198492349" sldId="947"/>
            <ac:spMk id="3" creationId="{83223860-FE93-4EBA-AA13-19E55DD0F28F}"/>
          </ac:spMkLst>
        </pc:spChg>
      </pc:sldChg>
      <pc:sldChg chg="modSp">
        <pc:chgData name="欣捷 王" userId="b965477fa0aef5e6" providerId="LiveId" clId="{B68A6987-E175-4A06-9BD3-E1E4A452E940}" dt="2024-05-17T01:21:30.416" v="171" actId="1038"/>
        <pc:sldMkLst>
          <pc:docMk/>
          <pc:sldMk cId="2491439333" sldId="949"/>
        </pc:sldMkLst>
        <pc:spChg chg="mod">
          <ac:chgData name="欣捷 王" userId="b965477fa0aef5e6" providerId="LiveId" clId="{B68A6987-E175-4A06-9BD3-E1E4A452E940}" dt="2024-05-17T01:21:30.416" v="171" actId="1038"/>
          <ac:spMkLst>
            <pc:docMk/>
            <pc:sldMk cId="2491439333" sldId="949"/>
            <ac:spMk id="18452" creationId="{9777706D-29F9-40F1-8860-BDDCA2E13816}"/>
          </ac:spMkLst>
        </pc:spChg>
      </pc:sldChg>
      <pc:sldChg chg="modAnim">
        <pc:chgData name="欣捷 王" userId="b965477fa0aef5e6" providerId="LiveId" clId="{B68A6987-E175-4A06-9BD3-E1E4A452E940}" dt="2024-05-17T00:32:08.579" v="135"/>
        <pc:sldMkLst>
          <pc:docMk/>
          <pc:sldMk cId="29038470" sldId="989"/>
        </pc:sldMkLst>
      </pc:sldChg>
      <pc:sldChg chg="modSp mod">
        <pc:chgData name="欣捷 王" userId="b965477fa0aef5e6" providerId="LiveId" clId="{B68A6987-E175-4A06-9BD3-E1E4A452E940}" dt="2024-05-17T01:23:32.240" v="183"/>
        <pc:sldMkLst>
          <pc:docMk/>
          <pc:sldMk cId="3087293968" sldId="990"/>
        </pc:sldMkLst>
        <pc:spChg chg="mod">
          <ac:chgData name="欣捷 王" userId="b965477fa0aef5e6" providerId="LiveId" clId="{B68A6987-E175-4A06-9BD3-E1E4A452E940}" dt="2024-05-17T01:23:32.240" v="183"/>
          <ac:spMkLst>
            <pc:docMk/>
            <pc:sldMk cId="3087293968" sldId="990"/>
            <ac:spMk id="8" creationId="{77964D0D-96C0-E314-DB83-0CC1521E153F}"/>
          </ac:spMkLst>
        </pc:spChg>
        <pc:spChg chg="mod">
          <ac:chgData name="欣捷 王" userId="b965477fa0aef5e6" providerId="LiveId" clId="{B68A6987-E175-4A06-9BD3-E1E4A452E940}" dt="2024-05-17T01:23:23.394" v="174"/>
          <ac:spMkLst>
            <pc:docMk/>
            <pc:sldMk cId="3087293968" sldId="990"/>
            <ac:spMk id="46" creationId="{50757C98-ED4C-6A95-5EF7-93EC14F98551}"/>
          </ac:spMkLst>
        </pc:spChg>
        <pc:spChg chg="mod">
          <ac:chgData name="欣捷 王" userId="b965477fa0aef5e6" providerId="LiveId" clId="{B68A6987-E175-4A06-9BD3-E1E4A452E940}" dt="2024-05-17T01:23:25.296" v="177"/>
          <ac:spMkLst>
            <pc:docMk/>
            <pc:sldMk cId="3087293968" sldId="990"/>
            <ac:spMk id="48" creationId="{02CFD3D4-D4CB-D4A6-B94F-A2B6BBFFF137}"/>
          </ac:spMkLst>
        </pc:spChg>
        <pc:spChg chg="mod">
          <ac:chgData name="欣捷 王" userId="b965477fa0aef5e6" providerId="LiveId" clId="{B68A6987-E175-4A06-9BD3-E1E4A452E940}" dt="2024-05-17T01:23:27.616" v="180"/>
          <ac:spMkLst>
            <pc:docMk/>
            <pc:sldMk cId="3087293968" sldId="990"/>
            <ac:spMk id="63" creationId="{B2DD6E9D-3F16-7147-3DDE-4B1DE7B96791}"/>
          </ac:spMkLst>
        </pc:spChg>
      </pc:sldChg>
      <pc:sldChg chg="addSp delSp modSp mod modAnim">
        <pc:chgData name="欣捷 王" userId="b965477fa0aef5e6" providerId="LiveId" clId="{B68A6987-E175-4A06-9BD3-E1E4A452E940}" dt="2024-05-17T00:35:42.747" v="161"/>
        <pc:sldMkLst>
          <pc:docMk/>
          <pc:sldMk cId="2821143569" sldId="996"/>
        </pc:sldMkLst>
        <pc:spChg chg="mod ord">
          <ac:chgData name="欣捷 王" userId="b965477fa0aef5e6" providerId="LiveId" clId="{B68A6987-E175-4A06-9BD3-E1E4A452E940}" dt="2024-05-17T00:35:22.494" v="158" actId="1076"/>
          <ac:spMkLst>
            <pc:docMk/>
            <pc:sldMk cId="2821143569" sldId="996"/>
            <ac:spMk id="6" creationId="{9233FE1C-B614-3A02-FE46-376F948E0761}"/>
          </ac:spMkLst>
        </pc:spChg>
        <pc:spChg chg="mod">
          <ac:chgData name="欣捷 王" userId="b965477fa0aef5e6" providerId="LiveId" clId="{B68A6987-E175-4A06-9BD3-E1E4A452E940}" dt="2024-05-17T00:32:28.352" v="136"/>
          <ac:spMkLst>
            <pc:docMk/>
            <pc:sldMk cId="2821143569" sldId="996"/>
            <ac:spMk id="8" creationId="{066A7545-9F4E-5E48-CF79-AA3415D64B66}"/>
          </ac:spMkLst>
        </pc:spChg>
        <pc:spChg chg="del mod">
          <ac:chgData name="欣捷 王" userId="b965477fa0aef5e6" providerId="LiveId" clId="{B68A6987-E175-4A06-9BD3-E1E4A452E940}" dt="2024-05-17T00:35:39.812" v="160" actId="478"/>
          <ac:spMkLst>
            <pc:docMk/>
            <pc:sldMk cId="2821143569" sldId="996"/>
            <ac:spMk id="19" creationId="{55E06B43-659D-31BD-53E0-BCA296877924}"/>
          </ac:spMkLst>
        </pc:spChg>
        <pc:grpChg chg="add mod">
          <ac:chgData name="欣捷 王" userId="b965477fa0aef5e6" providerId="LiveId" clId="{B68A6987-E175-4A06-9BD3-E1E4A452E940}" dt="2024-05-17T00:33:40.747" v="156" actId="14100"/>
          <ac:grpSpMkLst>
            <pc:docMk/>
            <pc:sldMk cId="2821143569" sldId="996"/>
            <ac:grpSpMk id="5" creationId="{0BD402A2-FED8-138B-2856-D159B50A3B31}"/>
          </ac:grpSpMkLst>
        </pc:grpChg>
        <pc:grpChg chg="add mod">
          <ac:chgData name="欣捷 王" userId="b965477fa0aef5e6" providerId="LiveId" clId="{B68A6987-E175-4A06-9BD3-E1E4A452E940}" dt="2024-05-17T00:35:35.326" v="159"/>
          <ac:grpSpMkLst>
            <pc:docMk/>
            <pc:sldMk cId="2821143569" sldId="996"/>
            <ac:grpSpMk id="18" creationId="{8661C11F-E8E3-30FD-73BF-BDAB4E9C1DF9}"/>
          </ac:grpSpMkLst>
        </pc:grpChg>
        <pc:graphicFrameChg chg="mod">
          <ac:chgData name="欣捷 王" userId="b965477fa0aef5e6" providerId="LiveId" clId="{B68A6987-E175-4A06-9BD3-E1E4A452E940}" dt="2024-05-17T00:33:11.018" v="148" actId="1076"/>
          <ac:graphicFrameMkLst>
            <pc:docMk/>
            <pc:sldMk cId="2821143569" sldId="996"/>
            <ac:graphicFrameMk id="10" creationId="{A59CA286-AB5C-4D07-A748-FF93486816FA}"/>
          </ac:graphicFrameMkLst>
        </pc:graphicFrameChg>
        <pc:cxnChg chg="mod">
          <ac:chgData name="欣捷 王" userId="b965477fa0aef5e6" providerId="LiveId" clId="{B68A6987-E175-4A06-9BD3-E1E4A452E940}" dt="2024-05-17T00:33:43.707" v="157" actId="14100"/>
          <ac:cxnSpMkLst>
            <pc:docMk/>
            <pc:sldMk cId="2821143569" sldId="996"/>
            <ac:cxnSpMk id="9" creationId="{1C960DCA-A2F1-5437-08C0-597385943FE4}"/>
          </ac:cxnSpMkLst>
        </pc:cxnChg>
        <pc:cxnChg chg="del mod">
          <ac:chgData name="欣捷 王" userId="b965477fa0aef5e6" providerId="LiveId" clId="{B68A6987-E175-4A06-9BD3-E1E4A452E940}" dt="2024-05-17T00:33:21.971" v="150" actId="478"/>
          <ac:cxnSpMkLst>
            <pc:docMk/>
            <pc:sldMk cId="2821143569" sldId="996"/>
            <ac:cxnSpMk id="11" creationId="{F6DDD65A-1A6A-FC56-E000-E833E94ED628}"/>
          </ac:cxnSpMkLst>
        </pc:cxnChg>
        <pc:cxnChg chg="del mod">
          <ac:chgData name="欣捷 王" userId="b965477fa0aef5e6" providerId="LiveId" clId="{B68A6987-E175-4A06-9BD3-E1E4A452E940}" dt="2024-05-17T00:33:24.826" v="152" actId="478"/>
          <ac:cxnSpMkLst>
            <pc:docMk/>
            <pc:sldMk cId="2821143569" sldId="996"/>
            <ac:cxnSpMk id="12" creationId="{07DF0168-9119-B8A6-A1CA-B729FC64B687}"/>
          </ac:cxnSpMkLst>
        </pc:cxnChg>
        <pc:cxnChg chg="del mod">
          <ac:chgData name="欣捷 王" userId="b965477fa0aef5e6" providerId="LiveId" clId="{B68A6987-E175-4A06-9BD3-E1E4A452E940}" dt="2024-05-17T00:33:23.329" v="151" actId="478"/>
          <ac:cxnSpMkLst>
            <pc:docMk/>
            <pc:sldMk cId="2821143569" sldId="996"/>
            <ac:cxnSpMk id="13" creationId="{7BF0B6B3-8F9E-D298-A008-E74AA267641B}"/>
          </ac:cxnSpMkLst>
        </pc:cxnChg>
        <pc:cxnChg chg="del mod">
          <ac:chgData name="欣捷 王" userId="b965477fa0aef5e6" providerId="LiveId" clId="{B68A6987-E175-4A06-9BD3-E1E4A452E940}" dt="2024-05-17T00:33:31.962" v="153" actId="478"/>
          <ac:cxnSpMkLst>
            <pc:docMk/>
            <pc:sldMk cId="2821143569" sldId="996"/>
            <ac:cxnSpMk id="14" creationId="{1D0E819B-345B-3C46-939B-01F167AB4DE2}"/>
          </ac:cxnSpMkLst>
        </pc:cxnChg>
        <pc:cxnChg chg="mod">
          <ac:chgData name="欣捷 王" userId="b965477fa0aef5e6" providerId="LiveId" clId="{B68A6987-E175-4A06-9BD3-E1E4A452E940}" dt="2024-05-17T00:33:37.180" v="154" actId="14100"/>
          <ac:cxnSpMkLst>
            <pc:docMk/>
            <pc:sldMk cId="2821143569" sldId="996"/>
            <ac:cxnSpMk id="15" creationId="{9EBABFAA-8789-FD45-6DC4-E51A098FC0A1}"/>
          </ac:cxnSpMkLst>
        </pc:cxnChg>
        <pc:cxnChg chg="mod">
          <ac:chgData name="欣捷 王" userId="b965477fa0aef5e6" providerId="LiveId" clId="{B68A6987-E175-4A06-9BD3-E1E4A452E940}" dt="2024-05-17T00:35:39.812" v="160" actId="478"/>
          <ac:cxnSpMkLst>
            <pc:docMk/>
            <pc:sldMk cId="2821143569" sldId="996"/>
            <ac:cxnSpMk id="20" creationId="{4046337A-8A4D-66D6-CAB3-D6DEC37B6E1B}"/>
          </ac:cxnSpMkLst>
        </pc:cxnChg>
        <pc:cxnChg chg="mod">
          <ac:chgData name="欣捷 王" userId="b965477fa0aef5e6" providerId="LiveId" clId="{B68A6987-E175-4A06-9BD3-E1E4A452E940}" dt="2024-05-17T00:35:39.812" v="160" actId="478"/>
          <ac:cxnSpMkLst>
            <pc:docMk/>
            <pc:sldMk cId="2821143569" sldId="996"/>
            <ac:cxnSpMk id="21" creationId="{6E80DFE5-8B63-7E34-C8DE-E87D5F6E8E17}"/>
          </ac:cxnSpMkLst>
        </pc:cxnChg>
        <pc:cxnChg chg="mod">
          <ac:chgData name="欣捷 王" userId="b965477fa0aef5e6" providerId="LiveId" clId="{B68A6987-E175-4A06-9BD3-E1E4A452E940}" dt="2024-05-17T00:35:39.812" v="160" actId="478"/>
          <ac:cxnSpMkLst>
            <pc:docMk/>
            <pc:sldMk cId="2821143569" sldId="996"/>
            <ac:cxnSpMk id="22" creationId="{4F2262C4-B22A-2855-589D-DC3267ABE334}"/>
          </ac:cxnSpMkLst>
        </pc:cxnChg>
        <pc:cxnChg chg="mod">
          <ac:chgData name="欣捷 王" userId="b965477fa0aef5e6" providerId="LiveId" clId="{B68A6987-E175-4A06-9BD3-E1E4A452E940}" dt="2024-05-17T00:35:39.812" v="160" actId="478"/>
          <ac:cxnSpMkLst>
            <pc:docMk/>
            <pc:sldMk cId="2821143569" sldId="996"/>
            <ac:cxnSpMk id="23" creationId="{790D51C4-7850-613C-B053-F4C78A0C9205}"/>
          </ac:cxnSpMkLst>
        </pc:cxnChg>
        <pc:cxnChg chg="mod">
          <ac:chgData name="欣捷 王" userId="b965477fa0aef5e6" providerId="LiveId" clId="{B68A6987-E175-4A06-9BD3-E1E4A452E940}" dt="2024-05-17T00:35:39.812" v="160" actId="478"/>
          <ac:cxnSpMkLst>
            <pc:docMk/>
            <pc:sldMk cId="2821143569" sldId="996"/>
            <ac:cxnSpMk id="24" creationId="{5921B66A-3797-EA9C-E90E-1ABA2AC67DC4}"/>
          </ac:cxnSpMkLst>
        </pc:cxnChg>
        <pc:cxnChg chg="mod">
          <ac:chgData name="欣捷 王" userId="b965477fa0aef5e6" providerId="LiveId" clId="{B68A6987-E175-4A06-9BD3-E1E4A452E940}" dt="2024-05-17T00:35:39.812" v="160" actId="478"/>
          <ac:cxnSpMkLst>
            <pc:docMk/>
            <pc:sldMk cId="2821143569" sldId="996"/>
            <ac:cxnSpMk id="25" creationId="{95FAC181-1BB4-CA45-3278-72EB222D96BE}"/>
          </ac:cxnSpMkLst>
        </pc:cxnChg>
      </pc:sldChg>
      <pc:sldChg chg="modAnim">
        <pc:chgData name="欣捷 王" userId="b965477fa0aef5e6" providerId="LiveId" clId="{B68A6987-E175-4A06-9BD3-E1E4A452E940}" dt="2024-05-17T00:30:34.437" v="82"/>
        <pc:sldMkLst>
          <pc:docMk/>
          <pc:sldMk cId="3321547296" sldId="999"/>
        </pc:sldMkLst>
      </pc:sldChg>
      <pc:sldChg chg="modSp mod">
        <pc:chgData name="欣捷 王" userId="b965477fa0aef5e6" providerId="LiveId" clId="{B68A6987-E175-4A06-9BD3-E1E4A452E940}" dt="2024-05-17T00:24:45.579" v="32"/>
        <pc:sldMkLst>
          <pc:docMk/>
          <pc:sldMk cId="1216564932" sldId="1001"/>
        </pc:sldMkLst>
        <pc:spChg chg="mod">
          <ac:chgData name="欣捷 王" userId="b965477fa0aef5e6" providerId="LiveId" clId="{B68A6987-E175-4A06-9BD3-E1E4A452E940}" dt="2024-05-17T00:24:45.578" v="29"/>
          <ac:spMkLst>
            <pc:docMk/>
            <pc:sldMk cId="1216564932" sldId="1001"/>
            <ac:spMk id="19" creationId="{A49A1868-CAFC-6F14-97AD-0304C6EB6808}"/>
          </ac:spMkLst>
        </pc:spChg>
        <pc:spChg chg="mod">
          <ac:chgData name="欣捷 王" userId="b965477fa0aef5e6" providerId="LiveId" clId="{B68A6987-E175-4A06-9BD3-E1E4A452E940}" dt="2024-05-17T00:24:45.578" v="28"/>
          <ac:spMkLst>
            <pc:docMk/>
            <pc:sldMk cId="1216564932" sldId="1001"/>
            <ac:spMk id="20" creationId="{4C3AE359-A7C4-0736-BD52-9AED3AEF9BFE}"/>
          </ac:spMkLst>
        </pc:spChg>
        <pc:spChg chg="mod">
          <ac:chgData name="欣捷 王" userId="b965477fa0aef5e6" providerId="LiveId" clId="{B68A6987-E175-4A06-9BD3-E1E4A452E940}" dt="2024-05-17T00:24:45.578" v="28"/>
          <ac:spMkLst>
            <pc:docMk/>
            <pc:sldMk cId="1216564932" sldId="1001"/>
            <ac:spMk id="21" creationId="{3F0EF46C-767F-AD34-41D0-DB71A44B4852}"/>
          </ac:spMkLst>
        </pc:spChg>
        <pc:spChg chg="mod">
          <ac:chgData name="欣捷 王" userId="b965477fa0aef5e6" providerId="LiveId" clId="{B68A6987-E175-4A06-9BD3-E1E4A452E940}" dt="2024-05-17T00:24:45.578" v="28"/>
          <ac:spMkLst>
            <pc:docMk/>
            <pc:sldMk cId="1216564932" sldId="1001"/>
            <ac:spMk id="22" creationId="{DA35484E-FD65-93B3-FBFC-BD150F4BB5FE}"/>
          </ac:spMkLst>
        </pc:spChg>
        <pc:grpChg chg="mod">
          <ac:chgData name="欣捷 王" userId="b965477fa0aef5e6" providerId="LiveId" clId="{B68A6987-E175-4A06-9BD3-E1E4A452E940}" dt="2024-05-17T00:24:45.578" v="30"/>
          <ac:grpSpMkLst>
            <pc:docMk/>
            <pc:sldMk cId="1216564932" sldId="1001"/>
            <ac:grpSpMk id="23" creationId="{A2D24F62-FFC0-B464-BB8B-4B174C604C3D}"/>
          </ac:grpSpMkLst>
        </pc:grpChg>
        <pc:picChg chg="mod ord">
          <ac:chgData name="欣捷 王" userId="b965477fa0aef5e6" providerId="LiveId" clId="{B68A6987-E175-4A06-9BD3-E1E4A452E940}" dt="2024-05-17T00:24:45.579" v="32"/>
          <ac:picMkLst>
            <pc:docMk/>
            <pc:sldMk cId="1216564932" sldId="1001"/>
            <ac:picMk id="8" creationId="{BC8B7FB0-9107-8F5C-1571-20079266D294}"/>
          </ac:picMkLst>
        </pc:picChg>
      </pc:sldChg>
      <pc:sldChg chg="modSp mod modAnim">
        <pc:chgData name="欣捷 王" userId="b965477fa0aef5e6" providerId="LiveId" clId="{B68A6987-E175-4A06-9BD3-E1E4A452E940}" dt="2024-05-22T05:44:45.578" v="190"/>
        <pc:sldMkLst>
          <pc:docMk/>
          <pc:sldMk cId="2526192867" sldId="1003"/>
        </pc:sldMkLst>
        <pc:spChg chg="mod">
          <ac:chgData name="欣捷 王" userId="b965477fa0aef5e6" providerId="LiveId" clId="{B68A6987-E175-4A06-9BD3-E1E4A452E940}" dt="2024-05-22T05:44:45.577" v="187"/>
          <ac:spMkLst>
            <pc:docMk/>
            <pc:sldMk cId="2526192867" sldId="1003"/>
            <ac:spMk id="19" creationId="{A48EAAE5-E8B7-AD24-7E1F-98F5B76BE977}"/>
          </ac:spMkLst>
        </pc:spChg>
        <pc:spChg chg="mod">
          <ac:chgData name="欣捷 王" userId="b965477fa0aef5e6" providerId="LiveId" clId="{B68A6987-E175-4A06-9BD3-E1E4A452E940}" dt="2024-05-22T05:44:45.576" v="186"/>
          <ac:spMkLst>
            <pc:docMk/>
            <pc:sldMk cId="2526192867" sldId="1003"/>
            <ac:spMk id="20" creationId="{4009DBDB-483B-C2BF-6EA4-F1E1BC3AF55F}"/>
          </ac:spMkLst>
        </pc:spChg>
        <pc:spChg chg="mod">
          <ac:chgData name="欣捷 王" userId="b965477fa0aef5e6" providerId="LiveId" clId="{B68A6987-E175-4A06-9BD3-E1E4A452E940}" dt="2024-05-22T05:44:45.576" v="186"/>
          <ac:spMkLst>
            <pc:docMk/>
            <pc:sldMk cId="2526192867" sldId="1003"/>
            <ac:spMk id="21" creationId="{B097D86E-082B-EDC5-F1E1-A54F807A7826}"/>
          </ac:spMkLst>
        </pc:spChg>
        <pc:spChg chg="mod">
          <ac:chgData name="欣捷 王" userId="b965477fa0aef5e6" providerId="LiveId" clId="{B68A6987-E175-4A06-9BD3-E1E4A452E940}" dt="2024-05-22T05:44:45.576" v="186"/>
          <ac:spMkLst>
            <pc:docMk/>
            <pc:sldMk cId="2526192867" sldId="1003"/>
            <ac:spMk id="22" creationId="{E19F8CE9-64CB-08E2-477A-B25F467B8ACA}"/>
          </ac:spMkLst>
        </pc:spChg>
        <pc:grpChg chg="mod">
          <ac:chgData name="欣捷 王" userId="b965477fa0aef5e6" providerId="LiveId" clId="{B68A6987-E175-4A06-9BD3-E1E4A452E940}" dt="2024-05-22T05:44:45.577" v="188"/>
          <ac:grpSpMkLst>
            <pc:docMk/>
            <pc:sldMk cId="2526192867" sldId="1003"/>
            <ac:grpSpMk id="23" creationId="{403ADA3E-FF3B-F8A2-12CA-85E34A476143}"/>
          </ac:grpSpMkLst>
        </pc:grpChg>
        <pc:picChg chg="mod ord">
          <ac:chgData name="欣捷 王" userId="b965477fa0aef5e6" providerId="LiveId" clId="{B68A6987-E175-4A06-9BD3-E1E4A452E940}" dt="2024-05-22T05:44:45.578" v="190"/>
          <ac:picMkLst>
            <pc:docMk/>
            <pc:sldMk cId="2526192867" sldId="1003"/>
            <ac:picMk id="8" creationId="{C8A5D5C2-2367-7B16-8357-235A7EC36404}"/>
          </ac:picMkLst>
        </pc:picChg>
      </pc:sldChg>
      <pc:sldChg chg="modSp mod modAnim">
        <pc:chgData name="欣捷 王" userId="b965477fa0aef5e6" providerId="LiveId" clId="{B68A6987-E175-4A06-9BD3-E1E4A452E940}" dt="2024-05-17T00:30:47.141" v="126"/>
        <pc:sldMkLst>
          <pc:docMk/>
          <pc:sldMk cId="3452430800" sldId="1004"/>
        </pc:sldMkLst>
        <pc:spChg chg="mod">
          <ac:chgData name="欣捷 王" userId="b965477fa0aef5e6" providerId="LiveId" clId="{B68A6987-E175-4A06-9BD3-E1E4A452E940}" dt="2024-05-17T00:30:47.141" v="123"/>
          <ac:spMkLst>
            <pc:docMk/>
            <pc:sldMk cId="3452430800" sldId="1004"/>
            <ac:spMk id="17" creationId="{F4F89098-64DC-899E-CF94-81E2E10C24B1}"/>
          </ac:spMkLst>
        </pc:spChg>
        <pc:spChg chg="mod">
          <ac:chgData name="欣捷 王" userId="b965477fa0aef5e6" providerId="LiveId" clId="{B68A6987-E175-4A06-9BD3-E1E4A452E940}" dt="2024-05-17T00:30:47.141" v="122"/>
          <ac:spMkLst>
            <pc:docMk/>
            <pc:sldMk cId="3452430800" sldId="1004"/>
            <ac:spMk id="18" creationId="{DBA8309B-6350-3E1B-0095-8AA28748AC15}"/>
          </ac:spMkLst>
        </pc:spChg>
        <pc:spChg chg="mod">
          <ac:chgData name="欣捷 王" userId="b965477fa0aef5e6" providerId="LiveId" clId="{B68A6987-E175-4A06-9BD3-E1E4A452E940}" dt="2024-05-17T00:30:47.141" v="122"/>
          <ac:spMkLst>
            <pc:docMk/>
            <pc:sldMk cId="3452430800" sldId="1004"/>
            <ac:spMk id="19" creationId="{7DFE2B82-E792-23E8-58F4-5841395C1DF5}"/>
          </ac:spMkLst>
        </pc:spChg>
        <pc:spChg chg="mod">
          <ac:chgData name="欣捷 王" userId="b965477fa0aef5e6" providerId="LiveId" clId="{B68A6987-E175-4A06-9BD3-E1E4A452E940}" dt="2024-05-17T00:30:47.141" v="122"/>
          <ac:spMkLst>
            <pc:docMk/>
            <pc:sldMk cId="3452430800" sldId="1004"/>
            <ac:spMk id="20" creationId="{9A5E8286-6FD7-5E4A-BE23-02D17EF3F1C0}"/>
          </ac:spMkLst>
        </pc:spChg>
        <pc:grpChg chg="mod">
          <ac:chgData name="欣捷 王" userId="b965477fa0aef5e6" providerId="LiveId" clId="{B68A6987-E175-4A06-9BD3-E1E4A452E940}" dt="2024-05-17T00:30:47.141" v="124"/>
          <ac:grpSpMkLst>
            <pc:docMk/>
            <pc:sldMk cId="3452430800" sldId="1004"/>
            <ac:grpSpMk id="21" creationId="{887FEA89-13BD-9697-0500-89F6A8A13A14}"/>
          </ac:grpSpMkLst>
        </pc:grpChg>
        <pc:picChg chg="mod ord">
          <ac:chgData name="欣捷 王" userId="b965477fa0aef5e6" providerId="LiveId" clId="{B68A6987-E175-4A06-9BD3-E1E4A452E940}" dt="2024-05-17T00:30:47.141" v="126"/>
          <ac:picMkLst>
            <pc:docMk/>
            <pc:sldMk cId="3452430800" sldId="1004"/>
            <ac:picMk id="6" creationId="{70601EF9-C1C7-77E2-8577-7582728849A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96F474-3F77-4C96-AA90-4EF0466282D8}" type="datetimeFigureOut">
              <a:rPr lang="zh-CN" altLang="en-US" smtClean="0"/>
              <a:t>2024/6/6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3E0CB0-7C81-4F13-BB43-6685CB01EB5E}" type="slidenum">
              <a:rPr lang="zh-CN" altLang="en-US" smtClean="0"/>
              <a:t>‹#›</a:t>
            </a:fld>
            <a:endParaRPr lang="zh-CN" altLang="en-US"/>
          </a:p>
        </p:txBody>
      </p:sp>
    </p:spTree>
    <p:extLst>
      <p:ext uri="{BB962C8B-B14F-4D97-AF65-F5344CB8AC3E}">
        <p14:creationId xmlns:p14="http://schemas.microsoft.com/office/powerpoint/2010/main" val="2609146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回顾编译器的几大阶段。其中，数字标号标识了章节序号。</a:t>
            </a:r>
          </a:p>
        </p:txBody>
      </p:sp>
      <p:sp>
        <p:nvSpPr>
          <p:cNvPr id="4" name="灯片编号占位符 3"/>
          <p:cNvSpPr>
            <a:spLocks noGrp="1"/>
          </p:cNvSpPr>
          <p:nvPr>
            <p:ph type="sldNum" sz="quarter" idx="5"/>
          </p:nvPr>
        </p:nvSpPr>
        <p:spPr/>
        <p:txBody>
          <a:bodyPr/>
          <a:lstStyle/>
          <a:p>
            <a:fld id="{E13E0CB0-7C81-4F13-BB43-6685CB01EB5E}" type="slidenum">
              <a:rPr lang="zh-CN" altLang="en-US" smtClean="0"/>
              <a:t>2</a:t>
            </a:fld>
            <a:endParaRPr lang="zh-CN" altLang="en-US"/>
          </a:p>
        </p:txBody>
      </p:sp>
    </p:spTree>
    <p:extLst>
      <p:ext uri="{BB962C8B-B14F-4D97-AF65-F5344CB8AC3E}">
        <p14:creationId xmlns:p14="http://schemas.microsoft.com/office/powerpoint/2010/main" val="280479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sz="1200" dirty="0"/>
              <a:t>语法分析过程并不关心文法符号的含义（语义）。</a:t>
            </a:r>
          </a:p>
          <a:p>
            <a:pPr eaLnBrk="1" hangingPunct="1"/>
            <a:r>
              <a:rPr lang="zh-CN" altLang="en-US" sz="1200" dirty="0"/>
              <a:t>编译器的最终目的是将源程序翻译成汇编语言或机器语言形式的目标代码（现代编译器一般还会经过一个翻译成中间代码的过程），这个翻译过程会涉及到</a:t>
            </a:r>
            <a:r>
              <a:rPr lang="zh-CN" altLang="en-US" sz="1200" b="1" dirty="0">
                <a:solidFill>
                  <a:schemeClr val="hlink"/>
                </a:solidFill>
              </a:rPr>
              <a:t>语义的分析</a:t>
            </a:r>
            <a:r>
              <a:rPr lang="zh-CN" altLang="en-US" sz="1200" dirty="0"/>
              <a:t>，例如需要产生代码、把信息存入符号表，显示出错信息等。</a:t>
            </a:r>
          </a:p>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3</a:t>
            </a:fld>
            <a:endParaRPr lang="zh-CN" altLang="en-US"/>
          </a:p>
        </p:txBody>
      </p:sp>
    </p:spTree>
    <p:extLst>
      <p:ext uri="{BB962C8B-B14F-4D97-AF65-F5344CB8AC3E}">
        <p14:creationId xmlns:p14="http://schemas.microsoft.com/office/powerpoint/2010/main" val="4042122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一个使用</a:t>
            </a:r>
            <a:r>
              <a:rPr lang="en-US" altLang="zh-CN" dirty="0" err="1"/>
              <a:t>Yacc</a:t>
            </a:r>
            <a:r>
              <a:rPr lang="zh-CN" altLang="en-US" dirty="0"/>
              <a:t>计算表达式结果的例子（本课程实验</a:t>
            </a:r>
            <a:r>
              <a:rPr lang="en-US" altLang="zh-CN" dirty="0"/>
              <a:t>5</a:t>
            </a:r>
            <a:r>
              <a:rPr lang="zh-CN" altLang="en-US" dirty="0"/>
              <a:t>的</a:t>
            </a:r>
            <a:r>
              <a:rPr lang="en-US" altLang="zh-CN" dirty="0"/>
              <a:t>calculator0</a:t>
            </a:r>
            <a:r>
              <a:rPr lang="zh-CN" altLang="en-US" dirty="0"/>
              <a:t>示例代码）</a:t>
            </a:r>
            <a:endParaRPr lang="en-US" altLang="zh-CN" dirty="0"/>
          </a:p>
          <a:p>
            <a:endParaRPr lang="en-US" altLang="zh-CN" dirty="0"/>
          </a:p>
          <a:p>
            <a:endParaRPr lang="en-US" altLang="zh-CN" dirty="0"/>
          </a:p>
          <a:p>
            <a:pPr eaLnBrk="1" hangingPunct="1"/>
            <a:r>
              <a:rPr lang="zh-CN" altLang="en-US" sz="1200" dirty="0"/>
              <a:t>语义信息可以用文法符号上添加的</a:t>
            </a:r>
            <a:r>
              <a:rPr lang="zh-CN" altLang="en-US" sz="1200" b="1" dirty="0">
                <a:solidFill>
                  <a:srgbClr val="FF0000"/>
                </a:solidFill>
              </a:rPr>
              <a:t>属性值</a:t>
            </a:r>
            <a:r>
              <a:rPr lang="zh-CN" altLang="en-US" sz="1200" dirty="0"/>
              <a:t>来承载，这样语义分析的过程就变成了</a:t>
            </a:r>
            <a:r>
              <a:rPr lang="zh-CN" altLang="en-US" sz="1200" b="1" dirty="0">
                <a:solidFill>
                  <a:srgbClr val="FF0000"/>
                </a:solidFill>
              </a:rPr>
              <a:t>对文法符号上属性值的计算过程</a:t>
            </a:r>
            <a:r>
              <a:rPr lang="zh-CN" altLang="en-US" sz="1200" dirty="0"/>
              <a:t>。</a:t>
            </a:r>
            <a:endParaRPr lang="en-US" altLang="zh-CN" sz="1200" dirty="0"/>
          </a:p>
          <a:p>
            <a:pPr eaLnBrk="1" hangingPunct="1"/>
            <a:r>
              <a:rPr lang="zh-CN" altLang="en-US" sz="1200" dirty="0"/>
              <a:t>这个过程可以和语法分析并行进行，使用的方法是</a:t>
            </a:r>
            <a:r>
              <a:rPr lang="en-US" altLang="zh-CN" sz="1200" dirty="0"/>
              <a:t>---</a:t>
            </a:r>
            <a:r>
              <a:rPr lang="zh-CN" altLang="en-US" sz="1200" b="1" dirty="0">
                <a:solidFill>
                  <a:schemeClr val="hlink"/>
                </a:solidFill>
              </a:rPr>
              <a:t>语法制导的翻译</a:t>
            </a:r>
            <a:r>
              <a:rPr lang="zh-CN" altLang="en-US" sz="1200" dirty="0"/>
              <a:t>。</a:t>
            </a:r>
            <a:endParaRPr lang="en-US" altLang="zh-CN" sz="1200" dirty="0"/>
          </a:p>
          <a:p>
            <a:pPr eaLnBrk="1" hangingPunct="1"/>
            <a:endParaRPr lang="en-US" altLang="zh-CN" sz="1200" dirty="0"/>
          </a:p>
          <a:p>
            <a:pPr eaLnBrk="1" hangingPunct="1"/>
            <a:r>
              <a:rPr lang="zh-CN" altLang="en-US" dirty="0"/>
              <a:t>如何计算属性？对于给定的输入串</a:t>
            </a:r>
            <a:r>
              <a:rPr lang="en-US" altLang="zh-CN" dirty="0"/>
              <a:t>x </a:t>
            </a:r>
            <a:r>
              <a:rPr lang="zh-CN" altLang="en-US" dirty="0"/>
              <a:t>，构建</a:t>
            </a:r>
            <a:r>
              <a:rPr lang="en-US" altLang="zh-CN" dirty="0"/>
              <a:t>x</a:t>
            </a:r>
            <a:r>
              <a:rPr lang="zh-CN" altLang="en-US" dirty="0"/>
              <a:t>的语法分析树，并利用 与 产生式（语法规则）相关联的</a:t>
            </a:r>
            <a:r>
              <a:rPr lang="zh-CN" altLang="en-US" b="1" dirty="0"/>
              <a:t>语义规则 </a:t>
            </a:r>
            <a:r>
              <a:rPr lang="zh-CN" altLang="en-US" dirty="0"/>
              <a:t>来计算分析树 中各结点对应的属性值 </a:t>
            </a:r>
            <a:endParaRPr lang="zh-CN" altLang="en-US" sz="1200" dirty="0"/>
          </a:p>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4</a:t>
            </a:fld>
            <a:endParaRPr lang="zh-CN" altLang="en-US"/>
          </a:p>
        </p:txBody>
      </p:sp>
    </p:spTree>
    <p:extLst>
      <p:ext uri="{BB962C8B-B14F-4D97-AF65-F5344CB8AC3E}">
        <p14:creationId xmlns:p14="http://schemas.microsoft.com/office/powerpoint/2010/main" val="195753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将语义规则同语法规则（产生式）联系起来要 涉及两个概念 </a:t>
            </a:r>
            <a:endParaRPr lang="en-US" altLang="zh-CN" dirty="0"/>
          </a:p>
          <a:p>
            <a:r>
              <a:rPr lang="zh-CN" altLang="en-US" dirty="0"/>
              <a:t>语法制导定义</a:t>
            </a:r>
            <a:r>
              <a:rPr lang="en-US" altLang="zh-CN" dirty="0"/>
              <a:t>(Syntax-Directed Definitions, SDD)</a:t>
            </a:r>
          </a:p>
          <a:p>
            <a:r>
              <a:rPr lang="zh-CN" altLang="en-US" dirty="0"/>
              <a:t>语法制导翻译方案 </a:t>
            </a:r>
            <a:r>
              <a:rPr lang="en-US" altLang="zh-CN" dirty="0"/>
              <a:t>(Syntax-Directed Translation Scheme , SDT )</a:t>
            </a:r>
          </a:p>
          <a:p>
            <a:endParaRPr lang="en-US" altLang="zh-CN" dirty="0"/>
          </a:p>
          <a:p>
            <a:r>
              <a:rPr lang="en-US" altLang="zh-CN" dirty="0"/>
              <a:t>SDD</a:t>
            </a:r>
            <a:r>
              <a:rPr lang="zh-CN" altLang="en-US" dirty="0"/>
              <a:t>是对</a:t>
            </a:r>
            <a:r>
              <a:rPr lang="en-US" altLang="zh-CN" dirty="0"/>
              <a:t>CFG</a:t>
            </a:r>
            <a:r>
              <a:rPr lang="zh-CN" altLang="en-US" dirty="0"/>
              <a:t>的推广 将每个文法符号和一个语义属性集合相关联 将每个产生式和一组语义规则相关联，这些规则用 于计算该产生式中各文法符号的属性值 如果</a:t>
            </a:r>
            <a:r>
              <a:rPr lang="en-US" altLang="zh-CN" dirty="0"/>
              <a:t>X</a:t>
            </a:r>
            <a:r>
              <a:rPr lang="zh-CN" altLang="en-US" dirty="0"/>
              <a:t>是一个文法符号，</a:t>
            </a:r>
            <a:r>
              <a:rPr lang="en-US" altLang="zh-CN" dirty="0"/>
              <a:t>a</a:t>
            </a:r>
            <a:r>
              <a:rPr lang="zh-CN" altLang="en-US" dirty="0"/>
              <a:t>是</a:t>
            </a:r>
            <a:r>
              <a:rPr lang="en-US" altLang="zh-CN" dirty="0"/>
              <a:t>X</a:t>
            </a:r>
            <a:r>
              <a:rPr lang="zh-CN" altLang="en-US" dirty="0"/>
              <a:t>的一个属性，则用 </a:t>
            </a:r>
            <a:r>
              <a:rPr lang="en-US" altLang="zh-CN" dirty="0" err="1"/>
              <a:t>X.a</a:t>
            </a:r>
            <a:r>
              <a:rPr lang="zh-CN" altLang="en-US" dirty="0"/>
              <a:t>表示属性</a:t>
            </a:r>
            <a:r>
              <a:rPr lang="en-US" altLang="zh-CN" dirty="0"/>
              <a:t>a</a:t>
            </a:r>
            <a:r>
              <a:rPr lang="zh-CN" altLang="en-US" dirty="0"/>
              <a:t>在某个标号为</a:t>
            </a:r>
            <a:r>
              <a:rPr lang="en-US" altLang="zh-CN" dirty="0"/>
              <a:t>X</a:t>
            </a:r>
            <a:r>
              <a:rPr lang="zh-CN" altLang="en-US" dirty="0"/>
              <a:t>的分析树结点上的值</a:t>
            </a:r>
            <a:endParaRPr lang="en-US" altLang="zh-CN" dirty="0"/>
          </a:p>
          <a:p>
            <a:endParaRPr lang="en-US" altLang="zh-CN" dirty="0"/>
          </a:p>
          <a:p>
            <a:r>
              <a:rPr lang="en-US" altLang="zh-CN" dirty="0"/>
              <a:t>SDT</a:t>
            </a:r>
            <a:r>
              <a:rPr lang="zh-CN" altLang="en-US" dirty="0"/>
              <a:t>是在产生式右部嵌入了程序片段的</a:t>
            </a:r>
            <a:r>
              <a:rPr lang="en-US" altLang="zh-CN" dirty="0"/>
              <a:t>CFG</a:t>
            </a:r>
            <a:r>
              <a:rPr lang="zh-CN" altLang="en-US" dirty="0"/>
              <a:t>，这 些程序片段称为语义动作。按照惯例，语义动作 放在花括号内</a:t>
            </a:r>
            <a:endParaRPr lang="en-US" altLang="zh-CN" dirty="0"/>
          </a:p>
          <a:p>
            <a:r>
              <a:rPr lang="zh-CN" altLang="en-US" dirty="0"/>
              <a:t>一个语义动作在产生式中的位置决定了这个动作的执行时间 </a:t>
            </a:r>
            <a:endParaRPr lang="en-US" altLang="zh-CN" dirty="0"/>
          </a:p>
          <a:p>
            <a:endParaRPr lang="en-US" altLang="zh-CN" dirty="0"/>
          </a:p>
          <a:p>
            <a:r>
              <a:rPr lang="zh-CN" altLang="en-US" dirty="0"/>
              <a:t>异同：</a:t>
            </a:r>
            <a:r>
              <a:rPr lang="en-US" altLang="zh-CN" dirty="0"/>
              <a:t>SDD </a:t>
            </a:r>
            <a:r>
              <a:rPr lang="zh-CN" altLang="en-US" dirty="0"/>
              <a:t>是关于语言翻译的高层次规格说明 隐蔽了许多具体实现细节，使用户不必显式地说明翻 译发生的顺序 </a:t>
            </a:r>
            <a:r>
              <a:rPr lang="en-US" altLang="zh-CN" dirty="0"/>
              <a:t>SDT </a:t>
            </a:r>
            <a:r>
              <a:rPr lang="zh-CN" altLang="en-US" dirty="0"/>
              <a:t>可以看作是对</a:t>
            </a:r>
            <a:r>
              <a:rPr lang="en-US" altLang="zh-CN" dirty="0"/>
              <a:t>SDD</a:t>
            </a:r>
            <a:r>
              <a:rPr lang="zh-CN" altLang="en-US" dirty="0"/>
              <a:t>的一种补充，是</a:t>
            </a:r>
            <a:r>
              <a:rPr lang="en-US" altLang="zh-CN" dirty="0"/>
              <a:t>SDD</a:t>
            </a:r>
            <a:r>
              <a:rPr lang="zh-CN" altLang="en-US" dirty="0"/>
              <a:t>的具体实施方案 显式地指明了语义规则的计算顺序，以便说明某些实 现细节</a:t>
            </a:r>
          </a:p>
        </p:txBody>
      </p:sp>
      <p:sp>
        <p:nvSpPr>
          <p:cNvPr id="4" name="灯片编号占位符 3"/>
          <p:cNvSpPr>
            <a:spLocks noGrp="1"/>
          </p:cNvSpPr>
          <p:nvPr>
            <p:ph type="sldNum" sz="quarter" idx="5"/>
          </p:nvPr>
        </p:nvSpPr>
        <p:spPr/>
        <p:txBody>
          <a:bodyPr/>
          <a:lstStyle/>
          <a:p>
            <a:fld id="{E13E0CB0-7C81-4F13-BB43-6685CB01EB5E}" type="slidenum">
              <a:rPr lang="zh-CN" altLang="en-US" smtClean="0"/>
              <a:t>5</a:t>
            </a:fld>
            <a:endParaRPr lang="zh-CN" altLang="en-US"/>
          </a:p>
        </p:txBody>
      </p:sp>
    </p:spTree>
    <p:extLst>
      <p:ext uri="{BB962C8B-B14F-4D97-AF65-F5344CB8AC3E}">
        <p14:creationId xmlns:p14="http://schemas.microsoft.com/office/powerpoint/2010/main" val="1009538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6</a:t>
            </a:fld>
            <a:endParaRPr lang="zh-CN" altLang="en-US"/>
          </a:p>
        </p:txBody>
      </p:sp>
    </p:spTree>
    <p:extLst>
      <p:ext uri="{BB962C8B-B14F-4D97-AF65-F5344CB8AC3E}">
        <p14:creationId xmlns:p14="http://schemas.microsoft.com/office/powerpoint/2010/main" val="3737550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7</a:t>
            </a:fld>
            <a:endParaRPr lang="zh-CN" altLang="en-US"/>
          </a:p>
        </p:txBody>
      </p:sp>
    </p:spTree>
    <p:extLst>
      <p:ext uri="{BB962C8B-B14F-4D97-AF65-F5344CB8AC3E}">
        <p14:creationId xmlns:p14="http://schemas.microsoft.com/office/powerpoint/2010/main" val="33408311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solidFill>
                  <a:srgbClr val="FF0000"/>
                </a:solidFill>
              </a:rPr>
              <a:t>语法制导定义</a:t>
            </a:r>
            <a:r>
              <a:rPr lang="zh-CN" altLang="en-US" dirty="0"/>
              <a:t>：上下文无关文法的扩展，每个文法符号多了一组</a:t>
            </a:r>
            <a:r>
              <a:rPr lang="zh-CN" altLang="en-US" dirty="0">
                <a:solidFill>
                  <a:srgbClr val="FF0000"/>
                </a:solidFill>
              </a:rPr>
              <a:t>属性</a:t>
            </a:r>
            <a:r>
              <a:rPr lang="zh-CN" altLang="en-US" dirty="0"/>
              <a:t>，每个产生式多了一组</a:t>
            </a:r>
            <a:r>
              <a:rPr lang="zh-CN" altLang="en-US" dirty="0">
                <a:solidFill>
                  <a:srgbClr val="FF0000"/>
                </a:solidFill>
              </a:rPr>
              <a:t>语义规则</a:t>
            </a:r>
          </a:p>
          <a:p>
            <a:pPr lvl="1" eaLnBrk="1" hangingPunct="1"/>
            <a:r>
              <a:rPr lang="zh-CN" altLang="en-US" dirty="0"/>
              <a:t>属性一般表示一种语义信息，它可以表示任何东西：串、数值、类型</a:t>
            </a:r>
            <a:r>
              <a:rPr lang="en-US" altLang="zh-CN" dirty="0"/>
              <a:t>……</a:t>
            </a:r>
          </a:p>
          <a:p>
            <a:pPr lvl="1" eaLnBrk="1" hangingPunct="1"/>
            <a:r>
              <a:rPr lang="zh-CN" altLang="en-US" dirty="0"/>
              <a:t>文法符号</a:t>
            </a:r>
            <a:r>
              <a:rPr lang="en-US" altLang="zh-CN" b="1" i="1" dirty="0"/>
              <a:t>X</a:t>
            </a:r>
            <a:r>
              <a:rPr lang="zh-CN" altLang="en-US" dirty="0"/>
              <a:t>的属性</a:t>
            </a:r>
            <a:r>
              <a:rPr lang="en-US" altLang="zh-CN" b="1" i="1" dirty="0"/>
              <a:t>a</a:t>
            </a:r>
            <a:r>
              <a:rPr lang="zh-CN" altLang="en-US" dirty="0"/>
              <a:t>记做：</a:t>
            </a:r>
            <a:r>
              <a:rPr lang="en-US" altLang="zh-CN" b="1" i="1" dirty="0" err="1"/>
              <a:t>X.a</a:t>
            </a:r>
            <a:r>
              <a:rPr lang="zh-CN" altLang="en-US" dirty="0"/>
              <a:t>，每个文法符号可以有多个属性。</a:t>
            </a:r>
            <a:endParaRPr lang="en-US" altLang="zh-CN" dirty="0"/>
          </a:p>
          <a:p>
            <a:pPr lvl="1" eaLnBrk="1" hangingPunct="1"/>
            <a:r>
              <a:rPr lang="zh-CN" altLang="en-US" dirty="0"/>
              <a:t>语义规则一般描述属性的计算规则（如何计算出属性值）</a:t>
            </a:r>
          </a:p>
          <a:p>
            <a:endParaRPr lang="en-US" altLang="zh-CN" dirty="0"/>
          </a:p>
          <a:p>
            <a:pPr eaLnBrk="1" hangingPunct="1"/>
            <a:r>
              <a:rPr lang="zh-CN" altLang="en-US" dirty="0"/>
              <a:t>在原先上下文无关文法的基础上：</a:t>
            </a:r>
            <a:endParaRPr lang="en-US" altLang="zh-CN" dirty="0"/>
          </a:p>
          <a:p>
            <a:pPr eaLnBrk="1" hangingPunct="1"/>
            <a:r>
              <a:rPr lang="en-US" altLang="zh-CN" dirty="0"/>
              <a:t>1</a:t>
            </a:r>
            <a:r>
              <a:rPr lang="zh-CN" altLang="en-US" dirty="0"/>
              <a:t>、每个文法符号关联一组属性</a:t>
            </a:r>
          </a:p>
          <a:p>
            <a:pPr eaLnBrk="1" hangingPunct="1"/>
            <a:r>
              <a:rPr lang="en-US" altLang="zh-CN" dirty="0">
                <a:latin typeface="宋体" panose="02010600030101010101" pitchFamily="2" charset="-122"/>
              </a:rPr>
              <a:t>2</a:t>
            </a:r>
            <a:r>
              <a:rPr lang="zh-CN" altLang="en-US" dirty="0">
                <a:latin typeface="宋体" panose="02010600030101010101" pitchFamily="2" charset="-122"/>
              </a:rPr>
              <a:t>、每个文法产生式</a:t>
            </a:r>
            <a:r>
              <a:rPr lang="zh-CN" altLang="en-US" dirty="0"/>
              <a:t>关联一组语义规则用来计算该产生式中各文法符号的属性值</a:t>
            </a:r>
            <a:endParaRPr lang="en-US" altLang="zh-CN"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8</a:t>
            </a:fld>
            <a:endParaRPr lang="zh-CN" altLang="en-US"/>
          </a:p>
        </p:txBody>
      </p:sp>
    </p:spTree>
    <p:extLst>
      <p:ext uri="{BB962C8B-B14F-4D97-AF65-F5344CB8AC3E}">
        <p14:creationId xmlns:p14="http://schemas.microsoft.com/office/powerpoint/2010/main" val="11350990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在实际使用的语法制导定义中，经常还会出现一些语义规则的目的是打印值，输出中间代码或修改全程量等，它们是一些产生</a:t>
            </a:r>
            <a:r>
              <a:rPr lang="zh-CN" altLang="en-US" sz="1200" dirty="0">
                <a:solidFill>
                  <a:srgbClr val="FF0000"/>
                </a:solidFill>
              </a:rPr>
              <a:t>副作用</a:t>
            </a:r>
            <a:r>
              <a:rPr lang="zh-CN" altLang="en-US" sz="1200" dirty="0"/>
              <a:t>的操作。</a:t>
            </a:r>
            <a:endParaRPr lang="en-US" altLang="zh-CN" sz="1200" dirty="0"/>
          </a:p>
          <a:p>
            <a:r>
              <a:rPr lang="zh-CN" altLang="en-US" sz="1200" dirty="0"/>
              <a:t>这样的语义规则经常写成过程调用或者程序段，而非</a:t>
            </a:r>
            <a:r>
              <a:rPr lang="en-US" altLang="zh-CN" sz="1200" b="1" i="1" dirty="0"/>
              <a:t>b</a:t>
            </a:r>
            <a:r>
              <a:rPr lang="en-US" altLang="zh-CN" sz="1200" b="1" dirty="0"/>
              <a:t> =</a:t>
            </a:r>
            <a:r>
              <a:rPr lang="en-US" altLang="zh-CN" sz="1200" b="1" i="1" dirty="0"/>
              <a:t> f</a:t>
            </a:r>
            <a:r>
              <a:rPr lang="en-US" altLang="zh-CN" sz="1200" b="1" dirty="0"/>
              <a:t>(</a:t>
            </a:r>
            <a:r>
              <a:rPr lang="en-US" altLang="zh-CN" sz="1200" b="1" i="1" dirty="0"/>
              <a:t>c</a:t>
            </a:r>
            <a:r>
              <a:rPr lang="en-US" altLang="zh-CN" sz="1200" b="1" baseline="-30000" dirty="0"/>
              <a:t>1</a:t>
            </a:r>
            <a:r>
              <a:rPr lang="en-US" altLang="zh-CN" sz="1200" b="1" dirty="0"/>
              <a:t>, </a:t>
            </a:r>
            <a:r>
              <a:rPr lang="en-US" altLang="zh-CN" sz="1200" b="1" i="1" dirty="0"/>
              <a:t>c</a:t>
            </a:r>
            <a:r>
              <a:rPr lang="en-US" altLang="zh-CN" sz="1200" b="1" baseline="-30000" dirty="0"/>
              <a:t>2</a:t>
            </a:r>
            <a:r>
              <a:rPr lang="en-US" altLang="zh-CN" sz="1200" b="1" dirty="0"/>
              <a:t>, …, </a:t>
            </a:r>
            <a:r>
              <a:rPr lang="en-US" altLang="zh-CN" sz="1200" b="1" i="1" dirty="0"/>
              <a:t>c</a:t>
            </a:r>
            <a:r>
              <a:rPr lang="en-US" altLang="zh-CN" sz="1200" b="1" i="1" baseline="-30000" dirty="0"/>
              <a:t>k</a:t>
            </a:r>
            <a:r>
              <a:rPr lang="en-US" altLang="zh-CN" sz="1200" b="1" dirty="0"/>
              <a:t> )</a:t>
            </a:r>
            <a:r>
              <a:rPr lang="zh-CN" altLang="en-US" sz="1200" dirty="0"/>
              <a:t>的形式。此时可以把它们想象成定义了产生式左部非终结符的一个</a:t>
            </a:r>
            <a:r>
              <a:rPr lang="zh-CN" altLang="en-US" sz="1200" dirty="0">
                <a:solidFill>
                  <a:srgbClr val="FF0000"/>
                </a:solidFill>
              </a:rPr>
              <a:t>虚拟综合属性</a:t>
            </a:r>
            <a:r>
              <a:rPr lang="en-US" altLang="zh-CN" sz="1200" b="1" i="1" dirty="0"/>
              <a:t>b</a:t>
            </a:r>
            <a:r>
              <a:rPr lang="zh-CN" altLang="en-US" sz="1200" dirty="0"/>
              <a:t>，该虚拟综合属性和赋值号</a:t>
            </a:r>
            <a:r>
              <a:rPr lang="en-US" altLang="zh-CN" sz="1200" b="1" dirty="0"/>
              <a:t>=</a:t>
            </a:r>
            <a:r>
              <a:rPr lang="zh-CN" altLang="en-US" sz="1200" dirty="0"/>
              <a:t>在该规则中没有显示表示出来。</a:t>
            </a:r>
          </a:p>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9</a:t>
            </a:fld>
            <a:endParaRPr lang="zh-CN" altLang="en-US"/>
          </a:p>
        </p:txBody>
      </p:sp>
    </p:spTree>
    <p:extLst>
      <p:ext uri="{BB962C8B-B14F-4D97-AF65-F5344CB8AC3E}">
        <p14:creationId xmlns:p14="http://schemas.microsoft.com/office/powerpoint/2010/main" val="719411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综合属性 </a:t>
            </a:r>
            <a:r>
              <a:rPr lang="en-US" altLang="zh-CN" dirty="0"/>
              <a:t>(synthesized attribute) ——</a:t>
            </a:r>
            <a:r>
              <a:rPr lang="zh-CN" altLang="en-US" dirty="0">
                <a:latin typeface="宋体" panose="02010600030101010101" pitchFamily="2" charset="-122"/>
              </a:rPr>
              <a:t>如果</a:t>
            </a:r>
            <a:r>
              <a:rPr lang="en-US" altLang="zh-CN" b="1" i="1" dirty="0"/>
              <a:t>b</a:t>
            </a:r>
            <a:r>
              <a:rPr lang="zh-CN" altLang="en-US" dirty="0">
                <a:latin typeface="宋体" panose="02010600030101010101" pitchFamily="2" charset="-122"/>
              </a:rPr>
              <a:t>是</a:t>
            </a:r>
            <a:r>
              <a:rPr lang="en-US" altLang="zh-CN" b="1" i="1" dirty="0"/>
              <a:t>E</a:t>
            </a:r>
            <a:r>
              <a:rPr lang="zh-CN" altLang="en-US" dirty="0">
                <a:latin typeface="宋体" panose="02010600030101010101" pitchFamily="2" charset="-122"/>
              </a:rPr>
              <a:t>的属性，</a:t>
            </a:r>
            <a:r>
              <a:rPr lang="en-US" altLang="zh-CN" b="1" i="1" dirty="0"/>
              <a:t>c</a:t>
            </a:r>
            <a:r>
              <a:rPr lang="en-US" altLang="zh-CN" b="1" baseline="-30000" dirty="0"/>
              <a:t>1</a:t>
            </a:r>
            <a:r>
              <a:rPr lang="en-US" altLang="zh-CN" b="1" dirty="0"/>
              <a:t> , </a:t>
            </a:r>
            <a:r>
              <a:rPr lang="en-US" altLang="zh-CN" b="1" i="1" dirty="0"/>
              <a:t>c</a:t>
            </a:r>
            <a:r>
              <a:rPr lang="en-US" altLang="zh-CN" b="1" baseline="-30000" dirty="0"/>
              <a:t>2</a:t>
            </a:r>
            <a:r>
              <a:rPr lang="en-US" altLang="zh-CN" b="1" dirty="0"/>
              <a:t> , …, </a:t>
            </a:r>
            <a:r>
              <a:rPr lang="en-US" altLang="zh-CN" b="1" i="1" dirty="0"/>
              <a:t>c</a:t>
            </a:r>
            <a:r>
              <a:rPr lang="en-US" altLang="zh-CN" b="1" i="1" baseline="-30000" dirty="0"/>
              <a:t>k</a:t>
            </a:r>
            <a:r>
              <a:rPr lang="en-US" altLang="zh-CN" b="1" dirty="0"/>
              <a:t> </a:t>
            </a:r>
            <a:r>
              <a:rPr lang="zh-CN" altLang="en-US" dirty="0">
                <a:latin typeface="宋体" panose="02010600030101010101" pitchFamily="2" charset="-122"/>
              </a:rPr>
              <a:t>是产生式右部文法符号的属性或</a:t>
            </a:r>
            <a:r>
              <a:rPr lang="en-US" altLang="zh-CN" b="1" i="1" dirty="0"/>
              <a:t>A</a:t>
            </a:r>
            <a:r>
              <a:rPr lang="zh-CN" altLang="en-US" dirty="0">
                <a:latin typeface="宋体" panose="02010600030101010101" pitchFamily="2" charset="-122"/>
              </a:rPr>
              <a:t>的其它属性，则</a:t>
            </a:r>
            <a:r>
              <a:rPr lang="en-US" altLang="zh-CN" b="1" i="1" dirty="0"/>
              <a:t>b</a:t>
            </a:r>
            <a:r>
              <a:rPr lang="zh-CN" altLang="en-US" dirty="0">
                <a:latin typeface="宋体" panose="02010600030101010101" pitchFamily="2" charset="-122"/>
              </a:rPr>
              <a:t>称为</a:t>
            </a:r>
            <a:r>
              <a:rPr lang="en-US" altLang="zh-CN" b="1" i="1" dirty="0"/>
              <a:t>E</a:t>
            </a:r>
            <a:r>
              <a:rPr lang="zh-CN" altLang="en-US" dirty="0">
                <a:latin typeface="宋体" panose="02010600030101010101" pitchFamily="2" charset="-122"/>
              </a:rPr>
              <a:t>的综合属性。</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10</a:t>
            </a:fld>
            <a:endParaRPr lang="zh-CN" altLang="en-US"/>
          </a:p>
        </p:txBody>
      </p:sp>
    </p:spTree>
    <p:extLst>
      <p:ext uri="{BB962C8B-B14F-4D97-AF65-F5344CB8AC3E}">
        <p14:creationId xmlns:p14="http://schemas.microsoft.com/office/powerpoint/2010/main" val="3923555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12</a:t>
            </a:fld>
            <a:endParaRPr lang="zh-CN" altLang="en-US"/>
          </a:p>
        </p:txBody>
      </p:sp>
    </p:spTree>
    <p:extLst>
      <p:ext uri="{BB962C8B-B14F-4D97-AF65-F5344CB8AC3E}">
        <p14:creationId xmlns:p14="http://schemas.microsoft.com/office/powerpoint/2010/main" val="2869176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13</a:t>
            </a:fld>
            <a:endParaRPr lang="zh-CN" altLang="en-US"/>
          </a:p>
        </p:txBody>
      </p:sp>
    </p:spTree>
    <p:extLst>
      <p:ext uri="{BB962C8B-B14F-4D97-AF65-F5344CB8AC3E}">
        <p14:creationId xmlns:p14="http://schemas.microsoft.com/office/powerpoint/2010/main" val="4132514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D8CAF4C3-C7D1-4AE3-AC5A-00241FABED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E85DC04-8AE0-4810-A2EF-79F4ECC36F94}" type="slidenum">
              <a:rPr lang="en-US" altLang="zh-CN"/>
              <a:pPr>
                <a:spcBef>
                  <a:spcPct val="0"/>
                </a:spcBef>
              </a:pPr>
              <a:t>14</a:t>
            </a:fld>
            <a:endParaRPr lang="en-US" altLang="zh-CN"/>
          </a:p>
        </p:txBody>
      </p:sp>
      <p:sp>
        <p:nvSpPr>
          <p:cNvPr id="31747" name="Rectangle 2">
            <a:extLst>
              <a:ext uri="{FF2B5EF4-FFF2-40B4-BE49-F238E27FC236}">
                <a16:creationId xmlns:a16="http://schemas.microsoft.com/office/drawing/2014/main" id="{2E866B92-B49A-41A5-A056-20800839DA9D}"/>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05867634-6B87-486E-8FBC-D28C6405D9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继承属性 </a:t>
            </a:r>
            <a:r>
              <a:rPr lang="en-US" altLang="zh-CN" dirty="0"/>
              <a:t>(inherited attribute)——</a:t>
            </a:r>
            <a:r>
              <a:rPr lang="zh-CN" altLang="en-US" dirty="0">
                <a:latin typeface="宋体" panose="02010600030101010101" pitchFamily="2" charset="-122"/>
              </a:rPr>
              <a:t>如果</a:t>
            </a:r>
            <a:r>
              <a:rPr lang="en-US" altLang="zh-CN" b="1" i="1" dirty="0"/>
              <a:t>b</a:t>
            </a:r>
            <a:r>
              <a:rPr lang="zh-CN" altLang="en-US" dirty="0">
                <a:latin typeface="宋体" panose="02010600030101010101" pitchFamily="2" charset="-122"/>
              </a:rPr>
              <a:t>是产生式右部某个文法符号</a:t>
            </a:r>
            <a:r>
              <a:rPr lang="en-US" altLang="zh-CN" b="1" i="1" dirty="0"/>
              <a:t>E</a:t>
            </a:r>
            <a:r>
              <a:rPr lang="zh-CN" altLang="en-US" dirty="0">
                <a:latin typeface="宋体" panose="02010600030101010101" pitchFamily="2" charset="-122"/>
              </a:rPr>
              <a:t>的属性，</a:t>
            </a:r>
            <a:r>
              <a:rPr lang="en-US" altLang="zh-CN" b="1" i="1" dirty="0"/>
              <a:t>c</a:t>
            </a:r>
            <a:r>
              <a:rPr lang="en-US" altLang="zh-CN" b="1" baseline="-30000" dirty="0"/>
              <a:t>1</a:t>
            </a:r>
            <a:r>
              <a:rPr lang="en-US" altLang="zh-CN" b="1" dirty="0"/>
              <a:t> , </a:t>
            </a:r>
            <a:r>
              <a:rPr lang="en-US" altLang="zh-CN" b="1" i="1" dirty="0"/>
              <a:t>c</a:t>
            </a:r>
            <a:r>
              <a:rPr lang="en-US" altLang="zh-CN" b="1" baseline="-30000" dirty="0"/>
              <a:t>2</a:t>
            </a:r>
            <a:r>
              <a:rPr lang="en-US" altLang="zh-CN" b="1" dirty="0"/>
              <a:t> , …, </a:t>
            </a:r>
            <a:r>
              <a:rPr lang="en-US" altLang="zh-CN" b="1" i="1" dirty="0"/>
              <a:t>c</a:t>
            </a:r>
            <a:r>
              <a:rPr lang="en-US" altLang="zh-CN" b="1" i="1" baseline="-30000" dirty="0"/>
              <a:t>k</a:t>
            </a:r>
            <a:r>
              <a:rPr lang="en-US" altLang="zh-CN" b="1" dirty="0"/>
              <a:t> </a:t>
            </a:r>
            <a:r>
              <a:rPr lang="zh-CN" altLang="en-US" dirty="0">
                <a:latin typeface="宋体" panose="02010600030101010101" pitchFamily="2" charset="-122"/>
              </a:rPr>
              <a:t>是产生式右部文法符号的属性或</a:t>
            </a:r>
            <a:r>
              <a:rPr lang="en-US" altLang="zh-CN" b="1" i="1" dirty="0"/>
              <a:t>A</a:t>
            </a:r>
            <a:r>
              <a:rPr lang="zh-CN" altLang="en-US" dirty="0">
                <a:latin typeface="宋体" panose="02010600030101010101" pitchFamily="2" charset="-122"/>
              </a:rPr>
              <a:t>的属性，则</a:t>
            </a:r>
            <a:r>
              <a:rPr lang="en-US" altLang="zh-CN" b="1" i="1" dirty="0"/>
              <a:t>b</a:t>
            </a:r>
            <a:r>
              <a:rPr lang="zh-CN" altLang="en-US" dirty="0">
                <a:latin typeface="宋体" panose="02010600030101010101" pitchFamily="2" charset="-122"/>
              </a:rPr>
              <a:t>称为</a:t>
            </a:r>
            <a:r>
              <a:rPr lang="en-US" altLang="zh-CN" b="1" i="1" dirty="0"/>
              <a:t>E</a:t>
            </a:r>
            <a:r>
              <a:rPr lang="zh-CN" altLang="en-US" dirty="0">
                <a:latin typeface="宋体" panose="02010600030101010101" pitchFamily="2" charset="-122"/>
              </a:rPr>
              <a:t>的继承属性。</a:t>
            </a:r>
            <a:endParaRPr lang="zh-CN" altLang="en-US" dirty="0"/>
          </a:p>
          <a:p>
            <a:pPr eaLnBrk="1" hangingPunct="1"/>
            <a:endParaRPr lang="en-US" altLang="zh-CN" dirty="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944986EC-EA53-4A6A-8A7E-E8AA1FB8C0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A060E4E-A448-42BC-8CFE-0F856DC5E817}" type="slidenum">
              <a:rPr lang="en-US" altLang="zh-CN"/>
              <a:pPr>
                <a:spcBef>
                  <a:spcPct val="0"/>
                </a:spcBef>
              </a:pPr>
              <a:t>15</a:t>
            </a:fld>
            <a:endParaRPr lang="en-US" altLang="zh-CN"/>
          </a:p>
        </p:txBody>
      </p:sp>
      <p:sp>
        <p:nvSpPr>
          <p:cNvPr id="33795" name="Rectangle 2">
            <a:extLst>
              <a:ext uri="{FF2B5EF4-FFF2-40B4-BE49-F238E27FC236}">
                <a16:creationId xmlns:a16="http://schemas.microsoft.com/office/drawing/2014/main" id="{B520A85B-4FFA-43CB-BA2E-33E14EE6BB4F}"/>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D84854DE-3A22-4398-8E52-6E3A1761F0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该语法制导定义中，继承属性传递类型信息给一张声明表中的各个标识符。</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17</a:t>
            </a:fld>
            <a:endParaRPr lang="zh-CN" altLang="en-US"/>
          </a:p>
        </p:txBody>
      </p:sp>
    </p:spTree>
    <p:extLst>
      <p:ext uri="{BB962C8B-B14F-4D97-AF65-F5344CB8AC3E}">
        <p14:creationId xmlns:p14="http://schemas.microsoft.com/office/powerpoint/2010/main" val="384864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19</a:t>
            </a:fld>
            <a:endParaRPr lang="zh-CN" altLang="en-US"/>
          </a:p>
        </p:txBody>
      </p:sp>
    </p:spTree>
    <p:extLst>
      <p:ext uri="{BB962C8B-B14F-4D97-AF65-F5344CB8AC3E}">
        <p14:creationId xmlns:p14="http://schemas.microsoft.com/office/powerpoint/2010/main" val="6518741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32</a:t>
            </a:fld>
            <a:endParaRPr lang="zh-CN" altLang="en-US"/>
          </a:p>
        </p:txBody>
      </p:sp>
    </p:spTree>
    <p:extLst>
      <p:ext uri="{BB962C8B-B14F-4D97-AF65-F5344CB8AC3E}">
        <p14:creationId xmlns:p14="http://schemas.microsoft.com/office/powerpoint/2010/main" val="28605668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请注意，我们不能使用父节点</a:t>
            </a:r>
            <a:r>
              <a:rPr lang="en-US" altLang="zh-CN" b="0" dirty="0"/>
              <a:t>A</a:t>
            </a:r>
            <a:r>
              <a:rPr lang="zh-CN" altLang="en-US" b="0" dirty="0"/>
              <a:t>的综合属性，因为这些属性一般是所有 </a:t>
            </a:r>
            <a:r>
              <a:rPr lang="en-US" altLang="zh-CN" b="0" dirty="0"/>
              <a:t>X1</a:t>
            </a:r>
            <a:r>
              <a:rPr lang="zh-CN" altLang="en-US" b="0" dirty="0"/>
              <a:t>、</a:t>
            </a:r>
            <a:r>
              <a:rPr lang="en-US" altLang="zh-CN" b="0" dirty="0"/>
              <a:t>X2</a:t>
            </a:r>
            <a:r>
              <a:rPr lang="zh-CN" altLang="en-US" b="0" dirty="0"/>
              <a:t>、</a:t>
            </a:r>
            <a:r>
              <a:rPr lang="en-US" altLang="zh-CN" b="0" dirty="0"/>
              <a:t>......</a:t>
            </a:r>
            <a:r>
              <a:rPr lang="zh-CN" altLang="en-US" b="0" dirty="0"/>
              <a:t>、</a:t>
            </a:r>
            <a:r>
              <a:rPr lang="en-US" altLang="zh-CN" b="0" dirty="0" err="1"/>
              <a:t>Xn</a:t>
            </a:r>
            <a:r>
              <a:rPr lang="en-US" altLang="zh-CN" b="0" dirty="0"/>
              <a:t> </a:t>
            </a:r>
            <a:r>
              <a:rPr lang="zh-CN" altLang="en-US" b="0" dirty="0"/>
              <a:t>的函数。通过这种限制，我们可以（在自上而下和自下而上的解析中）在</a:t>
            </a:r>
            <a:r>
              <a:rPr lang="en-US" altLang="zh-CN" b="0" dirty="0"/>
              <a:t>【</a:t>
            </a:r>
            <a:r>
              <a:rPr lang="zh-CN" altLang="en-US" b="0" dirty="0"/>
              <a:t>一次</a:t>
            </a:r>
            <a:r>
              <a:rPr lang="en-US" altLang="zh-CN" b="0" dirty="0"/>
              <a:t>】</a:t>
            </a:r>
            <a:r>
              <a:rPr lang="zh-CN" altLang="en-US" b="0" dirty="0"/>
              <a:t>解析过程中对注释分析树进行生成。</a:t>
            </a:r>
          </a:p>
        </p:txBody>
      </p:sp>
      <p:sp>
        <p:nvSpPr>
          <p:cNvPr id="4" name="灯片编号占位符 3"/>
          <p:cNvSpPr>
            <a:spLocks noGrp="1"/>
          </p:cNvSpPr>
          <p:nvPr>
            <p:ph type="sldNum" sz="quarter" idx="5"/>
          </p:nvPr>
        </p:nvSpPr>
        <p:spPr/>
        <p:txBody>
          <a:bodyPr/>
          <a:lstStyle/>
          <a:p>
            <a:fld id="{E13E0CB0-7C81-4F13-BB43-6685CB01EB5E}" type="slidenum">
              <a:rPr lang="zh-CN" altLang="en-US" smtClean="0"/>
              <a:t>33</a:t>
            </a:fld>
            <a:endParaRPr lang="zh-CN" altLang="en-US"/>
          </a:p>
        </p:txBody>
      </p:sp>
    </p:spTree>
    <p:extLst>
      <p:ext uri="{BB962C8B-B14F-4D97-AF65-F5344CB8AC3E}">
        <p14:creationId xmlns:p14="http://schemas.microsoft.com/office/powerpoint/2010/main" val="40234744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20455A"/>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B629830-5336-4949-A8B2-948D6B2F12A5}"/>
              </a:ext>
            </a:extLst>
          </p:cNvPr>
          <p:cNvPicPr>
            <a:picLocks noChangeAspect="1"/>
          </p:cNvPicPr>
          <p:nvPr/>
        </p:nvPicPr>
        <p:blipFill rotWithShape="1">
          <a:blip r:embed="rId2">
            <a:extLst>
              <a:ext uri="{28A0092B-C50C-407E-A947-70E740481C1C}">
                <a14:useLocalDpi xmlns:a14="http://schemas.microsoft.com/office/drawing/2010/main" val="0"/>
              </a:ext>
            </a:extLst>
          </a:blip>
          <a:srcRect l="10656" r="10656"/>
          <a:stretch/>
        </p:blipFill>
        <p:spPr>
          <a:xfrm>
            <a:off x="0" y="0"/>
            <a:ext cx="9144000" cy="2934488"/>
          </a:xfrm>
          <a:prstGeom prst="rect">
            <a:avLst/>
          </a:prstGeom>
        </p:spPr>
      </p:pic>
      <p:sp>
        <p:nvSpPr>
          <p:cNvPr id="2" name="Title 1"/>
          <p:cNvSpPr>
            <a:spLocks noGrp="1"/>
          </p:cNvSpPr>
          <p:nvPr>
            <p:ph type="ctrTitle"/>
          </p:nvPr>
        </p:nvSpPr>
        <p:spPr>
          <a:xfrm>
            <a:off x="685800" y="2541494"/>
            <a:ext cx="7772400" cy="2192151"/>
          </a:xfrm>
        </p:spPr>
        <p:txBody>
          <a:bodyPr anchor="b"/>
          <a:lstStyle>
            <a:lvl1pPr algn="ctr">
              <a:defRPr sz="6000">
                <a:solidFill>
                  <a:schemeClr val="bg1"/>
                </a:solidFill>
              </a:defRPr>
            </a:lvl1pPr>
          </a:lstStyle>
          <a:p>
            <a:r>
              <a:rPr lang="zh-CN" altLang="en-US"/>
              <a:t>单击此处编辑母版标题样式</a:t>
            </a:r>
            <a:endParaRPr lang="en-US"/>
          </a:p>
        </p:txBody>
      </p:sp>
      <p:sp>
        <p:nvSpPr>
          <p:cNvPr id="3" name="Subtitle 2"/>
          <p:cNvSpPr>
            <a:spLocks noGrp="1"/>
          </p:cNvSpPr>
          <p:nvPr>
            <p:ph type="subTitle" idx="1"/>
          </p:nvPr>
        </p:nvSpPr>
        <p:spPr>
          <a:xfrm>
            <a:off x="1143000" y="4966310"/>
            <a:ext cx="6858000" cy="936951"/>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pic>
        <p:nvPicPr>
          <p:cNvPr id="5" name="图片 4">
            <a:extLst>
              <a:ext uri="{FF2B5EF4-FFF2-40B4-BE49-F238E27FC236}">
                <a16:creationId xmlns:a16="http://schemas.microsoft.com/office/drawing/2014/main" id="{37E01A93-E996-4DF8-B9CC-4F6E64C77D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2934488"/>
          </a:xfrm>
          <a:prstGeom prst="rect">
            <a:avLst/>
          </a:prstGeom>
        </p:spPr>
      </p:pic>
      <p:pic>
        <p:nvPicPr>
          <p:cNvPr id="4" name="图片 3">
            <a:extLst>
              <a:ext uri="{FF2B5EF4-FFF2-40B4-BE49-F238E27FC236}">
                <a16:creationId xmlns:a16="http://schemas.microsoft.com/office/drawing/2014/main" id="{9DDD1B49-781E-E34C-E1D4-72F5E4ACAE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2934488"/>
          </a:xfrm>
          <a:prstGeom prst="rect">
            <a:avLst/>
          </a:prstGeom>
        </p:spPr>
      </p:pic>
    </p:spTree>
    <p:extLst>
      <p:ext uri="{BB962C8B-B14F-4D97-AF65-F5344CB8AC3E}">
        <p14:creationId xmlns:p14="http://schemas.microsoft.com/office/powerpoint/2010/main" val="773817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日期占位符 3">
            <a:extLst>
              <a:ext uri="{FF2B5EF4-FFF2-40B4-BE49-F238E27FC236}">
                <a16:creationId xmlns:a16="http://schemas.microsoft.com/office/drawing/2014/main" id="{8FD20E6C-FB89-68E9-164A-0E504C4D3FB8}"/>
              </a:ext>
            </a:extLst>
          </p:cNvPr>
          <p:cNvSpPr>
            <a:spLocks noGrp="1"/>
          </p:cNvSpPr>
          <p:nvPr>
            <p:ph type="dt" sz="half" idx="10"/>
          </p:nvPr>
        </p:nvSpPr>
        <p:spPr/>
        <p:txBody>
          <a:bodyPr/>
          <a:lstStyle/>
          <a:p>
            <a:fld id="{ABF9780E-073B-4C32-9707-2E22AFDEAA9F}" type="datetime2">
              <a:rPr lang="zh-CN" altLang="en-US" smtClean="0"/>
              <a:t>2024年6月6日</a:t>
            </a:fld>
            <a:endParaRPr lang="zh-CN" altLang="en-US" dirty="0"/>
          </a:p>
        </p:txBody>
      </p:sp>
      <p:sp>
        <p:nvSpPr>
          <p:cNvPr id="5" name="页脚占位符 4">
            <a:extLst>
              <a:ext uri="{FF2B5EF4-FFF2-40B4-BE49-F238E27FC236}">
                <a16:creationId xmlns:a16="http://schemas.microsoft.com/office/drawing/2014/main" id="{996A6C13-CFA3-3AF6-23F4-C8246972D47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6" name="灯片编号占位符 5">
            <a:extLst>
              <a:ext uri="{FF2B5EF4-FFF2-40B4-BE49-F238E27FC236}">
                <a16:creationId xmlns:a16="http://schemas.microsoft.com/office/drawing/2014/main" id="{71E45253-17F5-89F1-7504-AB07B9F23A86}"/>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064962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AB14192-683D-1581-6D26-BAED78CAF6E7}"/>
              </a:ext>
            </a:extLst>
          </p:cNvPr>
          <p:cNvSpPr>
            <a:spLocks noGrp="1"/>
          </p:cNvSpPr>
          <p:nvPr>
            <p:ph type="dt" sz="half" idx="10"/>
          </p:nvPr>
        </p:nvSpPr>
        <p:spPr/>
        <p:txBody>
          <a:bodyPr/>
          <a:lstStyle/>
          <a:p>
            <a:fld id="{6C56E16A-06C0-43CB-82F3-8D8CFDAEF93F}" type="datetime2">
              <a:rPr lang="zh-CN" altLang="en-US" smtClean="0"/>
              <a:t>2024年6月6日</a:t>
            </a:fld>
            <a:endParaRPr lang="zh-CN" altLang="en-US" dirty="0"/>
          </a:p>
        </p:txBody>
      </p:sp>
      <p:sp>
        <p:nvSpPr>
          <p:cNvPr id="5" name="页脚占位符 4">
            <a:extLst>
              <a:ext uri="{FF2B5EF4-FFF2-40B4-BE49-F238E27FC236}">
                <a16:creationId xmlns:a16="http://schemas.microsoft.com/office/drawing/2014/main" id="{0907685F-6B1C-E4EB-B539-2D58EFF019E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6" name="灯片编号占位符 5">
            <a:extLst>
              <a:ext uri="{FF2B5EF4-FFF2-40B4-BE49-F238E27FC236}">
                <a16:creationId xmlns:a16="http://schemas.microsoft.com/office/drawing/2014/main" id="{C4AF35F3-E92D-A082-789F-7BFB914AD4DE}"/>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825642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46291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C644F57D-5DF9-5CD3-92CD-4E7CC5B87C40}"/>
              </a:ext>
            </a:extLst>
          </p:cNvPr>
          <p:cNvSpPr>
            <a:spLocks noGrp="1"/>
          </p:cNvSpPr>
          <p:nvPr>
            <p:ph type="dt" sz="half" idx="10"/>
          </p:nvPr>
        </p:nvSpPr>
        <p:spPr/>
        <p:txBody>
          <a:bodyPr/>
          <a:lstStyle/>
          <a:p>
            <a:fld id="{15DF057A-B648-42AE-B007-5250778D7A61}" type="datetime2">
              <a:rPr lang="zh-CN" altLang="en-US" smtClean="0"/>
              <a:t>2024年6月6日</a:t>
            </a:fld>
            <a:endParaRPr lang="zh-CN" altLang="en-US" dirty="0"/>
          </a:p>
        </p:txBody>
      </p:sp>
      <p:sp>
        <p:nvSpPr>
          <p:cNvPr id="6" name="页脚占位符 5">
            <a:extLst>
              <a:ext uri="{FF2B5EF4-FFF2-40B4-BE49-F238E27FC236}">
                <a16:creationId xmlns:a16="http://schemas.microsoft.com/office/drawing/2014/main" id="{E1DC6101-961B-C24B-F238-88AB1136C6A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7" name="灯片编号占位符 6">
            <a:extLst>
              <a:ext uri="{FF2B5EF4-FFF2-40B4-BE49-F238E27FC236}">
                <a16:creationId xmlns:a16="http://schemas.microsoft.com/office/drawing/2014/main" id="{73B82509-902B-020B-4806-A73C9FA4DB26}"/>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63117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318094"/>
            <a:ext cx="3868340"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1924287"/>
            <a:ext cx="3868340"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4629151" y="1318094"/>
            <a:ext cx="3887391"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1" y="1924287"/>
            <a:ext cx="3887391"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0" name="Title 1">
            <a:extLst>
              <a:ext uri="{FF2B5EF4-FFF2-40B4-BE49-F238E27FC236}">
                <a16:creationId xmlns:a16="http://schemas.microsoft.com/office/drawing/2014/main" id="{29226026-9100-429E-A7E2-D154A72B41CF}"/>
              </a:ext>
            </a:extLst>
          </p:cNvPr>
          <p:cNvSpPr>
            <a:spLocks noGrp="1"/>
          </p:cNvSpPr>
          <p:nvPr>
            <p:ph type="title"/>
          </p:nvPr>
        </p:nvSpPr>
        <p:spPr>
          <a:xfrm>
            <a:off x="628650" y="229136"/>
            <a:ext cx="7886700" cy="953133"/>
          </a:xfrm>
        </p:spPr>
        <p:txBody>
          <a:body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B189DA9E-6D2C-ECFE-516A-4D7CBF5DE6CD}"/>
              </a:ext>
            </a:extLst>
          </p:cNvPr>
          <p:cNvSpPr>
            <a:spLocks noGrp="1"/>
          </p:cNvSpPr>
          <p:nvPr>
            <p:ph type="dt" sz="half" idx="10"/>
          </p:nvPr>
        </p:nvSpPr>
        <p:spPr/>
        <p:txBody>
          <a:bodyPr/>
          <a:lstStyle/>
          <a:p>
            <a:fld id="{E42FC423-D8F4-4A97-8B82-F091453D029A}" type="datetime2">
              <a:rPr lang="zh-CN" altLang="en-US" smtClean="0"/>
              <a:t>2024年6月6日</a:t>
            </a:fld>
            <a:endParaRPr lang="zh-CN" altLang="en-US" dirty="0"/>
          </a:p>
        </p:txBody>
      </p:sp>
      <p:sp>
        <p:nvSpPr>
          <p:cNvPr id="7" name="页脚占位符 6">
            <a:extLst>
              <a:ext uri="{FF2B5EF4-FFF2-40B4-BE49-F238E27FC236}">
                <a16:creationId xmlns:a16="http://schemas.microsoft.com/office/drawing/2014/main" id="{84D214C7-BE70-775E-3184-699E828CAA6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8" name="灯片编号占位符 7">
            <a:extLst>
              <a:ext uri="{FF2B5EF4-FFF2-40B4-BE49-F238E27FC236}">
                <a16:creationId xmlns:a16="http://schemas.microsoft.com/office/drawing/2014/main" id="{4E63B42C-0A8D-3187-C6A2-EC53CC68F059}"/>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946801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6F910E3A-F2ED-EEF4-F254-EC2E311F2E32}"/>
              </a:ext>
            </a:extLst>
          </p:cNvPr>
          <p:cNvSpPr>
            <a:spLocks noGrp="1"/>
          </p:cNvSpPr>
          <p:nvPr>
            <p:ph type="dt" sz="half" idx="10"/>
          </p:nvPr>
        </p:nvSpPr>
        <p:spPr/>
        <p:txBody>
          <a:bodyPr/>
          <a:lstStyle/>
          <a:p>
            <a:fld id="{25109DBD-62B7-4D90-96A6-A56BDB1E49CA}" type="datetime2">
              <a:rPr lang="zh-CN" altLang="en-US" smtClean="0"/>
              <a:t>2024年6月6日</a:t>
            </a:fld>
            <a:endParaRPr lang="zh-CN" altLang="en-US" dirty="0"/>
          </a:p>
        </p:txBody>
      </p:sp>
      <p:sp>
        <p:nvSpPr>
          <p:cNvPr id="4" name="页脚占位符 3">
            <a:extLst>
              <a:ext uri="{FF2B5EF4-FFF2-40B4-BE49-F238E27FC236}">
                <a16:creationId xmlns:a16="http://schemas.microsoft.com/office/drawing/2014/main" id="{92EB21E9-A4F5-FC64-1354-7982178B27C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5" name="灯片编号占位符 4">
            <a:extLst>
              <a:ext uri="{FF2B5EF4-FFF2-40B4-BE49-F238E27FC236}">
                <a16:creationId xmlns:a16="http://schemas.microsoft.com/office/drawing/2014/main" id="{4B089F21-B949-2FD1-743C-8877F79815E4}"/>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803371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F0BF46A-E386-812F-0D08-5F8229156F0F}"/>
              </a:ext>
            </a:extLst>
          </p:cNvPr>
          <p:cNvSpPr>
            <a:spLocks noGrp="1"/>
          </p:cNvSpPr>
          <p:nvPr>
            <p:ph type="dt" sz="half" idx="10"/>
          </p:nvPr>
        </p:nvSpPr>
        <p:spPr/>
        <p:txBody>
          <a:bodyPr/>
          <a:lstStyle/>
          <a:p>
            <a:fld id="{BCDE887C-6E05-4A2D-B645-05EBBF47772C}"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AF34F61A-207B-527E-FBEF-08F5D67B5E4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790BB434-81FB-B74A-0CBE-68F34BF44D4C}"/>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556758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704851"/>
            <a:ext cx="4629150" cy="5156201"/>
          </a:xfrm>
        </p:spPr>
        <p:txBody>
          <a:bodyPr>
            <a:normAutofit/>
          </a:bodyPr>
          <a:lstStyle>
            <a:lvl1pPr>
              <a:lnSpc>
                <a:spcPct val="100000"/>
              </a:lnSpc>
              <a:defRPr sz="2800"/>
            </a:lvl1pPr>
            <a:lvl2pPr>
              <a:lnSpc>
                <a:spcPct val="100000"/>
              </a:lnSpc>
              <a:defRPr sz="2400"/>
            </a:lvl2pPr>
            <a:lvl3pPr>
              <a:lnSpc>
                <a:spcPct val="100000"/>
              </a:lnSpc>
              <a:defRPr sz="2000"/>
            </a:lvl3pPr>
            <a:lvl4pPr>
              <a:lnSpc>
                <a:spcPct val="100000"/>
              </a:lnSpc>
              <a:defRPr sz="1800"/>
            </a:lvl4pPr>
            <a:lvl5pPr>
              <a:lnSpc>
                <a:spcPct val="100000"/>
              </a:lnSpc>
              <a:defRPr sz="18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629841" y="1371602"/>
            <a:ext cx="2949178" cy="44973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CD298AE-E700-D985-6042-9D007D8F30EB}"/>
              </a:ext>
            </a:extLst>
          </p:cNvPr>
          <p:cNvSpPr>
            <a:spLocks noGrp="1"/>
          </p:cNvSpPr>
          <p:nvPr>
            <p:ph type="dt" sz="half" idx="10"/>
          </p:nvPr>
        </p:nvSpPr>
        <p:spPr/>
        <p:txBody>
          <a:bodyPr/>
          <a:lstStyle/>
          <a:p>
            <a:fld id="{BE7C820E-204E-4454-B22C-C6B9609DD86A}" type="datetime2">
              <a:rPr lang="zh-CN" altLang="en-US" smtClean="0"/>
              <a:t>2024年6月6日</a:t>
            </a:fld>
            <a:endParaRPr lang="zh-CN" altLang="en-US" dirty="0"/>
          </a:p>
        </p:txBody>
      </p:sp>
      <p:sp>
        <p:nvSpPr>
          <p:cNvPr id="6" name="页脚占位符 5">
            <a:extLst>
              <a:ext uri="{FF2B5EF4-FFF2-40B4-BE49-F238E27FC236}">
                <a16:creationId xmlns:a16="http://schemas.microsoft.com/office/drawing/2014/main" id="{2B258D42-CF72-34ED-F56F-AE9B813E9CC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7" name="灯片编号占位符 6">
            <a:extLst>
              <a:ext uri="{FF2B5EF4-FFF2-40B4-BE49-F238E27FC236}">
                <a16:creationId xmlns:a16="http://schemas.microsoft.com/office/drawing/2014/main" id="{DBDFD631-A3E9-165A-35DB-0DEA1F6E9435}"/>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33106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3887391" y="714376"/>
            <a:ext cx="4629150" cy="5146676"/>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1381127"/>
            <a:ext cx="2949178" cy="44878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8" name="Title 1">
            <a:extLst>
              <a:ext uri="{FF2B5EF4-FFF2-40B4-BE49-F238E27FC236}">
                <a16:creationId xmlns:a16="http://schemas.microsoft.com/office/drawing/2014/main" id="{572FE7C6-2AD9-404C-A485-6AF34B7534FE}"/>
              </a:ext>
            </a:extLst>
          </p:cNvPr>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9781ADDD-B50D-2265-4F73-7D94A8CACBC9}"/>
              </a:ext>
            </a:extLst>
          </p:cNvPr>
          <p:cNvSpPr>
            <a:spLocks noGrp="1"/>
          </p:cNvSpPr>
          <p:nvPr>
            <p:ph type="dt" sz="half" idx="10"/>
          </p:nvPr>
        </p:nvSpPr>
        <p:spPr/>
        <p:txBody>
          <a:bodyPr/>
          <a:lstStyle/>
          <a:p>
            <a:fld id="{9FD3F777-01A2-4D5E-A45C-2B200FB260BC}" type="datetime2">
              <a:rPr lang="zh-CN" altLang="en-US" smtClean="0"/>
              <a:t>2024年6月6日</a:t>
            </a:fld>
            <a:endParaRPr lang="zh-CN" altLang="en-US" dirty="0"/>
          </a:p>
        </p:txBody>
      </p:sp>
      <p:sp>
        <p:nvSpPr>
          <p:cNvPr id="5" name="页脚占位符 4">
            <a:extLst>
              <a:ext uri="{FF2B5EF4-FFF2-40B4-BE49-F238E27FC236}">
                <a16:creationId xmlns:a16="http://schemas.microsoft.com/office/drawing/2014/main" id="{317C0C95-F80D-C1E1-CCD9-FED7EC490C5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6" name="灯片编号占位符 5">
            <a:extLst>
              <a:ext uri="{FF2B5EF4-FFF2-40B4-BE49-F238E27FC236}">
                <a16:creationId xmlns:a16="http://schemas.microsoft.com/office/drawing/2014/main" id="{561A04C7-B65F-289E-E03D-12535DA86D1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962900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2858B23B-E63C-7924-6739-DE03BC37431D}"/>
              </a:ext>
            </a:extLst>
          </p:cNvPr>
          <p:cNvSpPr>
            <a:spLocks noGrp="1"/>
          </p:cNvSpPr>
          <p:nvPr>
            <p:ph type="dt" sz="half" idx="10"/>
          </p:nvPr>
        </p:nvSpPr>
        <p:spPr/>
        <p:txBody>
          <a:bodyPr/>
          <a:lstStyle/>
          <a:p>
            <a:fld id="{D17EB062-1CBB-47CE-A4C2-8A318EF6C97B}" type="datetime2">
              <a:rPr lang="zh-CN" altLang="en-US" smtClean="0"/>
              <a:t>2024年6月6日</a:t>
            </a:fld>
            <a:endParaRPr lang="zh-CN" altLang="en-US" dirty="0"/>
          </a:p>
        </p:txBody>
      </p:sp>
      <p:sp>
        <p:nvSpPr>
          <p:cNvPr id="5" name="页脚占位符 4">
            <a:extLst>
              <a:ext uri="{FF2B5EF4-FFF2-40B4-BE49-F238E27FC236}">
                <a16:creationId xmlns:a16="http://schemas.microsoft.com/office/drawing/2014/main" id="{3ADDC46F-A2C9-DCCE-53CA-FD68C17AB64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6" name="灯片编号占位符 5">
            <a:extLst>
              <a:ext uri="{FF2B5EF4-FFF2-40B4-BE49-F238E27FC236}">
                <a16:creationId xmlns:a16="http://schemas.microsoft.com/office/drawing/2014/main" id="{2FE5539E-CDF7-804D-9506-F8F808768310}"/>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873290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55B09B39-3007-BEB7-B5AD-FF5977A94FB9}"/>
              </a:ext>
            </a:extLst>
          </p:cNvPr>
          <p:cNvSpPr>
            <a:spLocks noGrp="1"/>
          </p:cNvSpPr>
          <p:nvPr>
            <p:ph type="dt" sz="half" idx="10"/>
          </p:nvPr>
        </p:nvSpPr>
        <p:spPr/>
        <p:txBody>
          <a:bodyPr/>
          <a:lstStyle/>
          <a:p>
            <a:fld id="{6AF9CB1A-8B5C-4BA3-AB0E-DD635E6423C5}" type="datetime2">
              <a:rPr lang="zh-CN" altLang="en-US" smtClean="0"/>
              <a:t>2024年6月6日</a:t>
            </a:fld>
            <a:endParaRPr lang="zh-CN" altLang="en-US" dirty="0"/>
          </a:p>
        </p:txBody>
      </p:sp>
      <p:sp>
        <p:nvSpPr>
          <p:cNvPr id="5" name="页脚占位符 4">
            <a:extLst>
              <a:ext uri="{FF2B5EF4-FFF2-40B4-BE49-F238E27FC236}">
                <a16:creationId xmlns:a16="http://schemas.microsoft.com/office/drawing/2014/main" id="{3DC64B84-DDCA-A2A7-6AF5-422C28B8707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6" name="灯片编号占位符 5">
            <a:extLst>
              <a:ext uri="{FF2B5EF4-FFF2-40B4-BE49-F238E27FC236}">
                <a16:creationId xmlns:a16="http://schemas.microsoft.com/office/drawing/2014/main" id="{6F739592-4F64-1117-E412-90F3314629D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324787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8" name="日期占位符 7">
            <a:extLst>
              <a:ext uri="{FF2B5EF4-FFF2-40B4-BE49-F238E27FC236}">
                <a16:creationId xmlns:a16="http://schemas.microsoft.com/office/drawing/2014/main" id="{DFF38CD5-A72C-F759-0789-EEDBD4DE3D74}"/>
              </a:ext>
            </a:extLst>
          </p:cNvPr>
          <p:cNvSpPr>
            <a:spLocks noGrp="1"/>
          </p:cNvSpPr>
          <p:nvPr>
            <p:ph type="dt" sz="half" idx="10"/>
          </p:nvPr>
        </p:nvSpPr>
        <p:spPr/>
        <p:txBody>
          <a:bodyPr/>
          <a:lstStyle/>
          <a:p>
            <a:fld id="{12D2C430-451B-4115-A954-4A8B8A101A8A}" type="datetime2">
              <a:rPr lang="zh-CN" altLang="en-US" smtClean="0"/>
              <a:t>2024年6月6日</a:t>
            </a:fld>
            <a:endParaRPr lang="zh-CN" altLang="en-US"/>
          </a:p>
        </p:txBody>
      </p:sp>
      <p:sp>
        <p:nvSpPr>
          <p:cNvPr id="9" name="页脚占位符 8">
            <a:extLst>
              <a:ext uri="{FF2B5EF4-FFF2-40B4-BE49-F238E27FC236}">
                <a16:creationId xmlns:a16="http://schemas.microsoft.com/office/drawing/2014/main" id="{538FBA95-D414-F06C-DB52-00D94A9C9E6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a:p>
        </p:txBody>
      </p:sp>
      <p:sp>
        <p:nvSpPr>
          <p:cNvPr id="10" name="灯片编号占位符 9">
            <a:extLst>
              <a:ext uri="{FF2B5EF4-FFF2-40B4-BE49-F238E27FC236}">
                <a16:creationId xmlns:a16="http://schemas.microsoft.com/office/drawing/2014/main" id="{8FA977F0-2D4E-D075-7789-0395E8EE4A0F}"/>
              </a:ext>
            </a:extLst>
          </p:cNvPr>
          <p:cNvSpPr>
            <a:spLocks noGrp="1"/>
          </p:cNvSpPr>
          <p:nvPr>
            <p:ph type="sldNum" sz="quarter" idx="12"/>
          </p:nvPr>
        </p:nvSpPr>
        <p:spPr/>
        <p:txBody>
          <a:bodyPr/>
          <a:lstStyle/>
          <a:p>
            <a:fld id="{AE8A42F9-28C5-430D-AF9B-33B7DE49295E}" type="slidenum">
              <a:rPr lang="zh-CN" altLang="en-US" smtClean="0"/>
              <a:t>‹#›</a:t>
            </a:fld>
            <a:endParaRPr lang="zh-CN" altLang="en-US"/>
          </a:p>
        </p:txBody>
      </p:sp>
    </p:spTree>
    <p:extLst>
      <p:ext uri="{BB962C8B-B14F-4D97-AF65-F5344CB8AC3E}">
        <p14:creationId xmlns:p14="http://schemas.microsoft.com/office/powerpoint/2010/main" val="17330911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表格占位符 2"/>
          <p:cNvSpPr>
            <a:spLocks noGrp="1"/>
          </p:cNvSpPr>
          <p:nvPr>
            <p:ph type="tbl" idx="1"/>
          </p:nvPr>
        </p:nvSpPr>
        <p:spPr>
          <a:xfrm>
            <a:off x="1182688" y="2017713"/>
            <a:ext cx="7772400" cy="4114800"/>
          </a:xfrm>
        </p:spPr>
        <p:txBody>
          <a:bodyPr/>
          <a:lstStyle/>
          <a:p>
            <a:pPr lvl="0"/>
            <a:r>
              <a:rPr lang="zh-CN" altLang="en-US" noProof="0"/>
              <a:t>单击图标添加表格</a:t>
            </a:r>
          </a:p>
        </p:txBody>
      </p:sp>
      <p:sp>
        <p:nvSpPr>
          <p:cNvPr id="7" name="日期占位符 6">
            <a:extLst>
              <a:ext uri="{FF2B5EF4-FFF2-40B4-BE49-F238E27FC236}">
                <a16:creationId xmlns:a16="http://schemas.microsoft.com/office/drawing/2014/main" id="{C9A8814B-8A88-C255-1CC9-3C519F1E888A}"/>
              </a:ext>
            </a:extLst>
          </p:cNvPr>
          <p:cNvSpPr>
            <a:spLocks noGrp="1"/>
          </p:cNvSpPr>
          <p:nvPr>
            <p:ph type="dt" sz="half" idx="10"/>
          </p:nvPr>
        </p:nvSpPr>
        <p:spPr/>
        <p:txBody>
          <a:bodyPr/>
          <a:lstStyle/>
          <a:p>
            <a:pPr>
              <a:defRPr/>
            </a:pPr>
            <a:fld id="{52D318E9-FD72-42A2-832C-CF57BC1B5C9C}" type="datetime2">
              <a:rPr lang="zh-CN" altLang="en-US" smtClean="0"/>
              <a:t>2024年6月6日</a:t>
            </a:fld>
            <a:endParaRPr lang="en-US" altLang="zh-CN"/>
          </a:p>
        </p:txBody>
      </p:sp>
      <p:sp>
        <p:nvSpPr>
          <p:cNvPr id="8" name="页脚占位符 7">
            <a:extLst>
              <a:ext uri="{FF2B5EF4-FFF2-40B4-BE49-F238E27FC236}">
                <a16:creationId xmlns:a16="http://schemas.microsoft.com/office/drawing/2014/main" id="{F89516C1-45F7-9ADE-2F07-8A46D2457D3A}"/>
              </a:ext>
            </a:extLst>
          </p:cNvPr>
          <p:cNvSpPr>
            <a:spLocks noGrp="1"/>
          </p:cNvSpPr>
          <p:nvPr>
            <p:ph type="ftr" sz="quarter" idx="11"/>
          </p:nvPr>
        </p:nvSpPr>
        <p:spPr/>
        <p:txBody>
          <a:bodyPr/>
          <a:lstStyle/>
          <a:p>
            <a:pPr>
              <a:defRPr/>
            </a:pPr>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p>
        </p:txBody>
      </p:sp>
      <p:sp>
        <p:nvSpPr>
          <p:cNvPr id="9" name="灯片编号占位符 8">
            <a:extLst>
              <a:ext uri="{FF2B5EF4-FFF2-40B4-BE49-F238E27FC236}">
                <a16:creationId xmlns:a16="http://schemas.microsoft.com/office/drawing/2014/main" id="{1A007FEB-0C75-86B7-2DB2-264DC6B13F21}"/>
              </a:ext>
            </a:extLst>
          </p:cNvPr>
          <p:cNvSpPr>
            <a:spLocks noGrp="1"/>
          </p:cNvSpPr>
          <p:nvPr>
            <p:ph type="sldNum" sz="quarter" idx="12"/>
          </p:nvPr>
        </p:nvSpPr>
        <p:spPr/>
        <p:txBody>
          <a:bodyPr/>
          <a:lstStyle/>
          <a:p>
            <a:fld id="{7F02B1A2-CC3D-4343-A3F5-277536B55DCE}" type="slidenum">
              <a:rPr lang="en-US" altLang="zh-CN" smtClean="0"/>
              <a:pPr/>
              <a:t>‹#›</a:t>
            </a:fld>
            <a:endParaRPr lang="en-US" altLang="zh-CN"/>
          </a:p>
        </p:txBody>
      </p:sp>
    </p:spTree>
    <p:extLst>
      <p:ext uri="{BB962C8B-B14F-4D97-AF65-F5344CB8AC3E}">
        <p14:creationId xmlns:p14="http://schemas.microsoft.com/office/powerpoint/2010/main" val="24325257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061B3B22-FE0F-62BA-2357-FF35E0B29C97}"/>
              </a:ext>
            </a:extLst>
          </p:cNvPr>
          <p:cNvSpPr>
            <a:spLocks noGrp="1"/>
          </p:cNvSpPr>
          <p:nvPr>
            <p:ph type="ftr" sz="quarter" idx="10"/>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3" name="灯片编号占位符 2">
            <a:extLst>
              <a:ext uri="{FF2B5EF4-FFF2-40B4-BE49-F238E27FC236}">
                <a16:creationId xmlns:a16="http://schemas.microsoft.com/office/drawing/2014/main" id="{F53D7C2C-121A-2C9E-9400-939C79C68331}"/>
              </a:ext>
            </a:extLst>
          </p:cNvPr>
          <p:cNvSpPr>
            <a:spLocks noGrp="1"/>
          </p:cNvSpPr>
          <p:nvPr>
            <p:ph type="sldNum" sz="quarter" idx="11"/>
          </p:nvPr>
        </p:nvSpPr>
        <p:spPr/>
        <p:txBody>
          <a:body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0C57897D-0739-CE7B-E073-3FDE75D8B1F2}"/>
              </a:ext>
            </a:extLst>
          </p:cNvPr>
          <p:cNvSpPr>
            <a:spLocks noGrp="1"/>
          </p:cNvSpPr>
          <p:nvPr>
            <p:ph type="dt" sz="half" idx="12"/>
          </p:nvPr>
        </p:nvSpPr>
        <p:spPr/>
        <p:txBody>
          <a:bodyPr/>
          <a:lstStyle/>
          <a:p>
            <a:fld id="{15DF057A-B648-42AE-B007-5250778D7A61}" type="datetime2">
              <a:rPr lang="zh-CN" altLang="en-US" smtClean="0"/>
              <a:t>2024年6月6日</a:t>
            </a:fld>
            <a:endParaRPr lang="zh-CN" altLang="en-US" dirty="0"/>
          </a:p>
        </p:txBody>
      </p:sp>
    </p:spTree>
    <p:extLst>
      <p:ext uri="{BB962C8B-B14F-4D97-AF65-F5344CB8AC3E}">
        <p14:creationId xmlns:p14="http://schemas.microsoft.com/office/powerpoint/2010/main" val="3538523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0F3958B-01C0-0A96-68C9-F7752383FD9A}"/>
              </a:ext>
            </a:extLst>
          </p:cNvPr>
          <p:cNvSpPr/>
          <p:nvPr/>
        </p:nvSpPr>
        <p:spPr>
          <a:xfrm>
            <a:off x="0" y="0"/>
            <a:ext cx="9144000" cy="229128"/>
          </a:xfrm>
          <a:prstGeom prst="rect">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cxnSp>
        <p:nvCxnSpPr>
          <p:cNvPr id="10" name="直接连接符 9">
            <a:extLst>
              <a:ext uri="{FF2B5EF4-FFF2-40B4-BE49-F238E27FC236}">
                <a16:creationId xmlns:a16="http://schemas.microsoft.com/office/drawing/2014/main" id="{8D5E4ABF-DD54-6BBA-BAC2-E1D45644836D}"/>
              </a:ext>
            </a:extLst>
          </p:cNvPr>
          <p:cNvCxnSpPr/>
          <p:nvPr/>
        </p:nvCxnSpPr>
        <p:spPr>
          <a:xfrm>
            <a:off x="0" y="229136"/>
            <a:ext cx="9144000"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628650" y="229136"/>
            <a:ext cx="7886700" cy="95313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257300"/>
            <a:ext cx="7886700" cy="49196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箭头: 五边形 6">
            <a:extLst>
              <a:ext uri="{FF2B5EF4-FFF2-40B4-BE49-F238E27FC236}">
                <a16:creationId xmlns:a16="http://schemas.microsoft.com/office/drawing/2014/main" id="{6CBCA317-D25B-4606-AB40-B04900150411}"/>
              </a:ext>
            </a:extLst>
          </p:cNvPr>
          <p:cNvSpPr/>
          <p:nvPr/>
        </p:nvSpPr>
        <p:spPr>
          <a:xfrm>
            <a:off x="0" y="365136"/>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箭头: 五边形 4">
            <a:extLst>
              <a:ext uri="{FF2B5EF4-FFF2-40B4-BE49-F238E27FC236}">
                <a16:creationId xmlns:a16="http://schemas.microsoft.com/office/drawing/2014/main" id="{97360822-865F-4201-A117-CC1E539ED999}"/>
              </a:ext>
            </a:extLst>
          </p:cNvPr>
          <p:cNvSpPr/>
          <p:nvPr/>
        </p:nvSpPr>
        <p:spPr>
          <a:xfrm>
            <a:off x="0" y="365128"/>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
        <p:nvSpPr>
          <p:cNvPr id="6" name="页脚占位符 5">
            <a:extLst>
              <a:ext uri="{FF2B5EF4-FFF2-40B4-BE49-F238E27FC236}">
                <a16:creationId xmlns:a16="http://schemas.microsoft.com/office/drawing/2014/main" id="{A1345553-EF4A-DBDE-C790-A708CC05CA81}"/>
              </a:ext>
            </a:extLst>
          </p:cNvPr>
          <p:cNvSpPr>
            <a:spLocks noGrp="1"/>
          </p:cNvSpPr>
          <p:nvPr>
            <p:ph type="ftr" sz="quarter" idx="3"/>
          </p:nvPr>
        </p:nvSpPr>
        <p:spPr>
          <a:xfrm>
            <a:off x="3028950" y="10800"/>
            <a:ext cx="3086100" cy="180000"/>
          </a:xfrm>
          <a:prstGeom prst="rect">
            <a:avLst/>
          </a:prstGeom>
        </p:spPr>
        <p:txBody>
          <a:bodyPr vert="horz" lIns="91440" tIns="45720" rIns="91440" bIns="45720" rtlCol="0" anchor="ctr"/>
          <a:lstStyle>
            <a:lvl1pPr algn="ctr">
              <a:defRPr sz="1200">
                <a:solidFill>
                  <a:schemeClr val="bg1"/>
                </a:solidFill>
              </a:defRPr>
            </a:lvl1p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8" name="灯片编号占位符 7">
            <a:extLst>
              <a:ext uri="{FF2B5EF4-FFF2-40B4-BE49-F238E27FC236}">
                <a16:creationId xmlns:a16="http://schemas.microsoft.com/office/drawing/2014/main" id="{1023F4F9-B6BF-0026-295C-0157F77F367D}"/>
              </a:ext>
            </a:extLst>
          </p:cNvPr>
          <p:cNvSpPr>
            <a:spLocks noGrp="1"/>
          </p:cNvSpPr>
          <p:nvPr>
            <p:ph type="sldNum" sz="quarter" idx="4"/>
          </p:nvPr>
        </p:nvSpPr>
        <p:spPr>
          <a:xfrm>
            <a:off x="7056000" y="10800"/>
            <a:ext cx="2057400" cy="180000"/>
          </a:xfrm>
          <a:prstGeom prst="rect">
            <a:avLst/>
          </a:prstGeom>
        </p:spPr>
        <p:txBody>
          <a:bodyPr vert="horz" lIns="91440" tIns="45720" rIns="91440" bIns="45720" rtlCol="0" anchor="ctr"/>
          <a:lstStyle>
            <a:lvl1pPr algn="r">
              <a:defRPr sz="1200">
                <a:solidFill>
                  <a:schemeClr val="bg1"/>
                </a:solidFill>
              </a:defRPr>
            </a:lvl1p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A980115C-8837-19E6-64B4-FBB7C7E3D3D2}"/>
              </a:ext>
            </a:extLst>
          </p:cNvPr>
          <p:cNvSpPr>
            <a:spLocks noGrp="1"/>
          </p:cNvSpPr>
          <p:nvPr>
            <p:ph type="dt" sz="half" idx="2"/>
          </p:nvPr>
        </p:nvSpPr>
        <p:spPr>
          <a:xfrm>
            <a:off x="32400" y="10800"/>
            <a:ext cx="2059200" cy="180000"/>
          </a:xfrm>
          <a:prstGeom prst="rect">
            <a:avLst/>
          </a:prstGeom>
        </p:spPr>
        <p:txBody>
          <a:bodyPr vert="horz" lIns="91440" tIns="45720" rIns="91440" bIns="45720" rtlCol="0" anchor="ctr"/>
          <a:lstStyle>
            <a:lvl1pPr algn="l">
              <a:defRPr sz="1200">
                <a:solidFill>
                  <a:schemeClr val="bg1"/>
                </a:solidFill>
              </a:defRPr>
            </a:lvl1pPr>
          </a:lstStyle>
          <a:p>
            <a:fld id="{15DF057A-B648-42AE-B007-5250778D7A61}" type="datetime2">
              <a:rPr lang="zh-CN" altLang="en-US" smtClean="0"/>
              <a:t>2024年6月6日</a:t>
            </a:fld>
            <a:endParaRPr lang="zh-CN" altLang="en-US" dirty="0"/>
          </a:p>
        </p:txBody>
      </p:sp>
      <p:sp>
        <p:nvSpPr>
          <p:cNvPr id="11" name="箭头: 五边形 10">
            <a:extLst>
              <a:ext uri="{FF2B5EF4-FFF2-40B4-BE49-F238E27FC236}">
                <a16:creationId xmlns:a16="http://schemas.microsoft.com/office/drawing/2014/main" id="{4CD4702A-D8EA-1F44-2F4B-77DC8C77731F}"/>
              </a:ext>
            </a:extLst>
          </p:cNvPr>
          <p:cNvSpPr/>
          <p:nvPr userDrawn="1"/>
        </p:nvSpPr>
        <p:spPr>
          <a:xfrm>
            <a:off x="0" y="365128"/>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Tree>
    <p:extLst>
      <p:ext uri="{BB962C8B-B14F-4D97-AF65-F5344CB8AC3E}">
        <p14:creationId xmlns:p14="http://schemas.microsoft.com/office/powerpoint/2010/main" val="888903601"/>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6" Type="http://schemas.openxmlformats.org/officeDocument/2006/relationships/image" Target="../media/image3.tmp"/><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notesSlide" Target="../notesSlides/notesSlide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tags" Target="../tags/tag27.xml"/><Relationship Id="rId18" Type="http://schemas.openxmlformats.org/officeDocument/2006/relationships/slideLayout" Target="../slideLayouts/slideLayout14.xml"/><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tags" Target="../tags/tag26.xml"/><Relationship Id="rId17" Type="http://schemas.openxmlformats.org/officeDocument/2006/relationships/tags" Target="../tags/tag31.xml"/><Relationship Id="rId2" Type="http://schemas.openxmlformats.org/officeDocument/2006/relationships/tags" Target="../tags/tag16.xml"/><Relationship Id="rId16" Type="http://schemas.openxmlformats.org/officeDocument/2006/relationships/tags" Target="../tags/tag30.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tags" Target="../tags/tag25.xml"/><Relationship Id="rId5" Type="http://schemas.openxmlformats.org/officeDocument/2006/relationships/tags" Target="../tags/tag19.xml"/><Relationship Id="rId15" Type="http://schemas.openxmlformats.org/officeDocument/2006/relationships/tags" Target="../tags/tag29.xml"/><Relationship Id="rId10" Type="http://schemas.openxmlformats.org/officeDocument/2006/relationships/tags" Target="../tags/tag24.xml"/><Relationship Id="rId19" Type="http://schemas.openxmlformats.org/officeDocument/2006/relationships/image" Target="../media/image3.tmp"/><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tags" Target="../tags/tag28.xml"/></Relationships>
</file>

<file path=ppt/slides/_rels/slide35.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tags" Target="../tags/tag44.xml"/><Relationship Id="rId18" Type="http://schemas.openxmlformats.org/officeDocument/2006/relationships/slideLayout" Target="../slideLayouts/slideLayout14.xml"/><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tags" Target="../tags/tag43.xml"/><Relationship Id="rId17" Type="http://schemas.openxmlformats.org/officeDocument/2006/relationships/tags" Target="../tags/tag48.xml"/><Relationship Id="rId2" Type="http://schemas.openxmlformats.org/officeDocument/2006/relationships/tags" Target="../tags/tag33.xml"/><Relationship Id="rId16" Type="http://schemas.openxmlformats.org/officeDocument/2006/relationships/tags" Target="../tags/tag47.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tags" Target="../tags/tag42.xml"/><Relationship Id="rId5" Type="http://schemas.openxmlformats.org/officeDocument/2006/relationships/tags" Target="../tags/tag36.xml"/><Relationship Id="rId15" Type="http://schemas.openxmlformats.org/officeDocument/2006/relationships/tags" Target="../tags/tag46.xml"/><Relationship Id="rId10" Type="http://schemas.openxmlformats.org/officeDocument/2006/relationships/tags" Target="../tags/tag41.xml"/><Relationship Id="rId19" Type="http://schemas.openxmlformats.org/officeDocument/2006/relationships/image" Target="../media/image3.tmp"/><Relationship Id="rId4" Type="http://schemas.openxmlformats.org/officeDocument/2006/relationships/tags" Target="../tags/tag35.xml"/><Relationship Id="rId9" Type="http://schemas.openxmlformats.org/officeDocument/2006/relationships/tags" Target="../tags/tag40.xml"/><Relationship Id="rId14" Type="http://schemas.openxmlformats.org/officeDocument/2006/relationships/tags" Target="../tags/tag45.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C3515-54D4-4A44-A409-1AD3C10C63ED}"/>
              </a:ext>
            </a:extLst>
          </p:cNvPr>
          <p:cNvSpPr>
            <a:spLocks noGrp="1"/>
          </p:cNvSpPr>
          <p:nvPr>
            <p:ph type="ctrTitle"/>
          </p:nvPr>
        </p:nvSpPr>
        <p:spPr/>
        <p:txBody>
          <a:bodyPr>
            <a:normAutofit/>
          </a:bodyPr>
          <a:lstStyle/>
          <a:p>
            <a:r>
              <a:rPr lang="zh-CN" altLang="en-US" sz="4800" dirty="0"/>
              <a:t>第四章 语法制导的翻译</a:t>
            </a:r>
            <a:r>
              <a:rPr lang="en-US" altLang="zh-CN" sz="4800" dirty="0"/>
              <a:t>(1)</a:t>
            </a:r>
            <a:endParaRPr lang="zh-CN" altLang="en-US" sz="2800" dirty="0"/>
          </a:p>
        </p:txBody>
      </p:sp>
      <p:sp>
        <p:nvSpPr>
          <p:cNvPr id="3" name="副标题 2">
            <a:extLst>
              <a:ext uri="{FF2B5EF4-FFF2-40B4-BE49-F238E27FC236}">
                <a16:creationId xmlns:a16="http://schemas.microsoft.com/office/drawing/2014/main" id="{B9F7C19A-4716-4FDA-9AAE-2A3CD35E521D}"/>
              </a:ext>
            </a:extLst>
          </p:cNvPr>
          <p:cNvSpPr>
            <a:spLocks noGrp="1"/>
          </p:cNvSpPr>
          <p:nvPr>
            <p:ph type="subTitle" idx="1"/>
          </p:nvPr>
        </p:nvSpPr>
        <p:spPr/>
        <p:txBody>
          <a:bodyPr>
            <a:normAutofit fontScale="85000" lnSpcReduction="20000"/>
          </a:bodyPr>
          <a:lstStyle/>
          <a:p>
            <a:endParaRPr lang="en-US" altLang="zh-CN" sz="1800" dirty="0"/>
          </a:p>
          <a:p>
            <a:r>
              <a:rPr lang="zh-CN" altLang="en-US" sz="1800" dirty="0"/>
              <a:t>中国海洋大学 计算机系 王欣捷</a:t>
            </a:r>
            <a:endParaRPr lang="en-US" altLang="zh-CN" sz="1800" dirty="0"/>
          </a:p>
          <a:p>
            <a:r>
              <a:rPr lang="en-US" altLang="zh-CN" sz="1800" dirty="0"/>
              <a:t>wangxinjie@ouc.edu.cn</a:t>
            </a:r>
            <a:endParaRPr lang="zh-CN" altLang="en-US" sz="1800" dirty="0"/>
          </a:p>
        </p:txBody>
      </p:sp>
      <p:sp>
        <p:nvSpPr>
          <p:cNvPr id="4" name="文本框 3">
            <a:extLst>
              <a:ext uri="{FF2B5EF4-FFF2-40B4-BE49-F238E27FC236}">
                <a16:creationId xmlns:a16="http://schemas.microsoft.com/office/drawing/2014/main" id="{CB9EEABF-8F2E-4A8A-9369-F41B0C31DBC7}"/>
              </a:ext>
            </a:extLst>
          </p:cNvPr>
          <p:cNvSpPr txBox="1"/>
          <p:nvPr/>
        </p:nvSpPr>
        <p:spPr>
          <a:xfrm>
            <a:off x="3363977" y="3105834"/>
            <a:ext cx="2416046" cy="646331"/>
          </a:xfrm>
          <a:prstGeom prst="rect">
            <a:avLst/>
          </a:prstGeom>
          <a:noFill/>
        </p:spPr>
        <p:txBody>
          <a:bodyPr wrap="none" rtlCol="0">
            <a:spAutoFit/>
          </a:bodyPr>
          <a:lstStyle/>
          <a:p>
            <a:r>
              <a:rPr lang="zh-CN" altLang="en-US" sz="3600">
                <a:solidFill>
                  <a:schemeClr val="bg1"/>
                </a:solidFill>
              </a:rPr>
              <a:t>编 译 原 理</a:t>
            </a:r>
          </a:p>
        </p:txBody>
      </p:sp>
    </p:spTree>
    <p:extLst>
      <p:ext uri="{BB962C8B-B14F-4D97-AF65-F5344CB8AC3E}">
        <p14:creationId xmlns:p14="http://schemas.microsoft.com/office/powerpoint/2010/main" val="2470898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矩形: 圆角 135">
            <a:extLst>
              <a:ext uri="{FF2B5EF4-FFF2-40B4-BE49-F238E27FC236}">
                <a16:creationId xmlns:a16="http://schemas.microsoft.com/office/drawing/2014/main" id="{97273002-B558-3397-D28D-268422007E91}"/>
              </a:ext>
            </a:extLst>
          </p:cNvPr>
          <p:cNvSpPr/>
          <p:nvPr/>
        </p:nvSpPr>
        <p:spPr>
          <a:xfrm>
            <a:off x="980738" y="2112237"/>
            <a:ext cx="3972349" cy="3560194"/>
          </a:xfrm>
          <a:prstGeom prst="roundRect">
            <a:avLst>
              <a:gd name="adj" fmla="val 6525"/>
            </a:avLst>
          </a:prstGeom>
          <a:solidFill>
            <a:schemeClr val="accent6">
              <a:lumMod val="20000"/>
              <a:lumOff val="80000"/>
              <a:alpha val="1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grpSp>
        <p:nvGrpSpPr>
          <p:cNvPr id="197" name="组合 196">
            <a:extLst>
              <a:ext uri="{FF2B5EF4-FFF2-40B4-BE49-F238E27FC236}">
                <a16:creationId xmlns:a16="http://schemas.microsoft.com/office/drawing/2014/main" id="{EFFDE7EC-67E6-06F9-9622-E51195FE71B7}"/>
              </a:ext>
            </a:extLst>
          </p:cNvPr>
          <p:cNvGrpSpPr/>
          <p:nvPr/>
        </p:nvGrpSpPr>
        <p:grpSpPr>
          <a:xfrm>
            <a:off x="2144009" y="2227861"/>
            <a:ext cx="2688246" cy="2565355"/>
            <a:chOff x="2144009" y="2227861"/>
            <a:chExt cx="2688246" cy="2565355"/>
          </a:xfrm>
        </p:grpSpPr>
        <p:sp>
          <p:nvSpPr>
            <p:cNvPr id="175" name="矩形: 圆角 174">
              <a:extLst>
                <a:ext uri="{FF2B5EF4-FFF2-40B4-BE49-F238E27FC236}">
                  <a16:creationId xmlns:a16="http://schemas.microsoft.com/office/drawing/2014/main" id="{33FE8A17-B672-3334-55BB-99E7F9A6C7D7}"/>
                </a:ext>
              </a:extLst>
            </p:cNvPr>
            <p:cNvSpPr/>
            <p:nvPr/>
          </p:nvSpPr>
          <p:spPr>
            <a:xfrm>
              <a:off x="2144009" y="2227861"/>
              <a:ext cx="2688246" cy="2565355"/>
            </a:xfrm>
            <a:prstGeom prst="roundRect">
              <a:avLst>
                <a:gd name="adj" fmla="val 6067"/>
              </a:avLst>
            </a:prstGeom>
            <a:solidFill>
              <a:schemeClr val="accent5">
                <a:alpha val="40000"/>
              </a:schemeClr>
            </a:solidFill>
            <a:ln w="19050">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6" name="文本框 175">
              <a:extLst>
                <a:ext uri="{FF2B5EF4-FFF2-40B4-BE49-F238E27FC236}">
                  <a16:creationId xmlns:a16="http://schemas.microsoft.com/office/drawing/2014/main" id="{A23DF4C3-0FC2-B778-D935-C4311DA52555}"/>
                </a:ext>
              </a:extLst>
            </p:cNvPr>
            <p:cNvSpPr txBox="1"/>
            <p:nvPr/>
          </p:nvSpPr>
          <p:spPr>
            <a:xfrm>
              <a:off x="2190075" y="4448583"/>
              <a:ext cx="1773242" cy="338554"/>
            </a:xfrm>
            <a:prstGeom prst="rect">
              <a:avLst/>
            </a:prstGeom>
            <a:noFill/>
          </p:spPr>
          <p:txBody>
            <a:bodyPr wrap="none" rtlCol="0">
              <a:spAutoFit/>
            </a:bodyPr>
            <a:lstStyle/>
            <a:p>
              <a:r>
                <a:rPr lang="en-US" altLang="zh-CN" sz="1600" b="1" dirty="0">
                  <a:solidFill>
                    <a:schemeClr val="accent1"/>
                  </a:solidFill>
                </a:rPr>
                <a:t>4.</a:t>
              </a:r>
              <a:r>
                <a:rPr lang="zh-CN" altLang="en-US" sz="1600" b="1" dirty="0">
                  <a:solidFill>
                    <a:schemeClr val="accent1"/>
                  </a:solidFill>
                </a:rPr>
                <a:t>语法制导的翻译</a:t>
              </a:r>
            </a:p>
          </p:txBody>
        </p:sp>
      </p:grpSp>
      <p:sp>
        <p:nvSpPr>
          <p:cNvPr id="2" name="标题 1">
            <a:extLst>
              <a:ext uri="{FF2B5EF4-FFF2-40B4-BE49-F238E27FC236}">
                <a16:creationId xmlns:a16="http://schemas.microsoft.com/office/drawing/2014/main" id="{2E8A99B5-82C0-4E09-69F0-DAAC2E812785}"/>
              </a:ext>
            </a:extLst>
          </p:cNvPr>
          <p:cNvSpPr>
            <a:spLocks noGrp="1"/>
          </p:cNvSpPr>
          <p:nvPr>
            <p:ph type="title"/>
          </p:nvPr>
        </p:nvSpPr>
        <p:spPr/>
        <p:txBody>
          <a:bodyPr/>
          <a:lstStyle/>
          <a:p>
            <a:r>
              <a:rPr lang="zh-CN" altLang="en-US" dirty="0"/>
              <a:t>什么是语法制导的翻译</a:t>
            </a:r>
          </a:p>
        </p:txBody>
      </p:sp>
      <p:sp>
        <p:nvSpPr>
          <p:cNvPr id="4" name="日期占位符 3">
            <a:extLst>
              <a:ext uri="{FF2B5EF4-FFF2-40B4-BE49-F238E27FC236}">
                <a16:creationId xmlns:a16="http://schemas.microsoft.com/office/drawing/2014/main" id="{8DF3EBF1-224B-6153-D5C9-0EB5CD177030}"/>
              </a:ext>
            </a:extLst>
          </p:cNvPr>
          <p:cNvSpPr>
            <a:spLocks noGrp="1"/>
          </p:cNvSpPr>
          <p:nvPr>
            <p:ph type="dt" sz="half" idx="10"/>
          </p:nvPr>
        </p:nvSpPr>
        <p:spPr/>
        <p:txBody>
          <a:bodyPr/>
          <a:lstStyle/>
          <a:p>
            <a:fld id="{ABF9780E-073B-4C32-9707-2E22AFDEAA9F}" type="datetime2">
              <a:rPr lang="zh-CN" altLang="en-US" smtClean="0"/>
              <a:t>2024年6月6日</a:t>
            </a:fld>
            <a:endParaRPr lang="zh-CN" altLang="en-US" dirty="0"/>
          </a:p>
        </p:txBody>
      </p:sp>
      <p:sp>
        <p:nvSpPr>
          <p:cNvPr id="5" name="页脚占位符 4">
            <a:extLst>
              <a:ext uri="{FF2B5EF4-FFF2-40B4-BE49-F238E27FC236}">
                <a16:creationId xmlns:a16="http://schemas.microsoft.com/office/drawing/2014/main" id="{673E78B7-42B4-091B-D83B-B40E81AED4D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6" name="灯片编号占位符 5">
            <a:extLst>
              <a:ext uri="{FF2B5EF4-FFF2-40B4-BE49-F238E27FC236}">
                <a16:creationId xmlns:a16="http://schemas.microsoft.com/office/drawing/2014/main" id="{545CDFA0-2727-2736-8272-48A615A57D4E}"/>
              </a:ext>
            </a:extLst>
          </p:cNvPr>
          <p:cNvSpPr>
            <a:spLocks noGrp="1"/>
          </p:cNvSpPr>
          <p:nvPr>
            <p:ph type="sldNum" sz="quarter" idx="12"/>
          </p:nvPr>
        </p:nvSpPr>
        <p:spPr/>
        <p:txBody>
          <a:bodyPr/>
          <a:lstStyle/>
          <a:p>
            <a:fld id="{094DEB03-EFC6-4C20-8FC8-295189A5386F}" type="slidenum">
              <a:rPr lang="zh-CN" altLang="en-US" smtClean="0"/>
              <a:pPr/>
              <a:t>2</a:t>
            </a:fld>
            <a:endParaRPr lang="zh-CN" altLang="en-US"/>
          </a:p>
        </p:txBody>
      </p:sp>
      <p:sp>
        <p:nvSpPr>
          <p:cNvPr id="112" name="Rounded Rectangle 46_1">
            <a:extLst>
              <a:ext uri="{FF2B5EF4-FFF2-40B4-BE49-F238E27FC236}">
                <a16:creationId xmlns:a16="http://schemas.microsoft.com/office/drawing/2014/main" id="{A90A81A0-1370-4A85-9D4C-57B87086C428}"/>
              </a:ext>
            </a:extLst>
          </p:cNvPr>
          <p:cNvSpPr>
            <a:spLocks noChangeAspect="1"/>
          </p:cNvSpPr>
          <p:nvPr/>
        </p:nvSpPr>
        <p:spPr>
          <a:xfrm>
            <a:off x="3598726" y="1165039"/>
            <a:ext cx="1946548" cy="670007"/>
          </a:xfrm>
          <a:prstGeom prst="roundRect">
            <a:avLst/>
          </a:prstGeom>
          <a:solidFill>
            <a:srgbClr val="C00000"/>
          </a:solidFill>
          <a:ln w="12700" cap="rnd">
            <a:noFill/>
            <a:prstDash val="solid"/>
            <a:round/>
            <a:headEnd/>
            <a:tailEnd/>
          </a:ln>
          <a:effectLst>
            <a:outerShdw blurRad="254000" dist="127000" algn="ctr" rotWithShape="0">
              <a:srgbClr val="C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r>
              <a:rPr lang="zh-CN" altLang="en-US" sz="2000" b="1" dirty="0">
                <a:solidFill>
                  <a:schemeClr val="bg1"/>
                </a:solidFill>
                <a:sym typeface="Arial" panose="020B0604020202020204" pitchFamily="34" charset="0"/>
              </a:rPr>
              <a:t>编译的阶段</a:t>
            </a:r>
            <a:endParaRPr lang="en-US" altLang="zh-CN" sz="2000" b="1" dirty="0">
              <a:solidFill>
                <a:schemeClr val="bg1"/>
              </a:solidFill>
              <a:sym typeface="Arial" panose="020B0604020202020204" pitchFamily="34" charset="0"/>
            </a:endParaRPr>
          </a:p>
        </p:txBody>
      </p:sp>
      <p:sp>
        <p:nvSpPr>
          <p:cNvPr id="137" name="文本框 136">
            <a:extLst>
              <a:ext uri="{FF2B5EF4-FFF2-40B4-BE49-F238E27FC236}">
                <a16:creationId xmlns:a16="http://schemas.microsoft.com/office/drawing/2014/main" id="{AE8416D3-1CA6-FDED-9D3A-80EF8523698E}"/>
              </a:ext>
            </a:extLst>
          </p:cNvPr>
          <p:cNvSpPr txBox="1"/>
          <p:nvPr/>
        </p:nvSpPr>
        <p:spPr>
          <a:xfrm>
            <a:off x="511923" y="2081205"/>
            <a:ext cx="449739" cy="2858668"/>
          </a:xfrm>
          <a:prstGeom prst="rect">
            <a:avLst/>
          </a:prstGeom>
          <a:noFill/>
        </p:spPr>
        <p:txBody>
          <a:bodyPr vert="wordArtVert" wrap="none" rtlCol="0" anchor="ctr" anchorCtr="0">
            <a:spAutoFit/>
          </a:bodyPr>
          <a:lstStyle/>
          <a:p>
            <a:pPr algn="ctr"/>
            <a:r>
              <a:rPr lang="zh-CN" altLang="en-US" sz="1600" dirty="0"/>
              <a:t>源程序</a:t>
            </a:r>
            <a:r>
              <a:rPr lang="en-US" altLang="zh-CN" sz="1600" dirty="0"/>
              <a:t>/</a:t>
            </a:r>
            <a:r>
              <a:rPr lang="zh-CN" altLang="en-US" sz="1600" dirty="0"/>
              <a:t>源语言</a:t>
            </a:r>
            <a:r>
              <a:rPr lang="en-US" altLang="zh-CN" sz="1600" dirty="0"/>
              <a:t>/</a:t>
            </a:r>
            <a:r>
              <a:rPr lang="zh-CN" altLang="en-US" sz="1600" dirty="0"/>
              <a:t>源代码</a:t>
            </a:r>
          </a:p>
        </p:txBody>
      </p:sp>
      <p:cxnSp>
        <p:nvCxnSpPr>
          <p:cNvPr id="138" name="直接箭头连接符 137">
            <a:extLst>
              <a:ext uri="{FF2B5EF4-FFF2-40B4-BE49-F238E27FC236}">
                <a16:creationId xmlns:a16="http://schemas.microsoft.com/office/drawing/2014/main" id="{7B4DB62B-3C49-656E-CB97-053D56D931C6}"/>
              </a:ext>
            </a:extLst>
          </p:cNvPr>
          <p:cNvCxnSpPr>
            <a:cxnSpLocks/>
          </p:cNvCxnSpPr>
          <p:nvPr/>
        </p:nvCxnSpPr>
        <p:spPr>
          <a:xfrm>
            <a:off x="870961" y="3510541"/>
            <a:ext cx="52466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39" name="文本框 138">
            <a:extLst>
              <a:ext uri="{FF2B5EF4-FFF2-40B4-BE49-F238E27FC236}">
                <a16:creationId xmlns:a16="http://schemas.microsoft.com/office/drawing/2014/main" id="{89F718D2-9C19-9CDD-E2C5-E4C154BF288D}"/>
              </a:ext>
            </a:extLst>
          </p:cNvPr>
          <p:cNvSpPr txBox="1"/>
          <p:nvPr/>
        </p:nvSpPr>
        <p:spPr>
          <a:xfrm>
            <a:off x="1398607" y="2762183"/>
            <a:ext cx="430887" cy="1496713"/>
          </a:xfrm>
          <a:prstGeom prst="roundRect">
            <a:avLst/>
          </a:prstGeom>
          <a:solidFill>
            <a:schemeClr val="accent6"/>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lnSpcReduction="10000"/>
          </a:bodyPr>
          <a:lstStyle>
            <a:defPPr>
              <a:defRPr lang="en-US"/>
            </a:defPPr>
            <a:lvl1pPr algn="ctr" defTabSz="914354">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a:t>2.</a:t>
            </a:r>
            <a:r>
              <a:rPr lang="zh-CN" altLang="en-US"/>
              <a:t>词法分析</a:t>
            </a:r>
            <a:r>
              <a:rPr lang="zh-CN" altLang="en-US" dirty="0"/>
              <a:t>器</a:t>
            </a:r>
          </a:p>
        </p:txBody>
      </p:sp>
      <p:cxnSp>
        <p:nvCxnSpPr>
          <p:cNvPr id="140" name="直接箭头连接符 139">
            <a:extLst>
              <a:ext uri="{FF2B5EF4-FFF2-40B4-BE49-F238E27FC236}">
                <a16:creationId xmlns:a16="http://schemas.microsoft.com/office/drawing/2014/main" id="{37F498EC-0E62-4AD8-5B34-7538981620F9}"/>
              </a:ext>
            </a:extLst>
          </p:cNvPr>
          <p:cNvCxnSpPr>
            <a:cxnSpLocks/>
          </p:cNvCxnSpPr>
          <p:nvPr/>
        </p:nvCxnSpPr>
        <p:spPr>
          <a:xfrm>
            <a:off x="1829494" y="3510540"/>
            <a:ext cx="43756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41" name="文本框 140">
            <a:extLst>
              <a:ext uri="{FF2B5EF4-FFF2-40B4-BE49-F238E27FC236}">
                <a16:creationId xmlns:a16="http://schemas.microsoft.com/office/drawing/2014/main" id="{ED32D0A3-D68A-DDFD-41F2-095A2B289F7D}"/>
              </a:ext>
            </a:extLst>
          </p:cNvPr>
          <p:cNvSpPr txBox="1"/>
          <p:nvPr/>
        </p:nvSpPr>
        <p:spPr>
          <a:xfrm>
            <a:off x="2277402" y="2762183"/>
            <a:ext cx="430887" cy="1496713"/>
          </a:xfrm>
          <a:prstGeom prst="roundRect">
            <a:avLst/>
          </a:prstGeom>
          <a:solidFill>
            <a:schemeClr val="accent6"/>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lnSpcReduction="10000"/>
          </a:bodyPr>
          <a:lstStyle>
            <a:defPPr>
              <a:defRPr lang="en-US"/>
            </a:defPPr>
            <a:lvl1pPr algn="ctr" defTabSz="914354">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a:t>3.</a:t>
            </a:r>
            <a:r>
              <a:rPr lang="zh-CN" altLang="en-US"/>
              <a:t>语法分析</a:t>
            </a:r>
            <a:r>
              <a:rPr lang="zh-CN" altLang="en-US" dirty="0"/>
              <a:t>器</a:t>
            </a:r>
          </a:p>
        </p:txBody>
      </p:sp>
      <p:cxnSp>
        <p:nvCxnSpPr>
          <p:cNvPr id="142" name="直接箭头连接符 141">
            <a:extLst>
              <a:ext uri="{FF2B5EF4-FFF2-40B4-BE49-F238E27FC236}">
                <a16:creationId xmlns:a16="http://schemas.microsoft.com/office/drawing/2014/main" id="{3B16CF5D-3BB8-D2E2-2263-9CF14D990AEF}"/>
              </a:ext>
            </a:extLst>
          </p:cNvPr>
          <p:cNvCxnSpPr>
            <a:cxnSpLocks/>
          </p:cNvCxnSpPr>
          <p:nvPr/>
        </p:nvCxnSpPr>
        <p:spPr>
          <a:xfrm>
            <a:off x="2708289" y="3510540"/>
            <a:ext cx="41874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43" name="文本框 142">
            <a:extLst>
              <a:ext uri="{FF2B5EF4-FFF2-40B4-BE49-F238E27FC236}">
                <a16:creationId xmlns:a16="http://schemas.microsoft.com/office/drawing/2014/main" id="{6F2010CC-3F03-F65C-F078-CD1100EA7E94}"/>
              </a:ext>
            </a:extLst>
          </p:cNvPr>
          <p:cNvSpPr txBox="1"/>
          <p:nvPr/>
        </p:nvSpPr>
        <p:spPr>
          <a:xfrm>
            <a:off x="3125001" y="2578576"/>
            <a:ext cx="677108" cy="1863928"/>
          </a:xfrm>
          <a:prstGeom prst="roundRect">
            <a:avLst/>
          </a:prstGeom>
          <a:solidFill>
            <a:schemeClr val="accent6"/>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2" spcCol="0" rtlCol="0" fromWordArt="0" anchor="ctr" anchorCtr="0" forceAA="0" compatLnSpc="1">
            <a:prstTxWarp prst="textNoShape">
              <a:avLst/>
            </a:prstTxWarp>
            <a:normAutofit lnSpcReduction="10000"/>
          </a:bodyPr>
          <a:lstStyle>
            <a:defPPr>
              <a:defRPr lang="en-US"/>
            </a:defPPr>
            <a:lvl1pPr algn="ctr" defTabSz="914354">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语义分析器</a:t>
            </a:r>
            <a:endParaRPr lang="en-US" altLang="zh-CN" dirty="0"/>
          </a:p>
          <a:p>
            <a:endParaRPr lang="en-US" altLang="zh-CN" dirty="0"/>
          </a:p>
          <a:p>
            <a:endParaRPr lang="en-US" altLang="zh-CN" dirty="0"/>
          </a:p>
          <a:p>
            <a:r>
              <a:rPr lang="zh-CN" altLang="en-US" dirty="0"/>
              <a:t>包含 </a:t>
            </a:r>
            <a:r>
              <a:rPr lang="en-US" altLang="zh-CN" dirty="0"/>
              <a:t>5.</a:t>
            </a:r>
            <a:r>
              <a:rPr lang="zh-CN" altLang="en-US" dirty="0"/>
              <a:t> 类型检查</a:t>
            </a:r>
            <a:endParaRPr lang="en-US" altLang="zh-CN" dirty="0"/>
          </a:p>
        </p:txBody>
      </p:sp>
      <p:cxnSp>
        <p:nvCxnSpPr>
          <p:cNvPr id="144" name="直接箭头连接符 143">
            <a:extLst>
              <a:ext uri="{FF2B5EF4-FFF2-40B4-BE49-F238E27FC236}">
                <a16:creationId xmlns:a16="http://schemas.microsoft.com/office/drawing/2014/main" id="{C066B574-A805-D560-F1A1-9EFFE3109DE0}"/>
              </a:ext>
            </a:extLst>
          </p:cNvPr>
          <p:cNvCxnSpPr>
            <a:cxnSpLocks/>
          </p:cNvCxnSpPr>
          <p:nvPr/>
        </p:nvCxnSpPr>
        <p:spPr>
          <a:xfrm>
            <a:off x="3802109" y="3510541"/>
            <a:ext cx="43163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45" name="文本框 144">
            <a:extLst>
              <a:ext uri="{FF2B5EF4-FFF2-40B4-BE49-F238E27FC236}">
                <a16:creationId xmlns:a16="http://schemas.microsoft.com/office/drawing/2014/main" id="{8C1B9D2A-CD20-F619-F3BD-937952509586}"/>
              </a:ext>
            </a:extLst>
          </p:cNvPr>
          <p:cNvSpPr txBox="1"/>
          <p:nvPr/>
        </p:nvSpPr>
        <p:spPr>
          <a:xfrm>
            <a:off x="4235289" y="2614808"/>
            <a:ext cx="430887" cy="1791466"/>
          </a:xfrm>
          <a:prstGeom prst="roundRect">
            <a:avLst/>
          </a:prstGeom>
          <a:solidFill>
            <a:schemeClr val="accent6"/>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92500" lnSpcReduction="10000"/>
          </a:bodyPr>
          <a:lstStyle>
            <a:defPPr>
              <a:defRPr lang="en-US"/>
            </a:defPPr>
            <a:lvl1pPr algn="ctr" defTabSz="914354">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a:t>
            </a:r>
            <a:r>
              <a:rPr lang="zh-CN" altLang="en-US" dirty="0"/>
              <a:t>中间代码生成器</a:t>
            </a:r>
            <a:endParaRPr lang="en-US" altLang="zh-CN" dirty="0"/>
          </a:p>
        </p:txBody>
      </p:sp>
      <p:sp>
        <p:nvSpPr>
          <p:cNvPr id="146" name="文本框 145">
            <a:extLst>
              <a:ext uri="{FF2B5EF4-FFF2-40B4-BE49-F238E27FC236}">
                <a16:creationId xmlns:a16="http://schemas.microsoft.com/office/drawing/2014/main" id="{57D259ED-86CB-BDAE-5987-B46CAA8A63EC}"/>
              </a:ext>
            </a:extLst>
          </p:cNvPr>
          <p:cNvSpPr txBox="1"/>
          <p:nvPr/>
        </p:nvSpPr>
        <p:spPr>
          <a:xfrm>
            <a:off x="935562" y="2804342"/>
            <a:ext cx="430887" cy="707886"/>
          </a:xfrm>
          <a:prstGeom prst="rect">
            <a:avLst/>
          </a:prstGeom>
          <a:noFill/>
        </p:spPr>
        <p:txBody>
          <a:bodyPr vert="eaVert" wrap="none" rtlCol="0">
            <a:spAutoFit/>
          </a:bodyPr>
          <a:lstStyle/>
          <a:p>
            <a:r>
              <a:rPr lang="zh-CN" altLang="en-US" sz="1600" dirty="0">
                <a:solidFill>
                  <a:schemeClr val="accent6"/>
                </a:solidFill>
              </a:rPr>
              <a:t>符号流</a:t>
            </a:r>
          </a:p>
        </p:txBody>
      </p:sp>
      <p:sp>
        <p:nvSpPr>
          <p:cNvPr id="147" name="文本框 146">
            <a:extLst>
              <a:ext uri="{FF2B5EF4-FFF2-40B4-BE49-F238E27FC236}">
                <a16:creationId xmlns:a16="http://schemas.microsoft.com/office/drawing/2014/main" id="{61E3FC88-B9F6-7313-80E6-282CCD1E8B08}"/>
              </a:ext>
            </a:extLst>
          </p:cNvPr>
          <p:cNvSpPr txBox="1"/>
          <p:nvPr/>
        </p:nvSpPr>
        <p:spPr>
          <a:xfrm>
            <a:off x="1802650" y="2804343"/>
            <a:ext cx="430887" cy="707886"/>
          </a:xfrm>
          <a:prstGeom prst="rect">
            <a:avLst/>
          </a:prstGeom>
          <a:noFill/>
        </p:spPr>
        <p:txBody>
          <a:bodyPr vert="eaVert" wrap="none" rtlCol="0">
            <a:spAutoFit/>
          </a:bodyPr>
          <a:lstStyle/>
          <a:p>
            <a:r>
              <a:rPr lang="zh-CN" altLang="en-US" sz="1600" dirty="0">
                <a:solidFill>
                  <a:schemeClr val="accent6"/>
                </a:solidFill>
              </a:rPr>
              <a:t>记号流</a:t>
            </a:r>
          </a:p>
        </p:txBody>
      </p:sp>
      <p:sp>
        <p:nvSpPr>
          <p:cNvPr id="148" name="文本框 147">
            <a:extLst>
              <a:ext uri="{FF2B5EF4-FFF2-40B4-BE49-F238E27FC236}">
                <a16:creationId xmlns:a16="http://schemas.microsoft.com/office/drawing/2014/main" id="{ECC0EF24-A7ED-30C8-DEFF-CEB080EA0047}"/>
              </a:ext>
            </a:extLst>
          </p:cNvPr>
          <p:cNvSpPr txBox="1"/>
          <p:nvPr/>
        </p:nvSpPr>
        <p:spPr>
          <a:xfrm>
            <a:off x="388279" y="6077571"/>
            <a:ext cx="1184916" cy="338547"/>
          </a:xfrm>
          <a:prstGeom prst="rect">
            <a:avLst/>
          </a:prstGeom>
          <a:noFill/>
          <a:ln>
            <a:solidFill>
              <a:schemeClr val="tx1"/>
            </a:solidFill>
            <a:prstDash val="dash"/>
          </a:ln>
        </p:spPr>
        <p:txBody>
          <a:bodyPr vert="horz" wrap="square" rtlCol="0" anchor="ctr" anchorCtr="0">
            <a:spAutoFit/>
          </a:bodyPr>
          <a:lstStyle>
            <a:defPPr>
              <a:defRPr lang="zh-CN"/>
            </a:defPPr>
            <a:lvl1pPr algn="ctr"/>
          </a:lstStyle>
          <a:p>
            <a:r>
              <a:rPr lang="zh-CN" altLang="en-US" sz="1600" dirty="0"/>
              <a:t>预编译器</a:t>
            </a:r>
          </a:p>
        </p:txBody>
      </p:sp>
      <p:cxnSp>
        <p:nvCxnSpPr>
          <p:cNvPr id="149" name="直接箭头连接符 148">
            <a:extLst>
              <a:ext uri="{FF2B5EF4-FFF2-40B4-BE49-F238E27FC236}">
                <a16:creationId xmlns:a16="http://schemas.microsoft.com/office/drawing/2014/main" id="{34550278-43F9-1D42-16C1-A3384F58C152}"/>
              </a:ext>
            </a:extLst>
          </p:cNvPr>
          <p:cNvCxnSpPr>
            <a:cxnSpLocks/>
            <a:stCxn id="137" idx="2"/>
            <a:endCxn id="148" idx="0"/>
          </p:cNvCxnSpPr>
          <p:nvPr/>
        </p:nvCxnSpPr>
        <p:spPr>
          <a:xfrm>
            <a:off x="736793" y="4939873"/>
            <a:ext cx="243944" cy="1137698"/>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150" name="直接箭头连接符 149">
            <a:extLst>
              <a:ext uri="{FF2B5EF4-FFF2-40B4-BE49-F238E27FC236}">
                <a16:creationId xmlns:a16="http://schemas.microsoft.com/office/drawing/2014/main" id="{C8CC4CF4-6FF6-1DA9-DA6D-F1A502BB383F}"/>
              </a:ext>
            </a:extLst>
          </p:cNvPr>
          <p:cNvCxnSpPr>
            <a:cxnSpLocks/>
            <a:stCxn id="148" idx="0"/>
          </p:cNvCxnSpPr>
          <p:nvPr/>
        </p:nvCxnSpPr>
        <p:spPr>
          <a:xfrm flipV="1">
            <a:off x="980737" y="4258896"/>
            <a:ext cx="633314" cy="1818675"/>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sp>
        <p:nvSpPr>
          <p:cNvPr id="151" name="文本框 150">
            <a:extLst>
              <a:ext uri="{FF2B5EF4-FFF2-40B4-BE49-F238E27FC236}">
                <a16:creationId xmlns:a16="http://schemas.microsoft.com/office/drawing/2014/main" id="{745BCB72-8805-8216-5E2D-1B0014D5B016}"/>
              </a:ext>
            </a:extLst>
          </p:cNvPr>
          <p:cNvSpPr txBox="1"/>
          <p:nvPr/>
        </p:nvSpPr>
        <p:spPr>
          <a:xfrm>
            <a:off x="2690179" y="2804343"/>
            <a:ext cx="430887" cy="707886"/>
          </a:xfrm>
          <a:prstGeom prst="rect">
            <a:avLst/>
          </a:prstGeom>
          <a:noFill/>
        </p:spPr>
        <p:txBody>
          <a:bodyPr vert="eaVert" wrap="none" rtlCol="0">
            <a:spAutoFit/>
          </a:bodyPr>
          <a:lstStyle/>
          <a:p>
            <a:r>
              <a:rPr lang="zh-CN" altLang="en-US" sz="1600" dirty="0">
                <a:solidFill>
                  <a:schemeClr val="accent6"/>
                </a:solidFill>
              </a:rPr>
              <a:t>语法树</a:t>
            </a:r>
          </a:p>
        </p:txBody>
      </p:sp>
      <p:sp>
        <p:nvSpPr>
          <p:cNvPr id="152" name="文本框 151">
            <a:extLst>
              <a:ext uri="{FF2B5EF4-FFF2-40B4-BE49-F238E27FC236}">
                <a16:creationId xmlns:a16="http://schemas.microsoft.com/office/drawing/2014/main" id="{263394FB-3337-69D4-E2F6-3562A749973C}"/>
              </a:ext>
            </a:extLst>
          </p:cNvPr>
          <p:cNvSpPr txBox="1"/>
          <p:nvPr/>
        </p:nvSpPr>
        <p:spPr>
          <a:xfrm>
            <a:off x="3770082" y="2804343"/>
            <a:ext cx="430887" cy="707886"/>
          </a:xfrm>
          <a:prstGeom prst="rect">
            <a:avLst/>
          </a:prstGeom>
          <a:noFill/>
        </p:spPr>
        <p:txBody>
          <a:bodyPr vert="eaVert" wrap="none" rtlCol="0">
            <a:spAutoFit/>
          </a:bodyPr>
          <a:lstStyle/>
          <a:p>
            <a:r>
              <a:rPr lang="zh-CN" altLang="en-US" sz="1600" dirty="0">
                <a:solidFill>
                  <a:schemeClr val="accent6"/>
                </a:solidFill>
              </a:rPr>
              <a:t>语法树</a:t>
            </a:r>
          </a:p>
        </p:txBody>
      </p:sp>
      <p:cxnSp>
        <p:nvCxnSpPr>
          <p:cNvPr id="153" name="直接箭头连接符 152">
            <a:extLst>
              <a:ext uri="{FF2B5EF4-FFF2-40B4-BE49-F238E27FC236}">
                <a16:creationId xmlns:a16="http://schemas.microsoft.com/office/drawing/2014/main" id="{5F39138F-5F5A-11EA-F544-39D9791D06D2}"/>
              </a:ext>
            </a:extLst>
          </p:cNvPr>
          <p:cNvCxnSpPr>
            <a:cxnSpLocks/>
          </p:cNvCxnSpPr>
          <p:nvPr/>
        </p:nvCxnSpPr>
        <p:spPr>
          <a:xfrm>
            <a:off x="4666176" y="3510541"/>
            <a:ext cx="37677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54" name="椭圆 153">
            <a:extLst>
              <a:ext uri="{FF2B5EF4-FFF2-40B4-BE49-F238E27FC236}">
                <a16:creationId xmlns:a16="http://schemas.microsoft.com/office/drawing/2014/main" id="{DF94B4E3-19B7-9AC9-7579-2C9DE88AAF4D}"/>
              </a:ext>
            </a:extLst>
          </p:cNvPr>
          <p:cNvSpPr/>
          <p:nvPr/>
        </p:nvSpPr>
        <p:spPr>
          <a:xfrm>
            <a:off x="5044492" y="2870826"/>
            <a:ext cx="492432" cy="1271240"/>
          </a:xfrm>
          <a:prstGeom prst="ellipse">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sz="1600" dirty="0"/>
              <a:t>中间表示</a:t>
            </a:r>
          </a:p>
        </p:txBody>
      </p:sp>
      <p:sp>
        <p:nvSpPr>
          <p:cNvPr id="155" name="文本框 154">
            <a:extLst>
              <a:ext uri="{FF2B5EF4-FFF2-40B4-BE49-F238E27FC236}">
                <a16:creationId xmlns:a16="http://schemas.microsoft.com/office/drawing/2014/main" id="{249B9BD2-2040-F5EA-934B-C364AB48CD05}"/>
              </a:ext>
            </a:extLst>
          </p:cNvPr>
          <p:cNvSpPr txBox="1"/>
          <p:nvPr/>
        </p:nvSpPr>
        <p:spPr>
          <a:xfrm>
            <a:off x="2438885" y="4938429"/>
            <a:ext cx="1210588" cy="707886"/>
          </a:xfrm>
          <a:prstGeom prst="rect">
            <a:avLst/>
          </a:prstGeom>
          <a:noFill/>
        </p:spPr>
        <p:txBody>
          <a:bodyPr wrap="none" rtlCol="0">
            <a:spAutoFit/>
          </a:bodyPr>
          <a:lstStyle/>
          <a:p>
            <a:pPr algn="ctr"/>
            <a:r>
              <a:rPr lang="zh-CN" altLang="en-US" sz="2000" b="1" dirty="0">
                <a:solidFill>
                  <a:schemeClr val="accent6"/>
                </a:solidFill>
              </a:rPr>
              <a:t>前端</a:t>
            </a:r>
            <a:endParaRPr lang="en-US" altLang="zh-CN" sz="2000" b="1">
              <a:solidFill>
                <a:schemeClr val="accent6"/>
              </a:solidFill>
            </a:endParaRPr>
          </a:p>
          <a:p>
            <a:pPr algn="ctr"/>
            <a:r>
              <a:rPr lang="zh-CN" altLang="en-US" sz="2000" b="1">
                <a:solidFill>
                  <a:schemeClr val="accent6"/>
                </a:solidFill>
              </a:rPr>
              <a:t>（</a:t>
            </a:r>
            <a:r>
              <a:rPr lang="zh-CN" altLang="en-US" sz="2000" b="1" dirty="0">
                <a:solidFill>
                  <a:schemeClr val="accent6"/>
                </a:solidFill>
              </a:rPr>
              <a:t>分析）</a:t>
            </a:r>
          </a:p>
        </p:txBody>
      </p:sp>
      <p:sp>
        <p:nvSpPr>
          <p:cNvPr id="156" name="文本框 155">
            <a:extLst>
              <a:ext uri="{FF2B5EF4-FFF2-40B4-BE49-F238E27FC236}">
                <a16:creationId xmlns:a16="http://schemas.microsoft.com/office/drawing/2014/main" id="{FE84DDFC-5986-3219-7234-2A2353BA226B}"/>
              </a:ext>
            </a:extLst>
          </p:cNvPr>
          <p:cNvSpPr txBox="1"/>
          <p:nvPr/>
        </p:nvSpPr>
        <p:spPr>
          <a:xfrm>
            <a:off x="5777921" y="2227861"/>
            <a:ext cx="430887" cy="2565357"/>
          </a:xfrm>
          <a:prstGeom prst="rect">
            <a:avLst/>
          </a:prstGeom>
          <a:noFill/>
          <a:ln>
            <a:solidFill>
              <a:schemeClr val="tx1"/>
            </a:solidFill>
          </a:ln>
        </p:spPr>
        <p:txBody>
          <a:bodyPr vert="eaVert" wrap="square" rtlCol="0" anchor="ctr" anchorCtr="0">
            <a:spAutoFit/>
          </a:bodyPr>
          <a:lstStyle/>
          <a:p>
            <a:pPr algn="ctr"/>
            <a:r>
              <a:rPr lang="zh-CN" altLang="en-US" sz="1600" dirty="0"/>
              <a:t>独立于机器的代码优化器</a:t>
            </a:r>
          </a:p>
        </p:txBody>
      </p:sp>
      <p:cxnSp>
        <p:nvCxnSpPr>
          <p:cNvPr id="157" name="直接箭头连接符 156">
            <a:extLst>
              <a:ext uri="{FF2B5EF4-FFF2-40B4-BE49-F238E27FC236}">
                <a16:creationId xmlns:a16="http://schemas.microsoft.com/office/drawing/2014/main" id="{8F137F26-8331-5F03-DD0F-E74B56CC2ECE}"/>
              </a:ext>
            </a:extLst>
          </p:cNvPr>
          <p:cNvCxnSpPr>
            <a:cxnSpLocks/>
          </p:cNvCxnSpPr>
          <p:nvPr/>
        </p:nvCxnSpPr>
        <p:spPr>
          <a:xfrm>
            <a:off x="5540441" y="3506446"/>
            <a:ext cx="23913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58" name="直接箭头连接符 157">
            <a:extLst>
              <a:ext uri="{FF2B5EF4-FFF2-40B4-BE49-F238E27FC236}">
                <a16:creationId xmlns:a16="http://schemas.microsoft.com/office/drawing/2014/main" id="{BE85D4D0-5CCE-7A74-9D05-1CF24FD7A999}"/>
              </a:ext>
            </a:extLst>
          </p:cNvPr>
          <p:cNvCxnSpPr>
            <a:cxnSpLocks/>
          </p:cNvCxnSpPr>
          <p:nvPr/>
        </p:nvCxnSpPr>
        <p:spPr>
          <a:xfrm>
            <a:off x="6201038" y="3510537"/>
            <a:ext cx="22981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59" name="椭圆 158">
            <a:extLst>
              <a:ext uri="{FF2B5EF4-FFF2-40B4-BE49-F238E27FC236}">
                <a16:creationId xmlns:a16="http://schemas.microsoft.com/office/drawing/2014/main" id="{D57F90F8-F1E5-2AD7-92E1-1DD52693BBE4}"/>
              </a:ext>
            </a:extLst>
          </p:cNvPr>
          <p:cNvSpPr/>
          <p:nvPr/>
        </p:nvSpPr>
        <p:spPr>
          <a:xfrm>
            <a:off x="6430848" y="2870825"/>
            <a:ext cx="492432" cy="1271240"/>
          </a:xfrm>
          <a:prstGeom prst="ellipse">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sz="1600" dirty="0"/>
              <a:t>中间表示</a:t>
            </a:r>
          </a:p>
        </p:txBody>
      </p:sp>
      <p:cxnSp>
        <p:nvCxnSpPr>
          <p:cNvPr id="160" name="直接箭头连接符 159">
            <a:extLst>
              <a:ext uri="{FF2B5EF4-FFF2-40B4-BE49-F238E27FC236}">
                <a16:creationId xmlns:a16="http://schemas.microsoft.com/office/drawing/2014/main" id="{792848A6-D5C6-C3E6-9785-47D2638FF9C5}"/>
              </a:ext>
            </a:extLst>
          </p:cNvPr>
          <p:cNvCxnSpPr>
            <a:cxnSpLocks/>
          </p:cNvCxnSpPr>
          <p:nvPr/>
        </p:nvCxnSpPr>
        <p:spPr>
          <a:xfrm>
            <a:off x="6926797" y="3506445"/>
            <a:ext cx="321238" cy="4094"/>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61" name="文本框 160">
            <a:extLst>
              <a:ext uri="{FF2B5EF4-FFF2-40B4-BE49-F238E27FC236}">
                <a16:creationId xmlns:a16="http://schemas.microsoft.com/office/drawing/2014/main" id="{CF5E4DD5-3D5D-09DD-EE9C-BA39B5580A24}"/>
              </a:ext>
            </a:extLst>
          </p:cNvPr>
          <p:cNvSpPr txBox="1"/>
          <p:nvPr/>
        </p:nvSpPr>
        <p:spPr>
          <a:xfrm>
            <a:off x="7247702" y="2758089"/>
            <a:ext cx="430887" cy="1496713"/>
          </a:xfrm>
          <a:prstGeom prst="rect">
            <a:avLst/>
          </a:prstGeom>
          <a:noFill/>
          <a:ln>
            <a:solidFill>
              <a:schemeClr val="tx1"/>
            </a:solidFill>
          </a:ln>
        </p:spPr>
        <p:txBody>
          <a:bodyPr vert="eaVert" wrap="square" rtlCol="0" anchor="ctr" anchorCtr="0">
            <a:spAutoFit/>
          </a:bodyPr>
          <a:lstStyle/>
          <a:p>
            <a:pPr algn="ctr"/>
            <a:r>
              <a:rPr lang="zh-CN" altLang="en-US" sz="1600" dirty="0"/>
              <a:t>代码生成器</a:t>
            </a:r>
          </a:p>
        </p:txBody>
      </p:sp>
      <p:sp>
        <p:nvSpPr>
          <p:cNvPr id="162" name="文本框 161">
            <a:extLst>
              <a:ext uri="{FF2B5EF4-FFF2-40B4-BE49-F238E27FC236}">
                <a16:creationId xmlns:a16="http://schemas.microsoft.com/office/drawing/2014/main" id="{FCB9BEE0-4D50-B56F-C21A-2C55ECFBBBA1}"/>
              </a:ext>
            </a:extLst>
          </p:cNvPr>
          <p:cNvSpPr txBox="1"/>
          <p:nvPr/>
        </p:nvSpPr>
        <p:spPr>
          <a:xfrm>
            <a:off x="8006193" y="2227861"/>
            <a:ext cx="430887" cy="2565357"/>
          </a:xfrm>
          <a:prstGeom prst="rect">
            <a:avLst/>
          </a:prstGeom>
          <a:noFill/>
          <a:ln>
            <a:solidFill>
              <a:schemeClr val="tx1"/>
            </a:solidFill>
          </a:ln>
        </p:spPr>
        <p:txBody>
          <a:bodyPr vert="eaVert" wrap="square" rtlCol="0" anchor="ctr" anchorCtr="0">
            <a:spAutoFit/>
          </a:bodyPr>
          <a:lstStyle/>
          <a:p>
            <a:pPr algn="ctr"/>
            <a:r>
              <a:rPr lang="zh-CN" altLang="en-US" sz="1600" dirty="0"/>
              <a:t>依赖于机器的代码优化器</a:t>
            </a:r>
          </a:p>
        </p:txBody>
      </p:sp>
      <p:cxnSp>
        <p:nvCxnSpPr>
          <p:cNvPr id="163" name="直接箭头连接符 162">
            <a:extLst>
              <a:ext uri="{FF2B5EF4-FFF2-40B4-BE49-F238E27FC236}">
                <a16:creationId xmlns:a16="http://schemas.microsoft.com/office/drawing/2014/main" id="{F6229FF7-D040-C7A9-534E-B74ACBBC6E20}"/>
              </a:ext>
            </a:extLst>
          </p:cNvPr>
          <p:cNvCxnSpPr>
            <a:cxnSpLocks/>
            <a:endCxn id="162" idx="1"/>
          </p:cNvCxnSpPr>
          <p:nvPr/>
        </p:nvCxnSpPr>
        <p:spPr>
          <a:xfrm>
            <a:off x="7681771" y="3502351"/>
            <a:ext cx="324421" cy="818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64" name="文本框 163">
            <a:extLst>
              <a:ext uri="{FF2B5EF4-FFF2-40B4-BE49-F238E27FC236}">
                <a16:creationId xmlns:a16="http://schemas.microsoft.com/office/drawing/2014/main" id="{72C57875-5FDB-BC80-E274-82063BCD50B2}"/>
              </a:ext>
            </a:extLst>
          </p:cNvPr>
          <p:cNvSpPr txBox="1"/>
          <p:nvPr/>
        </p:nvSpPr>
        <p:spPr>
          <a:xfrm>
            <a:off x="8663661" y="1706135"/>
            <a:ext cx="449739" cy="3604065"/>
          </a:xfrm>
          <a:prstGeom prst="rect">
            <a:avLst/>
          </a:prstGeom>
          <a:noFill/>
        </p:spPr>
        <p:txBody>
          <a:bodyPr vert="wordArtVert" wrap="none" rtlCol="0" anchor="ctr" anchorCtr="0">
            <a:spAutoFit/>
          </a:bodyPr>
          <a:lstStyle/>
          <a:p>
            <a:pPr algn="ctr"/>
            <a:r>
              <a:rPr lang="zh-CN" altLang="en-US" sz="1600" dirty="0"/>
              <a:t>目标程序</a:t>
            </a:r>
            <a:r>
              <a:rPr lang="en-US" altLang="zh-CN" sz="1600" dirty="0"/>
              <a:t>/</a:t>
            </a:r>
            <a:r>
              <a:rPr lang="zh-CN" altLang="en-US" sz="1600" dirty="0"/>
              <a:t>目标语言</a:t>
            </a:r>
            <a:r>
              <a:rPr lang="en-US" altLang="zh-CN" sz="1600" dirty="0"/>
              <a:t>/</a:t>
            </a:r>
            <a:r>
              <a:rPr lang="zh-CN" altLang="en-US" sz="1600" dirty="0"/>
              <a:t>目标代码</a:t>
            </a:r>
          </a:p>
        </p:txBody>
      </p:sp>
      <p:cxnSp>
        <p:nvCxnSpPr>
          <p:cNvPr id="165" name="直接箭头连接符 164">
            <a:extLst>
              <a:ext uri="{FF2B5EF4-FFF2-40B4-BE49-F238E27FC236}">
                <a16:creationId xmlns:a16="http://schemas.microsoft.com/office/drawing/2014/main" id="{46A449D0-506F-EE6B-8767-4972FF37F1A3}"/>
              </a:ext>
            </a:extLst>
          </p:cNvPr>
          <p:cNvCxnSpPr>
            <a:cxnSpLocks/>
          </p:cNvCxnSpPr>
          <p:nvPr/>
        </p:nvCxnSpPr>
        <p:spPr>
          <a:xfrm>
            <a:off x="8443881" y="3508165"/>
            <a:ext cx="369855" cy="237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66" name="矩形: 圆角 165">
            <a:extLst>
              <a:ext uri="{FF2B5EF4-FFF2-40B4-BE49-F238E27FC236}">
                <a16:creationId xmlns:a16="http://schemas.microsoft.com/office/drawing/2014/main" id="{46782D05-2073-2179-2FE5-09AD2DF0A034}"/>
              </a:ext>
            </a:extLst>
          </p:cNvPr>
          <p:cNvSpPr/>
          <p:nvPr/>
        </p:nvSpPr>
        <p:spPr>
          <a:xfrm>
            <a:off x="7105391" y="2112237"/>
            <a:ext cx="1478052" cy="3560194"/>
          </a:xfrm>
          <a:prstGeom prst="roundRect">
            <a:avLst>
              <a:gd name="adj" fmla="val 6525"/>
            </a:avLst>
          </a:prstGeom>
          <a:solidFill>
            <a:schemeClr val="accent6">
              <a:lumMod val="20000"/>
              <a:lumOff val="80000"/>
              <a:alpha val="1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168" name="文本框 167">
            <a:extLst>
              <a:ext uri="{FF2B5EF4-FFF2-40B4-BE49-F238E27FC236}">
                <a16:creationId xmlns:a16="http://schemas.microsoft.com/office/drawing/2014/main" id="{66FAF5A0-157A-5246-B9E2-AFB8B502F937}"/>
              </a:ext>
            </a:extLst>
          </p:cNvPr>
          <p:cNvSpPr txBox="1"/>
          <p:nvPr/>
        </p:nvSpPr>
        <p:spPr>
          <a:xfrm>
            <a:off x="7226492" y="4942843"/>
            <a:ext cx="1210588" cy="707886"/>
          </a:xfrm>
          <a:prstGeom prst="rect">
            <a:avLst/>
          </a:prstGeom>
          <a:noFill/>
        </p:spPr>
        <p:txBody>
          <a:bodyPr wrap="none" rtlCol="0">
            <a:spAutoFit/>
          </a:bodyPr>
          <a:lstStyle/>
          <a:p>
            <a:pPr algn="ctr"/>
            <a:r>
              <a:rPr lang="zh-CN" altLang="en-US" sz="2000" b="1" dirty="0">
                <a:solidFill>
                  <a:schemeClr val="accent6"/>
                </a:solidFill>
              </a:rPr>
              <a:t>后端</a:t>
            </a:r>
            <a:endParaRPr lang="en-US" altLang="zh-CN" sz="2000" b="1" dirty="0">
              <a:solidFill>
                <a:schemeClr val="accent6"/>
              </a:solidFill>
            </a:endParaRPr>
          </a:p>
          <a:p>
            <a:pPr algn="ctr"/>
            <a:r>
              <a:rPr lang="zh-CN" altLang="en-US" sz="2000" b="1" dirty="0">
                <a:solidFill>
                  <a:schemeClr val="accent6"/>
                </a:solidFill>
              </a:rPr>
              <a:t>（综合）</a:t>
            </a:r>
          </a:p>
        </p:txBody>
      </p:sp>
      <p:sp>
        <p:nvSpPr>
          <p:cNvPr id="172" name="矩形: 圆角 171">
            <a:extLst>
              <a:ext uri="{FF2B5EF4-FFF2-40B4-BE49-F238E27FC236}">
                <a16:creationId xmlns:a16="http://schemas.microsoft.com/office/drawing/2014/main" id="{CFDF407B-CEAE-D92B-AAA9-6E54EF6C7E93}"/>
              </a:ext>
            </a:extLst>
          </p:cNvPr>
          <p:cNvSpPr/>
          <p:nvPr/>
        </p:nvSpPr>
        <p:spPr>
          <a:xfrm>
            <a:off x="4986367" y="5044708"/>
            <a:ext cx="2091406" cy="1044563"/>
          </a:xfrm>
          <a:prstGeom prst="roundRect">
            <a:avLst>
              <a:gd name="adj" fmla="val 6525"/>
            </a:avLst>
          </a:prstGeom>
          <a:solidFill>
            <a:schemeClr val="accent6"/>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1600" b="1" dirty="0">
                <a:solidFill>
                  <a:schemeClr val="bg1"/>
                </a:solidFill>
              </a:rPr>
              <a:t>6.</a:t>
            </a:r>
            <a:r>
              <a:rPr lang="zh-CN" altLang="en-US" sz="1600" b="1" dirty="0">
                <a:solidFill>
                  <a:schemeClr val="bg1"/>
                </a:solidFill>
              </a:rPr>
              <a:t>全局存储分配、</a:t>
            </a:r>
            <a:endParaRPr lang="en-US" altLang="zh-CN" sz="1600" b="1" dirty="0">
              <a:solidFill>
                <a:schemeClr val="bg1"/>
              </a:solidFill>
            </a:endParaRPr>
          </a:p>
          <a:p>
            <a:pPr algn="ctr" defTabSz="914354"/>
            <a:r>
              <a:rPr lang="zh-CN" altLang="en-US" sz="1600" b="1" dirty="0">
                <a:solidFill>
                  <a:schemeClr val="bg1"/>
                </a:solidFill>
              </a:rPr>
              <a:t>局部活动记录等</a:t>
            </a:r>
            <a:endParaRPr lang="en-US" altLang="zh-CN" sz="1600" b="1" dirty="0">
              <a:solidFill>
                <a:schemeClr val="bg1"/>
              </a:solidFill>
            </a:endParaRPr>
          </a:p>
          <a:p>
            <a:pPr algn="ctr" defTabSz="914354"/>
            <a:r>
              <a:rPr lang="zh-CN" altLang="en-US" sz="2400" b="1" dirty="0">
                <a:solidFill>
                  <a:schemeClr val="bg1"/>
                </a:solidFill>
              </a:rPr>
              <a:t>运行时刻环境</a:t>
            </a:r>
          </a:p>
        </p:txBody>
      </p:sp>
      <p:cxnSp>
        <p:nvCxnSpPr>
          <p:cNvPr id="173" name="直接箭头连接符 172">
            <a:extLst>
              <a:ext uri="{FF2B5EF4-FFF2-40B4-BE49-F238E27FC236}">
                <a16:creationId xmlns:a16="http://schemas.microsoft.com/office/drawing/2014/main" id="{F63B29A3-43C2-6B26-1175-A4FE2CED3F17}"/>
              </a:ext>
            </a:extLst>
          </p:cNvPr>
          <p:cNvCxnSpPr>
            <a:cxnSpLocks/>
            <a:endCxn id="172" idx="0"/>
          </p:cNvCxnSpPr>
          <p:nvPr/>
        </p:nvCxnSpPr>
        <p:spPr>
          <a:xfrm flipH="1">
            <a:off x="6032070" y="4250707"/>
            <a:ext cx="1462510" cy="794001"/>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174" name="直接箭头连接符 173">
            <a:extLst>
              <a:ext uri="{FF2B5EF4-FFF2-40B4-BE49-F238E27FC236}">
                <a16:creationId xmlns:a16="http://schemas.microsoft.com/office/drawing/2014/main" id="{7DF9FE4C-6987-9EEE-9576-32B447B6A02B}"/>
              </a:ext>
            </a:extLst>
          </p:cNvPr>
          <p:cNvCxnSpPr>
            <a:cxnSpLocks/>
            <a:endCxn id="172" idx="0"/>
          </p:cNvCxnSpPr>
          <p:nvPr/>
        </p:nvCxnSpPr>
        <p:spPr>
          <a:xfrm flipH="1">
            <a:off x="6032070" y="4572790"/>
            <a:ext cx="1967322" cy="471918"/>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sp>
        <p:nvSpPr>
          <p:cNvPr id="183" name="文本框 182">
            <a:extLst>
              <a:ext uri="{FF2B5EF4-FFF2-40B4-BE49-F238E27FC236}">
                <a16:creationId xmlns:a16="http://schemas.microsoft.com/office/drawing/2014/main" id="{68F91D60-C452-2A25-73DC-23F03B9B7C01}"/>
              </a:ext>
            </a:extLst>
          </p:cNvPr>
          <p:cNvSpPr txBox="1"/>
          <p:nvPr/>
        </p:nvSpPr>
        <p:spPr>
          <a:xfrm>
            <a:off x="61593" y="2762183"/>
            <a:ext cx="437480" cy="1496713"/>
          </a:xfrm>
          <a:prstGeom prst="roundRect">
            <a:avLst>
              <a:gd name="adj" fmla="val 17217"/>
            </a:avLst>
          </a:prstGeom>
          <a:solidFill>
            <a:schemeClr val="accent6"/>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600" dirty="0"/>
              <a:t>1.</a:t>
            </a:r>
            <a:r>
              <a:rPr lang="zh-CN" altLang="en-US" sz="1600" dirty="0"/>
              <a:t>引论</a:t>
            </a:r>
          </a:p>
        </p:txBody>
      </p:sp>
    </p:spTree>
    <p:extLst>
      <p:ext uri="{BB962C8B-B14F-4D97-AF65-F5344CB8AC3E}">
        <p14:creationId xmlns:p14="http://schemas.microsoft.com/office/powerpoint/2010/main" val="210972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anim calcmode="lin" valueType="num">
                                      <p:cBhvr>
                                        <p:cTn id="7" dur="500" fill="hold"/>
                                        <p:tgtEl>
                                          <p:spTgt spid="197"/>
                                        </p:tgtEl>
                                        <p:attrNameLst>
                                          <p:attrName>ppt_w</p:attrName>
                                        </p:attrNameLst>
                                      </p:cBhvr>
                                      <p:tavLst>
                                        <p:tav tm="0">
                                          <p:val>
                                            <p:fltVal val="0"/>
                                          </p:val>
                                        </p:tav>
                                        <p:tav tm="100000">
                                          <p:val>
                                            <p:strVal val="#ppt_w"/>
                                          </p:val>
                                        </p:tav>
                                      </p:tavLst>
                                    </p:anim>
                                    <p:anim calcmode="lin" valueType="num">
                                      <p:cBhvr>
                                        <p:cTn id="8" dur="500" fill="hold"/>
                                        <p:tgtEl>
                                          <p:spTgt spid="197"/>
                                        </p:tgtEl>
                                        <p:attrNameLst>
                                          <p:attrName>ppt_h</p:attrName>
                                        </p:attrNameLst>
                                      </p:cBhvr>
                                      <p:tavLst>
                                        <p:tav tm="0">
                                          <p:val>
                                            <p:fltVal val="0"/>
                                          </p:val>
                                        </p:tav>
                                        <p:tav tm="100000">
                                          <p:val>
                                            <p:strVal val="#ppt_h"/>
                                          </p:val>
                                        </p:tav>
                                      </p:tavLst>
                                    </p:anim>
                                    <p:animEffect transition="in" filter="fade">
                                      <p:cBhvr>
                                        <p:cTn id="9" dur="500"/>
                                        <p:tgtEl>
                                          <p:spTgt spid="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8A99B5-82C0-4E09-69F0-DAAC2E812785}"/>
              </a:ext>
            </a:extLst>
          </p:cNvPr>
          <p:cNvSpPr>
            <a:spLocks noGrp="1"/>
          </p:cNvSpPr>
          <p:nvPr>
            <p:ph type="title"/>
          </p:nvPr>
        </p:nvSpPr>
        <p:spPr/>
        <p:txBody>
          <a:bodyPr/>
          <a:lstStyle/>
          <a:p>
            <a:r>
              <a:rPr lang="zh-CN" altLang="en-US" dirty="0"/>
              <a:t>什么是语法制导的翻译</a:t>
            </a:r>
          </a:p>
        </p:txBody>
      </p:sp>
      <p:sp>
        <p:nvSpPr>
          <p:cNvPr id="4" name="日期占位符 3">
            <a:extLst>
              <a:ext uri="{FF2B5EF4-FFF2-40B4-BE49-F238E27FC236}">
                <a16:creationId xmlns:a16="http://schemas.microsoft.com/office/drawing/2014/main" id="{8DF3EBF1-224B-6153-D5C9-0EB5CD177030}"/>
              </a:ext>
            </a:extLst>
          </p:cNvPr>
          <p:cNvSpPr>
            <a:spLocks noGrp="1"/>
          </p:cNvSpPr>
          <p:nvPr>
            <p:ph type="dt" sz="half" idx="10"/>
          </p:nvPr>
        </p:nvSpPr>
        <p:spPr/>
        <p:txBody>
          <a:bodyPr/>
          <a:lstStyle/>
          <a:p>
            <a:fld id="{ABF9780E-073B-4C32-9707-2E22AFDEAA9F}" type="datetime2">
              <a:rPr lang="zh-CN" altLang="en-US" smtClean="0"/>
              <a:t>2024年6月6日</a:t>
            </a:fld>
            <a:endParaRPr lang="zh-CN" altLang="en-US" dirty="0"/>
          </a:p>
        </p:txBody>
      </p:sp>
      <p:sp>
        <p:nvSpPr>
          <p:cNvPr id="5" name="页脚占位符 4">
            <a:extLst>
              <a:ext uri="{FF2B5EF4-FFF2-40B4-BE49-F238E27FC236}">
                <a16:creationId xmlns:a16="http://schemas.microsoft.com/office/drawing/2014/main" id="{673E78B7-42B4-091B-D83B-B40E81AED4D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6" name="灯片编号占位符 5">
            <a:extLst>
              <a:ext uri="{FF2B5EF4-FFF2-40B4-BE49-F238E27FC236}">
                <a16:creationId xmlns:a16="http://schemas.microsoft.com/office/drawing/2014/main" id="{545CDFA0-2727-2736-8272-48A615A57D4E}"/>
              </a:ext>
            </a:extLst>
          </p:cNvPr>
          <p:cNvSpPr>
            <a:spLocks noGrp="1"/>
          </p:cNvSpPr>
          <p:nvPr>
            <p:ph type="sldNum" sz="quarter" idx="12"/>
          </p:nvPr>
        </p:nvSpPr>
        <p:spPr/>
        <p:txBody>
          <a:bodyPr/>
          <a:lstStyle/>
          <a:p>
            <a:fld id="{094DEB03-EFC6-4C20-8FC8-295189A5386F}" type="slidenum">
              <a:rPr lang="zh-CN" altLang="en-US" smtClean="0"/>
              <a:pPr/>
              <a:t>3</a:t>
            </a:fld>
            <a:endParaRPr lang="zh-CN" altLang="en-US"/>
          </a:p>
        </p:txBody>
      </p:sp>
      <p:grpSp>
        <p:nvGrpSpPr>
          <p:cNvPr id="7" name="组合 6">
            <a:extLst>
              <a:ext uri="{FF2B5EF4-FFF2-40B4-BE49-F238E27FC236}">
                <a16:creationId xmlns:a16="http://schemas.microsoft.com/office/drawing/2014/main" id="{BFEB69F9-E26F-536B-3DB5-C30824C2C71F}"/>
              </a:ext>
            </a:extLst>
          </p:cNvPr>
          <p:cNvGrpSpPr/>
          <p:nvPr/>
        </p:nvGrpSpPr>
        <p:grpSpPr>
          <a:xfrm>
            <a:off x="141513" y="1630136"/>
            <a:ext cx="5049962" cy="4261757"/>
            <a:chOff x="2003138" y="2227861"/>
            <a:chExt cx="3039813" cy="2565355"/>
          </a:xfrm>
        </p:grpSpPr>
        <p:grpSp>
          <p:nvGrpSpPr>
            <p:cNvPr id="197" name="组合 196">
              <a:extLst>
                <a:ext uri="{FF2B5EF4-FFF2-40B4-BE49-F238E27FC236}">
                  <a16:creationId xmlns:a16="http://schemas.microsoft.com/office/drawing/2014/main" id="{EFFDE7EC-67E6-06F9-9622-E51195FE71B7}"/>
                </a:ext>
              </a:extLst>
            </p:cNvPr>
            <p:cNvGrpSpPr/>
            <p:nvPr/>
          </p:nvGrpSpPr>
          <p:grpSpPr>
            <a:xfrm>
              <a:off x="2144009" y="2227861"/>
              <a:ext cx="2688246" cy="2565355"/>
              <a:chOff x="2144009" y="2227861"/>
              <a:chExt cx="2688246" cy="2565355"/>
            </a:xfrm>
          </p:grpSpPr>
          <p:sp>
            <p:nvSpPr>
              <p:cNvPr id="175" name="矩形: 圆角 174">
                <a:extLst>
                  <a:ext uri="{FF2B5EF4-FFF2-40B4-BE49-F238E27FC236}">
                    <a16:creationId xmlns:a16="http://schemas.microsoft.com/office/drawing/2014/main" id="{33FE8A17-B672-3334-55BB-99E7F9A6C7D7}"/>
                  </a:ext>
                </a:extLst>
              </p:cNvPr>
              <p:cNvSpPr/>
              <p:nvPr/>
            </p:nvSpPr>
            <p:spPr>
              <a:xfrm>
                <a:off x="2144009" y="2227861"/>
                <a:ext cx="2688246" cy="2565355"/>
              </a:xfrm>
              <a:prstGeom prst="roundRect">
                <a:avLst>
                  <a:gd name="adj" fmla="val 6067"/>
                </a:avLst>
              </a:prstGeom>
              <a:solidFill>
                <a:schemeClr val="accent5">
                  <a:alpha val="40000"/>
                </a:schemeClr>
              </a:solidFill>
              <a:ln w="19050">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3200"/>
              </a:p>
            </p:txBody>
          </p:sp>
          <p:sp>
            <p:nvSpPr>
              <p:cNvPr id="176" name="文本框 175">
                <a:extLst>
                  <a:ext uri="{FF2B5EF4-FFF2-40B4-BE49-F238E27FC236}">
                    <a16:creationId xmlns:a16="http://schemas.microsoft.com/office/drawing/2014/main" id="{A23DF4C3-0FC2-B778-D935-C4311DA52555}"/>
                  </a:ext>
                </a:extLst>
              </p:cNvPr>
              <p:cNvSpPr txBox="1"/>
              <p:nvPr/>
            </p:nvSpPr>
            <p:spPr>
              <a:xfrm>
                <a:off x="2190075" y="4448583"/>
                <a:ext cx="1591633" cy="279576"/>
              </a:xfrm>
              <a:prstGeom prst="rect">
                <a:avLst/>
              </a:prstGeom>
              <a:noFill/>
            </p:spPr>
            <p:txBody>
              <a:bodyPr wrap="none" rtlCol="0">
                <a:spAutoFit/>
              </a:bodyPr>
              <a:lstStyle/>
              <a:p>
                <a:r>
                  <a:rPr lang="en-US" altLang="zh-CN" sz="2800" b="1" dirty="0">
                    <a:solidFill>
                      <a:schemeClr val="accent1"/>
                    </a:solidFill>
                  </a:rPr>
                  <a:t>4.</a:t>
                </a:r>
                <a:r>
                  <a:rPr lang="zh-CN" altLang="en-US" sz="2800" b="1" dirty="0">
                    <a:solidFill>
                      <a:schemeClr val="accent1"/>
                    </a:solidFill>
                  </a:rPr>
                  <a:t>语法制导的翻译</a:t>
                </a:r>
              </a:p>
            </p:txBody>
          </p:sp>
        </p:grpSp>
        <p:sp>
          <p:nvSpPr>
            <p:cNvPr id="141" name="文本框 140">
              <a:extLst>
                <a:ext uri="{FF2B5EF4-FFF2-40B4-BE49-F238E27FC236}">
                  <a16:creationId xmlns:a16="http://schemas.microsoft.com/office/drawing/2014/main" id="{ED32D0A3-D68A-DDFD-41F2-095A2B289F7D}"/>
                </a:ext>
              </a:extLst>
            </p:cNvPr>
            <p:cNvSpPr txBox="1"/>
            <p:nvPr/>
          </p:nvSpPr>
          <p:spPr>
            <a:xfrm>
              <a:off x="2277402" y="2762183"/>
              <a:ext cx="430887" cy="1496713"/>
            </a:xfrm>
            <a:prstGeom prst="roundRect">
              <a:avLst/>
            </a:prstGeom>
            <a:solidFill>
              <a:schemeClr val="accent6"/>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defTabSz="914354">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400" dirty="0"/>
                <a:t>3.</a:t>
              </a:r>
              <a:r>
                <a:rPr lang="zh-CN" altLang="en-US" sz="2400" dirty="0"/>
                <a:t>语法分析器</a:t>
              </a:r>
            </a:p>
          </p:txBody>
        </p:sp>
        <p:cxnSp>
          <p:nvCxnSpPr>
            <p:cNvPr id="142" name="直接箭头连接符 141">
              <a:extLst>
                <a:ext uri="{FF2B5EF4-FFF2-40B4-BE49-F238E27FC236}">
                  <a16:creationId xmlns:a16="http://schemas.microsoft.com/office/drawing/2014/main" id="{3B16CF5D-3BB8-D2E2-2263-9CF14D990AEF}"/>
                </a:ext>
              </a:extLst>
            </p:cNvPr>
            <p:cNvCxnSpPr>
              <a:cxnSpLocks/>
            </p:cNvCxnSpPr>
            <p:nvPr/>
          </p:nvCxnSpPr>
          <p:spPr>
            <a:xfrm>
              <a:off x="2708289" y="3510540"/>
              <a:ext cx="41874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43" name="文本框 142">
              <a:extLst>
                <a:ext uri="{FF2B5EF4-FFF2-40B4-BE49-F238E27FC236}">
                  <a16:creationId xmlns:a16="http://schemas.microsoft.com/office/drawing/2014/main" id="{6F2010CC-3F03-F65C-F078-CD1100EA7E94}"/>
                </a:ext>
              </a:extLst>
            </p:cNvPr>
            <p:cNvSpPr txBox="1"/>
            <p:nvPr/>
          </p:nvSpPr>
          <p:spPr>
            <a:xfrm>
              <a:off x="3125001" y="2578576"/>
              <a:ext cx="677108" cy="1863928"/>
            </a:xfrm>
            <a:prstGeom prst="roundRect">
              <a:avLst/>
            </a:prstGeom>
            <a:solidFill>
              <a:schemeClr val="accent6"/>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2" spcCol="0" rtlCol="0" fromWordArt="0" anchor="ctr" anchorCtr="0" forceAA="0" compatLnSpc="1">
              <a:prstTxWarp prst="textNoShape">
                <a:avLst/>
              </a:prstTxWarp>
              <a:noAutofit/>
            </a:bodyPr>
            <a:lstStyle>
              <a:defPPr>
                <a:defRPr lang="en-US"/>
              </a:defPPr>
              <a:lvl1pPr algn="ctr" defTabSz="914354">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2400" dirty="0"/>
                <a:t>语义分析器</a:t>
              </a:r>
              <a:endParaRPr lang="en-US" altLang="zh-CN" sz="2400" dirty="0"/>
            </a:p>
            <a:p>
              <a:endParaRPr lang="en-US" altLang="zh-CN" sz="2400" dirty="0"/>
            </a:p>
            <a:p>
              <a:endParaRPr lang="en-US" altLang="zh-CN" sz="2400" dirty="0"/>
            </a:p>
            <a:p>
              <a:r>
                <a:rPr lang="zh-CN" altLang="en-US" sz="2400" dirty="0"/>
                <a:t>包含 </a:t>
              </a:r>
              <a:r>
                <a:rPr lang="en-US" altLang="zh-CN" sz="2400" dirty="0"/>
                <a:t>5.</a:t>
              </a:r>
              <a:r>
                <a:rPr lang="zh-CN" altLang="en-US" sz="2400" dirty="0"/>
                <a:t> 类型检查</a:t>
              </a:r>
              <a:endParaRPr lang="en-US" altLang="zh-CN" sz="2400" dirty="0"/>
            </a:p>
          </p:txBody>
        </p:sp>
        <p:cxnSp>
          <p:nvCxnSpPr>
            <p:cNvPr id="144" name="直接箭头连接符 143">
              <a:extLst>
                <a:ext uri="{FF2B5EF4-FFF2-40B4-BE49-F238E27FC236}">
                  <a16:creationId xmlns:a16="http://schemas.microsoft.com/office/drawing/2014/main" id="{C066B574-A805-D560-F1A1-9EFFE3109DE0}"/>
                </a:ext>
              </a:extLst>
            </p:cNvPr>
            <p:cNvCxnSpPr>
              <a:cxnSpLocks/>
            </p:cNvCxnSpPr>
            <p:nvPr/>
          </p:nvCxnSpPr>
          <p:spPr>
            <a:xfrm>
              <a:off x="3802109" y="3510541"/>
              <a:ext cx="43163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45" name="文本框 144">
              <a:extLst>
                <a:ext uri="{FF2B5EF4-FFF2-40B4-BE49-F238E27FC236}">
                  <a16:creationId xmlns:a16="http://schemas.microsoft.com/office/drawing/2014/main" id="{8C1B9D2A-CD20-F619-F3BD-937952509586}"/>
                </a:ext>
              </a:extLst>
            </p:cNvPr>
            <p:cNvSpPr txBox="1"/>
            <p:nvPr/>
          </p:nvSpPr>
          <p:spPr>
            <a:xfrm>
              <a:off x="4235289" y="2614808"/>
              <a:ext cx="430887" cy="1791466"/>
            </a:xfrm>
            <a:prstGeom prst="roundRect">
              <a:avLst/>
            </a:prstGeom>
            <a:solidFill>
              <a:schemeClr val="accent6"/>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defTabSz="914354">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400" dirty="0"/>
                <a:t>7.</a:t>
              </a:r>
              <a:r>
                <a:rPr lang="zh-CN" altLang="en-US" sz="2400" dirty="0"/>
                <a:t>中间代码生成器</a:t>
              </a:r>
              <a:endParaRPr lang="en-US" altLang="zh-CN" sz="2400" dirty="0"/>
            </a:p>
          </p:txBody>
        </p:sp>
        <p:sp>
          <p:nvSpPr>
            <p:cNvPr id="151" name="文本框 150">
              <a:extLst>
                <a:ext uri="{FF2B5EF4-FFF2-40B4-BE49-F238E27FC236}">
                  <a16:creationId xmlns:a16="http://schemas.microsoft.com/office/drawing/2014/main" id="{745BCB72-8805-8216-5E2D-1B0014D5B016}"/>
                </a:ext>
              </a:extLst>
            </p:cNvPr>
            <p:cNvSpPr txBox="1"/>
            <p:nvPr/>
          </p:nvSpPr>
          <p:spPr>
            <a:xfrm>
              <a:off x="2765506" y="2804343"/>
              <a:ext cx="328913" cy="624935"/>
            </a:xfrm>
            <a:prstGeom prst="rect">
              <a:avLst/>
            </a:prstGeom>
            <a:noFill/>
          </p:spPr>
          <p:txBody>
            <a:bodyPr vert="eaVert" wrap="none" rtlCol="0">
              <a:spAutoFit/>
            </a:bodyPr>
            <a:lstStyle/>
            <a:p>
              <a:r>
                <a:rPr lang="zh-CN" altLang="en-US" sz="2800" dirty="0">
                  <a:solidFill>
                    <a:schemeClr val="accent6"/>
                  </a:solidFill>
                </a:rPr>
                <a:t>语法树</a:t>
              </a:r>
            </a:p>
          </p:txBody>
        </p:sp>
        <p:sp>
          <p:nvSpPr>
            <p:cNvPr id="152" name="文本框 151">
              <a:extLst>
                <a:ext uri="{FF2B5EF4-FFF2-40B4-BE49-F238E27FC236}">
                  <a16:creationId xmlns:a16="http://schemas.microsoft.com/office/drawing/2014/main" id="{263394FB-3337-69D4-E2F6-3562A749973C}"/>
                </a:ext>
              </a:extLst>
            </p:cNvPr>
            <p:cNvSpPr txBox="1"/>
            <p:nvPr/>
          </p:nvSpPr>
          <p:spPr>
            <a:xfrm>
              <a:off x="3872056" y="2804343"/>
              <a:ext cx="328913" cy="624935"/>
            </a:xfrm>
            <a:prstGeom prst="rect">
              <a:avLst/>
            </a:prstGeom>
            <a:noFill/>
          </p:spPr>
          <p:txBody>
            <a:bodyPr vert="eaVert" wrap="none" rtlCol="0">
              <a:spAutoFit/>
            </a:bodyPr>
            <a:lstStyle/>
            <a:p>
              <a:r>
                <a:rPr lang="zh-CN" altLang="en-US" sz="2800" dirty="0">
                  <a:solidFill>
                    <a:schemeClr val="accent6"/>
                  </a:solidFill>
                </a:rPr>
                <a:t>语法树</a:t>
              </a:r>
            </a:p>
          </p:txBody>
        </p:sp>
        <p:cxnSp>
          <p:nvCxnSpPr>
            <p:cNvPr id="153" name="直接箭头连接符 152">
              <a:extLst>
                <a:ext uri="{FF2B5EF4-FFF2-40B4-BE49-F238E27FC236}">
                  <a16:creationId xmlns:a16="http://schemas.microsoft.com/office/drawing/2014/main" id="{5F39138F-5F5A-11EA-F544-39D9791D06D2}"/>
                </a:ext>
              </a:extLst>
            </p:cNvPr>
            <p:cNvCxnSpPr>
              <a:cxnSpLocks/>
            </p:cNvCxnSpPr>
            <p:nvPr/>
          </p:nvCxnSpPr>
          <p:spPr>
            <a:xfrm>
              <a:off x="4666176" y="3510541"/>
              <a:ext cx="37677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 name="直接箭头连接符 2">
              <a:extLst>
                <a:ext uri="{FF2B5EF4-FFF2-40B4-BE49-F238E27FC236}">
                  <a16:creationId xmlns:a16="http://schemas.microsoft.com/office/drawing/2014/main" id="{B24D5DB3-6326-1D2A-51F3-537288AEF859}"/>
                </a:ext>
              </a:extLst>
            </p:cNvPr>
            <p:cNvCxnSpPr>
              <a:cxnSpLocks/>
            </p:cNvCxnSpPr>
            <p:nvPr/>
          </p:nvCxnSpPr>
          <p:spPr>
            <a:xfrm>
              <a:off x="2003138" y="3510540"/>
              <a:ext cx="263923"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sp>
        <p:nvSpPr>
          <p:cNvPr id="9" name="文本框 8">
            <a:extLst>
              <a:ext uri="{FF2B5EF4-FFF2-40B4-BE49-F238E27FC236}">
                <a16:creationId xmlns:a16="http://schemas.microsoft.com/office/drawing/2014/main" id="{F045258B-3AE4-4F21-233E-16C557BE82CF}"/>
              </a:ext>
            </a:extLst>
          </p:cNvPr>
          <p:cNvSpPr txBox="1"/>
          <p:nvPr/>
        </p:nvSpPr>
        <p:spPr>
          <a:xfrm>
            <a:off x="5302145" y="1563703"/>
            <a:ext cx="3507709" cy="1815882"/>
          </a:xfrm>
          <a:prstGeom prst="rect">
            <a:avLst/>
          </a:prstGeom>
          <a:noFill/>
        </p:spPr>
        <p:txBody>
          <a:bodyPr wrap="square">
            <a:spAutoFit/>
          </a:bodyPr>
          <a:lstStyle/>
          <a:p>
            <a:r>
              <a:rPr lang="zh-CN" altLang="en-US" sz="2800" dirty="0">
                <a:ln w="0"/>
              </a:rPr>
              <a:t>语法分析、语义分析、中间代码生成</a:t>
            </a:r>
            <a:endParaRPr lang="en-US" altLang="zh-CN" sz="2800" dirty="0">
              <a:ln w="0"/>
            </a:endParaRPr>
          </a:p>
          <a:p>
            <a:r>
              <a:rPr lang="zh-CN" altLang="en-US" sz="2800" dirty="0">
                <a:ln w="0"/>
              </a:rPr>
              <a:t>通常通过</a:t>
            </a:r>
            <a:r>
              <a:rPr lang="zh-CN" altLang="en-US" sz="2800" dirty="0">
                <a:ln w="0"/>
                <a:solidFill>
                  <a:srgbClr val="C00000"/>
                </a:solidFill>
              </a:rPr>
              <a:t>语法制导的翻译</a:t>
            </a:r>
            <a:r>
              <a:rPr lang="zh-CN" altLang="en-US" sz="2800" dirty="0">
                <a:ln w="0"/>
              </a:rPr>
              <a:t>有机地结合起来</a:t>
            </a:r>
            <a:endParaRPr lang="en-US" altLang="zh-CN" sz="2800" dirty="0">
              <a:ln w="0"/>
            </a:endParaRPr>
          </a:p>
        </p:txBody>
      </p:sp>
    </p:spTree>
    <p:extLst>
      <p:ext uri="{BB962C8B-B14F-4D97-AF65-F5344CB8AC3E}">
        <p14:creationId xmlns:p14="http://schemas.microsoft.com/office/powerpoint/2010/main" val="521091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F59E4CE3-E997-42B9-B452-3EF935B83F63}"/>
              </a:ext>
            </a:extLst>
          </p:cNvPr>
          <p:cNvSpPr>
            <a:spLocks noGrp="1" noChangeArrowheads="1"/>
          </p:cNvSpPr>
          <p:nvPr>
            <p:ph type="title"/>
          </p:nvPr>
        </p:nvSpPr>
        <p:spPr/>
        <p:txBody>
          <a:bodyPr/>
          <a:lstStyle/>
          <a:p>
            <a:pPr eaLnBrk="1" hangingPunct="1"/>
            <a:r>
              <a:rPr lang="zh-CN" altLang="en-US"/>
              <a:t>第四章 语法制导的翻译</a:t>
            </a:r>
          </a:p>
        </p:txBody>
      </p:sp>
      <p:sp>
        <p:nvSpPr>
          <p:cNvPr id="2" name="日期占位符 1">
            <a:extLst>
              <a:ext uri="{FF2B5EF4-FFF2-40B4-BE49-F238E27FC236}">
                <a16:creationId xmlns:a16="http://schemas.microsoft.com/office/drawing/2014/main" id="{759B56E9-AECC-0BD9-4777-CE29BBDAFAD6}"/>
              </a:ext>
            </a:extLst>
          </p:cNvPr>
          <p:cNvSpPr>
            <a:spLocks noGrp="1"/>
          </p:cNvSpPr>
          <p:nvPr>
            <p:ph type="dt" sz="half" idx="10"/>
          </p:nvPr>
        </p:nvSpPr>
        <p:spPr/>
        <p:txBody>
          <a:bodyPr/>
          <a:lstStyle/>
          <a:p>
            <a:fld id="{243490BF-28FF-4A66-885B-CBEBB112CCF0}"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B468964E-479A-7217-6E5F-076C3D78C23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419489D4-F303-EC61-BC01-6E87347FD1F9}"/>
              </a:ext>
            </a:extLst>
          </p:cNvPr>
          <p:cNvSpPr>
            <a:spLocks noGrp="1"/>
          </p:cNvSpPr>
          <p:nvPr>
            <p:ph type="sldNum" sz="quarter" idx="12"/>
          </p:nvPr>
        </p:nvSpPr>
        <p:spPr/>
        <p:txBody>
          <a:bodyPr/>
          <a:lstStyle/>
          <a:p>
            <a:fld id="{094DEB03-EFC6-4C20-8FC8-295189A5386F}" type="slidenum">
              <a:rPr lang="zh-CN" altLang="en-US" smtClean="0"/>
              <a:pPr/>
              <a:t>4</a:t>
            </a:fld>
            <a:endParaRPr lang="zh-CN" altLang="en-US"/>
          </a:p>
        </p:txBody>
      </p:sp>
      <p:sp>
        <p:nvSpPr>
          <p:cNvPr id="7" name="文本框 6">
            <a:extLst>
              <a:ext uri="{FF2B5EF4-FFF2-40B4-BE49-F238E27FC236}">
                <a16:creationId xmlns:a16="http://schemas.microsoft.com/office/drawing/2014/main" id="{5ED26B74-9CB4-4D9F-CD3A-C525C312BCA1}"/>
              </a:ext>
            </a:extLst>
          </p:cNvPr>
          <p:cNvSpPr txBox="1"/>
          <p:nvPr/>
        </p:nvSpPr>
        <p:spPr>
          <a:xfrm>
            <a:off x="163585" y="1335107"/>
            <a:ext cx="8816829" cy="5293757"/>
          </a:xfrm>
          <a:prstGeom prst="rect">
            <a:avLst/>
          </a:prstGeom>
          <a:solidFill>
            <a:schemeClr val="bg1">
              <a:lumMod val="95000"/>
            </a:schemeClr>
          </a:solidFill>
        </p:spPr>
        <p:style>
          <a:lnRef idx="0">
            <a:schemeClr val="accent3"/>
          </a:lnRef>
          <a:fillRef idx="3">
            <a:schemeClr val="accent3"/>
          </a:fillRef>
          <a:effectRef idx="3">
            <a:schemeClr val="accent3"/>
          </a:effectRef>
          <a:fontRef idx="minor">
            <a:schemeClr val="lt1"/>
          </a:fontRef>
        </p:style>
        <p:txBody>
          <a:bodyPr wrap="square">
            <a:spAutoFit/>
          </a:bodyPr>
          <a:lstStyle/>
          <a:p>
            <a:r>
              <a:rPr lang="en-US" altLang="zh-CN" sz="1600" dirty="0">
                <a:solidFill>
                  <a:srgbClr val="000000"/>
                </a:solidFill>
                <a:latin typeface="Consolas" panose="020B0609020204030204" pitchFamily="49" charset="0"/>
              </a:rPr>
              <a:t>prog : prog </a:t>
            </a:r>
            <a:r>
              <a:rPr lang="en-US" altLang="zh-CN" sz="1600" dirty="0" err="1">
                <a:solidFill>
                  <a:srgbClr val="000000"/>
                </a:solidFill>
                <a:latin typeface="Consolas" panose="020B0609020204030204" pitchFamily="49" charset="0"/>
              </a:rPr>
              <a:t>expln</a:t>
            </a:r>
            <a:endParaRPr lang="en-US" altLang="zh-CN"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     | </a:t>
            </a:r>
            <a:r>
              <a:rPr lang="en-US" altLang="zh-CN" sz="1600" dirty="0" err="1">
                <a:solidFill>
                  <a:srgbClr val="000000"/>
                </a:solidFill>
                <a:latin typeface="Consolas" panose="020B0609020204030204" pitchFamily="49" charset="0"/>
              </a:rPr>
              <a:t>expln</a:t>
            </a:r>
            <a:endParaRPr lang="en-US" altLang="zh-CN"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     ;</a:t>
            </a:r>
          </a:p>
          <a:p>
            <a:br>
              <a:rPr lang="en-US" altLang="zh-CN" sz="1600" dirty="0">
                <a:solidFill>
                  <a:srgbClr val="000000"/>
                </a:solidFill>
                <a:latin typeface="Consolas" panose="020B0609020204030204" pitchFamily="49" charset="0"/>
              </a:rPr>
            </a:br>
            <a:r>
              <a:rPr lang="en-US" altLang="zh-CN" sz="1600" dirty="0" err="1">
                <a:solidFill>
                  <a:srgbClr val="000000"/>
                </a:solidFill>
                <a:latin typeface="Consolas" panose="020B0609020204030204" pitchFamily="49" charset="0"/>
              </a:rPr>
              <a:t>expln</a:t>
            </a:r>
            <a:r>
              <a:rPr lang="en-US" altLang="zh-CN" sz="1600" dirty="0">
                <a:solidFill>
                  <a:srgbClr val="000000"/>
                </a:solidFill>
                <a:latin typeface="Consolas" panose="020B0609020204030204" pitchFamily="49" charset="0"/>
              </a:rPr>
              <a:t>   : expr ENTER {</a:t>
            </a:r>
            <a:r>
              <a:rPr lang="en-US" altLang="zh-CN" sz="1600" dirty="0" err="1">
                <a:solidFill>
                  <a:srgbClr val="000000"/>
                </a:solidFill>
                <a:latin typeface="Consolas" panose="020B0609020204030204" pitchFamily="49" charset="0"/>
              </a:rPr>
              <a:t>printf</a:t>
            </a:r>
            <a:r>
              <a:rPr lang="en-US" altLang="zh-CN" sz="1600" dirty="0">
                <a:solidFill>
                  <a:srgbClr val="000000"/>
                </a:solidFill>
                <a:latin typeface="Consolas" panose="020B0609020204030204" pitchFamily="49" charset="0"/>
              </a:rPr>
              <a:t>(</a:t>
            </a:r>
            <a:r>
              <a:rPr lang="en-US" altLang="zh-CN" sz="1600" dirty="0">
                <a:solidFill>
                  <a:srgbClr val="A31515"/>
                </a:solidFill>
                <a:latin typeface="Consolas" panose="020B0609020204030204" pitchFamily="49" charset="0"/>
              </a:rPr>
              <a:t>"\</a:t>
            </a:r>
            <a:r>
              <a:rPr lang="en-US" altLang="zh-CN" sz="1600" dirty="0" err="1">
                <a:solidFill>
                  <a:srgbClr val="A31515"/>
                </a:solidFill>
                <a:latin typeface="Consolas" panose="020B0609020204030204" pitchFamily="49" charset="0"/>
              </a:rPr>
              <a:t>nThe</a:t>
            </a:r>
            <a:r>
              <a:rPr lang="en-US" altLang="zh-CN" sz="1600" dirty="0">
                <a:solidFill>
                  <a:srgbClr val="A31515"/>
                </a:solidFill>
                <a:latin typeface="Consolas" panose="020B0609020204030204" pitchFamily="49" charset="0"/>
              </a:rPr>
              <a:t> value of the expression is %</a:t>
            </a:r>
            <a:r>
              <a:rPr lang="en-US" altLang="zh-CN" sz="1600" dirty="0" err="1">
                <a:solidFill>
                  <a:srgbClr val="A31515"/>
                </a:solidFill>
                <a:latin typeface="Consolas" panose="020B0609020204030204" pitchFamily="49" charset="0"/>
              </a:rPr>
              <a:t>lf</a:t>
            </a:r>
            <a:r>
              <a:rPr lang="en-US" altLang="zh-CN" sz="1600" dirty="0">
                <a:solidFill>
                  <a:srgbClr val="A31515"/>
                </a:solidFill>
                <a:latin typeface="Consolas" panose="020B0609020204030204" pitchFamily="49" charset="0"/>
              </a:rPr>
              <a:t>.\n"</a:t>
            </a:r>
            <a:r>
              <a:rPr lang="en-US" altLang="zh-CN" sz="1600" dirty="0">
                <a:solidFill>
                  <a:srgbClr val="000000"/>
                </a:solidFill>
                <a:latin typeface="Consolas" panose="020B0609020204030204" pitchFamily="49" charset="0"/>
              </a:rPr>
              <a:t>, $</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a:t>
            </a:r>
          </a:p>
          <a:p>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expr  : expr PLUS term  {$$ = $</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 + $</a:t>
            </a:r>
            <a:r>
              <a:rPr lang="en-US" altLang="zh-CN" sz="1600" dirty="0">
                <a:solidFill>
                  <a:srgbClr val="098658"/>
                </a:solidFill>
                <a:latin typeface="Consolas" panose="020B0609020204030204" pitchFamily="49" charset="0"/>
              </a:rPr>
              <a:t>3</a:t>
            </a:r>
            <a:r>
              <a:rPr lang="en-US" altLang="zh-CN" sz="1600" dirty="0">
                <a:solidFill>
                  <a:srgbClr val="000000"/>
                </a:solidFill>
                <a:latin typeface="Consolas" panose="020B0609020204030204" pitchFamily="49" charset="0"/>
              </a:rPr>
              <a:t>;}</a:t>
            </a:r>
          </a:p>
          <a:p>
            <a:r>
              <a:rPr lang="en-US" altLang="zh-CN" sz="1600" dirty="0">
                <a:solidFill>
                  <a:srgbClr val="000000"/>
                </a:solidFill>
                <a:latin typeface="Consolas" panose="020B0609020204030204" pitchFamily="49" charset="0"/>
              </a:rPr>
              <a:t>      | expr MINUS term {$$ = $</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 - $</a:t>
            </a:r>
            <a:r>
              <a:rPr lang="en-US" altLang="zh-CN" sz="1600" dirty="0">
                <a:solidFill>
                  <a:srgbClr val="098658"/>
                </a:solidFill>
                <a:latin typeface="Consolas" panose="020B0609020204030204" pitchFamily="49" charset="0"/>
              </a:rPr>
              <a:t>3</a:t>
            </a:r>
            <a:r>
              <a:rPr lang="en-US" altLang="zh-CN" sz="1600" dirty="0">
                <a:solidFill>
                  <a:srgbClr val="000000"/>
                </a:solidFill>
                <a:latin typeface="Consolas" panose="020B0609020204030204" pitchFamily="49" charset="0"/>
              </a:rPr>
              <a:t>;}</a:t>
            </a:r>
          </a:p>
          <a:p>
            <a:r>
              <a:rPr lang="en-US" altLang="zh-CN" sz="1600" dirty="0">
                <a:solidFill>
                  <a:srgbClr val="000000"/>
                </a:solidFill>
                <a:latin typeface="Consolas" panose="020B0609020204030204" pitchFamily="49" charset="0"/>
              </a:rPr>
              <a:t>      | term  </a:t>
            </a:r>
          </a:p>
          <a:p>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term  : term TIMES factor  {$$ = $</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 * $</a:t>
            </a:r>
            <a:r>
              <a:rPr lang="en-US" altLang="zh-CN" sz="1600" dirty="0">
                <a:solidFill>
                  <a:srgbClr val="098658"/>
                </a:solidFill>
                <a:latin typeface="Consolas" panose="020B0609020204030204" pitchFamily="49" charset="0"/>
              </a:rPr>
              <a:t>3</a:t>
            </a:r>
            <a:r>
              <a:rPr lang="en-US" altLang="zh-CN" sz="1600" dirty="0">
                <a:solidFill>
                  <a:srgbClr val="000000"/>
                </a:solidFill>
                <a:latin typeface="Consolas" panose="020B0609020204030204" pitchFamily="49" charset="0"/>
              </a:rPr>
              <a:t>;}</a:t>
            </a:r>
          </a:p>
          <a:p>
            <a:r>
              <a:rPr lang="en-US" altLang="zh-CN" sz="1600" dirty="0">
                <a:solidFill>
                  <a:srgbClr val="000000"/>
                </a:solidFill>
                <a:latin typeface="Consolas" panose="020B0609020204030204" pitchFamily="49" charset="0"/>
              </a:rPr>
              <a:t>      | term DIVIDE factor {$$ = $</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 / $</a:t>
            </a:r>
            <a:r>
              <a:rPr lang="en-US" altLang="zh-CN" sz="1600" dirty="0">
                <a:solidFill>
                  <a:srgbClr val="098658"/>
                </a:solidFill>
                <a:latin typeface="Consolas" panose="020B0609020204030204" pitchFamily="49" charset="0"/>
              </a:rPr>
              <a:t>3</a:t>
            </a:r>
            <a:r>
              <a:rPr lang="en-US" altLang="zh-CN" sz="1600" dirty="0">
                <a:solidFill>
                  <a:srgbClr val="000000"/>
                </a:solidFill>
                <a:latin typeface="Consolas" panose="020B0609020204030204" pitchFamily="49" charset="0"/>
              </a:rPr>
              <a:t>;}</a:t>
            </a:r>
          </a:p>
          <a:p>
            <a:r>
              <a:rPr lang="en-US" altLang="zh-CN" sz="1600" dirty="0">
                <a:solidFill>
                  <a:srgbClr val="000000"/>
                </a:solidFill>
                <a:latin typeface="Consolas" panose="020B0609020204030204" pitchFamily="49" charset="0"/>
              </a:rPr>
              <a:t>      | factor</a:t>
            </a:r>
          </a:p>
          <a:p>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      </a:t>
            </a:r>
          </a:p>
          <a:p>
            <a:r>
              <a:rPr lang="en-US" altLang="zh-CN" sz="1600" dirty="0">
                <a:solidFill>
                  <a:srgbClr val="000000"/>
                </a:solidFill>
                <a:latin typeface="Consolas" panose="020B0609020204030204" pitchFamily="49" charset="0"/>
              </a:rPr>
              <a:t>factor  : LPAREN expr RPAREN {$$ = $</a:t>
            </a:r>
            <a:r>
              <a:rPr lang="en-US" altLang="zh-CN" sz="1600" dirty="0">
                <a:solidFill>
                  <a:srgbClr val="098658"/>
                </a:solidFill>
                <a:latin typeface="Consolas" panose="020B0609020204030204" pitchFamily="49" charset="0"/>
              </a:rPr>
              <a:t>2</a:t>
            </a:r>
            <a:r>
              <a:rPr lang="en-US" altLang="zh-CN" sz="1600" dirty="0">
                <a:solidFill>
                  <a:srgbClr val="000000"/>
                </a:solidFill>
                <a:latin typeface="Consolas" panose="020B0609020204030204" pitchFamily="49" charset="0"/>
              </a:rPr>
              <a:t>;}</a:t>
            </a:r>
          </a:p>
          <a:p>
            <a:r>
              <a:rPr lang="en-US" altLang="zh-CN" sz="1600" dirty="0">
                <a:solidFill>
                  <a:srgbClr val="000000"/>
                </a:solidFill>
                <a:latin typeface="Consolas" panose="020B0609020204030204" pitchFamily="49" charset="0"/>
              </a:rPr>
              <a:t>        | MINUS factor  {$$ = - $</a:t>
            </a:r>
            <a:r>
              <a:rPr lang="en-US" altLang="zh-CN" sz="1600" dirty="0">
                <a:solidFill>
                  <a:srgbClr val="098658"/>
                </a:solidFill>
                <a:latin typeface="Consolas" panose="020B0609020204030204" pitchFamily="49" charset="0"/>
              </a:rPr>
              <a:t>2</a:t>
            </a:r>
            <a:r>
              <a:rPr lang="en-US" altLang="zh-CN" sz="1600" dirty="0">
                <a:solidFill>
                  <a:srgbClr val="000000"/>
                </a:solidFill>
                <a:latin typeface="Consolas" panose="020B0609020204030204" pitchFamily="49" charset="0"/>
              </a:rPr>
              <a:t>;}</a:t>
            </a:r>
          </a:p>
          <a:p>
            <a:r>
              <a:rPr lang="en-US" altLang="zh-CN" sz="1600" dirty="0">
                <a:solidFill>
                  <a:srgbClr val="000000"/>
                </a:solidFill>
                <a:latin typeface="Consolas" panose="020B0609020204030204" pitchFamily="49" charset="0"/>
              </a:rPr>
              <a:t>        | NUM           {$$ = $</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a:t>
            </a:r>
          </a:p>
          <a:p>
            <a:r>
              <a:rPr lang="en-US" altLang="zh-CN" sz="1600" dirty="0">
                <a:solidFill>
                  <a:srgbClr val="000000"/>
                </a:solidFill>
                <a:latin typeface="Consolas" panose="020B0609020204030204" pitchFamily="49" charset="0"/>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C1D707-E2F7-477C-8A14-287D57695CCB}"/>
              </a:ext>
            </a:extLst>
          </p:cNvPr>
          <p:cNvSpPr>
            <a:spLocks noGrp="1"/>
          </p:cNvSpPr>
          <p:nvPr>
            <p:ph type="title"/>
          </p:nvPr>
        </p:nvSpPr>
        <p:spPr/>
        <p:txBody>
          <a:bodyPr/>
          <a:lstStyle/>
          <a:p>
            <a:r>
              <a:rPr lang="zh-CN" altLang="en-US" dirty="0"/>
              <a:t>第四章 语法制导的翻译</a:t>
            </a:r>
          </a:p>
        </p:txBody>
      </p:sp>
      <p:sp>
        <p:nvSpPr>
          <p:cNvPr id="6" name="箭头: 右 5">
            <a:extLst>
              <a:ext uri="{FF2B5EF4-FFF2-40B4-BE49-F238E27FC236}">
                <a16:creationId xmlns:a16="http://schemas.microsoft.com/office/drawing/2014/main" id="{AA21932E-9014-4BBF-B188-75AD579C794D}"/>
              </a:ext>
            </a:extLst>
          </p:cNvPr>
          <p:cNvSpPr/>
          <p:nvPr/>
        </p:nvSpPr>
        <p:spPr>
          <a:xfrm rot="5400000">
            <a:off x="6142071" y="3569576"/>
            <a:ext cx="766536" cy="477054"/>
          </a:xfrm>
          <a:prstGeom prst="rightArrow">
            <a:avLst/>
          </a:prstGeom>
          <a:gradFill flip="none" rotWithShape="1">
            <a:gsLst>
              <a:gs pos="0">
                <a:schemeClr val="accent2"/>
              </a:gs>
              <a:gs pos="100000">
                <a:schemeClr val="accent1"/>
              </a:gs>
            </a:gsLst>
            <a:lin ang="0" scaled="0"/>
            <a:tileRect/>
          </a:gra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42BF8433-E0C5-3579-ED02-14B7136FCB53}"/>
              </a:ext>
            </a:extLst>
          </p:cNvPr>
          <p:cNvGrpSpPr/>
          <p:nvPr/>
        </p:nvGrpSpPr>
        <p:grpSpPr>
          <a:xfrm>
            <a:off x="352343" y="1278401"/>
            <a:ext cx="8601155" cy="2573522"/>
            <a:chOff x="352343" y="1278401"/>
            <a:chExt cx="8601155" cy="2573522"/>
          </a:xfrm>
        </p:grpSpPr>
        <p:sp>
          <p:nvSpPr>
            <p:cNvPr id="5" name="文本框 4">
              <a:extLst>
                <a:ext uri="{FF2B5EF4-FFF2-40B4-BE49-F238E27FC236}">
                  <a16:creationId xmlns:a16="http://schemas.microsoft.com/office/drawing/2014/main" id="{0D53C83F-60D7-40DB-97A7-9A6C4FCDA861}"/>
                </a:ext>
              </a:extLst>
            </p:cNvPr>
            <p:cNvSpPr txBox="1"/>
            <p:nvPr/>
          </p:nvSpPr>
          <p:spPr>
            <a:xfrm>
              <a:off x="4574234" y="1611054"/>
              <a:ext cx="4379264" cy="1384995"/>
            </a:xfrm>
            <a:prstGeom prst="rect">
              <a:avLst/>
            </a:prstGeom>
            <a:noFill/>
          </p:spPr>
          <p:txBody>
            <a:bodyPr wrap="square" rtlCol="0">
              <a:spAutoFit/>
            </a:bodyPr>
            <a:lstStyle/>
            <a:p>
              <a:pPr algn="ctr"/>
              <a:r>
                <a:rPr lang="zh-CN" altLang="en-US" sz="2800" dirty="0">
                  <a:solidFill>
                    <a:schemeClr val="accent2"/>
                  </a:solidFill>
                </a:rPr>
                <a:t>语法制导定义</a:t>
              </a:r>
              <a:endParaRPr lang="en-US" altLang="zh-CN" sz="2800" dirty="0">
                <a:solidFill>
                  <a:schemeClr val="accent2"/>
                </a:solidFill>
              </a:endParaRPr>
            </a:p>
            <a:p>
              <a:pPr algn="ctr"/>
              <a:r>
                <a:rPr lang="zh-CN" altLang="en-US" sz="2800" dirty="0">
                  <a:solidFill>
                    <a:schemeClr val="accent2"/>
                  </a:solidFill>
                </a:rPr>
                <a:t>（</a:t>
              </a:r>
              <a:r>
                <a:rPr lang="en-US" altLang="zh-CN" sz="2800" dirty="0">
                  <a:solidFill>
                    <a:schemeClr val="accent2"/>
                  </a:solidFill>
                </a:rPr>
                <a:t>Syntax directed definitions, SDD</a:t>
              </a:r>
              <a:r>
                <a:rPr lang="zh-CN" altLang="en-US" sz="2800" dirty="0">
                  <a:solidFill>
                    <a:schemeClr val="accent2"/>
                  </a:solidFill>
                </a:rPr>
                <a:t>）</a:t>
              </a:r>
            </a:p>
          </p:txBody>
        </p:sp>
        <p:graphicFrame>
          <p:nvGraphicFramePr>
            <p:cNvPr id="8" name="Group 4">
              <a:extLst>
                <a:ext uri="{FF2B5EF4-FFF2-40B4-BE49-F238E27FC236}">
                  <a16:creationId xmlns:a16="http://schemas.microsoft.com/office/drawing/2014/main" id="{8ABCBAAB-C1AF-4B64-9A4B-78F93C1411AD}"/>
                </a:ext>
              </a:extLst>
            </p:cNvPr>
            <p:cNvGraphicFramePr>
              <a:graphicFrameLocks/>
            </p:cNvGraphicFramePr>
            <p:nvPr>
              <p:extLst>
                <p:ext uri="{D42A27DB-BD31-4B8C-83A1-F6EECF244321}">
                  <p14:modId xmlns:p14="http://schemas.microsoft.com/office/powerpoint/2010/main" val="4267698272"/>
                </p:ext>
              </p:extLst>
            </p:nvPr>
          </p:nvGraphicFramePr>
          <p:xfrm>
            <a:off x="352343" y="1278401"/>
            <a:ext cx="4122618" cy="2050302"/>
          </p:xfrm>
          <a:graphic>
            <a:graphicData uri="http://schemas.openxmlformats.org/drawingml/2006/table">
              <a:tbl>
                <a:tblPr>
                  <a:tableStyleId>{ED083AE6-46FA-4A59-8FB0-9F97EB10719F}</a:tableStyleId>
                </a:tblPr>
                <a:tblGrid>
                  <a:gridCol w="1373912">
                    <a:extLst>
                      <a:ext uri="{9D8B030D-6E8A-4147-A177-3AD203B41FA5}">
                        <a16:colId xmlns:a16="http://schemas.microsoft.com/office/drawing/2014/main" val="20000"/>
                      </a:ext>
                    </a:extLst>
                  </a:gridCol>
                  <a:gridCol w="2748706">
                    <a:extLst>
                      <a:ext uri="{9D8B030D-6E8A-4147-A177-3AD203B41FA5}">
                        <a16:colId xmlns:a16="http://schemas.microsoft.com/office/drawing/2014/main" val="20001"/>
                      </a:ext>
                    </a:extLst>
                  </a:gridCol>
                </a:tblGrid>
                <a:tr h="29501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300" b="0" u="none" strike="noStrike" cap="none" normalizeH="0" baseline="0" dirty="0">
                            <a:ln>
                              <a:noFill/>
                            </a:ln>
                            <a:solidFill>
                              <a:schemeClr val="tx1"/>
                            </a:solidFill>
                            <a:effectLst/>
                          </a:rPr>
                          <a:t>产  生  式 </a:t>
                        </a:r>
                        <a:endParaRPr kumimoji="0" lang="zh-CN" altLang="en-US" sz="1300" b="0" i="0" u="none" strike="noStrike" cap="none" normalizeH="0" baseline="0" dirty="0">
                          <a:ln>
                            <a:noFill/>
                          </a:ln>
                          <a:solidFill>
                            <a:schemeClr val="tx1"/>
                          </a:solidFill>
                          <a:effectLst/>
                          <a:latin typeface="Times New Roman" pitchFamily="18" charset="0"/>
                          <a:ea typeface="黑体" pitchFamily="2" charset="-122"/>
                        </a:endParaRPr>
                      </a:p>
                    </a:txBody>
                    <a:tcPr marL="29958" marR="29958" marT="15977" marB="15977"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300" b="0" u="none" strike="noStrike" cap="none" normalizeH="0" baseline="0" dirty="0">
                            <a:ln>
                              <a:noFill/>
                            </a:ln>
                            <a:solidFill>
                              <a:schemeClr val="tx1"/>
                            </a:solidFill>
                            <a:effectLst/>
                          </a:rPr>
                          <a:t>语  义  规  则 </a:t>
                        </a:r>
                        <a:endParaRPr kumimoji="0" lang="zh-CN" altLang="en-US" sz="1300" b="0" i="0" u="none" strike="noStrike" cap="none" normalizeH="0" baseline="0" dirty="0">
                          <a:ln>
                            <a:noFill/>
                          </a:ln>
                          <a:solidFill>
                            <a:schemeClr val="tx1"/>
                          </a:solidFill>
                          <a:effectLst/>
                          <a:latin typeface="Times New Roman" pitchFamily="18" charset="0"/>
                          <a:ea typeface="黑体" pitchFamily="2" charset="-122"/>
                        </a:endParaRPr>
                      </a:p>
                    </a:txBody>
                    <a:tcPr marL="29958" marR="29958" marT="15977" marB="15977" horzOverflow="overflow"/>
                  </a:tc>
                  <a:extLst>
                    <a:ext uri="{0D108BD9-81ED-4DB2-BD59-A6C34878D82A}">
                      <a16:rowId xmlns:a16="http://schemas.microsoft.com/office/drawing/2014/main" val="10000"/>
                    </a:ext>
                  </a:extLst>
                </a:tr>
                <a:tr h="29765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300" b="1" u="none" strike="noStrike" cap="none" normalizeH="0" baseline="0" dirty="0">
                            <a:ln>
                              <a:noFill/>
                            </a:ln>
                            <a:solidFill>
                              <a:schemeClr val="tx1"/>
                            </a:solidFill>
                            <a:effectLst/>
                          </a:rPr>
                          <a:t>  D </a:t>
                        </a:r>
                        <a:r>
                          <a:rPr kumimoji="0" lang="en-US" altLang="zh-CN" sz="1300" b="1" u="none" strike="noStrike" cap="none" normalizeH="0" baseline="0" dirty="0">
                            <a:ln>
                              <a:noFill/>
                            </a:ln>
                            <a:solidFill>
                              <a:schemeClr val="tx1"/>
                            </a:solidFill>
                            <a:effectLst/>
                            <a:sym typeface="Symbol" pitchFamily="18" charset="2"/>
                          </a:rPr>
                          <a:t></a:t>
                        </a:r>
                        <a:r>
                          <a:rPr kumimoji="0" lang="en-US" altLang="zh-CN" sz="1300" b="1" u="none" strike="noStrike" cap="none" normalizeH="0" baseline="0" dirty="0">
                            <a:ln>
                              <a:noFill/>
                            </a:ln>
                            <a:solidFill>
                              <a:schemeClr val="tx1"/>
                            </a:solidFill>
                            <a:effectLst/>
                          </a:rPr>
                          <a:t> TL</a:t>
                        </a:r>
                        <a:endParaRPr kumimoji="0" lang="en-US" altLang="zh-CN" sz="1300" b="0" i="0" u="none" strike="noStrike" cap="none" normalizeH="0" baseline="0" dirty="0">
                          <a:ln>
                            <a:noFill/>
                          </a:ln>
                          <a:solidFill>
                            <a:schemeClr val="tx1"/>
                          </a:solidFill>
                          <a:effectLst/>
                          <a:latin typeface="Times New Roman" pitchFamily="18" charset="0"/>
                          <a:ea typeface="黑体" pitchFamily="2" charset="-122"/>
                        </a:endParaRPr>
                      </a:p>
                    </a:txBody>
                    <a:tcPr marL="29958" marR="29958" marT="15977" marB="15977"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300" b="0" u="none" strike="noStrike" cap="none" normalizeH="0" baseline="0" dirty="0">
                            <a:ln>
                              <a:noFill/>
                            </a:ln>
                            <a:solidFill>
                              <a:schemeClr val="tx1"/>
                            </a:solidFill>
                            <a:effectLst/>
                          </a:rPr>
                          <a:t>  </a:t>
                        </a:r>
                        <a:r>
                          <a:rPr kumimoji="0" lang="en-US" altLang="zh-CN" sz="1300" b="1" u="none" strike="noStrike" cap="none" normalizeH="0" baseline="0" dirty="0">
                            <a:ln>
                              <a:noFill/>
                            </a:ln>
                            <a:solidFill>
                              <a:schemeClr val="tx1"/>
                            </a:solidFill>
                            <a:effectLst/>
                          </a:rPr>
                          <a:t>L.in = </a:t>
                        </a:r>
                        <a:r>
                          <a:rPr kumimoji="0" lang="en-US" altLang="zh-CN" sz="1300" b="1" u="none" strike="noStrike" cap="none" normalizeH="0" baseline="0" dirty="0" err="1">
                            <a:ln>
                              <a:noFill/>
                            </a:ln>
                            <a:solidFill>
                              <a:schemeClr val="tx1"/>
                            </a:solidFill>
                            <a:effectLst/>
                          </a:rPr>
                          <a:t>T.type</a:t>
                        </a:r>
                        <a:r>
                          <a:rPr kumimoji="0" lang="en-US" altLang="zh-CN" sz="1300" b="0" u="none" strike="noStrike" cap="none" normalizeH="0" baseline="0" dirty="0">
                            <a:ln>
                              <a:noFill/>
                            </a:ln>
                            <a:solidFill>
                              <a:schemeClr val="tx1"/>
                            </a:solidFill>
                            <a:effectLst/>
                          </a:rPr>
                          <a:t> </a:t>
                        </a:r>
                        <a:endParaRPr kumimoji="0" lang="en-US" altLang="zh-CN" sz="1300" b="0" i="0" u="none" strike="noStrike" cap="none" normalizeH="0" baseline="0" dirty="0">
                          <a:ln>
                            <a:noFill/>
                          </a:ln>
                          <a:solidFill>
                            <a:schemeClr val="tx1"/>
                          </a:solidFill>
                          <a:effectLst/>
                          <a:latin typeface="Times New Roman" pitchFamily="18" charset="0"/>
                          <a:ea typeface="黑体" pitchFamily="2" charset="-122"/>
                        </a:endParaRPr>
                      </a:p>
                    </a:txBody>
                    <a:tcPr marL="29958" marR="29958" marT="15977" marB="15977" horzOverflow="overflow"/>
                  </a:tc>
                  <a:extLst>
                    <a:ext uri="{0D108BD9-81ED-4DB2-BD59-A6C34878D82A}">
                      <a16:rowId xmlns:a16="http://schemas.microsoft.com/office/drawing/2014/main" val="10001"/>
                    </a:ext>
                  </a:extLst>
                </a:tr>
                <a:tr h="32583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300" b="0" u="none" strike="noStrike" cap="none" normalizeH="0" baseline="0" dirty="0">
                            <a:ln>
                              <a:noFill/>
                            </a:ln>
                            <a:solidFill>
                              <a:schemeClr val="tx1"/>
                            </a:solidFill>
                            <a:effectLst/>
                          </a:rPr>
                          <a:t>  </a:t>
                        </a:r>
                        <a:r>
                          <a:rPr kumimoji="0" lang="en-US" altLang="zh-CN" sz="1300" b="1" u="none" strike="noStrike" cap="none" normalizeH="0" baseline="0" dirty="0">
                            <a:ln>
                              <a:noFill/>
                            </a:ln>
                            <a:solidFill>
                              <a:schemeClr val="tx1"/>
                            </a:solidFill>
                            <a:effectLst/>
                          </a:rPr>
                          <a:t>T</a:t>
                        </a:r>
                        <a:r>
                          <a:rPr kumimoji="0" lang="en-US" altLang="zh-CN" sz="1300" b="1" u="none" strike="noStrike" cap="none" normalizeH="0" baseline="0" dirty="0">
                            <a:ln>
                              <a:noFill/>
                            </a:ln>
                            <a:solidFill>
                              <a:schemeClr val="tx1"/>
                            </a:solidFill>
                            <a:effectLst/>
                            <a:sym typeface="Symbol" pitchFamily="18" charset="2"/>
                          </a:rPr>
                          <a:t></a:t>
                        </a:r>
                        <a:r>
                          <a:rPr kumimoji="0" lang="en-US" altLang="zh-CN" sz="1300" b="0" u="none" strike="noStrike" cap="none" normalizeH="0" baseline="0" dirty="0">
                            <a:ln>
                              <a:noFill/>
                            </a:ln>
                            <a:solidFill>
                              <a:schemeClr val="tx1"/>
                            </a:solidFill>
                            <a:effectLst/>
                          </a:rPr>
                          <a:t> </a:t>
                        </a:r>
                        <a:r>
                          <a:rPr kumimoji="0" lang="en-US" altLang="zh-CN" sz="1300" b="1" u="none" strike="noStrike" cap="none" normalizeH="0" baseline="0" dirty="0">
                            <a:ln>
                              <a:noFill/>
                            </a:ln>
                            <a:solidFill>
                              <a:schemeClr val="tx1"/>
                            </a:solidFill>
                            <a:effectLst/>
                          </a:rPr>
                          <a:t>int</a:t>
                        </a:r>
                        <a:r>
                          <a:rPr kumimoji="0" lang="en-US" altLang="zh-CN" sz="1300" b="0" u="none" strike="noStrike" cap="none" normalizeH="0" baseline="0" dirty="0">
                            <a:ln>
                              <a:noFill/>
                            </a:ln>
                            <a:solidFill>
                              <a:schemeClr val="tx1"/>
                            </a:solidFill>
                            <a:effectLst/>
                          </a:rPr>
                          <a:t> </a:t>
                        </a:r>
                        <a:endParaRPr kumimoji="0" lang="en-US" altLang="zh-CN" sz="1300" b="0" i="0" u="none" strike="noStrike" cap="none" normalizeH="0" baseline="0" dirty="0">
                          <a:ln>
                            <a:noFill/>
                          </a:ln>
                          <a:solidFill>
                            <a:schemeClr val="tx1"/>
                          </a:solidFill>
                          <a:effectLst/>
                          <a:latin typeface="Times New Roman" pitchFamily="18" charset="0"/>
                          <a:ea typeface="黑体" pitchFamily="2" charset="-122"/>
                        </a:endParaRPr>
                      </a:p>
                    </a:txBody>
                    <a:tcPr marL="29958" marR="29958" marT="15977" marB="15977"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300" b="0" u="none" strike="noStrike" cap="none" normalizeH="0" baseline="0" dirty="0">
                            <a:ln>
                              <a:noFill/>
                            </a:ln>
                            <a:solidFill>
                              <a:schemeClr val="tx1"/>
                            </a:solidFill>
                            <a:effectLst/>
                          </a:rPr>
                          <a:t>  </a:t>
                        </a:r>
                        <a:r>
                          <a:rPr kumimoji="0" lang="en-US" altLang="zh-CN" sz="1300" b="1" u="none" strike="noStrike" cap="none" normalizeH="0" baseline="0" dirty="0">
                            <a:ln>
                              <a:noFill/>
                            </a:ln>
                            <a:solidFill>
                              <a:schemeClr val="tx1"/>
                            </a:solidFill>
                            <a:effectLst/>
                          </a:rPr>
                          <a:t>T. type = integer</a:t>
                        </a:r>
                        <a:r>
                          <a:rPr kumimoji="0" lang="en-US" altLang="zh-CN" sz="1300" b="0" u="none" strike="noStrike" cap="none" normalizeH="0" baseline="0" dirty="0">
                            <a:ln>
                              <a:noFill/>
                            </a:ln>
                            <a:solidFill>
                              <a:schemeClr val="tx1"/>
                            </a:solidFill>
                            <a:effectLst/>
                          </a:rPr>
                          <a:t> </a:t>
                        </a:r>
                        <a:endParaRPr kumimoji="0" lang="en-US" altLang="zh-CN" sz="1300" b="0" i="0" u="none" strike="noStrike" cap="none" normalizeH="0" baseline="0" dirty="0">
                          <a:ln>
                            <a:noFill/>
                          </a:ln>
                          <a:solidFill>
                            <a:schemeClr val="tx1"/>
                          </a:solidFill>
                          <a:effectLst/>
                          <a:latin typeface="Times New Roman" pitchFamily="18" charset="0"/>
                          <a:ea typeface="黑体" pitchFamily="2" charset="-122"/>
                        </a:endParaRPr>
                      </a:p>
                    </a:txBody>
                    <a:tcPr marL="29958" marR="29958" marT="15977" marB="15977" horzOverflow="overflow"/>
                  </a:tc>
                  <a:extLst>
                    <a:ext uri="{0D108BD9-81ED-4DB2-BD59-A6C34878D82A}">
                      <a16:rowId xmlns:a16="http://schemas.microsoft.com/office/drawing/2014/main" val="10002"/>
                    </a:ext>
                  </a:extLst>
                </a:tr>
                <a:tr h="32671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300" b="0" u="none" strike="noStrike" cap="none" normalizeH="0" baseline="0" dirty="0">
                            <a:ln>
                              <a:noFill/>
                            </a:ln>
                            <a:solidFill>
                              <a:schemeClr val="tx1"/>
                            </a:solidFill>
                            <a:effectLst/>
                          </a:rPr>
                          <a:t>  </a:t>
                        </a:r>
                        <a:r>
                          <a:rPr kumimoji="0" lang="en-US" altLang="zh-CN" sz="1300" b="1" u="none" strike="noStrike" cap="none" normalizeH="0" baseline="0" dirty="0">
                            <a:ln>
                              <a:noFill/>
                            </a:ln>
                            <a:solidFill>
                              <a:schemeClr val="tx1"/>
                            </a:solidFill>
                            <a:effectLst/>
                          </a:rPr>
                          <a:t>T</a:t>
                        </a:r>
                        <a:r>
                          <a:rPr kumimoji="0" lang="en-US" altLang="zh-CN" sz="1300" b="1" u="none" strike="noStrike" cap="none" normalizeH="0" baseline="0" dirty="0">
                            <a:ln>
                              <a:noFill/>
                            </a:ln>
                            <a:solidFill>
                              <a:schemeClr val="tx1"/>
                            </a:solidFill>
                            <a:effectLst/>
                            <a:sym typeface="Symbol" pitchFamily="18" charset="2"/>
                          </a:rPr>
                          <a:t></a:t>
                        </a:r>
                        <a:r>
                          <a:rPr kumimoji="0" lang="en-US" altLang="zh-CN" sz="1300" b="0" u="none" strike="noStrike" cap="none" normalizeH="0" baseline="0" dirty="0">
                            <a:ln>
                              <a:noFill/>
                            </a:ln>
                            <a:solidFill>
                              <a:schemeClr val="tx1"/>
                            </a:solidFill>
                            <a:effectLst/>
                          </a:rPr>
                          <a:t> </a:t>
                        </a:r>
                        <a:r>
                          <a:rPr kumimoji="0" lang="en-US" altLang="zh-CN" sz="1300" b="1" u="none" strike="noStrike" cap="none" normalizeH="0" baseline="0" dirty="0">
                            <a:ln>
                              <a:noFill/>
                            </a:ln>
                            <a:solidFill>
                              <a:schemeClr val="tx1"/>
                            </a:solidFill>
                            <a:effectLst/>
                          </a:rPr>
                          <a:t>real</a:t>
                        </a:r>
                        <a:r>
                          <a:rPr kumimoji="0" lang="en-US" altLang="zh-CN" sz="1300" b="0" u="none" strike="noStrike" cap="none" normalizeH="0" baseline="0" dirty="0">
                            <a:ln>
                              <a:noFill/>
                            </a:ln>
                            <a:solidFill>
                              <a:schemeClr val="tx1"/>
                            </a:solidFill>
                            <a:effectLst/>
                          </a:rPr>
                          <a:t> </a:t>
                        </a:r>
                        <a:endParaRPr kumimoji="0" lang="en-US" altLang="zh-CN" sz="1300" b="0" i="0" u="none" strike="noStrike" cap="none" normalizeH="0" baseline="0" dirty="0">
                          <a:ln>
                            <a:noFill/>
                          </a:ln>
                          <a:solidFill>
                            <a:schemeClr val="tx1"/>
                          </a:solidFill>
                          <a:effectLst/>
                          <a:latin typeface="Times New Roman" pitchFamily="18" charset="0"/>
                          <a:ea typeface="黑体" pitchFamily="2" charset="-122"/>
                        </a:endParaRPr>
                      </a:p>
                    </a:txBody>
                    <a:tcPr marL="29958" marR="29958" marT="15977" marB="15977"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300" b="0" u="none" strike="noStrike" cap="none" normalizeH="0" baseline="0" dirty="0">
                            <a:ln>
                              <a:noFill/>
                            </a:ln>
                            <a:solidFill>
                              <a:schemeClr val="tx1"/>
                            </a:solidFill>
                            <a:effectLst/>
                          </a:rPr>
                          <a:t>  </a:t>
                        </a:r>
                        <a:r>
                          <a:rPr kumimoji="0" lang="en-US" altLang="zh-CN" sz="1300" b="1" u="none" strike="noStrike" cap="none" normalizeH="0" baseline="0" dirty="0">
                            <a:ln>
                              <a:noFill/>
                            </a:ln>
                            <a:solidFill>
                              <a:schemeClr val="tx1"/>
                            </a:solidFill>
                            <a:effectLst/>
                          </a:rPr>
                          <a:t>T. type = real</a:t>
                        </a:r>
                        <a:r>
                          <a:rPr kumimoji="0" lang="en-US" altLang="zh-CN" sz="1300" b="0" u="none" strike="noStrike" cap="none" normalizeH="0" baseline="0" dirty="0">
                            <a:ln>
                              <a:noFill/>
                            </a:ln>
                            <a:solidFill>
                              <a:schemeClr val="tx1"/>
                            </a:solidFill>
                            <a:effectLst/>
                          </a:rPr>
                          <a:t> </a:t>
                        </a:r>
                        <a:endParaRPr kumimoji="0" lang="en-US" altLang="zh-CN" sz="1300" b="0" i="0" u="none" strike="noStrike" cap="none" normalizeH="0" baseline="0" dirty="0">
                          <a:ln>
                            <a:noFill/>
                          </a:ln>
                          <a:solidFill>
                            <a:schemeClr val="tx1"/>
                          </a:solidFill>
                          <a:effectLst/>
                          <a:latin typeface="Times New Roman" pitchFamily="18" charset="0"/>
                          <a:ea typeface="黑体" pitchFamily="2" charset="-122"/>
                        </a:endParaRPr>
                      </a:p>
                    </a:txBody>
                    <a:tcPr marL="29958" marR="29958" marT="15977" marB="15977" horzOverflow="overflow"/>
                  </a:tc>
                  <a:extLst>
                    <a:ext uri="{0D108BD9-81ED-4DB2-BD59-A6C34878D82A}">
                      <a16:rowId xmlns:a16="http://schemas.microsoft.com/office/drawing/2014/main" val="10003"/>
                    </a:ext>
                  </a:extLst>
                </a:tr>
                <a:tr h="47836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300" b="0" u="none" strike="noStrike" cap="none" normalizeH="0" baseline="0" dirty="0">
                            <a:ln>
                              <a:noFill/>
                            </a:ln>
                            <a:solidFill>
                              <a:schemeClr val="tx1"/>
                            </a:solidFill>
                            <a:effectLst/>
                          </a:rPr>
                          <a:t>  </a:t>
                        </a:r>
                        <a:r>
                          <a:rPr kumimoji="0" lang="en-US" altLang="zh-CN" sz="1300" b="1" u="none" strike="noStrike" cap="none" normalizeH="0" baseline="0" dirty="0">
                            <a:ln>
                              <a:noFill/>
                            </a:ln>
                            <a:solidFill>
                              <a:schemeClr val="tx1"/>
                            </a:solidFill>
                            <a:effectLst/>
                          </a:rPr>
                          <a:t>L</a:t>
                        </a:r>
                        <a:r>
                          <a:rPr kumimoji="0" lang="en-US" altLang="zh-CN" sz="1300" b="1" u="none" strike="noStrike" cap="none" normalizeH="0" baseline="0" dirty="0">
                            <a:ln>
                              <a:noFill/>
                            </a:ln>
                            <a:solidFill>
                              <a:schemeClr val="tx1"/>
                            </a:solidFill>
                            <a:effectLst/>
                            <a:sym typeface="Symbol" pitchFamily="18" charset="2"/>
                          </a:rPr>
                          <a:t></a:t>
                        </a:r>
                        <a:r>
                          <a:rPr kumimoji="0" lang="en-US" altLang="zh-CN" sz="1300" b="1" u="none" strike="noStrike" cap="none" normalizeH="0" baseline="0" dirty="0">
                            <a:ln>
                              <a:noFill/>
                            </a:ln>
                            <a:solidFill>
                              <a:schemeClr val="tx1"/>
                            </a:solidFill>
                            <a:effectLst/>
                          </a:rPr>
                          <a:t> L</a:t>
                        </a:r>
                        <a:r>
                          <a:rPr kumimoji="0" lang="en-US" altLang="zh-CN" sz="1300" b="1" u="none" strike="noStrike" cap="none" normalizeH="0" baseline="-30000" dirty="0">
                            <a:ln>
                              <a:noFill/>
                            </a:ln>
                            <a:solidFill>
                              <a:schemeClr val="tx1"/>
                            </a:solidFill>
                            <a:effectLst/>
                          </a:rPr>
                          <a:t>1</a:t>
                        </a:r>
                        <a:r>
                          <a:rPr kumimoji="0" lang="en-US" altLang="zh-CN" sz="1300" b="1" u="none" strike="noStrike" cap="none" normalizeH="0" baseline="0" dirty="0">
                            <a:ln>
                              <a:noFill/>
                            </a:ln>
                            <a:solidFill>
                              <a:schemeClr val="tx1"/>
                            </a:solidFill>
                            <a:effectLst/>
                          </a:rPr>
                          <a:t>,</a:t>
                        </a:r>
                        <a:r>
                          <a:rPr kumimoji="0" lang="en-US" altLang="zh-CN" sz="1300" b="0" u="none" strike="noStrike" cap="none" normalizeH="0" baseline="0" dirty="0">
                            <a:ln>
                              <a:noFill/>
                            </a:ln>
                            <a:solidFill>
                              <a:schemeClr val="tx1"/>
                            </a:solidFill>
                            <a:effectLst/>
                          </a:rPr>
                          <a:t> </a:t>
                        </a:r>
                        <a:r>
                          <a:rPr kumimoji="0" lang="en-US" altLang="zh-CN" sz="1300" b="1" u="none" strike="noStrike" cap="none" normalizeH="0" baseline="0" dirty="0">
                            <a:ln>
                              <a:noFill/>
                            </a:ln>
                            <a:solidFill>
                              <a:schemeClr val="tx1"/>
                            </a:solidFill>
                            <a:effectLst/>
                          </a:rPr>
                          <a:t>id</a:t>
                        </a:r>
                        <a:r>
                          <a:rPr kumimoji="0" lang="en-US" altLang="zh-CN" sz="1300" b="0" u="none" strike="noStrike" cap="none" normalizeH="0" baseline="0" dirty="0">
                            <a:ln>
                              <a:noFill/>
                            </a:ln>
                            <a:solidFill>
                              <a:schemeClr val="tx1"/>
                            </a:solidFill>
                            <a:effectLst/>
                          </a:rPr>
                          <a:t> </a:t>
                        </a:r>
                        <a:endParaRPr kumimoji="0" lang="en-US" altLang="zh-CN" sz="1300" b="0" i="0" u="none" strike="noStrike" cap="none" normalizeH="0" baseline="0" dirty="0">
                          <a:ln>
                            <a:noFill/>
                          </a:ln>
                          <a:solidFill>
                            <a:schemeClr val="tx1"/>
                          </a:solidFill>
                          <a:effectLst/>
                          <a:latin typeface="Times New Roman" pitchFamily="18" charset="0"/>
                          <a:ea typeface="黑体" pitchFamily="2" charset="-122"/>
                        </a:endParaRPr>
                      </a:p>
                    </a:txBody>
                    <a:tcPr marL="29958" marR="29958" marT="15977" marB="15977"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300" b="0" u="none" strike="noStrike" cap="none" normalizeH="0" baseline="0" dirty="0">
                            <a:ln>
                              <a:noFill/>
                            </a:ln>
                            <a:solidFill>
                              <a:schemeClr val="tx1"/>
                            </a:solidFill>
                            <a:effectLst/>
                          </a:rPr>
                          <a:t>  </a:t>
                        </a:r>
                        <a:r>
                          <a:rPr kumimoji="0" lang="en-US" altLang="zh-CN" sz="1300" b="1" u="none" strike="noStrike" cap="none" normalizeH="0" baseline="0" dirty="0">
                            <a:ln>
                              <a:noFill/>
                            </a:ln>
                            <a:solidFill>
                              <a:schemeClr val="tx1"/>
                            </a:solidFill>
                            <a:effectLst/>
                          </a:rPr>
                          <a:t>L</a:t>
                        </a:r>
                        <a:r>
                          <a:rPr kumimoji="0" lang="en-US" altLang="zh-CN" sz="1300" b="1" u="none" strike="noStrike" cap="none" normalizeH="0" baseline="-30000" dirty="0">
                            <a:ln>
                              <a:noFill/>
                            </a:ln>
                            <a:solidFill>
                              <a:schemeClr val="tx1"/>
                            </a:solidFill>
                            <a:effectLst/>
                          </a:rPr>
                          <a:t>1</a:t>
                        </a:r>
                        <a:r>
                          <a:rPr kumimoji="0" lang="en-US" altLang="zh-CN" sz="1300" b="1" u="none" strike="noStrike" cap="none" normalizeH="0" baseline="0" dirty="0">
                            <a:ln>
                              <a:noFill/>
                            </a:ln>
                            <a:solidFill>
                              <a:schemeClr val="tx1"/>
                            </a:solidFill>
                            <a:effectLst/>
                          </a:rPr>
                          <a:t>.in = L.in;</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300" b="1" u="none" strike="noStrike" cap="none" normalizeH="0" baseline="0" dirty="0">
                            <a:ln>
                              <a:noFill/>
                            </a:ln>
                            <a:solidFill>
                              <a:schemeClr val="tx1"/>
                            </a:solidFill>
                            <a:effectLst/>
                          </a:rPr>
                          <a:t>      </a:t>
                        </a:r>
                        <a:r>
                          <a:rPr kumimoji="0" lang="en-US" altLang="zh-CN" sz="1300" b="1" u="none" strike="noStrike" cap="none" normalizeH="0" baseline="0" dirty="0" err="1">
                            <a:ln>
                              <a:noFill/>
                            </a:ln>
                            <a:solidFill>
                              <a:schemeClr val="tx1"/>
                            </a:solidFill>
                            <a:effectLst/>
                          </a:rPr>
                          <a:t>addtype</a:t>
                        </a:r>
                        <a:r>
                          <a:rPr kumimoji="0" lang="en-US" altLang="zh-CN" sz="1300" b="1" u="none" strike="noStrike" cap="none" normalizeH="0" baseline="0" dirty="0">
                            <a:ln>
                              <a:noFill/>
                            </a:ln>
                            <a:solidFill>
                              <a:schemeClr val="tx1"/>
                            </a:solidFill>
                            <a:effectLst/>
                          </a:rPr>
                          <a:t> (</a:t>
                        </a:r>
                        <a:r>
                          <a:rPr kumimoji="0" lang="en-US" altLang="zh-CN" sz="1300" b="1" u="none" strike="noStrike" cap="none" normalizeH="0" baseline="0" dirty="0" err="1">
                            <a:ln>
                              <a:noFill/>
                            </a:ln>
                            <a:solidFill>
                              <a:schemeClr val="tx1"/>
                            </a:solidFill>
                            <a:effectLst/>
                          </a:rPr>
                          <a:t>id.entry</a:t>
                        </a:r>
                        <a:r>
                          <a:rPr kumimoji="0" lang="en-US" altLang="zh-CN" sz="1300" b="1" u="none" strike="noStrike" cap="none" normalizeH="0" baseline="0" dirty="0">
                            <a:ln>
                              <a:noFill/>
                            </a:ln>
                            <a:solidFill>
                              <a:schemeClr val="tx1"/>
                            </a:solidFill>
                            <a:effectLst/>
                          </a:rPr>
                          <a:t>, L.in )</a:t>
                        </a:r>
                        <a:r>
                          <a:rPr kumimoji="0" lang="en-US" altLang="zh-CN" sz="1300" b="0" u="none" strike="noStrike" cap="none" normalizeH="0" baseline="0" dirty="0">
                            <a:ln>
                              <a:noFill/>
                            </a:ln>
                            <a:solidFill>
                              <a:schemeClr val="tx1"/>
                            </a:solidFill>
                            <a:effectLst/>
                          </a:rPr>
                          <a:t> </a:t>
                        </a:r>
                        <a:endParaRPr kumimoji="0" lang="en-US" altLang="zh-CN" sz="1300" b="0" i="0" u="none" strike="noStrike" cap="none" normalizeH="0" baseline="0" dirty="0">
                          <a:ln>
                            <a:noFill/>
                          </a:ln>
                          <a:solidFill>
                            <a:schemeClr val="tx1"/>
                          </a:solidFill>
                          <a:effectLst/>
                          <a:latin typeface="Times New Roman" pitchFamily="18" charset="0"/>
                          <a:ea typeface="黑体" pitchFamily="2" charset="-122"/>
                        </a:endParaRPr>
                      </a:p>
                    </a:txBody>
                    <a:tcPr marL="29958" marR="29958" marT="15977" marB="15977" horzOverflow="overflow"/>
                  </a:tc>
                  <a:extLst>
                    <a:ext uri="{0D108BD9-81ED-4DB2-BD59-A6C34878D82A}">
                      <a16:rowId xmlns:a16="http://schemas.microsoft.com/office/drawing/2014/main" val="10004"/>
                    </a:ext>
                  </a:extLst>
                </a:tr>
                <a:tr h="32671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300" b="0" u="none" strike="noStrike" cap="none" normalizeH="0" baseline="0" dirty="0">
                            <a:ln>
                              <a:noFill/>
                            </a:ln>
                            <a:solidFill>
                              <a:schemeClr val="tx1"/>
                            </a:solidFill>
                            <a:effectLst/>
                          </a:rPr>
                          <a:t>  </a:t>
                        </a:r>
                        <a:r>
                          <a:rPr kumimoji="0" lang="en-US" altLang="zh-CN" sz="1300" b="1" u="none" strike="noStrike" cap="none" normalizeH="0" baseline="0" dirty="0">
                            <a:ln>
                              <a:noFill/>
                            </a:ln>
                            <a:solidFill>
                              <a:schemeClr val="tx1"/>
                            </a:solidFill>
                            <a:effectLst/>
                          </a:rPr>
                          <a:t>L</a:t>
                        </a:r>
                        <a:r>
                          <a:rPr kumimoji="0" lang="en-US" altLang="zh-CN" sz="1300" b="1" u="none" strike="noStrike" cap="none" normalizeH="0" baseline="0" dirty="0">
                            <a:ln>
                              <a:noFill/>
                            </a:ln>
                            <a:solidFill>
                              <a:schemeClr val="tx1"/>
                            </a:solidFill>
                            <a:effectLst/>
                            <a:sym typeface="Symbol" pitchFamily="18" charset="2"/>
                          </a:rPr>
                          <a:t></a:t>
                        </a:r>
                        <a:r>
                          <a:rPr kumimoji="0" lang="en-US" altLang="zh-CN" sz="1300" b="0" u="none" strike="noStrike" cap="none" normalizeH="0" baseline="0" dirty="0">
                            <a:ln>
                              <a:noFill/>
                            </a:ln>
                            <a:solidFill>
                              <a:schemeClr val="tx1"/>
                            </a:solidFill>
                            <a:effectLst/>
                          </a:rPr>
                          <a:t> </a:t>
                        </a:r>
                        <a:r>
                          <a:rPr kumimoji="0" lang="en-US" altLang="zh-CN" sz="1300" b="1" u="none" strike="noStrike" cap="none" normalizeH="0" baseline="0" dirty="0">
                            <a:ln>
                              <a:noFill/>
                            </a:ln>
                            <a:solidFill>
                              <a:schemeClr val="tx1"/>
                            </a:solidFill>
                            <a:effectLst/>
                          </a:rPr>
                          <a:t>id</a:t>
                        </a:r>
                        <a:r>
                          <a:rPr kumimoji="0" lang="en-US" altLang="zh-CN" sz="1300" b="0" u="none" strike="noStrike" cap="none" normalizeH="0" baseline="0" dirty="0">
                            <a:ln>
                              <a:noFill/>
                            </a:ln>
                            <a:solidFill>
                              <a:schemeClr val="tx1"/>
                            </a:solidFill>
                            <a:effectLst/>
                          </a:rPr>
                          <a:t> </a:t>
                        </a:r>
                        <a:endParaRPr kumimoji="0" lang="en-US" altLang="zh-CN" sz="1300" b="0" i="0" u="none" strike="noStrike" cap="none" normalizeH="0" baseline="0" dirty="0">
                          <a:ln>
                            <a:noFill/>
                          </a:ln>
                          <a:solidFill>
                            <a:schemeClr val="tx1"/>
                          </a:solidFill>
                          <a:effectLst/>
                          <a:latin typeface="Times New Roman" pitchFamily="18" charset="0"/>
                          <a:ea typeface="黑体" pitchFamily="2" charset="-122"/>
                        </a:endParaRPr>
                      </a:p>
                    </a:txBody>
                    <a:tcPr marL="29958" marR="29958" marT="15977" marB="15977"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300" b="0" u="none" strike="noStrike" cap="none" normalizeH="0" baseline="0" dirty="0">
                            <a:ln>
                              <a:noFill/>
                            </a:ln>
                            <a:solidFill>
                              <a:schemeClr val="tx1"/>
                            </a:solidFill>
                            <a:effectLst/>
                          </a:rPr>
                          <a:t>  </a:t>
                        </a:r>
                        <a:r>
                          <a:rPr kumimoji="0" lang="en-US" altLang="zh-CN" sz="1300" b="1" u="none" strike="noStrike" cap="none" normalizeH="0" baseline="0" dirty="0" err="1">
                            <a:ln>
                              <a:noFill/>
                            </a:ln>
                            <a:solidFill>
                              <a:schemeClr val="tx1"/>
                            </a:solidFill>
                            <a:effectLst/>
                          </a:rPr>
                          <a:t>addtype</a:t>
                        </a:r>
                        <a:r>
                          <a:rPr kumimoji="0" lang="en-US" altLang="zh-CN" sz="1300" b="1" u="none" strike="noStrike" cap="none" normalizeH="0" baseline="0" dirty="0">
                            <a:ln>
                              <a:noFill/>
                            </a:ln>
                            <a:solidFill>
                              <a:schemeClr val="tx1"/>
                            </a:solidFill>
                            <a:effectLst/>
                          </a:rPr>
                          <a:t> (</a:t>
                        </a:r>
                        <a:r>
                          <a:rPr kumimoji="0" lang="en-US" altLang="zh-CN" sz="1300" b="1" u="none" strike="noStrike" cap="none" normalizeH="0" baseline="0" dirty="0" err="1">
                            <a:ln>
                              <a:noFill/>
                            </a:ln>
                            <a:solidFill>
                              <a:schemeClr val="tx1"/>
                            </a:solidFill>
                            <a:effectLst/>
                          </a:rPr>
                          <a:t>id.entry</a:t>
                        </a:r>
                        <a:r>
                          <a:rPr kumimoji="0" lang="en-US" altLang="zh-CN" sz="1300" b="1" u="none" strike="noStrike" cap="none" normalizeH="0" baseline="0" dirty="0">
                            <a:ln>
                              <a:noFill/>
                            </a:ln>
                            <a:solidFill>
                              <a:schemeClr val="tx1"/>
                            </a:solidFill>
                            <a:effectLst/>
                          </a:rPr>
                          <a:t>, L.in )</a:t>
                        </a:r>
                        <a:r>
                          <a:rPr kumimoji="0" lang="en-US" altLang="zh-CN" sz="1300" b="0" u="none" strike="noStrike" cap="none" normalizeH="0" baseline="0" dirty="0">
                            <a:ln>
                              <a:noFill/>
                            </a:ln>
                            <a:solidFill>
                              <a:schemeClr val="tx1"/>
                            </a:solidFill>
                            <a:effectLst/>
                          </a:rPr>
                          <a:t> </a:t>
                        </a:r>
                        <a:endParaRPr kumimoji="0" lang="en-US" altLang="zh-CN" sz="1300" b="0" i="0" u="none" strike="noStrike" cap="none" normalizeH="0" baseline="0" dirty="0">
                          <a:ln>
                            <a:noFill/>
                          </a:ln>
                          <a:solidFill>
                            <a:schemeClr val="tx1"/>
                          </a:solidFill>
                          <a:effectLst/>
                          <a:latin typeface="Times New Roman" pitchFamily="18" charset="0"/>
                          <a:ea typeface="黑体" pitchFamily="2" charset="-122"/>
                        </a:endParaRPr>
                      </a:p>
                    </a:txBody>
                    <a:tcPr marL="29958" marR="29958" marT="15977" marB="15977" horzOverflow="overflow"/>
                  </a:tc>
                  <a:extLst>
                    <a:ext uri="{0D108BD9-81ED-4DB2-BD59-A6C34878D82A}">
                      <a16:rowId xmlns:a16="http://schemas.microsoft.com/office/drawing/2014/main" val="10005"/>
                    </a:ext>
                  </a:extLst>
                </a:tr>
              </a:tbl>
            </a:graphicData>
          </a:graphic>
        </p:graphicFrame>
        <p:sp>
          <p:nvSpPr>
            <p:cNvPr id="11" name="文本框 10">
              <a:extLst>
                <a:ext uri="{FF2B5EF4-FFF2-40B4-BE49-F238E27FC236}">
                  <a16:creationId xmlns:a16="http://schemas.microsoft.com/office/drawing/2014/main" id="{B590A7C4-8AF2-495B-9A6C-BCF4119F9272}"/>
                </a:ext>
              </a:extLst>
            </p:cNvPr>
            <p:cNvSpPr txBox="1"/>
            <p:nvPr/>
          </p:nvSpPr>
          <p:spPr>
            <a:xfrm>
              <a:off x="1519164" y="3328703"/>
              <a:ext cx="1620957" cy="523220"/>
            </a:xfrm>
            <a:prstGeom prst="rect">
              <a:avLst/>
            </a:prstGeom>
            <a:noFill/>
          </p:spPr>
          <p:txBody>
            <a:bodyPr wrap="none" rtlCol="0">
              <a:spAutoFit/>
            </a:bodyPr>
            <a:lstStyle/>
            <a:p>
              <a:pPr algn="ctr"/>
              <a:r>
                <a:rPr lang="zh-CN" altLang="en-US" sz="2800" dirty="0">
                  <a:solidFill>
                    <a:schemeClr val="accent2"/>
                  </a:solidFill>
                </a:rPr>
                <a:t>（抽象）</a:t>
              </a:r>
            </a:p>
          </p:txBody>
        </p:sp>
      </p:grpSp>
      <p:grpSp>
        <p:nvGrpSpPr>
          <p:cNvPr id="18" name="组合 17">
            <a:extLst>
              <a:ext uri="{FF2B5EF4-FFF2-40B4-BE49-F238E27FC236}">
                <a16:creationId xmlns:a16="http://schemas.microsoft.com/office/drawing/2014/main" id="{34ADF467-3177-A598-CDE2-55935501FD44}"/>
              </a:ext>
            </a:extLst>
          </p:cNvPr>
          <p:cNvGrpSpPr/>
          <p:nvPr/>
        </p:nvGrpSpPr>
        <p:grpSpPr>
          <a:xfrm>
            <a:off x="225207" y="4044187"/>
            <a:ext cx="8693586" cy="2646392"/>
            <a:chOff x="225207" y="4044187"/>
            <a:chExt cx="8693586" cy="2646392"/>
          </a:xfrm>
        </p:grpSpPr>
        <p:sp>
          <p:nvSpPr>
            <p:cNvPr id="7" name="文本框 6">
              <a:extLst>
                <a:ext uri="{FF2B5EF4-FFF2-40B4-BE49-F238E27FC236}">
                  <a16:creationId xmlns:a16="http://schemas.microsoft.com/office/drawing/2014/main" id="{C1E78CBB-4330-4049-BF7D-1D6651C28AF4}"/>
                </a:ext>
              </a:extLst>
            </p:cNvPr>
            <p:cNvSpPr txBox="1"/>
            <p:nvPr/>
          </p:nvSpPr>
          <p:spPr>
            <a:xfrm>
              <a:off x="4539529" y="4499461"/>
              <a:ext cx="4379264" cy="1384995"/>
            </a:xfrm>
            <a:prstGeom prst="rect">
              <a:avLst/>
            </a:prstGeom>
            <a:noFill/>
          </p:spPr>
          <p:txBody>
            <a:bodyPr wrap="square" rtlCol="0">
              <a:spAutoFit/>
            </a:bodyPr>
            <a:lstStyle/>
            <a:p>
              <a:pPr algn="ctr"/>
              <a:r>
                <a:rPr lang="zh-CN" altLang="en-US" sz="2800" dirty="0">
                  <a:solidFill>
                    <a:schemeClr val="accent5">
                      <a:lumMod val="75000"/>
                    </a:schemeClr>
                  </a:solidFill>
                </a:rPr>
                <a:t>语法制导翻译方案</a:t>
              </a:r>
              <a:endParaRPr lang="en-US" altLang="zh-CN" sz="2800" dirty="0">
                <a:solidFill>
                  <a:schemeClr val="accent5">
                    <a:lumMod val="75000"/>
                  </a:schemeClr>
                </a:solidFill>
              </a:endParaRPr>
            </a:p>
            <a:p>
              <a:pPr algn="ctr"/>
              <a:r>
                <a:rPr lang="zh-CN" altLang="en-US" sz="2800" dirty="0">
                  <a:solidFill>
                    <a:schemeClr val="accent5">
                      <a:lumMod val="75000"/>
                    </a:schemeClr>
                  </a:solidFill>
                </a:rPr>
                <a:t>（</a:t>
              </a:r>
              <a:r>
                <a:rPr lang="en-US" altLang="zh-CN" sz="2800" dirty="0">
                  <a:solidFill>
                    <a:schemeClr val="accent5">
                      <a:lumMod val="75000"/>
                    </a:schemeClr>
                  </a:solidFill>
                </a:rPr>
                <a:t>Syntax-directed translation, </a:t>
              </a:r>
            </a:p>
            <a:p>
              <a:pPr algn="ctr"/>
              <a:r>
                <a:rPr lang="en-US" altLang="zh-CN" sz="2800" dirty="0">
                  <a:solidFill>
                    <a:schemeClr val="accent5">
                      <a:lumMod val="75000"/>
                    </a:schemeClr>
                  </a:solidFill>
                </a:rPr>
                <a:t>SDT</a:t>
              </a:r>
              <a:r>
                <a:rPr lang="zh-CN" altLang="en-US" sz="2800" dirty="0">
                  <a:solidFill>
                    <a:schemeClr val="accent5">
                      <a:lumMod val="75000"/>
                    </a:schemeClr>
                  </a:solidFill>
                </a:rPr>
                <a:t>）</a:t>
              </a:r>
            </a:p>
          </p:txBody>
        </p:sp>
        <p:pic>
          <p:nvPicPr>
            <p:cNvPr id="10" name="图片 9">
              <a:extLst>
                <a:ext uri="{FF2B5EF4-FFF2-40B4-BE49-F238E27FC236}">
                  <a16:creationId xmlns:a16="http://schemas.microsoft.com/office/drawing/2014/main" id="{24609E79-AA6B-49DF-B852-7E75F8A5FE67}"/>
                </a:ext>
              </a:extLst>
            </p:cNvPr>
            <p:cNvPicPr>
              <a:picLocks noChangeAspect="1"/>
            </p:cNvPicPr>
            <p:nvPr/>
          </p:nvPicPr>
          <p:blipFill>
            <a:blip r:embed="rId3">
              <a:duotone>
                <a:prstClr val="black"/>
                <a:schemeClr val="accent5">
                  <a:tint val="45000"/>
                  <a:satMod val="400000"/>
                </a:schemeClr>
              </a:duotone>
            </a:blip>
            <a:stretch>
              <a:fillRect/>
            </a:stretch>
          </p:blipFill>
          <p:spPr>
            <a:xfrm>
              <a:off x="225207" y="4044187"/>
              <a:ext cx="4346793" cy="2123172"/>
            </a:xfrm>
            <a:prstGeom prst="rect">
              <a:avLst/>
            </a:prstGeom>
          </p:spPr>
        </p:pic>
        <p:sp>
          <p:nvSpPr>
            <p:cNvPr id="13" name="文本框 12">
              <a:extLst>
                <a:ext uri="{FF2B5EF4-FFF2-40B4-BE49-F238E27FC236}">
                  <a16:creationId xmlns:a16="http://schemas.microsoft.com/office/drawing/2014/main" id="{2F8F09D8-63A6-4D62-9C81-40F7141C3FB8}"/>
                </a:ext>
              </a:extLst>
            </p:cNvPr>
            <p:cNvSpPr txBox="1"/>
            <p:nvPr/>
          </p:nvSpPr>
          <p:spPr>
            <a:xfrm>
              <a:off x="1519165" y="6167359"/>
              <a:ext cx="1620957" cy="523220"/>
            </a:xfrm>
            <a:prstGeom prst="rect">
              <a:avLst/>
            </a:prstGeom>
            <a:noFill/>
          </p:spPr>
          <p:txBody>
            <a:bodyPr wrap="none" rtlCol="0">
              <a:spAutoFit/>
            </a:bodyPr>
            <a:lstStyle/>
            <a:p>
              <a:pPr algn="ctr"/>
              <a:r>
                <a:rPr lang="zh-CN" altLang="en-US" sz="2800" dirty="0">
                  <a:solidFill>
                    <a:schemeClr val="accent1"/>
                  </a:solidFill>
                </a:rPr>
                <a:t>（具体）</a:t>
              </a:r>
            </a:p>
          </p:txBody>
        </p:sp>
      </p:grpSp>
      <p:sp>
        <p:nvSpPr>
          <p:cNvPr id="3" name="日期占位符 2">
            <a:extLst>
              <a:ext uri="{FF2B5EF4-FFF2-40B4-BE49-F238E27FC236}">
                <a16:creationId xmlns:a16="http://schemas.microsoft.com/office/drawing/2014/main" id="{BD307030-89EF-91A9-A42B-50FC2F77BB5D}"/>
              </a:ext>
            </a:extLst>
          </p:cNvPr>
          <p:cNvSpPr>
            <a:spLocks noGrp="1"/>
          </p:cNvSpPr>
          <p:nvPr>
            <p:ph type="dt" sz="half" idx="10"/>
          </p:nvPr>
        </p:nvSpPr>
        <p:spPr/>
        <p:txBody>
          <a:bodyPr/>
          <a:lstStyle/>
          <a:p>
            <a:fld id="{34F3843A-6CFD-418F-B527-63230EC4B858}" type="datetime2">
              <a:rPr lang="zh-CN" altLang="en-US" smtClean="0"/>
              <a:t>2024年6月6日</a:t>
            </a:fld>
            <a:endParaRPr lang="zh-CN" altLang="en-US" dirty="0"/>
          </a:p>
        </p:txBody>
      </p:sp>
      <p:sp>
        <p:nvSpPr>
          <p:cNvPr id="4" name="页脚占位符 3">
            <a:extLst>
              <a:ext uri="{FF2B5EF4-FFF2-40B4-BE49-F238E27FC236}">
                <a16:creationId xmlns:a16="http://schemas.microsoft.com/office/drawing/2014/main" id="{BDB44FDB-6235-920E-0011-641A87C7543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9" name="灯片编号占位符 8">
            <a:extLst>
              <a:ext uri="{FF2B5EF4-FFF2-40B4-BE49-F238E27FC236}">
                <a16:creationId xmlns:a16="http://schemas.microsoft.com/office/drawing/2014/main" id="{1033FF88-5E4B-59AE-2362-D969D7C62DDC}"/>
              </a:ext>
            </a:extLst>
          </p:cNvPr>
          <p:cNvSpPr>
            <a:spLocks noGrp="1"/>
          </p:cNvSpPr>
          <p:nvPr>
            <p:ph type="sldNum" sz="quarter" idx="12"/>
          </p:nvPr>
        </p:nvSpPr>
        <p:spPr/>
        <p:txBody>
          <a:bodyPr/>
          <a:lstStyle/>
          <a:p>
            <a:fld id="{094DEB03-EFC6-4C20-8FC8-295189A5386F}" type="slidenum">
              <a:rPr lang="zh-CN" altLang="en-US" smtClean="0"/>
              <a:pPr/>
              <a:t>5</a:t>
            </a:fld>
            <a:endParaRPr lang="zh-CN" altLang="en-US"/>
          </a:p>
        </p:txBody>
      </p:sp>
    </p:spTree>
    <p:extLst>
      <p:ext uri="{BB962C8B-B14F-4D97-AF65-F5344CB8AC3E}">
        <p14:creationId xmlns:p14="http://schemas.microsoft.com/office/powerpoint/2010/main" val="29038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43F709-49BB-4BD2-A02D-DA98516138E8}"/>
              </a:ext>
            </a:extLst>
          </p:cNvPr>
          <p:cNvSpPr>
            <a:spLocks noGrp="1"/>
          </p:cNvSpPr>
          <p:nvPr>
            <p:ph type="title"/>
          </p:nvPr>
        </p:nvSpPr>
        <p:spPr/>
        <p:txBody>
          <a:bodyPr/>
          <a:lstStyle/>
          <a:p>
            <a:r>
              <a:rPr lang="zh-CN" altLang="en-US" dirty="0"/>
              <a:t>本次课内容</a:t>
            </a:r>
          </a:p>
        </p:txBody>
      </p:sp>
      <p:sp>
        <p:nvSpPr>
          <p:cNvPr id="3" name="内容占位符 2">
            <a:extLst>
              <a:ext uri="{FF2B5EF4-FFF2-40B4-BE49-F238E27FC236}">
                <a16:creationId xmlns:a16="http://schemas.microsoft.com/office/drawing/2014/main" id="{83223860-FE93-4EBA-AA13-19E55DD0F28F}"/>
              </a:ext>
            </a:extLst>
          </p:cNvPr>
          <p:cNvSpPr>
            <a:spLocks noGrp="1"/>
          </p:cNvSpPr>
          <p:nvPr>
            <p:ph idx="1"/>
          </p:nvPr>
        </p:nvSpPr>
        <p:spPr>
          <a:xfrm>
            <a:off x="628650" y="1257300"/>
            <a:ext cx="7886700" cy="5311280"/>
          </a:xfrm>
        </p:spPr>
        <p:txBody>
          <a:bodyPr>
            <a:normAutofit/>
          </a:bodyPr>
          <a:lstStyle/>
          <a:p>
            <a:r>
              <a:rPr lang="en-US" altLang="zh-CN" b="1" dirty="0"/>
              <a:t>4.1</a:t>
            </a:r>
            <a:r>
              <a:rPr lang="en-US" altLang="zh-CN" dirty="0"/>
              <a:t> </a:t>
            </a:r>
            <a:r>
              <a:rPr lang="zh-CN" altLang="en-US" dirty="0"/>
              <a:t>语法制导的定义</a:t>
            </a:r>
            <a:endParaRPr lang="en-US" altLang="zh-CN" dirty="0"/>
          </a:p>
          <a:p>
            <a:pPr lvl="1"/>
            <a:r>
              <a:rPr lang="en-US" altLang="zh-CN" b="1" dirty="0"/>
              <a:t>4.1.1</a:t>
            </a:r>
            <a:r>
              <a:rPr lang="en-US" altLang="zh-CN" dirty="0"/>
              <a:t> </a:t>
            </a:r>
            <a:r>
              <a:rPr lang="zh-CN" altLang="en-US" dirty="0"/>
              <a:t>语法制导定义的形式</a:t>
            </a:r>
            <a:endParaRPr lang="en-US" altLang="zh-CN" dirty="0"/>
          </a:p>
          <a:p>
            <a:pPr lvl="1"/>
            <a:r>
              <a:rPr lang="en-US" altLang="zh-CN" b="1" dirty="0"/>
              <a:t>4.1.2</a:t>
            </a:r>
            <a:r>
              <a:rPr lang="en-US" altLang="zh-CN" dirty="0"/>
              <a:t> </a:t>
            </a:r>
            <a:r>
              <a:rPr lang="zh-CN" altLang="en-US" dirty="0"/>
              <a:t>综合属性</a:t>
            </a:r>
            <a:endParaRPr lang="en-US" altLang="zh-CN" dirty="0"/>
          </a:p>
          <a:p>
            <a:pPr lvl="1"/>
            <a:r>
              <a:rPr lang="en-US" altLang="zh-CN" b="1" dirty="0"/>
              <a:t>4.1.3</a:t>
            </a:r>
            <a:r>
              <a:rPr lang="en-US" altLang="zh-CN" dirty="0"/>
              <a:t> </a:t>
            </a:r>
            <a:r>
              <a:rPr lang="zh-CN" altLang="en-US" dirty="0"/>
              <a:t>继承属性</a:t>
            </a:r>
            <a:endParaRPr lang="en-US" altLang="zh-CN" dirty="0"/>
          </a:p>
          <a:p>
            <a:pPr lvl="1"/>
            <a:r>
              <a:rPr lang="en-US" altLang="zh-CN" b="1" dirty="0"/>
              <a:t>4.1.4</a:t>
            </a:r>
            <a:r>
              <a:rPr lang="en-US" altLang="zh-CN" dirty="0"/>
              <a:t> </a:t>
            </a:r>
            <a:r>
              <a:rPr lang="zh-CN" altLang="en-US" dirty="0"/>
              <a:t>属性依赖图</a:t>
            </a:r>
            <a:endParaRPr lang="en-US" altLang="zh-CN" dirty="0"/>
          </a:p>
          <a:p>
            <a:pPr lvl="1"/>
            <a:r>
              <a:rPr lang="en-US" altLang="zh-CN" b="1" dirty="0"/>
              <a:t>4.1.5</a:t>
            </a:r>
            <a:r>
              <a:rPr lang="en-US" altLang="zh-CN" dirty="0"/>
              <a:t> </a:t>
            </a:r>
            <a:r>
              <a:rPr lang="zh-CN" altLang="en-US" dirty="0"/>
              <a:t>属性计算次序</a:t>
            </a:r>
            <a:endParaRPr lang="en-US" altLang="zh-CN" dirty="0"/>
          </a:p>
          <a:p>
            <a:pPr lvl="1"/>
            <a:r>
              <a:rPr lang="en-US" altLang="zh-CN" b="1" dirty="0"/>
              <a:t>4.1.6 S</a:t>
            </a:r>
            <a:r>
              <a:rPr lang="zh-CN" altLang="en-US" dirty="0"/>
              <a:t>属性的语法制导定义（教材</a:t>
            </a:r>
            <a:r>
              <a:rPr lang="en-US" altLang="zh-CN" b="1" dirty="0"/>
              <a:t>4.1.2</a:t>
            </a:r>
            <a:r>
              <a:rPr lang="zh-CN" altLang="en-US" dirty="0"/>
              <a:t>）</a:t>
            </a:r>
            <a:endParaRPr lang="en-US" altLang="zh-CN" dirty="0"/>
          </a:p>
          <a:p>
            <a:pPr lvl="1"/>
            <a:r>
              <a:rPr lang="en-US" altLang="zh-CN" b="1" dirty="0"/>
              <a:t>4.1.7 L</a:t>
            </a:r>
            <a:r>
              <a:rPr lang="zh-CN" altLang="en-US" dirty="0"/>
              <a:t>属性的语法制导定义（教材</a:t>
            </a:r>
            <a:r>
              <a:rPr lang="en-US" altLang="zh-CN" b="1" dirty="0"/>
              <a:t>4.3.1</a:t>
            </a:r>
            <a:r>
              <a:rPr lang="zh-CN" altLang="en-US" dirty="0"/>
              <a:t>）</a:t>
            </a:r>
            <a:endParaRPr lang="en-US" altLang="zh-CN" dirty="0"/>
          </a:p>
          <a:p>
            <a:pPr lvl="1"/>
            <a:endParaRPr lang="en-US" altLang="zh-CN" dirty="0"/>
          </a:p>
        </p:txBody>
      </p:sp>
      <p:sp>
        <p:nvSpPr>
          <p:cNvPr id="4" name="日期占位符 3">
            <a:extLst>
              <a:ext uri="{FF2B5EF4-FFF2-40B4-BE49-F238E27FC236}">
                <a16:creationId xmlns:a16="http://schemas.microsoft.com/office/drawing/2014/main" id="{F887C0FE-5F57-CA24-4DFE-BD726A26DD8D}"/>
              </a:ext>
            </a:extLst>
          </p:cNvPr>
          <p:cNvSpPr>
            <a:spLocks noGrp="1"/>
          </p:cNvSpPr>
          <p:nvPr>
            <p:ph type="dt" sz="half" idx="10"/>
          </p:nvPr>
        </p:nvSpPr>
        <p:spPr/>
        <p:txBody>
          <a:bodyPr/>
          <a:lstStyle/>
          <a:p>
            <a:fld id="{35F12D0B-34E0-4687-A495-70887FB56A2A}" type="datetime2">
              <a:rPr lang="zh-CN" altLang="en-US" smtClean="0"/>
              <a:t>2024年6月6日</a:t>
            </a:fld>
            <a:endParaRPr lang="zh-CN" altLang="en-US" dirty="0"/>
          </a:p>
        </p:txBody>
      </p:sp>
      <p:sp>
        <p:nvSpPr>
          <p:cNvPr id="5" name="页脚占位符 4">
            <a:extLst>
              <a:ext uri="{FF2B5EF4-FFF2-40B4-BE49-F238E27FC236}">
                <a16:creationId xmlns:a16="http://schemas.microsoft.com/office/drawing/2014/main" id="{FC329D22-6F27-B346-0733-3D6B8C92B6B9}"/>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6" name="灯片编号占位符 5">
            <a:extLst>
              <a:ext uri="{FF2B5EF4-FFF2-40B4-BE49-F238E27FC236}">
                <a16:creationId xmlns:a16="http://schemas.microsoft.com/office/drawing/2014/main" id="{C40FB3A8-23BA-1731-F059-0F97E71FB959}"/>
              </a:ext>
            </a:extLst>
          </p:cNvPr>
          <p:cNvSpPr>
            <a:spLocks noGrp="1"/>
          </p:cNvSpPr>
          <p:nvPr>
            <p:ph type="sldNum" sz="quarter" idx="12"/>
          </p:nvPr>
        </p:nvSpPr>
        <p:spPr/>
        <p:txBody>
          <a:bodyPr/>
          <a:lstStyle/>
          <a:p>
            <a:fld id="{094DEB03-EFC6-4C20-8FC8-295189A5386F}" type="slidenum">
              <a:rPr lang="zh-CN" altLang="en-US" smtClean="0"/>
              <a:pPr/>
              <a:t>6</a:t>
            </a:fld>
            <a:endParaRPr lang="zh-CN" altLang="en-US"/>
          </a:p>
        </p:txBody>
      </p:sp>
    </p:spTree>
    <p:extLst>
      <p:ext uri="{BB962C8B-B14F-4D97-AF65-F5344CB8AC3E}">
        <p14:creationId xmlns:p14="http://schemas.microsoft.com/office/powerpoint/2010/main" val="2198492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AFCB828F-A758-CC7C-364F-8AAF78B08066}"/>
              </a:ext>
            </a:extLst>
          </p:cNvPr>
          <p:cNvSpPr>
            <a:spLocks noGrp="1"/>
          </p:cNvSpPr>
          <p:nvPr>
            <p:ph type="dt" sz="half" idx="4294967295"/>
          </p:nvPr>
        </p:nvSpPr>
        <p:spPr>
          <a:xfrm>
            <a:off x="0" y="11113"/>
            <a:ext cx="3086100" cy="179387"/>
          </a:xfrm>
        </p:spPr>
        <p:txBody>
          <a:bodyPr/>
          <a:lstStyle/>
          <a:p>
            <a:fld id="{ABF9780E-073B-4C32-9707-2E22AFDEAA9F}" type="datetime2">
              <a:rPr lang="zh-CN" altLang="en-US" smtClean="0"/>
              <a:t>2024年6月6日</a:t>
            </a:fld>
            <a:endParaRPr lang="zh-CN" altLang="en-US" dirty="0"/>
          </a:p>
        </p:txBody>
      </p:sp>
      <p:sp>
        <p:nvSpPr>
          <p:cNvPr id="5" name="页脚占位符 4">
            <a:extLst>
              <a:ext uri="{FF2B5EF4-FFF2-40B4-BE49-F238E27FC236}">
                <a16:creationId xmlns:a16="http://schemas.microsoft.com/office/drawing/2014/main" id="{B7B1DA29-0EEE-D85C-DE11-09C21C33362C}"/>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6" name="灯片编号占位符 5">
            <a:extLst>
              <a:ext uri="{FF2B5EF4-FFF2-40B4-BE49-F238E27FC236}">
                <a16:creationId xmlns:a16="http://schemas.microsoft.com/office/drawing/2014/main" id="{0481339C-2A63-99AD-F307-985FA0DF7593}"/>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7</a:t>
            </a:fld>
            <a:endParaRPr lang="zh-CN" altLang="en-US"/>
          </a:p>
        </p:txBody>
      </p:sp>
      <p:sp>
        <p:nvSpPr>
          <p:cNvPr id="9" name="文本框 8">
            <a:extLst>
              <a:ext uri="{FF2B5EF4-FFF2-40B4-BE49-F238E27FC236}">
                <a16:creationId xmlns:a16="http://schemas.microsoft.com/office/drawing/2014/main" id="{C21E7911-B557-0C03-2945-E4A8434BC226}"/>
              </a:ext>
            </a:extLst>
          </p:cNvPr>
          <p:cNvSpPr txBox="1"/>
          <p:nvPr>
            <p:custDataLst>
              <p:tags r:id="rId2"/>
            </p:custDataLst>
          </p:nvPr>
        </p:nvSpPr>
        <p:spPr>
          <a:xfrm>
            <a:off x="882076" y="646113"/>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前测：针对文法：</a:t>
            </a:r>
            <a:r>
              <a:rPr lang="en-US" altLang="zh-CN" sz="2600" b="1" i="1" dirty="0">
                <a:solidFill>
                  <a:srgbClr val="000000"/>
                </a:solidFill>
                <a:ea typeface="Microsoft Yahei" panose="020B0503020204020204" pitchFamily="34" charset="-122"/>
                <a:sym typeface="Microsoft Yahei" panose="020B0503020204020204" pitchFamily="34" charset="-122"/>
              </a:rPr>
              <a:t>E</a:t>
            </a:r>
            <a:r>
              <a:rPr kumimoji="0" lang="en-US" altLang="zh-CN" sz="24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lang="en-US" altLang="zh-CN" sz="2600" b="1" i="1" dirty="0">
                <a:solidFill>
                  <a:srgbClr val="000000"/>
                </a:solidFill>
                <a:ea typeface="Microsoft Yahei" panose="020B0503020204020204" pitchFamily="34" charset="-122"/>
                <a:sym typeface="Microsoft Yahei" panose="020B0503020204020204" pitchFamily="34" charset="-122"/>
              </a:rPr>
              <a:t>E</a:t>
            </a:r>
            <a:r>
              <a:rPr lang="en-US" altLang="zh-CN" sz="2600" b="1" dirty="0">
                <a:solidFill>
                  <a:srgbClr val="000000"/>
                </a:solidFill>
                <a:ea typeface="Microsoft Yahei" panose="020B0503020204020204" pitchFamily="34" charset="-122"/>
                <a:sym typeface="Microsoft Yahei" panose="020B0503020204020204" pitchFamily="34" charset="-122"/>
              </a:rPr>
              <a:t> + </a:t>
            </a:r>
            <a:r>
              <a:rPr lang="en-US" altLang="zh-CN" sz="2600" b="1" i="1" dirty="0">
                <a:solidFill>
                  <a:srgbClr val="000000"/>
                </a:solidFill>
                <a:ea typeface="Microsoft Yahei" panose="020B0503020204020204" pitchFamily="34" charset="-122"/>
                <a:sym typeface="Microsoft Yahei" panose="020B0503020204020204" pitchFamily="34" charset="-122"/>
              </a:rPr>
              <a:t>T | T</a:t>
            </a:r>
          </a:p>
          <a:p>
            <a:r>
              <a:rPr lang="en-US" altLang="zh-CN" sz="2600" b="1" i="1" dirty="0">
                <a:solidFill>
                  <a:srgbClr val="000000"/>
                </a:solidFill>
                <a:ea typeface="Microsoft Yahei" panose="020B0503020204020204" pitchFamily="34" charset="-122"/>
                <a:sym typeface="Microsoft Yahei" panose="020B0503020204020204" pitchFamily="34" charset="-122"/>
              </a:rPr>
              <a:t>					    T</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800" b="1" i="1" u="none" strike="noStrike" cap="none" normalizeH="0" baseline="0" dirty="0">
                <a:ln>
                  <a:noFill/>
                </a:ln>
                <a:solidFill>
                  <a:schemeClr val="tx1"/>
                </a:solidFill>
                <a:effectLst/>
                <a:latin typeface="Times New Roman" pitchFamily="18" charset="0"/>
                <a:ea typeface="黑体" pitchFamily="2" charset="-122"/>
                <a:sym typeface="Symbol" pitchFamily="18" charset="2"/>
              </a:rPr>
              <a:t>T * F | F</a:t>
            </a:r>
          </a:p>
          <a:p>
            <a:r>
              <a:rPr lang="en-US" altLang="zh-CN" sz="2800" b="1" i="1" dirty="0">
                <a:latin typeface="Times New Roman" pitchFamily="18" charset="0"/>
                <a:ea typeface="黑体" pitchFamily="2" charset="-122"/>
                <a:sym typeface="Symbol" pitchFamily="18" charset="2"/>
              </a:rPr>
              <a:t>					   F</a:t>
            </a:r>
            <a:r>
              <a:rPr lang="en-US" altLang="zh-CN" sz="2800" b="1" dirty="0">
                <a:latin typeface="Times New Roman" pitchFamily="18" charset="0"/>
                <a:ea typeface="黑体" pitchFamily="2" charset="-122"/>
                <a:sym typeface="Symbol" pitchFamily="18" charset="2"/>
              </a:rPr>
              <a:t> 0|1..|9</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对输入串</a:t>
            </a:r>
            <a:r>
              <a:rPr lang="en-US" altLang="zh-CN" sz="2600" b="1" dirty="0">
                <a:solidFill>
                  <a:srgbClr val="000000"/>
                </a:solidFill>
                <a:ea typeface="Microsoft Yahei" panose="020B0503020204020204" pitchFamily="34" charset="-122"/>
                <a:sym typeface="Microsoft Yahei" panose="020B0503020204020204" pitchFamily="34" charset="-122"/>
              </a:rPr>
              <a:t>5+4*7</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，选择正确的分析树。</a:t>
            </a:r>
          </a:p>
        </p:txBody>
      </p:sp>
      <p:sp>
        <p:nvSpPr>
          <p:cNvPr id="10" name="文本框 9">
            <a:extLst>
              <a:ext uri="{FF2B5EF4-FFF2-40B4-BE49-F238E27FC236}">
                <a16:creationId xmlns:a16="http://schemas.microsoft.com/office/drawing/2014/main" id="{A531E8A6-3D1A-8012-2155-56F18E624684}"/>
              </a:ext>
            </a:extLst>
          </p:cNvPr>
          <p:cNvSpPr txBox="1"/>
          <p:nvPr>
            <p:custDataLst>
              <p:tags r:id="rId3"/>
            </p:custDataLst>
          </p:nvPr>
        </p:nvSpPr>
        <p:spPr>
          <a:xfrm>
            <a:off x="1020818" y="2671363"/>
            <a:ext cx="3151133"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如下：</a:t>
            </a:r>
          </a:p>
        </p:txBody>
      </p:sp>
      <p:sp>
        <p:nvSpPr>
          <p:cNvPr id="11" name="文本框 10">
            <a:extLst>
              <a:ext uri="{FF2B5EF4-FFF2-40B4-BE49-F238E27FC236}">
                <a16:creationId xmlns:a16="http://schemas.microsoft.com/office/drawing/2014/main" id="{350645F3-40B3-67C8-3EC8-68F44D9DC880}"/>
              </a:ext>
            </a:extLst>
          </p:cNvPr>
          <p:cNvSpPr txBox="1"/>
          <p:nvPr>
            <p:custDataLst>
              <p:tags r:id="rId4"/>
            </p:custDataLst>
          </p:nvPr>
        </p:nvSpPr>
        <p:spPr>
          <a:xfrm>
            <a:off x="5580597" y="2671363"/>
            <a:ext cx="3235599"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如下：</a:t>
            </a:r>
          </a:p>
        </p:txBody>
      </p:sp>
      <p:sp>
        <p:nvSpPr>
          <p:cNvPr id="14" name="椭圆 13">
            <a:extLst>
              <a:ext uri="{FF2B5EF4-FFF2-40B4-BE49-F238E27FC236}">
                <a16:creationId xmlns:a16="http://schemas.microsoft.com/office/drawing/2014/main" id="{590825B7-D964-C76E-E25E-B28D204D3963}"/>
              </a:ext>
            </a:extLst>
          </p:cNvPr>
          <p:cNvSpPr>
            <a:spLocks noChangeAspect="1"/>
          </p:cNvSpPr>
          <p:nvPr>
            <p:custDataLst>
              <p:tags r:id="rId5"/>
            </p:custDataLst>
          </p:nvPr>
        </p:nvSpPr>
        <p:spPr>
          <a:xfrm>
            <a:off x="400050" y="2735657"/>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F635A81A-5FC5-0AA6-B09C-58D0E06B99A4}"/>
              </a:ext>
            </a:extLst>
          </p:cNvPr>
          <p:cNvSpPr>
            <a:spLocks noChangeAspect="1"/>
          </p:cNvSpPr>
          <p:nvPr>
            <p:custDataLst>
              <p:tags r:id="rId6"/>
            </p:custDataLst>
          </p:nvPr>
        </p:nvSpPr>
        <p:spPr>
          <a:xfrm>
            <a:off x="4972050" y="2735657"/>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BCFF4A0E-0B07-1059-5B90-A8AFC2C2A2DF}"/>
              </a:ext>
            </a:extLst>
          </p:cNvPr>
          <p:cNvSpPr/>
          <p:nvPr>
            <p:custDataLst>
              <p:tags r:id="rId7"/>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42" name="组合 141">
            <a:extLst>
              <a:ext uri="{FF2B5EF4-FFF2-40B4-BE49-F238E27FC236}">
                <a16:creationId xmlns:a16="http://schemas.microsoft.com/office/drawing/2014/main" id="{8E0971FA-33B8-DA46-77FD-DBD0CE663B4E}"/>
              </a:ext>
            </a:extLst>
          </p:cNvPr>
          <p:cNvGrpSpPr/>
          <p:nvPr/>
        </p:nvGrpSpPr>
        <p:grpSpPr>
          <a:xfrm>
            <a:off x="1190755" y="2881399"/>
            <a:ext cx="3105192" cy="3566576"/>
            <a:chOff x="1077926" y="2762620"/>
            <a:chExt cx="3105192" cy="3566576"/>
          </a:xfrm>
        </p:grpSpPr>
        <p:sp>
          <p:nvSpPr>
            <p:cNvPr id="165" name="Rectangle 9">
              <a:extLst>
                <a:ext uri="{FF2B5EF4-FFF2-40B4-BE49-F238E27FC236}">
                  <a16:creationId xmlns:a16="http://schemas.microsoft.com/office/drawing/2014/main" id="{51B77D69-B1CA-F582-E127-8237642DDDAB}"/>
                </a:ext>
              </a:extLst>
            </p:cNvPr>
            <p:cNvSpPr>
              <a:spLocks noChangeArrowheads="1"/>
            </p:cNvSpPr>
            <p:nvPr/>
          </p:nvSpPr>
          <p:spPr bwMode="auto">
            <a:xfrm>
              <a:off x="1077926" y="4254210"/>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T</a:t>
              </a:r>
              <a:endParaRPr lang="en-US" altLang="zh-CN" sz="2800" b="1" dirty="0">
                <a:solidFill>
                  <a:schemeClr val="bg1"/>
                </a:solidFill>
                <a:ea typeface="宋体" panose="02010600030101010101" pitchFamily="2" charset="-122"/>
              </a:endParaRPr>
            </a:p>
          </p:txBody>
        </p:sp>
        <p:sp>
          <p:nvSpPr>
            <p:cNvPr id="166" name="Rectangle 9">
              <a:extLst>
                <a:ext uri="{FF2B5EF4-FFF2-40B4-BE49-F238E27FC236}">
                  <a16:creationId xmlns:a16="http://schemas.microsoft.com/office/drawing/2014/main" id="{959FDE69-30E1-1FEB-1251-2A296CEE90C4}"/>
                </a:ext>
              </a:extLst>
            </p:cNvPr>
            <p:cNvSpPr>
              <a:spLocks noChangeArrowheads="1"/>
            </p:cNvSpPr>
            <p:nvPr/>
          </p:nvSpPr>
          <p:spPr bwMode="auto">
            <a:xfrm>
              <a:off x="1077926" y="5102615"/>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F</a:t>
              </a:r>
              <a:endParaRPr lang="en-US" altLang="zh-CN" sz="2800" b="1" dirty="0">
                <a:solidFill>
                  <a:schemeClr val="bg1"/>
                </a:solidFill>
                <a:ea typeface="宋体" panose="02010600030101010101" pitchFamily="2" charset="-122"/>
              </a:endParaRPr>
            </a:p>
          </p:txBody>
        </p:sp>
        <p:sp>
          <p:nvSpPr>
            <p:cNvPr id="167" name="Rectangle 9">
              <a:extLst>
                <a:ext uri="{FF2B5EF4-FFF2-40B4-BE49-F238E27FC236}">
                  <a16:creationId xmlns:a16="http://schemas.microsoft.com/office/drawing/2014/main" id="{FE46AF31-EA73-94AE-C763-A4953DA8FFC8}"/>
                </a:ext>
              </a:extLst>
            </p:cNvPr>
            <p:cNvSpPr>
              <a:spLocks noChangeArrowheads="1"/>
            </p:cNvSpPr>
            <p:nvPr/>
          </p:nvSpPr>
          <p:spPr bwMode="auto">
            <a:xfrm>
              <a:off x="1111794" y="5879934"/>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5</a:t>
              </a:r>
              <a:endParaRPr lang="en-US" altLang="zh-CN" sz="2800" b="1" dirty="0">
                <a:solidFill>
                  <a:schemeClr val="bg1"/>
                </a:solidFill>
                <a:ea typeface="宋体" panose="02010600030101010101" pitchFamily="2" charset="-122"/>
              </a:endParaRPr>
            </a:p>
          </p:txBody>
        </p:sp>
        <p:sp>
          <p:nvSpPr>
            <p:cNvPr id="168" name="Rectangle 7">
              <a:extLst>
                <a:ext uri="{FF2B5EF4-FFF2-40B4-BE49-F238E27FC236}">
                  <a16:creationId xmlns:a16="http://schemas.microsoft.com/office/drawing/2014/main" id="{B71FA614-7BBF-DF64-1242-E54814EB3B34}"/>
                </a:ext>
              </a:extLst>
            </p:cNvPr>
            <p:cNvSpPr>
              <a:spLocks noChangeArrowheads="1"/>
            </p:cNvSpPr>
            <p:nvPr/>
          </p:nvSpPr>
          <p:spPr bwMode="auto">
            <a:xfrm>
              <a:off x="1869265" y="2762620"/>
              <a:ext cx="99706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E</a:t>
              </a:r>
              <a:endParaRPr lang="en-US" altLang="zh-CN" sz="2800" b="1" dirty="0">
                <a:solidFill>
                  <a:schemeClr val="bg1"/>
                </a:solidFill>
                <a:ea typeface="宋体" panose="02010600030101010101" pitchFamily="2" charset="-122"/>
              </a:endParaRPr>
            </a:p>
          </p:txBody>
        </p:sp>
        <p:sp>
          <p:nvSpPr>
            <p:cNvPr id="169" name="Rectangle 9">
              <a:extLst>
                <a:ext uri="{FF2B5EF4-FFF2-40B4-BE49-F238E27FC236}">
                  <a16:creationId xmlns:a16="http://schemas.microsoft.com/office/drawing/2014/main" id="{739DB681-09F8-0C9D-807B-8F129791CC99}"/>
                </a:ext>
              </a:extLst>
            </p:cNvPr>
            <p:cNvSpPr>
              <a:spLocks noChangeArrowheads="1"/>
            </p:cNvSpPr>
            <p:nvPr/>
          </p:nvSpPr>
          <p:spPr bwMode="auto">
            <a:xfrm>
              <a:off x="2654666" y="3538789"/>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T</a:t>
              </a:r>
              <a:endParaRPr lang="en-US" altLang="zh-CN" sz="2800" b="1" dirty="0">
                <a:solidFill>
                  <a:schemeClr val="bg1"/>
                </a:solidFill>
                <a:ea typeface="宋体" panose="02010600030101010101" pitchFamily="2" charset="-122"/>
              </a:endParaRPr>
            </a:p>
          </p:txBody>
        </p:sp>
        <p:sp>
          <p:nvSpPr>
            <p:cNvPr id="170" name="Rectangle 10">
              <a:extLst>
                <a:ext uri="{FF2B5EF4-FFF2-40B4-BE49-F238E27FC236}">
                  <a16:creationId xmlns:a16="http://schemas.microsoft.com/office/drawing/2014/main" id="{1F7959DA-348A-7CB2-25AD-D0C679C0EFFB}"/>
                </a:ext>
              </a:extLst>
            </p:cNvPr>
            <p:cNvSpPr>
              <a:spLocks noChangeArrowheads="1"/>
            </p:cNvSpPr>
            <p:nvPr/>
          </p:nvSpPr>
          <p:spPr bwMode="auto">
            <a:xfrm>
              <a:off x="1167936" y="3490182"/>
              <a:ext cx="73516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E</a:t>
              </a:r>
              <a:endParaRPr lang="en-US" altLang="zh-CN" sz="2800" b="1" dirty="0">
                <a:solidFill>
                  <a:schemeClr val="bg1"/>
                </a:solidFill>
                <a:ea typeface="宋体" panose="02010600030101010101" pitchFamily="2" charset="-122"/>
              </a:endParaRPr>
            </a:p>
          </p:txBody>
        </p:sp>
        <p:sp>
          <p:nvSpPr>
            <p:cNvPr id="171" name="Line 14">
              <a:extLst>
                <a:ext uri="{FF2B5EF4-FFF2-40B4-BE49-F238E27FC236}">
                  <a16:creationId xmlns:a16="http://schemas.microsoft.com/office/drawing/2014/main" id="{8B1C782F-9075-5EEE-3B5F-4F2581345013}"/>
                </a:ext>
              </a:extLst>
            </p:cNvPr>
            <p:cNvSpPr>
              <a:spLocks noChangeShapeType="1"/>
            </p:cNvSpPr>
            <p:nvPr/>
          </p:nvSpPr>
          <p:spPr bwMode="auto">
            <a:xfrm>
              <a:off x="2538947" y="3189658"/>
              <a:ext cx="529830" cy="3586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172" name="Line 16">
              <a:extLst>
                <a:ext uri="{FF2B5EF4-FFF2-40B4-BE49-F238E27FC236}">
                  <a16:creationId xmlns:a16="http://schemas.microsoft.com/office/drawing/2014/main" id="{E30A1768-8DA7-3749-2CA4-06E05F96DA87}"/>
                </a:ext>
              </a:extLst>
            </p:cNvPr>
            <p:cNvSpPr>
              <a:spLocks noChangeShapeType="1"/>
            </p:cNvSpPr>
            <p:nvPr/>
          </p:nvSpPr>
          <p:spPr bwMode="auto">
            <a:xfrm flipH="1">
              <a:off x="1615399" y="3174085"/>
              <a:ext cx="583880" cy="33166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173" name="Line 19">
              <a:extLst>
                <a:ext uri="{FF2B5EF4-FFF2-40B4-BE49-F238E27FC236}">
                  <a16:creationId xmlns:a16="http://schemas.microsoft.com/office/drawing/2014/main" id="{B7104DB7-9C2D-7BF8-D083-23EA83E1C12D}"/>
                </a:ext>
              </a:extLst>
            </p:cNvPr>
            <p:cNvSpPr>
              <a:spLocks noChangeShapeType="1"/>
            </p:cNvSpPr>
            <p:nvPr/>
          </p:nvSpPr>
          <p:spPr bwMode="auto">
            <a:xfrm>
              <a:off x="2342097" y="3279992"/>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174" name="Rectangle 20">
              <a:extLst>
                <a:ext uri="{FF2B5EF4-FFF2-40B4-BE49-F238E27FC236}">
                  <a16:creationId xmlns:a16="http://schemas.microsoft.com/office/drawing/2014/main" id="{4992DD2B-17C8-2F26-C7FB-54E93CDD98FB}"/>
                </a:ext>
              </a:extLst>
            </p:cNvPr>
            <p:cNvSpPr>
              <a:spLocks noChangeArrowheads="1"/>
            </p:cNvSpPr>
            <p:nvPr/>
          </p:nvSpPr>
          <p:spPr bwMode="auto">
            <a:xfrm>
              <a:off x="2145247" y="3505754"/>
              <a:ext cx="3937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ea typeface="宋体" panose="02010600030101010101" pitchFamily="2" charset="-122"/>
                </a:rPr>
                <a:t>+</a:t>
              </a:r>
            </a:p>
          </p:txBody>
        </p:sp>
        <p:sp>
          <p:nvSpPr>
            <p:cNvPr id="175" name="Line 14">
              <a:extLst>
                <a:ext uri="{FF2B5EF4-FFF2-40B4-BE49-F238E27FC236}">
                  <a16:creationId xmlns:a16="http://schemas.microsoft.com/office/drawing/2014/main" id="{09135933-BB00-E645-C1F8-08194DB6B9FA}"/>
                </a:ext>
              </a:extLst>
            </p:cNvPr>
            <p:cNvSpPr>
              <a:spLocks noChangeShapeType="1"/>
            </p:cNvSpPr>
            <p:nvPr/>
          </p:nvSpPr>
          <p:spPr bwMode="auto">
            <a:xfrm>
              <a:off x="3265645" y="3988051"/>
              <a:ext cx="529830" cy="3586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176" name="Line 16">
              <a:extLst>
                <a:ext uri="{FF2B5EF4-FFF2-40B4-BE49-F238E27FC236}">
                  <a16:creationId xmlns:a16="http://schemas.microsoft.com/office/drawing/2014/main" id="{C20D4654-10DC-FBA5-0BC0-3202BD21C7E4}"/>
                </a:ext>
              </a:extLst>
            </p:cNvPr>
            <p:cNvSpPr>
              <a:spLocks noChangeShapeType="1"/>
            </p:cNvSpPr>
            <p:nvPr/>
          </p:nvSpPr>
          <p:spPr bwMode="auto">
            <a:xfrm flipH="1">
              <a:off x="2342097" y="3972478"/>
              <a:ext cx="583880" cy="33166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177" name="Line 19">
              <a:extLst>
                <a:ext uri="{FF2B5EF4-FFF2-40B4-BE49-F238E27FC236}">
                  <a16:creationId xmlns:a16="http://schemas.microsoft.com/office/drawing/2014/main" id="{C6D48A8B-0B16-B386-FBC4-DEDCB6B2A4AA}"/>
                </a:ext>
              </a:extLst>
            </p:cNvPr>
            <p:cNvSpPr>
              <a:spLocks noChangeShapeType="1"/>
            </p:cNvSpPr>
            <p:nvPr/>
          </p:nvSpPr>
          <p:spPr bwMode="auto">
            <a:xfrm>
              <a:off x="3068795" y="4078385"/>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178" name="Rectangle 9">
              <a:extLst>
                <a:ext uri="{FF2B5EF4-FFF2-40B4-BE49-F238E27FC236}">
                  <a16:creationId xmlns:a16="http://schemas.microsoft.com/office/drawing/2014/main" id="{D4DF6004-01BA-4CC5-9AB3-487CEF9381B3}"/>
                </a:ext>
              </a:extLst>
            </p:cNvPr>
            <p:cNvSpPr>
              <a:spLocks noChangeArrowheads="1"/>
            </p:cNvSpPr>
            <p:nvPr/>
          </p:nvSpPr>
          <p:spPr bwMode="auto">
            <a:xfrm>
              <a:off x="1879680" y="4307428"/>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T</a:t>
              </a:r>
              <a:endParaRPr lang="en-US" altLang="zh-CN" sz="2800" b="1" dirty="0">
                <a:solidFill>
                  <a:schemeClr val="bg1"/>
                </a:solidFill>
                <a:ea typeface="宋体" panose="02010600030101010101" pitchFamily="2" charset="-122"/>
              </a:endParaRPr>
            </a:p>
          </p:txBody>
        </p:sp>
        <p:sp>
          <p:nvSpPr>
            <p:cNvPr id="179" name="Rectangle 20">
              <a:extLst>
                <a:ext uri="{FF2B5EF4-FFF2-40B4-BE49-F238E27FC236}">
                  <a16:creationId xmlns:a16="http://schemas.microsoft.com/office/drawing/2014/main" id="{5AE3FA5F-89C3-EC75-B56A-A7B14E054F84}"/>
                </a:ext>
              </a:extLst>
            </p:cNvPr>
            <p:cNvSpPr>
              <a:spLocks noChangeArrowheads="1"/>
            </p:cNvSpPr>
            <p:nvPr/>
          </p:nvSpPr>
          <p:spPr bwMode="auto">
            <a:xfrm>
              <a:off x="2872807" y="4346672"/>
              <a:ext cx="3937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ea typeface="宋体" panose="02010600030101010101" pitchFamily="2" charset="-122"/>
                </a:rPr>
                <a:t>*</a:t>
              </a:r>
            </a:p>
          </p:txBody>
        </p:sp>
        <p:sp>
          <p:nvSpPr>
            <p:cNvPr id="180" name="Rectangle 9">
              <a:extLst>
                <a:ext uri="{FF2B5EF4-FFF2-40B4-BE49-F238E27FC236}">
                  <a16:creationId xmlns:a16="http://schemas.microsoft.com/office/drawing/2014/main" id="{FD0658A2-B3EB-D13A-7551-2AF9F45D2FB3}"/>
                </a:ext>
              </a:extLst>
            </p:cNvPr>
            <p:cNvSpPr>
              <a:spLocks noChangeArrowheads="1"/>
            </p:cNvSpPr>
            <p:nvPr/>
          </p:nvSpPr>
          <p:spPr bwMode="auto">
            <a:xfrm>
              <a:off x="3354897" y="4341780"/>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F</a:t>
              </a:r>
              <a:endParaRPr lang="en-US" altLang="zh-CN" sz="2800" b="1" dirty="0">
                <a:solidFill>
                  <a:schemeClr val="bg1"/>
                </a:solidFill>
                <a:ea typeface="宋体" panose="02010600030101010101" pitchFamily="2" charset="-122"/>
              </a:endParaRPr>
            </a:p>
          </p:txBody>
        </p:sp>
        <p:sp>
          <p:nvSpPr>
            <p:cNvPr id="181" name="Line 19">
              <a:extLst>
                <a:ext uri="{FF2B5EF4-FFF2-40B4-BE49-F238E27FC236}">
                  <a16:creationId xmlns:a16="http://schemas.microsoft.com/office/drawing/2014/main" id="{9AA746BD-A26E-FD7E-0BBC-15CB084195EE}"/>
                </a:ext>
              </a:extLst>
            </p:cNvPr>
            <p:cNvSpPr>
              <a:spLocks noChangeShapeType="1"/>
            </p:cNvSpPr>
            <p:nvPr/>
          </p:nvSpPr>
          <p:spPr bwMode="auto">
            <a:xfrm>
              <a:off x="2285588" y="4791042"/>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182" name="Rectangle 9">
              <a:extLst>
                <a:ext uri="{FF2B5EF4-FFF2-40B4-BE49-F238E27FC236}">
                  <a16:creationId xmlns:a16="http://schemas.microsoft.com/office/drawing/2014/main" id="{131FCD16-45F4-CB3A-02A1-6F2431AF9114}"/>
                </a:ext>
              </a:extLst>
            </p:cNvPr>
            <p:cNvSpPr>
              <a:spLocks noChangeArrowheads="1"/>
            </p:cNvSpPr>
            <p:nvPr/>
          </p:nvSpPr>
          <p:spPr bwMode="auto">
            <a:xfrm>
              <a:off x="1869265" y="5093681"/>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F</a:t>
              </a:r>
              <a:endParaRPr lang="en-US" altLang="zh-CN" sz="2800" b="1" dirty="0">
                <a:solidFill>
                  <a:schemeClr val="bg1"/>
                </a:solidFill>
                <a:ea typeface="宋体" panose="02010600030101010101" pitchFamily="2" charset="-122"/>
              </a:endParaRPr>
            </a:p>
          </p:txBody>
        </p:sp>
        <p:sp>
          <p:nvSpPr>
            <p:cNvPr id="183" name="Line 19">
              <a:extLst>
                <a:ext uri="{FF2B5EF4-FFF2-40B4-BE49-F238E27FC236}">
                  <a16:creationId xmlns:a16="http://schemas.microsoft.com/office/drawing/2014/main" id="{F673253A-A68E-D8D6-94F4-8BCAA3EA0C61}"/>
                </a:ext>
              </a:extLst>
            </p:cNvPr>
            <p:cNvSpPr>
              <a:spLocks noChangeShapeType="1"/>
            </p:cNvSpPr>
            <p:nvPr/>
          </p:nvSpPr>
          <p:spPr bwMode="auto">
            <a:xfrm>
              <a:off x="2293790" y="5542943"/>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184" name="Line 19">
              <a:extLst>
                <a:ext uri="{FF2B5EF4-FFF2-40B4-BE49-F238E27FC236}">
                  <a16:creationId xmlns:a16="http://schemas.microsoft.com/office/drawing/2014/main" id="{CC634652-0F41-03B3-32F4-E49D9F7B2C85}"/>
                </a:ext>
              </a:extLst>
            </p:cNvPr>
            <p:cNvSpPr>
              <a:spLocks noChangeShapeType="1"/>
            </p:cNvSpPr>
            <p:nvPr/>
          </p:nvSpPr>
          <p:spPr bwMode="auto">
            <a:xfrm>
              <a:off x="3769007" y="4825394"/>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185" name="Line 19">
              <a:extLst>
                <a:ext uri="{FF2B5EF4-FFF2-40B4-BE49-F238E27FC236}">
                  <a16:creationId xmlns:a16="http://schemas.microsoft.com/office/drawing/2014/main" id="{25725F73-6998-D86D-313B-AF03FF8C1A83}"/>
                </a:ext>
              </a:extLst>
            </p:cNvPr>
            <p:cNvSpPr>
              <a:spLocks noChangeShapeType="1"/>
            </p:cNvSpPr>
            <p:nvPr/>
          </p:nvSpPr>
          <p:spPr bwMode="auto">
            <a:xfrm>
              <a:off x="1534856" y="3944647"/>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186" name="Line 19">
              <a:extLst>
                <a:ext uri="{FF2B5EF4-FFF2-40B4-BE49-F238E27FC236}">
                  <a16:creationId xmlns:a16="http://schemas.microsoft.com/office/drawing/2014/main" id="{06323789-E624-05B4-D1DA-BB8EE24FDCA0}"/>
                </a:ext>
              </a:extLst>
            </p:cNvPr>
            <p:cNvSpPr>
              <a:spLocks noChangeShapeType="1"/>
            </p:cNvSpPr>
            <p:nvPr/>
          </p:nvSpPr>
          <p:spPr bwMode="auto">
            <a:xfrm>
              <a:off x="1492036" y="4756690"/>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187" name="Line 19">
              <a:extLst>
                <a:ext uri="{FF2B5EF4-FFF2-40B4-BE49-F238E27FC236}">
                  <a16:creationId xmlns:a16="http://schemas.microsoft.com/office/drawing/2014/main" id="{7C460BE3-A725-9A65-54BF-C9EA5491E85B}"/>
                </a:ext>
              </a:extLst>
            </p:cNvPr>
            <p:cNvSpPr>
              <a:spLocks noChangeShapeType="1"/>
            </p:cNvSpPr>
            <p:nvPr/>
          </p:nvSpPr>
          <p:spPr bwMode="auto">
            <a:xfrm>
              <a:off x="1492036" y="5552431"/>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188" name="Rectangle 9">
              <a:extLst>
                <a:ext uri="{FF2B5EF4-FFF2-40B4-BE49-F238E27FC236}">
                  <a16:creationId xmlns:a16="http://schemas.microsoft.com/office/drawing/2014/main" id="{6B114D8D-E9B1-4660-D1F3-74B4835D1CC2}"/>
                </a:ext>
              </a:extLst>
            </p:cNvPr>
            <p:cNvSpPr>
              <a:spLocks noChangeArrowheads="1"/>
            </p:cNvSpPr>
            <p:nvPr/>
          </p:nvSpPr>
          <p:spPr bwMode="auto">
            <a:xfrm>
              <a:off x="1840684" y="5879934"/>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4</a:t>
              </a:r>
              <a:endParaRPr lang="en-US" altLang="zh-CN" sz="2800" b="1" dirty="0">
                <a:solidFill>
                  <a:schemeClr val="bg1"/>
                </a:solidFill>
                <a:ea typeface="宋体" panose="02010600030101010101" pitchFamily="2" charset="-122"/>
              </a:endParaRPr>
            </a:p>
          </p:txBody>
        </p:sp>
        <p:sp>
          <p:nvSpPr>
            <p:cNvPr id="189" name="Rectangle 9">
              <a:extLst>
                <a:ext uri="{FF2B5EF4-FFF2-40B4-BE49-F238E27FC236}">
                  <a16:creationId xmlns:a16="http://schemas.microsoft.com/office/drawing/2014/main" id="{ABF1675E-942A-B419-1D87-6F059B048391}"/>
                </a:ext>
              </a:extLst>
            </p:cNvPr>
            <p:cNvSpPr>
              <a:spLocks noChangeArrowheads="1"/>
            </p:cNvSpPr>
            <p:nvPr/>
          </p:nvSpPr>
          <p:spPr bwMode="auto">
            <a:xfrm>
              <a:off x="3343730" y="5144771"/>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7</a:t>
              </a:r>
              <a:endParaRPr lang="en-US" altLang="zh-CN" sz="2800" b="1" dirty="0">
                <a:solidFill>
                  <a:schemeClr val="bg1"/>
                </a:solidFill>
                <a:ea typeface="宋体" panose="02010600030101010101" pitchFamily="2" charset="-122"/>
              </a:endParaRPr>
            </a:p>
          </p:txBody>
        </p:sp>
      </p:grpSp>
      <p:grpSp>
        <p:nvGrpSpPr>
          <p:cNvPr id="196" name="组合 195">
            <a:extLst>
              <a:ext uri="{FF2B5EF4-FFF2-40B4-BE49-F238E27FC236}">
                <a16:creationId xmlns:a16="http://schemas.microsoft.com/office/drawing/2014/main" id="{DC122CDB-32B4-BA2C-123D-A263C0608F9A}"/>
              </a:ext>
            </a:extLst>
          </p:cNvPr>
          <p:cNvGrpSpPr/>
          <p:nvPr/>
        </p:nvGrpSpPr>
        <p:grpSpPr>
          <a:xfrm>
            <a:off x="5262165" y="2307172"/>
            <a:ext cx="3232243" cy="3957938"/>
            <a:chOff x="4881996" y="2492990"/>
            <a:chExt cx="3232243" cy="3957938"/>
          </a:xfrm>
        </p:grpSpPr>
        <p:sp>
          <p:nvSpPr>
            <p:cNvPr id="65" name="Rectangle 9">
              <a:extLst>
                <a:ext uri="{FF2B5EF4-FFF2-40B4-BE49-F238E27FC236}">
                  <a16:creationId xmlns:a16="http://schemas.microsoft.com/office/drawing/2014/main" id="{39810063-6FC3-7959-803E-4E3BE541B13E}"/>
                </a:ext>
              </a:extLst>
            </p:cNvPr>
            <p:cNvSpPr>
              <a:spLocks noChangeArrowheads="1"/>
            </p:cNvSpPr>
            <p:nvPr/>
          </p:nvSpPr>
          <p:spPr bwMode="auto">
            <a:xfrm>
              <a:off x="7268829" y="4593306"/>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7</a:t>
              </a:r>
              <a:endParaRPr lang="en-US" altLang="zh-CN" sz="2800" b="1" dirty="0">
                <a:solidFill>
                  <a:schemeClr val="bg1"/>
                </a:solidFill>
                <a:ea typeface="宋体" panose="02010600030101010101" pitchFamily="2" charset="-122"/>
              </a:endParaRPr>
            </a:p>
          </p:txBody>
        </p:sp>
        <p:sp>
          <p:nvSpPr>
            <p:cNvPr id="36" name="Rectangle 7">
              <a:extLst>
                <a:ext uri="{FF2B5EF4-FFF2-40B4-BE49-F238E27FC236}">
                  <a16:creationId xmlns:a16="http://schemas.microsoft.com/office/drawing/2014/main" id="{0F93D29A-526F-0A77-5A34-ED1F2DF2C656}"/>
                </a:ext>
              </a:extLst>
            </p:cNvPr>
            <p:cNvSpPr>
              <a:spLocks noChangeArrowheads="1"/>
            </p:cNvSpPr>
            <p:nvPr/>
          </p:nvSpPr>
          <p:spPr bwMode="auto">
            <a:xfrm>
              <a:off x="6435781" y="2492990"/>
              <a:ext cx="99706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E</a:t>
              </a:r>
              <a:endParaRPr lang="en-US" altLang="zh-CN" sz="2800" b="1" dirty="0">
                <a:solidFill>
                  <a:schemeClr val="bg1"/>
                </a:solidFill>
                <a:ea typeface="宋体" panose="02010600030101010101" pitchFamily="2" charset="-122"/>
              </a:endParaRPr>
            </a:p>
          </p:txBody>
        </p:sp>
        <p:sp>
          <p:nvSpPr>
            <p:cNvPr id="37" name="Rectangle 9">
              <a:extLst>
                <a:ext uri="{FF2B5EF4-FFF2-40B4-BE49-F238E27FC236}">
                  <a16:creationId xmlns:a16="http://schemas.microsoft.com/office/drawing/2014/main" id="{78515944-823A-818A-4071-1DBDA3C8F943}"/>
                </a:ext>
              </a:extLst>
            </p:cNvPr>
            <p:cNvSpPr>
              <a:spLocks noChangeArrowheads="1"/>
            </p:cNvSpPr>
            <p:nvPr/>
          </p:nvSpPr>
          <p:spPr bwMode="auto">
            <a:xfrm>
              <a:off x="7286018" y="3828527"/>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F</a:t>
              </a:r>
            </a:p>
          </p:txBody>
        </p:sp>
        <p:sp>
          <p:nvSpPr>
            <p:cNvPr id="38" name="Rectangle 10">
              <a:extLst>
                <a:ext uri="{FF2B5EF4-FFF2-40B4-BE49-F238E27FC236}">
                  <a16:creationId xmlns:a16="http://schemas.microsoft.com/office/drawing/2014/main" id="{801B016D-E603-DFA0-CE99-DCD3BD2CBF17}"/>
                </a:ext>
              </a:extLst>
            </p:cNvPr>
            <p:cNvSpPr>
              <a:spLocks noChangeArrowheads="1"/>
            </p:cNvSpPr>
            <p:nvPr/>
          </p:nvSpPr>
          <p:spPr bwMode="auto">
            <a:xfrm>
              <a:off x="5734452" y="3797968"/>
              <a:ext cx="73516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T</a:t>
              </a:r>
            </a:p>
          </p:txBody>
        </p:sp>
        <p:sp>
          <p:nvSpPr>
            <p:cNvPr id="39" name="Line 14">
              <a:extLst>
                <a:ext uri="{FF2B5EF4-FFF2-40B4-BE49-F238E27FC236}">
                  <a16:creationId xmlns:a16="http://schemas.microsoft.com/office/drawing/2014/main" id="{6E3112CC-084B-67D9-8B08-4AB50E776198}"/>
                </a:ext>
              </a:extLst>
            </p:cNvPr>
            <p:cNvSpPr>
              <a:spLocks noChangeShapeType="1"/>
            </p:cNvSpPr>
            <p:nvPr/>
          </p:nvSpPr>
          <p:spPr bwMode="auto">
            <a:xfrm>
              <a:off x="7105463" y="3497444"/>
              <a:ext cx="529830" cy="3586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40" name="Line 16">
              <a:extLst>
                <a:ext uri="{FF2B5EF4-FFF2-40B4-BE49-F238E27FC236}">
                  <a16:creationId xmlns:a16="http://schemas.microsoft.com/office/drawing/2014/main" id="{D2500772-A5F6-9661-7BFC-6CBCE1428E30}"/>
                </a:ext>
              </a:extLst>
            </p:cNvPr>
            <p:cNvSpPr>
              <a:spLocks noChangeShapeType="1"/>
            </p:cNvSpPr>
            <p:nvPr/>
          </p:nvSpPr>
          <p:spPr bwMode="auto">
            <a:xfrm flipH="1">
              <a:off x="6181915" y="3481871"/>
              <a:ext cx="583880" cy="33166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41" name="Line 19">
              <a:extLst>
                <a:ext uri="{FF2B5EF4-FFF2-40B4-BE49-F238E27FC236}">
                  <a16:creationId xmlns:a16="http://schemas.microsoft.com/office/drawing/2014/main" id="{0001DEDA-82E9-C068-326B-58812B9359DA}"/>
                </a:ext>
              </a:extLst>
            </p:cNvPr>
            <p:cNvSpPr>
              <a:spLocks noChangeShapeType="1"/>
            </p:cNvSpPr>
            <p:nvPr/>
          </p:nvSpPr>
          <p:spPr bwMode="auto">
            <a:xfrm>
              <a:off x="6943322" y="3638598"/>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42" name="Rectangle 20">
              <a:extLst>
                <a:ext uri="{FF2B5EF4-FFF2-40B4-BE49-F238E27FC236}">
                  <a16:creationId xmlns:a16="http://schemas.microsoft.com/office/drawing/2014/main" id="{1C0D9854-86CB-D2F1-FB41-484B4F9F9CAD}"/>
                </a:ext>
              </a:extLst>
            </p:cNvPr>
            <p:cNvSpPr>
              <a:spLocks noChangeArrowheads="1"/>
            </p:cNvSpPr>
            <p:nvPr/>
          </p:nvSpPr>
          <p:spPr bwMode="auto">
            <a:xfrm>
              <a:off x="6746472" y="3864360"/>
              <a:ext cx="3937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ea typeface="宋体" panose="02010600030101010101" pitchFamily="2" charset="-122"/>
                </a:rPr>
                <a:t>*</a:t>
              </a:r>
            </a:p>
          </p:txBody>
        </p:sp>
        <p:sp>
          <p:nvSpPr>
            <p:cNvPr id="48" name="Line 14">
              <a:extLst>
                <a:ext uri="{FF2B5EF4-FFF2-40B4-BE49-F238E27FC236}">
                  <a16:creationId xmlns:a16="http://schemas.microsoft.com/office/drawing/2014/main" id="{3407CA4B-A46F-E66F-521B-418C9F77210D}"/>
                </a:ext>
              </a:extLst>
            </p:cNvPr>
            <p:cNvSpPr>
              <a:spLocks noChangeShapeType="1"/>
            </p:cNvSpPr>
            <p:nvPr/>
          </p:nvSpPr>
          <p:spPr bwMode="auto">
            <a:xfrm>
              <a:off x="6279128" y="4172162"/>
              <a:ext cx="529830" cy="3586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49" name="Line 16">
              <a:extLst>
                <a:ext uri="{FF2B5EF4-FFF2-40B4-BE49-F238E27FC236}">
                  <a16:creationId xmlns:a16="http://schemas.microsoft.com/office/drawing/2014/main" id="{F9402A61-F61A-F4D9-E380-D56B0C864CA8}"/>
                </a:ext>
              </a:extLst>
            </p:cNvPr>
            <p:cNvSpPr>
              <a:spLocks noChangeShapeType="1"/>
            </p:cNvSpPr>
            <p:nvPr/>
          </p:nvSpPr>
          <p:spPr bwMode="auto">
            <a:xfrm flipH="1">
              <a:off x="5355580" y="4156589"/>
              <a:ext cx="583880" cy="33166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50" name="Line 19">
              <a:extLst>
                <a:ext uri="{FF2B5EF4-FFF2-40B4-BE49-F238E27FC236}">
                  <a16:creationId xmlns:a16="http://schemas.microsoft.com/office/drawing/2014/main" id="{7BFCAD5E-3272-1EE7-ED4D-6D6BC83B51B8}"/>
                </a:ext>
              </a:extLst>
            </p:cNvPr>
            <p:cNvSpPr>
              <a:spLocks noChangeShapeType="1"/>
            </p:cNvSpPr>
            <p:nvPr/>
          </p:nvSpPr>
          <p:spPr bwMode="auto">
            <a:xfrm>
              <a:off x="6082278" y="4262496"/>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52" name="Rectangle 20">
              <a:extLst>
                <a:ext uri="{FF2B5EF4-FFF2-40B4-BE49-F238E27FC236}">
                  <a16:creationId xmlns:a16="http://schemas.microsoft.com/office/drawing/2014/main" id="{C3134588-2E17-13E4-890A-74DD70620572}"/>
                </a:ext>
              </a:extLst>
            </p:cNvPr>
            <p:cNvSpPr>
              <a:spLocks noChangeArrowheads="1"/>
            </p:cNvSpPr>
            <p:nvPr/>
          </p:nvSpPr>
          <p:spPr bwMode="auto">
            <a:xfrm>
              <a:off x="5886290" y="4530783"/>
              <a:ext cx="3937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ea typeface="宋体" panose="02010600030101010101" pitchFamily="2" charset="-122"/>
                </a:rPr>
                <a:t>+</a:t>
              </a:r>
            </a:p>
          </p:txBody>
        </p:sp>
        <p:sp>
          <p:nvSpPr>
            <p:cNvPr id="54" name="Rectangle 9">
              <a:extLst>
                <a:ext uri="{FF2B5EF4-FFF2-40B4-BE49-F238E27FC236}">
                  <a16:creationId xmlns:a16="http://schemas.microsoft.com/office/drawing/2014/main" id="{E4858075-4F67-01D6-BC51-9AA2132B1A90}"/>
                </a:ext>
              </a:extLst>
            </p:cNvPr>
            <p:cNvSpPr>
              <a:spLocks noChangeArrowheads="1"/>
            </p:cNvSpPr>
            <p:nvPr/>
          </p:nvSpPr>
          <p:spPr bwMode="auto">
            <a:xfrm>
              <a:off x="6368380" y="4525891"/>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T</a:t>
              </a:r>
              <a:endParaRPr lang="en-US" altLang="zh-CN" sz="2800" b="1" dirty="0">
                <a:solidFill>
                  <a:schemeClr val="bg1"/>
                </a:solidFill>
                <a:ea typeface="宋体" panose="02010600030101010101" pitchFamily="2" charset="-122"/>
              </a:endParaRPr>
            </a:p>
          </p:txBody>
        </p:sp>
        <p:sp>
          <p:nvSpPr>
            <p:cNvPr id="56" name="Rectangle 9">
              <a:extLst>
                <a:ext uri="{FF2B5EF4-FFF2-40B4-BE49-F238E27FC236}">
                  <a16:creationId xmlns:a16="http://schemas.microsoft.com/office/drawing/2014/main" id="{58FADB43-FD20-2057-7501-618AC5326B0F}"/>
                </a:ext>
              </a:extLst>
            </p:cNvPr>
            <p:cNvSpPr>
              <a:spLocks noChangeArrowheads="1"/>
            </p:cNvSpPr>
            <p:nvPr/>
          </p:nvSpPr>
          <p:spPr bwMode="auto">
            <a:xfrm>
              <a:off x="4881996" y="4507508"/>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E</a:t>
              </a:r>
              <a:endParaRPr lang="en-US" altLang="zh-CN" sz="2800" b="1" dirty="0">
                <a:solidFill>
                  <a:schemeClr val="bg1"/>
                </a:solidFill>
                <a:ea typeface="宋体" panose="02010600030101010101" pitchFamily="2" charset="-122"/>
              </a:endParaRPr>
            </a:p>
          </p:txBody>
        </p:sp>
        <p:sp>
          <p:nvSpPr>
            <p:cNvPr id="57" name="Line 19">
              <a:extLst>
                <a:ext uri="{FF2B5EF4-FFF2-40B4-BE49-F238E27FC236}">
                  <a16:creationId xmlns:a16="http://schemas.microsoft.com/office/drawing/2014/main" id="{60EC1D14-A2EE-2D02-6405-2E948D89EE2E}"/>
                </a:ext>
              </a:extLst>
            </p:cNvPr>
            <p:cNvSpPr>
              <a:spLocks noChangeShapeType="1"/>
            </p:cNvSpPr>
            <p:nvPr/>
          </p:nvSpPr>
          <p:spPr bwMode="auto">
            <a:xfrm>
              <a:off x="5306521" y="4956770"/>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59" name="Line 19">
              <a:extLst>
                <a:ext uri="{FF2B5EF4-FFF2-40B4-BE49-F238E27FC236}">
                  <a16:creationId xmlns:a16="http://schemas.microsoft.com/office/drawing/2014/main" id="{4BC4ED96-7A41-995B-9555-544E1F6CE7A1}"/>
                </a:ext>
              </a:extLst>
            </p:cNvPr>
            <p:cNvSpPr>
              <a:spLocks noChangeShapeType="1"/>
            </p:cNvSpPr>
            <p:nvPr/>
          </p:nvSpPr>
          <p:spPr bwMode="auto">
            <a:xfrm>
              <a:off x="6805538" y="4956770"/>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60" name="Line 19">
              <a:extLst>
                <a:ext uri="{FF2B5EF4-FFF2-40B4-BE49-F238E27FC236}">
                  <a16:creationId xmlns:a16="http://schemas.microsoft.com/office/drawing/2014/main" id="{ED49AE66-2B69-F7F2-E88F-AB0891D84738}"/>
                </a:ext>
              </a:extLst>
            </p:cNvPr>
            <p:cNvSpPr>
              <a:spLocks noChangeShapeType="1"/>
            </p:cNvSpPr>
            <p:nvPr/>
          </p:nvSpPr>
          <p:spPr bwMode="auto">
            <a:xfrm>
              <a:off x="7705432" y="4298337"/>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66" name="Rectangle 9">
              <a:extLst>
                <a:ext uri="{FF2B5EF4-FFF2-40B4-BE49-F238E27FC236}">
                  <a16:creationId xmlns:a16="http://schemas.microsoft.com/office/drawing/2014/main" id="{BDEBBA10-A101-1D11-FD47-E928214E1329}"/>
                </a:ext>
              </a:extLst>
            </p:cNvPr>
            <p:cNvSpPr>
              <a:spLocks noChangeArrowheads="1"/>
            </p:cNvSpPr>
            <p:nvPr/>
          </p:nvSpPr>
          <p:spPr bwMode="auto">
            <a:xfrm>
              <a:off x="4913668" y="6001666"/>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5</a:t>
              </a:r>
              <a:endParaRPr lang="en-US" altLang="zh-CN" sz="2800" b="1" dirty="0">
                <a:solidFill>
                  <a:schemeClr val="bg1"/>
                </a:solidFill>
                <a:ea typeface="宋体" panose="02010600030101010101" pitchFamily="2" charset="-122"/>
              </a:endParaRPr>
            </a:p>
          </p:txBody>
        </p:sp>
        <p:sp>
          <p:nvSpPr>
            <p:cNvPr id="67" name="Rectangle 9">
              <a:extLst>
                <a:ext uri="{FF2B5EF4-FFF2-40B4-BE49-F238E27FC236}">
                  <a16:creationId xmlns:a16="http://schemas.microsoft.com/office/drawing/2014/main" id="{008C347B-C357-1859-F2B2-C9C8B566647D}"/>
                </a:ext>
              </a:extLst>
            </p:cNvPr>
            <p:cNvSpPr>
              <a:spLocks noChangeArrowheads="1"/>
            </p:cNvSpPr>
            <p:nvPr/>
          </p:nvSpPr>
          <p:spPr bwMode="auto">
            <a:xfrm>
              <a:off x="6362266" y="5888091"/>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4</a:t>
              </a:r>
              <a:endParaRPr lang="en-US" altLang="zh-CN" sz="2800" b="1" dirty="0">
                <a:solidFill>
                  <a:schemeClr val="bg1"/>
                </a:solidFill>
                <a:ea typeface="宋体" panose="02010600030101010101" pitchFamily="2" charset="-122"/>
              </a:endParaRPr>
            </a:p>
          </p:txBody>
        </p:sp>
        <p:sp>
          <p:nvSpPr>
            <p:cNvPr id="190" name="Line 19">
              <a:extLst>
                <a:ext uri="{FF2B5EF4-FFF2-40B4-BE49-F238E27FC236}">
                  <a16:creationId xmlns:a16="http://schemas.microsoft.com/office/drawing/2014/main" id="{9FA74244-1540-89DC-13DC-142BC3BB3AF1}"/>
                </a:ext>
              </a:extLst>
            </p:cNvPr>
            <p:cNvSpPr>
              <a:spLocks noChangeShapeType="1"/>
            </p:cNvSpPr>
            <p:nvPr/>
          </p:nvSpPr>
          <p:spPr bwMode="auto">
            <a:xfrm>
              <a:off x="6939273" y="3000907"/>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191" name="Rectangle 10">
              <a:extLst>
                <a:ext uri="{FF2B5EF4-FFF2-40B4-BE49-F238E27FC236}">
                  <a16:creationId xmlns:a16="http://schemas.microsoft.com/office/drawing/2014/main" id="{8F5712F2-2098-37BA-44DA-C1A863A4B678}"/>
                </a:ext>
              </a:extLst>
            </p:cNvPr>
            <p:cNvSpPr>
              <a:spLocks noChangeArrowheads="1"/>
            </p:cNvSpPr>
            <p:nvPr/>
          </p:nvSpPr>
          <p:spPr bwMode="auto">
            <a:xfrm>
              <a:off x="6566729" y="3201808"/>
              <a:ext cx="73516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T</a:t>
              </a:r>
            </a:p>
          </p:txBody>
        </p:sp>
        <p:sp>
          <p:nvSpPr>
            <p:cNvPr id="192" name="Rectangle 9">
              <a:extLst>
                <a:ext uri="{FF2B5EF4-FFF2-40B4-BE49-F238E27FC236}">
                  <a16:creationId xmlns:a16="http://schemas.microsoft.com/office/drawing/2014/main" id="{E53C094D-0C41-FB33-B62E-97421DD19AFA}"/>
                </a:ext>
              </a:extLst>
            </p:cNvPr>
            <p:cNvSpPr>
              <a:spLocks noChangeArrowheads="1"/>
            </p:cNvSpPr>
            <p:nvPr/>
          </p:nvSpPr>
          <p:spPr bwMode="auto">
            <a:xfrm>
              <a:off x="4892410" y="5257051"/>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F</a:t>
              </a:r>
            </a:p>
          </p:txBody>
        </p:sp>
        <p:sp>
          <p:nvSpPr>
            <p:cNvPr id="193" name="Line 19">
              <a:extLst>
                <a:ext uri="{FF2B5EF4-FFF2-40B4-BE49-F238E27FC236}">
                  <a16:creationId xmlns:a16="http://schemas.microsoft.com/office/drawing/2014/main" id="{243AC2C7-7433-627D-CFBC-BE13D16DB937}"/>
                </a:ext>
              </a:extLst>
            </p:cNvPr>
            <p:cNvSpPr>
              <a:spLocks noChangeShapeType="1"/>
            </p:cNvSpPr>
            <p:nvPr/>
          </p:nvSpPr>
          <p:spPr bwMode="auto">
            <a:xfrm>
              <a:off x="5331873" y="5730426"/>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sp>
          <p:nvSpPr>
            <p:cNvPr id="194" name="Rectangle 9">
              <a:extLst>
                <a:ext uri="{FF2B5EF4-FFF2-40B4-BE49-F238E27FC236}">
                  <a16:creationId xmlns:a16="http://schemas.microsoft.com/office/drawing/2014/main" id="{C8EC3777-C2AC-7F5F-282A-2F42B4C2B066}"/>
                </a:ext>
              </a:extLst>
            </p:cNvPr>
            <p:cNvSpPr>
              <a:spLocks noChangeArrowheads="1"/>
            </p:cNvSpPr>
            <p:nvPr/>
          </p:nvSpPr>
          <p:spPr bwMode="auto">
            <a:xfrm>
              <a:off x="6391427" y="5190630"/>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F</a:t>
              </a:r>
              <a:endParaRPr lang="en-US" altLang="zh-CN" sz="2800" b="1" dirty="0">
                <a:solidFill>
                  <a:schemeClr val="bg1"/>
                </a:solidFill>
                <a:ea typeface="宋体" panose="02010600030101010101" pitchFamily="2" charset="-122"/>
              </a:endParaRPr>
            </a:p>
          </p:txBody>
        </p:sp>
        <p:sp>
          <p:nvSpPr>
            <p:cNvPr id="195" name="Line 19">
              <a:extLst>
                <a:ext uri="{FF2B5EF4-FFF2-40B4-BE49-F238E27FC236}">
                  <a16:creationId xmlns:a16="http://schemas.microsoft.com/office/drawing/2014/main" id="{C14F3605-8330-1C35-0045-F88EFA4A22A4}"/>
                </a:ext>
              </a:extLst>
            </p:cNvPr>
            <p:cNvSpPr>
              <a:spLocks noChangeShapeType="1"/>
            </p:cNvSpPr>
            <p:nvPr/>
          </p:nvSpPr>
          <p:spPr bwMode="auto">
            <a:xfrm>
              <a:off x="6815952" y="5639892"/>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gn="ctr"/>
              <a:endParaRPr lang="zh-CN" altLang="en-US" b="1"/>
            </a:p>
          </p:txBody>
        </p:sp>
      </p:grpSp>
      <p:grpSp>
        <p:nvGrpSpPr>
          <p:cNvPr id="23" name="组合 22">
            <a:extLst>
              <a:ext uri="{FF2B5EF4-FFF2-40B4-BE49-F238E27FC236}">
                <a16:creationId xmlns:a16="http://schemas.microsoft.com/office/drawing/2014/main" id="{A2D24F62-FFC0-B464-BB8B-4B174C604C3D}"/>
              </a:ext>
            </a:extLst>
          </p:cNvPr>
          <p:cNvGrpSpPr/>
          <p:nvPr>
            <p:custDataLst>
              <p:tags r:id="rId8"/>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A49A1868-CAFC-6F14-97AD-0304C6EB6808}"/>
                </a:ext>
              </a:extLst>
            </p:cNvPr>
            <p:cNvSpPr/>
            <p:nvPr>
              <p:custDataLst>
                <p:tags r:id="rId10"/>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4C3AE359-A7C4-0736-BD52-9AED3AEF9BFE}"/>
                </a:ext>
              </a:extLst>
            </p:cNvPr>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3F0EF46C-767F-AD34-41D0-DB71A44B4852}"/>
                </a:ext>
              </a:extLst>
            </p:cNvPr>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DA35484E-FD65-93B3-FBFC-BD150F4BB5FE}"/>
                </a:ext>
              </a:extLst>
            </p:cNvPr>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BC8B7FB0-9107-8F5C-1571-20079266D294}"/>
              </a:ext>
            </a:extLst>
          </p:cNvPr>
          <p:cNvPicPr>
            <a:picLocks/>
          </p:cNvPicPr>
          <p:nvPr>
            <p:custDataLst>
              <p:tags r:id="rId9"/>
            </p:custDataLst>
          </p:nvPr>
        </p:nvPicPr>
        <p:blipFill>
          <a:blip r:embed="rId16">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216564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BA81F2ED-0DCF-DFD0-649F-87D13C67FA99}"/>
              </a:ext>
            </a:extLst>
          </p:cNvPr>
          <p:cNvSpPr/>
          <p:nvPr/>
        </p:nvSpPr>
        <p:spPr>
          <a:xfrm>
            <a:off x="628650" y="2117725"/>
            <a:ext cx="7886700" cy="5097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14" name="Rectangle 2">
            <a:extLst>
              <a:ext uri="{FF2B5EF4-FFF2-40B4-BE49-F238E27FC236}">
                <a16:creationId xmlns:a16="http://schemas.microsoft.com/office/drawing/2014/main" id="{E9DF4CAF-E9A6-4688-A36B-2E95E55940FC}"/>
              </a:ext>
            </a:extLst>
          </p:cNvPr>
          <p:cNvSpPr>
            <a:spLocks noGrp="1" noChangeArrowheads="1"/>
          </p:cNvSpPr>
          <p:nvPr>
            <p:ph type="title"/>
          </p:nvPr>
        </p:nvSpPr>
        <p:spPr/>
        <p:txBody>
          <a:bodyPr/>
          <a:lstStyle/>
          <a:p>
            <a:pPr eaLnBrk="1" hangingPunct="1"/>
            <a:r>
              <a:rPr lang="en-US" altLang="zh-CN" dirty="0"/>
              <a:t>4.1.1 </a:t>
            </a:r>
            <a:r>
              <a:rPr lang="zh-CN" altLang="en-US" dirty="0"/>
              <a:t>语法制导定义的形式</a:t>
            </a:r>
          </a:p>
        </p:txBody>
      </p:sp>
      <p:sp>
        <p:nvSpPr>
          <p:cNvPr id="13315" name="Rectangle 3">
            <a:extLst>
              <a:ext uri="{FF2B5EF4-FFF2-40B4-BE49-F238E27FC236}">
                <a16:creationId xmlns:a16="http://schemas.microsoft.com/office/drawing/2014/main" id="{2FB2471E-0B05-4BD0-8EA3-FD9296A9EEBF}"/>
              </a:ext>
            </a:extLst>
          </p:cNvPr>
          <p:cNvSpPr>
            <a:spLocks noGrp="1" noChangeArrowheads="1"/>
          </p:cNvSpPr>
          <p:nvPr>
            <p:ph idx="1"/>
          </p:nvPr>
        </p:nvSpPr>
        <p:spPr/>
        <p:txBody>
          <a:bodyPr/>
          <a:lstStyle/>
          <a:p>
            <a:pPr eaLnBrk="1" hangingPunct="1">
              <a:buFont typeface="Wingdings" panose="05000000000000000000" pitchFamily="2" charset="2"/>
              <a:buNone/>
            </a:pPr>
            <a:r>
              <a:rPr lang="zh-CN" altLang="en-US" sz="2800" dirty="0"/>
              <a:t>例</a:t>
            </a:r>
            <a:r>
              <a:rPr lang="en-US" altLang="zh-CN" sz="2800" b="1" dirty="0"/>
              <a:t>4.1</a:t>
            </a:r>
            <a:r>
              <a:rPr lang="zh-CN" altLang="en-US" sz="2800" dirty="0"/>
              <a:t>	简单台式计算器的语法制导定义</a:t>
            </a:r>
          </a:p>
          <a:p>
            <a:pPr eaLnBrk="1" hangingPunct="1"/>
            <a:endParaRPr lang="en-US" altLang="zh-CN" sz="2800" dirty="0"/>
          </a:p>
        </p:txBody>
      </p:sp>
      <p:graphicFrame>
        <p:nvGraphicFramePr>
          <p:cNvPr id="7" name="Group 35">
            <a:extLst>
              <a:ext uri="{FF2B5EF4-FFF2-40B4-BE49-F238E27FC236}">
                <a16:creationId xmlns:a16="http://schemas.microsoft.com/office/drawing/2014/main" id="{469C5937-47B5-4063-8E0B-FA1272EB12D0}"/>
              </a:ext>
            </a:extLst>
          </p:cNvPr>
          <p:cNvGraphicFramePr>
            <a:graphicFrameLocks/>
          </p:cNvGraphicFramePr>
          <p:nvPr>
            <p:extLst>
              <p:ext uri="{D42A27DB-BD31-4B8C-83A1-F6EECF244321}">
                <p14:modId xmlns:p14="http://schemas.microsoft.com/office/powerpoint/2010/main" val="13655482"/>
              </p:ext>
            </p:extLst>
          </p:nvPr>
        </p:nvGraphicFramePr>
        <p:xfrm>
          <a:off x="628650" y="2117725"/>
          <a:ext cx="7888288" cy="4059238"/>
        </p:xfrm>
        <a:graphic>
          <a:graphicData uri="http://schemas.openxmlformats.org/drawingml/2006/table">
            <a:tbl>
              <a:tblPr/>
              <a:tblGrid>
                <a:gridCol w="3417888">
                  <a:extLst>
                    <a:ext uri="{9D8B030D-6E8A-4147-A177-3AD203B41FA5}">
                      <a16:colId xmlns:a16="http://schemas.microsoft.com/office/drawing/2014/main" val="20000"/>
                    </a:ext>
                  </a:extLst>
                </a:gridCol>
                <a:gridCol w="4470400">
                  <a:extLst>
                    <a:ext uri="{9D8B030D-6E8A-4147-A177-3AD203B41FA5}">
                      <a16:colId xmlns:a16="http://schemas.microsoft.com/office/drawing/2014/main" val="20001"/>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dirty="0">
                          <a:ln>
                            <a:noFill/>
                          </a:ln>
                          <a:solidFill>
                            <a:schemeClr val="tx1"/>
                          </a:solidFill>
                          <a:effectLst/>
                          <a:latin typeface="宋体" pitchFamily="2" charset="-122"/>
                          <a:ea typeface="黑体" pitchFamily="2" charset="-122"/>
                        </a:rPr>
                        <a:t>产</a:t>
                      </a:r>
                      <a:r>
                        <a:rPr kumimoji="0" lang="zh-CN" altLang="en-US" sz="28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800" b="0" i="0" u="none" strike="noStrike" cap="none" normalizeH="0" baseline="0" dirty="0">
                          <a:ln>
                            <a:noFill/>
                          </a:ln>
                          <a:solidFill>
                            <a:schemeClr val="tx1"/>
                          </a:solidFill>
                          <a:effectLst/>
                          <a:latin typeface="宋体" pitchFamily="2" charset="-122"/>
                          <a:ea typeface="黑体" pitchFamily="2" charset="-122"/>
                        </a:rPr>
                        <a:t>生</a:t>
                      </a:r>
                      <a:r>
                        <a:rPr kumimoji="0" lang="zh-CN" altLang="en-US" sz="28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800" b="0" i="0" u="none" strike="noStrike" cap="none" normalizeH="0" baseline="0" dirty="0">
                          <a:ln>
                            <a:noFill/>
                          </a:ln>
                          <a:solidFill>
                            <a:schemeClr val="tx1"/>
                          </a:solidFill>
                          <a:effectLst/>
                          <a:latin typeface="宋体" pitchFamily="2" charset="-122"/>
                          <a:ea typeface="黑体" pitchFamily="2" charset="-122"/>
                        </a:rPr>
                        <a:t>式</a:t>
                      </a:r>
                      <a:r>
                        <a:rPr kumimoji="0" lang="zh-CN" altLang="en-US" sz="28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dirty="0">
                          <a:ln>
                            <a:noFill/>
                          </a:ln>
                          <a:solidFill>
                            <a:schemeClr val="tx1"/>
                          </a:solidFill>
                          <a:effectLst/>
                          <a:latin typeface="宋体" pitchFamily="2" charset="-122"/>
                          <a:ea typeface="黑体" pitchFamily="2" charset="-122"/>
                        </a:rPr>
                        <a:t>语</a:t>
                      </a:r>
                      <a:r>
                        <a:rPr kumimoji="0" lang="zh-CN" altLang="en-US" sz="28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800" b="0" i="0" u="none" strike="noStrike" cap="none" normalizeH="0" baseline="0" dirty="0">
                          <a:ln>
                            <a:noFill/>
                          </a:ln>
                          <a:solidFill>
                            <a:schemeClr val="tx1"/>
                          </a:solidFill>
                          <a:effectLst/>
                          <a:latin typeface="宋体" pitchFamily="2" charset="-122"/>
                          <a:ea typeface="黑体" pitchFamily="2" charset="-122"/>
                        </a:rPr>
                        <a:t>义</a:t>
                      </a:r>
                      <a:r>
                        <a:rPr kumimoji="0" lang="zh-CN" altLang="en-US" sz="28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800" b="0" i="0" u="none" strike="noStrike" cap="none" normalizeH="0" baseline="0" dirty="0">
                          <a:ln>
                            <a:noFill/>
                          </a:ln>
                          <a:solidFill>
                            <a:schemeClr val="tx1"/>
                          </a:solidFill>
                          <a:effectLst/>
                          <a:latin typeface="宋体" pitchFamily="2" charset="-122"/>
                          <a:ea typeface="黑体" pitchFamily="2" charset="-122"/>
                        </a:rPr>
                        <a:t>规</a:t>
                      </a:r>
                      <a:r>
                        <a:rPr kumimoji="0" lang="zh-CN" altLang="en-US" sz="28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800" b="0" i="0" u="none" strike="noStrike" cap="none" normalizeH="0" baseline="0" dirty="0">
                          <a:ln>
                            <a:noFill/>
                          </a:ln>
                          <a:solidFill>
                            <a:schemeClr val="tx1"/>
                          </a:solidFill>
                          <a:effectLst/>
                          <a:latin typeface="宋体" pitchFamily="2" charset="-122"/>
                          <a:ea typeface="黑体" pitchFamily="2" charset="-122"/>
                        </a:rPr>
                        <a:t>则</a:t>
                      </a:r>
                      <a:r>
                        <a:rPr kumimoji="0" lang="zh-CN" altLang="en-US" sz="28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37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1"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L </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E</a:t>
                      </a:r>
                      <a:r>
                        <a:rPr kumimoji="0" lang="en-US" altLang="zh-CN" sz="2800" b="0" i="1"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n      </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换行符</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endParaRPr kumimoji="0" lang="en-US" altLang="zh-CN" sz="2800" b="0" i="0" u="none" strike="noStrike" cap="none" normalizeH="0" baseline="0" dirty="0">
                        <a:ln>
                          <a:noFill/>
                        </a:ln>
                        <a:solidFill>
                          <a:schemeClr val="tx1"/>
                        </a:solidFill>
                        <a:effectLst/>
                        <a:latin typeface="Times New Roman" pitchFamily="18" charset="0"/>
                        <a:ea typeface="黑体" pitchFamily="2" charset="-122"/>
                      </a:endParaRP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  print</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val</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dirty="0" err="1">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dirty="0" err="1">
                          <a:ln>
                            <a:noFill/>
                          </a:ln>
                          <a:solidFill>
                            <a:schemeClr val="tx1"/>
                          </a:solidFill>
                          <a:effectLst/>
                          <a:latin typeface="Times New Roman" pitchFamily="18" charset="0"/>
                          <a:ea typeface="黑体" pitchFamily="2" charset="-122"/>
                        </a:rPr>
                        <a:t>val</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dirty="0" err="1">
                          <a:ln>
                            <a:noFill/>
                          </a:ln>
                          <a:solidFill>
                            <a:schemeClr val="tx1"/>
                          </a:solidFill>
                          <a:effectLst/>
                          <a:latin typeface="Times New Roman" pitchFamily="18" charset="0"/>
                          <a:ea typeface="黑体" pitchFamily="2" charset="-122"/>
                        </a:rPr>
                        <a:t>T.val</a:t>
                      </a: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8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800" b="1" i="0" u="none" strike="noStrike" cap="none" normalizeH="0" baseline="0">
                          <a:ln>
                            <a:noFill/>
                          </a:ln>
                          <a:solidFill>
                            <a:schemeClr val="tx1"/>
                          </a:solidFill>
                          <a:effectLst/>
                          <a:latin typeface="宋体" pitchFamily="2" charset="-122"/>
                          <a:ea typeface="黑体" pitchFamily="2" charset="-12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8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0" u="none" strike="noStrike" cap="none" normalizeH="0" baseline="0">
                          <a:ln>
                            <a:noFill/>
                          </a:ln>
                          <a:solidFill>
                            <a:schemeClr val="tx1"/>
                          </a:solidFill>
                          <a:effectLst/>
                          <a:latin typeface="宋体" pitchFamily="2" charset="-122"/>
                          <a:ea typeface="黑体" pitchFamily="2" charset="-12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dirty="0" err="1">
                          <a:ln>
                            <a:noFill/>
                          </a:ln>
                          <a:solidFill>
                            <a:schemeClr val="tx1"/>
                          </a:solidFill>
                          <a:effectLst/>
                          <a:latin typeface="Times New Roman" pitchFamily="18" charset="0"/>
                          <a:ea typeface="黑体" pitchFamily="2" charset="-122"/>
                        </a:rPr>
                        <a:t>T.val</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dirty="0" err="1">
                          <a:ln>
                            <a:noFill/>
                          </a:ln>
                          <a:solidFill>
                            <a:schemeClr val="tx1"/>
                          </a:solidFill>
                          <a:effectLst/>
                          <a:latin typeface="Times New Roman" pitchFamily="18" charset="0"/>
                          <a:ea typeface="黑体" pitchFamily="2" charset="-122"/>
                        </a:rPr>
                        <a:t>F.val</a:t>
                      </a: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dirty="0" err="1">
                          <a:ln>
                            <a:noFill/>
                          </a:ln>
                          <a:solidFill>
                            <a:schemeClr val="tx1"/>
                          </a:solidFill>
                          <a:effectLst/>
                          <a:latin typeface="Times New Roman" pitchFamily="18" charset="0"/>
                          <a:ea typeface="黑体" pitchFamily="2" charset="-122"/>
                        </a:rPr>
                        <a:t>F.val</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dirty="0" err="1">
                          <a:ln>
                            <a:noFill/>
                          </a:ln>
                          <a:solidFill>
                            <a:schemeClr val="tx1"/>
                          </a:solidFill>
                          <a:effectLst/>
                          <a:latin typeface="Times New Roman" pitchFamily="18" charset="0"/>
                          <a:ea typeface="黑体" pitchFamily="2" charset="-122"/>
                        </a:rPr>
                        <a:t>E.val</a:t>
                      </a: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F </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digit</a:t>
                      </a: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dirty="0" err="1">
                          <a:ln>
                            <a:noFill/>
                          </a:ln>
                          <a:solidFill>
                            <a:schemeClr val="tx1"/>
                          </a:solidFill>
                          <a:effectLst/>
                          <a:latin typeface="Times New Roman" pitchFamily="18" charset="0"/>
                          <a:ea typeface="黑体" pitchFamily="2" charset="-122"/>
                        </a:rPr>
                        <a:t>F.val</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800" b="1" i="0" u="none" strike="noStrike" cap="none" normalizeH="0" baseline="0" dirty="0" err="1">
                          <a:ln>
                            <a:noFill/>
                          </a:ln>
                          <a:solidFill>
                            <a:schemeClr val="tx1"/>
                          </a:solidFill>
                          <a:effectLst/>
                          <a:latin typeface="Times New Roman" pitchFamily="18" charset="0"/>
                          <a:ea typeface="黑体" pitchFamily="2" charset="-122"/>
                        </a:rPr>
                        <a:t>digit</a:t>
                      </a:r>
                      <a:r>
                        <a:rPr kumimoji="0" lang="en-US" altLang="zh-CN" sz="2800" b="1" i="1" u="none" strike="noStrike" cap="none" normalizeH="0" baseline="0" dirty="0" err="1">
                          <a:ln>
                            <a:noFill/>
                          </a:ln>
                          <a:solidFill>
                            <a:schemeClr val="tx1"/>
                          </a:solidFill>
                          <a:effectLst/>
                          <a:latin typeface="Times New Roman" pitchFamily="18" charset="0"/>
                          <a:ea typeface="黑体" pitchFamily="2" charset="-122"/>
                        </a:rPr>
                        <a:t>.lexval</a:t>
                      </a:r>
                      <a:endParaRPr kumimoji="0" lang="en-US" altLang="zh-CN" sz="2800" b="0" i="0" u="none" strike="noStrike" cap="none" normalizeH="0" baseline="0" dirty="0">
                        <a:ln>
                          <a:noFill/>
                        </a:ln>
                        <a:solidFill>
                          <a:schemeClr val="tx1"/>
                        </a:solidFill>
                        <a:effectLst/>
                        <a:latin typeface="Times New Roman" pitchFamily="18" charset="0"/>
                        <a:ea typeface="黑体" pitchFamily="2" charset="-122"/>
                      </a:endParaRP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日期占位符 1">
            <a:extLst>
              <a:ext uri="{FF2B5EF4-FFF2-40B4-BE49-F238E27FC236}">
                <a16:creationId xmlns:a16="http://schemas.microsoft.com/office/drawing/2014/main" id="{8C6D47BA-C477-BA17-9818-3EB27AB9CFC5}"/>
              </a:ext>
            </a:extLst>
          </p:cNvPr>
          <p:cNvSpPr>
            <a:spLocks noGrp="1"/>
          </p:cNvSpPr>
          <p:nvPr>
            <p:ph type="dt" sz="half" idx="10"/>
          </p:nvPr>
        </p:nvSpPr>
        <p:spPr/>
        <p:txBody>
          <a:bodyPr/>
          <a:lstStyle/>
          <a:p>
            <a:fld id="{5E270371-A385-4566-9FD4-6DAABB63A20E}"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5574048D-585A-210B-9040-12B2D5F60299}"/>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A2F6F109-EA22-C0EA-A52E-1650DA53AE5A}"/>
              </a:ext>
            </a:extLst>
          </p:cNvPr>
          <p:cNvSpPr>
            <a:spLocks noGrp="1"/>
          </p:cNvSpPr>
          <p:nvPr>
            <p:ph type="sldNum" sz="quarter" idx="12"/>
          </p:nvPr>
        </p:nvSpPr>
        <p:spPr/>
        <p:txBody>
          <a:bodyPr/>
          <a:lstStyle/>
          <a:p>
            <a:fld id="{094DEB03-EFC6-4C20-8FC8-295189A5386F}" type="slidenum">
              <a:rPr lang="zh-CN" altLang="en-US" smtClean="0"/>
              <a:pPr/>
              <a:t>8</a:t>
            </a:fld>
            <a:endParaRPr lang="zh-CN" altLang="en-US"/>
          </a:p>
        </p:txBody>
      </p:sp>
      <p:sp>
        <p:nvSpPr>
          <p:cNvPr id="9" name="箭头: 左 8">
            <a:extLst>
              <a:ext uri="{FF2B5EF4-FFF2-40B4-BE49-F238E27FC236}">
                <a16:creationId xmlns:a16="http://schemas.microsoft.com/office/drawing/2014/main" id="{72673C1F-ECE1-7DAA-A8E0-5BD5347FA00B}"/>
              </a:ext>
            </a:extLst>
          </p:cNvPr>
          <p:cNvSpPr/>
          <p:nvPr/>
        </p:nvSpPr>
        <p:spPr>
          <a:xfrm>
            <a:off x="2302328" y="2781716"/>
            <a:ext cx="288762" cy="278860"/>
          </a:xfrm>
          <a:prstGeom prst="left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a:extLst>
              <a:ext uri="{FF2B5EF4-FFF2-40B4-BE49-F238E27FC236}">
                <a16:creationId xmlns:a16="http://schemas.microsoft.com/office/drawing/2014/main" id="{E7DB7958-6E36-0510-56E0-D4DCE18BB75C}"/>
              </a:ext>
            </a:extLst>
          </p:cNvPr>
          <p:cNvGrpSpPr/>
          <p:nvPr/>
        </p:nvGrpSpPr>
        <p:grpSpPr>
          <a:xfrm>
            <a:off x="2727209" y="3429000"/>
            <a:ext cx="1526384" cy="2468811"/>
            <a:chOff x="2727209" y="3429000"/>
            <a:chExt cx="1526384" cy="2468811"/>
          </a:xfrm>
        </p:grpSpPr>
        <p:sp>
          <p:nvSpPr>
            <p:cNvPr id="5" name="AutoShape 36">
              <a:extLst>
                <a:ext uri="{FF2B5EF4-FFF2-40B4-BE49-F238E27FC236}">
                  <a16:creationId xmlns:a16="http://schemas.microsoft.com/office/drawing/2014/main" id="{B75C407F-0DAC-E9A6-9D65-B577FAF3C8B1}"/>
                </a:ext>
              </a:extLst>
            </p:cNvPr>
            <p:cNvSpPr>
              <a:spLocks noChangeArrowheads="1"/>
            </p:cNvSpPr>
            <p:nvPr/>
          </p:nvSpPr>
          <p:spPr bwMode="auto">
            <a:xfrm>
              <a:off x="2727209" y="3717131"/>
              <a:ext cx="1126388" cy="507509"/>
            </a:xfrm>
            <a:prstGeom prst="roundRect">
              <a:avLst/>
            </a:prstGeom>
            <a:solidFill>
              <a:schemeClr val="accent6">
                <a:lumMod val="20000"/>
                <a:lumOff val="80000"/>
              </a:schemeClr>
            </a:solidFill>
            <a:ln w="25400" algn="ctr">
              <a:solidFill>
                <a:srgbClr val="008000"/>
              </a:solidFill>
              <a:miter lim="800000"/>
              <a:headEnd/>
              <a:tailEnd/>
            </a:ln>
          </p:spPr>
          <p:txBody>
            <a:bodyPr lIns="54000" tIns="28800" rIns="54000" bIns="28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1" dirty="0">
                  <a:solidFill>
                    <a:srgbClr val="C00000"/>
                  </a:solidFill>
                </a:rPr>
                <a:t>属性</a:t>
              </a:r>
              <a:endParaRPr lang="zh-CN" altLang="en-US" sz="2400" b="0" dirty="0">
                <a:solidFill>
                  <a:srgbClr val="C00000"/>
                </a:solidFill>
              </a:endParaRPr>
            </a:p>
          </p:txBody>
        </p:sp>
        <p:cxnSp>
          <p:nvCxnSpPr>
            <p:cNvPr id="11" name="直接连接符 10">
              <a:extLst>
                <a:ext uri="{FF2B5EF4-FFF2-40B4-BE49-F238E27FC236}">
                  <a16:creationId xmlns:a16="http://schemas.microsoft.com/office/drawing/2014/main" id="{CA69C5B2-2740-F856-4E40-2D90C3C585A5}"/>
                </a:ext>
              </a:extLst>
            </p:cNvPr>
            <p:cNvCxnSpPr>
              <a:stCxn id="5" idx="3"/>
            </p:cNvCxnSpPr>
            <p:nvPr/>
          </p:nvCxnSpPr>
          <p:spPr>
            <a:xfrm flipV="1">
              <a:off x="3853597" y="3429000"/>
              <a:ext cx="374692" cy="541886"/>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FBF3470-5131-E7BB-B10E-60C2B79A75BC}"/>
                </a:ext>
              </a:extLst>
            </p:cNvPr>
            <p:cNvCxnSpPr>
              <a:cxnSpLocks/>
              <a:stCxn id="5" idx="3"/>
            </p:cNvCxnSpPr>
            <p:nvPr/>
          </p:nvCxnSpPr>
          <p:spPr>
            <a:xfrm flipV="1">
              <a:off x="3853597" y="3920671"/>
              <a:ext cx="374692" cy="50215"/>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2F759DCD-EE70-1F60-183A-311AFC37D4D8}"/>
                </a:ext>
              </a:extLst>
            </p:cNvPr>
            <p:cNvCxnSpPr>
              <a:cxnSpLocks/>
              <a:stCxn id="5" idx="3"/>
            </p:cNvCxnSpPr>
            <p:nvPr/>
          </p:nvCxnSpPr>
          <p:spPr>
            <a:xfrm>
              <a:off x="3853597" y="3970886"/>
              <a:ext cx="374692" cy="457294"/>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F5BB2F17-FFFF-DDA1-BEF4-1A5917C3C2A6}"/>
                </a:ext>
              </a:extLst>
            </p:cNvPr>
            <p:cNvCxnSpPr>
              <a:cxnSpLocks/>
              <a:stCxn id="5" idx="3"/>
            </p:cNvCxnSpPr>
            <p:nvPr/>
          </p:nvCxnSpPr>
          <p:spPr>
            <a:xfrm>
              <a:off x="3853597" y="3970886"/>
              <a:ext cx="399996" cy="905914"/>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072FA1C1-87C5-4B9E-7F93-A9DB3DAE7B89}"/>
                </a:ext>
              </a:extLst>
            </p:cNvPr>
            <p:cNvCxnSpPr>
              <a:cxnSpLocks/>
              <a:stCxn id="5" idx="3"/>
            </p:cNvCxnSpPr>
            <p:nvPr/>
          </p:nvCxnSpPr>
          <p:spPr>
            <a:xfrm>
              <a:off x="3853597" y="3970886"/>
              <a:ext cx="399996" cy="1422985"/>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8E23B34A-CC3D-ABF2-7C27-1D0EA3C5B9D0}"/>
                </a:ext>
              </a:extLst>
            </p:cNvPr>
            <p:cNvCxnSpPr>
              <a:cxnSpLocks/>
              <a:stCxn id="5" idx="3"/>
            </p:cNvCxnSpPr>
            <p:nvPr/>
          </p:nvCxnSpPr>
          <p:spPr>
            <a:xfrm>
              <a:off x="3853597" y="3970886"/>
              <a:ext cx="374692" cy="1926925"/>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29" name="矩形: 圆角 28">
            <a:extLst>
              <a:ext uri="{FF2B5EF4-FFF2-40B4-BE49-F238E27FC236}">
                <a16:creationId xmlns:a16="http://schemas.microsoft.com/office/drawing/2014/main" id="{5FEE7694-A7C6-179A-1BA8-CDB638DD8DBC}"/>
              </a:ext>
            </a:extLst>
          </p:cNvPr>
          <p:cNvSpPr/>
          <p:nvPr/>
        </p:nvSpPr>
        <p:spPr>
          <a:xfrm>
            <a:off x="2247901" y="2702553"/>
            <a:ext cx="1453242" cy="406641"/>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82483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grpId="0" nodeType="clickEffect">
                                  <p:stCondLst>
                                    <p:cond delay="0"/>
                                  </p:stCondLst>
                                  <p:childTnLst>
                                    <p:animClr clrSpc="rgb" dir="cw">
                                      <p:cBhvr>
                                        <p:cTn id="6" dur="600" fill="hold"/>
                                        <p:tgtEl>
                                          <p:spTgt spid="6"/>
                                        </p:tgtEl>
                                        <p:attrNameLst>
                                          <p:attrName>fillcolor</p:attrName>
                                        </p:attrNameLst>
                                      </p:cBhvr>
                                      <p:to>
                                        <a:srgbClr val="5B9BD5"/>
                                      </p:to>
                                    </p:animClr>
                                    <p:set>
                                      <p:cBhvr>
                                        <p:cTn id="7" dur="600" fill="hold"/>
                                        <p:tgtEl>
                                          <p:spTgt spid="6"/>
                                        </p:tgtEl>
                                        <p:attrNameLst>
                                          <p:attrName>fill.type</p:attrName>
                                        </p:attrNameLst>
                                      </p:cBhvr>
                                      <p:to>
                                        <p:strVal val="solid"/>
                                      </p:to>
                                    </p:set>
                                    <p:set>
                                      <p:cBhvr>
                                        <p:cTn id="8" dur="600" fill="hold"/>
                                        <p:tgtEl>
                                          <p:spTgt spid="6"/>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ppt_x"/>
                                          </p:val>
                                        </p:tav>
                                        <p:tav tm="100000">
                                          <p:val>
                                            <p:strVal val="#ppt_x"/>
                                          </p:val>
                                        </p:tav>
                                      </p:tavLst>
                                    </p:anim>
                                    <p:anim calcmode="lin" valueType="num">
                                      <p:cBhvr additive="base">
                                        <p:cTn id="1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25C3DA7B-9A4F-4E11-9E1B-9F8F304EBE8B}"/>
              </a:ext>
            </a:extLst>
          </p:cNvPr>
          <p:cNvSpPr>
            <a:spLocks noGrp="1" noChangeArrowheads="1"/>
          </p:cNvSpPr>
          <p:nvPr>
            <p:ph type="title"/>
          </p:nvPr>
        </p:nvSpPr>
        <p:spPr/>
        <p:txBody>
          <a:bodyPr/>
          <a:lstStyle/>
          <a:p>
            <a:pPr eaLnBrk="1" hangingPunct="1"/>
            <a:r>
              <a:rPr lang="en-US" altLang="zh-CN" dirty="0"/>
              <a:t>4.1.1 </a:t>
            </a:r>
            <a:r>
              <a:rPr lang="zh-CN" altLang="en-US" dirty="0"/>
              <a:t>语法制导定义的形式</a:t>
            </a:r>
          </a:p>
        </p:txBody>
      </p:sp>
      <p:sp>
        <p:nvSpPr>
          <p:cNvPr id="14339" name="Rectangle 3">
            <a:extLst>
              <a:ext uri="{FF2B5EF4-FFF2-40B4-BE49-F238E27FC236}">
                <a16:creationId xmlns:a16="http://schemas.microsoft.com/office/drawing/2014/main" id="{F234493A-0E80-4029-B08B-80E4AD925738}"/>
              </a:ext>
            </a:extLst>
          </p:cNvPr>
          <p:cNvSpPr>
            <a:spLocks noGrp="1" noChangeArrowheads="1"/>
          </p:cNvSpPr>
          <p:nvPr>
            <p:ph idx="1"/>
          </p:nvPr>
        </p:nvSpPr>
        <p:spPr/>
        <p:txBody>
          <a:bodyPr/>
          <a:lstStyle/>
          <a:p>
            <a:pPr eaLnBrk="1" hangingPunct="1">
              <a:buFont typeface="Wingdings" panose="05000000000000000000" pitchFamily="2" charset="2"/>
              <a:buNone/>
            </a:pPr>
            <a:r>
              <a:rPr lang="zh-CN" altLang="en-US" sz="2800" dirty="0"/>
              <a:t>例</a:t>
            </a:r>
            <a:r>
              <a:rPr lang="en-US" altLang="zh-CN" sz="2800" b="1" dirty="0"/>
              <a:t>4.1</a:t>
            </a:r>
            <a:r>
              <a:rPr lang="zh-CN" altLang="en-US" sz="2800" dirty="0"/>
              <a:t>	简单台式计算器的语法制导定义</a:t>
            </a:r>
          </a:p>
          <a:p>
            <a:pPr eaLnBrk="1" hangingPunct="1"/>
            <a:endParaRPr lang="en-US" altLang="zh-CN" sz="2800" dirty="0"/>
          </a:p>
        </p:txBody>
      </p:sp>
      <p:graphicFrame>
        <p:nvGraphicFramePr>
          <p:cNvPr id="10" name="Group 35">
            <a:extLst>
              <a:ext uri="{FF2B5EF4-FFF2-40B4-BE49-F238E27FC236}">
                <a16:creationId xmlns:a16="http://schemas.microsoft.com/office/drawing/2014/main" id="{A59CA286-AB5C-4D07-A748-FF93486816FA}"/>
              </a:ext>
            </a:extLst>
          </p:cNvPr>
          <p:cNvGraphicFramePr>
            <a:graphicFrameLocks/>
          </p:cNvGraphicFramePr>
          <p:nvPr>
            <p:extLst>
              <p:ext uri="{D42A27DB-BD31-4B8C-83A1-F6EECF244321}">
                <p14:modId xmlns:p14="http://schemas.microsoft.com/office/powerpoint/2010/main" val="3281630106"/>
              </p:ext>
            </p:extLst>
          </p:nvPr>
        </p:nvGraphicFramePr>
        <p:xfrm>
          <a:off x="628650" y="2117725"/>
          <a:ext cx="7888288" cy="4059238"/>
        </p:xfrm>
        <a:graphic>
          <a:graphicData uri="http://schemas.openxmlformats.org/drawingml/2006/table">
            <a:tbl>
              <a:tblPr/>
              <a:tblGrid>
                <a:gridCol w="3417888">
                  <a:extLst>
                    <a:ext uri="{9D8B030D-6E8A-4147-A177-3AD203B41FA5}">
                      <a16:colId xmlns:a16="http://schemas.microsoft.com/office/drawing/2014/main" val="20000"/>
                    </a:ext>
                  </a:extLst>
                </a:gridCol>
                <a:gridCol w="4470400">
                  <a:extLst>
                    <a:ext uri="{9D8B030D-6E8A-4147-A177-3AD203B41FA5}">
                      <a16:colId xmlns:a16="http://schemas.microsoft.com/office/drawing/2014/main" val="20001"/>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a:ln>
                            <a:noFill/>
                          </a:ln>
                          <a:solidFill>
                            <a:schemeClr val="tx1"/>
                          </a:solidFill>
                          <a:effectLst/>
                          <a:latin typeface="宋体" pitchFamily="2" charset="-122"/>
                          <a:ea typeface="黑体" pitchFamily="2" charset="-122"/>
                        </a:rPr>
                        <a:t>产</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800" b="0" i="0" u="none" strike="noStrike" cap="none" normalizeH="0" baseline="0">
                          <a:ln>
                            <a:noFill/>
                          </a:ln>
                          <a:solidFill>
                            <a:schemeClr val="tx1"/>
                          </a:solidFill>
                          <a:effectLst/>
                          <a:latin typeface="宋体" pitchFamily="2" charset="-122"/>
                          <a:ea typeface="黑体" pitchFamily="2" charset="-122"/>
                        </a:rPr>
                        <a:t>生</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800" b="0" i="0" u="none" strike="noStrike" cap="none" normalizeH="0" baseline="0">
                          <a:ln>
                            <a:noFill/>
                          </a:ln>
                          <a:solidFill>
                            <a:schemeClr val="tx1"/>
                          </a:solidFill>
                          <a:effectLst/>
                          <a:latin typeface="宋体" pitchFamily="2" charset="-122"/>
                          <a:ea typeface="黑体" pitchFamily="2" charset="-122"/>
                        </a:rPr>
                        <a:t>式</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a:ln>
                            <a:noFill/>
                          </a:ln>
                          <a:solidFill>
                            <a:schemeClr val="tx1"/>
                          </a:solidFill>
                          <a:effectLst/>
                          <a:latin typeface="宋体" pitchFamily="2" charset="-122"/>
                          <a:ea typeface="黑体" pitchFamily="2" charset="-122"/>
                        </a:rPr>
                        <a:t>语</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800" b="0" i="0" u="none" strike="noStrike" cap="none" normalizeH="0" baseline="0">
                          <a:ln>
                            <a:noFill/>
                          </a:ln>
                          <a:solidFill>
                            <a:schemeClr val="tx1"/>
                          </a:solidFill>
                          <a:effectLst/>
                          <a:latin typeface="宋体" pitchFamily="2" charset="-122"/>
                          <a:ea typeface="黑体" pitchFamily="2" charset="-122"/>
                        </a:rPr>
                        <a:t>义</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800" b="0" i="0" u="none" strike="noStrike" cap="none" normalizeH="0" baseline="0">
                          <a:ln>
                            <a:noFill/>
                          </a:ln>
                          <a:solidFill>
                            <a:schemeClr val="tx1"/>
                          </a:solidFill>
                          <a:effectLst/>
                          <a:latin typeface="宋体" pitchFamily="2" charset="-122"/>
                          <a:ea typeface="黑体" pitchFamily="2" charset="-122"/>
                        </a:rPr>
                        <a:t>规</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800" b="0" i="0" u="none" strike="noStrike" cap="none" normalizeH="0" baseline="0">
                          <a:ln>
                            <a:noFill/>
                          </a:ln>
                          <a:solidFill>
                            <a:schemeClr val="tx1"/>
                          </a:solidFill>
                          <a:effectLst/>
                          <a:latin typeface="宋体" pitchFamily="2" charset="-122"/>
                          <a:ea typeface="黑体" pitchFamily="2" charset="-122"/>
                        </a:rPr>
                        <a:t>则</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37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1"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L </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E</a:t>
                      </a:r>
                      <a:r>
                        <a:rPr kumimoji="0" lang="en-US" altLang="zh-CN" sz="2800" b="0" i="1"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n</a:t>
                      </a: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1" i="1"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rgbClr val="B2B2B2"/>
                          </a:solidFill>
                          <a:effectLst/>
                          <a:latin typeface="Times New Roman" pitchFamily="18" charset="0"/>
                          <a:ea typeface="黑体" pitchFamily="2" charset="-122"/>
                        </a:rPr>
                        <a:t>L.dummy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 print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8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800" b="1" i="0" u="none" strike="noStrike" cap="none" normalizeH="0" baseline="0">
                          <a:ln>
                            <a:noFill/>
                          </a:ln>
                          <a:solidFill>
                            <a:schemeClr val="tx1"/>
                          </a:solidFill>
                          <a:effectLst/>
                          <a:latin typeface="宋体" pitchFamily="2" charset="-122"/>
                          <a:ea typeface="黑体" pitchFamily="2" charset="-12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8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0" u="none" strike="noStrike" cap="none" normalizeH="0" baseline="0">
                          <a:ln>
                            <a:noFill/>
                          </a:ln>
                          <a:solidFill>
                            <a:schemeClr val="tx1"/>
                          </a:solidFill>
                          <a:effectLst/>
                          <a:latin typeface="宋体" pitchFamily="2" charset="-122"/>
                          <a:ea typeface="黑体" pitchFamily="2" charset="-12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a:t>
                      </a:r>
                      <a:r>
                        <a:rPr kumimoji="0" lang="en-US" altLang="zh-CN" sz="28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dirty="0" err="1">
                          <a:ln>
                            <a:noFill/>
                          </a:ln>
                          <a:solidFill>
                            <a:schemeClr val="tx1"/>
                          </a:solidFill>
                          <a:effectLst/>
                          <a:latin typeface="Times New Roman" pitchFamily="18" charset="0"/>
                          <a:ea typeface="黑体" pitchFamily="2" charset="-122"/>
                        </a:rPr>
                        <a:t>F.val</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dirty="0" err="1">
                          <a:ln>
                            <a:noFill/>
                          </a:ln>
                          <a:solidFill>
                            <a:schemeClr val="tx1"/>
                          </a:solidFill>
                          <a:effectLst/>
                          <a:latin typeface="Times New Roman" pitchFamily="18" charset="0"/>
                          <a:ea typeface="黑体" pitchFamily="2" charset="-122"/>
                        </a:rPr>
                        <a:t>E.val</a:t>
                      </a: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F </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digit</a:t>
                      </a: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dirty="0" err="1">
                          <a:ln>
                            <a:noFill/>
                          </a:ln>
                          <a:solidFill>
                            <a:schemeClr val="tx1"/>
                          </a:solidFill>
                          <a:effectLst/>
                          <a:latin typeface="Times New Roman" pitchFamily="18" charset="0"/>
                          <a:ea typeface="黑体" pitchFamily="2" charset="-122"/>
                        </a:rPr>
                        <a:t>F.val</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800" b="1" i="0" u="none" strike="noStrike" cap="none" normalizeH="0" baseline="0" dirty="0" err="1">
                          <a:ln>
                            <a:noFill/>
                          </a:ln>
                          <a:solidFill>
                            <a:schemeClr val="tx1"/>
                          </a:solidFill>
                          <a:effectLst/>
                          <a:latin typeface="Times New Roman" pitchFamily="18" charset="0"/>
                          <a:ea typeface="黑体" pitchFamily="2" charset="-122"/>
                        </a:rPr>
                        <a:t>digit</a:t>
                      </a:r>
                      <a:r>
                        <a:rPr kumimoji="0" lang="en-US" altLang="zh-CN" sz="2800" b="1" i="1" u="none" strike="noStrike" cap="none" normalizeH="0" baseline="0" dirty="0" err="1">
                          <a:ln>
                            <a:noFill/>
                          </a:ln>
                          <a:solidFill>
                            <a:schemeClr val="tx1"/>
                          </a:solidFill>
                          <a:effectLst/>
                          <a:latin typeface="Times New Roman" pitchFamily="18" charset="0"/>
                          <a:ea typeface="黑体" pitchFamily="2" charset="-122"/>
                        </a:rPr>
                        <a:t>.lexval</a:t>
                      </a:r>
                      <a:endParaRPr kumimoji="0" lang="en-US" altLang="zh-CN" sz="2800" b="0" i="0" u="none" strike="noStrike" cap="none" normalizeH="0" baseline="0" dirty="0">
                        <a:ln>
                          <a:noFill/>
                        </a:ln>
                        <a:solidFill>
                          <a:schemeClr val="tx1"/>
                        </a:solidFill>
                        <a:effectLst/>
                        <a:latin typeface="Times New Roman" pitchFamily="18" charset="0"/>
                        <a:ea typeface="黑体" pitchFamily="2" charset="-122"/>
                      </a:endParaRP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日期占位符 1">
            <a:extLst>
              <a:ext uri="{FF2B5EF4-FFF2-40B4-BE49-F238E27FC236}">
                <a16:creationId xmlns:a16="http://schemas.microsoft.com/office/drawing/2014/main" id="{C5465DA8-744F-1444-1B98-0C9CC2562B8E}"/>
              </a:ext>
            </a:extLst>
          </p:cNvPr>
          <p:cNvSpPr>
            <a:spLocks noGrp="1"/>
          </p:cNvSpPr>
          <p:nvPr>
            <p:ph type="dt" sz="half" idx="10"/>
          </p:nvPr>
        </p:nvSpPr>
        <p:spPr/>
        <p:txBody>
          <a:bodyPr/>
          <a:lstStyle/>
          <a:p>
            <a:fld id="{51159AA6-E6B7-47C5-8805-3ABBC591A6DC}"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4EA2A513-59D0-84A1-A8A8-E582E8EB431B}"/>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B368A9DB-832A-64B4-F509-74011D770828}"/>
              </a:ext>
            </a:extLst>
          </p:cNvPr>
          <p:cNvSpPr>
            <a:spLocks noGrp="1"/>
          </p:cNvSpPr>
          <p:nvPr>
            <p:ph type="sldNum" sz="quarter" idx="12"/>
          </p:nvPr>
        </p:nvSpPr>
        <p:spPr/>
        <p:txBody>
          <a:bodyPr/>
          <a:lstStyle/>
          <a:p>
            <a:fld id="{094DEB03-EFC6-4C20-8FC8-295189A5386F}" type="slidenum">
              <a:rPr lang="zh-CN" altLang="en-US" smtClean="0"/>
              <a:pPr/>
              <a:t>9</a:t>
            </a:fld>
            <a:endParaRPr lang="zh-CN" altLang="en-US"/>
          </a:p>
        </p:txBody>
      </p:sp>
      <p:sp>
        <p:nvSpPr>
          <p:cNvPr id="634916" name="AutoShape 36">
            <a:extLst>
              <a:ext uri="{FF2B5EF4-FFF2-40B4-BE49-F238E27FC236}">
                <a16:creationId xmlns:a16="http://schemas.microsoft.com/office/drawing/2014/main" id="{A93FC424-1EAF-45C1-B39F-779090113202}"/>
              </a:ext>
            </a:extLst>
          </p:cNvPr>
          <p:cNvSpPr>
            <a:spLocks noChangeArrowheads="1"/>
          </p:cNvSpPr>
          <p:nvPr/>
        </p:nvSpPr>
        <p:spPr bwMode="auto">
          <a:xfrm>
            <a:off x="6159616" y="571500"/>
            <a:ext cx="2514600" cy="1371600"/>
          </a:xfrm>
          <a:prstGeom prst="wedgeRoundRectCallout">
            <a:avLst>
              <a:gd name="adj1" fmla="val -34038"/>
              <a:gd name="adj2" fmla="val 108459"/>
              <a:gd name="adj3" fmla="val 16667"/>
            </a:avLst>
          </a:prstGeom>
          <a:solidFill>
            <a:schemeClr val="accent6">
              <a:lumMod val="20000"/>
              <a:lumOff val="80000"/>
            </a:schemeClr>
          </a:solidFill>
          <a:ln w="25400" algn="ctr">
            <a:solidFill>
              <a:srgbClr val="008000"/>
            </a:solidFill>
            <a:miter lim="800000"/>
            <a:headEnd/>
            <a:tailEnd/>
          </a:ln>
        </p:spPr>
        <p:txBody>
          <a:bodyPr lIns="54000" tIns="28800" rIns="54000" bIns="28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400" b="0"/>
              <a:t>产生副作用，相当于计算一个虚拟属性的值。</a:t>
            </a:r>
          </a:p>
        </p:txBody>
      </p:sp>
      <p:sp>
        <p:nvSpPr>
          <p:cNvPr id="7" name="AutoShape 36">
            <a:extLst>
              <a:ext uri="{FF2B5EF4-FFF2-40B4-BE49-F238E27FC236}">
                <a16:creationId xmlns:a16="http://schemas.microsoft.com/office/drawing/2014/main" id="{4E623AF8-38D1-16F1-EEDF-FBBC92833563}"/>
              </a:ext>
            </a:extLst>
          </p:cNvPr>
          <p:cNvSpPr>
            <a:spLocks noChangeArrowheads="1"/>
          </p:cNvSpPr>
          <p:nvPr/>
        </p:nvSpPr>
        <p:spPr bwMode="auto">
          <a:xfrm>
            <a:off x="2667001" y="6142469"/>
            <a:ext cx="3345659" cy="541359"/>
          </a:xfrm>
          <a:prstGeom prst="wedgeRoundRectCallout">
            <a:avLst>
              <a:gd name="adj1" fmla="val 63732"/>
              <a:gd name="adj2" fmla="val -57218"/>
              <a:gd name="adj3" fmla="val 16667"/>
            </a:avLst>
          </a:prstGeom>
          <a:solidFill>
            <a:schemeClr val="accent6">
              <a:lumMod val="20000"/>
              <a:lumOff val="80000"/>
            </a:schemeClr>
          </a:solidFill>
          <a:ln w="25400" algn="ctr">
            <a:solidFill>
              <a:srgbClr val="008000"/>
            </a:solidFill>
            <a:miter lim="800000"/>
            <a:headEnd/>
            <a:tailEnd/>
          </a:ln>
        </p:spPr>
        <p:txBody>
          <a:bodyPr lIns="54000" tIns="28800" rIns="54000" bIns="28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400" dirty="0"/>
              <a:t>终结符的属性：记号值</a:t>
            </a:r>
            <a:endParaRPr lang="zh-CN" altLang="en-US" sz="2400" b="0" dirty="0"/>
          </a:p>
        </p:txBody>
      </p:sp>
      <p:grpSp>
        <p:nvGrpSpPr>
          <p:cNvPr id="5" name="组合 4">
            <a:extLst>
              <a:ext uri="{FF2B5EF4-FFF2-40B4-BE49-F238E27FC236}">
                <a16:creationId xmlns:a16="http://schemas.microsoft.com/office/drawing/2014/main" id="{0BD402A2-FED8-138B-2856-D159B50A3B31}"/>
              </a:ext>
            </a:extLst>
          </p:cNvPr>
          <p:cNvGrpSpPr/>
          <p:nvPr/>
        </p:nvGrpSpPr>
        <p:grpSpPr>
          <a:xfrm>
            <a:off x="2727209" y="2911475"/>
            <a:ext cx="3000491" cy="2861799"/>
            <a:chOff x="2727209" y="2911475"/>
            <a:chExt cx="3000491" cy="2861799"/>
          </a:xfrm>
        </p:grpSpPr>
        <p:sp>
          <p:nvSpPr>
            <p:cNvPr id="8" name="AutoShape 36">
              <a:extLst>
                <a:ext uri="{FF2B5EF4-FFF2-40B4-BE49-F238E27FC236}">
                  <a16:creationId xmlns:a16="http://schemas.microsoft.com/office/drawing/2014/main" id="{066A7545-9F4E-5E48-CF79-AA3415D64B66}"/>
                </a:ext>
              </a:extLst>
            </p:cNvPr>
            <p:cNvSpPr>
              <a:spLocks noChangeArrowheads="1"/>
            </p:cNvSpPr>
            <p:nvPr/>
          </p:nvSpPr>
          <p:spPr bwMode="auto">
            <a:xfrm>
              <a:off x="2727209" y="3717131"/>
              <a:ext cx="1126388" cy="507509"/>
            </a:xfrm>
            <a:prstGeom prst="roundRect">
              <a:avLst/>
            </a:prstGeom>
            <a:solidFill>
              <a:schemeClr val="accent6">
                <a:lumMod val="20000"/>
                <a:lumOff val="80000"/>
              </a:schemeClr>
            </a:solidFill>
            <a:ln w="25400" algn="ctr">
              <a:solidFill>
                <a:srgbClr val="008000"/>
              </a:solidFill>
              <a:miter lim="800000"/>
              <a:headEnd/>
              <a:tailEnd/>
            </a:ln>
          </p:spPr>
          <p:txBody>
            <a:bodyPr lIns="54000" tIns="28800" rIns="54000" bIns="28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1" dirty="0">
                  <a:solidFill>
                    <a:srgbClr val="C00000"/>
                  </a:solidFill>
                </a:rPr>
                <a:t>属性</a:t>
              </a:r>
              <a:endParaRPr lang="zh-CN" altLang="en-US" sz="2400" b="0" dirty="0">
                <a:solidFill>
                  <a:srgbClr val="C00000"/>
                </a:solidFill>
              </a:endParaRPr>
            </a:p>
          </p:txBody>
        </p:sp>
        <p:cxnSp>
          <p:nvCxnSpPr>
            <p:cNvPr id="9" name="直接连接符 8">
              <a:extLst>
                <a:ext uri="{FF2B5EF4-FFF2-40B4-BE49-F238E27FC236}">
                  <a16:creationId xmlns:a16="http://schemas.microsoft.com/office/drawing/2014/main" id="{1C960DCA-A2F1-5437-08C0-597385943FE4}"/>
                </a:ext>
              </a:extLst>
            </p:cNvPr>
            <p:cNvCxnSpPr>
              <a:cxnSpLocks/>
              <a:stCxn id="8" idx="3"/>
            </p:cNvCxnSpPr>
            <p:nvPr/>
          </p:nvCxnSpPr>
          <p:spPr>
            <a:xfrm flipV="1">
              <a:off x="3853597" y="2911475"/>
              <a:ext cx="407253" cy="1059411"/>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9EBABFAA-8789-FD45-6DC4-E51A098FC0A1}"/>
                </a:ext>
              </a:extLst>
            </p:cNvPr>
            <p:cNvCxnSpPr>
              <a:cxnSpLocks/>
              <a:stCxn id="8" idx="3"/>
            </p:cNvCxnSpPr>
            <p:nvPr/>
          </p:nvCxnSpPr>
          <p:spPr>
            <a:xfrm>
              <a:off x="3853597" y="3970886"/>
              <a:ext cx="1874103" cy="1802388"/>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6" name="Bullet">
            <a:extLst>
              <a:ext uri="{FF2B5EF4-FFF2-40B4-BE49-F238E27FC236}">
                <a16:creationId xmlns:a16="http://schemas.microsoft.com/office/drawing/2014/main" id="{9233FE1C-B614-3A02-FE46-376F948E0761}"/>
              </a:ext>
            </a:extLst>
          </p:cNvPr>
          <p:cNvSpPr>
            <a:spLocks noChangeAspect="1"/>
          </p:cNvSpPr>
          <p:nvPr/>
        </p:nvSpPr>
        <p:spPr>
          <a:xfrm>
            <a:off x="2148225" y="1152443"/>
            <a:ext cx="4847549" cy="2319703"/>
          </a:xfrm>
          <a:prstGeom prst="roundRect">
            <a:avLst>
              <a:gd name="adj" fmla="val 16000"/>
            </a:avLst>
          </a:prstGeom>
          <a:solidFill>
            <a:schemeClr val="accent1"/>
          </a:solidFill>
          <a:ln w="12700" cap="flat">
            <a:noFill/>
            <a:prstDash val="solid"/>
            <a:miter/>
          </a:ln>
          <a:effectLst>
            <a:outerShdw blurRad="127000" dist="63500" dir="2700000" algn="tl" rotWithShape="0">
              <a:schemeClr val="accent1">
                <a:alpha val="40000"/>
              </a:schemeClr>
            </a:outerShdw>
          </a:effectLst>
        </p:spPr>
        <p:txBody>
          <a:bodyPr wrap="square" rtlCol="0" anchor="ctr">
            <a:normAutofit/>
          </a:bodyPr>
          <a:lstStyle/>
          <a:p>
            <a:pPr algn="ctr"/>
            <a:r>
              <a:rPr lang="zh-CN" altLang="en-US" sz="3600" dirty="0">
                <a:solidFill>
                  <a:srgbClr val="FFFFFF"/>
                </a:solidFill>
                <a:ea typeface="微软雅黑" panose="020B0503020204020204" pitchFamily="34" charset="-122"/>
                <a:sym typeface="Arial" panose="020B0604020202020204" pitchFamily="34" charset="0"/>
              </a:rPr>
              <a:t>属性的两种类型</a:t>
            </a:r>
            <a:endParaRPr lang="en-US" altLang="zh-CN" sz="3600" dirty="0">
              <a:solidFill>
                <a:srgbClr val="FFFFFF"/>
              </a:solidFill>
              <a:ea typeface="微软雅黑" panose="020B0503020204020204" pitchFamily="34" charset="-122"/>
              <a:sym typeface="Arial" panose="020B0604020202020204" pitchFamily="34" charset="0"/>
            </a:endParaRPr>
          </a:p>
          <a:p>
            <a:pPr algn="ctr"/>
            <a:endParaRPr lang="en-US" altLang="zh-CN" sz="3600" dirty="0">
              <a:solidFill>
                <a:srgbClr val="FFFFFF"/>
              </a:solidFill>
              <a:ea typeface="微软雅黑" panose="020B0503020204020204" pitchFamily="34" charset="-122"/>
              <a:sym typeface="Arial" panose="020B0604020202020204" pitchFamily="34" charset="0"/>
            </a:endParaRPr>
          </a:p>
          <a:p>
            <a:pPr algn="ctr"/>
            <a:r>
              <a:rPr lang="zh-CN" altLang="en-US" sz="3600" dirty="0">
                <a:solidFill>
                  <a:srgbClr val="FFFFFF"/>
                </a:solidFill>
                <a:ea typeface="微软雅黑" panose="020B0503020204020204" pitchFamily="34" charset="-122"/>
                <a:sym typeface="Arial" panose="020B0604020202020204" pitchFamily="34" charset="0"/>
              </a:rPr>
              <a:t>综合属性    继承属性 </a:t>
            </a:r>
            <a:endParaRPr lang="en-US" altLang="zh-CN" sz="3600" dirty="0">
              <a:solidFill>
                <a:srgbClr val="FFFFFF"/>
              </a:solidFill>
              <a:ea typeface="微软雅黑" panose="020B0503020204020204" pitchFamily="34" charset="-122"/>
              <a:sym typeface="Arial" panose="020B0604020202020204" pitchFamily="34" charset="0"/>
            </a:endParaRPr>
          </a:p>
        </p:txBody>
      </p:sp>
      <p:grpSp>
        <p:nvGrpSpPr>
          <p:cNvPr id="18" name="组合 17">
            <a:extLst>
              <a:ext uri="{FF2B5EF4-FFF2-40B4-BE49-F238E27FC236}">
                <a16:creationId xmlns:a16="http://schemas.microsoft.com/office/drawing/2014/main" id="{8661C11F-E8E3-30FD-73BF-BDAB4E9C1DF9}"/>
              </a:ext>
            </a:extLst>
          </p:cNvPr>
          <p:cNvGrpSpPr/>
          <p:nvPr/>
        </p:nvGrpSpPr>
        <p:grpSpPr>
          <a:xfrm>
            <a:off x="3853597" y="3429000"/>
            <a:ext cx="399996" cy="2468811"/>
            <a:chOff x="3853597" y="3429000"/>
            <a:chExt cx="399996" cy="2468811"/>
          </a:xfrm>
        </p:grpSpPr>
        <p:cxnSp>
          <p:nvCxnSpPr>
            <p:cNvPr id="20" name="直接连接符 19">
              <a:extLst>
                <a:ext uri="{FF2B5EF4-FFF2-40B4-BE49-F238E27FC236}">
                  <a16:creationId xmlns:a16="http://schemas.microsoft.com/office/drawing/2014/main" id="{4046337A-8A4D-66D6-CAB3-D6DEC37B6E1B}"/>
                </a:ext>
              </a:extLst>
            </p:cNvPr>
            <p:cNvCxnSpPr>
              <a:cxnSpLocks/>
            </p:cNvCxnSpPr>
            <p:nvPr/>
          </p:nvCxnSpPr>
          <p:spPr>
            <a:xfrm flipV="1">
              <a:off x="3853597" y="3429000"/>
              <a:ext cx="374692" cy="541886"/>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6E80DFE5-8B63-7E34-C8DE-E87D5F6E8E17}"/>
                </a:ext>
              </a:extLst>
            </p:cNvPr>
            <p:cNvCxnSpPr>
              <a:cxnSpLocks/>
            </p:cNvCxnSpPr>
            <p:nvPr/>
          </p:nvCxnSpPr>
          <p:spPr>
            <a:xfrm flipV="1">
              <a:off x="3853597" y="3920671"/>
              <a:ext cx="374692" cy="50215"/>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4F2262C4-B22A-2855-589D-DC3267ABE334}"/>
                </a:ext>
              </a:extLst>
            </p:cNvPr>
            <p:cNvCxnSpPr>
              <a:cxnSpLocks/>
            </p:cNvCxnSpPr>
            <p:nvPr/>
          </p:nvCxnSpPr>
          <p:spPr>
            <a:xfrm>
              <a:off x="3853597" y="3970886"/>
              <a:ext cx="374692" cy="457294"/>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790D51C4-7850-613C-B053-F4C78A0C9205}"/>
                </a:ext>
              </a:extLst>
            </p:cNvPr>
            <p:cNvCxnSpPr>
              <a:cxnSpLocks/>
            </p:cNvCxnSpPr>
            <p:nvPr/>
          </p:nvCxnSpPr>
          <p:spPr>
            <a:xfrm>
              <a:off x="3853597" y="3970886"/>
              <a:ext cx="399996" cy="905914"/>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5921B66A-3797-EA9C-E90E-1ABA2AC67DC4}"/>
                </a:ext>
              </a:extLst>
            </p:cNvPr>
            <p:cNvCxnSpPr>
              <a:cxnSpLocks/>
            </p:cNvCxnSpPr>
            <p:nvPr/>
          </p:nvCxnSpPr>
          <p:spPr>
            <a:xfrm>
              <a:off x="3853597" y="3970886"/>
              <a:ext cx="399996" cy="1422985"/>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5FAC181-1BB4-CA45-3278-72EB222D96BE}"/>
                </a:ext>
              </a:extLst>
            </p:cNvPr>
            <p:cNvCxnSpPr>
              <a:cxnSpLocks/>
            </p:cNvCxnSpPr>
            <p:nvPr/>
          </p:nvCxnSpPr>
          <p:spPr>
            <a:xfrm>
              <a:off x="3853597" y="3970886"/>
              <a:ext cx="374692" cy="1926925"/>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21143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422016E-5E8E-4F73-BEB6-F39B48B9A073}"/>
              </a:ext>
            </a:extLst>
          </p:cNvPr>
          <p:cNvSpPr>
            <a:spLocks noGrp="1" noChangeArrowheads="1"/>
          </p:cNvSpPr>
          <p:nvPr>
            <p:ph type="title"/>
          </p:nvPr>
        </p:nvSpPr>
        <p:spPr/>
        <p:txBody>
          <a:bodyPr/>
          <a:lstStyle/>
          <a:p>
            <a:pPr eaLnBrk="1" hangingPunct="1"/>
            <a:r>
              <a:rPr lang="en-US" altLang="zh-CN" dirty="0"/>
              <a:t>4.1.2 </a:t>
            </a:r>
            <a:r>
              <a:rPr lang="zh-CN" altLang="en-US" dirty="0"/>
              <a:t>综合属性</a:t>
            </a:r>
          </a:p>
        </p:txBody>
      </p:sp>
      <p:sp>
        <p:nvSpPr>
          <p:cNvPr id="15363" name="Rectangle 3">
            <a:extLst>
              <a:ext uri="{FF2B5EF4-FFF2-40B4-BE49-F238E27FC236}">
                <a16:creationId xmlns:a16="http://schemas.microsoft.com/office/drawing/2014/main" id="{3159D4C9-563E-49E9-8F81-3D6599EA2E97}"/>
              </a:ext>
            </a:extLst>
          </p:cNvPr>
          <p:cNvSpPr>
            <a:spLocks noGrp="1" noChangeArrowheads="1"/>
          </p:cNvSpPr>
          <p:nvPr>
            <p:ph idx="1"/>
          </p:nvPr>
        </p:nvSpPr>
        <p:spPr/>
        <p:txBody>
          <a:bodyPr>
            <a:normAutofit/>
          </a:bodyPr>
          <a:lstStyle/>
          <a:p>
            <a:pPr eaLnBrk="1" hangingPunct="1">
              <a:lnSpc>
                <a:spcPct val="110000"/>
              </a:lnSpc>
            </a:pPr>
            <a:r>
              <a:rPr lang="zh-CN" altLang="en-US" sz="2800" dirty="0"/>
              <a:t>文法符号</a:t>
            </a:r>
            <a:r>
              <a:rPr lang="en-US" altLang="zh-CN" sz="2800" b="1" i="1" dirty="0"/>
              <a:t>E</a:t>
            </a:r>
            <a:r>
              <a:rPr lang="zh-CN" altLang="en-US" sz="2800" dirty="0"/>
              <a:t>的</a:t>
            </a:r>
            <a:r>
              <a:rPr lang="zh-CN" altLang="en-US" sz="2800" dirty="0">
                <a:solidFill>
                  <a:srgbClr val="C00000"/>
                </a:solidFill>
              </a:rPr>
              <a:t>综合属性值</a:t>
            </a:r>
            <a:r>
              <a:rPr lang="zh-CN" altLang="en-US" sz="2800" dirty="0"/>
              <a:t>是通过分析树中它的</a:t>
            </a:r>
            <a:r>
              <a:rPr lang="zh-CN" altLang="en-US" sz="2800" dirty="0">
                <a:solidFill>
                  <a:schemeClr val="hlink"/>
                </a:solidFill>
              </a:rPr>
              <a:t>子结点</a:t>
            </a:r>
            <a:r>
              <a:rPr lang="zh-CN" altLang="en-US" sz="2800" dirty="0"/>
              <a:t>或它</a:t>
            </a:r>
            <a:r>
              <a:rPr lang="zh-CN" altLang="en-US" sz="2800" dirty="0">
                <a:solidFill>
                  <a:schemeClr val="hlink"/>
                </a:solidFill>
              </a:rPr>
              <a:t>本身</a:t>
            </a:r>
            <a:r>
              <a:rPr lang="zh-CN" altLang="en-US" sz="2800" dirty="0"/>
              <a:t>的属性值来计算</a:t>
            </a:r>
            <a:endParaRPr lang="en-US" altLang="zh-CN" sz="2800" dirty="0"/>
          </a:p>
          <a:p>
            <a:pPr eaLnBrk="1" hangingPunct="1">
              <a:lnSpc>
                <a:spcPct val="110000"/>
              </a:lnSpc>
            </a:pPr>
            <a:endParaRPr lang="en-US" altLang="zh-CN" sz="2800" dirty="0">
              <a:latin typeface="宋体" panose="02010600030101010101" pitchFamily="2" charset="-122"/>
            </a:endParaRPr>
          </a:p>
          <a:p>
            <a:pPr eaLnBrk="1" hangingPunct="1">
              <a:lnSpc>
                <a:spcPct val="110000"/>
              </a:lnSpc>
            </a:pPr>
            <a:endParaRPr lang="en-US" altLang="zh-CN" sz="2800" dirty="0">
              <a:latin typeface="宋体" panose="02010600030101010101" pitchFamily="2" charset="-122"/>
            </a:endParaRPr>
          </a:p>
          <a:p>
            <a:pPr marL="0" indent="0" eaLnBrk="1" hangingPunct="1">
              <a:lnSpc>
                <a:spcPct val="110000"/>
              </a:lnSpc>
              <a:buNone/>
            </a:pPr>
            <a:endParaRPr lang="en-US" altLang="zh-CN" sz="2800" dirty="0">
              <a:latin typeface="宋体" panose="02010600030101010101" pitchFamily="2" charset="-122"/>
            </a:endParaRPr>
          </a:p>
          <a:p>
            <a:pPr>
              <a:lnSpc>
                <a:spcPct val="110000"/>
              </a:lnSpc>
            </a:pPr>
            <a:r>
              <a:rPr lang="zh-CN" altLang="en-US" sz="2800" dirty="0">
                <a:latin typeface="宋体" panose="02010600030101010101" pitchFamily="2" charset="-122"/>
              </a:rPr>
              <a:t>终结符的属性是</a:t>
            </a:r>
            <a:r>
              <a:rPr lang="zh-CN" altLang="en-US" sz="2800" dirty="0">
                <a:solidFill>
                  <a:schemeClr val="accent1"/>
                </a:solidFill>
                <a:latin typeface="宋体" panose="02010600030101010101" pitchFamily="2" charset="-122"/>
              </a:rPr>
              <a:t>综合属性</a:t>
            </a:r>
            <a:r>
              <a:rPr lang="zh-CN" altLang="en-US" sz="2800" dirty="0">
                <a:latin typeface="宋体" panose="02010600030101010101" pitchFamily="2" charset="-122"/>
              </a:rPr>
              <a:t>。</a:t>
            </a:r>
            <a:r>
              <a:rPr lang="zh-CN" altLang="en-US" sz="2800" dirty="0"/>
              <a:t>终结符的综合属性值是由词法分析器提供的</a:t>
            </a:r>
            <a:r>
              <a:rPr lang="zh-CN" altLang="en-US" sz="2800" dirty="0">
                <a:solidFill>
                  <a:schemeClr val="accent1"/>
                </a:solidFill>
              </a:rPr>
              <a:t>词法值</a:t>
            </a:r>
            <a:r>
              <a:rPr lang="zh-CN" altLang="en-US" sz="2800" dirty="0"/>
              <a:t>，</a:t>
            </a:r>
            <a:r>
              <a:rPr lang="en-US" altLang="zh-CN" sz="2800" b="1" dirty="0"/>
              <a:t>SDD</a:t>
            </a:r>
            <a:r>
              <a:rPr lang="zh-CN" altLang="en-US" sz="2800" dirty="0"/>
              <a:t>中没有计算终结符属性值的语义规则</a:t>
            </a:r>
            <a:endParaRPr lang="zh-CN" altLang="en-US" sz="2800" dirty="0">
              <a:solidFill>
                <a:schemeClr val="accent1"/>
              </a:solidFill>
              <a:latin typeface="宋体" panose="02010600030101010101" pitchFamily="2" charset="-122"/>
            </a:endParaRPr>
          </a:p>
        </p:txBody>
      </p:sp>
      <p:sp>
        <p:nvSpPr>
          <p:cNvPr id="2" name="日期占位符 1">
            <a:extLst>
              <a:ext uri="{FF2B5EF4-FFF2-40B4-BE49-F238E27FC236}">
                <a16:creationId xmlns:a16="http://schemas.microsoft.com/office/drawing/2014/main" id="{F9C76A40-F832-7956-9E71-BC78C5A2C030}"/>
              </a:ext>
            </a:extLst>
          </p:cNvPr>
          <p:cNvSpPr>
            <a:spLocks noGrp="1"/>
          </p:cNvSpPr>
          <p:nvPr>
            <p:ph type="dt" sz="half" idx="10"/>
          </p:nvPr>
        </p:nvSpPr>
        <p:spPr/>
        <p:txBody>
          <a:bodyPr/>
          <a:lstStyle/>
          <a:p>
            <a:fld id="{122BA69D-E0D2-4495-BB78-6ED0B293CD82}"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3E884702-BA93-35A6-620C-0E926008C40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6B9E22AF-61F6-76CE-9085-02C83E283F98}"/>
              </a:ext>
            </a:extLst>
          </p:cNvPr>
          <p:cNvSpPr>
            <a:spLocks noGrp="1"/>
          </p:cNvSpPr>
          <p:nvPr>
            <p:ph type="sldNum" sz="quarter" idx="12"/>
          </p:nvPr>
        </p:nvSpPr>
        <p:spPr/>
        <p:txBody>
          <a:bodyPr/>
          <a:lstStyle/>
          <a:p>
            <a:fld id="{094DEB03-EFC6-4C20-8FC8-295189A5386F}" type="slidenum">
              <a:rPr lang="zh-CN" altLang="en-US" smtClean="0"/>
              <a:pPr/>
              <a:t>10</a:t>
            </a:fld>
            <a:endParaRPr lang="zh-CN" altLang="en-US"/>
          </a:p>
        </p:txBody>
      </p:sp>
      <p:graphicFrame>
        <p:nvGraphicFramePr>
          <p:cNvPr id="5" name="表格 4">
            <a:extLst>
              <a:ext uri="{FF2B5EF4-FFF2-40B4-BE49-F238E27FC236}">
                <a16:creationId xmlns:a16="http://schemas.microsoft.com/office/drawing/2014/main" id="{C4A71680-ABEA-52D8-F651-F32452AF6B5D}"/>
              </a:ext>
            </a:extLst>
          </p:cNvPr>
          <p:cNvGraphicFramePr>
            <a:graphicFrameLocks noGrp="1"/>
          </p:cNvGraphicFramePr>
          <p:nvPr>
            <p:extLst>
              <p:ext uri="{D42A27DB-BD31-4B8C-83A1-F6EECF244321}">
                <p14:modId xmlns:p14="http://schemas.microsoft.com/office/powerpoint/2010/main" val="1668696307"/>
              </p:ext>
            </p:extLst>
          </p:nvPr>
        </p:nvGraphicFramePr>
        <p:xfrm>
          <a:off x="704852" y="2616633"/>
          <a:ext cx="4095749" cy="862239"/>
        </p:xfrm>
        <a:graphic>
          <a:graphicData uri="http://schemas.openxmlformats.org/drawingml/2006/table">
            <a:tbl>
              <a:tblPr/>
              <a:tblGrid>
                <a:gridCol w="1494063">
                  <a:extLst>
                    <a:ext uri="{9D8B030D-6E8A-4147-A177-3AD203B41FA5}">
                      <a16:colId xmlns:a16="http://schemas.microsoft.com/office/drawing/2014/main" val="3514876791"/>
                    </a:ext>
                  </a:extLst>
                </a:gridCol>
                <a:gridCol w="2601686">
                  <a:extLst>
                    <a:ext uri="{9D8B030D-6E8A-4147-A177-3AD203B41FA5}">
                      <a16:colId xmlns:a16="http://schemas.microsoft.com/office/drawing/2014/main" val="3828007782"/>
                    </a:ext>
                  </a:extLst>
                </a:gridCol>
              </a:tblGrid>
              <a:tr h="43512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产</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生</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式</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语</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义</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规</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则</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3991397832"/>
                  </a:ext>
                </a:extLst>
              </a:tr>
              <a:tr h="42711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E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val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val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T.val</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2494960895"/>
                  </a:ext>
                </a:extLst>
              </a:tr>
            </a:tbl>
          </a:graphicData>
        </a:graphic>
      </p:graphicFrame>
      <p:grpSp>
        <p:nvGrpSpPr>
          <p:cNvPr id="21" name="组合 20">
            <a:extLst>
              <a:ext uri="{FF2B5EF4-FFF2-40B4-BE49-F238E27FC236}">
                <a16:creationId xmlns:a16="http://schemas.microsoft.com/office/drawing/2014/main" id="{D7BF3692-586A-0A18-8C5E-59AF5B6589A0}"/>
              </a:ext>
            </a:extLst>
          </p:cNvPr>
          <p:cNvGrpSpPr/>
          <p:nvPr/>
        </p:nvGrpSpPr>
        <p:grpSpPr>
          <a:xfrm>
            <a:off x="5235795" y="2377278"/>
            <a:ext cx="3452136" cy="1193250"/>
            <a:chOff x="5235795" y="2615537"/>
            <a:chExt cx="3452136" cy="1193250"/>
          </a:xfrm>
        </p:grpSpPr>
        <p:sp>
          <p:nvSpPr>
            <p:cNvPr id="6" name="Rectangle 7">
              <a:extLst>
                <a:ext uri="{FF2B5EF4-FFF2-40B4-BE49-F238E27FC236}">
                  <a16:creationId xmlns:a16="http://schemas.microsoft.com/office/drawing/2014/main" id="{325CDA0F-490D-829A-0EFB-87EEE11BD8E9}"/>
                </a:ext>
              </a:extLst>
            </p:cNvPr>
            <p:cNvSpPr>
              <a:spLocks noChangeArrowheads="1"/>
            </p:cNvSpPr>
            <p:nvPr/>
          </p:nvSpPr>
          <p:spPr bwMode="auto">
            <a:xfrm>
              <a:off x="6595719" y="2615537"/>
              <a:ext cx="99706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ea typeface="宋体" panose="02010600030101010101" pitchFamily="2" charset="-122"/>
                </a:rPr>
                <a:t>E.val</a:t>
              </a:r>
              <a:endParaRPr lang="en-US" altLang="zh-CN" sz="2800" b="1" dirty="0">
                <a:solidFill>
                  <a:schemeClr val="bg1"/>
                </a:solidFill>
                <a:ea typeface="宋体" panose="02010600030101010101" pitchFamily="2" charset="-122"/>
              </a:endParaRPr>
            </a:p>
          </p:txBody>
        </p:sp>
        <p:sp>
          <p:nvSpPr>
            <p:cNvPr id="8" name="Rectangle 9">
              <a:extLst>
                <a:ext uri="{FF2B5EF4-FFF2-40B4-BE49-F238E27FC236}">
                  <a16:creationId xmlns:a16="http://schemas.microsoft.com/office/drawing/2014/main" id="{93E17B61-93D1-57B0-D9B6-11E0FE3618F5}"/>
                </a:ext>
              </a:extLst>
            </p:cNvPr>
            <p:cNvSpPr>
              <a:spLocks noChangeArrowheads="1"/>
            </p:cNvSpPr>
            <p:nvPr/>
          </p:nvSpPr>
          <p:spPr bwMode="auto">
            <a:xfrm>
              <a:off x="7859710" y="3359525"/>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ea typeface="宋体" panose="02010600030101010101" pitchFamily="2" charset="-122"/>
                </a:rPr>
                <a:t>T.val</a:t>
              </a:r>
              <a:endParaRPr lang="en-US" altLang="zh-CN" sz="2800" b="1" dirty="0">
                <a:solidFill>
                  <a:schemeClr val="bg1"/>
                </a:solidFill>
                <a:ea typeface="宋体" panose="02010600030101010101" pitchFamily="2" charset="-122"/>
              </a:endParaRPr>
            </a:p>
          </p:txBody>
        </p:sp>
        <p:sp>
          <p:nvSpPr>
            <p:cNvPr id="9" name="Rectangle 10">
              <a:extLst>
                <a:ext uri="{FF2B5EF4-FFF2-40B4-BE49-F238E27FC236}">
                  <a16:creationId xmlns:a16="http://schemas.microsoft.com/office/drawing/2014/main" id="{1D21C442-CE19-C931-66D8-92C51035DEA7}"/>
                </a:ext>
              </a:extLst>
            </p:cNvPr>
            <p:cNvSpPr>
              <a:spLocks noChangeArrowheads="1"/>
            </p:cNvSpPr>
            <p:nvPr/>
          </p:nvSpPr>
          <p:spPr bwMode="auto">
            <a:xfrm>
              <a:off x="5235795" y="3329328"/>
              <a:ext cx="1134726"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E</a:t>
              </a:r>
              <a:r>
                <a:rPr lang="en-US" altLang="zh-CN" sz="2800" b="1" i="1" baseline="-25000" dirty="0">
                  <a:ea typeface="宋体" panose="02010600030101010101" pitchFamily="2" charset="-122"/>
                </a:rPr>
                <a:t>1</a:t>
              </a:r>
              <a:r>
                <a:rPr lang="en-US" altLang="zh-CN" sz="2800" b="1" i="1" dirty="0">
                  <a:ea typeface="宋体" panose="02010600030101010101" pitchFamily="2" charset="-122"/>
                </a:rPr>
                <a:t>.val</a:t>
              </a:r>
              <a:endParaRPr lang="en-US" altLang="zh-CN" sz="2800" b="1" dirty="0">
                <a:solidFill>
                  <a:schemeClr val="bg1"/>
                </a:solidFill>
                <a:ea typeface="宋体" panose="02010600030101010101" pitchFamily="2" charset="-122"/>
              </a:endParaRPr>
            </a:p>
          </p:txBody>
        </p:sp>
        <p:sp>
          <p:nvSpPr>
            <p:cNvPr id="10" name="Line 14">
              <a:extLst>
                <a:ext uri="{FF2B5EF4-FFF2-40B4-BE49-F238E27FC236}">
                  <a16:creationId xmlns:a16="http://schemas.microsoft.com/office/drawing/2014/main" id="{DD0B0B62-C392-8149-CAB6-32EC81B67C4D}"/>
                </a:ext>
              </a:extLst>
            </p:cNvPr>
            <p:cNvSpPr>
              <a:spLocks noChangeShapeType="1"/>
            </p:cNvSpPr>
            <p:nvPr/>
          </p:nvSpPr>
          <p:spPr bwMode="auto">
            <a:xfrm>
              <a:off x="7345700" y="3086099"/>
              <a:ext cx="1054100" cy="306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 name="Line 16">
              <a:extLst>
                <a:ext uri="{FF2B5EF4-FFF2-40B4-BE49-F238E27FC236}">
                  <a16:creationId xmlns:a16="http://schemas.microsoft.com/office/drawing/2014/main" id="{8E95DC33-4ED5-6415-AEAA-98CC281F0F80}"/>
                </a:ext>
              </a:extLst>
            </p:cNvPr>
            <p:cNvSpPr>
              <a:spLocks noChangeShapeType="1"/>
            </p:cNvSpPr>
            <p:nvPr/>
          </p:nvSpPr>
          <p:spPr bwMode="auto">
            <a:xfrm flipH="1">
              <a:off x="5597862" y="3080090"/>
              <a:ext cx="1054100" cy="306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 name="Line 19">
              <a:extLst>
                <a:ext uri="{FF2B5EF4-FFF2-40B4-BE49-F238E27FC236}">
                  <a16:creationId xmlns:a16="http://schemas.microsoft.com/office/drawing/2014/main" id="{C648DF62-DC46-8EB8-A0E1-51818EBD6F13}"/>
                </a:ext>
              </a:extLst>
            </p:cNvPr>
            <p:cNvSpPr>
              <a:spLocks noChangeShapeType="1"/>
            </p:cNvSpPr>
            <p:nvPr/>
          </p:nvSpPr>
          <p:spPr bwMode="auto">
            <a:xfrm>
              <a:off x="6894510" y="3147183"/>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 name="Rectangle 20">
              <a:extLst>
                <a:ext uri="{FF2B5EF4-FFF2-40B4-BE49-F238E27FC236}">
                  <a16:creationId xmlns:a16="http://schemas.microsoft.com/office/drawing/2014/main" id="{5FAFC938-E0DF-387C-31C5-8D36E7C35137}"/>
                </a:ext>
              </a:extLst>
            </p:cNvPr>
            <p:cNvSpPr>
              <a:spLocks noChangeArrowheads="1"/>
            </p:cNvSpPr>
            <p:nvPr/>
          </p:nvSpPr>
          <p:spPr bwMode="auto">
            <a:xfrm>
              <a:off x="6772272" y="3329328"/>
              <a:ext cx="3937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cxnSp>
          <p:nvCxnSpPr>
            <p:cNvPr id="16" name="直接箭头连接符 15">
              <a:extLst>
                <a:ext uri="{FF2B5EF4-FFF2-40B4-BE49-F238E27FC236}">
                  <a16:creationId xmlns:a16="http://schemas.microsoft.com/office/drawing/2014/main" id="{BD8477F9-B2AE-ED1D-61FD-BDAE62BD6707}"/>
                </a:ext>
              </a:extLst>
            </p:cNvPr>
            <p:cNvCxnSpPr/>
            <p:nvPr/>
          </p:nvCxnSpPr>
          <p:spPr>
            <a:xfrm flipV="1">
              <a:off x="5486400" y="2929944"/>
              <a:ext cx="991673" cy="334850"/>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091CF2E-7CCD-FE54-A1FA-482EDA808DA1}"/>
                </a:ext>
              </a:extLst>
            </p:cNvPr>
            <p:cNvCxnSpPr>
              <a:cxnSpLocks/>
            </p:cNvCxnSpPr>
            <p:nvPr/>
          </p:nvCxnSpPr>
          <p:spPr>
            <a:xfrm flipH="1" flipV="1">
              <a:off x="7501944" y="2956598"/>
              <a:ext cx="945136" cy="308196"/>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363">
                                            <p:txEl>
                                              <p:pRg st="4" end="4"/>
                                            </p:txEl>
                                          </p:spTgt>
                                        </p:tgtEl>
                                        <p:attrNameLst>
                                          <p:attrName>style.visibility</p:attrName>
                                        </p:attrNameLst>
                                      </p:cBhvr>
                                      <p:to>
                                        <p:strVal val="visible"/>
                                      </p:to>
                                    </p:set>
                                    <p:anim calcmode="lin" valueType="num">
                                      <p:cBhvr additive="base">
                                        <p:cTn id="19" dur="500" fill="hold"/>
                                        <p:tgtEl>
                                          <p:spTgt spid="1536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56B6CD14-5853-4322-8107-28381D8B7832}"/>
              </a:ext>
            </a:extLst>
          </p:cNvPr>
          <p:cNvSpPr>
            <a:spLocks noGrp="1" noChangeArrowheads="1"/>
          </p:cNvSpPr>
          <p:nvPr>
            <p:ph type="title"/>
          </p:nvPr>
        </p:nvSpPr>
        <p:spPr/>
        <p:txBody>
          <a:bodyPr/>
          <a:lstStyle/>
          <a:p>
            <a:pPr eaLnBrk="1" hangingPunct="1"/>
            <a:r>
              <a:rPr lang="en-US" altLang="zh-CN" dirty="0"/>
              <a:t>4.1.2 </a:t>
            </a:r>
            <a:r>
              <a:rPr lang="zh-CN" altLang="en-US" dirty="0"/>
              <a:t>综合属性</a:t>
            </a:r>
          </a:p>
        </p:txBody>
      </p:sp>
      <p:sp>
        <p:nvSpPr>
          <p:cNvPr id="17411" name="Rectangle 3">
            <a:extLst>
              <a:ext uri="{FF2B5EF4-FFF2-40B4-BE49-F238E27FC236}">
                <a16:creationId xmlns:a16="http://schemas.microsoft.com/office/drawing/2014/main" id="{34CAD800-BC8F-4424-8AA8-3589C809255A}"/>
              </a:ext>
            </a:extLst>
          </p:cNvPr>
          <p:cNvSpPr>
            <a:spLocks noGrp="1" noChangeArrowheads="1"/>
          </p:cNvSpPr>
          <p:nvPr>
            <p:ph idx="1"/>
          </p:nvPr>
        </p:nvSpPr>
        <p:spPr/>
        <p:txBody>
          <a:bodyPr>
            <a:normAutofit/>
          </a:bodyPr>
          <a:lstStyle/>
          <a:p>
            <a:pPr eaLnBrk="1" hangingPunct="1"/>
            <a:r>
              <a:rPr lang="zh-CN" altLang="en-US" sz="2800" dirty="0">
                <a:latin typeface="宋体" panose="02010600030101010101" pitchFamily="2" charset="-122"/>
              </a:rPr>
              <a:t>注释分析树：</a:t>
            </a:r>
            <a:r>
              <a:rPr lang="zh-CN" altLang="en-US" sz="2800" dirty="0"/>
              <a:t>结点的</a:t>
            </a:r>
            <a:r>
              <a:rPr lang="zh-CN" altLang="en-US" sz="2800" dirty="0">
                <a:solidFill>
                  <a:schemeClr val="accent1"/>
                </a:solidFill>
              </a:rPr>
              <a:t>属性值都标注出来</a:t>
            </a:r>
            <a:r>
              <a:rPr lang="zh-CN" altLang="en-US" sz="2800" dirty="0"/>
              <a:t>的分析树。</a:t>
            </a:r>
            <a:endParaRPr lang="en-US" altLang="zh-CN" sz="2800" dirty="0"/>
          </a:p>
          <a:p>
            <a:pPr eaLnBrk="1" hangingPunct="1"/>
            <a:r>
              <a:rPr lang="zh-CN" altLang="en-US" sz="2800" dirty="0"/>
              <a:t>计算结点属性值的过程叫做</a:t>
            </a:r>
            <a:r>
              <a:rPr lang="zh-CN" altLang="en-US" sz="2800" dirty="0">
                <a:solidFill>
                  <a:srgbClr val="C00000"/>
                </a:solidFill>
              </a:rPr>
              <a:t>注释（加注）</a:t>
            </a:r>
            <a:r>
              <a:rPr lang="zh-CN" altLang="en-US" sz="2800" dirty="0"/>
              <a:t>或</a:t>
            </a:r>
            <a:r>
              <a:rPr lang="zh-CN" altLang="en-US" sz="2800" dirty="0">
                <a:solidFill>
                  <a:srgbClr val="C00000"/>
                </a:solidFill>
              </a:rPr>
              <a:t>修饰</a:t>
            </a:r>
            <a:r>
              <a:rPr lang="zh-CN" altLang="en-US" sz="2800" dirty="0"/>
              <a:t>。</a:t>
            </a:r>
          </a:p>
        </p:txBody>
      </p:sp>
      <p:sp>
        <p:nvSpPr>
          <p:cNvPr id="2" name="日期占位符 1">
            <a:extLst>
              <a:ext uri="{FF2B5EF4-FFF2-40B4-BE49-F238E27FC236}">
                <a16:creationId xmlns:a16="http://schemas.microsoft.com/office/drawing/2014/main" id="{52D389AC-BDEA-D3C6-7FE9-4C645AA230BE}"/>
              </a:ext>
            </a:extLst>
          </p:cNvPr>
          <p:cNvSpPr>
            <a:spLocks noGrp="1"/>
          </p:cNvSpPr>
          <p:nvPr>
            <p:ph type="dt" sz="half" idx="10"/>
          </p:nvPr>
        </p:nvSpPr>
        <p:spPr/>
        <p:txBody>
          <a:bodyPr/>
          <a:lstStyle/>
          <a:p>
            <a:fld id="{627E3C3F-5264-4C32-8FD7-C2C561F167CA}"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041BCFC7-6F7B-5835-08CC-CB92A50D0BC4}"/>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F7E4F9DE-2458-D2A6-A994-469B0BE7DFF2}"/>
              </a:ext>
            </a:extLst>
          </p:cNvPr>
          <p:cNvSpPr>
            <a:spLocks noGrp="1"/>
          </p:cNvSpPr>
          <p:nvPr>
            <p:ph type="sldNum" sz="quarter" idx="12"/>
          </p:nvPr>
        </p:nvSpPr>
        <p:spPr/>
        <p:txBody>
          <a:bodyPr/>
          <a:lstStyle/>
          <a:p>
            <a:fld id="{094DEB03-EFC6-4C20-8FC8-295189A5386F}" type="slidenum">
              <a:rPr lang="zh-CN" altLang="en-US" smtClean="0"/>
              <a:pPr/>
              <a:t>11</a:t>
            </a:fld>
            <a:endParaRPr lang="zh-CN" altLang="en-US"/>
          </a:p>
        </p:txBody>
      </p:sp>
      <p:grpSp>
        <p:nvGrpSpPr>
          <p:cNvPr id="6" name="组合 5">
            <a:extLst>
              <a:ext uri="{FF2B5EF4-FFF2-40B4-BE49-F238E27FC236}">
                <a16:creationId xmlns:a16="http://schemas.microsoft.com/office/drawing/2014/main" id="{F0943D33-4C88-1B9C-C166-40FB099A35A6}"/>
              </a:ext>
            </a:extLst>
          </p:cNvPr>
          <p:cNvGrpSpPr/>
          <p:nvPr/>
        </p:nvGrpSpPr>
        <p:grpSpPr>
          <a:xfrm>
            <a:off x="266700" y="2298701"/>
            <a:ext cx="8610600" cy="3878262"/>
            <a:chOff x="266700" y="2298701"/>
            <a:chExt cx="8610600" cy="3878262"/>
          </a:xfrm>
        </p:grpSpPr>
        <p:sp>
          <p:nvSpPr>
            <p:cNvPr id="17413" name="Rectangle 5">
              <a:extLst>
                <a:ext uri="{FF2B5EF4-FFF2-40B4-BE49-F238E27FC236}">
                  <a16:creationId xmlns:a16="http://schemas.microsoft.com/office/drawing/2014/main" id="{2E32C845-AD6F-4A41-9F99-E2FD462FCA7A}"/>
                </a:ext>
              </a:extLst>
            </p:cNvPr>
            <p:cNvSpPr>
              <a:spLocks noChangeArrowheads="1"/>
            </p:cNvSpPr>
            <p:nvPr/>
          </p:nvSpPr>
          <p:spPr bwMode="auto">
            <a:xfrm>
              <a:off x="6591300" y="4927601"/>
              <a:ext cx="228600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err="1">
                  <a:ea typeface="宋体" panose="02010600030101010101" pitchFamily="2" charset="-122"/>
                </a:rPr>
                <a:t>digit</a:t>
              </a:r>
              <a:r>
                <a:rPr lang="en-US" altLang="zh-CN" sz="2800" b="1" dirty="0" err="1">
                  <a:solidFill>
                    <a:schemeClr val="bg1"/>
                  </a:solidFill>
                  <a:ea typeface="宋体" panose="02010600030101010101" pitchFamily="2" charset="-122"/>
                </a:rPr>
                <a:t>.</a:t>
              </a:r>
              <a:r>
                <a:rPr lang="en-US" altLang="zh-CN" sz="2800" b="1" i="1" dirty="0" err="1">
                  <a:solidFill>
                    <a:schemeClr val="bg1"/>
                  </a:solidFill>
                  <a:ea typeface="宋体" panose="02010600030101010101" pitchFamily="2" charset="-122"/>
                </a:rPr>
                <a:t>lexval</a:t>
              </a:r>
              <a:r>
                <a:rPr lang="en-US" altLang="zh-CN" sz="2800" b="1" i="1" dirty="0">
                  <a:solidFill>
                    <a:schemeClr val="bg1"/>
                  </a:solidFill>
                  <a:ea typeface="宋体" panose="02010600030101010101" pitchFamily="2" charset="-122"/>
                </a:rPr>
                <a:t> </a:t>
              </a:r>
              <a:r>
                <a:rPr lang="en-US" altLang="zh-CN" sz="2800" b="1" dirty="0">
                  <a:solidFill>
                    <a:schemeClr val="bg1"/>
                  </a:solidFill>
                  <a:ea typeface="宋体" panose="02010600030101010101" pitchFamily="2" charset="-122"/>
                </a:rPr>
                <a:t>= 2</a:t>
              </a:r>
            </a:p>
          </p:txBody>
        </p:sp>
        <p:sp>
          <p:nvSpPr>
            <p:cNvPr id="17414" name="Rectangle 6">
              <a:extLst>
                <a:ext uri="{FF2B5EF4-FFF2-40B4-BE49-F238E27FC236}">
                  <a16:creationId xmlns:a16="http://schemas.microsoft.com/office/drawing/2014/main" id="{8872B94E-46DB-46A9-B60D-A3AF7FCE3BCC}"/>
                </a:ext>
              </a:extLst>
            </p:cNvPr>
            <p:cNvSpPr>
              <a:spLocks noChangeArrowheads="1"/>
            </p:cNvSpPr>
            <p:nvPr/>
          </p:nvSpPr>
          <p:spPr bwMode="auto">
            <a:xfrm>
              <a:off x="3462338" y="2298701"/>
              <a:ext cx="3921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17415" name="Rectangle 7">
              <a:extLst>
                <a:ext uri="{FF2B5EF4-FFF2-40B4-BE49-F238E27FC236}">
                  <a16:creationId xmlns:a16="http://schemas.microsoft.com/office/drawing/2014/main" id="{239C88F1-453D-4E80-A2B9-6528767ACCCC}"/>
                </a:ext>
              </a:extLst>
            </p:cNvPr>
            <p:cNvSpPr>
              <a:spLocks noChangeArrowheads="1"/>
            </p:cNvSpPr>
            <p:nvPr/>
          </p:nvSpPr>
          <p:spPr bwMode="auto">
            <a:xfrm>
              <a:off x="2873375" y="2930526"/>
              <a:ext cx="154463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ea typeface="宋体" panose="02010600030101010101" pitchFamily="2" charset="-122"/>
                </a:rPr>
                <a:t>E</a:t>
              </a:r>
              <a:r>
                <a:rPr lang="en-US" altLang="zh-CN" sz="2800" b="1" dirty="0" err="1">
                  <a:solidFill>
                    <a:schemeClr val="bg1"/>
                  </a:solidFill>
                  <a:ea typeface="宋体" panose="02010600030101010101" pitchFamily="2" charset="-122"/>
                </a:rPr>
                <a:t>.</a:t>
              </a:r>
              <a:r>
                <a:rPr lang="en-US" altLang="zh-CN" sz="2800" b="1" i="1" dirty="0" err="1">
                  <a:solidFill>
                    <a:schemeClr val="bg1"/>
                  </a:solidFill>
                  <a:ea typeface="宋体" panose="02010600030101010101" pitchFamily="2" charset="-122"/>
                </a:rPr>
                <a:t>val</a:t>
              </a:r>
              <a:r>
                <a:rPr lang="en-US" altLang="zh-CN" sz="2800" b="1" i="1" dirty="0">
                  <a:ea typeface="宋体" panose="02010600030101010101" pitchFamily="2" charset="-122"/>
                </a:rPr>
                <a:t> </a:t>
              </a:r>
              <a:r>
                <a:rPr lang="en-US" altLang="zh-CN" sz="2800" b="1" dirty="0">
                  <a:solidFill>
                    <a:schemeClr val="bg1"/>
                  </a:solidFill>
                  <a:ea typeface="宋体" panose="02010600030101010101" pitchFamily="2" charset="-122"/>
                </a:rPr>
                <a:t>= 18</a:t>
              </a:r>
            </a:p>
          </p:txBody>
        </p:sp>
        <p:sp>
          <p:nvSpPr>
            <p:cNvPr id="17416" name="Rectangle 8">
              <a:extLst>
                <a:ext uri="{FF2B5EF4-FFF2-40B4-BE49-F238E27FC236}">
                  <a16:creationId xmlns:a16="http://schemas.microsoft.com/office/drawing/2014/main" id="{CA93CF1C-726F-49D8-B6B3-3FD964BB1690}"/>
                </a:ext>
              </a:extLst>
            </p:cNvPr>
            <p:cNvSpPr>
              <a:spLocks noChangeArrowheads="1"/>
            </p:cNvSpPr>
            <p:nvPr/>
          </p:nvSpPr>
          <p:spPr bwMode="auto">
            <a:xfrm>
              <a:off x="5108575" y="2789238"/>
              <a:ext cx="3921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n</a:t>
              </a:r>
            </a:p>
          </p:txBody>
        </p:sp>
        <p:sp>
          <p:nvSpPr>
            <p:cNvPr id="17417" name="Rectangle 9">
              <a:extLst>
                <a:ext uri="{FF2B5EF4-FFF2-40B4-BE49-F238E27FC236}">
                  <a16:creationId xmlns:a16="http://schemas.microsoft.com/office/drawing/2014/main" id="{A0A67F62-D467-4DCA-9F61-8817DF608936}"/>
                </a:ext>
              </a:extLst>
            </p:cNvPr>
            <p:cNvSpPr>
              <a:spLocks noChangeArrowheads="1"/>
            </p:cNvSpPr>
            <p:nvPr/>
          </p:nvSpPr>
          <p:spPr bwMode="auto">
            <a:xfrm>
              <a:off x="4981575" y="3506788"/>
              <a:ext cx="1544638"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T</a:t>
              </a:r>
              <a:r>
                <a:rPr lang="en-US" altLang="zh-CN" sz="2800" b="1">
                  <a:solidFill>
                    <a:schemeClr val="bg1"/>
                  </a:solidFill>
                  <a:ea typeface="宋体" panose="02010600030101010101" pitchFamily="2" charset="-122"/>
                </a:rPr>
                <a:t>.</a:t>
              </a:r>
              <a:r>
                <a:rPr lang="en-US" altLang="zh-CN" sz="2800" b="1" i="1">
                  <a:solidFill>
                    <a:schemeClr val="bg1"/>
                  </a:solidFill>
                  <a:ea typeface="宋体" panose="02010600030101010101" pitchFamily="2" charset="-122"/>
                </a:rPr>
                <a:t>val</a:t>
              </a:r>
              <a:r>
                <a:rPr lang="en-US" altLang="zh-CN" sz="2800" b="1" i="1">
                  <a:ea typeface="宋体" panose="02010600030101010101" pitchFamily="2" charset="-122"/>
                </a:rPr>
                <a:t> </a:t>
              </a:r>
              <a:r>
                <a:rPr lang="en-US" altLang="zh-CN" sz="2800" b="1">
                  <a:solidFill>
                    <a:schemeClr val="bg1"/>
                  </a:solidFill>
                  <a:ea typeface="宋体" panose="02010600030101010101" pitchFamily="2" charset="-122"/>
                </a:rPr>
                <a:t>= 10</a:t>
              </a:r>
            </a:p>
          </p:txBody>
        </p:sp>
        <p:sp>
          <p:nvSpPr>
            <p:cNvPr id="17418" name="Rectangle 10">
              <a:extLst>
                <a:ext uri="{FF2B5EF4-FFF2-40B4-BE49-F238E27FC236}">
                  <a16:creationId xmlns:a16="http://schemas.microsoft.com/office/drawing/2014/main" id="{1D343D96-13CB-436E-AAE2-1DD0188E8D37}"/>
                </a:ext>
              </a:extLst>
            </p:cNvPr>
            <p:cNvSpPr>
              <a:spLocks noChangeArrowheads="1"/>
            </p:cNvSpPr>
            <p:nvPr/>
          </p:nvSpPr>
          <p:spPr bwMode="auto">
            <a:xfrm>
              <a:off x="855663" y="3506788"/>
              <a:ext cx="14478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ea typeface="宋体" panose="02010600030101010101" pitchFamily="2" charset="-122"/>
                </a:rPr>
                <a:t>E</a:t>
              </a:r>
              <a:r>
                <a:rPr lang="en-US" altLang="zh-CN" sz="2800" b="1" dirty="0" err="1">
                  <a:solidFill>
                    <a:schemeClr val="bg1"/>
                  </a:solidFill>
                  <a:ea typeface="宋体" panose="02010600030101010101" pitchFamily="2" charset="-122"/>
                </a:rPr>
                <a:t>.</a:t>
              </a:r>
              <a:r>
                <a:rPr lang="en-US" altLang="zh-CN" sz="2800" b="1" i="1" dirty="0" err="1">
                  <a:solidFill>
                    <a:schemeClr val="bg1"/>
                  </a:solidFill>
                  <a:ea typeface="宋体" panose="02010600030101010101" pitchFamily="2" charset="-122"/>
                </a:rPr>
                <a:t>val</a:t>
              </a:r>
              <a:r>
                <a:rPr lang="en-US" altLang="zh-CN" sz="2800" b="1" i="1" dirty="0">
                  <a:ea typeface="宋体" panose="02010600030101010101" pitchFamily="2" charset="-122"/>
                </a:rPr>
                <a:t> </a:t>
              </a:r>
              <a:r>
                <a:rPr lang="en-US" altLang="zh-CN" sz="2800" b="1" dirty="0">
                  <a:solidFill>
                    <a:schemeClr val="bg1"/>
                  </a:solidFill>
                  <a:ea typeface="宋体" panose="02010600030101010101" pitchFamily="2" charset="-122"/>
                </a:rPr>
                <a:t>= 8</a:t>
              </a:r>
            </a:p>
          </p:txBody>
        </p:sp>
        <p:sp>
          <p:nvSpPr>
            <p:cNvPr id="17419" name="Rectangle 11">
              <a:extLst>
                <a:ext uri="{FF2B5EF4-FFF2-40B4-BE49-F238E27FC236}">
                  <a16:creationId xmlns:a16="http://schemas.microsoft.com/office/drawing/2014/main" id="{2CAE0812-A677-42D6-9F2E-6A0FAC0238A2}"/>
                </a:ext>
              </a:extLst>
            </p:cNvPr>
            <p:cNvSpPr>
              <a:spLocks noChangeArrowheads="1"/>
            </p:cNvSpPr>
            <p:nvPr/>
          </p:nvSpPr>
          <p:spPr bwMode="auto">
            <a:xfrm>
              <a:off x="833438" y="4267201"/>
              <a:ext cx="144621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T</a:t>
              </a:r>
              <a:r>
                <a:rPr lang="en-US" altLang="zh-CN" sz="2800" b="1">
                  <a:solidFill>
                    <a:schemeClr val="bg1"/>
                  </a:solidFill>
                  <a:ea typeface="宋体" panose="02010600030101010101" pitchFamily="2" charset="-122"/>
                </a:rPr>
                <a:t>.</a:t>
              </a:r>
              <a:r>
                <a:rPr lang="en-US" altLang="zh-CN" sz="2800" b="1" i="1">
                  <a:solidFill>
                    <a:schemeClr val="bg1"/>
                  </a:solidFill>
                  <a:ea typeface="宋体" panose="02010600030101010101" pitchFamily="2" charset="-122"/>
                </a:rPr>
                <a:t>val </a:t>
              </a:r>
              <a:r>
                <a:rPr lang="en-US" altLang="zh-CN" sz="2800" b="1">
                  <a:solidFill>
                    <a:schemeClr val="bg1"/>
                  </a:solidFill>
                  <a:ea typeface="宋体" panose="02010600030101010101" pitchFamily="2" charset="-122"/>
                </a:rPr>
                <a:t>= 8</a:t>
              </a:r>
            </a:p>
          </p:txBody>
        </p:sp>
        <p:sp>
          <p:nvSpPr>
            <p:cNvPr id="17420" name="Rectangle 12">
              <a:extLst>
                <a:ext uri="{FF2B5EF4-FFF2-40B4-BE49-F238E27FC236}">
                  <a16:creationId xmlns:a16="http://schemas.microsoft.com/office/drawing/2014/main" id="{D6F6DC81-9CC9-47C5-BF42-C1B135379A68}"/>
                </a:ext>
              </a:extLst>
            </p:cNvPr>
            <p:cNvSpPr>
              <a:spLocks noChangeArrowheads="1"/>
            </p:cNvSpPr>
            <p:nvPr/>
          </p:nvSpPr>
          <p:spPr bwMode="auto">
            <a:xfrm>
              <a:off x="858838" y="5016501"/>
              <a:ext cx="14478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ea typeface="宋体" panose="02010600030101010101" pitchFamily="2" charset="-122"/>
                </a:rPr>
                <a:t>F</a:t>
              </a:r>
              <a:r>
                <a:rPr lang="en-US" altLang="zh-CN" sz="2800" b="1" dirty="0" err="1">
                  <a:solidFill>
                    <a:schemeClr val="bg1"/>
                  </a:solidFill>
                  <a:ea typeface="宋体" panose="02010600030101010101" pitchFamily="2" charset="-122"/>
                </a:rPr>
                <a:t>.</a:t>
              </a:r>
              <a:r>
                <a:rPr lang="en-US" altLang="zh-CN" sz="2800" b="1" i="1" dirty="0" err="1">
                  <a:solidFill>
                    <a:schemeClr val="bg1"/>
                  </a:solidFill>
                  <a:ea typeface="宋体" panose="02010600030101010101" pitchFamily="2" charset="-122"/>
                </a:rPr>
                <a:t>val</a:t>
              </a:r>
              <a:r>
                <a:rPr lang="en-US" altLang="zh-CN" sz="2800" b="1" i="1" dirty="0">
                  <a:ea typeface="宋体" panose="02010600030101010101" pitchFamily="2" charset="-122"/>
                </a:rPr>
                <a:t> </a:t>
              </a:r>
              <a:r>
                <a:rPr lang="en-US" altLang="zh-CN" sz="2800" b="1" dirty="0">
                  <a:solidFill>
                    <a:schemeClr val="bg1"/>
                  </a:solidFill>
                  <a:ea typeface="宋体" panose="02010600030101010101" pitchFamily="2" charset="-122"/>
                </a:rPr>
                <a:t>= 8</a:t>
              </a:r>
            </a:p>
          </p:txBody>
        </p:sp>
        <p:sp>
          <p:nvSpPr>
            <p:cNvPr id="17421" name="Rectangle 13">
              <a:extLst>
                <a:ext uri="{FF2B5EF4-FFF2-40B4-BE49-F238E27FC236}">
                  <a16:creationId xmlns:a16="http://schemas.microsoft.com/office/drawing/2014/main" id="{5088442A-E247-41AE-AA30-A68C904AF000}"/>
                </a:ext>
              </a:extLst>
            </p:cNvPr>
            <p:cNvSpPr>
              <a:spLocks noChangeArrowheads="1"/>
            </p:cNvSpPr>
            <p:nvPr/>
          </p:nvSpPr>
          <p:spPr bwMode="auto">
            <a:xfrm>
              <a:off x="266700" y="5729288"/>
              <a:ext cx="237966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err="1">
                  <a:ea typeface="宋体" panose="02010600030101010101" pitchFamily="2" charset="-122"/>
                </a:rPr>
                <a:t>digit</a:t>
              </a:r>
              <a:r>
                <a:rPr lang="en-US" altLang="zh-CN" sz="2800" b="1" dirty="0" err="1">
                  <a:solidFill>
                    <a:schemeClr val="bg1"/>
                  </a:solidFill>
                  <a:ea typeface="宋体" panose="02010600030101010101" pitchFamily="2" charset="-122"/>
                </a:rPr>
                <a:t>.</a:t>
              </a:r>
              <a:r>
                <a:rPr lang="en-US" altLang="zh-CN" sz="2800" b="1" i="1" dirty="0" err="1">
                  <a:solidFill>
                    <a:schemeClr val="bg1"/>
                  </a:solidFill>
                  <a:ea typeface="宋体" panose="02010600030101010101" pitchFamily="2" charset="-122"/>
                </a:rPr>
                <a:t>lexval</a:t>
              </a:r>
              <a:r>
                <a:rPr lang="en-US" altLang="zh-CN" sz="2800" b="1" i="1" dirty="0">
                  <a:ea typeface="宋体" panose="02010600030101010101" pitchFamily="2" charset="-122"/>
                </a:rPr>
                <a:t> </a:t>
              </a:r>
              <a:r>
                <a:rPr lang="en-US" altLang="zh-CN" sz="2800" b="1" dirty="0">
                  <a:solidFill>
                    <a:schemeClr val="bg1"/>
                  </a:solidFill>
                  <a:ea typeface="宋体" panose="02010600030101010101" pitchFamily="2" charset="-122"/>
                </a:rPr>
                <a:t>= 8</a:t>
              </a:r>
            </a:p>
          </p:txBody>
        </p:sp>
        <p:sp>
          <p:nvSpPr>
            <p:cNvPr id="17422" name="Line 14">
              <a:extLst>
                <a:ext uri="{FF2B5EF4-FFF2-40B4-BE49-F238E27FC236}">
                  <a16:creationId xmlns:a16="http://schemas.microsoft.com/office/drawing/2014/main" id="{B6F10FAB-72F0-47FE-A38F-550BA697E5AC}"/>
                </a:ext>
              </a:extLst>
            </p:cNvPr>
            <p:cNvSpPr>
              <a:spLocks noChangeShapeType="1"/>
            </p:cNvSpPr>
            <p:nvPr/>
          </p:nvSpPr>
          <p:spPr bwMode="auto">
            <a:xfrm>
              <a:off x="4492625" y="3303588"/>
              <a:ext cx="1054100" cy="306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423" name="Line 15">
              <a:extLst>
                <a:ext uri="{FF2B5EF4-FFF2-40B4-BE49-F238E27FC236}">
                  <a16:creationId xmlns:a16="http://schemas.microsoft.com/office/drawing/2014/main" id="{F054896E-40D5-4779-953A-93878C498E0D}"/>
                </a:ext>
              </a:extLst>
            </p:cNvPr>
            <p:cNvSpPr>
              <a:spLocks noChangeShapeType="1"/>
            </p:cNvSpPr>
            <p:nvPr/>
          </p:nvSpPr>
          <p:spPr bwMode="auto">
            <a:xfrm>
              <a:off x="3927475" y="2686051"/>
              <a:ext cx="1054100" cy="306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424" name="Line 16">
              <a:extLst>
                <a:ext uri="{FF2B5EF4-FFF2-40B4-BE49-F238E27FC236}">
                  <a16:creationId xmlns:a16="http://schemas.microsoft.com/office/drawing/2014/main" id="{04043B26-361B-42BD-BE2B-9803C169AFC1}"/>
                </a:ext>
              </a:extLst>
            </p:cNvPr>
            <p:cNvSpPr>
              <a:spLocks noChangeShapeType="1"/>
            </p:cNvSpPr>
            <p:nvPr/>
          </p:nvSpPr>
          <p:spPr bwMode="auto">
            <a:xfrm flipH="1">
              <a:off x="1717675" y="3303588"/>
              <a:ext cx="1054100" cy="306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425" name="Line 17">
              <a:extLst>
                <a:ext uri="{FF2B5EF4-FFF2-40B4-BE49-F238E27FC236}">
                  <a16:creationId xmlns:a16="http://schemas.microsoft.com/office/drawing/2014/main" id="{7268FE7F-2BBF-4366-8C3B-F16343EE72F4}"/>
                </a:ext>
              </a:extLst>
            </p:cNvPr>
            <p:cNvSpPr>
              <a:spLocks noChangeShapeType="1"/>
            </p:cNvSpPr>
            <p:nvPr/>
          </p:nvSpPr>
          <p:spPr bwMode="auto">
            <a:xfrm>
              <a:off x="3560763" y="2787651"/>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426" name="Rectangle 18">
              <a:extLst>
                <a:ext uri="{FF2B5EF4-FFF2-40B4-BE49-F238E27FC236}">
                  <a16:creationId xmlns:a16="http://schemas.microsoft.com/office/drawing/2014/main" id="{48F09329-FBA2-4F0B-B87E-407C26CEC443}"/>
                </a:ext>
              </a:extLst>
            </p:cNvPr>
            <p:cNvSpPr>
              <a:spLocks noChangeArrowheads="1"/>
            </p:cNvSpPr>
            <p:nvPr/>
          </p:nvSpPr>
          <p:spPr bwMode="auto">
            <a:xfrm>
              <a:off x="3141663" y="4249738"/>
              <a:ext cx="15446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T</a:t>
              </a:r>
              <a:r>
                <a:rPr lang="en-US" altLang="zh-CN" sz="2800" b="1">
                  <a:solidFill>
                    <a:schemeClr val="bg1"/>
                  </a:solidFill>
                  <a:ea typeface="宋体" panose="02010600030101010101" pitchFamily="2" charset="-122"/>
                </a:rPr>
                <a:t>.</a:t>
              </a:r>
              <a:r>
                <a:rPr lang="en-US" altLang="zh-CN" sz="2800" b="1" i="1">
                  <a:solidFill>
                    <a:schemeClr val="bg1"/>
                  </a:solidFill>
                  <a:ea typeface="宋体" panose="02010600030101010101" pitchFamily="2" charset="-122"/>
                </a:rPr>
                <a:t>val </a:t>
              </a:r>
              <a:r>
                <a:rPr lang="en-US" altLang="zh-CN" sz="2800" b="1">
                  <a:solidFill>
                    <a:schemeClr val="bg1"/>
                  </a:solidFill>
                  <a:ea typeface="宋体" panose="02010600030101010101" pitchFamily="2" charset="-122"/>
                </a:rPr>
                <a:t>= 5</a:t>
              </a:r>
            </a:p>
          </p:txBody>
        </p:sp>
        <p:sp>
          <p:nvSpPr>
            <p:cNvPr id="17427" name="Line 19">
              <a:extLst>
                <a:ext uri="{FF2B5EF4-FFF2-40B4-BE49-F238E27FC236}">
                  <a16:creationId xmlns:a16="http://schemas.microsoft.com/office/drawing/2014/main" id="{8F0ECD16-CC6B-4FFD-8E24-737E7C806281}"/>
                </a:ext>
              </a:extLst>
            </p:cNvPr>
            <p:cNvSpPr>
              <a:spLocks noChangeShapeType="1"/>
            </p:cNvSpPr>
            <p:nvPr/>
          </p:nvSpPr>
          <p:spPr bwMode="auto">
            <a:xfrm>
              <a:off x="3560763" y="3424238"/>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428" name="Rectangle 20">
              <a:extLst>
                <a:ext uri="{FF2B5EF4-FFF2-40B4-BE49-F238E27FC236}">
                  <a16:creationId xmlns:a16="http://schemas.microsoft.com/office/drawing/2014/main" id="{D284A64C-EBEE-4859-80C1-7650E8025818}"/>
                </a:ext>
              </a:extLst>
            </p:cNvPr>
            <p:cNvSpPr>
              <a:spLocks noChangeArrowheads="1"/>
            </p:cNvSpPr>
            <p:nvPr/>
          </p:nvSpPr>
          <p:spPr bwMode="auto">
            <a:xfrm>
              <a:off x="3448844" y="3625850"/>
              <a:ext cx="3937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sp>
          <p:nvSpPr>
            <p:cNvPr id="17429" name="Rectangle 21">
              <a:extLst>
                <a:ext uri="{FF2B5EF4-FFF2-40B4-BE49-F238E27FC236}">
                  <a16:creationId xmlns:a16="http://schemas.microsoft.com/office/drawing/2014/main" id="{054157B3-F020-4688-8362-F55D0F04535D}"/>
                </a:ext>
              </a:extLst>
            </p:cNvPr>
            <p:cNvSpPr>
              <a:spLocks noChangeArrowheads="1"/>
            </p:cNvSpPr>
            <p:nvPr/>
          </p:nvSpPr>
          <p:spPr bwMode="auto">
            <a:xfrm>
              <a:off x="5743575" y="4256088"/>
              <a:ext cx="3937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17430" name="Line 22">
              <a:extLst>
                <a:ext uri="{FF2B5EF4-FFF2-40B4-BE49-F238E27FC236}">
                  <a16:creationId xmlns:a16="http://schemas.microsoft.com/office/drawing/2014/main" id="{3D0B46D7-E7E6-4A97-A0E5-0DFB6A735EBC}"/>
                </a:ext>
              </a:extLst>
            </p:cNvPr>
            <p:cNvSpPr>
              <a:spLocks noChangeShapeType="1"/>
            </p:cNvSpPr>
            <p:nvPr/>
          </p:nvSpPr>
          <p:spPr bwMode="auto">
            <a:xfrm>
              <a:off x="1400175" y="4041776"/>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431" name="Line 23">
              <a:extLst>
                <a:ext uri="{FF2B5EF4-FFF2-40B4-BE49-F238E27FC236}">
                  <a16:creationId xmlns:a16="http://schemas.microsoft.com/office/drawing/2014/main" id="{17B7818D-14AA-4995-97C6-AE59475A5524}"/>
                </a:ext>
              </a:extLst>
            </p:cNvPr>
            <p:cNvSpPr>
              <a:spLocks noChangeShapeType="1"/>
            </p:cNvSpPr>
            <p:nvPr/>
          </p:nvSpPr>
          <p:spPr bwMode="auto">
            <a:xfrm>
              <a:off x="1400175" y="4783138"/>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432" name="Line 24">
              <a:extLst>
                <a:ext uri="{FF2B5EF4-FFF2-40B4-BE49-F238E27FC236}">
                  <a16:creationId xmlns:a16="http://schemas.microsoft.com/office/drawing/2014/main" id="{4EF9ADAD-6D70-49FA-AC71-2226DF7CE49A}"/>
                </a:ext>
              </a:extLst>
            </p:cNvPr>
            <p:cNvSpPr>
              <a:spLocks noChangeShapeType="1"/>
            </p:cNvSpPr>
            <p:nvPr/>
          </p:nvSpPr>
          <p:spPr bwMode="auto">
            <a:xfrm>
              <a:off x="1400175" y="5564188"/>
              <a:ext cx="0" cy="2698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433" name="Line 25">
              <a:extLst>
                <a:ext uri="{FF2B5EF4-FFF2-40B4-BE49-F238E27FC236}">
                  <a16:creationId xmlns:a16="http://schemas.microsoft.com/office/drawing/2014/main" id="{FCB64858-816A-472A-AFF9-D40A67523733}"/>
                </a:ext>
              </a:extLst>
            </p:cNvPr>
            <p:cNvSpPr>
              <a:spLocks noChangeShapeType="1"/>
            </p:cNvSpPr>
            <p:nvPr/>
          </p:nvSpPr>
          <p:spPr bwMode="auto">
            <a:xfrm>
              <a:off x="6630988" y="3940176"/>
              <a:ext cx="1054100" cy="307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434" name="Line 26">
              <a:extLst>
                <a:ext uri="{FF2B5EF4-FFF2-40B4-BE49-F238E27FC236}">
                  <a16:creationId xmlns:a16="http://schemas.microsoft.com/office/drawing/2014/main" id="{0C2D9473-C9E7-4E3B-BACF-D70C0B1E955F}"/>
                </a:ext>
              </a:extLst>
            </p:cNvPr>
            <p:cNvSpPr>
              <a:spLocks noChangeShapeType="1"/>
            </p:cNvSpPr>
            <p:nvPr/>
          </p:nvSpPr>
          <p:spPr bwMode="auto">
            <a:xfrm flipH="1">
              <a:off x="3829050" y="3962401"/>
              <a:ext cx="1054100" cy="306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435" name="Line 27">
              <a:extLst>
                <a:ext uri="{FF2B5EF4-FFF2-40B4-BE49-F238E27FC236}">
                  <a16:creationId xmlns:a16="http://schemas.microsoft.com/office/drawing/2014/main" id="{6D60760E-E423-4171-B759-39A733EF0F79}"/>
                </a:ext>
              </a:extLst>
            </p:cNvPr>
            <p:cNvSpPr>
              <a:spLocks noChangeShapeType="1"/>
            </p:cNvSpPr>
            <p:nvPr/>
          </p:nvSpPr>
          <p:spPr bwMode="auto">
            <a:xfrm>
              <a:off x="5867400" y="4019551"/>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436" name="Line 28">
              <a:extLst>
                <a:ext uri="{FF2B5EF4-FFF2-40B4-BE49-F238E27FC236}">
                  <a16:creationId xmlns:a16="http://schemas.microsoft.com/office/drawing/2014/main" id="{7B548F7A-BCF3-474B-97EF-15F207B87624}"/>
                </a:ext>
              </a:extLst>
            </p:cNvPr>
            <p:cNvSpPr>
              <a:spLocks noChangeShapeType="1"/>
            </p:cNvSpPr>
            <p:nvPr/>
          </p:nvSpPr>
          <p:spPr bwMode="auto">
            <a:xfrm>
              <a:off x="3733800" y="4802188"/>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437" name="Line 29">
              <a:extLst>
                <a:ext uri="{FF2B5EF4-FFF2-40B4-BE49-F238E27FC236}">
                  <a16:creationId xmlns:a16="http://schemas.microsoft.com/office/drawing/2014/main" id="{0A45DE0A-1AF5-4ECD-9FAA-7619D37FDCC1}"/>
                </a:ext>
              </a:extLst>
            </p:cNvPr>
            <p:cNvSpPr>
              <a:spLocks noChangeShapeType="1"/>
            </p:cNvSpPr>
            <p:nvPr/>
          </p:nvSpPr>
          <p:spPr bwMode="auto">
            <a:xfrm>
              <a:off x="7805738" y="4738688"/>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438" name="Rectangle 30">
              <a:extLst>
                <a:ext uri="{FF2B5EF4-FFF2-40B4-BE49-F238E27FC236}">
                  <a16:creationId xmlns:a16="http://schemas.microsoft.com/office/drawing/2014/main" id="{6AA08D06-4AA5-4C40-8322-F703F8EB0EF4}"/>
                </a:ext>
              </a:extLst>
            </p:cNvPr>
            <p:cNvSpPr>
              <a:spLocks noChangeArrowheads="1"/>
            </p:cNvSpPr>
            <p:nvPr/>
          </p:nvSpPr>
          <p:spPr bwMode="auto">
            <a:xfrm>
              <a:off x="3141663" y="4968876"/>
              <a:ext cx="15446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F</a:t>
              </a:r>
              <a:r>
                <a:rPr lang="en-US" altLang="zh-CN" sz="2800" b="1">
                  <a:solidFill>
                    <a:schemeClr val="bg1"/>
                  </a:solidFill>
                  <a:ea typeface="宋体" panose="02010600030101010101" pitchFamily="2" charset="-122"/>
                </a:rPr>
                <a:t>.</a:t>
              </a:r>
              <a:r>
                <a:rPr lang="en-US" altLang="zh-CN" sz="2800" b="1" i="1">
                  <a:solidFill>
                    <a:schemeClr val="bg1"/>
                  </a:solidFill>
                  <a:ea typeface="宋体" panose="02010600030101010101" pitchFamily="2" charset="-122"/>
                </a:rPr>
                <a:t>val </a:t>
              </a:r>
              <a:r>
                <a:rPr lang="en-US" altLang="zh-CN" sz="2800" b="1">
                  <a:solidFill>
                    <a:schemeClr val="bg1"/>
                  </a:solidFill>
                  <a:ea typeface="宋体" panose="02010600030101010101" pitchFamily="2" charset="-122"/>
                </a:rPr>
                <a:t>= 5</a:t>
              </a:r>
            </a:p>
          </p:txBody>
        </p:sp>
        <p:sp>
          <p:nvSpPr>
            <p:cNvPr id="17439" name="Rectangle 31">
              <a:extLst>
                <a:ext uri="{FF2B5EF4-FFF2-40B4-BE49-F238E27FC236}">
                  <a16:creationId xmlns:a16="http://schemas.microsoft.com/office/drawing/2014/main" id="{A192236B-E51C-4760-9783-D4D65012F560}"/>
                </a:ext>
              </a:extLst>
            </p:cNvPr>
            <p:cNvSpPr>
              <a:spLocks noChangeArrowheads="1"/>
            </p:cNvSpPr>
            <p:nvPr/>
          </p:nvSpPr>
          <p:spPr bwMode="auto">
            <a:xfrm>
              <a:off x="7118350" y="4211638"/>
              <a:ext cx="1546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F</a:t>
              </a:r>
              <a:r>
                <a:rPr lang="en-US" altLang="zh-CN" sz="2800" b="1">
                  <a:solidFill>
                    <a:schemeClr val="bg1"/>
                  </a:solidFill>
                  <a:ea typeface="宋体" panose="02010600030101010101" pitchFamily="2" charset="-122"/>
                </a:rPr>
                <a:t>.</a:t>
              </a:r>
              <a:r>
                <a:rPr lang="en-US" altLang="zh-CN" sz="2800" b="1" i="1">
                  <a:solidFill>
                    <a:schemeClr val="bg1"/>
                  </a:solidFill>
                  <a:ea typeface="宋体" panose="02010600030101010101" pitchFamily="2" charset="-122"/>
                </a:rPr>
                <a:t>val </a:t>
              </a:r>
              <a:r>
                <a:rPr lang="en-US" altLang="zh-CN" sz="2800" b="1">
                  <a:solidFill>
                    <a:schemeClr val="bg1"/>
                  </a:solidFill>
                  <a:ea typeface="宋体" panose="02010600030101010101" pitchFamily="2" charset="-122"/>
                </a:rPr>
                <a:t>= 2</a:t>
              </a:r>
            </a:p>
          </p:txBody>
        </p:sp>
        <p:sp>
          <p:nvSpPr>
            <p:cNvPr id="17440" name="Rectangle 32">
              <a:extLst>
                <a:ext uri="{FF2B5EF4-FFF2-40B4-BE49-F238E27FC236}">
                  <a16:creationId xmlns:a16="http://schemas.microsoft.com/office/drawing/2014/main" id="{D0F15E9D-CE0C-4AB7-8418-DAD195226F4F}"/>
                </a:ext>
              </a:extLst>
            </p:cNvPr>
            <p:cNvSpPr>
              <a:spLocks noChangeArrowheads="1"/>
            </p:cNvSpPr>
            <p:nvPr/>
          </p:nvSpPr>
          <p:spPr bwMode="auto">
            <a:xfrm>
              <a:off x="2944813" y="5729288"/>
              <a:ext cx="237966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digit</a:t>
              </a:r>
              <a:r>
                <a:rPr lang="en-US" altLang="zh-CN" sz="2800" b="1">
                  <a:solidFill>
                    <a:schemeClr val="bg1"/>
                  </a:solidFill>
                  <a:ea typeface="宋体" panose="02010600030101010101" pitchFamily="2" charset="-122"/>
                </a:rPr>
                <a:t>.</a:t>
              </a:r>
              <a:r>
                <a:rPr lang="en-US" altLang="zh-CN" sz="2800" b="1" i="1">
                  <a:solidFill>
                    <a:schemeClr val="bg1"/>
                  </a:solidFill>
                  <a:ea typeface="宋体" panose="02010600030101010101" pitchFamily="2" charset="-122"/>
                </a:rPr>
                <a:t>lexval </a:t>
              </a:r>
              <a:r>
                <a:rPr lang="en-US" altLang="zh-CN" sz="2800" b="1">
                  <a:solidFill>
                    <a:schemeClr val="bg1"/>
                  </a:solidFill>
                  <a:ea typeface="宋体" panose="02010600030101010101" pitchFamily="2" charset="-122"/>
                </a:rPr>
                <a:t>= 5</a:t>
              </a:r>
            </a:p>
          </p:txBody>
        </p:sp>
        <p:sp>
          <p:nvSpPr>
            <p:cNvPr id="17441" name="Line 33">
              <a:extLst>
                <a:ext uri="{FF2B5EF4-FFF2-40B4-BE49-F238E27FC236}">
                  <a16:creationId xmlns:a16="http://schemas.microsoft.com/office/drawing/2014/main" id="{3463E87A-32C8-4872-86FF-DF7BF14EF30B}"/>
                </a:ext>
              </a:extLst>
            </p:cNvPr>
            <p:cNvSpPr>
              <a:spLocks noChangeShapeType="1"/>
            </p:cNvSpPr>
            <p:nvPr/>
          </p:nvSpPr>
          <p:spPr bwMode="auto">
            <a:xfrm>
              <a:off x="3733800" y="5564188"/>
              <a:ext cx="0" cy="2698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anim calcmode="lin" valueType="num">
                                      <p:cBhvr additive="base">
                                        <p:cTn id="7"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D2B3C60-D33A-40D0-9F34-FC601CEDD198}"/>
              </a:ext>
            </a:extLst>
          </p:cNvPr>
          <p:cNvSpPr>
            <a:spLocks noGrp="1" noChangeArrowheads="1"/>
          </p:cNvSpPr>
          <p:nvPr>
            <p:ph type="title"/>
          </p:nvPr>
        </p:nvSpPr>
        <p:spPr/>
        <p:txBody>
          <a:bodyPr/>
          <a:lstStyle/>
          <a:p>
            <a:pPr eaLnBrk="1" hangingPunct="1"/>
            <a:r>
              <a:rPr lang="en-US" altLang="zh-CN" dirty="0"/>
              <a:t>4.1.2 </a:t>
            </a:r>
            <a:r>
              <a:rPr lang="zh-CN" altLang="en-US" dirty="0"/>
              <a:t>综合属性</a:t>
            </a:r>
          </a:p>
        </p:txBody>
      </p:sp>
      <p:sp>
        <p:nvSpPr>
          <p:cNvPr id="18435" name="Rectangle 3">
            <a:extLst>
              <a:ext uri="{FF2B5EF4-FFF2-40B4-BE49-F238E27FC236}">
                <a16:creationId xmlns:a16="http://schemas.microsoft.com/office/drawing/2014/main" id="{F5EF257D-63BA-45DD-A12B-565D32A3724B}"/>
              </a:ext>
            </a:extLst>
          </p:cNvPr>
          <p:cNvSpPr>
            <a:spLocks noGrp="1" noChangeArrowheads="1"/>
          </p:cNvSpPr>
          <p:nvPr>
            <p:ph idx="1"/>
          </p:nvPr>
        </p:nvSpPr>
        <p:spPr/>
        <p:txBody>
          <a:bodyPr>
            <a:normAutofit/>
          </a:bodyPr>
          <a:lstStyle/>
          <a:p>
            <a:r>
              <a:rPr lang="zh-CN" altLang="en-US" sz="2800" dirty="0">
                <a:latin typeface="宋体" panose="02010600030101010101" pitchFamily="2" charset="-122"/>
              </a:rPr>
              <a:t>对于</a:t>
            </a:r>
            <a:r>
              <a:rPr lang="zh-CN" altLang="en-US" sz="2800" dirty="0">
                <a:solidFill>
                  <a:schemeClr val="accent1"/>
                </a:solidFill>
              </a:rPr>
              <a:t>全部都是综合属性</a:t>
            </a:r>
            <a:r>
              <a:rPr lang="zh-CN" altLang="en-US" sz="2800" dirty="0"/>
              <a:t>的</a:t>
            </a:r>
            <a:r>
              <a:rPr lang="en-US" altLang="zh-CN" sz="2800" b="1" dirty="0"/>
              <a:t>SDD</a:t>
            </a:r>
            <a:r>
              <a:rPr lang="zh-CN" altLang="en-US" sz="2800" dirty="0">
                <a:latin typeface="宋体" panose="02010600030101010101" pitchFamily="2" charset="-122"/>
              </a:rPr>
              <a:t>，分析树各结点属性的计算可以</a:t>
            </a:r>
            <a:r>
              <a:rPr lang="zh-CN" altLang="en-US" sz="2800" dirty="0">
                <a:solidFill>
                  <a:schemeClr val="accent1"/>
                </a:solidFill>
                <a:latin typeface="宋体" panose="02010600030101010101" pitchFamily="2" charset="-122"/>
              </a:rPr>
              <a:t>自下而上</a:t>
            </a:r>
            <a:r>
              <a:rPr lang="zh-CN" altLang="en-US" sz="2800" dirty="0">
                <a:latin typeface="宋体" panose="02010600030101010101" pitchFamily="2" charset="-122"/>
              </a:rPr>
              <a:t>地完成</a:t>
            </a:r>
          </a:p>
        </p:txBody>
      </p:sp>
      <p:sp>
        <p:nvSpPr>
          <p:cNvPr id="18437" name="Rectangle 5">
            <a:extLst>
              <a:ext uri="{FF2B5EF4-FFF2-40B4-BE49-F238E27FC236}">
                <a16:creationId xmlns:a16="http://schemas.microsoft.com/office/drawing/2014/main" id="{5DACA2C7-A591-4813-A064-790A0673859C}"/>
              </a:ext>
            </a:extLst>
          </p:cNvPr>
          <p:cNvSpPr>
            <a:spLocks noChangeArrowheads="1"/>
          </p:cNvSpPr>
          <p:nvPr/>
        </p:nvSpPr>
        <p:spPr bwMode="auto">
          <a:xfrm>
            <a:off x="6591300" y="4927601"/>
            <a:ext cx="228600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err="1">
                <a:ea typeface="宋体" panose="02010600030101010101" pitchFamily="2" charset="-122"/>
              </a:rPr>
              <a:t>digit</a:t>
            </a:r>
            <a:r>
              <a:rPr lang="en-US" altLang="zh-CN" sz="2800" b="1" dirty="0" err="1">
                <a:solidFill>
                  <a:schemeClr val="bg1"/>
                </a:solidFill>
                <a:ea typeface="宋体" panose="02010600030101010101" pitchFamily="2" charset="-122"/>
              </a:rPr>
              <a:t>.</a:t>
            </a:r>
            <a:r>
              <a:rPr lang="en-US" altLang="zh-CN" sz="2800" b="1" i="1" dirty="0" err="1">
                <a:solidFill>
                  <a:schemeClr val="bg1"/>
                </a:solidFill>
                <a:ea typeface="宋体" panose="02010600030101010101" pitchFamily="2" charset="-122"/>
              </a:rPr>
              <a:t>lexval</a:t>
            </a:r>
            <a:r>
              <a:rPr lang="en-US" altLang="zh-CN" sz="2800" b="1" i="1" dirty="0">
                <a:solidFill>
                  <a:schemeClr val="bg1"/>
                </a:solidFill>
                <a:ea typeface="宋体" panose="02010600030101010101" pitchFamily="2" charset="-122"/>
              </a:rPr>
              <a:t> </a:t>
            </a:r>
            <a:r>
              <a:rPr lang="en-US" altLang="zh-CN" sz="2800" b="1" dirty="0">
                <a:solidFill>
                  <a:schemeClr val="bg1"/>
                </a:solidFill>
                <a:ea typeface="宋体" panose="02010600030101010101" pitchFamily="2" charset="-122"/>
              </a:rPr>
              <a:t>= 2</a:t>
            </a:r>
          </a:p>
        </p:txBody>
      </p:sp>
      <p:sp>
        <p:nvSpPr>
          <p:cNvPr id="18438" name="Rectangle 6">
            <a:extLst>
              <a:ext uri="{FF2B5EF4-FFF2-40B4-BE49-F238E27FC236}">
                <a16:creationId xmlns:a16="http://schemas.microsoft.com/office/drawing/2014/main" id="{E407E1C7-251E-44BA-A1DD-925B2C919055}"/>
              </a:ext>
            </a:extLst>
          </p:cNvPr>
          <p:cNvSpPr>
            <a:spLocks noChangeArrowheads="1"/>
          </p:cNvSpPr>
          <p:nvPr/>
        </p:nvSpPr>
        <p:spPr bwMode="auto">
          <a:xfrm>
            <a:off x="3462338" y="2298701"/>
            <a:ext cx="3921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18439" name="Rectangle 7">
            <a:extLst>
              <a:ext uri="{FF2B5EF4-FFF2-40B4-BE49-F238E27FC236}">
                <a16:creationId xmlns:a16="http://schemas.microsoft.com/office/drawing/2014/main" id="{50F96FD9-3AF1-4667-8433-0E96D555F828}"/>
              </a:ext>
            </a:extLst>
          </p:cNvPr>
          <p:cNvSpPr>
            <a:spLocks noChangeArrowheads="1"/>
          </p:cNvSpPr>
          <p:nvPr/>
        </p:nvSpPr>
        <p:spPr bwMode="auto">
          <a:xfrm>
            <a:off x="2873375" y="2930526"/>
            <a:ext cx="154463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ea typeface="宋体" panose="02010600030101010101" pitchFamily="2" charset="-122"/>
              </a:rPr>
              <a:t>E</a:t>
            </a:r>
            <a:r>
              <a:rPr lang="en-US" altLang="zh-CN" sz="2800" b="1" dirty="0" err="1">
                <a:solidFill>
                  <a:schemeClr val="bg1"/>
                </a:solidFill>
                <a:ea typeface="宋体" panose="02010600030101010101" pitchFamily="2" charset="-122"/>
              </a:rPr>
              <a:t>.</a:t>
            </a:r>
            <a:r>
              <a:rPr lang="en-US" altLang="zh-CN" sz="2800" b="1" i="1" dirty="0" err="1">
                <a:solidFill>
                  <a:schemeClr val="bg1"/>
                </a:solidFill>
                <a:ea typeface="宋体" panose="02010600030101010101" pitchFamily="2" charset="-122"/>
              </a:rPr>
              <a:t>val</a:t>
            </a:r>
            <a:r>
              <a:rPr lang="en-US" altLang="zh-CN" sz="2800" b="1" i="1" dirty="0">
                <a:solidFill>
                  <a:schemeClr val="bg1"/>
                </a:solidFill>
                <a:ea typeface="宋体" panose="02010600030101010101" pitchFamily="2" charset="-122"/>
              </a:rPr>
              <a:t> </a:t>
            </a:r>
            <a:r>
              <a:rPr lang="en-US" altLang="zh-CN" sz="2800" b="1" dirty="0">
                <a:solidFill>
                  <a:schemeClr val="bg1"/>
                </a:solidFill>
                <a:ea typeface="宋体" panose="02010600030101010101" pitchFamily="2" charset="-122"/>
              </a:rPr>
              <a:t>= 18</a:t>
            </a:r>
          </a:p>
        </p:txBody>
      </p:sp>
      <p:sp>
        <p:nvSpPr>
          <p:cNvPr id="18440" name="Rectangle 8">
            <a:extLst>
              <a:ext uri="{FF2B5EF4-FFF2-40B4-BE49-F238E27FC236}">
                <a16:creationId xmlns:a16="http://schemas.microsoft.com/office/drawing/2014/main" id="{F49948A1-C9AB-4C8D-9AF8-552F9DAEB6A3}"/>
              </a:ext>
            </a:extLst>
          </p:cNvPr>
          <p:cNvSpPr>
            <a:spLocks noChangeArrowheads="1"/>
          </p:cNvSpPr>
          <p:nvPr/>
        </p:nvSpPr>
        <p:spPr bwMode="auto">
          <a:xfrm>
            <a:off x="5108575" y="2789238"/>
            <a:ext cx="3921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n</a:t>
            </a:r>
          </a:p>
        </p:txBody>
      </p:sp>
      <p:sp>
        <p:nvSpPr>
          <p:cNvPr id="18441" name="Rectangle 9">
            <a:extLst>
              <a:ext uri="{FF2B5EF4-FFF2-40B4-BE49-F238E27FC236}">
                <a16:creationId xmlns:a16="http://schemas.microsoft.com/office/drawing/2014/main" id="{8324CB71-A439-433A-9389-C7F13B87F4EE}"/>
              </a:ext>
            </a:extLst>
          </p:cNvPr>
          <p:cNvSpPr>
            <a:spLocks noChangeArrowheads="1"/>
          </p:cNvSpPr>
          <p:nvPr/>
        </p:nvSpPr>
        <p:spPr bwMode="auto">
          <a:xfrm>
            <a:off x="4981575" y="3506788"/>
            <a:ext cx="1544638"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ea typeface="宋体" panose="02010600030101010101" pitchFamily="2" charset="-122"/>
              </a:rPr>
              <a:t>T</a:t>
            </a:r>
            <a:r>
              <a:rPr lang="en-US" altLang="zh-CN" sz="2800" b="1" dirty="0" err="1">
                <a:solidFill>
                  <a:schemeClr val="bg1"/>
                </a:solidFill>
                <a:ea typeface="宋体" panose="02010600030101010101" pitchFamily="2" charset="-122"/>
              </a:rPr>
              <a:t>.</a:t>
            </a:r>
            <a:r>
              <a:rPr lang="en-US" altLang="zh-CN" sz="2800" b="1" i="1" dirty="0" err="1">
                <a:solidFill>
                  <a:schemeClr val="bg1"/>
                </a:solidFill>
                <a:ea typeface="宋体" panose="02010600030101010101" pitchFamily="2" charset="-122"/>
              </a:rPr>
              <a:t>val</a:t>
            </a:r>
            <a:r>
              <a:rPr lang="en-US" altLang="zh-CN" sz="2800" b="1" i="1" dirty="0">
                <a:solidFill>
                  <a:schemeClr val="bg1"/>
                </a:solidFill>
                <a:ea typeface="宋体" panose="02010600030101010101" pitchFamily="2" charset="-122"/>
              </a:rPr>
              <a:t> </a:t>
            </a:r>
            <a:r>
              <a:rPr lang="en-US" altLang="zh-CN" sz="2800" b="1" dirty="0">
                <a:solidFill>
                  <a:schemeClr val="bg1"/>
                </a:solidFill>
                <a:ea typeface="宋体" panose="02010600030101010101" pitchFamily="2" charset="-122"/>
              </a:rPr>
              <a:t>= 10</a:t>
            </a:r>
          </a:p>
        </p:txBody>
      </p:sp>
      <p:sp>
        <p:nvSpPr>
          <p:cNvPr id="18442" name="Rectangle 10">
            <a:extLst>
              <a:ext uri="{FF2B5EF4-FFF2-40B4-BE49-F238E27FC236}">
                <a16:creationId xmlns:a16="http://schemas.microsoft.com/office/drawing/2014/main" id="{EB66668A-FB31-4A4D-AFF9-0BC0CBA24756}"/>
              </a:ext>
            </a:extLst>
          </p:cNvPr>
          <p:cNvSpPr>
            <a:spLocks noChangeArrowheads="1"/>
          </p:cNvSpPr>
          <p:nvPr/>
        </p:nvSpPr>
        <p:spPr bwMode="auto">
          <a:xfrm>
            <a:off x="855663" y="3506788"/>
            <a:ext cx="14478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ea typeface="宋体" panose="02010600030101010101" pitchFamily="2" charset="-122"/>
              </a:rPr>
              <a:t>E</a:t>
            </a:r>
            <a:r>
              <a:rPr lang="en-US" altLang="zh-CN" sz="2800" b="1" dirty="0" err="1">
                <a:solidFill>
                  <a:schemeClr val="bg1"/>
                </a:solidFill>
                <a:ea typeface="宋体" panose="02010600030101010101" pitchFamily="2" charset="-122"/>
              </a:rPr>
              <a:t>.</a:t>
            </a:r>
            <a:r>
              <a:rPr lang="en-US" altLang="zh-CN" sz="2800" b="1" i="1" dirty="0" err="1">
                <a:solidFill>
                  <a:schemeClr val="bg1"/>
                </a:solidFill>
                <a:ea typeface="宋体" panose="02010600030101010101" pitchFamily="2" charset="-122"/>
              </a:rPr>
              <a:t>val</a:t>
            </a:r>
            <a:r>
              <a:rPr lang="en-US" altLang="zh-CN" sz="2800" b="1" i="1" dirty="0">
                <a:solidFill>
                  <a:schemeClr val="bg1"/>
                </a:solidFill>
                <a:ea typeface="宋体" panose="02010600030101010101" pitchFamily="2" charset="-122"/>
              </a:rPr>
              <a:t> </a:t>
            </a:r>
            <a:r>
              <a:rPr lang="en-US" altLang="zh-CN" sz="2800" b="1" dirty="0">
                <a:solidFill>
                  <a:schemeClr val="bg1"/>
                </a:solidFill>
                <a:ea typeface="宋体" panose="02010600030101010101" pitchFamily="2" charset="-122"/>
              </a:rPr>
              <a:t>= 8</a:t>
            </a:r>
          </a:p>
        </p:txBody>
      </p:sp>
      <p:sp>
        <p:nvSpPr>
          <p:cNvPr id="18443" name="Rectangle 11">
            <a:extLst>
              <a:ext uri="{FF2B5EF4-FFF2-40B4-BE49-F238E27FC236}">
                <a16:creationId xmlns:a16="http://schemas.microsoft.com/office/drawing/2014/main" id="{90683B3F-D601-4F3E-9258-557677EA6E31}"/>
              </a:ext>
            </a:extLst>
          </p:cNvPr>
          <p:cNvSpPr>
            <a:spLocks noChangeArrowheads="1"/>
          </p:cNvSpPr>
          <p:nvPr/>
        </p:nvSpPr>
        <p:spPr bwMode="auto">
          <a:xfrm>
            <a:off x="833438" y="4267201"/>
            <a:ext cx="144621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ea typeface="宋体" panose="02010600030101010101" pitchFamily="2" charset="-122"/>
              </a:rPr>
              <a:t>T</a:t>
            </a:r>
            <a:r>
              <a:rPr lang="en-US" altLang="zh-CN" sz="2800" b="1" dirty="0" err="1">
                <a:solidFill>
                  <a:schemeClr val="bg1"/>
                </a:solidFill>
                <a:ea typeface="宋体" panose="02010600030101010101" pitchFamily="2" charset="-122"/>
              </a:rPr>
              <a:t>.</a:t>
            </a:r>
            <a:r>
              <a:rPr lang="en-US" altLang="zh-CN" sz="2800" b="1" i="1" dirty="0" err="1">
                <a:solidFill>
                  <a:schemeClr val="bg1"/>
                </a:solidFill>
                <a:ea typeface="宋体" panose="02010600030101010101" pitchFamily="2" charset="-122"/>
              </a:rPr>
              <a:t>val</a:t>
            </a:r>
            <a:r>
              <a:rPr lang="en-US" altLang="zh-CN" sz="2800" b="1" i="1" dirty="0">
                <a:solidFill>
                  <a:schemeClr val="bg1"/>
                </a:solidFill>
                <a:ea typeface="宋体" panose="02010600030101010101" pitchFamily="2" charset="-122"/>
              </a:rPr>
              <a:t> </a:t>
            </a:r>
            <a:r>
              <a:rPr lang="en-US" altLang="zh-CN" sz="2800" b="1" dirty="0">
                <a:solidFill>
                  <a:schemeClr val="bg1"/>
                </a:solidFill>
                <a:ea typeface="宋体" panose="02010600030101010101" pitchFamily="2" charset="-122"/>
              </a:rPr>
              <a:t>= 8</a:t>
            </a:r>
          </a:p>
        </p:txBody>
      </p:sp>
      <p:sp>
        <p:nvSpPr>
          <p:cNvPr id="18444" name="Rectangle 12">
            <a:extLst>
              <a:ext uri="{FF2B5EF4-FFF2-40B4-BE49-F238E27FC236}">
                <a16:creationId xmlns:a16="http://schemas.microsoft.com/office/drawing/2014/main" id="{74583EC9-F18E-41AA-A341-3545CE06D127}"/>
              </a:ext>
            </a:extLst>
          </p:cNvPr>
          <p:cNvSpPr>
            <a:spLocks noChangeArrowheads="1"/>
          </p:cNvSpPr>
          <p:nvPr/>
        </p:nvSpPr>
        <p:spPr bwMode="auto">
          <a:xfrm>
            <a:off x="858838" y="5016501"/>
            <a:ext cx="14478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ea typeface="宋体" panose="02010600030101010101" pitchFamily="2" charset="-122"/>
              </a:rPr>
              <a:t>F</a:t>
            </a:r>
            <a:r>
              <a:rPr lang="en-US" altLang="zh-CN" sz="2800" b="1" dirty="0" err="1">
                <a:solidFill>
                  <a:schemeClr val="bg1"/>
                </a:solidFill>
                <a:ea typeface="宋体" panose="02010600030101010101" pitchFamily="2" charset="-122"/>
              </a:rPr>
              <a:t>.</a:t>
            </a:r>
            <a:r>
              <a:rPr lang="en-US" altLang="zh-CN" sz="2800" b="1" i="1" dirty="0" err="1">
                <a:solidFill>
                  <a:schemeClr val="bg1"/>
                </a:solidFill>
                <a:ea typeface="宋体" panose="02010600030101010101" pitchFamily="2" charset="-122"/>
              </a:rPr>
              <a:t>val</a:t>
            </a:r>
            <a:r>
              <a:rPr lang="en-US" altLang="zh-CN" sz="2800" b="1" i="1" dirty="0">
                <a:solidFill>
                  <a:schemeClr val="bg1"/>
                </a:solidFill>
                <a:ea typeface="宋体" panose="02010600030101010101" pitchFamily="2" charset="-122"/>
              </a:rPr>
              <a:t> </a:t>
            </a:r>
            <a:r>
              <a:rPr lang="en-US" altLang="zh-CN" sz="2800" b="1" dirty="0">
                <a:solidFill>
                  <a:schemeClr val="bg1"/>
                </a:solidFill>
                <a:ea typeface="宋体" panose="02010600030101010101" pitchFamily="2" charset="-122"/>
              </a:rPr>
              <a:t>= 8</a:t>
            </a:r>
          </a:p>
        </p:txBody>
      </p:sp>
      <p:sp>
        <p:nvSpPr>
          <p:cNvPr id="18445" name="Rectangle 13">
            <a:extLst>
              <a:ext uri="{FF2B5EF4-FFF2-40B4-BE49-F238E27FC236}">
                <a16:creationId xmlns:a16="http://schemas.microsoft.com/office/drawing/2014/main" id="{70DE3356-10C4-4239-B4F4-E312EAB2FFC0}"/>
              </a:ext>
            </a:extLst>
          </p:cNvPr>
          <p:cNvSpPr>
            <a:spLocks noChangeArrowheads="1"/>
          </p:cNvSpPr>
          <p:nvPr/>
        </p:nvSpPr>
        <p:spPr bwMode="auto">
          <a:xfrm>
            <a:off x="266700" y="5729288"/>
            <a:ext cx="237966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err="1">
                <a:ea typeface="宋体" panose="02010600030101010101" pitchFamily="2" charset="-122"/>
              </a:rPr>
              <a:t>digit</a:t>
            </a:r>
            <a:r>
              <a:rPr lang="en-US" altLang="zh-CN" sz="2800" b="1" dirty="0" err="1">
                <a:solidFill>
                  <a:schemeClr val="bg1"/>
                </a:solidFill>
                <a:ea typeface="宋体" panose="02010600030101010101" pitchFamily="2" charset="-122"/>
              </a:rPr>
              <a:t>.</a:t>
            </a:r>
            <a:r>
              <a:rPr lang="en-US" altLang="zh-CN" sz="2800" b="1" i="1" dirty="0" err="1">
                <a:solidFill>
                  <a:schemeClr val="bg1"/>
                </a:solidFill>
                <a:ea typeface="宋体" panose="02010600030101010101" pitchFamily="2" charset="-122"/>
              </a:rPr>
              <a:t>lexval</a:t>
            </a:r>
            <a:r>
              <a:rPr lang="en-US" altLang="zh-CN" sz="2800" b="1" i="1" dirty="0">
                <a:solidFill>
                  <a:schemeClr val="bg1"/>
                </a:solidFill>
                <a:ea typeface="宋体" panose="02010600030101010101" pitchFamily="2" charset="-122"/>
              </a:rPr>
              <a:t> </a:t>
            </a:r>
            <a:r>
              <a:rPr lang="en-US" altLang="zh-CN" sz="2800" b="1" dirty="0">
                <a:solidFill>
                  <a:schemeClr val="bg1"/>
                </a:solidFill>
                <a:ea typeface="宋体" panose="02010600030101010101" pitchFamily="2" charset="-122"/>
              </a:rPr>
              <a:t>= 8</a:t>
            </a:r>
          </a:p>
        </p:txBody>
      </p:sp>
      <p:sp>
        <p:nvSpPr>
          <p:cNvPr id="18446" name="Line 14">
            <a:extLst>
              <a:ext uri="{FF2B5EF4-FFF2-40B4-BE49-F238E27FC236}">
                <a16:creationId xmlns:a16="http://schemas.microsoft.com/office/drawing/2014/main" id="{25391D31-982A-402F-9C32-3CB79EA2DCC6}"/>
              </a:ext>
            </a:extLst>
          </p:cNvPr>
          <p:cNvSpPr>
            <a:spLocks noChangeShapeType="1"/>
          </p:cNvSpPr>
          <p:nvPr/>
        </p:nvSpPr>
        <p:spPr bwMode="auto">
          <a:xfrm>
            <a:off x="4492625" y="3303588"/>
            <a:ext cx="1054100" cy="306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447" name="Line 15">
            <a:extLst>
              <a:ext uri="{FF2B5EF4-FFF2-40B4-BE49-F238E27FC236}">
                <a16:creationId xmlns:a16="http://schemas.microsoft.com/office/drawing/2014/main" id="{1D965E75-FC0B-4B55-8CB1-AD50AE861B57}"/>
              </a:ext>
            </a:extLst>
          </p:cNvPr>
          <p:cNvSpPr>
            <a:spLocks noChangeShapeType="1"/>
          </p:cNvSpPr>
          <p:nvPr/>
        </p:nvSpPr>
        <p:spPr bwMode="auto">
          <a:xfrm>
            <a:off x="3927475" y="2686051"/>
            <a:ext cx="1054100" cy="306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448" name="Line 16">
            <a:extLst>
              <a:ext uri="{FF2B5EF4-FFF2-40B4-BE49-F238E27FC236}">
                <a16:creationId xmlns:a16="http://schemas.microsoft.com/office/drawing/2014/main" id="{8C3C5B79-A3C3-4DC2-B784-B236334B98C5}"/>
              </a:ext>
            </a:extLst>
          </p:cNvPr>
          <p:cNvSpPr>
            <a:spLocks noChangeShapeType="1"/>
          </p:cNvSpPr>
          <p:nvPr/>
        </p:nvSpPr>
        <p:spPr bwMode="auto">
          <a:xfrm flipH="1">
            <a:off x="1717675" y="3303588"/>
            <a:ext cx="1054100" cy="306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449" name="Line 17">
            <a:extLst>
              <a:ext uri="{FF2B5EF4-FFF2-40B4-BE49-F238E27FC236}">
                <a16:creationId xmlns:a16="http://schemas.microsoft.com/office/drawing/2014/main" id="{A5A7BF00-2265-4CE4-A93A-2A9F5EC4C6D4}"/>
              </a:ext>
            </a:extLst>
          </p:cNvPr>
          <p:cNvSpPr>
            <a:spLocks noChangeShapeType="1"/>
          </p:cNvSpPr>
          <p:nvPr/>
        </p:nvSpPr>
        <p:spPr bwMode="auto">
          <a:xfrm>
            <a:off x="3560763" y="2787651"/>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450" name="Rectangle 18">
            <a:extLst>
              <a:ext uri="{FF2B5EF4-FFF2-40B4-BE49-F238E27FC236}">
                <a16:creationId xmlns:a16="http://schemas.microsoft.com/office/drawing/2014/main" id="{74EB2F9F-5951-4439-8B9B-1BA3B7DC43FC}"/>
              </a:ext>
            </a:extLst>
          </p:cNvPr>
          <p:cNvSpPr>
            <a:spLocks noChangeArrowheads="1"/>
          </p:cNvSpPr>
          <p:nvPr/>
        </p:nvSpPr>
        <p:spPr bwMode="auto">
          <a:xfrm>
            <a:off x="3141663" y="4249738"/>
            <a:ext cx="15446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ea typeface="宋体" panose="02010600030101010101" pitchFamily="2" charset="-122"/>
              </a:rPr>
              <a:t>T</a:t>
            </a:r>
            <a:r>
              <a:rPr lang="en-US" altLang="zh-CN" sz="2800" b="1" dirty="0" err="1">
                <a:solidFill>
                  <a:schemeClr val="bg1"/>
                </a:solidFill>
                <a:ea typeface="宋体" panose="02010600030101010101" pitchFamily="2" charset="-122"/>
              </a:rPr>
              <a:t>.</a:t>
            </a:r>
            <a:r>
              <a:rPr lang="en-US" altLang="zh-CN" sz="2800" b="1" i="1" dirty="0" err="1">
                <a:solidFill>
                  <a:schemeClr val="bg1"/>
                </a:solidFill>
                <a:ea typeface="宋体" panose="02010600030101010101" pitchFamily="2" charset="-122"/>
              </a:rPr>
              <a:t>val</a:t>
            </a:r>
            <a:r>
              <a:rPr lang="en-US" altLang="zh-CN" sz="2800" b="1" i="1" dirty="0">
                <a:solidFill>
                  <a:schemeClr val="bg1"/>
                </a:solidFill>
                <a:ea typeface="宋体" panose="02010600030101010101" pitchFamily="2" charset="-122"/>
              </a:rPr>
              <a:t> </a:t>
            </a:r>
            <a:r>
              <a:rPr lang="en-US" altLang="zh-CN" sz="2800" b="1" dirty="0">
                <a:solidFill>
                  <a:schemeClr val="bg1"/>
                </a:solidFill>
                <a:ea typeface="宋体" panose="02010600030101010101" pitchFamily="2" charset="-122"/>
              </a:rPr>
              <a:t>= 5</a:t>
            </a:r>
          </a:p>
        </p:txBody>
      </p:sp>
      <p:sp>
        <p:nvSpPr>
          <p:cNvPr id="18451" name="Line 19">
            <a:extLst>
              <a:ext uri="{FF2B5EF4-FFF2-40B4-BE49-F238E27FC236}">
                <a16:creationId xmlns:a16="http://schemas.microsoft.com/office/drawing/2014/main" id="{C07158EC-E5D0-4962-A6A1-E7FB625340BC}"/>
              </a:ext>
            </a:extLst>
          </p:cNvPr>
          <p:cNvSpPr>
            <a:spLocks noChangeShapeType="1"/>
          </p:cNvSpPr>
          <p:nvPr/>
        </p:nvSpPr>
        <p:spPr bwMode="auto">
          <a:xfrm>
            <a:off x="3560763" y="3424238"/>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452" name="Rectangle 20">
            <a:extLst>
              <a:ext uri="{FF2B5EF4-FFF2-40B4-BE49-F238E27FC236}">
                <a16:creationId xmlns:a16="http://schemas.microsoft.com/office/drawing/2014/main" id="{9777706D-29F9-40F1-8860-BDDCA2E13816}"/>
              </a:ext>
            </a:extLst>
          </p:cNvPr>
          <p:cNvSpPr>
            <a:spLocks noChangeArrowheads="1"/>
          </p:cNvSpPr>
          <p:nvPr/>
        </p:nvSpPr>
        <p:spPr bwMode="auto">
          <a:xfrm>
            <a:off x="3444876" y="3621087"/>
            <a:ext cx="3937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sp>
        <p:nvSpPr>
          <p:cNvPr id="18453" name="Rectangle 21">
            <a:extLst>
              <a:ext uri="{FF2B5EF4-FFF2-40B4-BE49-F238E27FC236}">
                <a16:creationId xmlns:a16="http://schemas.microsoft.com/office/drawing/2014/main" id="{F45B1093-330C-4E02-A751-1F8716AB9E9A}"/>
              </a:ext>
            </a:extLst>
          </p:cNvPr>
          <p:cNvSpPr>
            <a:spLocks noChangeArrowheads="1"/>
          </p:cNvSpPr>
          <p:nvPr/>
        </p:nvSpPr>
        <p:spPr bwMode="auto">
          <a:xfrm>
            <a:off x="5743575" y="4256088"/>
            <a:ext cx="3937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18454" name="Line 22">
            <a:extLst>
              <a:ext uri="{FF2B5EF4-FFF2-40B4-BE49-F238E27FC236}">
                <a16:creationId xmlns:a16="http://schemas.microsoft.com/office/drawing/2014/main" id="{E49BA9B6-5168-4BF5-BCFD-0885B5B37B08}"/>
              </a:ext>
            </a:extLst>
          </p:cNvPr>
          <p:cNvSpPr>
            <a:spLocks noChangeShapeType="1"/>
          </p:cNvSpPr>
          <p:nvPr/>
        </p:nvSpPr>
        <p:spPr bwMode="auto">
          <a:xfrm>
            <a:off x="1400175" y="4041776"/>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455" name="Line 23">
            <a:extLst>
              <a:ext uri="{FF2B5EF4-FFF2-40B4-BE49-F238E27FC236}">
                <a16:creationId xmlns:a16="http://schemas.microsoft.com/office/drawing/2014/main" id="{78D1A6D7-7EE1-459A-9EEA-756C74DFFD2C}"/>
              </a:ext>
            </a:extLst>
          </p:cNvPr>
          <p:cNvSpPr>
            <a:spLocks noChangeShapeType="1"/>
          </p:cNvSpPr>
          <p:nvPr/>
        </p:nvSpPr>
        <p:spPr bwMode="auto">
          <a:xfrm>
            <a:off x="1400175" y="4783138"/>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456" name="Line 24">
            <a:extLst>
              <a:ext uri="{FF2B5EF4-FFF2-40B4-BE49-F238E27FC236}">
                <a16:creationId xmlns:a16="http://schemas.microsoft.com/office/drawing/2014/main" id="{A3554085-5FA7-4382-BD96-DF68922BC77E}"/>
              </a:ext>
            </a:extLst>
          </p:cNvPr>
          <p:cNvSpPr>
            <a:spLocks noChangeShapeType="1"/>
          </p:cNvSpPr>
          <p:nvPr/>
        </p:nvSpPr>
        <p:spPr bwMode="auto">
          <a:xfrm>
            <a:off x="1400175" y="5564188"/>
            <a:ext cx="0" cy="2698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457" name="Line 25">
            <a:extLst>
              <a:ext uri="{FF2B5EF4-FFF2-40B4-BE49-F238E27FC236}">
                <a16:creationId xmlns:a16="http://schemas.microsoft.com/office/drawing/2014/main" id="{2D1BA3DB-B88E-4873-BF3B-21EBCEAA8C08}"/>
              </a:ext>
            </a:extLst>
          </p:cNvPr>
          <p:cNvSpPr>
            <a:spLocks noChangeShapeType="1"/>
          </p:cNvSpPr>
          <p:nvPr/>
        </p:nvSpPr>
        <p:spPr bwMode="auto">
          <a:xfrm>
            <a:off x="6630988" y="3940176"/>
            <a:ext cx="1054100" cy="307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458" name="Line 26">
            <a:extLst>
              <a:ext uri="{FF2B5EF4-FFF2-40B4-BE49-F238E27FC236}">
                <a16:creationId xmlns:a16="http://schemas.microsoft.com/office/drawing/2014/main" id="{D26210D9-922E-4C2B-A9AB-512B28A866F3}"/>
              </a:ext>
            </a:extLst>
          </p:cNvPr>
          <p:cNvSpPr>
            <a:spLocks noChangeShapeType="1"/>
          </p:cNvSpPr>
          <p:nvPr/>
        </p:nvSpPr>
        <p:spPr bwMode="auto">
          <a:xfrm flipH="1">
            <a:off x="3829050" y="3962401"/>
            <a:ext cx="1054100" cy="306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459" name="Line 27">
            <a:extLst>
              <a:ext uri="{FF2B5EF4-FFF2-40B4-BE49-F238E27FC236}">
                <a16:creationId xmlns:a16="http://schemas.microsoft.com/office/drawing/2014/main" id="{468A095C-94DA-4CE6-8E2D-3362BBB5DA8A}"/>
              </a:ext>
            </a:extLst>
          </p:cNvPr>
          <p:cNvSpPr>
            <a:spLocks noChangeShapeType="1"/>
          </p:cNvSpPr>
          <p:nvPr/>
        </p:nvSpPr>
        <p:spPr bwMode="auto">
          <a:xfrm>
            <a:off x="5867400" y="4019551"/>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460" name="Line 28">
            <a:extLst>
              <a:ext uri="{FF2B5EF4-FFF2-40B4-BE49-F238E27FC236}">
                <a16:creationId xmlns:a16="http://schemas.microsoft.com/office/drawing/2014/main" id="{A4F5897B-2742-4460-9AB4-46F15E369443}"/>
              </a:ext>
            </a:extLst>
          </p:cNvPr>
          <p:cNvSpPr>
            <a:spLocks noChangeShapeType="1"/>
          </p:cNvSpPr>
          <p:nvPr/>
        </p:nvSpPr>
        <p:spPr bwMode="auto">
          <a:xfrm>
            <a:off x="3733800" y="4802188"/>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461" name="Line 29">
            <a:extLst>
              <a:ext uri="{FF2B5EF4-FFF2-40B4-BE49-F238E27FC236}">
                <a16:creationId xmlns:a16="http://schemas.microsoft.com/office/drawing/2014/main" id="{64412ED7-404E-44C7-9BB3-9FC5720F30F1}"/>
              </a:ext>
            </a:extLst>
          </p:cNvPr>
          <p:cNvSpPr>
            <a:spLocks noChangeShapeType="1"/>
          </p:cNvSpPr>
          <p:nvPr/>
        </p:nvSpPr>
        <p:spPr bwMode="auto">
          <a:xfrm>
            <a:off x="7805738" y="4738688"/>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462" name="Rectangle 30">
            <a:extLst>
              <a:ext uri="{FF2B5EF4-FFF2-40B4-BE49-F238E27FC236}">
                <a16:creationId xmlns:a16="http://schemas.microsoft.com/office/drawing/2014/main" id="{B6DFBF8A-BA30-4349-9441-9AECF1B03848}"/>
              </a:ext>
            </a:extLst>
          </p:cNvPr>
          <p:cNvSpPr>
            <a:spLocks noChangeArrowheads="1"/>
          </p:cNvSpPr>
          <p:nvPr/>
        </p:nvSpPr>
        <p:spPr bwMode="auto">
          <a:xfrm>
            <a:off x="3141663" y="4968876"/>
            <a:ext cx="15446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ea typeface="宋体" panose="02010600030101010101" pitchFamily="2" charset="-122"/>
              </a:rPr>
              <a:t>F</a:t>
            </a:r>
            <a:r>
              <a:rPr lang="en-US" altLang="zh-CN" sz="2800" b="1" dirty="0" err="1">
                <a:solidFill>
                  <a:schemeClr val="bg1"/>
                </a:solidFill>
                <a:ea typeface="宋体" panose="02010600030101010101" pitchFamily="2" charset="-122"/>
              </a:rPr>
              <a:t>.</a:t>
            </a:r>
            <a:r>
              <a:rPr lang="en-US" altLang="zh-CN" sz="2800" b="1" i="1" dirty="0" err="1">
                <a:solidFill>
                  <a:schemeClr val="bg1"/>
                </a:solidFill>
                <a:ea typeface="宋体" panose="02010600030101010101" pitchFamily="2" charset="-122"/>
              </a:rPr>
              <a:t>val</a:t>
            </a:r>
            <a:r>
              <a:rPr lang="en-US" altLang="zh-CN" sz="2800" b="1" i="1" dirty="0">
                <a:solidFill>
                  <a:schemeClr val="bg1"/>
                </a:solidFill>
                <a:ea typeface="宋体" panose="02010600030101010101" pitchFamily="2" charset="-122"/>
              </a:rPr>
              <a:t> </a:t>
            </a:r>
            <a:r>
              <a:rPr lang="en-US" altLang="zh-CN" sz="2800" b="1" dirty="0">
                <a:solidFill>
                  <a:schemeClr val="bg1"/>
                </a:solidFill>
                <a:ea typeface="宋体" panose="02010600030101010101" pitchFamily="2" charset="-122"/>
              </a:rPr>
              <a:t>= 5</a:t>
            </a:r>
          </a:p>
        </p:txBody>
      </p:sp>
      <p:sp>
        <p:nvSpPr>
          <p:cNvPr id="18463" name="Rectangle 31">
            <a:extLst>
              <a:ext uri="{FF2B5EF4-FFF2-40B4-BE49-F238E27FC236}">
                <a16:creationId xmlns:a16="http://schemas.microsoft.com/office/drawing/2014/main" id="{8DFADC30-4A68-4B89-BC7A-BFDA9DD160C8}"/>
              </a:ext>
            </a:extLst>
          </p:cNvPr>
          <p:cNvSpPr>
            <a:spLocks noChangeArrowheads="1"/>
          </p:cNvSpPr>
          <p:nvPr/>
        </p:nvSpPr>
        <p:spPr bwMode="auto">
          <a:xfrm>
            <a:off x="7118350" y="4211638"/>
            <a:ext cx="1546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ea typeface="宋体" panose="02010600030101010101" pitchFamily="2" charset="-122"/>
              </a:rPr>
              <a:t>F</a:t>
            </a:r>
            <a:r>
              <a:rPr lang="en-US" altLang="zh-CN" sz="2800" b="1" dirty="0" err="1">
                <a:solidFill>
                  <a:schemeClr val="bg1"/>
                </a:solidFill>
                <a:ea typeface="宋体" panose="02010600030101010101" pitchFamily="2" charset="-122"/>
              </a:rPr>
              <a:t>.</a:t>
            </a:r>
            <a:r>
              <a:rPr lang="en-US" altLang="zh-CN" sz="2800" b="1" i="1" dirty="0" err="1">
                <a:solidFill>
                  <a:schemeClr val="bg1"/>
                </a:solidFill>
                <a:ea typeface="宋体" panose="02010600030101010101" pitchFamily="2" charset="-122"/>
              </a:rPr>
              <a:t>val</a:t>
            </a:r>
            <a:r>
              <a:rPr lang="en-US" altLang="zh-CN" sz="2800" b="1" i="1" dirty="0">
                <a:solidFill>
                  <a:schemeClr val="bg1"/>
                </a:solidFill>
                <a:ea typeface="宋体" panose="02010600030101010101" pitchFamily="2" charset="-122"/>
              </a:rPr>
              <a:t> </a:t>
            </a:r>
            <a:r>
              <a:rPr lang="en-US" altLang="zh-CN" sz="2800" b="1" dirty="0">
                <a:solidFill>
                  <a:schemeClr val="bg1"/>
                </a:solidFill>
                <a:ea typeface="宋体" panose="02010600030101010101" pitchFamily="2" charset="-122"/>
              </a:rPr>
              <a:t>= 2</a:t>
            </a:r>
          </a:p>
        </p:txBody>
      </p:sp>
      <p:sp>
        <p:nvSpPr>
          <p:cNvPr id="18464" name="Rectangle 32">
            <a:extLst>
              <a:ext uri="{FF2B5EF4-FFF2-40B4-BE49-F238E27FC236}">
                <a16:creationId xmlns:a16="http://schemas.microsoft.com/office/drawing/2014/main" id="{8FE96574-B95C-4EBD-A3A4-0EDB21252D54}"/>
              </a:ext>
            </a:extLst>
          </p:cNvPr>
          <p:cNvSpPr>
            <a:spLocks noChangeArrowheads="1"/>
          </p:cNvSpPr>
          <p:nvPr/>
        </p:nvSpPr>
        <p:spPr bwMode="auto">
          <a:xfrm>
            <a:off x="2944813" y="5729288"/>
            <a:ext cx="237966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err="1">
                <a:ea typeface="宋体" panose="02010600030101010101" pitchFamily="2" charset="-122"/>
              </a:rPr>
              <a:t>digit</a:t>
            </a:r>
            <a:r>
              <a:rPr lang="en-US" altLang="zh-CN" sz="2800" b="1" dirty="0" err="1">
                <a:solidFill>
                  <a:schemeClr val="bg1"/>
                </a:solidFill>
                <a:ea typeface="宋体" panose="02010600030101010101" pitchFamily="2" charset="-122"/>
              </a:rPr>
              <a:t>.</a:t>
            </a:r>
            <a:r>
              <a:rPr lang="en-US" altLang="zh-CN" sz="2800" b="1" i="1" dirty="0" err="1">
                <a:solidFill>
                  <a:schemeClr val="bg1"/>
                </a:solidFill>
                <a:ea typeface="宋体" panose="02010600030101010101" pitchFamily="2" charset="-122"/>
              </a:rPr>
              <a:t>lexval</a:t>
            </a:r>
            <a:r>
              <a:rPr lang="en-US" altLang="zh-CN" sz="2800" b="1" i="1" dirty="0">
                <a:solidFill>
                  <a:schemeClr val="bg1"/>
                </a:solidFill>
                <a:ea typeface="宋体" panose="02010600030101010101" pitchFamily="2" charset="-122"/>
              </a:rPr>
              <a:t> </a:t>
            </a:r>
            <a:r>
              <a:rPr lang="en-US" altLang="zh-CN" sz="2800" b="1" dirty="0">
                <a:solidFill>
                  <a:schemeClr val="bg1"/>
                </a:solidFill>
                <a:ea typeface="宋体" panose="02010600030101010101" pitchFamily="2" charset="-122"/>
              </a:rPr>
              <a:t>= 5</a:t>
            </a:r>
          </a:p>
        </p:txBody>
      </p:sp>
      <p:sp>
        <p:nvSpPr>
          <p:cNvPr id="18465" name="Line 33">
            <a:extLst>
              <a:ext uri="{FF2B5EF4-FFF2-40B4-BE49-F238E27FC236}">
                <a16:creationId xmlns:a16="http://schemas.microsoft.com/office/drawing/2014/main" id="{054B73BD-7249-4B04-A750-3EB449F7A434}"/>
              </a:ext>
            </a:extLst>
          </p:cNvPr>
          <p:cNvSpPr>
            <a:spLocks noChangeShapeType="1"/>
          </p:cNvSpPr>
          <p:nvPr/>
        </p:nvSpPr>
        <p:spPr bwMode="auto">
          <a:xfrm>
            <a:off x="3733800" y="5564188"/>
            <a:ext cx="0" cy="2698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 name="日期占位符 1">
            <a:extLst>
              <a:ext uri="{FF2B5EF4-FFF2-40B4-BE49-F238E27FC236}">
                <a16:creationId xmlns:a16="http://schemas.microsoft.com/office/drawing/2014/main" id="{22C676CD-C638-939A-D61E-31DE26BFDBB0}"/>
              </a:ext>
            </a:extLst>
          </p:cNvPr>
          <p:cNvSpPr>
            <a:spLocks noGrp="1"/>
          </p:cNvSpPr>
          <p:nvPr>
            <p:ph type="dt" sz="half" idx="10"/>
          </p:nvPr>
        </p:nvSpPr>
        <p:spPr/>
        <p:txBody>
          <a:bodyPr/>
          <a:lstStyle/>
          <a:p>
            <a:fld id="{92F11613-79A4-45E9-AD82-26695EB478A2}"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788BB920-3421-0FD9-C9B2-8C19D54E69E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A5F92E1D-6AAE-76AB-D908-7DCE91FAEA32}"/>
              </a:ext>
            </a:extLst>
          </p:cNvPr>
          <p:cNvSpPr>
            <a:spLocks noGrp="1"/>
          </p:cNvSpPr>
          <p:nvPr>
            <p:ph type="sldNum" sz="quarter" idx="12"/>
          </p:nvPr>
        </p:nvSpPr>
        <p:spPr/>
        <p:txBody>
          <a:bodyPr/>
          <a:lstStyle/>
          <a:p>
            <a:fld id="{094DEB03-EFC6-4C20-8FC8-295189A5386F}" type="slidenum">
              <a:rPr lang="zh-CN" altLang="en-US" smtClean="0"/>
              <a:pPr/>
              <a:t>12</a:t>
            </a:fld>
            <a:endParaRPr lang="zh-CN" altLang="en-US"/>
          </a:p>
        </p:txBody>
      </p:sp>
      <p:sp>
        <p:nvSpPr>
          <p:cNvPr id="6" name="文本框 5">
            <a:extLst>
              <a:ext uri="{FF2B5EF4-FFF2-40B4-BE49-F238E27FC236}">
                <a16:creationId xmlns:a16="http://schemas.microsoft.com/office/drawing/2014/main" id="{82904002-A018-9F5B-E979-7053CFBCE285}"/>
              </a:ext>
            </a:extLst>
          </p:cNvPr>
          <p:cNvSpPr txBox="1"/>
          <p:nvPr/>
        </p:nvSpPr>
        <p:spPr>
          <a:xfrm>
            <a:off x="5324476" y="5639129"/>
            <a:ext cx="3564237" cy="523220"/>
          </a:xfrm>
          <a:prstGeom prst="rect">
            <a:avLst/>
          </a:prstGeom>
          <a:solidFill>
            <a:schemeClr val="accent4">
              <a:lumMod val="20000"/>
              <a:lumOff val="80000"/>
            </a:schemeClr>
          </a:solidFill>
          <a:ln>
            <a:solidFill>
              <a:schemeClr val="accent2"/>
            </a:solidFill>
          </a:ln>
        </p:spPr>
        <p:txBody>
          <a:bodyPr wrap="square">
            <a:spAutoFit/>
          </a:bodyPr>
          <a:lstStyle/>
          <a:p>
            <a:pPr algn="ctr"/>
            <a:r>
              <a:rPr lang="en-US" altLang="zh-CN" sz="2800" b="1" dirty="0"/>
              <a:t>8+5</a:t>
            </a:r>
            <a:r>
              <a:rPr lang="en-US" altLang="zh-CN" sz="2800" b="1" dirty="0">
                <a:latin typeface="宋体" panose="02010600030101010101" pitchFamily="2" charset="-122"/>
              </a:rPr>
              <a:t>*</a:t>
            </a:r>
            <a:r>
              <a:rPr lang="en-US" altLang="zh-CN" sz="2800" b="1" dirty="0"/>
              <a:t>2 n</a:t>
            </a:r>
            <a:r>
              <a:rPr lang="zh-CN" altLang="en-US" sz="2800" dirty="0"/>
              <a:t>的注释分析树</a:t>
            </a:r>
          </a:p>
        </p:txBody>
      </p:sp>
      <p:pic>
        <p:nvPicPr>
          <p:cNvPr id="5" name="图片 4" descr="图标&#10;&#10;描述已自动生成">
            <a:extLst>
              <a:ext uri="{FF2B5EF4-FFF2-40B4-BE49-F238E27FC236}">
                <a16:creationId xmlns:a16="http://schemas.microsoft.com/office/drawing/2014/main" id="{78CA7B90-7C41-4819-5FE3-7F4A6B743D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Tree>
    <p:extLst>
      <p:ext uri="{BB962C8B-B14F-4D97-AF65-F5344CB8AC3E}">
        <p14:creationId xmlns:p14="http://schemas.microsoft.com/office/powerpoint/2010/main" val="2491439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mph" presetSubtype="2" fill="hold" nodeType="clickEffect">
                                  <p:stCondLst>
                                    <p:cond delay="0"/>
                                  </p:stCondLst>
                                  <p:childTnLst>
                                    <p:animClr clrSpc="rgb" dir="cw">
                                      <p:cBhvr override="childStyle">
                                        <p:cTn id="17" dur="10" fill="hold"/>
                                        <p:tgtEl>
                                          <p:spTgt spid="18445">
                                            <p:txEl>
                                              <p:pRg st="0" end="0"/>
                                            </p:txEl>
                                          </p:spTgt>
                                        </p:tgtEl>
                                        <p:attrNameLst>
                                          <p:attrName>style.color</p:attrName>
                                        </p:attrNameLst>
                                      </p:cBhvr>
                                      <p:to>
                                        <a:srgbClr val="FF0000"/>
                                      </p:to>
                                    </p:animClr>
                                  </p:childTnLst>
                                </p:cTn>
                              </p:par>
                            </p:childTnLst>
                          </p:cTn>
                        </p:par>
                      </p:childTnLst>
                    </p:cTn>
                  </p:par>
                  <p:par>
                    <p:cTn id="18" fill="hold">
                      <p:stCondLst>
                        <p:cond delay="indefinite"/>
                      </p:stCondLst>
                      <p:childTnLst>
                        <p:par>
                          <p:cTn id="19" fill="hold">
                            <p:stCondLst>
                              <p:cond delay="0"/>
                            </p:stCondLst>
                            <p:childTnLst>
                              <p:par>
                                <p:cTn id="20" presetID="3" presetClass="emph" presetSubtype="2" fill="hold" grpId="0" nodeType="clickEffect">
                                  <p:stCondLst>
                                    <p:cond delay="0"/>
                                  </p:stCondLst>
                                  <p:childTnLst>
                                    <p:animClr clrSpc="rgb" dir="cw">
                                      <p:cBhvr override="childStyle">
                                        <p:cTn id="21" dur="10" fill="hold"/>
                                        <p:tgtEl>
                                          <p:spTgt spid="18444"/>
                                        </p:tgtEl>
                                        <p:attrNameLst>
                                          <p:attrName>style.color</p:attrName>
                                        </p:attrNameLst>
                                      </p:cBhvr>
                                      <p:to>
                                        <a:srgbClr val="FF0000"/>
                                      </p:to>
                                    </p:animClr>
                                  </p:childTnLst>
                                </p:cTn>
                              </p:par>
                            </p:childTnLst>
                          </p:cTn>
                        </p:par>
                      </p:childTnLst>
                    </p:cTn>
                  </p:par>
                  <p:par>
                    <p:cTn id="22" fill="hold">
                      <p:stCondLst>
                        <p:cond delay="indefinite"/>
                      </p:stCondLst>
                      <p:childTnLst>
                        <p:par>
                          <p:cTn id="23" fill="hold">
                            <p:stCondLst>
                              <p:cond delay="0"/>
                            </p:stCondLst>
                            <p:childTnLst>
                              <p:par>
                                <p:cTn id="24" presetID="3" presetClass="emph" presetSubtype="2" fill="hold" grpId="0" nodeType="clickEffect">
                                  <p:stCondLst>
                                    <p:cond delay="0"/>
                                  </p:stCondLst>
                                  <p:childTnLst>
                                    <p:animClr clrSpc="rgb" dir="cw">
                                      <p:cBhvr override="childStyle">
                                        <p:cTn id="25" dur="10" fill="hold"/>
                                        <p:tgtEl>
                                          <p:spTgt spid="18443"/>
                                        </p:tgtEl>
                                        <p:attrNameLst>
                                          <p:attrName>style.color</p:attrName>
                                        </p:attrNameLst>
                                      </p:cBhvr>
                                      <p:to>
                                        <a:srgbClr val="FF0000"/>
                                      </p:to>
                                    </p:animClr>
                                  </p:childTnLst>
                                </p:cTn>
                              </p:par>
                            </p:childTnLst>
                          </p:cTn>
                        </p:par>
                      </p:childTnLst>
                    </p:cTn>
                  </p:par>
                  <p:par>
                    <p:cTn id="26" fill="hold">
                      <p:stCondLst>
                        <p:cond delay="indefinite"/>
                      </p:stCondLst>
                      <p:childTnLst>
                        <p:par>
                          <p:cTn id="27" fill="hold">
                            <p:stCondLst>
                              <p:cond delay="0"/>
                            </p:stCondLst>
                            <p:childTnLst>
                              <p:par>
                                <p:cTn id="28" presetID="3" presetClass="emph" presetSubtype="2" fill="hold" grpId="0" nodeType="clickEffect">
                                  <p:stCondLst>
                                    <p:cond delay="0"/>
                                  </p:stCondLst>
                                  <p:childTnLst>
                                    <p:animClr clrSpc="rgb" dir="cw">
                                      <p:cBhvr override="childStyle">
                                        <p:cTn id="29" dur="10" fill="hold"/>
                                        <p:tgtEl>
                                          <p:spTgt spid="18442"/>
                                        </p:tgtEl>
                                        <p:attrNameLst>
                                          <p:attrName>style.color</p:attrName>
                                        </p:attrNameLst>
                                      </p:cBhvr>
                                      <p:to>
                                        <a:srgbClr val="FF0000"/>
                                      </p:to>
                                    </p:animClr>
                                  </p:childTnLst>
                                </p:cTn>
                              </p:par>
                            </p:childTnLst>
                          </p:cTn>
                        </p:par>
                      </p:childTnLst>
                    </p:cTn>
                  </p:par>
                  <p:par>
                    <p:cTn id="30" fill="hold">
                      <p:stCondLst>
                        <p:cond delay="indefinite"/>
                      </p:stCondLst>
                      <p:childTnLst>
                        <p:par>
                          <p:cTn id="31" fill="hold">
                            <p:stCondLst>
                              <p:cond delay="0"/>
                            </p:stCondLst>
                            <p:childTnLst>
                              <p:par>
                                <p:cTn id="32" presetID="3" presetClass="emph" presetSubtype="2" fill="hold" nodeType="clickEffect">
                                  <p:stCondLst>
                                    <p:cond delay="0"/>
                                  </p:stCondLst>
                                  <p:childTnLst>
                                    <p:animClr clrSpc="rgb" dir="cw">
                                      <p:cBhvr override="childStyle">
                                        <p:cTn id="33" dur="10" fill="hold"/>
                                        <p:tgtEl>
                                          <p:spTgt spid="18464"/>
                                        </p:tgtEl>
                                        <p:attrNameLst>
                                          <p:attrName>style.color</p:attrName>
                                        </p:attrNameLst>
                                      </p:cBhvr>
                                      <p:to>
                                        <a:srgbClr val="FF0000"/>
                                      </p:to>
                                    </p:animClr>
                                  </p:childTnLst>
                                </p:cTn>
                              </p:par>
                            </p:childTnLst>
                          </p:cTn>
                        </p:par>
                      </p:childTnLst>
                    </p:cTn>
                  </p:par>
                  <p:par>
                    <p:cTn id="34" fill="hold">
                      <p:stCondLst>
                        <p:cond delay="indefinite"/>
                      </p:stCondLst>
                      <p:childTnLst>
                        <p:par>
                          <p:cTn id="35" fill="hold">
                            <p:stCondLst>
                              <p:cond delay="0"/>
                            </p:stCondLst>
                            <p:childTnLst>
                              <p:par>
                                <p:cTn id="36" presetID="3" presetClass="emph" presetSubtype="2" fill="hold" grpId="0" nodeType="clickEffect">
                                  <p:stCondLst>
                                    <p:cond delay="0"/>
                                  </p:stCondLst>
                                  <p:childTnLst>
                                    <p:animClr clrSpc="rgb" dir="cw">
                                      <p:cBhvr override="childStyle">
                                        <p:cTn id="37" dur="10" fill="hold"/>
                                        <p:tgtEl>
                                          <p:spTgt spid="18462"/>
                                        </p:tgtEl>
                                        <p:attrNameLst>
                                          <p:attrName>style.color</p:attrName>
                                        </p:attrNameLst>
                                      </p:cBhvr>
                                      <p:to>
                                        <a:srgbClr val="FF0000"/>
                                      </p:to>
                                    </p:animClr>
                                  </p:childTnLst>
                                </p:cTn>
                              </p:par>
                            </p:childTnLst>
                          </p:cTn>
                        </p:par>
                      </p:childTnLst>
                    </p:cTn>
                  </p:par>
                  <p:par>
                    <p:cTn id="38" fill="hold">
                      <p:stCondLst>
                        <p:cond delay="indefinite"/>
                      </p:stCondLst>
                      <p:childTnLst>
                        <p:par>
                          <p:cTn id="39" fill="hold">
                            <p:stCondLst>
                              <p:cond delay="0"/>
                            </p:stCondLst>
                            <p:childTnLst>
                              <p:par>
                                <p:cTn id="40" presetID="3" presetClass="emph" presetSubtype="2" fill="hold" grpId="0" nodeType="clickEffect">
                                  <p:stCondLst>
                                    <p:cond delay="0"/>
                                  </p:stCondLst>
                                  <p:childTnLst>
                                    <p:animClr clrSpc="rgb" dir="cw">
                                      <p:cBhvr override="childStyle">
                                        <p:cTn id="41" dur="10" fill="hold"/>
                                        <p:tgtEl>
                                          <p:spTgt spid="18450"/>
                                        </p:tgtEl>
                                        <p:attrNameLst>
                                          <p:attrName>style.color</p:attrName>
                                        </p:attrNameLst>
                                      </p:cBhvr>
                                      <p:to>
                                        <a:srgbClr val="FF0000"/>
                                      </p:to>
                                    </p:animClr>
                                  </p:childTnLst>
                                </p:cTn>
                              </p:par>
                            </p:childTnLst>
                          </p:cTn>
                        </p:par>
                      </p:childTnLst>
                    </p:cTn>
                  </p:par>
                  <p:par>
                    <p:cTn id="42" fill="hold">
                      <p:stCondLst>
                        <p:cond delay="indefinite"/>
                      </p:stCondLst>
                      <p:childTnLst>
                        <p:par>
                          <p:cTn id="43" fill="hold">
                            <p:stCondLst>
                              <p:cond delay="0"/>
                            </p:stCondLst>
                            <p:childTnLst>
                              <p:par>
                                <p:cTn id="44" presetID="3" presetClass="emph" presetSubtype="2" fill="hold" grpId="0" nodeType="clickEffect">
                                  <p:stCondLst>
                                    <p:cond delay="0"/>
                                  </p:stCondLst>
                                  <p:childTnLst>
                                    <p:animClr clrSpc="rgb" dir="cw">
                                      <p:cBhvr override="childStyle">
                                        <p:cTn id="45" dur="10" fill="hold"/>
                                        <p:tgtEl>
                                          <p:spTgt spid="18437"/>
                                        </p:tgtEl>
                                        <p:attrNameLst>
                                          <p:attrName>style.color</p:attrName>
                                        </p:attrNameLst>
                                      </p:cBhvr>
                                      <p:to>
                                        <a:srgbClr val="FF0000"/>
                                      </p:to>
                                    </p:animClr>
                                  </p:childTnLst>
                                </p:cTn>
                              </p:par>
                            </p:childTnLst>
                          </p:cTn>
                        </p:par>
                      </p:childTnLst>
                    </p:cTn>
                  </p:par>
                  <p:par>
                    <p:cTn id="46" fill="hold">
                      <p:stCondLst>
                        <p:cond delay="indefinite"/>
                      </p:stCondLst>
                      <p:childTnLst>
                        <p:par>
                          <p:cTn id="47" fill="hold">
                            <p:stCondLst>
                              <p:cond delay="0"/>
                            </p:stCondLst>
                            <p:childTnLst>
                              <p:par>
                                <p:cTn id="48" presetID="3" presetClass="emph" presetSubtype="2" fill="hold" grpId="0" nodeType="clickEffect">
                                  <p:stCondLst>
                                    <p:cond delay="0"/>
                                  </p:stCondLst>
                                  <p:childTnLst>
                                    <p:animClr clrSpc="rgb" dir="cw">
                                      <p:cBhvr override="childStyle">
                                        <p:cTn id="49" dur="10" fill="hold"/>
                                        <p:tgtEl>
                                          <p:spTgt spid="18463"/>
                                        </p:tgtEl>
                                        <p:attrNameLst>
                                          <p:attrName>style.color</p:attrName>
                                        </p:attrNameLst>
                                      </p:cBhvr>
                                      <p:to>
                                        <a:srgbClr val="FF0000"/>
                                      </p:to>
                                    </p:animClr>
                                  </p:childTnLst>
                                </p:cTn>
                              </p:par>
                            </p:childTnLst>
                          </p:cTn>
                        </p:par>
                      </p:childTnLst>
                    </p:cTn>
                  </p:par>
                  <p:par>
                    <p:cTn id="50" fill="hold">
                      <p:stCondLst>
                        <p:cond delay="indefinite"/>
                      </p:stCondLst>
                      <p:childTnLst>
                        <p:par>
                          <p:cTn id="51" fill="hold">
                            <p:stCondLst>
                              <p:cond delay="0"/>
                            </p:stCondLst>
                            <p:childTnLst>
                              <p:par>
                                <p:cTn id="52" presetID="3" presetClass="emph" presetSubtype="2" fill="hold" grpId="0" nodeType="clickEffect">
                                  <p:stCondLst>
                                    <p:cond delay="0"/>
                                  </p:stCondLst>
                                  <p:childTnLst>
                                    <p:animClr clrSpc="rgb" dir="cw">
                                      <p:cBhvr override="childStyle">
                                        <p:cTn id="53" dur="10" fill="hold"/>
                                        <p:tgtEl>
                                          <p:spTgt spid="18441"/>
                                        </p:tgtEl>
                                        <p:attrNameLst>
                                          <p:attrName>style.color</p:attrName>
                                        </p:attrNameLst>
                                      </p:cBhvr>
                                      <p:to>
                                        <a:srgbClr val="FF0000"/>
                                      </p:to>
                                    </p:animClr>
                                  </p:childTnLst>
                                </p:cTn>
                              </p:par>
                            </p:childTnLst>
                          </p:cTn>
                        </p:par>
                      </p:childTnLst>
                    </p:cTn>
                  </p:par>
                  <p:par>
                    <p:cTn id="54" fill="hold">
                      <p:stCondLst>
                        <p:cond delay="indefinite"/>
                      </p:stCondLst>
                      <p:childTnLst>
                        <p:par>
                          <p:cTn id="55" fill="hold">
                            <p:stCondLst>
                              <p:cond delay="0"/>
                            </p:stCondLst>
                            <p:childTnLst>
                              <p:par>
                                <p:cTn id="56" presetID="3" presetClass="emph" presetSubtype="2" fill="hold" grpId="0" nodeType="clickEffect">
                                  <p:stCondLst>
                                    <p:cond delay="0"/>
                                  </p:stCondLst>
                                  <p:childTnLst>
                                    <p:animClr clrSpc="rgb" dir="cw">
                                      <p:cBhvr override="childStyle">
                                        <p:cTn id="57" dur="10" fill="hold"/>
                                        <p:tgtEl>
                                          <p:spTgt spid="18439"/>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p:bldP spid="18439" grpId="0"/>
      <p:bldP spid="18441" grpId="0"/>
      <p:bldP spid="18442" grpId="0"/>
      <p:bldP spid="18443" grpId="0"/>
      <p:bldP spid="18444" grpId="0"/>
      <p:bldP spid="18450" grpId="0"/>
      <p:bldP spid="18462" grpId="0"/>
      <p:bldP spid="18463" grpId="0"/>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D2B3C60-D33A-40D0-9F34-FC601CEDD198}"/>
              </a:ext>
            </a:extLst>
          </p:cNvPr>
          <p:cNvSpPr>
            <a:spLocks noGrp="1" noChangeArrowheads="1"/>
          </p:cNvSpPr>
          <p:nvPr>
            <p:ph type="title"/>
          </p:nvPr>
        </p:nvSpPr>
        <p:spPr/>
        <p:txBody>
          <a:bodyPr/>
          <a:lstStyle/>
          <a:p>
            <a:pPr eaLnBrk="1" hangingPunct="1"/>
            <a:r>
              <a:rPr lang="en-US" altLang="zh-CN" dirty="0"/>
              <a:t>4.1.2 </a:t>
            </a:r>
            <a:r>
              <a:rPr lang="zh-CN" altLang="en-US" dirty="0"/>
              <a:t>综合属性</a:t>
            </a:r>
          </a:p>
        </p:txBody>
      </p:sp>
      <p:sp>
        <p:nvSpPr>
          <p:cNvPr id="18435" name="Rectangle 3">
            <a:extLst>
              <a:ext uri="{FF2B5EF4-FFF2-40B4-BE49-F238E27FC236}">
                <a16:creationId xmlns:a16="http://schemas.microsoft.com/office/drawing/2014/main" id="{F5EF257D-63BA-45DD-A12B-565D32A3724B}"/>
              </a:ext>
            </a:extLst>
          </p:cNvPr>
          <p:cNvSpPr>
            <a:spLocks noGrp="1" noChangeArrowheads="1"/>
          </p:cNvSpPr>
          <p:nvPr>
            <p:ph idx="1"/>
          </p:nvPr>
        </p:nvSpPr>
        <p:spPr/>
        <p:txBody>
          <a:bodyPr/>
          <a:lstStyle/>
          <a:p>
            <a:r>
              <a:rPr lang="zh-CN" altLang="en-US" dirty="0">
                <a:latin typeface="宋体" panose="02010600030101010101" pitchFamily="2" charset="-122"/>
              </a:rPr>
              <a:t>练习：</a:t>
            </a:r>
            <a:endParaRPr lang="en-US" altLang="zh-CN" dirty="0">
              <a:latin typeface="宋体" panose="02010600030101010101" pitchFamily="2" charset="-122"/>
            </a:endParaRPr>
          </a:p>
          <a:p>
            <a:r>
              <a:rPr lang="zh-CN" altLang="en-US" dirty="0">
                <a:latin typeface="宋体" panose="02010600030101010101" pitchFamily="2" charset="-122"/>
              </a:rPr>
              <a:t>写出</a:t>
            </a:r>
            <a:r>
              <a:rPr lang="en-US" altLang="zh-CN" b="1" dirty="0"/>
              <a:t>(3+4)*5 n</a:t>
            </a:r>
            <a:r>
              <a:rPr lang="zh-CN" altLang="en-US" dirty="0">
                <a:latin typeface="宋体" panose="02010600030101010101" pitchFamily="2" charset="-122"/>
              </a:rPr>
              <a:t>的</a:t>
            </a:r>
            <a:endParaRPr lang="en-US" altLang="zh-CN" dirty="0">
              <a:latin typeface="宋体" panose="02010600030101010101" pitchFamily="2" charset="-122"/>
            </a:endParaRPr>
          </a:p>
          <a:p>
            <a:pPr marL="0" indent="0">
              <a:buNone/>
            </a:pPr>
            <a:r>
              <a:rPr lang="en-US" altLang="zh-CN" dirty="0">
                <a:latin typeface="宋体" panose="02010600030101010101" pitchFamily="2" charset="-122"/>
              </a:rPr>
              <a:t> </a:t>
            </a:r>
            <a:r>
              <a:rPr lang="zh-CN" altLang="en-US" dirty="0">
                <a:latin typeface="宋体" panose="02010600030101010101" pitchFamily="2" charset="-122"/>
              </a:rPr>
              <a:t>注释分析树。</a:t>
            </a:r>
          </a:p>
        </p:txBody>
      </p:sp>
      <p:grpSp>
        <p:nvGrpSpPr>
          <p:cNvPr id="18436" name="组合 18435">
            <a:extLst>
              <a:ext uri="{FF2B5EF4-FFF2-40B4-BE49-F238E27FC236}">
                <a16:creationId xmlns:a16="http://schemas.microsoft.com/office/drawing/2014/main" id="{4FB2B864-5F67-0A5C-3D6C-016D556F52F2}"/>
              </a:ext>
            </a:extLst>
          </p:cNvPr>
          <p:cNvGrpSpPr/>
          <p:nvPr/>
        </p:nvGrpSpPr>
        <p:grpSpPr>
          <a:xfrm>
            <a:off x="2137488" y="155498"/>
            <a:ext cx="6891619" cy="6655603"/>
            <a:chOff x="2173438" y="67521"/>
            <a:chExt cx="6891619" cy="6655603"/>
          </a:xfrm>
        </p:grpSpPr>
        <p:sp>
          <p:nvSpPr>
            <p:cNvPr id="5" name="Rectangle 6">
              <a:extLst>
                <a:ext uri="{FF2B5EF4-FFF2-40B4-BE49-F238E27FC236}">
                  <a16:creationId xmlns:a16="http://schemas.microsoft.com/office/drawing/2014/main" id="{CC1BA59E-7F8C-044B-A4DB-75C924E024D0}"/>
                </a:ext>
              </a:extLst>
            </p:cNvPr>
            <p:cNvSpPr>
              <a:spLocks noChangeArrowheads="1"/>
            </p:cNvSpPr>
            <p:nvPr/>
          </p:nvSpPr>
          <p:spPr bwMode="auto">
            <a:xfrm>
              <a:off x="6685394" y="67521"/>
              <a:ext cx="3921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solidFill>
                    <a:schemeClr val="accent1"/>
                  </a:solidFill>
                  <a:ea typeface="宋体" panose="02010600030101010101" pitchFamily="2" charset="-122"/>
                </a:rPr>
                <a:t>L</a:t>
              </a:r>
            </a:p>
          </p:txBody>
        </p:sp>
        <p:sp>
          <p:nvSpPr>
            <p:cNvPr id="6" name="Rectangle 7">
              <a:extLst>
                <a:ext uri="{FF2B5EF4-FFF2-40B4-BE49-F238E27FC236}">
                  <a16:creationId xmlns:a16="http://schemas.microsoft.com/office/drawing/2014/main" id="{9B1B750E-9740-64DF-78E6-9208DBF78CEF}"/>
                </a:ext>
              </a:extLst>
            </p:cNvPr>
            <p:cNvSpPr>
              <a:spLocks noChangeArrowheads="1"/>
            </p:cNvSpPr>
            <p:nvPr/>
          </p:nvSpPr>
          <p:spPr bwMode="auto">
            <a:xfrm>
              <a:off x="6096431" y="699346"/>
              <a:ext cx="154463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solidFill>
                    <a:schemeClr val="accent1"/>
                  </a:solidFill>
                  <a:ea typeface="宋体" panose="02010600030101010101" pitchFamily="2" charset="-122"/>
                </a:rPr>
                <a:t>E</a:t>
              </a:r>
              <a:r>
                <a:rPr lang="en-US" altLang="zh-CN" sz="2800" b="1" dirty="0" err="1">
                  <a:solidFill>
                    <a:schemeClr val="accent1"/>
                  </a:solidFill>
                  <a:ea typeface="宋体" panose="02010600030101010101" pitchFamily="2" charset="-122"/>
                </a:rPr>
                <a:t>.</a:t>
              </a:r>
              <a:r>
                <a:rPr lang="en-US" altLang="zh-CN" sz="2800" b="1" i="1" dirty="0" err="1">
                  <a:solidFill>
                    <a:schemeClr val="accent1"/>
                  </a:solidFill>
                  <a:ea typeface="宋体" panose="02010600030101010101" pitchFamily="2" charset="-122"/>
                </a:rPr>
                <a:t>val</a:t>
              </a:r>
              <a:r>
                <a:rPr lang="en-US" altLang="zh-CN" sz="2800" b="1" i="1" dirty="0">
                  <a:solidFill>
                    <a:schemeClr val="accent1"/>
                  </a:solidFill>
                  <a:ea typeface="宋体" panose="02010600030101010101" pitchFamily="2" charset="-122"/>
                </a:rPr>
                <a:t> </a:t>
              </a:r>
              <a:r>
                <a:rPr lang="en-US" altLang="zh-CN" sz="2800" b="1" dirty="0">
                  <a:solidFill>
                    <a:schemeClr val="accent1"/>
                  </a:solidFill>
                  <a:ea typeface="宋体" panose="02010600030101010101" pitchFamily="2" charset="-122"/>
                </a:rPr>
                <a:t>= 35</a:t>
              </a:r>
            </a:p>
          </p:txBody>
        </p:sp>
        <p:sp>
          <p:nvSpPr>
            <p:cNvPr id="7" name="Rectangle 8">
              <a:extLst>
                <a:ext uri="{FF2B5EF4-FFF2-40B4-BE49-F238E27FC236}">
                  <a16:creationId xmlns:a16="http://schemas.microsoft.com/office/drawing/2014/main" id="{C96972CD-0B76-18F0-403C-80DB1942BF3C}"/>
                </a:ext>
              </a:extLst>
            </p:cNvPr>
            <p:cNvSpPr>
              <a:spLocks noChangeArrowheads="1"/>
            </p:cNvSpPr>
            <p:nvPr/>
          </p:nvSpPr>
          <p:spPr bwMode="auto">
            <a:xfrm>
              <a:off x="8331631" y="558058"/>
              <a:ext cx="3921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solidFill>
                    <a:schemeClr val="accent1"/>
                  </a:solidFill>
                  <a:ea typeface="宋体" panose="02010600030101010101" pitchFamily="2" charset="-122"/>
                </a:rPr>
                <a:t>n</a:t>
              </a:r>
            </a:p>
          </p:txBody>
        </p:sp>
        <p:sp>
          <p:nvSpPr>
            <p:cNvPr id="8" name="Rectangle 9">
              <a:extLst>
                <a:ext uri="{FF2B5EF4-FFF2-40B4-BE49-F238E27FC236}">
                  <a16:creationId xmlns:a16="http://schemas.microsoft.com/office/drawing/2014/main" id="{77964D0D-96C0-E314-DB83-0CC1521E153F}"/>
                </a:ext>
              </a:extLst>
            </p:cNvPr>
            <p:cNvSpPr>
              <a:spLocks noChangeArrowheads="1"/>
            </p:cNvSpPr>
            <p:nvPr/>
          </p:nvSpPr>
          <p:spPr bwMode="auto">
            <a:xfrm>
              <a:off x="4504170" y="2138397"/>
              <a:ext cx="1544638"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solidFill>
                    <a:schemeClr val="accent1"/>
                  </a:solidFill>
                  <a:ea typeface="宋体" panose="02010600030101010101" pitchFamily="2" charset="-122"/>
                </a:rPr>
                <a:t>T</a:t>
              </a:r>
              <a:r>
                <a:rPr lang="en-US" altLang="zh-CN" sz="2800" b="1" dirty="0" err="1">
                  <a:solidFill>
                    <a:schemeClr val="accent1"/>
                  </a:solidFill>
                  <a:ea typeface="宋体" panose="02010600030101010101" pitchFamily="2" charset="-122"/>
                </a:rPr>
                <a:t>.</a:t>
              </a:r>
              <a:r>
                <a:rPr lang="en-US" altLang="zh-CN" sz="2800" b="1" i="1" dirty="0" err="1">
                  <a:solidFill>
                    <a:schemeClr val="accent1"/>
                  </a:solidFill>
                  <a:ea typeface="宋体" panose="02010600030101010101" pitchFamily="2" charset="-122"/>
                </a:rPr>
                <a:t>val</a:t>
              </a:r>
              <a:r>
                <a:rPr lang="en-US" altLang="zh-CN" sz="2800" b="1" i="1" dirty="0">
                  <a:solidFill>
                    <a:schemeClr val="accent1"/>
                  </a:solidFill>
                  <a:ea typeface="宋体" panose="02010600030101010101" pitchFamily="2" charset="-122"/>
                </a:rPr>
                <a:t> </a:t>
              </a:r>
              <a:r>
                <a:rPr lang="en-US" altLang="zh-CN" sz="2800" b="1" dirty="0">
                  <a:solidFill>
                    <a:schemeClr val="accent1"/>
                  </a:solidFill>
                  <a:ea typeface="宋体" panose="02010600030101010101" pitchFamily="2" charset="-122"/>
                </a:rPr>
                <a:t>= 7</a:t>
              </a:r>
            </a:p>
          </p:txBody>
        </p:sp>
        <p:sp>
          <p:nvSpPr>
            <p:cNvPr id="13" name="Line 14">
              <a:extLst>
                <a:ext uri="{FF2B5EF4-FFF2-40B4-BE49-F238E27FC236}">
                  <a16:creationId xmlns:a16="http://schemas.microsoft.com/office/drawing/2014/main" id="{F1ECB5B4-8965-792D-EE8C-A2D79843569E}"/>
                </a:ext>
              </a:extLst>
            </p:cNvPr>
            <p:cNvSpPr>
              <a:spLocks noChangeShapeType="1"/>
            </p:cNvSpPr>
            <p:nvPr/>
          </p:nvSpPr>
          <p:spPr bwMode="auto">
            <a:xfrm>
              <a:off x="5400982" y="3263692"/>
              <a:ext cx="1054100" cy="3063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endParaRPr>
            </a:p>
          </p:txBody>
        </p:sp>
        <p:sp>
          <p:nvSpPr>
            <p:cNvPr id="14" name="Line 15">
              <a:extLst>
                <a:ext uri="{FF2B5EF4-FFF2-40B4-BE49-F238E27FC236}">
                  <a16:creationId xmlns:a16="http://schemas.microsoft.com/office/drawing/2014/main" id="{C408B6CA-8B8D-6CCD-3277-3ACA260F9E68}"/>
                </a:ext>
              </a:extLst>
            </p:cNvPr>
            <p:cNvSpPr>
              <a:spLocks noChangeShapeType="1"/>
            </p:cNvSpPr>
            <p:nvPr/>
          </p:nvSpPr>
          <p:spPr bwMode="auto">
            <a:xfrm>
              <a:off x="7150531" y="454871"/>
              <a:ext cx="1054100" cy="3063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endParaRPr>
            </a:p>
          </p:txBody>
        </p:sp>
        <p:sp>
          <p:nvSpPr>
            <p:cNvPr id="16" name="Line 17">
              <a:extLst>
                <a:ext uri="{FF2B5EF4-FFF2-40B4-BE49-F238E27FC236}">
                  <a16:creationId xmlns:a16="http://schemas.microsoft.com/office/drawing/2014/main" id="{C961EB09-974E-E513-19A8-AFE1D2DC4F6B}"/>
                </a:ext>
              </a:extLst>
            </p:cNvPr>
            <p:cNvSpPr>
              <a:spLocks noChangeShapeType="1"/>
            </p:cNvSpPr>
            <p:nvPr/>
          </p:nvSpPr>
          <p:spPr bwMode="auto">
            <a:xfrm>
              <a:off x="6783819" y="556471"/>
              <a:ext cx="0" cy="2682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endParaRPr>
            </a:p>
          </p:txBody>
        </p:sp>
        <p:sp>
          <p:nvSpPr>
            <p:cNvPr id="18" name="Line 19">
              <a:extLst>
                <a:ext uri="{FF2B5EF4-FFF2-40B4-BE49-F238E27FC236}">
                  <a16:creationId xmlns:a16="http://schemas.microsoft.com/office/drawing/2014/main" id="{12A7FC42-2A2A-DBC4-7433-9310D5D2DF4E}"/>
                </a:ext>
              </a:extLst>
            </p:cNvPr>
            <p:cNvSpPr>
              <a:spLocks noChangeShapeType="1"/>
            </p:cNvSpPr>
            <p:nvPr/>
          </p:nvSpPr>
          <p:spPr bwMode="auto">
            <a:xfrm>
              <a:off x="6783819" y="1193058"/>
              <a:ext cx="0" cy="2682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endParaRPr>
            </a:p>
          </p:txBody>
        </p:sp>
        <p:sp>
          <p:nvSpPr>
            <p:cNvPr id="24" name="Line 25">
              <a:extLst>
                <a:ext uri="{FF2B5EF4-FFF2-40B4-BE49-F238E27FC236}">
                  <a16:creationId xmlns:a16="http://schemas.microsoft.com/office/drawing/2014/main" id="{5FD04F7B-515F-A531-E5A5-F075BD30A7E2}"/>
                </a:ext>
              </a:extLst>
            </p:cNvPr>
            <p:cNvSpPr>
              <a:spLocks noChangeShapeType="1"/>
            </p:cNvSpPr>
            <p:nvPr/>
          </p:nvSpPr>
          <p:spPr bwMode="auto">
            <a:xfrm>
              <a:off x="6881450" y="1841552"/>
              <a:ext cx="1054100" cy="307975"/>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endParaRPr>
            </a:p>
          </p:txBody>
        </p:sp>
        <p:sp>
          <p:nvSpPr>
            <p:cNvPr id="25" name="Line 26">
              <a:extLst>
                <a:ext uri="{FF2B5EF4-FFF2-40B4-BE49-F238E27FC236}">
                  <a16:creationId xmlns:a16="http://schemas.microsoft.com/office/drawing/2014/main" id="{0D7174B6-4A5B-48EB-D8B3-FDD406E6CBA9}"/>
                </a:ext>
              </a:extLst>
            </p:cNvPr>
            <p:cNvSpPr>
              <a:spLocks noChangeShapeType="1"/>
            </p:cNvSpPr>
            <p:nvPr/>
          </p:nvSpPr>
          <p:spPr bwMode="auto">
            <a:xfrm flipH="1">
              <a:off x="5658282" y="1842346"/>
              <a:ext cx="1054100" cy="3063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endParaRPr>
            </a:p>
          </p:txBody>
        </p:sp>
        <p:sp>
          <p:nvSpPr>
            <p:cNvPr id="26" name="Line 27">
              <a:extLst>
                <a:ext uri="{FF2B5EF4-FFF2-40B4-BE49-F238E27FC236}">
                  <a16:creationId xmlns:a16="http://schemas.microsoft.com/office/drawing/2014/main" id="{572940C3-8E94-32F5-0DB2-1352365F9299}"/>
                </a:ext>
              </a:extLst>
            </p:cNvPr>
            <p:cNvSpPr>
              <a:spLocks noChangeShapeType="1"/>
            </p:cNvSpPr>
            <p:nvPr/>
          </p:nvSpPr>
          <p:spPr bwMode="auto">
            <a:xfrm>
              <a:off x="6786536" y="1905846"/>
              <a:ext cx="0" cy="2682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endParaRPr>
            </a:p>
          </p:txBody>
        </p:sp>
        <p:sp>
          <p:nvSpPr>
            <p:cNvPr id="33" name="Rectangle 9">
              <a:extLst>
                <a:ext uri="{FF2B5EF4-FFF2-40B4-BE49-F238E27FC236}">
                  <a16:creationId xmlns:a16="http://schemas.microsoft.com/office/drawing/2014/main" id="{78DAA691-B06A-8242-81D3-5921AA8EC0AB}"/>
                </a:ext>
              </a:extLst>
            </p:cNvPr>
            <p:cNvSpPr>
              <a:spLocks noChangeArrowheads="1"/>
            </p:cNvSpPr>
            <p:nvPr/>
          </p:nvSpPr>
          <p:spPr bwMode="auto">
            <a:xfrm>
              <a:off x="6078174" y="1393084"/>
              <a:ext cx="1544638"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solidFill>
                    <a:schemeClr val="accent1"/>
                  </a:solidFill>
                  <a:ea typeface="宋体" panose="02010600030101010101" pitchFamily="2" charset="-122"/>
                </a:rPr>
                <a:t>T</a:t>
              </a:r>
              <a:r>
                <a:rPr lang="en-US" altLang="zh-CN" sz="2800" b="1" dirty="0" err="1">
                  <a:solidFill>
                    <a:schemeClr val="accent1"/>
                  </a:solidFill>
                  <a:ea typeface="宋体" panose="02010600030101010101" pitchFamily="2" charset="-122"/>
                </a:rPr>
                <a:t>.</a:t>
              </a:r>
              <a:r>
                <a:rPr lang="en-US" altLang="zh-CN" sz="2800" b="1" i="1" dirty="0" err="1">
                  <a:solidFill>
                    <a:schemeClr val="accent1"/>
                  </a:solidFill>
                  <a:ea typeface="宋体" panose="02010600030101010101" pitchFamily="2" charset="-122"/>
                </a:rPr>
                <a:t>val</a:t>
              </a:r>
              <a:r>
                <a:rPr lang="en-US" altLang="zh-CN" sz="2800" b="1" i="1" dirty="0">
                  <a:solidFill>
                    <a:schemeClr val="accent1"/>
                  </a:solidFill>
                  <a:ea typeface="宋体" panose="02010600030101010101" pitchFamily="2" charset="-122"/>
                </a:rPr>
                <a:t> </a:t>
              </a:r>
              <a:r>
                <a:rPr lang="en-US" altLang="zh-CN" sz="2800" b="1" dirty="0">
                  <a:solidFill>
                    <a:schemeClr val="accent1"/>
                  </a:solidFill>
                  <a:ea typeface="宋体" panose="02010600030101010101" pitchFamily="2" charset="-122"/>
                </a:rPr>
                <a:t>= 35</a:t>
              </a:r>
            </a:p>
          </p:txBody>
        </p:sp>
        <p:sp>
          <p:nvSpPr>
            <p:cNvPr id="34" name="Rectangle 21">
              <a:extLst>
                <a:ext uri="{FF2B5EF4-FFF2-40B4-BE49-F238E27FC236}">
                  <a16:creationId xmlns:a16="http://schemas.microsoft.com/office/drawing/2014/main" id="{BB457848-6C3F-F764-ED8D-56A6A577F673}"/>
                </a:ext>
              </a:extLst>
            </p:cNvPr>
            <p:cNvSpPr>
              <a:spLocks noChangeArrowheads="1"/>
            </p:cNvSpPr>
            <p:nvPr/>
          </p:nvSpPr>
          <p:spPr bwMode="auto">
            <a:xfrm>
              <a:off x="6671900" y="2229696"/>
              <a:ext cx="3937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chemeClr val="accent1"/>
                  </a:solidFill>
                  <a:ea typeface="宋体" panose="02010600030101010101" pitchFamily="2" charset="-122"/>
                </a:rPr>
                <a:t>*</a:t>
              </a:r>
            </a:p>
          </p:txBody>
        </p:sp>
        <p:sp>
          <p:nvSpPr>
            <p:cNvPr id="35" name="Rectangle 31">
              <a:extLst>
                <a:ext uri="{FF2B5EF4-FFF2-40B4-BE49-F238E27FC236}">
                  <a16:creationId xmlns:a16="http://schemas.microsoft.com/office/drawing/2014/main" id="{0F2EE99F-9145-E315-934B-A75AED5F0AF2}"/>
                </a:ext>
              </a:extLst>
            </p:cNvPr>
            <p:cNvSpPr>
              <a:spLocks noChangeArrowheads="1"/>
            </p:cNvSpPr>
            <p:nvPr/>
          </p:nvSpPr>
          <p:spPr bwMode="auto">
            <a:xfrm>
              <a:off x="7475468" y="2159034"/>
              <a:ext cx="1546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solidFill>
                    <a:schemeClr val="accent1"/>
                  </a:solidFill>
                  <a:ea typeface="宋体" panose="02010600030101010101" pitchFamily="2" charset="-122"/>
                </a:rPr>
                <a:t>F</a:t>
              </a:r>
              <a:r>
                <a:rPr lang="en-US" altLang="zh-CN" sz="2800" b="1" dirty="0" err="1">
                  <a:solidFill>
                    <a:schemeClr val="accent1"/>
                  </a:solidFill>
                  <a:ea typeface="宋体" panose="02010600030101010101" pitchFamily="2" charset="-122"/>
                </a:rPr>
                <a:t>.</a:t>
              </a:r>
              <a:r>
                <a:rPr lang="en-US" altLang="zh-CN" sz="2800" b="1" i="1" dirty="0" err="1">
                  <a:solidFill>
                    <a:schemeClr val="accent1"/>
                  </a:solidFill>
                  <a:ea typeface="宋体" panose="02010600030101010101" pitchFamily="2" charset="-122"/>
                </a:rPr>
                <a:t>val</a:t>
              </a:r>
              <a:r>
                <a:rPr lang="en-US" altLang="zh-CN" sz="2800" b="1" i="1" dirty="0">
                  <a:solidFill>
                    <a:schemeClr val="accent1"/>
                  </a:solidFill>
                  <a:ea typeface="宋体" panose="02010600030101010101" pitchFamily="2" charset="-122"/>
                </a:rPr>
                <a:t> </a:t>
              </a:r>
              <a:r>
                <a:rPr lang="en-US" altLang="zh-CN" sz="2800" b="1" dirty="0">
                  <a:solidFill>
                    <a:schemeClr val="accent1"/>
                  </a:solidFill>
                  <a:ea typeface="宋体" panose="02010600030101010101" pitchFamily="2" charset="-122"/>
                </a:rPr>
                <a:t>= 5</a:t>
              </a:r>
            </a:p>
          </p:txBody>
        </p:sp>
        <p:sp>
          <p:nvSpPr>
            <p:cNvPr id="36" name="Line 27">
              <a:extLst>
                <a:ext uri="{FF2B5EF4-FFF2-40B4-BE49-F238E27FC236}">
                  <a16:creationId xmlns:a16="http://schemas.microsoft.com/office/drawing/2014/main" id="{1DAA12B3-7327-23E0-F8B6-69BEE6DEA496}"/>
                </a:ext>
              </a:extLst>
            </p:cNvPr>
            <p:cNvSpPr>
              <a:spLocks noChangeShapeType="1"/>
            </p:cNvSpPr>
            <p:nvPr/>
          </p:nvSpPr>
          <p:spPr bwMode="auto">
            <a:xfrm>
              <a:off x="5245148" y="2595094"/>
              <a:ext cx="0" cy="2682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endParaRPr>
            </a:p>
          </p:txBody>
        </p:sp>
        <p:sp>
          <p:nvSpPr>
            <p:cNvPr id="37" name="Rectangle 12">
              <a:extLst>
                <a:ext uri="{FF2B5EF4-FFF2-40B4-BE49-F238E27FC236}">
                  <a16:creationId xmlns:a16="http://schemas.microsoft.com/office/drawing/2014/main" id="{4652065B-A23C-5C35-1F73-4413BBC08125}"/>
                </a:ext>
              </a:extLst>
            </p:cNvPr>
            <p:cNvSpPr>
              <a:spLocks noChangeArrowheads="1"/>
            </p:cNvSpPr>
            <p:nvPr/>
          </p:nvSpPr>
          <p:spPr bwMode="auto">
            <a:xfrm>
              <a:off x="4593579" y="2793618"/>
              <a:ext cx="14478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solidFill>
                    <a:schemeClr val="accent1"/>
                  </a:solidFill>
                  <a:ea typeface="宋体" panose="02010600030101010101" pitchFamily="2" charset="-122"/>
                </a:rPr>
                <a:t>F</a:t>
              </a:r>
              <a:r>
                <a:rPr lang="en-US" altLang="zh-CN" sz="2800" b="1" dirty="0" err="1">
                  <a:solidFill>
                    <a:schemeClr val="accent1"/>
                  </a:solidFill>
                  <a:ea typeface="宋体" panose="02010600030101010101" pitchFamily="2" charset="-122"/>
                </a:rPr>
                <a:t>.</a:t>
              </a:r>
              <a:r>
                <a:rPr lang="en-US" altLang="zh-CN" sz="2800" b="1" i="1" dirty="0" err="1">
                  <a:solidFill>
                    <a:schemeClr val="accent1"/>
                  </a:solidFill>
                  <a:ea typeface="宋体" panose="02010600030101010101" pitchFamily="2" charset="-122"/>
                </a:rPr>
                <a:t>val</a:t>
              </a:r>
              <a:r>
                <a:rPr lang="en-US" altLang="zh-CN" sz="2800" b="1" i="1" dirty="0">
                  <a:solidFill>
                    <a:schemeClr val="accent1"/>
                  </a:solidFill>
                  <a:ea typeface="宋体" panose="02010600030101010101" pitchFamily="2" charset="-122"/>
                </a:rPr>
                <a:t> </a:t>
              </a:r>
              <a:r>
                <a:rPr lang="en-US" altLang="zh-CN" sz="2800" b="1" dirty="0">
                  <a:solidFill>
                    <a:schemeClr val="accent1"/>
                  </a:solidFill>
                  <a:ea typeface="宋体" panose="02010600030101010101" pitchFamily="2" charset="-122"/>
                </a:rPr>
                <a:t>= 7</a:t>
              </a:r>
            </a:p>
          </p:txBody>
        </p:sp>
        <p:sp>
          <p:nvSpPr>
            <p:cNvPr id="38" name="Line 27">
              <a:extLst>
                <a:ext uri="{FF2B5EF4-FFF2-40B4-BE49-F238E27FC236}">
                  <a16:creationId xmlns:a16="http://schemas.microsoft.com/office/drawing/2014/main" id="{F7DCDB02-9F43-6462-1B4C-4F441664FD29}"/>
                </a:ext>
              </a:extLst>
            </p:cNvPr>
            <p:cNvSpPr>
              <a:spLocks noChangeShapeType="1"/>
            </p:cNvSpPr>
            <p:nvPr/>
          </p:nvSpPr>
          <p:spPr bwMode="auto">
            <a:xfrm>
              <a:off x="5232436" y="3301792"/>
              <a:ext cx="0" cy="2682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endParaRPr>
            </a:p>
          </p:txBody>
        </p:sp>
        <p:sp>
          <p:nvSpPr>
            <p:cNvPr id="40" name="Line 26">
              <a:extLst>
                <a:ext uri="{FF2B5EF4-FFF2-40B4-BE49-F238E27FC236}">
                  <a16:creationId xmlns:a16="http://schemas.microsoft.com/office/drawing/2014/main" id="{E86972F4-62F7-4A3A-207C-922555D0A9CB}"/>
                </a:ext>
              </a:extLst>
            </p:cNvPr>
            <p:cNvSpPr>
              <a:spLocks noChangeShapeType="1"/>
            </p:cNvSpPr>
            <p:nvPr/>
          </p:nvSpPr>
          <p:spPr bwMode="auto">
            <a:xfrm flipH="1">
              <a:off x="4061246" y="3263691"/>
              <a:ext cx="1054100" cy="3063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endParaRPr>
            </a:p>
          </p:txBody>
        </p:sp>
        <p:sp>
          <p:nvSpPr>
            <p:cNvPr id="41" name="Rectangle 12">
              <a:extLst>
                <a:ext uri="{FF2B5EF4-FFF2-40B4-BE49-F238E27FC236}">
                  <a16:creationId xmlns:a16="http://schemas.microsoft.com/office/drawing/2014/main" id="{58F13EAC-CC25-69C4-D754-85385F5278C8}"/>
                </a:ext>
              </a:extLst>
            </p:cNvPr>
            <p:cNvSpPr>
              <a:spLocks noChangeArrowheads="1"/>
            </p:cNvSpPr>
            <p:nvPr/>
          </p:nvSpPr>
          <p:spPr bwMode="auto">
            <a:xfrm>
              <a:off x="3892701" y="3570078"/>
              <a:ext cx="633849"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chemeClr val="accent1"/>
                  </a:solidFill>
                  <a:ea typeface="宋体" panose="02010600030101010101" pitchFamily="2" charset="-122"/>
                </a:rPr>
                <a:t>(</a:t>
              </a:r>
            </a:p>
          </p:txBody>
        </p:sp>
        <p:sp>
          <p:nvSpPr>
            <p:cNvPr id="42" name="Rectangle 12">
              <a:extLst>
                <a:ext uri="{FF2B5EF4-FFF2-40B4-BE49-F238E27FC236}">
                  <a16:creationId xmlns:a16="http://schemas.microsoft.com/office/drawing/2014/main" id="{0777A72A-E2F8-13DA-CFA5-4A27E675D103}"/>
                </a:ext>
              </a:extLst>
            </p:cNvPr>
            <p:cNvSpPr>
              <a:spLocks noChangeArrowheads="1"/>
            </p:cNvSpPr>
            <p:nvPr/>
          </p:nvSpPr>
          <p:spPr bwMode="auto">
            <a:xfrm>
              <a:off x="6509399" y="3570077"/>
              <a:ext cx="633849"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chemeClr val="accent1"/>
                  </a:solidFill>
                  <a:ea typeface="宋体" panose="02010600030101010101" pitchFamily="2" charset="-122"/>
                </a:rPr>
                <a:t>)</a:t>
              </a:r>
            </a:p>
          </p:txBody>
        </p:sp>
        <p:sp>
          <p:nvSpPr>
            <p:cNvPr id="43" name="Rectangle 7">
              <a:extLst>
                <a:ext uri="{FF2B5EF4-FFF2-40B4-BE49-F238E27FC236}">
                  <a16:creationId xmlns:a16="http://schemas.microsoft.com/office/drawing/2014/main" id="{7FE8E19B-59FF-7BD3-5DF4-DAA5532B2C97}"/>
                </a:ext>
              </a:extLst>
            </p:cNvPr>
            <p:cNvSpPr>
              <a:spLocks noChangeArrowheads="1"/>
            </p:cNvSpPr>
            <p:nvPr/>
          </p:nvSpPr>
          <p:spPr bwMode="auto">
            <a:xfrm>
              <a:off x="4580867" y="3572642"/>
              <a:ext cx="154463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solidFill>
                    <a:schemeClr val="accent1"/>
                  </a:solidFill>
                  <a:ea typeface="宋体" panose="02010600030101010101" pitchFamily="2" charset="-122"/>
                </a:rPr>
                <a:t>E</a:t>
              </a:r>
              <a:r>
                <a:rPr lang="en-US" altLang="zh-CN" sz="2800" b="1" dirty="0" err="1">
                  <a:solidFill>
                    <a:schemeClr val="accent1"/>
                  </a:solidFill>
                  <a:ea typeface="宋体" panose="02010600030101010101" pitchFamily="2" charset="-122"/>
                </a:rPr>
                <a:t>.</a:t>
              </a:r>
              <a:r>
                <a:rPr lang="en-US" altLang="zh-CN" sz="2800" b="1" i="1" dirty="0" err="1">
                  <a:solidFill>
                    <a:schemeClr val="accent1"/>
                  </a:solidFill>
                  <a:ea typeface="宋体" panose="02010600030101010101" pitchFamily="2" charset="-122"/>
                </a:rPr>
                <a:t>val</a:t>
              </a:r>
              <a:r>
                <a:rPr lang="en-US" altLang="zh-CN" sz="2800" b="1" i="1" dirty="0">
                  <a:solidFill>
                    <a:schemeClr val="accent1"/>
                  </a:solidFill>
                  <a:ea typeface="宋体" panose="02010600030101010101" pitchFamily="2" charset="-122"/>
                </a:rPr>
                <a:t> </a:t>
              </a:r>
              <a:r>
                <a:rPr lang="en-US" altLang="zh-CN" sz="2800" b="1" dirty="0">
                  <a:solidFill>
                    <a:schemeClr val="accent1"/>
                  </a:solidFill>
                  <a:ea typeface="宋体" panose="02010600030101010101" pitchFamily="2" charset="-122"/>
                </a:rPr>
                <a:t>= 7</a:t>
              </a:r>
            </a:p>
          </p:txBody>
        </p:sp>
        <p:sp>
          <p:nvSpPr>
            <p:cNvPr id="44" name="Line 27">
              <a:extLst>
                <a:ext uri="{FF2B5EF4-FFF2-40B4-BE49-F238E27FC236}">
                  <a16:creationId xmlns:a16="http://schemas.microsoft.com/office/drawing/2014/main" id="{5B6583F6-25DA-E1B1-A5A3-20336AB8839F}"/>
                </a:ext>
              </a:extLst>
            </p:cNvPr>
            <p:cNvSpPr>
              <a:spLocks noChangeShapeType="1"/>
            </p:cNvSpPr>
            <p:nvPr/>
          </p:nvSpPr>
          <p:spPr bwMode="auto">
            <a:xfrm>
              <a:off x="3295383" y="4680149"/>
              <a:ext cx="0" cy="2682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endParaRPr>
            </a:p>
          </p:txBody>
        </p:sp>
        <p:sp>
          <p:nvSpPr>
            <p:cNvPr id="46" name="Rectangle 9">
              <a:extLst>
                <a:ext uri="{FF2B5EF4-FFF2-40B4-BE49-F238E27FC236}">
                  <a16:creationId xmlns:a16="http://schemas.microsoft.com/office/drawing/2014/main" id="{50757C98-ED4C-6A95-5EF7-93EC14F98551}"/>
                </a:ext>
              </a:extLst>
            </p:cNvPr>
            <p:cNvSpPr>
              <a:spLocks noChangeArrowheads="1"/>
            </p:cNvSpPr>
            <p:nvPr/>
          </p:nvSpPr>
          <p:spPr bwMode="auto">
            <a:xfrm>
              <a:off x="2679056" y="4948436"/>
              <a:ext cx="1544638"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solidFill>
                    <a:schemeClr val="accent1"/>
                  </a:solidFill>
                  <a:ea typeface="宋体" panose="02010600030101010101" pitchFamily="2" charset="-122"/>
                </a:rPr>
                <a:t>T</a:t>
              </a:r>
              <a:r>
                <a:rPr lang="en-US" altLang="zh-CN" sz="2800" b="1" dirty="0" err="1">
                  <a:solidFill>
                    <a:schemeClr val="accent1"/>
                  </a:solidFill>
                  <a:ea typeface="宋体" panose="02010600030101010101" pitchFamily="2" charset="-122"/>
                </a:rPr>
                <a:t>.</a:t>
              </a:r>
              <a:r>
                <a:rPr lang="en-US" altLang="zh-CN" sz="2800" b="1" i="1" dirty="0" err="1">
                  <a:solidFill>
                    <a:schemeClr val="accent1"/>
                  </a:solidFill>
                  <a:ea typeface="宋体" panose="02010600030101010101" pitchFamily="2" charset="-122"/>
                </a:rPr>
                <a:t>val</a:t>
              </a:r>
              <a:r>
                <a:rPr lang="en-US" altLang="zh-CN" sz="2800" b="1" i="1" dirty="0">
                  <a:solidFill>
                    <a:schemeClr val="accent1"/>
                  </a:solidFill>
                  <a:ea typeface="宋体" panose="02010600030101010101" pitchFamily="2" charset="-122"/>
                </a:rPr>
                <a:t> </a:t>
              </a:r>
              <a:r>
                <a:rPr lang="en-US" altLang="zh-CN" sz="2800" b="1" dirty="0">
                  <a:solidFill>
                    <a:schemeClr val="accent1"/>
                  </a:solidFill>
                  <a:ea typeface="宋体" panose="02010600030101010101" pitchFamily="2" charset="-122"/>
                </a:rPr>
                <a:t>= 3</a:t>
              </a:r>
            </a:p>
          </p:txBody>
        </p:sp>
        <p:sp>
          <p:nvSpPr>
            <p:cNvPr id="47" name="Line 27">
              <a:extLst>
                <a:ext uri="{FF2B5EF4-FFF2-40B4-BE49-F238E27FC236}">
                  <a16:creationId xmlns:a16="http://schemas.microsoft.com/office/drawing/2014/main" id="{97CB06F5-AC8A-A28E-E879-5E1BFCD57749}"/>
                </a:ext>
              </a:extLst>
            </p:cNvPr>
            <p:cNvSpPr>
              <a:spLocks noChangeShapeType="1"/>
            </p:cNvSpPr>
            <p:nvPr/>
          </p:nvSpPr>
          <p:spPr bwMode="auto">
            <a:xfrm>
              <a:off x="3272782" y="5397698"/>
              <a:ext cx="0" cy="2682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endParaRPr>
            </a:p>
          </p:txBody>
        </p:sp>
        <p:sp>
          <p:nvSpPr>
            <p:cNvPr id="48" name="Rectangle 9">
              <a:extLst>
                <a:ext uri="{FF2B5EF4-FFF2-40B4-BE49-F238E27FC236}">
                  <a16:creationId xmlns:a16="http://schemas.microsoft.com/office/drawing/2014/main" id="{02CFD3D4-D4CB-D4A6-B94F-A2B6BBFFF137}"/>
                </a:ext>
              </a:extLst>
            </p:cNvPr>
            <p:cNvSpPr>
              <a:spLocks noChangeArrowheads="1"/>
            </p:cNvSpPr>
            <p:nvPr/>
          </p:nvSpPr>
          <p:spPr bwMode="auto">
            <a:xfrm>
              <a:off x="2639370" y="5598005"/>
              <a:ext cx="1544638"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solidFill>
                    <a:schemeClr val="accent1"/>
                  </a:solidFill>
                  <a:ea typeface="宋体" panose="02010600030101010101" pitchFamily="2" charset="-122"/>
                </a:rPr>
                <a:t>F</a:t>
              </a:r>
              <a:r>
                <a:rPr lang="en-US" altLang="zh-CN" sz="2800" b="1" dirty="0" err="1">
                  <a:solidFill>
                    <a:schemeClr val="accent1"/>
                  </a:solidFill>
                  <a:ea typeface="宋体" panose="02010600030101010101" pitchFamily="2" charset="-122"/>
                </a:rPr>
                <a:t>.</a:t>
              </a:r>
              <a:r>
                <a:rPr lang="en-US" altLang="zh-CN" sz="2800" b="1" i="1" dirty="0" err="1">
                  <a:solidFill>
                    <a:schemeClr val="accent1"/>
                  </a:solidFill>
                  <a:ea typeface="宋体" panose="02010600030101010101" pitchFamily="2" charset="-122"/>
                </a:rPr>
                <a:t>val</a:t>
              </a:r>
              <a:r>
                <a:rPr lang="en-US" altLang="zh-CN" sz="2800" b="1" i="1" dirty="0">
                  <a:solidFill>
                    <a:schemeClr val="accent1"/>
                  </a:solidFill>
                  <a:ea typeface="宋体" panose="02010600030101010101" pitchFamily="2" charset="-122"/>
                </a:rPr>
                <a:t> </a:t>
              </a:r>
              <a:r>
                <a:rPr lang="en-US" altLang="zh-CN" sz="2800" b="1" dirty="0">
                  <a:solidFill>
                    <a:schemeClr val="accent1"/>
                  </a:solidFill>
                  <a:ea typeface="宋体" panose="02010600030101010101" pitchFamily="2" charset="-122"/>
                </a:rPr>
                <a:t>= 3</a:t>
              </a:r>
            </a:p>
          </p:txBody>
        </p:sp>
        <p:sp>
          <p:nvSpPr>
            <p:cNvPr id="49" name="Line 27">
              <a:extLst>
                <a:ext uri="{FF2B5EF4-FFF2-40B4-BE49-F238E27FC236}">
                  <a16:creationId xmlns:a16="http://schemas.microsoft.com/office/drawing/2014/main" id="{AA1D62A1-929A-3384-BD5D-95F789BB41D3}"/>
                </a:ext>
              </a:extLst>
            </p:cNvPr>
            <p:cNvSpPr>
              <a:spLocks noChangeShapeType="1"/>
            </p:cNvSpPr>
            <p:nvPr/>
          </p:nvSpPr>
          <p:spPr bwMode="auto">
            <a:xfrm>
              <a:off x="3268714" y="6082819"/>
              <a:ext cx="0" cy="2682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endParaRPr>
            </a:p>
          </p:txBody>
        </p:sp>
        <p:sp>
          <p:nvSpPr>
            <p:cNvPr id="50" name="Rectangle 13">
              <a:extLst>
                <a:ext uri="{FF2B5EF4-FFF2-40B4-BE49-F238E27FC236}">
                  <a16:creationId xmlns:a16="http://schemas.microsoft.com/office/drawing/2014/main" id="{28ADD2B6-0686-5C93-3FBF-65076800AAA6}"/>
                </a:ext>
              </a:extLst>
            </p:cNvPr>
            <p:cNvSpPr>
              <a:spLocks noChangeArrowheads="1"/>
            </p:cNvSpPr>
            <p:nvPr/>
          </p:nvSpPr>
          <p:spPr bwMode="auto">
            <a:xfrm>
              <a:off x="2173438" y="6275449"/>
              <a:ext cx="237966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err="1">
                  <a:solidFill>
                    <a:schemeClr val="accent1"/>
                  </a:solidFill>
                  <a:ea typeface="宋体" panose="02010600030101010101" pitchFamily="2" charset="-122"/>
                </a:rPr>
                <a:t>digit.</a:t>
              </a:r>
              <a:r>
                <a:rPr lang="en-US" altLang="zh-CN" sz="2800" b="1" i="1" dirty="0" err="1">
                  <a:solidFill>
                    <a:schemeClr val="accent1"/>
                  </a:solidFill>
                  <a:ea typeface="宋体" panose="02010600030101010101" pitchFamily="2" charset="-122"/>
                </a:rPr>
                <a:t>lexval</a:t>
              </a:r>
              <a:r>
                <a:rPr lang="en-US" altLang="zh-CN" sz="2800" b="1" i="1" dirty="0">
                  <a:solidFill>
                    <a:schemeClr val="accent1"/>
                  </a:solidFill>
                  <a:ea typeface="宋体" panose="02010600030101010101" pitchFamily="2" charset="-122"/>
                </a:rPr>
                <a:t> </a:t>
              </a:r>
              <a:r>
                <a:rPr lang="en-US" altLang="zh-CN" sz="2800" b="1" dirty="0">
                  <a:solidFill>
                    <a:schemeClr val="accent1"/>
                  </a:solidFill>
                  <a:ea typeface="宋体" panose="02010600030101010101" pitchFamily="2" charset="-122"/>
                </a:rPr>
                <a:t>= 3</a:t>
              </a:r>
            </a:p>
          </p:txBody>
        </p:sp>
        <p:sp>
          <p:nvSpPr>
            <p:cNvPr id="51" name="Line 27">
              <a:extLst>
                <a:ext uri="{FF2B5EF4-FFF2-40B4-BE49-F238E27FC236}">
                  <a16:creationId xmlns:a16="http://schemas.microsoft.com/office/drawing/2014/main" id="{C23C64AD-98AE-49C2-7CD8-0A3DC2E0AD17}"/>
                </a:ext>
              </a:extLst>
            </p:cNvPr>
            <p:cNvSpPr>
              <a:spLocks noChangeShapeType="1"/>
            </p:cNvSpPr>
            <p:nvPr/>
          </p:nvSpPr>
          <p:spPr bwMode="auto">
            <a:xfrm>
              <a:off x="7780670" y="2670751"/>
              <a:ext cx="0" cy="2682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endParaRPr>
            </a:p>
          </p:txBody>
        </p:sp>
        <p:sp>
          <p:nvSpPr>
            <p:cNvPr id="52" name="Rectangle 13">
              <a:extLst>
                <a:ext uri="{FF2B5EF4-FFF2-40B4-BE49-F238E27FC236}">
                  <a16:creationId xmlns:a16="http://schemas.microsoft.com/office/drawing/2014/main" id="{0E3E516E-3461-157A-7533-5B14753AEF96}"/>
                </a:ext>
              </a:extLst>
            </p:cNvPr>
            <p:cNvSpPr>
              <a:spLocks noChangeArrowheads="1"/>
            </p:cNvSpPr>
            <p:nvPr/>
          </p:nvSpPr>
          <p:spPr bwMode="auto">
            <a:xfrm>
              <a:off x="6685394" y="2863381"/>
              <a:ext cx="237966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err="1">
                  <a:solidFill>
                    <a:schemeClr val="accent1"/>
                  </a:solidFill>
                  <a:ea typeface="宋体" panose="02010600030101010101" pitchFamily="2" charset="-122"/>
                </a:rPr>
                <a:t>digit.</a:t>
              </a:r>
              <a:r>
                <a:rPr lang="en-US" altLang="zh-CN" sz="2800" b="1" i="1" dirty="0" err="1">
                  <a:solidFill>
                    <a:schemeClr val="accent1"/>
                  </a:solidFill>
                  <a:ea typeface="宋体" panose="02010600030101010101" pitchFamily="2" charset="-122"/>
                </a:rPr>
                <a:t>lexval</a:t>
              </a:r>
              <a:r>
                <a:rPr lang="en-US" altLang="zh-CN" sz="2800" b="1" i="1" dirty="0">
                  <a:solidFill>
                    <a:schemeClr val="accent1"/>
                  </a:solidFill>
                  <a:ea typeface="宋体" panose="02010600030101010101" pitchFamily="2" charset="-122"/>
                </a:rPr>
                <a:t> </a:t>
              </a:r>
              <a:r>
                <a:rPr lang="en-US" altLang="zh-CN" sz="2800" b="1" dirty="0">
                  <a:solidFill>
                    <a:schemeClr val="accent1"/>
                  </a:solidFill>
                  <a:ea typeface="宋体" panose="02010600030101010101" pitchFamily="2" charset="-122"/>
                </a:rPr>
                <a:t>= 5</a:t>
              </a:r>
            </a:p>
          </p:txBody>
        </p:sp>
        <p:sp>
          <p:nvSpPr>
            <p:cNvPr id="53" name="Rectangle 9">
              <a:extLst>
                <a:ext uri="{FF2B5EF4-FFF2-40B4-BE49-F238E27FC236}">
                  <a16:creationId xmlns:a16="http://schemas.microsoft.com/office/drawing/2014/main" id="{53D61814-57E6-E8A2-B748-C1C599E67F70}"/>
                </a:ext>
              </a:extLst>
            </p:cNvPr>
            <p:cNvSpPr>
              <a:spLocks noChangeArrowheads="1"/>
            </p:cNvSpPr>
            <p:nvPr/>
          </p:nvSpPr>
          <p:spPr bwMode="auto">
            <a:xfrm>
              <a:off x="6839035" y="4421869"/>
              <a:ext cx="1544638"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solidFill>
                    <a:schemeClr val="accent1"/>
                  </a:solidFill>
                  <a:ea typeface="宋体" panose="02010600030101010101" pitchFamily="2" charset="-122"/>
                </a:rPr>
                <a:t>T</a:t>
              </a:r>
              <a:r>
                <a:rPr lang="en-US" altLang="zh-CN" sz="2800" b="1" dirty="0" err="1">
                  <a:solidFill>
                    <a:schemeClr val="accent1"/>
                  </a:solidFill>
                  <a:ea typeface="宋体" panose="02010600030101010101" pitchFamily="2" charset="-122"/>
                </a:rPr>
                <a:t>.</a:t>
              </a:r>
              <a:r>
                <a:rPr lang="en-US" altLang="zh-CN" sz="2800" b="1" i="1" dirty="0" err="1">
                  <a:solidFill>
                    <a:schemeClr val="accent1"/>
                  </a:solidFill>
                  <a:ea typeface="宋体" panose="02010600030101010101" pitchFamily="2" charset="-122"/>
                </a:rPr>
                <a:t>val</a:t>
              </a:r>
              <a:r>
                <a:rPr lang="en-US" altLang="zh-CN" sz="2800" b="1" i="1" dirty="0">
                  <a:solidFill>
                    <a:schemeClr val="accent1"/>
                  </a:solidFill>
                  <a:ea typeface="宋体" panose="02010600030101010101" pitchFamily="2" charset="-122"/>
                </a:rPr>
                <a:t> </a:t>
              </a:r>
              <a:r>
                <a:rPr lang="en-US" altLang="zh-CN" sz="2800" b="1" dirty="0">
                  <a:solidFill>
                    <a:schemeClr val="accent1"/>
                  </a:solidFill>
                  <a:ea typeface="宋体" panose="02010600030101010101" pitchFamily="2" charset="-122"/>
                </a:rPr>
                <a:t>= 4</a:t>
              </a:r>
            </a:p>
          </p:txBody>
        </p:sp>
        <p:sp>
          <p:nvSpPr>
            <p:cNvPr id="54" name="Rectangle 10">
              <a:extLst>
                <a:ext uri="{FF2B5EF4-FFF2-40B4-BE49-F238E27FC236}">
                  <a16:creationId xmlns:a16="http://schemas.microsoft.com/office/drawing/2014/main" id="{86C54BF8-220C-BDD6-726F-17A4CFB9A938}"/>
                </a:ext>
              </a:extLst>
            </p:cNvPr>
            <p:cNvSpPr>
              <a:spLocks noChangeArrowheads="1"/>
            </p:cNvSpPr>
            <p:nvPr/>
          </p:nvSpPr>
          <p:spPr bwMode="auto">
            <a:xfrm>
              <a:off x="2521382" y="4257197"/>
              <a:ext cx="14478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solidFill>
                    <a:schemeClr val="accent1"/>
                  </a:solidFill>
                  <a:ea typeface="宋体" panose="02010600030101010101" pitchFamily="2" charset="-122"/>
                </a:rPr>
                <a:t>E</a:t>
              </a:r>
              <a:r>
                <a:rPr lang="en-US" altLang="zh-CN" sz="2800" b="1" dirty="0" err="1">
                  <a:solidFill>
                    <a:schemeClr val="accent1"/>
                  </a:solidFill>
                  <a:ea typeface="宋体" panose="02010600030101010101" pitchFamily="2" charset="-122"/>
                </a:rPr>
                <a:t>.</a:t>
              </a:r>
              <a:r>
                <a:rPr lang="en-US" altLang="zh-CN" sz="2800" b="1" i="1" dirty="0" err="1">
                  <a:solidFill>
                    <a:schemeClr val="accent1"/>
                  </a:solidFill>
                  <a:ea typeface="宋体" panose="02010600030101010101" pitchFamily="2" charset="-122"/>
                </a:rPr>
                <a:t>val</a:t>
              </a:r>
              <a:r>
                <a:rPr lang="en-US" altLang="zh-CN" sz="2800" b="1" i="1" dirty="0">
                  <a:solidFill>
                    <a:schemeClr val="accent1"/>
                  </a:solidFill>
                  <a:ea typeface="宋体" panose="02010600030101010101" pitchFamily="2" charset="-122"/>
                </a:rPr>
                <a:t> </a:t>
              </a:r>
              <a:r>
                <a:rPr lang="en-US" altLang="zh-CN" sz="2800" b="1" dirty="0">
                  <a:solidFill>
                    <a:schemeClr val="accent1"/>
                  </a:solidFill>
                  <a:ea typeface="宋体" panose="02010600030101010101" pitchFamily="2" charset="-122"/>
                </a:rPr>
                <a:t>= 3</a:t>
              </a:r>
            </a:p>
          </p:txBody>
        </p:sp>
        <p:sp>
          <p:nvSpPr>
            <p:cNvPr id="55" name="Line 14">
              <a:extLst>
                <a:ext uri="{FF2B5EF4-FFF2-40B4-BE49-F238E27FC236}">
                  <a16:creationId xmlns:a16="http://schemas.microsoft.com/office/drawing/2014/main" id="{92608BA7-F1F9-C808-CC8C-43DB077626D2}"/>
                </a:ext>
              </a:extLst>
            </p:cNvPr>
            <p:cNvSpPr>
              <a:spLocks noChangeShapeType="1"/>
            </p:cNvSpPr>
            <p:nvPr/>
          </p:nvSpPr>
          <p:spPr bwMode="auto">
            <a:xfrm>
              <a:off x="6158344" y="4053997"/>
              <a:ext cx="1054100" cy="3063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6" name="Line 16">
              <a:extLst>
                <a:ext uri="{FF2B5EF4-FFF2-40B4-BE49-F238E27FC236}">
                  <a16:creationId xmlns:a16="http://schemas.microsoft.com/office/drawing/2014/main" id="{953BD277-9EDD-FFCA-9B57-8A7FA2EC188D}"/>
                </a:ext>
              </a:extLst>
            </p:cNvPr>
            <p:cNvSpPr>
              <a:spLocks noChangeShapeType="1"/>
            </p:cNvSpPr>
            <p:nvPr/>
          </p:nvSpPr>
          <p:spPr bwMode="auto">
            <a:xfrm flipH="1">
              <a:off x="3383394" y="4053997"/>
              <a:ext cx="1054100" cy="3063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 name="Line 19">
              <a:extLst>
                <a:ext uri="{FF2B5EF4-FFF2-40B4-BE49-F238E27FC236}">
                  <a16:creationId xmlns:a16="http://schemas.microsoft.com/office/drawing/2014/main" id="{7D2492A0-F995-26EE-F6B4-1B637CC53B23}"/>
                </a:ext>
              </a:extLst>
            </p:cNvPr>
            <p:cNvSpPr>
              <a:spLocks noChangeShapeType="1"/>
            </p:cNvSpPr>
            <p:nvPr/>
          </p:nvSpPr>
          <p:spPr bwMode="auto">
            <a:xfrm>
              <a:off x="5183524" y="4034948"/>
              <a:ext cx="0" cy="2682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8" name="Rectangle 20">
              <a:extLst>
                <a:ext uri="{FF2B5EF4-FFF2-40B4-BE49-F238E27FC236}">
                  <a16:creationId xmlns:a16="http://schemas.microsoft.com/office/drawing/2014/main" id="{15971D94-F80F-4DE0-39E3-7BCA9E3C5D33}"/>
                </a:ext>
              </a:extLst>
            </p:cNvPr>
            <p:cNvSpPr>
              <a:spLocks noChangeArrowheads="1"/>
            </p:cNvSpPr>
            <p:nvPr/>
          </p:nvSpPr>
          <p:spPr bwMode="auto">
            <a:xfrm>
              <a:off x="5104244" y="4303235"/>
              <a:ext cx="3937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chemeClr val="accent1"/>
                  </a:solidFill>
                  <a:ea typeface="宋体" panose="02010600030101010101" pitchFamily="2" charset="-122"/>
                </a:rPr>
                <a:t>+</a:t>
              </a:r>
            </a:p>
          </p:txBody>
        </p:sp>
        <p:sp>
          <p:nvSpPr>
            <p:cNvPr id="62" name="Line 27">
              <a:extLst>
                <a:ext uri="{FF2B5EF4-FFF2-40B4-BE49-F238E27FC236}">
                  <a16:creationId xmlns:a16="http://schemas.microsoft.com/office/drawing/2014/main" id="{CCB2AA0F-B655-5588-06E5-20D586CA6101}"/>
                </a:ext>
              </a:extLst>
            </p:cNvPr>
            <p:cNvSpPr>
              <a:spLocks noChangeShapeType="1"/>
            </p:cNvSpPr>
            <p:nvPr/>
          </p:nvSpPr>
          <p:spPr bwMode="auto">
            <a:xfrm>
              <a:off x="7475468" y="4929744"/>
              <a:ext cx="0" cy="2682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endParaRPr>
            </a:p>
          </p:txBody>
        </p:sp>
        <p:sp>
          <p:nvSpPr>
            <p:cNvPr id="63" name="Rectangle 9">
              <a:extLst>
                <a:ext uri="{FF2B5EF4-FFF2-40B4-BE49-F238E27FC236}">
                  <a16:creationId xmlns:a16="http://schemas.microsoft.com/office/drawing/2014/main" id="{B2DD6E9D-3F16-7147-3DDE-4B1DE7B96791}"/>
                </a:ext>
              </a:extLst>
            </p:cNvPr>
            <p:cNvSpPr>
              <a:spLocks noChangeArrowheads="1"/>
            </p:cNvSpPr>
            <p:nvPr/>
          </p:nvSpPr>
          <p:spPr bwMode="auto">
            <a:xfrm>
              <a:off x="6828053" y="5198031"/>
              <a:ext cx="1544638"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solidFill>
                    <a:schemeClr val="accent1"/>
                  </a:solidFill>
                  <a:ea typeface="宋体" panose="02010600030101010101" pitchFamily="2" charset="-122"/>
                </a:rPr>
                <a:t>F</a:t>
              </a:r>
              <a:r>
                <a:rPr lang="en-US" altLang="zh-CN" sz="2800" b="1" dirty="0" err="1">
                  <a:solidFill>
                    <a:schemeClr val="accent1"/>
                  </a:solidFill>
                  <a:ea typeface="宋体" panose="02010600030101010101" pitchFamily="2" charset="-122"/>
                </a:rPr>
                <a:t>.</a:t>
              </a:r>
              <a:r>
                <a:rPr lang="en-US" altLang="zh-CN" sz="2800" b="1" i="1" dirty="0" err="1">
                  <a:solidFill>
                    <a:schemeClr val="accent1"/>
                  </a:solidFill>
                  <a:ea typeface="宋体" panose="02010600030101010101" pitchFamily="2" charset="-122"/>
                </a:rPr>
                <a:t>val</a:t>
              </a:r>
              <a:r>
                <a:rPr lang="en-US" altLang="zh-CN" sz="2800" b="1" i="1" dirty="0">
                  <a:solidFill>
                    <a:schemeClr val="accent1"/>
                  </a:solidFill>
                  <a:ea typeface="宋体" panose="02010600030101010101" pitchFamily="2" charset="-122"/>
                </a:rPr>
                <a:t> </a:t>
              </a:r>
              <a:r>
                <a:rPr lang="en-US" altLang="zh-CN" sz="2800" b="1" dirty="0">
                  <a:solidFill>
                    <a:schemeClr val="accent1"/>
                  </a:solidFill>
                  <a:ea typeface="宋体" panose="02010600030101010101" pitchFamily="2" charset="-122"/>
                </a:rPr>
                <a:t>= 4</a:t>
              </a:r>
            </a:p>
          </p:txBody>
        </p:sp>
        <p:sp>
          <p:nvSpPr>
            <p:cNvPr id="18432" name="Line 27">
              <a:extLst>
                <a:ext uri="{FF2B5EF4-FFF2-40B4-BE49-F238E27FC236}">
                  <a16:creationId xmlns:a16="http://schemas.microsoft.com/office/drawing/2014/main" id="{DD812D7B-117B-B9A9-34AE-9A458348CFDE}"/>
                </a:ext>
              </a:extLst>
            </p:cNvPr>
            <p:cNvSpPr>
              <a:spLocks noChangeShapeType="1"/>
            </p:cNvSpPr>
            <p:nvPr/>
          </p:nvSpPr>
          <p:spPr bwMode="auto">
            <a:xfrm>
              <a:off x="7457397" y="5682845"/>
              <a:ext cx="0" cy="26828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endParaRPr>
            </a:p>
          </p:txBody>
        </p:sp>
        <p:sp>
          <p:nvSpPr>
            <p:cNvPr id="18433" name="Rectangle 13">
              <a:extLst>
                <a:ext uri="{FF2B5EF4-FFF2-40B4-BE49-F238E27FC236}">
                  <a16:creationId xmlns:a16="http://schemas.microsoft.com/office/drawing/2014/main" id="{F9D77572-0FAA-1827-9842-49B2BD6B102F}"/>
                </a:ext>
              </a:extLst>
            </p:cNvPr>
            <p:cNvSpPr>
              <a:spLocks noChangeArrowheads="1"/>
            </p:cNvSpPr>
            <p:nvPr/>
          </p:nvSpPr>
          <p:spPr bwMode="auto">
            <a:xfrm>
              <a:off x="6362121" y="5875475"/>
              <a:ext cx="237966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err="1">
                  <a:solidFill>
                    <a:schemeClr val="accent1"/>
                  </a:solidFill>
                  <a:ea typeface="宋体" panose="02010600030101010101" pitchFamily="2" charset="-122"/>
                </a:rPr>
                <a:t>digit.</a:t>
              </a:r>
              <a:r>
                <a:rPr lang="en-US" altLang="zh-CN" sz="2800" b="1" i="1" dirty="0" err="1">
                  <a:solidFill>
                    <a:schemeClr val="accent1"/>
                  </a:solidFill>
                  <a:ea typeface="宋体" panose="02010600030101010101" pitchFamily="2" charset="-122"/>
                </a:rPr>
                <a:t>lexval</a:t>
              </a:r>
              <a:r>
                <a:rPr lang="en-US" altLang="zh-CN" sz="2800" b="1" i="1" dirty="0">
                  <a:solidFill>
                    <a:schemeClr val="accent1"/>
                  </a:solidFill>
                  <a:ea typeface="宋体" panose="02010600030101010101" pitchFamily="2" charset="-122"/>
                </a:rPr>
                <a:t> </a:t>
              </a:r>
              <a:r>
                <a:rPr lang="en-US" altLang="zh-CN" sz="2800" b="1" dirty="0">
                  <a:solidFill>
                    <a:schemeClr val="accent1"/>
                  </a:solidFill>
                  <a:ea typeface="宋体" panose="02010600030101010101" pitchFamily="2" charset="-122"/>
                </a:rPr>
                <a:t>= 4</a:t>
              </a:r>
            </a:p>
          </p:txBody>
        </p:sp>
      </p:grpSp>
      <p:sp>
        <p:nvSpPr>
          <p:cNvPr id="2" name="日期占位符 1">
            <a:extLst>
              <a:ext uri="{FF2B5EF4-FFF2-40B4-BE49-F238E27FC236}">
                <a16:creationId xmlns:a16="http://schemas.microsoft.com/office/drawing/2014/main" id="{7AAF739A-31AC-3CBE-8973-FE8CE4BA4B43}"/>
              </a:ext>
            </a:extLst>
          </p:cNvPr>
          <p:cNvSpPr>
            <a:spLocks noGrp="1"/>
          </p:cNvSpPr>
          <p:nvPr>
            <p:ph type="dt" sz="half" idx="10"/>
          </p:nvPr>
        </p:nvSpPr>
        <p:spPr/>
        <p:txBody>
          <a:bodyPr/>
          <a:lstStyle/>
          <a:p>
            <a:fld id="{91A2AA9C-2F51-4E4F-B8E7-3E0DF44AF4C1}" type="datetime2">
              <a:rPr lang="zh-CN" altLang="en-US" smtClean="0"/>
              <a:t>2024年6月6日</a:t>
            </a:fld>
            <a:endParaRPr lang="zh-CN" altLang="en-US" dirty="0"/>
          </a:p>
        </p:txBody>
      </p:sp>
      <p:sp>
        <p:nvSpPr>
          <p:cNvPr id="4" name="页脚占位符 3">
            <a:extLst>
              <a:ext uri="{FF2B5EF4-FFF2-40B4-BE49-F238E27FC236}">
                <a16:creationId xmlns:a16="http://schemas.microsoft.com/office/drawing/2014/main" id="{1413E992-4317-2F70-B7D1-6BCB40ED601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9" name="灯片编号占位符 8">
            <a:extLst>
              <a:ext uri="{FF2B5EF4-FFF2-40B4-BE49-F238E27FC236}">
                <a16:creationId xmlns:a16="http://schemas.microsoft.com/office/drawing/2014/main" id="{2FFECB88-16AD-BD52-357C-82D421BD5578}"/>
              </a:ext>
            </a:extLst>
          </p:cNvPr>
          <p:cNvSpPr>
            <a:spLocks noGrp="1"/>
          </p:cNvSpPr>
          <p:nvPr>
            <p:ph type="sldNum" sz="quarter" idx="12"/>
          </p:nvPr>
        </p:nvSpPr>
        <p:spPr/>
        <p:txBody>
          <a:bodyPr/>
          <a:lstStyle/>
          <a:p>
            <a:fld id="{094DEB03-EFC6-4C20-8FC8-295189A5386F}" type="slidenum">
              <a:rPr lang="zh-CN" altLang="en-US" smtClean="0"/>
              <a:pPr/>
              <a:t>13</a:t>
            </a:fld>
            <a:endParaRPr lang="zh-CN" altLang="en-US"/>
          </a:p>
        </p:txBody>
      </p:sp>
      <p:grpSp>
        <p:nvGrpSpPr>
          <p:cNvPr id="18437" name="组合 18436">
            <a:extLst>
              <a:ext uri="{FF2B5EF4-FFF2-40B4-BE49-F238E27FC236}">
                <a16:creationId xmlns:a16="http://schemas.microsoft.com/office/drawing/2014/main" id="{1E46D4D1-DBD3-4DFC-4883-E7D2E2AC3CE3}"/>
              </a:ext>
            </a:extLst>
          </p:cNvPr>
          <p:cNvGrpSpPr/>
          <p:nvPr/>
        </p:nvGrpSpPr>
        <p:grpSpPr>
          <a:xfrm>
            <a:off x="257623" y="4959108"/>
            <a:ext cx="1439821" cy="1684169"/>
            <a:chOff x="257623" y="4959108"/>
            <a:chExt cx="1439821" cy="1684169"/>
          </a:xfrm>
        </p:grpSpPr>
        <p:grpSp>
          <p:nvGrpSpPr>
            <p:cNvPr id="10" name="组合 9">
              <a:extLst>
                <a:ext uri="{FF2B5EF4-FFF2-40B4-BE49-F238E27FC236}">
                  <a16:creationId xmlns:a16="http://schemas.microsoft.com/office/drawing/2014/main" id="{CB27CFA5-9850-3545-0F59-633EF09C2B02}"/>
                </a:ext>
              </a:extLst>
            </p:cNvPr>
            <p:cNvGrpSpPr/>
            <p:nvPr/>
          </p:nvGrpSpPr>
          <p:grpSpPr>
            <a:xfrm>
              <a:off x="257623" y="4959108"/>
              <a:ext cx="1439821" cy="1684169"/>
              <a:chOff x="3886580" y="847497"/>
              <a:chExt cx="4416280" cy="5165754"/>
            </a:xfrm>
          </p:grpSpPr>
          <p:sp>
            <p:nvSpPr>
              <p:cNvPr id="11" name="任意多边形: 形状 10">
                <a:extLst>
                  <a:ext uri="{FF2B5EF4-FFF2-40B4-BE49-F238E27FC236}">
                    <a16:creationId xmlns:a16="http://schemas.microsoft.com/office/drawing/2014/main" id="{B61921A4-78A1-9269-DB55-AB4A065593F3}"/>
                  </a:ext>
                </a:extLst>
              </p:cNvPr>
              <p:cNvSpPr/>
              <p:nvPr/>
            </p:nvSpPr>
            <p:spPr>
              <a:xfrm>
                <a:off x="3886580" y="1439608"/>
                <a:ext cx="4046882" cy="4573643"/>
              </a:xfrm>
              <a:custGeom>
                <a:avLst/>
                <a:gdLst>
                  <a:gd name="connsiteX0" fmla="*/ 4037552 w 4046882"/>
                  <a:gd name="connsiteY0" fmla="*/ 4388107 h 4573643"/>
                  <a:gd name="connsiteX1" fmla="*/ -1048 w 4046882"/>
                  <a:gd name="connsiteY1" fmla="*/ 4466592 h 4573643"/>
                  <a:gd name="connsiteX2" fmla="*/ 362997 w 4046882"/>
                  <a:gd name="connsiteY2" fmla="*/ -61 h 4573643"/>
                  <a:gd name="connsiteX3" fmla="*/ 3770566 w 4046882"/>
                  <a:gd name="connsiteY3" fmla="*/ 184629 h 4573643"/>
                  <a:gd name="connsiteX4" fmla="*/ 4037552 w 4046882"/>
                  <a:gd name="connsiteY4" fmla="*/ 4388107 h 457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6882" h="4573643">
                    <a:moveTo>
                      <a:pt x="4037552" y="4388107"/>
                    </a:moveTo>
                    <a:cubicBezTo>
                      <a:pt x="2836355" y="4647758"/>
                      <a:pt x="1278826" y="4596418"/>
                      <a:pt x="-1048" y="4466592"/>
                    </a:cubicBezTo>
                    <a:cubicBezTo>
                      <a:pt x="120205" y="2977711"/>
                      <a:pt x="241554" y="1488820"/>
                      <a:pt x="362997" y="-61"/>
                    </a:cubicBezTo>
                    <a:lnTo>
                      <a:pt x="3770566" y="184629"/>
                    </a:lnTo>
                    <a:cubicBezTo>
                      <a:pt x="3822287" y="1224378"/>
                      <a:pt x="4096607" y="3668874"/>
                      <a:pt x="4037552" y="4388107"/>
                    </a:cubicBezTo>
                    <a:close/>
                  </a:path>
                </a:pathLst>
              </a:custGeom>
              <a:solidFill>
                <a:srgbClr val="CCCCCC"/>
              </a:solidFill>
              <a:ln w="9525" cap="flat">
                <a:noFill/>
                <a:prstDash val="solid"/>
                <a:miter/>
              </a:ln>
            </p:spPr>
            <p:txBody>
              <a:bodyPr rtlCol="0" anchor="ctr"/>
              <a:lstStyle/>
              <a:p>
                <a:endParaRPr lang="zh-CN" altLang="en-US"/>
              </a:p>
            </p:txBody>
          </p:sp>
          <p:sp>
            <p:nvSpPr>
              <p:cNvPr id="12" name="任意多边形: 形状 11">
                <a:extLst>
                  <a:ext uri="{FF2B5EF4-FFF2-40B4-BE49-F238E27FC236}">
                    <a16:creationId xmlns:a16="http://schemas.microsoft.com/office/drawing/2014/main" id="{66EB593B-3547-3487-30C6-53E858E45F2C}"/>
                  </a:ext>
                </a:extLst>
              </p:cNvPr>
              <p:cNvSpPr/>
              <p:nvPr/>
            </p:nvSpPr>
            <p:spPr>
              <a:xfrm>
                <a:off x="4054888" y="1158049"/>
                <a:ext cx="4046982" cy="4573558"/>
              </a:xfrm>
              <a:custGeom>
                <a:avLst/>
                <a:gdLst>
                  <a:gd name="connsiteX0" fmla="*/ 4037552 w 4046982"/>
                  <a:gd name="connsiteY0" fmla="*/ 4388107 h 4573558"/>
                  <a:gd name="connsiteX1" fmla="*/ -1048 w 4046982"/>
                  <a:gd name="connsiteY1" fmla="*/ 4466497 h 4573558"/>
                  <a:gd name="connsiteX2" fmla="*/ 363093 w 4046982"/>
                  <a:gd name="connsiteY2" fmla="*/ -61 h 4573558"/>
                  <a:gd name="connsiteX3" fmla="*/ 3770661 w 4046982"/>
                  <a:gd name="connsiteY3" fmla="*/ 184533 h 4573558"/>
                  <a:gd name="connsiteX4" fmla="*/ 4037552 w 4046982"/>
                  <a:gd name="connsiteY4" fmla="*/ 4388107 h 4573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6982" h="4573558">
                    <a:moveTo>
                      <a:pt x="4037552" y="4388107"/>
                    </a:moveTo>
                    <a:cubicBezTo>
                      <a:pt x="2836355" y="4647663"/>
                      <a:pt x="1278826" y="4596323"/>
                      <a:pt x="-1048" y="4466497"/>
                    </a:cubicBezTo>
                    <a:cubicBezTo>
                      <a:pt x="120300" y="2977673"/>
                      <a:pt x="241649" y="1488820"/>
                      <a:pt x="363093" y="-61"/>
                    </a:cubicBezTo>
                    <a:lnTo>
                      <a:pt x="3770661" y="184533"/>
                    </a:lnTo>
                    <a:cubicBezTo>
                      <a:pt x="3822668" y="1224663"/>
                      <a:pt x="4096988" y="3669540"/>
                      <a:pt x="4037552" y="4388107"/>
                    </a:cubicBezTo>
                    <a:close/>
                  </a:path>
                </a:pathLst>
              </a:custGeom>
              <a:solidFill>
                <a:srgbClr val="FEEDE6"/>
              </a:solidFill>
              <a:ln w="9525" cap="flat">
                <a:noFill/>
                <a:prstDash val="solid"/>
                <a:miter/>
              </a:ln>
            </p:spPr>
            <p:txBody>
              <a:bodyPr rtlCol="0" anchor="ctr"/>
              <a:lstStyle/>
              <a:p>
                <a:endParaRPr lang="zh-CN" altLang="en-US"/>
              </a:p>
            </p:txBody>
          </p:sp>
          <p:sp>
            <p:nvSpPr>
              <p:cNvPr id="15" name="任意多边形: 形状 14">
                <a:extLst>
                  <a:ext uri="{FF2B5EF4-FFF2-40B4-BE49-F238E27FC236}">
                    <a16:creationId xmlns:a16="http://schemas.microsoft.com/office/drawing/2014/main" id="{7C5696EA-508F-19D7-18BD-B53DE3F2948E}"/>
                  </a:ext>
                </a:extLst>
              </p:cNvPr>
              <p:cNvSpPr/>
              <p:nvPr/>
            </p:nvSpPr>
            <p:spPr>
              <a:xfrm>
                <a:off x="4031375" y="1134474"/>
                <a:ext cx="4093714" cy="4620816"/>
              </a:xfrm>
              <a:custGeom>
                <a:avLst/>
                <a:gdLst>
                  <a:gd name="connsiteX0" fmla="*/ 1998330 w 4093714"/>
                  <a:gd name="connsiteY0" fmla="*/ 4620755 h 4620816"/>
                  <a:gd name="connsiteX1" fmla="*/ 20083 w 4093714"/>
                  <a:gd name="connsiteY1" fmla="*/ 4513504 h 4620816"/>
                  <a:gd name="connsiteX2" fmla="*/ -968 w 4093714"/>
                  <a:gd name="connsiteY2" fmla="*/ 4488167 h 4620816"/>
                  <a:gd name="connsiteX3" fmla="*/ 363173 w 4093714"/>
                  <a:gd name="connsiteY3" fmla="*/ 21609 h 4620816"/>
                  <a:gd name="connsiteX4" fmla="*/ 387843 w 4093714"/>
                  <a:gd name="connsiteY4" fmla="*/ -13 h 4620816"/>
                  <a:gd name="connsiteX5" fmla="*/ 3795412 w 4093714"/>
                  <a:gd name="connsiteY5" fmla="*/ 184582 h 4620816"/>
                  <a:gd name="connsiteX6" fmla="*/ 3817700 w 4093714"/>
                  <a:gd name="connsiteY6" fmla="*/ 206965 h 4620816"/>
                  <a:gd name="connsiteX7" fmla="*/ 3932000 w 4093714"/>
                  <a:gd name="connsiteY7" fmla="*/ 1703248 h 4620816"/>
                  <a:gd name="connsiteX8" fmla="*/ 4084400 w 4093714"/>
                  <a:gd name="connsiteY8" fmla="*/ 4413587 h 4620816"/>
                  <a:gd name="connsiteX9" fmla="*/ 4065922 w 4093714"/>
                  <a:gd name="connsiteY9" fmla="*/ 4434636 h 4620816"/>
                  <a:gd name="connsiteX10" fmla="*/ 1998330 w 4093714"/>
                  <a:gd name="connsiteY10" fmla="*/ 4620755 h 4620816"/>
                  <a:gd name="connsiteX11" fmla="*/ 47800 w 4093714"/>
                  <a:gd name="connsiteY11" fmla="*/ 4468927 h 4620816"/>
                  <a:gd name="connsiteX12" fmla="*/ 4038775 w 4093714"/>
                  <a:gd name="connsiteY12" fmla="*/ 4392727 h 4620816"/>
                  <a:gd name="connsiteX13" fmla="*/ 3884947 w 4093714"/>
                  <a:gd name="connsiteY13" fmla="*/ 1707629 h 4620816"/>
                  <a:gd name="connsiteX14" fmla="*/ 3771504 w 4093714"/>
                  <a:gd name="connsiteY14" fmla="*/ 231254 h 4620816"/>
                  <a:gd name="connsiteX15" fmla="*/ 408227 w 4093714"/>
                  <a:gd name="connsiteY15" fmla="*/ 48184 h 4620816"/>
                  <a:gd name="connsiteX16" fmla="*/ 4061065 w 4093714"/>
                  <a:gd name="connsiteY16" fmla="*/ 4411777 h 4620816"/>
                  <a:gd name="connsiteX17" fmla="*/ 4061065 w 4093714"/>
                  <a:gd name="connsiteY17" fmla="*/ 4411777 h 4620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093714" h="4620816">
                    <a:moveTo>
                      <a:pt x="1998330" y="4620755"/>
                    </a:moveTo>
                    <a:cubicBezTo>
                      <a:pt x="1287289" y="4620755"/>
                      <a:pt x="592726" y="4571606"/>
                      <a:pt x="20083" y="4513504"/>
                    </a:cubicBezTo>
                    <a:cubicBezTo>
                      <a:pt x="7319" y="4512199"/>
                      <a:pt x="-2015" y="4500931"/>
                      <a:pt x="-968" y="4488167"/>
                    </a:cubicBezTo>
                    <a:lnTo>
                      <a:pt x="363173" y="21609"/>
                    </a:lnTo>
                    <a:cubicBezTo>
                      <a:pt x="364031" y="8838"/>
                      <a:pt x="375079" y="-829"/>
                      <a:pt x="387843" y="-13"/>
                    </a:cubicBezTo>
                    <a:lnTo>
                      <a:pt x="3795412" y="184582"/>
                    </a:lnTo>
                    <a:cubicBezTo>
                      <a:pt x="3807414" y="185286"/>
                      <a:pt x="3817034" y="194926"/>
                      <a:pt x="3817700" y="206965"/>
                    </a:cubicBezTo>
                    <a:cubicBezTo>
                      <a:pt x="3836084" y="575488"/>
                      <a:pt x="3882756" y="1123270"/>
                      <a:pt x="3932000" y="1703248"/>
                    </a:cubicBezTo>
                    <a:cubicBezTo>
                      <a:pt x="4021536" y="2755284"/>
                      <a:pt x="4122500" y="3947719"/>
                      <a:pt x="4084400" y="4413587"/>
                    </a:cubicBezTo>
                    <a:cubicBezTo>
                      <a:pt x="4083544" y="4423902"/>
                      <a:pt x="4076018" y="4432446"/>
                      <a:pt x="4065922" y="4434636"/>
                    </a:cubicBezTo>
                    <a:cubicBezTo>
                      <a:pt x="3430509" y="4571987"/>
                      <a:pt x="2706323" y="4620755"/>
                      <a:pt x="1998330" y="4620755"/>
                    </a:cubicBezTo>
                    <a:close/>
                    <a:moveTo>
                      <a:pt x="47800" y="4468927"/>
                    </a:moveTo>
                    <a:cubicBezTo>
                      <a:pt x="1180704" y="4583227"/>
                      <a:pt x="2782238" y="4659998"/>
                      <a:pt x="4038775" y="4392727"/>
                    </a:cubicBezTo>
                    <a:cubicBezTo>
                      <a:pt x="4073160" y="3918858"/>
                      <a:pt x="3973243" y="2744902"/>
                      <a:pt x="3884947" y="1707629"/>
                    </a:cubicBezTo>
                    <a:cubicBezTo>
                      <a:pt x="3836560" y="1138225"/>
                      <a:pt x="3790745" y="599776"/>
                      <a:pt x="3771504" y="231254"/>
                    </a:cubicBezTo>
                    <a:lnTo>
                      <a:pt x="408227" y="48184"/>
                    </a:lnTo>
                    <a:close/>
                    <a:moveTo>
                      <a:pt x="4061065" y="4411777"/>
                    </a:moveTo>
                    <a:lnTo>
                      <a:pt x="4061065" y="4411777"/>
                    </a:lnTo>
                    <a:close/>
                  </a:path>
                </a:pathLst>
              </a:custGeom>
              <a:solidFill>
                <a:srgbClr val="454E5F"/>
              </a:solidFill>
              <a:ln w="9525" cap="flat">
                <a:noFill/>
                <a:prstDash val="solid"/>
                <a:miter/>
              </a:ln>
            </p:spPr>
            <p:txBody>
              <a:bodyPr rtlCol="0" anchor="ctr"/>
              <a:lstStyle/>
              <a:p>
                <a:endParaRPr lang="zh-CN" altLang="en-US"/>
              </a:p>
            </p:txBody>
          </p:sp>
          <p:sp>
            <p:nvSpPr>
              <p:cNvPr id="17" name="任意多边形: 形状 16">
                <a:extLst>
                  <a:ext uri="{FF2B5EF4-FFF2-40B4-BE49-F238E27FC236}">
                    <a16:creationId xmlns:a16="http://schemas.microsoft.com/office/drawing/2014/main" id="{17D82ED4-3E44-2CD4-3C33-3D14AD25E8B2}"/>
                  </a:ext>
                </a:extLst>
              </p:cNvPr>
              <p:cNvSpPr/>
              <p:nvPr/>
            </p:nvSpPr>
            <p:spPr>
              <a:xfrm>
                <a:off x="4246340" y="1138332"/>
                <a:ext cx="4033378" cy="4474152"/>
              </a:xfrm>
              <a:custGeom>
                <a:avLst/>
                <a:gdLst>
                  <a:gd name="connsiteX0" fmla="*/ 4030694 w 4033378"/>
                  <a:gd name="connsiteY0" fmla="*/ 4188939 h 4474152"/>
                  <a:gd name="connsiteX1" fmla="*/ -1048 w 4033378"/>
                  <a:gd name="connsiteY1" fmla="*/ 4436589 h 4474152"/>
                  <a:gd name="connsiteX2" fmla="*/ 176308 w 4033378"/>
                  <a:gd name="connsiteY2" fmla="*/ -61 h 4474152"/>
                  <a:gd name="connsiteX3" fmla="*/ 3588544 w 4033378"/>
                  <a:gd name="connsiteY3" fmla="*/ 39468 h 4474152"/>
                  <a:gd name="connsiteX4" fmla="*/ 4030694 w 4033378"/>
                  <a:gd name="connsiteY4" fmla="*/ 4188939 h 4474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3378" h="4474152">
                    <a:moveTo>
                      <a:pt x="4030694" y="4188939"/>
                    </a:moveTo>
                    <a:cubicBezTo>
                      <a:pt x="2841308" y="4496406"/>
                      <a:pt x="1283112" y="4511075"/>
                      <a:pt x="-1048" y="4436589"/>
                    </a:cubicBezTo>
                    <a:cubicBezTo>
                      <a:pt x="58102" y="2957737"/>
                      <a:pt x="117252" y="1478857"/>
                      <a:pt x="176308" y="-61"/>
                    </a:cubicBezTo>
                    <a:lnTo>
                      <a:pt x="3588544" y="39468"/>
                    </a:lnTo>
                    <a:cubicBezTo>
                      <a:pt x="3683984" y="1066548"/>
                      <a:pt x="4060126" y="3474754"/>
                      <a:pt x="4030694" y="4188939"/>
                    </a:cubicBezTo>
                    <a:close/>
                  </a:path>
                </a:pathLst>
              </a:custGeom>
              <a:solidFill>
                <a:srgbClr val="F9DE8D"/>
              </a:solidFill>
              <a:ln w="9525" cap="flat">
                <a:no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74F2A957-E3D4-FC30-17AF-6168BF00520B}"/>
                  </a:ext>
                </a:extLst>
              </p:cNvPr>
              <p:cNvSpPr/>
              <p:nvPr/>
            </p:nvSpPr>
            <p:spPr>
              <a:xfrm>
                <a:off x="4222892" y="1114329"/>
                <a:ext cx="4079968" cy="4521612"/>
              </a:xfrm>
              <a:custGeom>
                <a:avLst/>
                <a:gdLst>
                  <a:gd name="connsiteX0" fmla="*/ 1275319 w 4079968"/>
                  <a:gd name="connsiteY0" fmla="*/ 4521552 h 4521612"/>
                  <a:gd name="connsiteX1" fmla="*/ 21066 w 4079968"/>
                  <a:gd name="connsiteY1" fmla="*/ 4483452 h 4521612"/>
                  <a:gd name="connsiteX2" fmla="*/ -1031 w 4079968"/>
                  <a:gd name="connsiteY2" fmla="*/ 4459068 h 4521612"/>
                  <a:gd name="connsiteX3" fmla="*/ 176324 w 4079968"/>
                  <a:gd name="connsiteY3" fmla="*/ 22418 h 4521612"/>
                  <a:gd name="connsiteX4" fmla="*/ 199755 w 4079968"/>
                  <a:gd name="connsiteY4" fmla="*/ -61 h 4521612"/>
                  <a:gd name="connsiteX5" fmla="*/ 199755 w 4079968"/>
                  <a:gd name="connsiteY5" fmla="*/ -61 h 4521612"/>
                  <a:gd name="connsiteX6" fmla="*/ 3611991 w 4079968"/>
                  <a:gd name="connsiteY6" fmla="*/ 39468 h 4521612"/>
                  <a:gd name="connsiteX7" fmla="*/ 3635042 w 4079968"/>
                  <a:gd name="connsiteY7" fmla="*/ 60708 h 4521612"/>
                  <a:gd name="connsiteX8" fmla="*/ 3811826 w 4079968"/>
                  <a:gd name="connsiteY8" fmla="*/ 1537083 h 4521612"/>
                  <a:gd name="connsiteX9" fmla="*/ 4077287 w 4079968"/>
                  <a:gd name="connsiteY9" fmla="*/ 4213609 h 4521612"/>
                  <a:gd name="connsiteX10" fmla="*/ 4059666 w 4079968"/>
                  <a:gd name="connsiteY10" fmla="*/ 4235326 h 4521612"/>
                  <a:gd name="connsiteX11" fmla="*/ 1275319 w 4079968"/>
                  <a:gd name="connsiteY11" fmla="*/ 4521552 h 4521612"/>
                  <a:gd name="connsiteX12" fmla="*/ 46594 w 4079968"/>
                  <a:gd name="connsiteY12" fmla="*/ 4438208 h 4521612"/>
                  <a:gd name="connsiteX13" fmla="*/ 4031187 w 4079968"/>
                  <a:gd name="connsiteY13" fmla="*/ 4194559 h 4521612"/>
                  <a:gd name="connsiteX14" fmla="*/ 3765439 w 4079968"/>
                  <a:gd name="connsiteY14" fmla="*/ 1543370 h 4521612"/>
                  <a:gd name="connsiteX15" fmla="*/ 3590465 w 4079968"/>
                  <a:gd name="connsiteY15" fmla="*/ 86045 h 4521612"/>
                  <a:gd name="connsiteX16" fmla="*/ 222139 w 4079968"/>
                  <a:gd name="connsiteY16" fmla="*/ 47088 h 4521612"/>
                  <a:gd name="connsiteX17" fmla="*/ 4053952 w 4079968"/>
                  <a:gd name="connsiteY17" fmla="*/ 4212942 h 4521612"/>
                  <a:gd name="connsiteX18" fmla="*/ 4053952 w 4079968"/>
                  <a:gd name="connsiteY18" fmla="*/ 4212942 h 45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79968" h="4521612">
                    <a:moveTo>
                      <a:pt x="1275319" y="4521552"/>
                    </a:moveTo>
                    <a:cubicBezTo>
                      <a:pt x="825167" y="4521552"/>
                      <a:pt x="397113" y="4505645"/>
                      <a:pt x="21066" y="4483452"/>
                    </a:cubicBezTo>
                    <a:cubicBezTo>
                      <a:pt x="8303" y="4482680"/>
                      <a:pt x="-1508" y="4471851"/>
                      <a:pt x="-1031" y="4459068"/>
                    </a:cubicBezTo>
                    <a:lnTo>
                      <a:pt x="176324" y="22418"/>
                    </a:lnTo>
                    <a:cubicBezTo>
                      <a:pt x="176800" y="9851"/>
                      <a:pt x="187182" y="-72"/>
                      <a:pt x="199755" y="-61"/>
                    </a:cubicBezTo>
                    <a:lnTo>
                      <a:pt x="199755" y="-61"/>
                    </a:lnTo>
                    <a:lnTo>
                      <a:pt x="3611991" y="39468"/>
                    </a:lnTo>
                    <a:cubicBezTo>
                      <a:pt x="3623993" y="39566"/>
                      <a:pt x="3633993" y="48754"/>
                      <a:pt x="3635042" y="60708"/>
                    </a:cubicBezTo>
                    <a:cubicBezTo>
                      <a:pt x="3668855" y="424754"/>
                      <a:pt x="3738293" y="965107"/>
                      <a:pt x="3811826" y="1537083"/>
                    </a:cubicBezTo>
                    <a:cubicBezTo>
                      <a:pt x="3945176" y="2574737"/>
                      <a:pt x="4096337" y="3750789"/>
                      <a:pt x="4077287" y="4213609"/>
                    </a:cubicBezTo>
                    <a:cubicBezTo>
                      <a:pt x="4076812" y="4223934"/>
                      <a:pt x="4069668" y="4232744"/>
                      <a:pt x="4059666" y="4235326"/>
                    </a:cubicBezTo>
                    <a:cubicBezTo>
                      <a:pt x="3212512" y="4454687"/>
                      <a:pt x="2197719" y="4521552"/>
                      <a:pt x="1275319" y="4521552"/>
                    </a:cubicBezTo>
                    <a:close/>
                    <a:moveTo>
                      <a:pt x="46594" y="4438208"/>
                    </a:moveTo>
                    <a:cubicBezTo>
                      <a:pt x="1183212" y="4503359"/>
                      <a:pt x="2786554" y="4512503"/>
                      <a:pt x="4031187" y="4194559"/>
                    </a:cubicBezTo>
                    <a:cubicBezTo>
                      <a:pt x="4045665" y="3724024"/>
                      <a:pt x="3896884" y="2566355"/>
                      <a:pt x="3765439" y="1543370"/>
                    </a:cubicBezTo>
                    <a:cubicBezTo>
                      <a:pt x="3693240" y="981395"/>
                      <a:pt x="3625041" y="450757"/>
                      <a:pt x="3590465" y="86045"/>
                    </a:cubicBezTo>
                    <a:lnTo>
                      <a:pt x="222139" y="47088"/>
                    </a:lnTo>
                    <a:close/>
                    <a:moveTo>
                      <a:pt x="4053952" y="4212942"/>
                    </a:moveTo>
                    <a:lnTo>
                      <a:pt x="4053952" y="4212942"/>
                    </a:lnTo>
                    <a:close/>
                  </a:path>
                </a:pathLst>
              </a:custGeom>
              <a:solidFill>
                <a:srgbClr val="454E5F"/>
              </a:solidFill>
              <a:ln w="9525" cap="flat">
                <a:noFill/>
                <a:prstDash val="solid"/>
                <a:miter/>
              </a:ln>
            </p:spPr>
            <p:txBody>
              <a:bodyPr rtlCol="0" anchor="ctr"/>
              <a:lstStyle/>
              <a:p>
                <a:endParaRPr lang="zh-CN" altLang="en-US"/>
              </a:p>
            </p:txBody>
          </p:sp>
          <p:sp>
            <p:nvSpPr>
              <p:cNvPr id="20" name="任意多边形: 形状 19">
                <a:extLst>
                  <a:ext uri="{FF2B5EF4-FFF2-40B4-BE49-F238E27FC236}">
                    <a16:creationId xmlns:a16="http://schemas.microsoft.com/office/drawing/2014/main" id="{DC66746B-5516-373A-9BC3-9B1945574A29}"/>
                  </a:ext>
                </a:extLst>
              </p:cNvPr>
              <p:cNvSpPr/>
              <p:nvPr/>
            </p:nvSpPr>
            <p:spPr>
              <a:xfrm>
                <a:off x="4367878" y="1021600"/>
                <a:ext cx="3884107" cy="4498518"/>
              </a:xfrm>
              <a:custGeom>
                <a:avLst/>
                <a:gdLst>
                  <a:gd name="connsiteX0" fmla="*/ 3878580 w 3884107"/>
                  <a:gd name="connsiteY0" fmla="*/ 3461565 h 4498518"/>
                  <a:gd name="connsiteX1" fmla="*/ 3871056 w 3884107"/>
                  <a:gd name="connsiteY1" fmla="*/ 3856186 h 4498518"/>
                  <a:gd name="connsiteX2" fmla="*/ 3850291 w 3884107"/>
                  <a:gd name="connsiteY2" fmla="*/ 3870569 h 4498518"/>
                  <a:gd name="connsiteX3" fmla="*/ 3833146 w 3884107"/>
                  <a:gd name="connsiteY3" fmla="*/ 3882380 h 4498518"/>
                  <a:gd name="connsiteX4" fmla="*/ 3148584 w 3884107"/>
                  <a:gd name="connsiteY4" fmla="*/ 4320530 h 4498518"/>
                  <a:gd name="connsiteX5" fmla="*/ 3039619 w 3884107"/>
                  <a:gd name="connsiteY5" fmla="*/ 4385872 h 4498518"/>
                  <a:gd name="connsiteX6" fmla="*/ 2977420 w 3884107"/>
                  <a:gd name="connsiteY6" fmla="*/ 4422638 h 4498518"/>
                  <a:gd name="connsiteX7" fmla="*/ 2914937 w 3884107"/>
                  <a:gd name="connsiteY7" fmla="*/ 4459119 h 4498518"/>
                  <a:gd name="connsiteX8" fmla="*/ 2852452 w 3884107"/>
                  <a:gd name="connsiteY8" fmla="*/ 4495409 h 4498518"/>
                  <a:gd name="connsiteX9" fmla="*/ 2847404 w 3884107"/>
                  <a:gd name="connsiteY9" fmla="*/ 4498457 h 4498518"/>
                  <a:gd name="connsiteX10" fmla="*/ 2233137 w 3884107"/>
                  <a:gd name="connsiteY10" fmla="*/ 4485217 h 4498518"/>
                  <a:gd name="connsiteX11" fmla="*/ 6572 w 3884107"/>
                  <a:gd name="connsiteY11" fmla="*/ 4431306 h 4498518"/>
                  <a:gd name="connsiteX12" fmla="*/ 75153 w 3884107"/>
                  <a:gd name="connsiteY12" fmla="*/ 114861 h 4498518"/>
                  <a:gd name="connsiteX13" fmla="*/ 3768663 w 3884107"/>
                  <a:gd name="connsiteY13" fmla="*/ 32375 h 4498518"/>
                  <a:gd name="connsiteX14" fmla="*/ 3878580 w 3884107"/>
                  <a:gd name="connsiteY14" fmla="*/ 3461565 h 449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84107" h="4498518">
                    <a:moveTo>
                      <a:pt x="3878580" y="3461565"/>
                    </a:moveTo>
                    <a:cubicBezTo>
                      <a:pt x="3876676" y="3593391"/>
                      <a:pt x="3874199" y="3724932"/>
                      <a:pt x="3871056" y="3856186"/>
                    </a:cubicBezTo>
                    <a:lnTo>
                      <a:pt x="3850291" y="3870569"/>
                    </a:lnTo>
                    <a:cubicBezTo>
                      <a:pt x="3844577" y="3874570"/>
                      <a:pt x="3838862" y="3878570"/>
                      <a:pt x="3833146" y="3882380"/>
                    </a:cubicBezTo>
                    <a:cubicBezTo>
                      <a:pt x="3608928" y="4034780"/>
                      <a:pt x="3380708" y="4180827"/>
                      <a:pt x="3148584" y="4320530"/>
                    </a:cubicBezTo>
                    <a:cubicBezTo>
                      <a:pt x="3112295" y="4342438"/>
                      <a:pt x="3076004" y="4364221"/>
                      <a:pt x="3039619" y="4385872"/>
                    </a:cubicBezTo>
                    <a:cubicBezTo>
                      <a:pt x="3018854" y="4398254"/>
                      <a:pt x="2998185" y="4410446"/>
                      <a:pt x="2977420" y="4422638"/>
                    </a:cubicBezTo>
                    <a:lnTo>
                      <a:pt x="2914937" y="4459119"/>
                    </a:lnTo>
                    <a:cubicBezTo>
                      <a:pt x="2894172" y="4471311"/>
                      <a:pt x="2873313" y="4483408"/>
                      <a:pt x="2852452" y="4495409"/>
                    </a:cubicBezTo>
                    <a:lnTo>
                      <a:pt x="2847404" y="4498457"/>
                    </a:lnTo>
                    <a:cubicBezTo>
                      <a:pt x="2642521" y="4495409"/>
                      <a:pt x="2437829" y="4490999"/>
                      <a:pt x="2233137" y="4485217"/>
                    </a:cubicBezTo>
                    <a:cubicBezTo>
                      <a:pt x="1491139" y="4465024"/>
                      <a:pt x="749809" y="4433877"/>
                      <a:pt x="6572" y="4431306"/>
                    </a:cubicBezTo>
                    <a:cubicBezTo>
                      <a:pt x="-14573" y="2992078"/>
                      <a:pt x="8287" y="1553260"/>
                      <a:pt x="75153" y="114861"/>
                    </a:cubicBezTo>
                    <a:cubicBezTo>
                      <a:pt x="1314260" y="-15060"/>
                      <a:pt x="2524031" y="-22870"/>
                      <a:pt x="3768663" y="32375"/>
                    </a:cubicBezTo>
                    <a:cubicBezTo>
                      <a:pt x="3866865" y="1159849"/>
                      <a:pt x="3895249" y="2321328"/>
                      <a:pt x="3878580" y="3461565"/>
                    </a:cubicBezTo>
                    <a:close/>
                  </a:path>
                </a:pathLst>
              </a:custGeom>
              <a:solidFill>
                <a:srgbClr val="FFFFFF"/>
              </a:solidFill>
              <a:ln w="9525" cap="flat">
                <a:noFill/>
                <a:prstDash val="solid"/>
                <a:miter/>
              </a:ln>
            </p:spPr>
            <p:txBody>
              <a:bodyPr rtlCol="0" anchor="ctr"/>
              <a:lstStyle/>
              <a:p>
                <a:endParaRPr lang="zh-CN" altLang="en-US"/>
              </a:p>
            </p:txBody>
          </p:sp>
          <p:sp>
            <p:nvSpPr>
              <p:cNvPr id="21" name="任意多边形: 形状 20">
                <a:extLst>
                  <a:ext uri="{FF2B5EF4-FFF2-40B4-BE49-F238E27FC236}">
                    <a16:creationId xmlns:a16="http://schemas.microsoft.com/office/drawing/2014/main" id="{5A44A8E2-D83E-2BED-954B-617234F0A6AD}"/>
                  </a:ext>
                </a:extLst>
              </p:cNvPr>
              <p:cNvSpPr/>
              <p:nvPr/>
            </p:nvSpPr>
            <p:spPr>
              <a:xfrm>
                <a:off x="7221378" y="4762500"/>
                <a:ext cx="997839" cy="754570"/>
              </a:xfrm>
              <a:custGeom>
                <a:avLst/>
                <a:gdLst>
                  <a:gd name="connsiteX0" fmla="*/ 996791 w 997839"/>
                  <a:gd name="connsiteY0" fmla="*/ 129669 h 754570"/>
                  <a:gd name="connsiteX1" fmla="*/ 979646 w 997839"/>
                  <a:gd name="connsiteY1" fmla="*/ 141480 h 754570"/>
                  <a:gd name="connsiteX2" fmla="*/ 295084 w 997839"/>
                  <a:gd name="connsiteY2" fmla="*/ 579631 h 754570"/>
                  <a:gd name="connsiteX3" fmla="*/ 186119 w 997839"/>
                  <a:gd name="connsiteY3" fmla="*/ 644972 h 754570"/>
                  <a:gd name="connsiteX4" fmla="*/ 123920 w 997839"/>
                  <a:gd name="connsiteY4" fmla="*/ 681738 h 754570"/>
                  <a:gd name="connsiteX5" fmla="*/ 61437 w 997839"/>
                  <a:gd name="connsiteY5" fmla="*/ 718219 h 754570"/>
                  <a:gd name="connsiteX6" fmla="*/ -1048 w 997839"/>
                  <a:gd name="connsiteY6" fmla="*/ 754509 h 754570"/>
                  <a:gd name="connsiteX7" fmla="*/ 205835 w 997839"/>
                  <a:gd name="connsiteY7" fmla="*/ 125002 h 754570"/>
                  <a:gd name="connsiteX8" fmla="*/ 242887 w 997839"/>
                  <a:gd name="connsiteY8" fmla="*/ -61 h 754570"/>
                  <a:gd name="connsiteX9" fmla="*/ 330041 w 997839"/>
                  <a:gd name="connsiteY9" fmla="*/ 10988 h 754570"/>
                  <a:gd name="connsiteX10" fmla="*/ 336614 w 997839"/>
                  <a:gd name="connsiteY10" fmla="*/ 11845 h 754570"/>
                  <a:gd name="connsiteX11" fmla="*/ 339948 w 997839"/>
                  <a:gd name="connsiteY11" fmla="*/ 12512 h 754570"/>
                  <a:gd name="connsiteX12" fmla="*/ 382238 w 997839"/>
                  <a:gd name="connsiteY12" fmla="*/ 20513 h 754570"/>
                  <a:gd name="connsiteX13" fmla="*/ 433196 w 997839"/>
                  <a:gd name="connsiteY13" fmla="*/ 31467 h 754570"/>
                  <a:gd name="connsiteX14" fmla="*/ 717423 w 997839"/>
                  <a:gd name="connsiteY14" fmla="*/ 87569 h 754570"/>
                  <a:gd name="connsiteX15" fmla="*/ 996791 w 997839"/>
                  <a:gd name="connsiteY15" fmla="*/ 129669 h 754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97839" h="754570">
                    <a:moveTo>
                      <a:pt x="996791" y="129669"/>
                    </a:moveTo>
                    <a:cubicBezTo>
                      <a:pt x="991076" y="133670"/>
                      <a:pt x="985362" y="137670"/>
                      <a:pt x="979646" y="141480"/>
                    </a:cubicBezTo>
                    <a:cubicBezTo>
                      <a:pt x="755428" y="293880"/>
                      <a:pt x="527208" y="439927"/>
                      <a:pt x="295084" y="579631"/>
                    </a:cubicBezTo>
                    <a:cubicBezTo>
                      <a:pt x="258794" y="601538"/>
                      <a:pt x="222504" y="623321"/>
                      <a:pt x="186119" y="644972"/>
                    </a:cubicBezTo>
                    <a:cubicBezTo>
                      <a:pt x="165354" y="657354"/>
                      <a:pt x="144685" y="669547"/>
                      <a:pt x="123920" y="681738"/>
                    </a:cubicBezTo>
                    <a:lnTo>
                      <a:pt x="61437" y="718219"/>
                    </a:lnTo>
                    <a:cubicBezTo>
                      <a:pt x="40672" y="730411"/>
                      <a:pt x="19812" y="742508"/>
                      <a:pt x="-1048" y="754509"/>
                    </a:cubicBezTo>
                    <a:cubicBezTo>
                      <a:pt x="73438" y="546674"/>
                      <a:pt x="142399" y="336838"/>
                      <a:pt x="205835" y="125002"/>
                    </a:cubicBezTo>
                    <a:cubicBezTo>
                      <a:pt x="218504" y="83349"/>
                      <a:pt x="230886" y="41658"/>
                      <a:pt x="242887" y="-61"/>
                    </a:cubicBezTo>
                    <a:cubicBezTo>
                      <a:pt x="271462" y="4416"/>
                      <a:pt x="300989" y="7368"/>
                      <a:pt x="330041" y="10988"/>
                    </a:cubicBezTo>
                    <a:lnTo>
                      <a:pt x="336614" y="11845"/>
                    </a:lnTo>
                    <a:lnTo>
                      <a:pt x="339948" y="12512"/>
                    </a:lnTo>
                    <a:cubicBezTo>
                      <a:pt x="353854" y="15560"/>
                      <a:pt x="368523" y="17465"/>
                      <a:pt x="382238" y="20513"/>
                    </a:cubicBezTo>
                    <a:lnTo>
                      <a:pt x="433196" y="31467"/>
                    </a:lnTo>
                    <a:cubicBezTo>
                      <a:pt x="527590" y="51850"/>
                      <a:pt x="621983" y="71662"/>
                      <a:pt x="717423" y="87569"/>
                    </a:cubicBezTo>
                    <a:cubicBezTo>
                      <a:pt x="810292" y="103190"/>
                      <a:pt x="903352" y="117001"/>
                      <a:pt x="996791" y="129669"/>
                    </a:cubicBezTo>
                    <a:close/>
                  </a:path>
                </a:pathLst>
              </a:custGeom>
              <a:solidFill>
                <a:srgbClr val="CCCCCC"/>
              </a:solidFill>
              <a:ln w="9525" cap="flat">
                <a:no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E7B314A2-566E-6E15-AB9C-3187514636BA}"/>
                  </a:ext>
                </a:extLst>
              </p:cNvPr>
              <p:cNvSpPr/>
              <p:nvPr/>
            </p:nvSpPr>
            <p:spPr>
              <a:xfrm>
                <a:off x="4345043" y="998169"/>
                <a:ext cx="3930892" cy="4545674"/>
              </a:xfrm>
              <a:custGeom>
                <a:avLst/>
                <a:gdLst>
                  <a:gd name="connsiteX0" fmla="*/ 2870239 w 3930892"/>
                  <a:gd name="connsiteY0" fmla="*/ 4545605 h 4545674"/>
                  <a:gd name="connsiteX1" fmla="*/ 2870239 w 3930892"/>
                  <a:gd name="connsiteY1" fmla="*/ 4545605 h 4545674"/>
                  <a:gd name="connsiteX2" fmla="*/ 2255687 w 3930892"/>
                  <a:gd name="connsiteY2" fmla="*/ 4532365 h 4545674"/>
                  <a:gd name="connsiteX3" fmla="*/ 1636561 w 3930892"/>
                  <a:gd name="connsiteY3" fmla="*/ 4513792 h 4545674"/>
                  <a:gd name="connsiteX4" fmla="*/ 29884 w 3930892"/>
                  <a:gd name="connsiteY4" fmla="*/ 4478454 h 4545674"/>
                  <a:gd name="connsiteX5" fmla="*/ 6548 w 3930892"/>
                  <a:gd name="connsiteY5" fmla="*/ 4455403 h 4545674"/>
                  <a:gd name="connsiteX6" fmla="*/ 75128 w 3930892"/>
                  <a:gd name="connsiteY6" fmla="*/ 137245 h 4545674"/>
                  <a:gd name="connsiteX7" fmla="*/ 96082 w 3930892"/>
                  <a:gd name="connsiteY7" fmla="*/ 114956 h 4545674"/>
                  <a:gd name="connsiteX8" fmla="*/ 3793116 w 3930892"/>
                  <a:gd name="connsiteY8" fmla="*/ 32374 h 4545674"/>
                  <a:gd name="connsiteX9" fmla="*/ 3815499 w 3930892"/>
                  <a:gd name="connsiteY9" fmla="*/ 53806 h 4545674"/>
                  <a:gd name="connsiteX10" fmla="*/ 3925418 w 3930892"/>
                  <a:gd name="connsiteY10" fmla="*/ 3485282 h 4545674"/>
                  <a:gd name="connsiteX11" fmla="*/ 3917893 w 3930892"/>
                  <a:gd name="connsiteY11" fmla="*/ 3880189 h 4545674"/>
                  <a:gd name="connsiteX12" fmla="*/ 3907797 w 3930892"/>
                  <a:gd name="connsiteY12" fmla="*/ 3899239 h 4545674"/>
                  <a:gd name="connsiteX13" fmla="*/ 3886937 w 3930892"/>
                  <a:gd name="connsiteY13" fmla="*/ 3913621 h 4545674"/>
                  <a:gd name="connsiteX14" fmla="*/ 3869602 w 3930892"/>
                  <a:gd name="connsiteY14" fmla="*/ 3925528 h 4545674"/>
                  <a:gd name="connsiteX15" fmla="*/ 3183802 w 3930892"/>
                  <a:gd name="connsiteY15" fmla="*/ 4364535 h 4545674"/>
                  <a:gd name="connsiteX16" fmla="*/ 3074550 w 3930892"/>
                  <a:gd name="connsiteY16" fmla="*/ 4429972 h 4545674"/>
                  <a:gd name="connsiteX17" fmla="*/ 3012352 w 3930892"/>
                  <a:gd name="connsiteY17" fmla="*/ 4466833 h 4545674"/>
                  <a:gd name="connsiteX18" fmla="*/ 2949867 w 3930892"/>
                  <a:gd name="connsiteY18" fmla="*/ 4503410 h 4545674"/>
                  <a:gd name="connsiteX19" fmla="*/ 2887098 w 3930892"/>
                  <a:gd name="connsiteY19" fmla="*/ 4539795 h 4545674"/>
                  <a:gd name="connsiteX20" fmla="*/ 2881765 w 3930892"/>
                  <a:gd name="connsiteY20" fmla="*/ 4542938 h 4545674"/>
                  <a:gd name="connsiteX21" fmla="*/ 2870239 w 3930892"/>
                  <a:gd name="connsiteY21" fmla="*/ 4545605 h 4545674"/>
                  <a:gd name="connsiteX22" fmla="*/ 52458 w 3930892"/>
                  <a:gd name="connsiteY22" fmla="*/ 4431305 h 4545674"/>
                  <a:gd name="connsiteX23" fmla="*/ 1637514 w 3930892"/>
                  <a:gd name="connsiteY23" fmla="*/ 4466548 h 4545674"/>
                  <a:gd name="connsiteX24" fmla="*/ 2256639 w 3930892"/>
                  <a:gd name="connsiteY24" fmla="*/ 4485598 h 4545674"/>
                  <a:gd name="connsiteX25" fmla="*/ 2864048 w 3930892"/>
                  <a:gd name="connsiteY25" fmla="*/ 4498742 h 4545674"/>
                  <a:gd name="connsiteX26" fmla="*/ 2926055 w 3930892"/>
                  <a:gd name="connsiteY26" fmla="*/ 4462738 h 4545674"/>
                  <a:gd name="connsiteX27" fmla="*/ 2988539 w 3930892"/>
                  <a:gd name="connsiteY27" fmla="*/ 4426162 h 4545674"/>
                  <a:gd name="connsiteX28" fmla="*/ 3050452 w 3930892"/>
                  <a:gd name="connsiteY28" fmla="*/ 4389490 h 4545674"/>
                  <a:gd name="connsiteX29" fmla="*/ 3159417 w 3930892"/>
                  <a:gd name="connsiteY29" fmla="*/ 4324244 h 4545674"/>
                  <a:gd name="connsiteX30" fmla="*/ 3842836 w 3930892"/>
                  <a:gd name="connsiteY30" fmla="*/ 3886094 h 4545674"/>
                  <a:gd name="connsiteX31" fmla="*/ 3859696 w 3930892"/>
                  <a:gd name="connsiteY31" fmla="*/ 3874474 h 4545674"/>
                  <a:gd name="connsiteX32" fmla="*/ 3870840 w 3930892"/>
                  <a:gd name="connsiteY32" fmla="*/ 3866759 h 4545674"/>
                  <a:gd name="connsiteX33" fmla="*/ 3878079 w 3930892"/>
                  <a:gd name="connsiteY33" fmla="*/ 3484235 h 4545674"/>
                  <a:gd name="connsiteX34" fmla="*/ 3878079 w 3930892"/>
                  <a:gd name="connsiteY34" fmla="*/ 3484235 h 4545674"/>
                  <a:gd name="connsiteX35" fmla="*/ 3770066 w 3930892"/>
                  <a:gd name="connsiteY35" fmla="*/ 77904 h 4545674"/>
                  <a:gd name="connsiteX36" fmla="*/ 120562 w 3930892"/>
                  <a:gd name="connsiteY36" fmla="*/ 159152 h 4545674"/>
                  <a:gd name="connsiteX37" fmla="*/ 52458 w 3930892"/>
                  <a:gd name="connsiteY37" fmla="*/ 4431686 h 4545674"/>
                  <a:gd name="connsiteX38" fmla="*/ 3893891 w 3930892"/>
                  <a:gd name="connsiteY38" fmla="*/ 3878855 h 4545674"/>
                  <a:gd name="connsiteX39" fmla="*/ 3893891 w 3930892"/>
                  <a:gd name="connsiteY39" fmla="*/ 3878855 h 454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930892" h="4545674">
                    <a:moveTo>
                      <a:pt x="2870239" y="4545605"/>
                    </a:moveTo>
                    <a:lnTo>
                      <a:pt x="2870239" y="4545605"/>
                    </a:lnTo>
                    <a:cubicBezTo>
                      <a:pt x="2686025" y="4542938"/>
                      <a:pt x="2485048" y="4538557"/>
                      <a:pt x="2255687" y="4532365"/>
                    </a:cubicBezTo>
                    <a:cubicBezTo>
                      <a:pt x="2049184" y="4526746"/>
                      <a:pt x="1839348" y="4520174"/>
                      <a:pt x="1636561" y="4513792"/>
                    </a:cubicBezTo>
                    <a:cubicBezTo>
                      <a:pt x="1110305" y="4497314"/>
                      <a:pt x="566047" y="4480264"/>
                      <a:pt x="29884" y="4478454"/>
                    </a:cubicBezTo>
                    <a:cubicBezTo>
                      <a:pt x="17121" y="4478454"/>
                      <a:pt x="6738" y="4468176"/>
                      <a:pt x="6548" y="4455403"/>
                    </a:cubicBezTo>
                    <a:cubicBezTo>
                      <a:pt x="-14598" y="3021891"/>
                      <a:pt x="8453" y="1569328"/>
                      <a:pt x="75128" y="137245"/>
                    </a:cubicBezTo>
                    <a:cubicBezTo>
                      <a:pt x="75699" y="125668"/>
                      <a:pt x="84557" y="116210"/>
                      <a:pt x="96082" y="114956"/>
                    </a:cubicBezTo>
                    <a:cubicBezTo>
                      <a:pt x="1223652" y="-3249"/>
                      <a:pt x="2398371" y="-29538"/>
                      <a:pt x="3793116" y="32374"/>
                    </a:cubicBezTo>
                    <a:cubicBezTo>
                      <a:pt x="3804927" y="32901"/>
                      <a:pt x="3814452" y="42063"/>
                      <a:pt x="3815499" y="53806"/>
                    </a:cubicBezTo>
                    <a:cubicBezTo>
                      <a:pt x="3906464" y="1098984"/>
                      <a:pt x="3943421" y="2253509"/>
                      <a:pt x="3925418" y="3485282"/>
                    </a:cubicBezTo>
                    <a:cubicBezTo>
                      <a:pt x="3923609" y="3613679"/>
                      <a:pt x="3921037" y="3746553"/>
                      <a:pt x="3917893" y="3880189"/>
                    </a:cubicBezTo>
                    <a:cubicBezTo>
                      <a:pt x="3917799" y="3887799"/>
                      <a:pt x="3914084" y="3894905"/>
                      <a:pt x="3907797" y="3899239"/>
                    </a:cubicBezTo>
                    <a:lnTo>
                      <a:pt x="3886937" y="3913621"/>
                    </a:lnTo>
                    <a:cubicBezTo>
                      <a:pt x="3881318" y="3917622"/>
                      <a:pt x="3875412" y="3921622"/>
                      <a:pt x="3869602" y="3925528"/>
                    </a:cubicBezTo>
                    <a:cubicBezTo>
                      <a:pt x="3653194" y="4072879"/>
                      <a:pt x="3422499" y="4220803"/>
                      <a:pt x="3183802" y="4364535"/>
                    </a:cubicBezTo>
                    <a:cubicBezTo>
                      <a:pt x="3147417" y="4386538"/>
                      <a:pt x="3111126" y="4408350"/>
                      <a:pt x="3074550" y="4429972"/>
                    </a:cubicBezTo>
                    <a:cubicBezTo>
                      <a:pt x="3053881" y="4442354"/>
                      <a:pt x="3033117" y="4454546"/>
                      <a:pt x="3012352" y="4466833"/>
                    </a:cubicBezTo>
                    <a:lnTo>
                      <a:pt x="2949867" y="4503410"/>
                    </a:lnTo>
                    <a:cubicBezTo>
                      <a:pt x="2929008" y="4515601"/>
                      <a:pt x="2908054" y="4527727"/>
                      <a:pt x="2887098" y="4539795"/>
                    </a:cubicBezTo>
                    <a:cubicBezTo>
                      <a:pt x="2885764" y="4540652"/>
                      <a:pt x="2883764" y="4541890"/>
                      <a:pt x="2881765" y="4542938"/>
                    </a:cubicBezTo>
                    <a:cubicBezTo>
                      <a:pt x="2878240" y="4544786"/>
                      <a:pt x="2874239" y="4545710"/>
                      <a:pt x="2870239" y="4545605"/>
                    </a:cubicBezTo>
                    <a:close/>
                    <a:moveTo>
                      <a:pt x="52458" y="4431305"/>
                    </a:moveTo>
                    <a:cubicBezTo>
                      <a:pt x="581857" y="4433496"/>
                      <a:pt x="1118401" y="4450355"/>
                      <a:pt x="1637514" y="4466548"/>
                    </a:cubicBezTo>
                    <a:cubicBezTo>
                      <a:pt x="1840396" y="4472930"/>
                      <a:pt x="2050232" y="4479502"/>
                      <a:pt x="2256639" y="4485598"/>
                    </a:cubicBezTo>
                    <a:cubicBezTo>
                      <a:pt x="2483142" y="4491694"/>
                      <a:pt x="2681930" y="4495980"/>
                      <a:pt x="2864048" y="4498742"/>
                    </a:cubicBezTo>
                    <a:cubicBezTo>
                      <a:pt x="2885193" y="4486646"/>
                      <a:pt x="2905577" y="4474739"/>
                      <a:pt x="2926055" y="4462738"/>
                    </a:cubicBezTo>
                    <a:lnTo>
                      <a:pt x="2988539" y="4426162"/>
                    </a:lnTo>
                    <a:cubicBezTo>
                      <a:pt x="3009114" y="4414094"/>
                      <a:pt x="3029782" y="4401873"/>
                      <a:pt x="3050452" y="4389490"/>
                    </a:cubicBezTo>
                    <a:cubicBezTo>
                      <a:pt x="3086932" y="4367898"/>
                      <a:pt x="3123223" y="4346152"/>
                      <a:pt x="3159417" y="4324244"/>
                    </a:cubicBezTo>
                    <a:cubicBezTo>
                      <a:pt x="3397542" y="4180702"/>
                      <a:pt x="3627000" y="4033446"/>
                      <a:pt x="3842836" y="3886094"/>
                    </a:cubicBezTo>
                    <a:lnTo>
                      <a:pt x="3859696" y="3874474"/>
                    </a:lnTo>
                    <a:lnTo>
                      <a:pt x="3870840" y="3866759"/>
                    </a:lnTo>
                    <a:cubicBezTo>
                      <a:pt x="3873888" y="3737314"/>
                      <a:pt x="3876269" y="3608631"/>
                      <a:pt x="3878079" y="3484235"/>
                    </a:cubicBezTo>
                    <a:lnTo>
                      <a:pt x="3878079" y="3484235"/>
                    </a:lnTo>
                    <a:cubicBezTo>
                      <a:pt x="3895986" y="2262082"/>
                      <a:pt x="3859600" y="1116224"/>
                      <a:pt x="3770066" y="77904"/>
                    </a:cubicBezTo>
                    <a:cubicBezTo>
                      <a:pt x="2394942" y="17706"/>
                      <a:pt x="1234035" y="43519"/>
                      <a:pt x="120562" y="159152"/>
                    </a:cubicBezTo>
                    <a:cubicBezTo>
                      <a:pt x="54839" y="1576186"/>
                      <a:pt x="32074" y="3013319"/>
                      <a:pt x="52458" y="4431686"/>
                    </a:cubicBezTo>
                    <a:close/>
                    <a:moveTo>
                      <a:pt x="3893891" y="3878855"/>
                    </a:moveTo>
                    <a:lnTo>
                      <a:pt x="3893891" y="3878855"/>
                    </a:lnTo>
                    <a:close/>
                  </a:path>
                </a:pathLst>
              </a:custGeom>
              <a:solidFill>
                <a:srgbClr val="454E5F"/>
              </a:solidFill>
              <a:ln w="9525"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A223EB14-8C49-B331-9832-DCB2DA7873E9}"/>
                  </a:ext>
                </a:extLst>
              </p:cNvPr>
              <p:cNvSpPr/>
              <p:nvPr/>
            </p:nvSpPr>
            <p:spPr>
              <a:xfrm>
                <a:off x="7192825" y="4744368"/>
                <a:ext cx="1071306" cy="799467"/>
              </a:xfrm>
              <a:custGeom>
                <a:avLst/>
                <a:gdLst>
                  <a:gd name="connsiteX0" fmla="*/ 22457 w 1071306"/>
                  <a:gd name="connsiteY0" fmla="*/ 799406 h 799467"/>
                  <a:gd name="connsiteX1" fmla="*/ 14933 w 1071306"/>
                  <a:gd name="connsiteY1" fmla="*/ 798168 h 799467"/>
                  <a:gd name="connsiteX2" fmla="*/ 169 w 1071306"/>
                  <a:gd name="connsiteY2" fmla="*/ 768450 h 799467"/>
                  <a:gd name="connsiteX3" fmla="*/ 252486 w 1071306"/>
                  <a:gd name="connsiteY3" fmla="*/ 15975 h 799467"/>
                  <a:gd name="connsiteX4" fmla="*/ 278013 w 1071306"/>
                  <a:gd name="connsiteY4" fmla="*/ 163 h 799467"/>
                  <a:gd name="connsiteX5" fmla="*/ 1049538 w 1071306"/>
                  <a:gd name="connsiteY5" fmla="*/ 110463 h 799467"/>
                  <a:gd name="connsiteX6" fmla="*/ 1070112 w 1071306"/>
                  <a:gd name="connsiteY6" fmla="*/ 136475 h 799467"/>
                  <a:gd name="connsiteX7" fmla="*/ 1044013 w 1071306"/>
                  <a:gd name="connsiteY7" fmla="*/ 157002 h 799467"/>
                  <a:gd name="connsiteX8" fmla="*/ 1042966 w 1071306"/>
                  <a:gd name="connsiteY8" fmla="*/ 156850 h 799467"/>
                  <a:gd name="connsiteX9" fmla="*/ 290491 w 1071306"/>
                  <a:gd name="connsiteY9" fmla="*/ 49408 h 799467"/>
                  <a:gd name="connsiteX10" fmla="*/ 44460 w 1071306"/>
                  <a:gd name="connsiteY10" fmla="*/ 783595 h 799467"/>
                  <a:gd name="connsiteX11" fmla="*/ 22457 w 1071306"/>
                  <a:gd name="connsiteY11" fmla="*/ 799406 h 79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1306" h="799467">
                    <a:moveTo>
                      <a:pt x="22457" y="799406"/>
                    </a:moveTo>
                    <a:cubicBezTo>
                      <a:pt x="19886" y="799415"/>
                      <a:pt x="17314" y="798996"/>
                      <a:pt x="14933" y="798168"/>
                    </a:cubicBezTo>
                    <a:cubicBezTo>
                      <a:pt x="2645" y="794015"/>
                      <a:pt x="-3926" y="780727"/>
                      <a:pt x="169" y="768450"/>
                    </a:cubicBezTo>
                    <a:lnTo>
                      <a:pt x="252486" y="15975"/>
                    </a:lnTo>
                    <a:cubicBezTo>
                      <a:pt x="256105" y="5249"/>
                      <a:pt x="266773" y="-1389"/>
                      <a:pt x="278013" y="163"/>
                    </a:cubicBezTo>
                    <a:lnTo>
                      <a:pt x="1049538" y="110463"/>
                    </a:lnTo>
                    <a:cubicBezTo>
                      <a:pt x="1062397" y="111977"/>
                      <a:pt x="1071541" y="123617"/>
                      <a:pt x="1070112" y="136475"/>
                    </a:cubicBezTo>
                    <a:cubicBezTo>
                      <a:pt x="1068588" y="149325"/>
                      <a:pt x="1056873" y="158516"/>
                      <a:pt x="1044013" y="157002"/>
                    </a:cubicBezTo>
                    <a:cubicBezTo>
                      <a:pt x="1043728" y="156964"/>
                      <a:pt x="1043347" y="156907"/>
                      <a:pt x="1042966" y="156850"/>
                    </a:cubicBezTo>
                    <a:lnTo>
                      <a:pt x="290491" y="49408"/>
                    </a:lnTo>
                    <a:lnTo>
                      <a:pt x="44460" y="783595"/>
                    </a:lnTo>
                    <a:cubicBezTo>
                      <a:pt x="41222" y="793005"/>
                      <a:pt x="32363" y="799339"/>
                      <a:pt x="22457" y="799406"/>
                    </a:cubicBezTo>
                    <a:close/>
                  </a:path>
                </a:pathLst>
              </a:custGeom>
              <a:solidFill>
                <a:srgbClr val="454E5F"/>
              </a:solidFill>
              <a:ln w="9525" cap="flat">
                <a:noFill/>
                <a:prstDash val="solid"/>
                <a:miter/>
              </a:ln>
            </p:spPr>
            <p:txBody>
              <a:bodyPr rtlCol="0" anchor="ctr"/>
              <a:lstStyle/>
              <a:p>
                <a:endParaRPr lang="zh-CN" altLang="en-US"/>
              </a:p>
            </p:txBody>
          </p:sp>
          <p:sp>
            <p:nvSpPr>
              <p:cNvPr id="27" name="任意多边形: 形状 26">
                <a:extLst>
                  <a:ext uri="{FF2B5EF4-FFF2-40B4-BE49-F238E27FC236}">
                    <a16:creationId xmlns:a16="http://schemas.microsoft.com/office/drawing/2014/main" id="{F873C792-0C5C-05A3-AD12-61A766EEDC74}"/>
                  </a:ext>
                </a:extLst>
              </p:cNvPr>
              <p:cNvSpPr/>
              <p:nvPr/>
            </p:nvSpPr>
            <p:spPr>
              <a:xfrm>
                <a:off x="5268960" y="847497"/>
                <a:ext cx="1885313" cy="835451"/>
              </a:xfrm>
              <a:custGeom>
                <a:avLst/>
                <a:gdLst>
                  <a:gd name="connsiteX0" fmla="*/ 1884124 w 1885313"/>
                  <a:gd name="connsiteY0" fmla="*/ 380691 h 835451"/>
                  <a:gd name="connsiteX1" fmla="*/ 1882886 w 1885313"/>
                  <a:gd name="connsiteY1" fmla="*/ 403074 h 835451"/>
                  <a:gd name="connsiteX2" fmla="*/ 1880789 w 1885313"/>
                  <a:gd name="connsiteY2" fmla="*/ 410694 h 835451"/>
                  <a:gd name="connsiteX3" fmla="*/ 1838308 w 1885313"/>
                  <a:gd name="connsiteY3" fmla="*/ 445556 h 835451"/>
                  <a:gd name="connsiteX4" fmla="*/ 1715436 w 1885313"/>
                  <a:gd name="connsiteY4" fmla="*/ 508230 h 835451"/>
                  <a:gd name="connsiteX5" fmla="*/ 1157557 w 1885313"/>
                  <a:gd name="connsiteY5" fmla="*/ 792361 h 835451"/>
                  <a:gd name="connsiteX6" fmla="*/ 1050401 w 1885313"/>
                  <a:gd name="connsiteY6" fmla="*/ 832747 h 835451"/>
                  <a:gd name="connsiteX7" fmla="*/ 876855 w 1885313"/>
                  <a:gd name="connsiteY7" fmla="*/ 802362 h 835451"/>
                  <a:gd name="connsiteX8" fmla="*/ 584437 w 1885313"/>
                  <a:gd name="connsiteY8" fmla="*/ 695016 h 835451"/>
                  <a:gd name="connsiteX9" fmla="*/ 340311 w 1885313"/>
                  <a:gd name="connsiteY9" fmla="*/ 594908 h 835451"/>
                  <a:gd name="connsiteX10" fmla="*/ 215248 w 1885313"/>
                  <a:gd name="connsiteY10" fmla="*/ 535281 h 835451"/>
                  <a:gd name="connsiteX11" fmla="*/ 126094 w 1885313"/>
                  <a:gd name="connsiteY11" fmla="*/ 478131 h 835451"/>
                  <a:gd name="connsiteX12" fmla="*/ 118475 w 1885313"/>
                  <a:gd name="connsiteY12" fmla="*/ 438603 h 835451"/>
                  <a:gd name="connsiteX13" fmla="*/ 105520 w 1885313"/>
                  <a:gd name="connsiteY13" fmla="*/ 215241 h 835451"/>
                  <a:gd name="connsiteX14" fmla="*/ 30463 w 1885313"/>
                  <a:gd name="connsiteY14" fmla="*/ 218385 h 835451"/>
                  <a:gd name="connsiteX15" fmla="*/ 27701 w 1885313"/>
                  <a:gd name="connsiteY15" fmla="*/ 218385 h 835451"/>
                  <a:gd name="connsiteX16" fmla="*/ 10461 w 1885313"/>
                  <a:gd name="connsiteY16" fmla="*/ 215908 h 835451"/>
                  <a:gd name="connsiteX17" fmla="*/ 1983 w 1885313"/>
                  <a:gd name="connsiteY17" fmla="*/ 183904 h 835451"/>
                  <a:gd name="connsiteX18" fmla="*/ 65801 w 1885313"/>
                  <a:gd name="connsiteY18" fmla="*/ 73224 h 835451"/>
                  <a:gd name="connsiteX19" fmla="*/ 140477 w 1885313"/>
                  <a:gd name="connsiteY19" fmla="*/ 19693 h 835451"/>
                  <a:gd name="connsiteX20" fmla="*/ 466042 w 1885313"/>
                  <a:gd name="connsiteY20" fmla="*/ 16169 h 835451"/>
                  <a:gd name="connsiteX21" fmla="*/ 1826497 w 1885313"/>
                  <a:gd name="connsiteY21" fmla="*/ 167 h 835451"/>
                  <a:gd name="connsiteX22" fmla="*/ 1859644 w 1885313"/>
                  <a:gd name="connsiteY22" fmla="*/ 4739 h 835451"/>
                  <a:gd name="connsiteX23" fmla="*/ 1880028 w 1885313"/>
                  <a:gd name="connsiteY23" fmla="*/ 113609 h 835451"/>
                  <a:gd name="connsiteX24" fmla="*/ 1884124 w 1885313"/>
                  <a:gd name="connsiteY24" fmla="*/ 380691 h 83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85313" h="835451">
                    <a:moveTo>
                      <a:pt x="1884124" y="380691"/>
                    </a:moveTo>
                    <a:cubicBezTo>
                      <a:pt x="1884504" y="388177"/>
                      <a:pt x="1884124" y="395683"/>
                      <a:pt x="1882886" y="403074"/>
                    </a:cubicBezTo>
                    <a:cubicBezTo>
                      <a:pt x="1882409" y="405675"/>
                      <a:pt x="1881743" y="408227"/>
                      <a:pt x="1880789" y="410694"/>
                    </a:cubicBezTo>
                    <a:cubicBezTo>
                      <a:pt x="1874027" y="428316"/>
                      <a:pt x="1855834" y="438698"/>
                      <a:pt x="1838308" y="445556"/>
                    </a:cubicBezTo>
                    <a:cubicBezTo>
                      <a:pt x="1795446" y="462224"/>
                      <a:pt x="1756203" y="486704"/>
                      <a:pt x="1715436" y="508230"/>
                    </a:cubicBezTo>
                    <a:cubicBezTo>
                      <a:pt x="1530936" y="605957"/>
                      <a:pt x="1344723" y="699873"/>
                      <a:pt x="1157557" y="792361"/>
                    </a:cubicBezTo>
                    <a:cubicBezTo>
                      <a:pt x="1123172" y="809316"/>
                      <a:pt x="1088119" y="826461"/>
                      <a:pt x="1050401" y="832747"/>
                    </a:cubicBezTo>
                    <a:cubicBezTo>
                      <a:pt x="991726" y="842272"/>
                      <a:pt x="932004" y="824651"/>
                      <a:pt x="876855" y="802362"/>
                    </a:cubicBezTo>
                    <a:cubicBezTo>
                      <a:pt x="780176" y="763310"/>
                      <a:pt x="681973" y="731877"/>
                      <a:pt x="584437" y="695016"/>
                    </a:cubicBezTo>
                    <a:cubicBezTo>
                      <a:pt x="502236" y="663869"/>
                      <a:pt x="420512" y="631008"/>
                      <a:pt x="340311" y="594908"/>
                    </a:cubicBezTo>
                    <a:cubicBezTo>
                      <a:pt x="298212" y="575858"/>
                      <a:pt x="256492" y="555979"/>
                      <a:pt x="215248" y="535281"/>
                    </a:cubicBezTo>
                    <a:cubicBezTo>
                      <a:pt x="188483" y="521756"/>
                      <a:pt x="140191" y="506706"/>
                      <a:pt x="126094" y="478131"/>
                    </a:cubicBezTo>
                    <a:cubicBezTo>
                      <a:pt x="120950" y="465587"/>
                      <a:pt x="118380" y="452157"/>
                      <a:pt x="118475" y="438603"/>
                    </a:cubicBezTo>
                    <a:cubicBezTo>
                      <a:pt x="114379" y="364212"/>
                      <a:pt x="109902" y="289632"/>
                      <a:pt x="105520" y="215241"/>
                    </a:cubicBezTo>
                    <a:cubicBezTo>
                      <a:pt x="80660" y="218856"/>
                      <a:pt x="55514" y="219909"/>
                      <a:pt x="30463" y="218385"/>
                    </a:cubicBezTo>
                    <a:lnTo>
                      <a:pt x="27701" y="218385"/>
                    </a:lnTo>
                    <a:cubicBezTo>
                      <a:pt x="21891" y="219888"/>
                      <a:pt x="15604" y="218996"/>
                      <a:pt x="10461" y="215908"/>
                    </a:cubicBezTo>
                    <a:cubicBezTo>
                      <a:pt x="-493" y="209271"/>
                      <a:pt x="-4303" y="195113"/>
                      <a:pt x="1983" y="183904"/>
                    </a:cubicBezTo>
                    <a:cubicBezTo>
                      <a:pt x="24272" y="147582"/>
                      <a:pt x="45513" y="110688"/>
                      <a:pt x="65801" y="73224"/>
                    </a:cubicBezTo>
                    <a:cubicBezTo>
                      <a:pt x="85708" y="36266"/>
                      <a:pt x="94376" y="20265"/>
                      <a:pt x="140477" y="19693"/>
                    </a:cubicBezTo>
                    <a:cubicBezTo>
                      <a:pt x="248967" y="18677"/>
                      <a:pt x="357552" y="17502"/>
                      <a:pt x="466042" y="16169"/>
                    </a:cubicBezTo>
                    <a:cubicBezTo>
                      <a:pt x="919623" y="10835"/>
                      <a:pt x="1373108" y="5501"/>
                      <a:pt x="1826497" y="167"/>
                    </a:cubicBezTo>
                    <a:cubicBezTo>
                      <a:pt x="1837737" y="-689"/>
                      <a:pt x="1849072" y="870"/>
                      <a:pt x="1859644" y="4739"/>
                    </a:cubicBezTo>
                    <a:cubicBezTo>
                      <a:pt x="1890219" y="18741"/>
                      <a:pt x="1878694" y="86368"/>
                      <a:pt x="1880028" y="113609"/>
                    </a:cubicBezTo>
                    <a:cubicBezTo>
                      <a:pt x="1882791" y="202668"/>
                      <a:pt x="1882791" y="291727"/>
                      <a:pt x="1884124" y="380691"/>
                    </a:cubicBezTo>
                    <a:close/>
                  </a:path>
                </a:pathLst>
              </a:custGeom>
              <a:solidFill>
                <a:srgbClr val="F89192"/>
              </a:solidFill>
              <a:ln w="9525" cap="flat">
                <a:noFill/>
                <a:prstDash val="solid"/>
                <a:miter/>
              </a:ln>
            </p:spPr>
            <p:txBody>
              <a:bodyPr rtlCol="0" anchor="ctr"/>
              <a:lstStyle/>
              <a:p>
                <a:endParaRPr lang="zh-CN" altLang="en-US"/>
              </a:p>
            </p:txBody>
          </p:sp>
          <p:sp>
            <p:nvSpPr>
              <p:cNvPr id="28" name="任意多边形: 形状 27">
                <a:extLst>
                  <a:ext uri="{FF2B5EF4-FFF2-40B4-BE49-F238E27FC236}">
                    <a16:creationId xmlns:a16="http://schemas.microsoft.com/office/drawing/2014/main" id="{0CA4469F-DDA3-EA12-4D82-EB27EEAF1053}"/>
                  </a:ext>
                </a:extLst>
              </p:cNvPr>
              <p:cNvSpPr/>
              <p:nvPr/>
            </p:nvSpPr>
            <p:spPr>
              <a:xfrm>
                <a:off x="5268960" y="847497"/>
                <a:ext cx="1885313" cy="834880"/>
              </a:xfrm>
              <a:custGeom>
                <a:avLst/>
                <a:gdLst>
                  <a:gd name="connsiteX0" fmla="*/ 1880219 w 1885313"/>
                  <a:gd name="connsiteY0" fmla="*/ 113609 h 834880"/>
                  <a:gd name="connsiteX1" fmla="*/ 1859835 w 1885313"/>
                  <a:gd name="connsiteY1" fmla="*/ 4739 h 834880"/>
                  <a:gd name="connsiteX2" fmla="*/ 1826688 w 1885313"/>
                  <a:gd name="connsiteY2" fmla="*/ 167 h 834880"/>
                  <a:gd name="connsiteX3" fmla="*/ 466042 w 1885313"/>
                  <a:gd name="connsiteY3" fmla="*/ 15597 h 834880"/>
                  <a:gd name="connsiteX4" fmla="*/ 140477 w 1885313"/>
                  <a:gd name="connsiteY4" fmla="*/ 19122 h 834880"/>
                  <a:gd name="connsiteX5" fmla="*/ 65801 w 1885313"/>
                  <a:gd name="connsiteY5" fmla="*/ 72652 h 834880"/>
                  <a:gd name="connsiteX6" fmla="*/ 1983 w 1885313"/>
                  <a:gd name="connsiteY6" fmla="*/ 183333 h 834880"/>
                  <a:gd name="connsiteX7" fmla="*/ 10461 w 1885313"/>
                  <a:gd name="connsiteY7" fmla="*/ 215337 h 834880"/>
                  <a:gd name="connsiteX8" fmla="*/ 27701 w 1885313"/>
                  <a:gd name="connsiteY8" fmla="*/ 217813 h 834880"/>
                  <a:gd name="connsiteX9" fmla="*/ 30463 w 1885313"/>
                  <a:gd name="connsiteY9" fmla="*/ 217813 h 834880"/>
                  <a:gd name="connsiteX10" fmla="*/ 105520 w 1885313"/>
                  <a:gd name="connsiteY10" fmla="*/ 214670 h 834880"/>
                  <a:gd name="connsiteX11" fmla="*/ 118475 w 1885313"/>
                  <a:gd name="connsiteY11" fmla="*/ 438031 h 834880"/>
                  <a:gd name="connsiteX12" fmla="*/ 126094 w 1885313"/>
                  <a:gd name="connsiteY12" fmla="*/ 477560 h 834880"/>
                  <a:gd name="connsiteX13" fmla="*/ 215248 w 1885313"/>
                  <a:gd name="connsiteY13" fmla="*/ 534710 h 834880"/>
                  <a:gd name="connsiteX14" fmla="*/ 340311 w 1885313"/>
                  <a:gd name="connsiteY14" fmla="*/ 594336 h 834880"/>
                  <a:gd name="connsiteX15" fmla="*/ 584437 w 1885313"/>
                  <a:gd name="connsiteY15" fmla="*/ 694444 h 834880"/>
                  <a:gd name="connsiteX16" fmla="*/ 876855 w 1885313"/>
                  <a:gd name="connsiteY16" fmla="*/ 801791 h 834880"/>
                  <a:gd name="connsiteX17" fmla="*/ 1050401 w 1885313"/>
                  <a:gd name="connsiteY17" fmla="*/ 832175 h 834880"/>
                  <a:gd name="connsiteX18" fmla="*/ 1157557 w 1885313"/>
                  <a:gd name="connsiteY18" fmla="*/ 791790 h 834880"/>
                  <a:gd name="connsiteX19" fmla="*/ 1715436 w 1885313"/>
                  <a:gd name="connsiteY19" fmla="*/ 507659 h 834880"/>
                  <a:gd name="connsiteX20" fmla="*/ 1838308 w 1885313"/>
                  <a:gd name="connsiteY20" fmla="*/ 444984 h 834880"/>
                  <a:gd name="connsiteX21" fmla="*/ 1880789 w 1885313"/>
                  <a:gd name="connsiteY21" fmla="*/ 410123 h 834880"/>
                  <a:gd name="connsiteX22" fmla="*/ 1882886 w 1885313"/>
                  <a:gd name="connsiteY22" fmla="*/ 402503 h 834880"/>
                  <a:gd name="connsiteX23" fmla="*/ 1884124 w 1885313"/>
                  <a:gd name="connsiteY23" fmla="*/ 380119 h 834880"/>
                  <a:gd name="connsiteX24" fmla="*/ 1880219 w 1885313"/>
                  <a:gd name="connsiteY24" fmla="*/ 113609 h 834880"/>
                  <a:gd name="connsiteX25" fmla="*/ 1833927 w 1885313"/>
                  <a:gd name="connsiteY25" fmla="*/ 396216 h 834880"/>
                  <a:gd name="connsiteX26" fmla="*/ 1208992 w 1885313"/>
                  <a:gd name="connsiteY26" fmla="*/ 717304 h 834880"/>
                  <a:gd name="connsiteX27" fmla="*/ 1021921 w 1885313"/>
                  <a:gd name="connsiteY27" fmla="*/ 792552 h 834880"/>
                  <a:gd name="connsiteX28" fmla="*/ 1016491 w 1885313"/>
                  <a:gd name="connsiteY28" fmla="*/ 795028 h 834880"/>
                  <a:gd name="connsiteX29" fmla="*/ 348407 w 1885313"/>
                  <a:gd name="connsiteY29" fmla="*/ 547378 h 834880"/>
                  <a:gd name="connsiteX30" fmla="*/ 166766 w 1885313"/>
                  <a:gd name="connsiteY30" fmla="*/ 456510 h 834880"/>
                  <a:gd name="connsiteX31" fmla="*/ 143620 w 1885313"/>
                  <a:gd name="connsiteY31" fmla="*/ 65984 h 834880"/>
                  <a:gd name="connsiteX32" fmla="*/ 795130 w 1885313"/>
                  <a:gd name="connsiteY32" fmla="*/ 58650 h 834880"/>
                  <a:gd name="connsiteX33" fmla="*/ 1471405 w 1885313"/>
                  <a:gd name="connsiteY33" fmla="*/ 50935 h 834880"/>
                  <a:gd name="connsiteX34" fmla="*/ 1831165 w 1885313"/>
                  <a:gd name="connsiteY34" fmla="*/ 46934 h 834880"/>
                  <a:gd name="connsiteX35" fmla="*/ 1833927 w 1885313"/>
                  <a:gd name="connsiteY35" fmla="*/ 396216 h 83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85313" h="834880">
                    <a:moveTo>
                      <a:pt x="1880219" y="113609"/>
                    </a:moveTo>
                    <a:cubicBezTo>
                      <a:pt x="1879362" y="86368"/>
                      <a:pt x="1890410" y="18359"/>
                      <a:pt x="1859835" y="4739"/>
                    </a:cubicBezTo>
                    <a:cubicBezTo>
                      <a:pt x="1849262" y="870"/>
                      <a:pt x="1837927" y="-689"/>
                      <a:pt x="1826688" y="167"/>
                    </a:cubicBezTo>
                    <a:cubicBezTo>
                      <a:pt x="1373108" y="5120"/>
                      <a:pt x="919527" y="10263"/>
                      <a:pt x="466042" y="15597"/>
                    </a:cubicBezTo>
                    <a:cubicBezTo>
                      <a:pt x="357552" y="16804"/>
                      <a:pt x="248967" y="17978"/>
                      <a:pt x="140477" y="19122"/>
                    </a:cubicBezTo>
                    <a:cubicBezTo>
                      <a:pt x="94757" y="19693"/>
                      <a:pt x="85708" y="35695"/>
                      <a:pt x="65801" y="72652"/>
                    </a:cubicBezTo>
                    <a:cubicBezTo>
                      <a:pt x="45894" y="109609"/>
                      <a:pt x="24272" y="147042"/>
                      <a:pt x="1983" y="183333"/>
                    </a:cubicBezTo>
                    <a:cubicBezTo>
                      <a:pt x="-4303" y="194542"/>
                      <a:pt x="-493" y="208699"/>
                      <a:pt x="10461" y="215337"/>
                    </a:cubicBezTo>
                    <a:cubicBezTo>
                      <a:pt x="15604" y="218425"/>
                      <a:pt x="21891" y="219316"/>
                      <a:pt x="27701" y="217813"/>
                    </a:cubicBezTo>
                    <a:lnTo>
                      <a:pt x="30463" y="217813"/>
                    </a:lnTo>
                    <a:cubicBezTo>
                      <a:pt x="55514" y="219337"/>
                      <a:pt x="80660" y="218285"/>
                      <a:pt x="105520" y="214670"/>
                    </a:cubicBezTo>
                    <a:cubicBezTo>
                      <a:pt x="109902" y="289060"/>
                      <a:pt x="114379" y="363641"/>
                      <a:pt x="118475" y="438031"/>
                    </a:cubicBezTo>
                    <a:cubicBezTo>
                      <a:pt x="118380" y="451585"/>
                      <a:pt x="120950" y="465015"/>
                      <a:pt x="126094" y="477560"/>
                    </a:cubicBezTo>
                    <a:cubicBezTo>
                      <a:pt x="140191" y="506611"/>
                      <a:pt x="188483" y="521375"/>
                      <a:pt x="215248" y="534710"/>
                    </a:cubicBezTo>
                    <a:cubicBezTo>
                      <a:pt x="256492" y="555541"/>
                      <a:pt x="298212" y="575410"/>
                      <a:pt x="340311" y="594336"/>
                    </a:cubicBezTo>
                    <a:cubicBezTo>
                      <a:pt x="420512" y="630436"/>
                      <a:pt x="502236" y="663297"/>
                      <a:pt x="584437" y="694444"/>
                    </a:cubicBezTo>
                    <a:cubicBezTo>
                      <a:pt x="681973" y="731306"/>
                      <a:pt x="780176" y="762738"/>
                      <a:pt x="876855" y="801791"/>
                    </a:cubicBezTo>
                    <a:cubicBezTo>
                      <a:pt x="932004" y="824079"/>
                      <a:pt x="991726" y="841700"/>
                      <a:pt x="1050401" y="832175"/>
                    </a:cubicBezTo>
                    <a:cubicBezTo>
                      <a:pt x="1088501" y="825889"/>
                      <a:pt x="1123172" y="808744"/>
                      <a:pt x="1157557" y="791790"/>
                    </a:cubicBezTo>
                    <a:cubicBezTo>
                      <a:pt x="1344723" y="699302"/>
                      <a:pt x="1530936" y="605385"/>
                      <a:pt x="1715436" y="507659"/>
                    </a:cubicBezTo>
                    <a:cubicBezTo>
                      <a:pt x="1756203" y="486132"/>
                      <a:pt x="1795446" y="461653"/>
                      <a:pt x="1838308" y="444984"/>
                    </a:cubicBezTo>
                    <a:cubicBezTo>
                      <a:pt x="1855834" y="438126"/>
                      <a:pt x="1874027" y="427744"/>
                      <a:pt x="1880789" y="410123"/>
                    </a:cubicBezTo>
                    <a:cubicBezTo>
                      <a:pt x="1881743" y="407656"/>
                      <a:pt x="1882409" y="405103"/>
                      <a:pt x="1882886" y="402503"/>
                    </a:cubicBezTo>
                    <a:cubicBezTo>
                      <a:pt x="1884124" y="395111"/>
                      <a:pt x="1884504" y="387606"/>
                      <a:pt x="1884124" y="380119"/>
                    </a:cubicBezTo>
                    <a:cubicBezTo>
                      <a:pt x="1882791" y="291727"/>
                      <a:pt x="1882791" y="202668"/>
                      <a:pt x="1880219" y="113609"/>
                    </a:cubicBezTo>
                    <a:close/>
                    <a:moveTo>
                      <a:pt x="1833927" y="396216"/>
                    </a:moveTo>
                    <a:cubicBezTo>
                      <a:pt x="1618376" y="488990"/>
                      <a:pt x="1421399" y="618244"/>
                      <a:pt x="1208992" y="717304"/>
                    </a:cubicBezTo>
                    <a:cubicBezTo>
                      <a:pt x="1148127" y="746031"/>
                      <a:pt x="1085738" y="771158"/>
                      <a:pt x="1021921" y="792552"/>
                    </a:cubicBezTo>
                    <a:cubicBezTo>
                      <a:pt x="1020015" y="793190"/>
                      <a:pt x="1018206" y="794018"/>
                      <a:pt x="1016491" y="795028"/>
                    </a:cubicBezTo>
                    <a:cubicBezTo>
                      <a:pt x="790844" y="721209"/>
                      <a:pt x="564530" y="646724"/>
                      <a:pt x="348407" y="547378"/>
                    </a:cubicBezTo>
                    <a:cubicBezTo>
                      <a:pt x="286876" y="519184"/>
                      <a:pt x="226297" y="488895"/>
                      <a:pt x="166766" y="456510"/>
                    </a:cubicBezTo>
                    <a:cubicBezTo>
                      <a:pt x="159050" y="326271"/>
                      <a:pt x="151336" y="196096"/>
                      <a:pt x="143620" y="65984"/>
                    </a:cubicBezTo>
                    <a:lnTo>
                      <a:pt x="795130" y="58650"/>
                    </a:lnTo>
                    <a:lnTo>
                      <a:pt x="1471405" y="50935"/>
                    </a:lnTo>
                    <a:lnTo>
                      <a:pt x="1831165" y="46934"/>
                    </a:lnTo>
                    <a:cubicBezTo>
                      <a:pt x="1836404" y="163330"/>
                      <a:pt x="1837356" y="279757"/>
                      <a:pt x="1833927" y="396216"/>
                    </a:cubicBezTo>
                    <a:close/>
                  </a:path>
                </a:pathLst>
              </a:custGeom>
              <a:solidFill>
                <a:srgbClr val="454E5F"/>
              </a:solidFill>
              <a:ln w="9525" cap="flat">
                <a:noFill/>
                <a:prstDash val="solid"/>
                <a:miter/>
              </a:ln>
            </p:spPr>
            <p:txBody>
              <a:bodyPr rtlCol="0" anchor="ctr"/>
              <a:lstStyle/>
              <a:p>
                <a:endParaRPr lang="zh-CN" altLang="en-US"/>
              </a:p>
            </p:txBody>
          </p:sp>
          <p:sp>
            <p:nvSpPr>
              <p:cNvPr id="29" name="任意多边形: 形状 28">
                <a:extLst>
                  <a:ext uri="{FF2B5EF4-FFF2-40B4-BE49-F238E27FC236}">
                    <a16:creationId xmlns:a16="http://schemas.microsoft.com/office/drawing/2014/main" id="{C178C303-D2AF-83C4-A428-65D29286B705}"/>
                  </a:ext>
                </a:extLst>
              </p:cNvPr>
              <p:cNvSpPr/>
              <p:nvPr/>
            </p:nvSpPr>
            <p:spPr>
              <a:xfrm>
                <a:off x="4678394" y="2111406"/>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30" name="任意多边形: 形状 29">
                <a:extLst>
                  <a:ext uri="{FF2B5EF4-FFF2-40B4-BE49-F238E27FC236}">
                    <a16:creationId xmlns:a16="http://schemas.microsoft.com/office/drawing/2014/main" id="{F52AE713-9257-5516-3B7D-E37BC6F4FDA1}"/>
                  </a:ext>
                </a:extLst>
              </p:cNvPr>
              <p:cNvSpPr/>
              <p:nvPr/>
            </p:nvSpPr>
            <p:spPr>
              <a:xfrm>
                <a:off x="4678489" y="2617851"/>
                <a:ext cx="3267741" cy="19050"/>
              </a:xfrm>
              <a:custGeom>
                <a:avLst/>
                <a:gdLst>
                  <a:gd name="connsiteX0" fmla="*/ 3257168 w 3267741"/>
                  <a:gd name="connsiteY0" fmla="*/ 18989 h 19050"/>
                  <a:gd name="connsiteX1" fmla="*/ 3242881 w 3267741"/>
                  <a:gd name="connsiteY1" fmla="*/ 18989 h 19050"/>
                  <a:gd name="connsiteX2" fmla="*/ 3233356 w 3267741"/>
                  <a:gd name="connsiteY2" fmla="*/ 9464 h 19050"/>
                  <a:gd name="connsiteX3" fmla="*/ 3242881 w 3267741"/>
                  <a:gd name="connsiteY3" fmla="*/ -61 h 19050"/>
                  <a:gd name="connsiteX4" fmla="*/ 3257168 w 3267741"/>
                  <a:gd name="connsiteY4" fmla="*/ -61 h 19050"/>
                  <a:gd name="connsiteX5" fmla="*/ 3266693 w 3267741"/>
                  <a:gd name="connsiteY5" fmla="*/ 9464 h 19050"/>
                  <a:gd name="connsiteX6" fmla="*/ 3257168 w 3267741"/>
                  <a:gd name="connsiteY6" fmla="*/ 18989 h 19050"/>
                  <a:gd name="connsiteX7" fmla="*/ 3149155 w 3267741"/>
                  <a:gd name="connsiteY7" fmla="*/ 18989 h 19050"/>
                  <a:gd name="connsiteX8" fmla="*/ 3102196 w 3267741"/>
                  <a:gd name="connsiteY8" fmla="*/ 18989 h 19050"/>
                  <a:gd name="connsiteX9" fmla="*/ 3092671 w 3267741"/>
                  <a:gd name="connsiteY9" fmla="*/ 9464 h 19050"/>
                  <a:gd name="connsiteX10" fmla="*/ 3102196 w 3267741"/>
                  <a:gd name="connsiteY10" fmla="*/ -61 h 19050"/>
                  <a:gd name="connsiteX11" fmla="*/ 3149155 w 3267741"/>
                  <a:gd name="connsiteY11" fmla="*/ -61 h 19050"/>
                  <a:gd name="connsiteX12" fmla="*/ 3158680 w 3267741"/>
                  <a:gd name="connsiteY12" fmla="*/ 9464 h 19050"/>
                  <a:gd name="connsiteX13" fmla="*/ 3149155 w 3267741"/>
                  <a:gd name="connsiteY13" fmla="*/ 18989 h 19050"/>
                  <a:gd name="connsiteX14" fmla="*/ 3008471 w 3267741"/>
                  <a:gd name="connsiteY14" fmla="*/ 18989 h 19050"/>
                  <a:gd name="connsiteX15" fmla="*/ 2961609 w 3267741"/>
                  <a:gd name="connsiteY15" fmla="*/ 18989 h 19050"/>
                  <a:gd name="connsiteX16" fmla="*/ 2952084 w 3267741"/>
                  <a:gd name="connsiteY16" fmla="*/ 9464 h 19050"/>
                  <a:gd name="connsiteX17" fmla="*/ 2961609 w 3267741"/>
                  <a:gd name="connsiteY17" fmla="*/ -61 h 19050"/>
                  <a:gd name="connsiteX18" fmla="*/ 3008471 w 3267741"/>
                  <a:gd name="connsiteY18" fmla="*/ -61 h 19050"/>
                  <a:gd name="connsiteX19" fmla="*/ 3017996 w 3267741"/>
                  <a:gd name="connsiteY19" fmla="*/ 9464 h 19050"/>
                  <a:gd name="connsiteX20" fmla="*/ 3008471 w 3267741"/>
                  <a:gd name="connsiteY20" fmla="*/ 18989 h 19050"/>
                  <a:gd name="connsiteX21" fmla="*/ 2867882 w 3267741"/>
                  <a:gd name="connsiteY21" fmla="*/ 18989 h 19050"/>
                  <a:gd name="connsiteX22" fmla="*/ 2820924 w 3267741"/>
                  <a:gd name="connsiteY22" fmla="*/ 18989 h 19050"/>
                  <a:gd name="connsiteX23" fmla="*/ 2811399 w 3267741"/>
                  <a:gd name="connsiteY23" fmla="*/ 9464 h 19050"/>
                  <a:gd name="connsiteX24" fmla="*/ 2820924 w 3267741"/>
                  <a:gd name="connsiteY24" fmla="*/ -61 h 19050"/>
                  <a:gd name="connsiteX25" fmla="*/ 2867882 w 3267741"/>
                  <a:gd name="connsiteY25" fmla="*/ -61 h 19050"/>
                  <a:gd name="connsiteX26" fmla="*/ 2877407 w 3267741"/>
                  <a:gd name="connsiteY26" fmla="*/ 9464 h 19050"/>
                  <a:gd name="connsiteX27" fmla="*/ 2867882 w 3267741"/>
                  <a:gd name="connsiteY27" fmla="*/ 18989 h 19050"/>
                  <a:gd name="connsiteX28" fmla="*/ 2727197 w 3267741"/>
                  <a:gd name="connsiteY28" fmla="*/ 18989 h 19050"/>
                  <a:gd name="connsiteX29" fmla="*/ 2680335 w 3267741"/>
                  <a:gd name="connsiteY29" fmla="*/ 18989 h 19050"/>
                  <a:gd name="connsiteX30" fmla="*/ 2670810 w 3267741"/>
                  <a:gd name="connsiteY30" fmla="*/ 9464 h 19050"/>
                  <a:gd name="connsiteX31" fmla="*/ 2680335 w 3267741"/>
                  <a:gd name="connsiteY31" fmla="*/ -61 h 19050"/>
                  <a:gd name="connsiteX32" fmla="*/ 2727197 w 3267741"/>
                  <a:gd name="connsiteY32" fmla="*/ -61 h 19050"/>
                  <a:gd name="connsiteX33" fmla="*/ 2736722 w 3267741"/>
                  <a:gd name="connsiteY33" fmla="*/ 9464 h 19050"/>
                  <a:gd name="connsiteX34" fmla="*/ 2727197 w 3267741"/>
                  <a:gd name="connsiteY34" fmla="*/ 18989 h 19050"/>
                  <a:gd name="connsiteX35" fmla="*/ 2586609 w 3267741"/>
                  <a:gd name="connsiteY35" fmla="*/ 18989 h 19050"/>
                  <a:gd name="connsiteX36" fmla="*/ 2539746 w 3267741"/>
                  <a:gd name="connsiteY36" fmla="*/ 18989 h 19050"/>
                  <a:gd name="connsiteX37" fmla="*/ 2530221 w 3267741"/>
                  <a:gd name="connsiteY37" fmla="*/ 9464 h 19050"/>
                  <a:gd name="connsiteX38" fmla="*/ 2539746 w 3267741"/>
                  <a:gd name="connsiteY38" fmla="*/ -61 h 19050"/>
                  <a:gd name="connsiteX39" fmla="*/ 2586609 w 3267741"/>
                  <a:gd name="connsiteY39" fmla="*/ -61 h 19050"/>
                  <a:gd name="connsiteX40" fmla="*/ 2596134 w 3267741"/>
                  <a:gd name="connsiteY40" fmla="*/ 9464 h 19050"/>
                  <a:gd name="connsiteX41" fmla="*/ 2586609 w 3267741"/>
                  <a:gd name="connsiteY41" fmla="*/ 18989 h 19050"/>
                  <a:gd name="connsiteX42" fmla="*/ 2445544 w 3267741"/>
                  <a:gd name="connsiteY42" fmla="*/ 18989 h 19050"/>
                  <a:gd name="connsiteX43" fmla="*/ 2398680 w 3267741"/>
                  <a:gd name="connsiteY43" fmla="*/ 18989 h 19050"/>
                  <a:gd name="connsiteX44" fmla="*/ 2389155 w 3267741"/>
                  <a:gd name="connsiteY44" fmla="*/ 9464 h 19050"/>
                  <a:gd name="connsiteX45" fmla="*/ 2398680 w 3267741"/>
                  <a:gd name="connsiteY45" fmla="*/ -61 h 19050"/>
                  <a:gd name="connsiteX46" fmla="*/ 2445544 w 3267741"/>
                  <a:gd name="connsiteY46" fmla="*/ -61 h 19050"/>
                  <a:gd name="connsiteX47" fmla="*/ 2455069 w 3267741"/>
                  <a:gd name="connsiteY47" fmla="*/ 9464 h 19050"/>
                  <a:gd name="connsiteX48" fmla="*/ 2445544 w 3267741"/>
                  <a:gd name="connsiteY48" fmla="*/ 18989 h 19050"/>
                  <a:gd name="connsiteX49" fmla="*/ 2304954 w 3267741"/>
                  <a:gd name="connsiteY49" fmla="*/ 18989 h 19050"/>
                  <a:gd name="connsiteX50" fmla="*/ 2258091 w 3267741"/>
                  <a:gd name="connsiteY50" fmla="*/ 18989 h 19050"/>
                  <a:gd name="connsiteX51" fmla="*/ 2248566 w 3267741"/>
                  <a:gd name="connsiteY51" fmla="*/ 9464 h 19050"/>
                  <a:gd name="connsiteX52" fmla="*/ 2258091 w 3267741"/>
                  <a:gd name="connsiteY52" fmla="*/ -61 h 19050"/>
                  <a:gd name="connsiteX53" fmla="*/ 2304954 w 3267741"/>
                  <a:gd name="connsiteY53" fmla="*/ -61 h 19050"/>
                  <a:gd name="connsiteX54" fmla="*/ 2314479 w 3267741"/>
                  <a:gd name="connsiteY54" fmla="*/ 9464 h 19050"/>
                  <a:gd name="connsiteX55" fmla="*/ 2304954 w 3267741"/>
                  <a:gd name="connsiteY55" fmla="*/ 18989 h 19050"/>
                  <a:gd name="connsiteX56" fmla="*/ 2164270 w 3267741"/>
                  <a:gd name="connsiteY56" fmla="*/ 18989 h 19050"/>
                  <a:gd name="connsiteX57" fmla="*/ 2117408 w 3267741"/>
                  <a:gd name="connsiteY57" fmla="*/ 18989 h 19050"/>
                  <a:gd name="connsiteX58" fmla="*/ 2107883 w 3267741"/>
                  <a:gd name="connsiteY58" fmla="*/ 9464 h 19050"/>
                  <a:gd name="connsiteX59" fmla="*/ 2117408 w 3267741"/>
                  <a:gd name="connsiteY59" fmla="*/ -61 h 19050"/>
                  <a:gd name="connsiteX60" fmla="*/ 2164270 w 3267741"/>
                  <a:gd name="connsiteY60" fmla="*/ -61 h 19050"/>
                  <a:gd name="connsiteX61" fmla="*/ 2173795 w 3267741"/>
                  <a:gd name="connsiteY61" fmla="*/ 9464 h 19050"/>
                  <a:gd name="connsiteX62" fmla="*/ 2164270 w 3267741"/>
                  <a:gd name="connsiteY62" fmla="*/ 18989 h 19050"/>
                  <a:gd name="connsiteX63" fmla="*/ 2023681 w 3267741"/>
                  <a:gd name="connsiteY63" fmla="*/ 18989 h 19050"/>
                  <a:gd name="connsiteX64" fmla="*/ 1976819 w 3267741"/>
                  <a:gd name="connsiteY64" fmla="*/ 18989 h 19050"/>
                  <a:gd name="connsiteX65" fmla="*/ 1967294 w 3267741"/>
                  <a:gd name="connsiteY65" fmla="*/ 9464 h 19050"/>
                  <a:gd name="connsiteX66" fmla="*/ 1976819 w 3267741"/>
                  <a:gd name="connsiteY66" fmla="*/ -61 h 19050"/>
                  <a:gd name="connsiteX67" fmla="*/ 2023681 w 3267741"/>
                  <a:gd name="connsiteY67" fmla="*/ -61 h 19050"/>
                  <a:gd name="connsiteX68" fmla="*/ 2033206 w 3267741"/>
                  <a:gd name="connsiteY68" fmla="*/ 9464 h 19050"/>
                  <a:gd name="connsiteX69" fmla="*/ 2023681 w 3267741"/>
                  <a:gd name="connsiteY69" fmla="*/ 18989 h 19050"/>
                  <a:gd name="connsiteX70" fmla="*/ 1883568 w 3267741"/>
                  <a:gd name="connsiteY70" fmla="*/ 18989 h 19050"/>
                  <a:gd name="connsiteX71" fmla="*/ 1836610 w 3267741"/>
                  <a:gd name="connsiteY71" fmla="*/ 18989 h 19050"/>
                  <a:gd name="connsiteX72" fmla="*/ 1827085 w 3267741"/>
                  <a:gd name="connsiteY72" fmla="*/ 9464 h 19050"/>
                  <a:gd name="connsiteX73" fmla="*/ 1836610 w 3267741"/>
                  <a:gd name="connsiteY73" fmla="*/ -61 h 19050"/>
                  <a:gd name="connsiteX74" fmla="*/ 1883568 w 3267741"/>
                  <a:gd name="connsiteY74" fmla="*/ -61 h 19050"/>
                  <a:gd name="connsiteX75" fmla="*/ 1893093 w 3267741"/>
                  <a:gd name="connsiteY75" fmla="*/ 9464 h 19050"/>
                  <a:gd name="connsiteX76" fmla="*/ 1883568 w 3267741"/>
                  <a:gd name="connsiteY76" fmla="*/ 18989 h 19050"/>
                  <a:gd name="connsiteX77" fmla="*/ 1742884 w 3267741"/>
                  <a:gd name="connsiteY77" fmla="*/ 18989 h 19050"/>
                  <a:gd name="connsiteX78" fmla="*/ 1696022 w 3267741"/>
                  <a:gd name="connsiteY78" fmla="*/ 18989 h 19050"/>
                  <a:gd name="connsiteX79" fmla="*/ 1686497 w 3267741"/>
                  <a:gd name="connsiteY79" fmla="*/ 9464 h 19050"/>
                  <a:gd name="connsiteX80" fmla="*/ 1696022 w 3267741"/>
                  <a:gd name="connsiteY80" fmla="*/ -61 h 19050"/>
                  <a:gd name="connsiteX81" fmla="*/ 1742884 w 3267741"/>
                  <a:gd name="connsiteY81" fmla="*/ -61 h 19050"/>
                  <a:gd name="connsiteX82" fmla="*/ 1752409 w 3267741"/>
                  <a:gd name="connsiteY82" fmla="*/ 9464 h 19050"/>
                  <a:gd name="connsiteX83" fmla="*/ 1742884 w 3267741"/>
                  <a:gd name="connsiteY83" fmla="*/ 18989 h 19050"/>
                  <a:gd name="connsiteX84" fmla="*/ 1602295 w 3267741"/>
                  <a:gd name="connsiteY84" fmla="*/ 18989 h 19050"/>
                  <a:gd name="connsiteX85" fmla="*/ 1555337 w 3267741"/>
                  <a:gd name="connsiteY85" fmla="*/ 18989 h 19050"/>
                  <a:gd name="connsiteX86" fmla="*/ 1545812 w 3267741"/>
                  <a:gd name="connsiteY86" fmla="*/ 9464 h 19050"/>
                  <a:gd name="connsiteX87" fmla="*/ 1555337 w 3267741"/>
                  <a:gd name="connsiteY87" fmla="*/ -61 h 19050"/>
                  <a:gd name="connsiteX88" fmla="*/ 1602295 w 3267741"/>
                  <a:gd name="connsiteY88" fmla="*/ -61 h 19050"/>
                  <a:gd name="connsiteX89" fmla="*/ 1611820 w 3267741"/>
                  <a:gd name="connsiteY89" fmla="*/ 9464 h 19050"/>
                  <a:gd name="connsiteX90" fmla="*/ 1602295 w 3267741"/>
                  <a:gd name="connsiteY90" fmla="*/ 18989 h 19050"/>
                  <a:gd name="connsiteX91" fmla="*/ 1461610 w 3267741"/>
                  <a:gd name="connsiteY91" fmla="*/ 18989 h 19050"/>
                  <a:gd name="connsiteX92" fmla="*/ 1414748 w 3267741"/>
                  <a:gd name="connsiteY92" fmla="*/ 18989 h 19050"/>
                  <a:gd name="connsiteX93" fmla="*/ 1405223 w 3267741"/>
                  <a:gd name="connsiteY93" fmla="*/ 9464 h 19050"/>
                  <a:gd name="connsiteX94" fmla="*/ 1414748 w 3267741"/>
                  <a:gd name="connsiteY94" fmla="*/ -61 h 19050"/>
                  <a:gd name="connsiteX95" fmla="*/ 1461610 w 3267741"/>
                  <a:gd name="connsiteY95" fmla="*/ -61 h 19050"/>
                  <a:gd name="connsiteX96" fmla="*/ 1471135 w 3267741"/>
                  <a:gd name="connsiteY96" fmla="*/ 9464 h 19050"/>
                  <a:gd name="connsiteX97" fmla="*/ 1461610 w 3267741"/>
                  <a:gd name="connsiteY97" fmla="*/ 18989 h 19050"/>
                  <a:gd name="connsiteX98" fmla="*/ 1321021 w 3267741"/>
                  <a:gd name="connsiteY98" fmla="*/ 18989 h 19050"/>
                  <a:gd name="connsiteX99" fmla="*/ 1273968 w 3267741"/>
                  <a:gd name="connsiteY99" fmla="*/ 18989 h 19050"/>
                  <a:gd name="connsiteX100" fmla="*/ 1264443 w 3267741"/>
                  <a:gd name="connsiteY100" fmla="*/ 9464 h 19050"/>
                  <a:gd name="connsiteX101" fmla="*/ 1273968 w 3267741"/>
                  <a:gd name="connsiteY101" fmla="*/ -61 h 19050"/>
                  <a:gd name="connsiteX102" fmla="*/ 1320832 w 3267741"/>
                  <a:gd name="connsiteY102" fmla="*/ -61 h 19050"/>
                  <a:gd name="connsiteX103" fmla="*/ 1330357 w 3267741"/>
                  <a:gd name="connsiteY103" fmla="*/ 9464 h 19050"/>
                  <a:gd name="connsiteX104" fmla="*/ 1320832 w 3267741"/>
                  <a:gd name="connsiteY104" fmla="*/ 18989 h 19050"/>
                  <a:gd name="connsiteX105" fmla="*/ 1180338 w 3267741"/>
                  <a:gd name="connsiteY105" fmla="*/ 18989 h 19050"/>
                  <a:gd name="connsiteX106" fmla="*/ 1133475 w 3267741"/>
                  <a:gd name="connsiteY106" fmla="*/ 18989 h 19050"/>
                  <a:gd name="connsiteX107" fmla="*/ 1123950 w 3267741"/>
                  <a:gd name="connsiteY107" fmla="*/ 9464 h 19050"/>
                  <a:gd name="connsiteX108" fmla="*/ 1133475 w 3267741"/>
                  <a:gd name="connsiteY108" fmla="*/ -61 h 19050"/>
                  <a:gd name="connsiteX109" fmla="*/ 1180338 w 3267741"/>
                  <a:gd name="connsiteY109" fmla="*/ -61 h 19050"/>
                  <a:gd name="connsiteX110" fmla="*/ 1189863 w 3267741"/>
                  <a:gd name="connsiteY110" fmla="*/ 9464 h 19050"/>
                  <a:gd name="connsiteX111" fmla="*/ 1180338 w 3267741"/>
                  <a:gd name="connsiteY111" fmla="*/ 18989 h 19050"/>
                  <a:gd name="connsiteX112" fmla="*/ 1039749 w 3267741"/>
                  <a:gd name="connsiteY112" fmla="*/ 18989 h 19050"/>
                  <a:gd name="connsiteX113" fmla="*/ 992886 w 3267741"/>
                  <a:gd name="connsiteY113" fmla="*/ 18989 h 19050"/>
                  <a:gd name="connsiteX114" fmla="*/ 983361 w 3267741"/>
                  <a:gd name="connsiteY114" fmla="*/ 9464 h 19050"/>
                  <a:gd name="connsiteX115" fmla="*/ 992886 w 3267741"/>
                  <a:gd name="connsiteY115" fmla="*/ -61 h 19050"/>
                  <a:gd name="connsiteX116" fmla="*/ 1039749 w 3267741"/>
                  <a:gd name="connsiteY116" fmla="*/ -61 h 19050"/>
                  <a:gd name="connsiteX117" fmla="*/ 1049274 w 3267741"/>
                  <a:gd name="connsiteY117" fmla="*/ 9464 h 19050"/>
                  <a:gd name="connsiteX118" fmla="*/ 1039749 w 3267741"/>
                  <a:gd name="connsiteY118" fmla="*/ 18989 h 19050"/>
                  <a:gd name="connsiteX119" fmla="*/ 899065 w 3267741"/>
                  <a:gd name="connsiteY119" fmla="*/ 18989 h 19050"/>
                  <a:gd name="connsiteX120" fmla="*/ 852201 w 3267741"/>
                  <a:gd name="connsiteY120" fmla="*/ 18989 h 19050"/>
                  <a:gd name="connsiteX121" fmla="*/ 842676 w 3267741"/>
                  <a:gd name="connsiteY121" fmla="*/ 9464 h 19050"/>
                  <a:gd name="connsiteX122" fmla="*/ 852201 w 3267741"/>
                  <a:gd name="connsiteY122" fmla="*/ -61 h 19050"/>
                  <a:gd name="connsiteX123" fmla="*/ 899065 w 3267741"/>
                  <a:gd name="connsiteY123" fmla="*/ -61 h 19050"/>
                  <a:gd name="connsiteX124" fmla="*/ 908590 w 3267741"/>
                  <a:gd name="connsiteY124" fmla="*/ 9464 h 19050"/>
                  <a:gd name="connsiteX125" fmla="*/ 899065 w 3267741"/>
                  <a:gd name="connsiteY125" fmla="*/ 18989 h 19050"/>
                  <a:gd name="connsiteX126" fmla="*/ 758475 w 3267741"/>
                  <a:gd name="connsiteY126" fmla="*/ 18989 h 19050"/>
                  <a:gd name="connsiteX127" fmla="*/ 711993 w 3267741"/>
                  <a:gd name="connsiteY127" fmla="*/ 18989 h 19050"/>
                  <a:gd name="connsiteX128" fmla="*/ 702468 w 3267741"/>
                  <a:gd name="connsiteY128" fmla="*/ 9464 h 19050"/>
                  <a:gd name="connsiteX129" fmla="*/ 711993 w 3267741"/>
                  <a:gd name="connsiteY129" fmla="*/ -61 h 19050"/>
                  <a:gd name="connsiteX130" fmla="*/ 758857 w 3267741"/>
                  <a:gd name="connsiteY130" fmla="*/ -61 h 19050"/>
                  <a:gd name="connsiteX131" fmla="*/ 768382 w 3267741"/>
                  <a:gd name="connsiteY131" fmla="*/ 9464 h 19050"/>
                  <a:gd name="connsiteX132" fmla="*/ 758857 w 3267741"/>
                  <a:gd name="connsiteY132" fmla="*/ 18989 h 19050"/>
                  <a:gd name="connsiteX133" fmla="*/ 617791 w 3267741"/>
                  <a:gd name="connsiteY133" fmla="*/ 18989 h 19050"/>
                  <a:gd name="connsiteX134" fmla="*/ 570928 w 3267741"/>
                  <a:gd name="connsiteY134" fmla="*/ 18989 h 19050"/>
                  <a:gd name="connsiteX135" fmla="*/ 561403 w 3267741"/>
                  <a:gd name="connsiteY135" fmla="*/ 9464 h 19050"/>
                  <a:gd name="connsiteX136" fmla="*/ 570928 w 3267741"/>
                  <a:gd name="connsiteY136" fmla="*/ -61 h 19050"/>
                  <a:gd name="connsiteX137" fmla="*/ 617791 w 3267741"/>
                  <a:gd name="connsiteY137" fmla="*/ -61 h 19050"/>
                  <a:gd name="connsiteX138" fmla="*/ 627316 w 3267741"/>
                  <a:gd name="connsiteY138" fmla="*/ 9464 h 19050"/>
                  <a:gd name="connsiteX139" fmla="*/ 617791 w 3267741"/>
                  <a:gd name="connsiteY139" fmla="*/ 18989 h 19050"/>
                  <a:gd name="connsiteX140" fmla="*/ 477202 w 3267741"/>
                  <a:gd name="connsiteY140" fmla="*/ 18989 h 19050"/>
                  <a:gd name="connsiteX141" fmla="*/ 430340 w 3267741"/>
                  <a:gd name="connsiteY141" fmla="*/ 18989 h 19050"/>
                  <a:gd name="connsiteX142" fmla="*/ 420815 w 3267741"/>
                  <a:gd name="connsiteY142" fmla="*/ 9464 h 19050"/>
                  <a:gd name="connsiteX143" fmla="*/ 430340 w 3267741"/>
                  <a:gd name="connsiteY143" fmla="*/ -61 h 19050"/>
                  <a:gd name="connsiteX144" fmla="*/ 477202 w 3267741"/>
                  <a:gd name="connsiteY144" fmla="*/ -61 h 19050"/>
                  <a:gd name="connsiteX145" fmla="*/ 486727 w 3267741"/>
                  <a:gd name="connsiteY145" fmla="*/ 9464 h 19050"/>
                  <a:gd name="connsiteX146" fmla="*/ 477202 w 3267741"/>
                  <a:gd name="connsiteY146" fmla="*/ 18989 h 19050"/>
                  <a:gd name="connsiteX147" fmla="*/ 336613 w 3267741"/>
                  <a:gd name="connsiteY147" fmla="*/ 18989 h 19050"/>
                  <a:gd name="connsiteX148" fmla="*/ 289655 w 3267741"/>
                  <a:gd name="connsiteY148" fmla="*/ 18989 h 19050"/>
                  <a:gd name="connsiteX149" fmla="*/ 280130 w 3267741"/>
                  <a:gd name="connsiteY149" fmla="*/ 9464 h 19050"/>
                  <a:gd name="connsiteX150" fmla="*/ 289655 w 3267741"/>
                  <a:gd name="connsiteY150" fmla="*/ -61 h 19050"/>
                  <a:gd name="connsiteX151" fmla="*/ 336613 w 3267741"/>
                  <a:gd name="connsiteY151" fmla="*/ -61 h 19050"/>
                  <a:gd name="connsiteX152" fmla="*/ 346138 w 3267741"/>
                  <a:gd name="connsiteY152" fmla="*/ 9464 h 19050"/>
                  <a:gd name="connsiteX153" fmla="*/ 336613 w 3267741"/>
                  <a:gd name="connsiteY153" fmla="*/ 18989 h 19050"/>
                  <a:gd name="connsiteX154" fmla="*/ 195928 w 3267741"/>
                  <a:gd name="connsiteY154" fmla="*/ 18989 h 19050"/>
                  <a:gd name="connsiteX155" fmla="*/ 149066 w 3267741"/>
                  <a:gd name="connsiteY155" fmla="*/ 18989 h 19050"/>
                  <a:gd name="connsiteX156" fmla="*/ 139541 w 3267741"/>
                  <a:gd name="connsiteY156" fmla="*/ 9464 h 19050"/>
                  <a:gd name="connsiteX157" fmla="*/ 149066 w 3267741"/>
                  <a:gd name="connsiteY157" fmla="*/ -61 h 19050"/>
                  <a:gd name="connsiteX158" fmla="*/ 195928 w 3267741"/>
                  <a:gd name="connsiteY158" fmla="*/ -61 h 19050"/>
                  <a:gd name="connsiteX159" fmla="*/ 205453 w 3267741"/>
                  <a:gd name="connsiteY159" fmla="*/ 9464 h 19050"/>
                  <a:gd name="connsiteX160" fmla="*/ 195928 w 3267741"/>
                  <a:gd name="connsiteY160" fmla="*/ 18989 h 19050"/>
                  <a:gd name="connsiteX161" fmla="*/ 55340 w 3267741"/>
                  <a:gd name="connsiteY161" fmla="*/ 18989 h 19050"/>
                  <a:gd name="connsiteX162" fmla="*/ 8477 w 3267741"/>
                  <a:gd name="connsiteY162" fmla="*/ 18989 h 19050"/>
                  <a:gd name="connsiteX163" fmla="*/ -1048 w 3267741"/>
                  <a:gd name="connsiteY163" fmla="*/ 9464 h 19050"/>
                  <a:gd name="connsiteX164" fmla="*/ 8477 w 3267741"/>
                  <a:gd name="connsiteY164" fmla="*/ -61 h 19050"/>
                  <a:gd name="connsiteX165" fmla="*/ 55340 w 3267741"/>
                  <a:gd name="connsiteY165" fmla="*/ -61 h 19050"/>
                  <a:gd name="connsiteX166" fmla="*/ 64865 w 3267741"/>
                  <a:gd name="connsiteY166" fmla="*/ 9464 h 19050"/>
                  <a:gd name="connsiteX167" fmla="*/ 55340 w 3267741"/>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741" h="19050">
                    <a:moveTo>
                      <a:pt x="3257168" y="18989"/>
                    </a:moveTo>
                    <a:lnTo>
                      <a:pt x="3242881" y="18989"/>
                    </a:lnTo>
                    <a:cubicBezTo>
                      <a:pt x="3237643" y="18989"/>
                      <a:pt x="3233356" y="14722"/>
                      <a:pt x="3233356" y="9464"/>
                    </a:cubicBezTo>
                    <a:cubicBezTo>
                      <a:pt x="3233356" y="4206"/>
                      <a:pt x="3237643" y="-61"/>
                      <a:pt x="3242881" y="-61"/>
                    </a:cubicBezTo>
                    <a:lnTo>
                      <a:pt x="3257168" y="-61"/>
                    </a:lnTo>
                    <a:cubicBezTo>
                      <a:pt x="3262408" y="-61"/>
                      <a:pt x="3266693" y="4206"/>
                      <a:pt x="3266693" y="9464"/>
                    </a:cubicBezTo>
                    <a:cubicBezTo>
                      <a:pt x="3266693" y="14722"/>
                      <a:pt x="3262408" y="18989"/>
                      <a:pt x="3257168" y="18989"/>
                    </a:cubicBezTo>
                    <a:close/>
                    <a:moveTo>
                      <a:pt x="3149155" y="18989"/>
                    </a:moveTo>
                    <a:lnTo>
                      <a:pt x="3102196" y="18989"/>
                    </a:lnTo>
                    <a:cubicBezTo>
                      <a:pt x="3096958" y="18989"/>
                      <a:pt x="3092671" y="14722"/>
                      <a:pt x="3092671" y="9464"/>
                    </a:cubicBezTo>
                    <a:cubicBezTo>
                      <a:pt x="3092671" y="4206"/>
                      <a:pt x="3096958" y="-61"/>
                      <a:pt x="3102196" y="-61"/>
                    </a:cubicBezTo>
                    <a:lnTo>
                      <a:pt x="3149155" y="-61"/>
                    </a:lnTo>
                    <a:cubicBezTo>
                      <a:pt x="3154394" y="-61"/>
                      <a:pt x="3158680" y="4206"/>
                      <a:pt x="3158680" y="9464"/>
                    </a:cubicBezTo>
                    <a:cubicBezTo>
                      <a:pt x="3158680" y="14722"/>
                      <a:pt x="3154394" y="18989"/>
                      <a:pt x="3149155" y="18989"/>
                    </a:cubicBezTo>
                    <a:close/>
                    <a:moveTo>
                      <a:pt x="3008471" y="18989"/>
                    </a:moveTo>
                    <a:lnTo>
                      <a:pt x="2961609" y="18989"/>
                    </a:lnTo>
                    <a:cubicBezTo>
                      <a:pt x="2956369" y="18989"/>
                      <a:pt x="2952084" y="14722"/>
                      <a:pt x="2952084" y="9464"/>
                    </a:cubicBezTo>
                    <a:cubicBezTo>
                      <a:pt x="2952084" y="4206"/>
                      <a:pt x="2956369" y="-61"/>
                      <a:pt x="2961609" y="-61"/>
                    </a:cubicBezTo>
                    <a:lnTo>
                      <a:pt x="3008471" y="-61"/>
                    </a:lnTo>
                    <a:cubicBezTo>
                      <a:pt x="3013710" y="-61"/>
                      <a:pt x="3017996" y="4206"/>
                      <a:pt x="3017996" y="9464"/>
                    </a:cubicBezTo>
                    <a:cubicBezTo>
                      <a:pt x="3017996" y="14722"/>
                      <a:pt x="3013710" y="18989"/>
                      <a:pt x="3008471" y="18989"/>
                    </a:cubicBezTo>
                    <a:close/>
                    <a:moveTo>
                      <a:pt x="2867882" y="18989"/>
                    </a:moveTo>
                    <a:lnTo>
                      <a:pt x="2820924" y="18989"/>
                    </a:lnTo>
                    <a:cubicBezTo>
                      <a:pt x="2815685" y="18989"/>
                      <a:pt x="2811399" y="14722"/>
                      <a:pt x="2811399" y="9464"/>
                    </a:cubicBezTo>
                    <a:cubicBezTo>
                      <a:pt x="2811399" y="4206"/>
                      <a:pt x="2815685" y="-61"/>
                      <a:pt x="2820924" y="-61"/>
                    </a:cubicBezTo>
                    <a:lnTo>
                      <a:pt x="2867882" y="-61"/>
                    </a:lnTo>
                    <a:cubicBezTo>
                      <a:pt x="2873121" y="-61"/>
                      <a:pt x="2877407" y="4206"/>
                      <a:pt x="2877407" y="9464"/>
                    </a:cubicBezTo>
                    <a:cubicBezTo>
                      <a:pt x="2877407" y="14722"/>
                      <a:pt x="2873121" y="18989"/>
                      <a:pt x="2867882" y="18989"/>
                    </a:cubicBezTo>
                    <a:close/>
                    <a:moveTo>
                      <a:pt x="2727197" y="18989"/>
                    </a:moveTo>
                    <a:lnTo>
                      <a:pt x="2680335" y="18989"/>
                    </a:lnTo>
                    <a:cubicBezTo>
                      <a:pt x="2675096" y="18989"/>
                      <a:pt x="2670810" y="14722"/>
                      <a:pt x="2670810" y="9464"/>
                    </a:cubicBezTo>
                    <a:cubicBezTo>
                      <a:pt x="2670810" y="4206"/>
                      <a:pt x="2675096" y="-61"/>
                      <a:pt x="2680335" y="-61"/>
                    </a:cubicBezTo>
                    <a:lnTo>
                      <a:pt x="2727197" y="-61"/>
                    </a:lnTo>
                    <a:cubicBezTo>
                      <a:pt x="2732436" y="-61"/>
                      <a:pt x="2736722" y="4206"/>
                      <a:pt x="2736722" y="9464"/>
                    </a:cubicBezTo>
                    <a:cubicBezTo>
                      <a:pt x="2736722" y="14722"/>
                      <a:pt x="2732436" y="18989"/>
                      <a:pt x="2727197" y="18989"/>
                    </a:cubicBezTo>
                    <a:close/>
                    <a:moveTo>
                      <a:pt x="2586609" y="18989"/>
                    </a:moveTo>
                    <a:lnTo>
                      <a:pt x="2539746" y="18989"/>
                    </a:lnTo>
                    <a:cubicBezTo>
                      <a:pt x="2534507" y="18989"/>
                      <a:pt x="2530221" y="14722"/>
                      <a:pt x="2530221" y="9464"/>
                    </a:cubicBezTo>
                    <a:cubicBezTo>
                      <a:pt x="2530221" y="4206"/>
                      <a:pt x="2534507" y="-61"/>
                      <a:pt x="2539746" y="-61"/>
                    </a:cubicBezTo>
                    <a:lnTo>
                      <a:pt x="2586609" y="-61"/>
                    </a:lnTo>
                    <a:cubicBezTo>
                      <a:pt x="2591847" y="-61"/>
                      <a:pt x="2596134" y="4206"/>
                      <a:pt x="2596134" y="9464"/>
                    </a:cubicBezTo>
                    <a:cubicBezTo>
                      <a:pt x="2596134" y="14722"/>
                      <a:pt x="2591847" y="18989"/>
                      <a:pt x="2586609" y="18989"/>
                    </a:cubicBezTo>
                    <a:close/>
                    <a:moveTo>
                      <a:pt x="2445544" y="18989"/>
                    </a:moveTo>
                    <a:lnTo>
                      <a:pt x="2398680" y="18989"/>
                    </a:lnTo>
                    <a:cubicBezTo>
                      <a:pt x="2393442" y="18989"/>
                      <a:pt x="2389155" y="14722"/>
                      <a:pt x="2389155" y="9464"/>
                    </a:cubicBezTo>
                    <a:cubicBezTo>
                      <a:pt x="2389155" y="4206"/>
                      <a:pt x="2393442" y="-61"/>
                      <a:pt x="2398680" y="-61"/>
                    </a:cubicBezTo>
                    <a:lnTo>
                      <a:pt x="2445544" y="-61"/>
                    </a:lnTo>
                    <a:cubicBezTo>
                      <a:pt x="2450783" y="-61"/>
                      <a:pt x="2455069" y="4206"/>
                      <a:pt x="2455069" y="9464"/>
                    </a:cubicBezTo>
                    <a:cubicBezTo>
                      <a:pt x="2455069" y="14722"/>
                      <a:pt x="2450783" y="18989"/>
                      <a:pt x="2445544" y="18989"/>
                    </a:cubicBezTo>
                    <a:close/>
                    <a:moveTo>
                      <a:pt x="2304954" y="18989"/>
                    </a:moveTo>
                    <a:lnTo>
                      <a:pt x="2258091" y="18989"/>
                    </a:lnTo>
                    <a:cubicBezTo>
                      <a:pt x="2252853" y="18989"/>
                      <a:pt x="2248566" y="14722"/>
                      <a:pt x="2248566" y="9464"/>
                    </a:cubicBezTo>
                    <a:cubicBezTo>
                      <a:pt x="2248566" y="4206"/>
                      <a:pt x="2252853" y="-61"/>
                      <a:pt x="2258091" y="-61"/>
                    </a:cubicBezTo>
                    <a:lnTo>
                      <a:pt x="2304954" y="-61"/>
                    </a:lnTo>
                    <a:cubicBezTo>
                      <a:pt x="2310194" y="-61"/>
                      <a:pt x="2314479" y="4206"/>
                      <a:pt x="2314479" y="9464"/>
                    </a:cubicBezTo>
                    <a:cubicBezTo>
                      <a:pt x="2314479" y="14722"/>
                      <a:pt x="2310194" y="18989"/>
                      <a:pt x="2304954" y="18989"/>
                    </a:cubicBezTo>
                    <a:close/>
                    <a:moveTo>
                      <a:pt x="2164270" y="18989"/>
                    </a:moveTo>
                    <a:lnTo>
                      <a:pt x="2117408" y="18989"/>
                    </a:lnTo>
                    <a:cubicBezTo>
                      <a:pt x="2112169" y="18989"/>
                      <a:pt x="2107883" y="14722"/>
                      <a:pt x="2107883" y="9464"/>
                    </a:cubicBezTo>
                    <a:cubicBezTo>
                      <a:pt x="2107883" y="4206"/>
                      <a:pt x="2112169" y="-61"/>
                      <a:pt x="2117408" y="-61"/>
                    </a:cubicBezTo>
                    <a:lnTo>
                      <a:pt x="2164270" y="-61"/>
                    </a:lnTo>
                    <a:cubicBezTo>
                      <a:pt x="2169509" y="-61"/>
                      <a:pt x="2173795" y="4206"/>
                      <a:pt x="2173795" y="9464"/>
                    </a:cubicBezTo>
                    <a:cubicBezTo>
                      <a:pt x="2173795" y="14722"/>
                      <a:pt x="2169509" y="18989"/>
                      <a:pt x="2164270" y="18989"/>
                    </a:cubicBezTo>
                    <a:close/>
                    <a:moveTo>
                      <a:pt x="2023681" y="18989"/>
                    </a:moveTo>
                    <a:lnTo>
                      <a:pt x="1976819" y="18989"/>
                    </a:lnTo>
                    <a:cubicBezTo>
                      <a:pt x="1971579" y="18989"/>
                      <a:pt x="1967294" y="14722"/>
                      <a:pt x="1967294" y="9464"/>
                    </a:cubicBezTo>
                    <a:cubicBezTo>
                      <a:pt x="1967294" y="4206"/>
                      <a:pt x="1971579" y="-61"/>
                      <a:pt x="1976819" y="-61"/>
                    </a:cubicBezTo>
                    <a:lnTo>
                      <a:pt x="2023681" y="-61"/>
                    </a:lnTo>
                    <a:cubicBezTo>
                      <a:pt x="2028920" y="-61"/>
                      <a:pt x="2033206" y="4206"/>
                      <a:pt x="2033206" y="9464"/>
                    </a:cubicBezTo>
                    <a:cubicBezTo>
                      <a:pt x="2033206" y="14722"/>
                      <a:pt x="2028920" y="18989"/>
                      <a:pt x="2023681" y="18989"/>
                    </a:cubicBezTo>
                    <a:close/>
                    <a:moveTo>
                      <a:pt x="1883568" y="18989"/>
                    </a:moveTo>
                    <a:lnTo>
                      <a:pt x="1836610" y="18989"/>
                    </a:lnTo>
                    <a:cubicBezTo>
                      <a:pt x="1831372" y="18989"/>
                      <a:pt x="1827085" y="14722"/>
                      <a:pt x="1827085" y="9464"/>
                    </a:cubicBezTo>
                    <a:cubicBezTo>
                      <a:pt x="1827085" y="4206"/>
                      <a:pt x="1831372" y="-61"/>
                      <a:pt x="1836610" y="-61"/>
                    </a:cubicBezTo>
                    <a:lnTo>
                      <a:pt x="1883568" y="-61"/>
                    </a:lnTo>
                    <a:cubicBezTo>
                      <a:pt x="1888808" y="-61"/>
                      <a:pt x="1893093" y="4206"/>
                      <a:pt x="1893093" y="9464"/>
                    </a:cubicBezTo>
                    <a:cubicBezTo>
                      <a:pt x="1893093" y="14722"/>
                      <a:pt x="1888808" y="18989"/>
                      <a:pt x="1883568"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1" y="18989"/>
                    </a:moveTo>
                    <a:lnTo>
                      <a:pt x="1273968" y="18989"/>
                    </a:lnTo>
                    <a:cubicBezTo>
                      <a:pt x="1268729" y="18989"/>
                      <a:pt x="1264443" y="14722"/>
                      <a:pt x="1264443" y="9464"/>
                    </a:cubicBezTo>
                    <a:cubicBezTo>
                      <a:pt x="1264443" y="4206"/>
                      <a:pt x="1268729" y="-61"/>
                      <a:pt x="1273968" y="-61"/>
                    </a:cubicBezTo>
                    <a:lnTo>
                      <a:pt x="1320832" y="-61"/>
                    </a:lnTo>
                    <a:cubicBezTo>
                      <a:pt x="1326070" y="-61"/>
                      <a:pt x="1330357" y="4206"/>
                      <a:pt x="1330357" y="9464"/>
                    </a:cubicBezTo>
                    <a:cubicBezTo>
                      <a:pt x="1330357" y="14722"/>
                      <a:pt x="1326070" y="18989"/>
                      <a:pt x="1320832"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6" y="18989"/>
                      <a:pt x="983361" y="14722"/>
                      <a:pt x="983361" y="9464"/>
                    </a:cubicBezTo>
                    <a:cubicBezTo>
                      <a:pt x="983361" y="4206"/>
                      <a:pt x="987646"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3" y="-61"/>
                      <a:pt x="908590" y="4206"/>
                      <a:pt x="908590" y="9464"/>
                    </a:cubicBezTo>
                    <a:cubicBezTo>
                      <a:pt x="908590" y="14722"/>
                      <a:pt x="904303" y="18989"/>
                      <a:pt x="899065" y="18989"/>
                    </a:cubicBezTo>
                    <a:close/>
                    <a:moveTo>
                      <a:pt x="758475" y="18989"/>
                    </a:moveTo>
                    <a:lnTo>
                      <a:pt x="711993" y="18989"/>
                    </a:lnTo>
                    <a:cubicBezTo>
                      <a:pt x="706754" y="18989"/>
                      <a:pt x="702468" y="14722"/>
                      <a:pt x="702468" y="9464"/>
                    </a:cubicBezTo>
                    <a:cubicBezTo>
                      <a:pt x="702468" y="4206"/>
                      <a:pt x="706754" y="-61"/>
                      <a:pt x="711993" y="-61"/>
                    </a:cubicBezTo>
                    <a:lnTo>
                      <a:pt x="758857" y="-61"/>
                    </a:lnTo>
                    <a:cubicBezTo>
                      <a:pt x="764095" y="-61"/>
                      <a:pt x="768382" y="4206"/>
                      <a:pt x="768382" y="9464"/>
                    </a:cubicBezTo>
                    <a:cubicBezTo>
                      <a:pt x="768382" y="14722"/>
                      <a:pt x="764095" y="18989"/>
                      <a:pt x="758857" y="18989"/>
                    </a:cubicBezTo>
                    <a:close/>
                    <a:moveTo>
                      <a:pt x="617791" y="18989"/>
                    </a:moveTo>
                    <a:lnTo>
                      <a:pt x="570928" y="18989"/>
                    </a:lnTo>
                    <a:cubicBezTo>
                      <a:pt x="565690" y="18989"/>
                      <a:pt x="561403" y="14722"/>
                      <a:pt x="561403" y="9464"/>
                    </a:cubicBezTo>
                    <a:cubicBezTo>
                      <a:pt x="561403" y="4206"/>
                      <a:pt x="565690" y="-61"/>
                      <a:pt x="570928"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28" y="18989"/>
                    </a:moveTo>
                    <a:lnTo>
                      <a:pt x="149066" y="18989"/>
                    </a:lnTo>
                    <a:cubicBezTo>
                      <a:pt x="143827" y="18989"/>
                      <a:pt x="139541" y="14722"/>
                      <a:pt x="139541" y="9464"/>
                    </a:cubicBezTo>
                    <a:cubicBezTo>
                      <a:pt x="139541" y="4206"/>
                      <a:pt x="143827" y="-61"/>
                      <a:pt x="149066" y="-61"/>
                    </a:cubicBezTo>
                    <a:lnTo>
                      <a:pt x="195928" y="-61"/>
                    </a:lnTo>
                    <a:cubicBezTo>
                      <a:pt x="201168" y="-61"/>
                      <a:pt x="205453" y="4206"/>
                      <a:pt x="205453" y="9464"/>
                    </a:cubicBezTo>
                    <a:cubicBezTo>
                      <a:pt x="205453" y="14722"/>
                      <a:pt x="201168" y="18989"/>
                      <a:pt x="195928"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31" name="任意多边形: 形状 30">
                <a:extLst>
                  <a:ext uri="{FF2B5EF4-FFF2-40B4-BE49-F238E27FC236}">
                    <a16:creationId xmlns:a16="http://schemas.microsoft.com/office/drawing/2014/main" id="{A7DEF84E-F8EF-FE83-D8FD-370D742D2A49}"/>
                  </a:ext>
                </a:extLst>
              </p:cNvPr>
              <p:cNvSpPr/>
              <p:nvPr/>
            </p:nvSpPr>
            <p:spPr>
              <a:xfrm>
                <a:off x="4678394" y="3124009"/>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1"/>
                      <a:pt x="3233451" y="9464"/>
                    </a:cubicBezTo>
                    <a:cubicBezTo>
                      <a:pt x="3233451" y="4206"/>
                      <a:pt x="3237738" y="-61"/>
                      <a:pt x="3242976" y="-61"/>
                    </a:cubicBezTo>
                    <a:lnTo>
                      <a:pt x="3257264" y="-61"/>
                    </a:lnTo>
                    <a:cubicBezTo>
                      <a:pt x="3262503" y="-61"/>
                      <a:pt x="3266789" y="4206"/>
                      <a:pt x="3266789" y="9464"/>
                    </a:cubicBezTo>
                    <a:cubicBezTo>
                      <a:pt x="3266789" y="14721"/>
                      <a:pt x="3262503" y="18989"/>
                      <a:pt x="3257264" y="18989"/>
                    </a:cubicBezTo>
                    <a:close/>
                    <a:moveTo>
                      <a:pt x="3149251" y="18989"/>
                    </a:moveTo>
                    <a:lnTo>
                      <a:pt x="3102292" y="18989"/>
                    </a:lnTo>
                    <a:cubicBezTo>
                      <a:pt x="3097054" y="18989"/>
                      <a:pt x="3092767" y="14721"/>
                      <a:pt x="3092767" y="9464"/>
                    </a:cubicBezTo>
                    <a:cubicBezTo>
                      <a:pt x="3092767" y="4206"/>
                      <a:pt x="3097054" y="-61"/>
                      <a:pt x="3102292" y="-61"/>
                    </a:cubicBezTo>
                    <a:lnTo>
                      <a:pt x="3149251" y="-61"/>
                    </a:lnTo>
                    <a:cubicBezTo>
                      <a:pt x="3154490" y="-61"/>
                      <a:pt x="3158776" y="4206"/>
                      <a:pt x="3158776" y="9464"/>
                    </a:cubicBezTo>
                    <a:cubicBezTo>
                      <a:pt x="3158776" y="14721"/>
                      <a:pt x="3154490" y="18989"/>
                      <a:pt x="3149251" y="18989"/>
                    </a:cubicBezTo>
                    <a:close/>
                    <a:moveTo>
                      <a:pt x="3008566" y="18989"/>
                    </a:moveTo>
                    <a:lnTo>
                      <a:pt x="2961704" y="18989"/>
                    </a:lnTo>
                    <a:cubicBezTo>
                      <a:pt x="2956465" y="18989"/>
                      <a:pt x="2952179" y="14721"/>
                      <a:pt x="2952179" y="9464"/>
                    </a:cubicBezTo>
                    <a:cubicBezTo>
                      <a:pt x="2952179" y="4206"/>
                      <a:pt x="2956465" y="-61"/>
                      <a:pt x="2961704" y="-61"/>
                    </a:cubicBezTo>
                    <a:lnTo>
                      <a:pt x="3008566" y="-61"/>
                    </a:lnTo>
                    <a:cubicBezTo>
                      <a:pt x="3013805" y="-61"/>
                      <a:pt x="3018091" y="4206"/>
                      <a:pt x="3018091" y="9464"/>
                    </a:cubicBezTo>
                    <a:cubicBezTo>
                      <a:pt x="3018091" y="14721"/>
                      <a:pt x="3013805" y="18989"/>
                      <a:pt x="3008566" y="18989"/>
                    </a:cubicBezTo>
                    <a:close/>
                    <a:moveTo>
                      <a:pt x="2867977" y="18989"/>
                    </a:moveTo>
                    <a:lnTo>
                      <a:pt x="2821019" y="18989"/>
                    </a:lnTo>
                    <a:cubicBezTo>
                      <a:pt x="2815780" y="18989"/>
                      <a:pt x="2811494" y="14721"/>
                      <a:pt x="2811494" y="9464"/>
                    </a:cubicBezTo>
                    <a:cubicBezTo>
                      <a:pt x="2811494" y="4206"/>
                      <a:pt x="2815780" y="-61"/>
                      <a:pt x="2821019" y="-61"/>
                    </a:cubicBezTo>
                    <a:lnTo>
                      <a:pt x="2867977" y="-61"/>
                    </a:lnTo>
                    <a:cubicBezTo>
                      <a:pt x="2873216" y="-61"/>
                      <a:pt x="2877502" y="4206"/>
                      <a:pt x="2877502" y="9464"/>
                    </a:cubicBezTo>
                    <a:cubicBezTo>
                      <a:pt x="2877502" y="14721"/>
                      <a:pt x="2873216" y="18989"/>
                      <a:pt x="2867977" y="18989"/>
                    </a:cubicBezTo>
                    <a:close/>
                    <a:moveTo>
                      <a:pt x="2727293" y="18989"/>
                    </a:moveTo>
                    <a:lnTo>
                      <a:pt x="2680430" y="18989"/>
                    </a:lnTo>
                    <a:cubicBezTo>
                      <a:pt x="2675191" y="18989"/>
                      <a:pt x="2670905" y="14721"/>
                      <a:pt x="2670905" y="9464"/>
                    </a:cubicBezTo>
                    <a:cubicBezTo>
                      <a:pt x="2670905" y="4206"/>
                      <a:pt x="2675191" y="-61"/>
                      <a:pt x="2680430" y="-61"/>
                    </a:cubicBezTo>
                    <a:lnTo>
                      <a:pt x="2727293" y="-61"/>
                    </a:lnTo>
                    <a:cubicBezTo>
                      <a:pt x="2732532" y="-61"/>
                      <a:pt x="2736818" y="4206"/>
                      <a:pt x="2736818" y="9464"/>
                    </a:cubicBezTo>
                    <a:cubicBezTo>
                      <a:pt x="2736818" y="14721"/>
                      <a:pt x="2732532" y="18989"/>
                      <a:pt x="2727293" y="18989"/>
                    </a:cubicBezTo>
                    <a:close/>
                    <a:moveTo>
                      <a:pt x="2586705" y="18989"/>
                    </a:moveTo>
                    <a:lnTo>
                      <a:pt x="2539841" y="18989"/>
                    </a:lnTo>
                    <a:cubicBezTo>
                      <a:pt x="2534602" y="18989"/>
                      <a:pt x="2530316" y="14721"/>
                      <a:pt x="2530316" y="9464"/>
                    </a:cubicBezTo>
                    <a:cubicBezTo>
                      <a:pt x="2530316" y="4206"/>
                      <a:pt x="2534602" y="-61"/>
                      <a:pt x="2539841" y="-61"/>
                    </a:cubicBezTo>
                    <a:lnTo>
                      <a:pt x="2586705" y="-61"/>
                    </a:lnTo>
                    <a:cubicBezTo>
                      <a:pt x="2591943" y="-61"/>
                      <a:pt x="2596230" y="4206"/>
                      <a:pt x="2596230" y="9464"/>
                    </a:cubicBezTo>
                    <a:cubicBezTo>
                      <a:pt x="2596230" y="14721"/>
                      <a:pt x="2591943" y="18989"/>
                      <a:pt x="2586705" y="18989"/>
                    </a:cubicBezTo>
                    <a:close/>
                    <a:moveTo>
                      <a:pt x="2446020" y="18989"/>
                    </a:moveTo>
                    <a:lnTo>
                      <a:pt x="2399157" y="18989"/>
                    </a:lnTo>
                    <a:cubicBezTo>
                      <a:pt x="2393918" y="18989"/>
                      <a:pt x="2389632" y="14721"/>
                      <a:pt x="2389632" y="9464"/>
                    </a:cubicBezTo>
                    <a:cubicBezTo>
                      <a:pt x="2389632" y="4206"/>
                      <a:pt x="2393918" y="-61"/>
                      <a:pt x="2399157" y="-61"/>
                    </a:cubicBezTo>
                    <a:lnTo>
                      <a:pt x="2445639" y="-61"/>
                    </a:lnTo>
                    <a:cubicBezTo>
                      <a:pt x="2450878" y="-61"/>
                      <a:pt x="2455164" y="4206"/>
                      <a:pt x="2455164" y="9464"/>
                    </a:cubicBezTo>
                    <a:cubicBezTo>
                      <a:pt x="2455164" y="14721"/>
                      <a:pt x="2450878" y="18989"/>
                      <a:pt x="2445639" y="18989"/>
                    </a:cubicBezTo>
                    <a:close/>
                    <a:moveTo>
                      <a:pt x="2305431" y="18989"/>
                    </a:moveTo>
                    <a:lnTo>
                      <a:pt x="2258568" y="18989"/>
                    </a:lnTo>
                    <a:cubicBezTo>
                      <a:pt x="2253330" y="18989"/>
                      <a:pt x="2249043" y="14721"/>
                      <a:pt x="2249043" y="9464"/>
                    </a:cubicBezTo>
                    <a:cubicBezTo>
                      <a:pt x="2249043" y="4206"/>
                      <a:pt x="2253330" y="-61"/>
                      <a:pt x="2258568" y="-61"/>
                    </a:cubicBezTo>
                    <a:lnTo>
                      <a:pt x="2305431" y="-61"/>
                    </a:lnTo>
                    <a:cubicBezTo>
                      <a:pt x="2310669" y="-61"/>
                      <a:pt x="2314956" y="4206"/>
                      <a:pt x="2314956" y="9464"/>
                    </a:cubicBezTo>
                    <a:cubicBezTo>
                      <a:pt x="2314956" y="14721"/>
                      <a:pt x="2310669" y="18989"/>
                      <a:pt x="2305431" y="18989"/>
                    </a:cubicBezTo>
                    <a:close/>
                    <a:moveTo>
                      <a:pt x="2164747" y="18989"/>
                    </a:moveTo>
                    <a:lnTo>
                      <a:pt x="2117883" y="18989"/>
                    </a:lnTo>
                    <a:cubicBezTo>
                      <a:pt x="2112645" y="18989"/>
                      <a:pt x="2108358" y="14721"/>
                      <a:pt x="2108358" y="9464"/>
                    </a:cubicBezTo>
                    <a:cubicBezTo>
                      <a:pt x="2108358" y="4206"/>
                      <a:pt x="2112645" y="-61"/>
                      <a:pt x="2117883" y="-61"/>
                    </a:cubicBezTo>
                    <a:lnTo>
                      <a:pt x="2164747" y="-61"/>
                    </a:lnTo>
                    <a:cubicBezTo>
                      <a:pt x="2169986" y="-61"/>
                      <a:pt x="2174272" y="4206"/>
                      <a:pt x="2174272" y="9464"/>
                    </a:cubicBezTo>
                    <a:cubicBezTo>
                      <a:pt x="2174272" y="14721"/>
                      <a:pt x="2169986" y="18989"/>
                      <a:pt x="2164747" y="18989"/>
                    </a:cubicBezTo>
                    <a:close/>
                    <a:moveTo>
                      <a:pt x="2024158" y="18989"/>
                    </a:moveTo>
                    <a:lnTo>
                      <a:pt x="1977294" y="18989"/>
                    </a:lnTo>
                    <a:cubicBezTo>
                      <a:pt x="1972056" y="18989"/>
                      <a:pt x="1967769" y="14721"/>
                      <a:pt x="1967769" y="9464"/>
                    </a:cubicBezTo>
                    <a:cubicBezTo>
                      <a:pt x="1967769" y="4206"/>
                      <a:pt x="1972056" y="-61"/>
                      <a:pt x="1977294" y="-61"/>
                    </a:cubicBezTo>
                    <a:lnTo>
                      <a:pt x="2024158" y="-61"/>
                    </a:lnTo>
                    <a:cubicBezTo>
                      <a:pt x="2029397" y="-61"/>
                      <a:pt x="2033683" y="4206"/>
                      <a:pt x="2033683" y="9464"/>
                    </a:cubicBezTo>
                    <a:cubicBezTo>
                      <a:pt x="2033683" y="14721"/>
                      <a:pt x="2029397" y="18989"/>
                      <a:pt x="2024158" y="18989"/>
                    </a:cubicBezTo>
                    <a:close/>
                    <a:moveTo>
                      <a:pt x="1883568" y="18989"/>
                    </a:moveTo>
                    <a:lnTo>
                      <a:pt x="1836611" y="18989"/>
                    </a:lnTo>
                    <a:cubicBezTo>
                      <a:pt x="1831372" y="18989"/>
                      <a:pt x="1827086" y="14721"/>
                      <a:pt x="1827086" y="9464"/>
                    </a:cubicBezTo>
                    <a:cubicBezTo>
                      <a:pt x="1827086" y="4206"/>
                      <a:pt x="1831372" y="-61"/>
                      <a:pt x="1836611" y="-61"/>
                    </a:cubicBezTo>
                    <a:lnTo>
                      <a:pt x="1883664" y="-61"/>
                    </a:lnTo>
                    <a:cubicBezTo>
                      <a:pt x="1888903" y="-61"/>
                      <a:pt x="1893189" y="4206"/>
                      <a:pt x="1893189" y="9464"/>
                    </a:cubicBezTo>
                    <a:cubicBezTo>
                      <a:pt x="1893189" y="14721"/>
                      <a:pt x="1888903" y="18989"/>
                      <a:pt x="1883664" y="18989"/>
                    </a:cubicBezTo>
                    <a:close/>
                    <a:moveTo>
                      <a:pt x="1742884" y="18989"/>
                    </a:moveTo>
                    <a:lnTo>
                      <a:pt x="1696022" y="18989"/>
                    </a:lnTo>
                    <a:cubicBezTo>
                      <a:pt x="1690783" y="18989"/>
                      <a:pt x="1686497" y="14721"/>
                      <a:pt x="1686497" y="9464"/>
                    </a:cubicBezTo>
                    <a:cubicBezTo>
                      <a:pt x="1686497" y="4206"/>
                      <a:pt x="1690783" y="-61"/>
                      <a:pt x="1696022" y="-61"/>
                    </a:cubicBezTo>
                    <a:lnTo>
                      <a:pt x="1742884" y="-61"/>
                    </a:lnTo>
                    <a:cubicBezTo>
                      <a:pt x="1748123" y="-61"/>
                      <a:pt x="1752409" y="4206"/>
                      <a:pt x="1752409" y="9464"/>
                    </a:cubicBezTo>
                    <a:cubicBezTo>
                      <a:pt x="1752409" y="14721"/>
                      <a:pt x="1748123" y="18989"/>
                      <a:pt x="1742884" y="18989"/>
                    </a:cubicBezTo>
                    <a:close/>
                    <a:moveTo>
                      <a:pt x="1602295" y="18989"/>
                    </a:moveTo>
                    <a:lnTo>
                      <a:pt x="1555337" y="18989"/>
                    </a:lnTo>
                    <a:cubicBezTo>
                      <a:pt x="1550098" y="18989"/>
                      <a:pt x="1545812" y="14721"/>
                      <a:pt x="1545812" y="9464"/>
                    </a:cubicBezTo>
                    <a:cubicBezTo>
                      <a:pt x="1545812" y="4206"/>
                      <a:pt x="1550098" y="-61"/>
                      <a:pt x="1555337" y="-61"/>
                    </a:cubicBezTo>
                    <a:lnTo>
                      <a:pt x="1602295" y="-61"/>
                    </a:lnTo>
                    <a:cubicBezTo>
                      <a:pt x="1607534" y="-61"/>
                      <a:pt x="1611820" y="4206"/>
                      <a:pt x="1611820" y="9464"/>
                    </a:cubicBezTo>
                    <a:cubicBezTo>
                      <a:pt x="1611820" y="14721"/>
                      <a:pt x="1607534" y="18989"/>
                      <a:pt x="1602295" y="18989"/>
                    </a:cubicBezTo>
                    <a:close/>
                    <a:moveTo>
                      <a:pt x="1461610" y="18989"/>
                    </a:moveTo>
                    <a:lnTo>
                      <a:pt x="1414748" y="18989"/>
                    </a:lnTo>
                    <a:cubicBezTo>
                      <a:pt x="1409509" y="18989"/>
                      <a:pt x="1405223" y="14721"/>
                      <a:pt x="1405223" y="9464"/>
                    </a:cubicBezTo>
                    <a:cubicBezTo>
                      <a:pt x="1405223" y="4206"/>
                      <a:pt x="1409509" y="-61"/>
                      <a:pt x="1414748" y="-61"/>
                    </a:cubicBezTo>
                    <a:lnTo>
                      <a:pt x="1461610" y="-61"/>
                    </a:lnTo>
                    <a:cubicBezTo>
                      <a:pt x="1466850" y="-61"/>
                      <a:pt x="1471135" y="4206"/>
                      <a:pt x="1471135" y="9464"/>
                    </a:cubicBezTo>
                    <a:cubicBezTo>
                      <a:pt x="1471135" y="14721"/>
                      <a:pt x="1466850" y="18989"/>
                      <a:pt x="1461610" y="18989"/>
                    </a:cubicBezTo>
                    <a:close/>
                    <a:moveTo>
                      <a:pt x="1321023" y="18989"/>
                    </a:moveTo>
                    <a:lnTo>
                      <a:pt x="1274064" y="18989"/>
                    </a:lnTo>
                    <a:cubicBezTo>
                      <a:pt x="1268825" y="18989"/>
                      <a:pt x="1264539" y="14721"/>
                      <a:pt x="1264539" y="9464"/>
                    </a:cubicBezTo>
                    <a:cubicBezTo>
                      <a:pt x="1264539" y="4206"/>
                      <a:pt x="1268825" y="-61"/>
                      <a:pt x="1274064" y="-61"/>
                    </a:cubicBezTo>
                    <a:lnTo>
                      <a:pt x="1320927" y="-61"/>
                    </a:lnTo>
                    <a:cubicBezTo>
                      <a:pt x="1326165" y="-61"/>
                      <a:pt x="1330452" y="4206"/>
                      <a:pt x="1330452" y="9464"/>
                    </a:cubicBezTo>
                    <a:cubicBezTo>
                      <a:pt x="1330452" y="14721"/>
                      <a:pt x="1326165" y="18989"/>
                      <a:pt x="1320927" y="18989"/>
                    </a:cubicBezTo>
                    <a:close/>
                    <a:moveTo>
                      <a:pt x="1180338" y="18989"/>
                    </a:moveTo>
                    <a:lnTo>
                      <a:pt x="1133475" y="18989"/>
                    </a:lnTo>
                    <a:cubicBezTo>
                      <a:pt x="1128235" y="18989"/>
                      <a:pt x="1123950" y="14721"/>
                      <a:pt x="1123950" y="9464"/>
                    </a:cubicBezTo>
                    <a:cubicBezTo>
                      <a:pt x="1123950" y="4206"/>
                      <a:pt x="1128235" y="-61"/>
                      <a:pt x="1133475" y="-61"/>
                    </a:cubicBezTo>
                    <a:lnTo>
                      <a:pt x="1180338" y="-61"/>
                    </a:lnTo>
                    <a:cubicBezTo>
                      <a:pt x="1185576" y="-61"/>
                      <a:pt x="1189863" y="4206"/>
                      <a:pt x="1189863" y="9464"/>
                    </a:cubicBezTo>
                    <a:cubicBezTo>
                      <a:pt x="1189863" y="14721"/>
                      <a:pt x="1185576" y="18989"/>
                      <a:pt x="1180338" y="18989"/>
                    </a:cubicBezTo>
                    <a:close/>
                    <a:moveTo>
                      <a:pt x="1039749" y="18989"/>
                    </a:moveTo>
                    <a:lnTo>
                      <a:pt x="992886" y="18989"/>
                    </a:lnTo>
                    <a:cubicBezTo>
                      <a:pt x="987648" y="18989"/>
                      <a:pt x="983361" y="14721"/>
                      <a:pt x="983361" y="9464"/>
                    </a:cubicBezTo>
                    <a:cubicBezTo>
                      <a:pt x="983361" y="4206"/>
                      <a:pt x="987648" y="-61"/>
                      <a:pt x="992886" y="-61"/>
                    </a:cubicBezTo>
                    <a:lnTo>
                      <a:pt x="1039749" y="-61"/>
                    </a:lnTo>
                    <a:cubicBezTo>
                      <a:pt x="1044987" y="-61"/>
                      <a:pt x="1049274" y="4206"/>
                      <a:pt x="1049274" y="9464"/>
                    </a:cubicBezTo>
                    <a:cubicBezTo>
                      <a:pt x="1049274" y="14721"/>
                      <a:pt x="1044987" y="18989"/>
                      <a:pt x="1039749" y="18989"/>
                    </a:cubicBezTo>
                    <a:close/>
                    <a:moveTo>
                      <a:pt x="899065" y="18989"/>
                    </a:moveTo>
                    <a:lnTo>
                      <a:pt x="852201" y="18989"/>
                    </a:lnTo>
                    <a:cubicBezTo>
                      <a:pt x="846963" y="18989"/>
                      <a:pt x="842676" y="14721"/>
                      <a:pt x="842676" y="9464"/>
                    </a:cubicBezTo>
                    <a:cubicBezTo>
                      <a:pt x="842676" y="4206"/>
                      <a:pt x="846963" y="-61"/>
                      <a:pt x="852201" y="-61"/>
                    </a:cubicBezTo>
                    <a:lnTo>
                      <a:pt x="899065" y="-61"/>
                    </a:lnTo>
                    <a:cubicBezTo>
                      <a:pt x="904304" y="-61"/>
                      <a:pt x="908590" y="4206"/>
                      <a:pt x="908590" y="9464"/>
                    </a:cubicBezTo>
                    <a:cubicBezTo>
                      <a:pt x="908590" y="14721"/>
                      <a:pt x="904304" y="18989"/>
                      <a:pt x="899065" y="18989"/>
                    </a:cubicBezTo>
                    <a:close/>
                    <a:moveTo>
                      <a:pt x="758475" y="18989"/>
                    </a:moveTo>
                    <a:lnTo>
                      <a:pt x="712089" y="18989"/>
                    </a:lnTo>
                    <a:cubicBezTo>
                      <a:pt x="706850" y="18989"/>
                      <a:pt x="702564" y="14721"/>
                      <a:pt x="702564" y="9464"/>
                    </a:cubicBezTo>
                    <a:cubicBezTo>
                      <a:pt x="702564" y="4206"/>
                      <a:pt x="706850" y="-61"/>
                      <a:pt x="712089" y="-61"/>
                    </a:cubicBezTo>
                    <a:lnTo>
                      <a:pt x="758952" y="-61"/>
                    </a:lnTo>
                    <a:cubicBezTo>
                      <a:pt x="764190" y="-61"/>
                      <a:pt x="768477" y="4206"/>
                      <a:pt x="768477" y="9464"/>
                    </a:cubicBezTo>
                    <a:cubicBezTo>
                      <a:pt x="768477" y="14721"/>
                      <a:pt x="764190" y="18989"/>
                      <a:pt x="758952" y="18989"/>
                    </a:cubicBezTo>
                    <a:close/>
                    <a:moveTo>
                      <a:pt x="617791" y="18989"/>
                    </a:moveTo>
                    <a:lnTo>
                      <a:pt x="570929" y="18989"/>
                    </a:lnTo>
                    <a:cubicBezTo>
                      <a:pt x="565690" y="18989"/>
                      <a:pt x="561404" y="14721"/>
                      <a:pt x="561404" y="9464"/>
                    </a:cubicBezTo>
                    <a:cubicBezTo>
                      <a:pt x="561404" y="4206"/>
                      <a:pt x="565690" y="-61"/>
                      <a:pt x="570929" y="-61"/>
                    </a:cubicBezTo>
                    <a:lnTo>
                      <a:pt x="617791" y="-61"/>
                    </a:lnTo>
                    <a:cubicBezTo>
                      <a:pt x="623030" y="-61"/>
                      <a:pt x="627316" y="4206"/>
                      <a:pt x="627316" y="9464"/>
                    </a:cubicBezTo>
                    <a:cubicBezTo>
                      <a:pt x="627316" y="14721"/>
                      <a:pt x="623030" y="18989"/>
                      <a:pt x="617791" y="18989"/>
                    </a:cubicBezTo>
                    <a:close/>
                    <a:moveTo>
                      <a:pt x="477202" y="18989"/>
                    </a:moveTo>
                    <a:lnTo>
                      <a:pt x="430340" y="18989"/>
                    </a:lnTo>
                    <a:cubicBezTo>
                      <a:pt x="425100" y="18989"/>
                      <a:pt x="420815" y="14721"/>
                      <a:pt x="420815" y="9464"/>
                    </a:cubicBezTo>
                    <a:cubicBezTo>
                      <a:pt x="420815" y="4206"/>
                      <a:pt x="425100" y="-61"/>
                      <a:pt x="430340" y="-61"/>
                    </a:cubicBezTo>
                    <a:lnTo>
                      <a:pt x="477202" y="-61"/>
                    </a:lnTo>
                    <a:cubicBezTo>
                      <a:pt x="482441" y="-61"/>
                      <a:pt x="486727" y="4206"/>
                      <a:pt x="486727" y="9464"/>
                    </a:cubicBezTo>
                    <a:cubicBezTo>
                      <a:pt x="486727" y="14721"/>
                      <a:pt x="482441" y="18989"/>
                      <a:pt x="477202" y="18989"/>
                    </a:cubicBezTo>
                    <a:close/>
                    <a:moveTo>
                      <a:pt x="336613" y="18989"/>
                    </a:moveTo>
                    <a:lnTo>
                      <a:pt x="289655" y="18989"/>
                    </a:lnTo>
                    <a:cubicBezTo>
                      <a:pt x="284416" y="18989"/>
                      <a:pt x="280130" y="14721"/>
                      <a:pt x="280130" y="9464"/>
                    </a:cubicBezTo>
                    <a:cubicBezTo>
                      <a:pt x="280130" y="4206"/>
                      <a:pt x="284416" y="-61"/>
                      <a:pt x="289655" y="-61"/>
                    </a:cubicBezTo>
                    <a:lnTo>
                      <a:pt x="336613" y="-61"/>
                    </a:lnTo>
                    <a:cubicBezTo>
                      <a:pt x="341852" y="-61"/>
                      <a:pt x="346138" y="4206"/>
                      <a:pt x="346138" y="9464"/>
                    </a:cubicBezTo>
                    <a:cubicBezTo>
                      <a:pt x="346138" y="14721"/>
                      <a:pt x="341852" y="18989"/>
                      <a:pt x="336613" y="18989"/>
                    </a:cubicBezTo>
                    <a:close/>
                    <a:moveTo>
                      <a:pt x="195930" y="18989"/>
                    </a:moveTo>
                    <a:lnTo>
                      <a:pt x="149066" y="18989"/>
                    </a:lnTo>
                    <a:cubicBezTo>
                      <a:pt x="143827" y="18989"/>
                      <a:pt x="139541" y="14721"/>
                      <a:pt x="139541" y="9464"/>
                    </a:cubicBezTo>
                    <a:cubicBezTo>
                      <a:pt x="139541" y="4206"/>
                      <a:pt x="143827" y="-61"/>
                      <a:pt x="149066" y="-61"/>
                    </a:cubicBezTo>
                    <a:lnTo>
                      <a:pt x="195930" y="-61"/>
                    </a:lnTo>
                    <a:cubicBezTo>
                      <a:pt x="201168" y="-61"/>
                      <a:pt x="205455" y="4206"/>
                      <a:pt x="205455" y="9464"/>
                    </a:cubicBezTo>
                    <a:cubicBezTo>
                      <a:pt x="205455" y="14721"/>
                      <a:pt x="201168" y="18989"/>
                      <a:pt x="195930" y="18989"/>
                    </a:cubicBezTo>
                    <a:close/>
                    <a:moveTo>
                      <a:pt x="55340" y="18989"/>
                    </a:moveTo>
                    <a:lnTo>
                      <a:pt x="8477" y="18989"/>
                    </a:lnTo>
                    <a:cubicBezTo>
                      <a:pt x="3238" y="18989"/>
                      <a:pt x="-1048" y="14721"/>
                      <a:pt x="-1048" y="9464"/>
                    </a:cubicBezTo>
                    <a:cubicBezTo>
                      <a:pt x="-1048" y="4206"/>
                      <a:pt x="3238" y="-61"/>
                      <a:pt x="8477" y="-61"/>
                    </a:cubicBezTo>
                    <a:lnTo>
                      <a:pt x="55340" y="-61"/>
                    </a:lnTo>
                    <a:cubicBezTo>
                      <a:pt x="60579" y="-61"/>
                      <a:pt x="64865" y="4206"/>
                      <a:pt x="64865" y="9464"/>
                    </a:cubicBezTo>
                    <a:cubicBezTo>
                      <a:pt x="64865" y="14721"/>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32" name="任意多边形: 形状 31">
                <a:extLst>
                  <a:ext uri="{FF2B5EF4-FFF2-40B4-BE49-F238E27FC236}">
                    <a16:creationId xmlns:a16="http://schemas.microsoft.com/office/drawing/2014/main" id="{E24FE521-9CF1-D9B3-E012-5B51B1E742FA}"/>
                  </a:ext>
                </a:extLst>
              </p:cNvPr>
              <p:cNvSpPr/>
              <p:nvPr/>
            </p:nvSpPr>
            <p:spPr>
              <a:xfrm>
                <a:off x="4678394" y="3630263"/>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39" name="任意多边形: 形状 38">
                <a:extLst>
                  <a:ext uri="{FF2B5EF4-FFF2-40B4-BE49-F238E27FC236}">
                    <a16:creationId xmlns:a16="http://schemas.microsoft.com/office/drawing/2014/main" id="{CF5D747D-F724-9828-8EE7-B16E039A915D}"/>
                  </a:ext>
                </a:extLst>
              </p:cNvPr>
              <p:cNvSpPr/>
              <p:nvPr/>
            </p:nvSpPr>
            <p:spPr>
              <a:xfrm>
                <a:off x="4678394" y="4136517"/>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45" name="任意多边形: 形状 44">
                <a:extLst>
                  <a:ext uri="{FF2B5EF4-FFF2-40B4-BE49-F238E27FC236}">
                    <a16:creationId xmlns:a16="http://schemas.microsoft.com/office/drawing/2014/main" id="{54955320-F305-3EA3-F335-FE28BD667087}"/>
                  </a:ext>
                </a:extLst>
              </p:cNvPr>
              <p:cNvSpPr/>
              <p:nvPr/>
            </p:nvSpPr>
            <p:spPr>
              <a:xfrm>
                <a:off x="4678680" y="4645437"/>
                <a:ext cx="2315908" cy="19526"/>
              </a:xfrm>
              <a:custGeom>
                <a:avLst/>
                <a:gdLst>
                  <a:gd name="connsiteX0" fmla="*/ 1180052 w 2315908"/>
                  <a:gd name="connsiteY0" fmla="*/ 19465 h 19526"/>
                  <a:gd name="connsiteX1" fmla="*/ 1133189 w 2315908"/>
                  <a:gd name="connsiteY1" fmla="*/ 19465 h 19526"/>
                  <a:gd name="connsiteX2" fmla="*/ 1123664 w 2315908"/>
                  <a:gd name="connsiteY2" fmla="*/ 9940 h 19526"/>
                  <a:gd name="connsiteX3" fmla="*/ 1133189 w 2315908"/>
                  <a:gd name="connsiteY3" fmla="*/ 415 h 19526"/>
                  <a:gd name="connsiteX4" fmla="*/ 1180052 w 2315908"/>
                  <a:gd name="connsiteY4" fmla="*/ 415 h 19526"/>
                  <a:gd name="connsiteX5" fmla="*/ 1189577 w 2315908"/>
                  <a:gd name="connsiteY5" fmla="*/ 9940 h 19526"/>
                  <a:gd name="connsiteX6" fmla="*/ 1180052 w 2315908"/>
                  <a:gd name="connsiteY6" fmla="*/ 19465 h 19526"/>
                  <a:gd name="connsiteX7" fmla="*/ 1273778 w 2315908"/>
                  <a:gd name="connsiteY7" fmla="*/ 19465 h 19526"/>
                  <a:gd name="connsiteX8" fmla="*/ 1264253 w 2315908"/>
                  <a:gd name="connsiteY8" fmla="*/ 9940 h 19526"/>
                  <a:gd name="connsiteX9" fmla="*/ 1273778 w 2315908"/>
                  <a:gd name="connsiteY9" fmla="*/ 415 h 19526"/>
                  <a:gd name="connsiteX10" fmla="*/ 1320641 w 2315908"/>
                  <a:gd name="connsiteY10" fmla="*/ 415 h 19526"/>
                  <a:gd name="connsiteX11" fmla="*/ 1330166 w 2315908"/>
                  <a:gd name="connsiteY11" fmla="*/ 9940 h 19526"/>
                  <a:gd name="connsiteX12" fmla="*/ 1320641 w 2315908"/>
                  <a:gd name="connsiteY12" fmla="*/ 19465 h 19526"/>
                  <a:gd name="connsiteX13" fmla="*/ 1039463 w 2315908"/>
                  <a:gd name="connsiteY13" fmla="*/ 19465 h 19526"/>
                  <a:gd name="connsiteX14" fmla="*/ 992504 w 2315908"/>
                  <a:gd name="connsiteY14" fmla="*/ 19465 h 19526"/>
                  <a:gd name="connsiteX15" fmla="*/ 982979 w 2315908"/>
                  <a:gd name="connsiteY15" fmla="*/ 9940 h 19526"/>
                  <a:gd name="connsiteX16" fmla="*/ 992504 w 2315908"/>
                  <a:gd name="connsiteY16" fmla="*/ 415 h 19526"/>
                  <a:gd name="connsiteX17" fmla="*/ 1039463 w 2315908"/>
                  <a:gd name="connsiteY17" fmla="*/ 415 h 19526"/>
                  <a:gd name="connsiteX18" fmla="*/ 1048988 w 2315908"/>
                  <a:gd name="connsiteY18" fmla="*/ 9940 h 19526"/>
                  <a:gd name="connsiteX19" fmla="*/ 1039463 w 2315908"/>
                  <a:gd name="connsiteY19" fmla="*/ 19465 h 19526"/>
                  <a:gd name="connsiteX20" fmla="*/ 1414462 w 2315908"/>
                  <a:gd name="connsiteY20" fmla="*/ 19465 h 19526"/>
                  <a:gd name="connsiteX21" fmla="*/ 1404937 w 2315908"/>
                  <a:gd name="connsiteY21" fmla="*/ 9940 h 19526"/>
                  <a:gd name="connsiteX22" fmla="*/ 1414462 w 2315908"/>
                  <a:gd name="connsiteY22" fmla="*/ 415 h 19526"/>
                  <a:gd name="connsiteX23" fmla="*/ 1461324 w 2315908"/>
                  <a:gd name="connsiteY23" fmla="*/ 415 h 19526"/>
                  <a:gd name="connsiteX24" fmla="*/ 1470849 w 2315908"/>
                  <a:gd name="connsiteY24" fmla="*/ 9940 h 19526"/>
                  <a:gd name="connsiteX25" fmla="*/ 1461324 w 2315908"/>
                  <a:gd name="connsiteY25" fmla="*/ 19465 h 19526"/>
                  <a:gd name="connsiteX26" fmla="*/ 898779 w 2315908"/>
                  <a:gd name="connsiteY26" fmla="*/ 19465 h 19526"/>
                  <a:gd name="connsiteX27" fmla="*/ 851915 w 2315908"/>
                  <a:gd name="connsiteY27" fmla="*/ 19465 h 19526"/>
                  <a:gd name="connsiteX28" fmla="*/ 842390 w 2315908"/>
                  <a:gd name="connsiteY28" fmla="*/ 9940 h 19526"/>
                  <a:gd name="connsiteX29" fmla="*/ 851915 w 2315908"/>
                  <a:gd name="connsiteY29" fmla="*/ 415 h 19526"/>
                  <a:gd name="connsiteX30" fmla="*/ 898779 w 2315908"/>
                  <a:gd name="connsiteY30" fmla="*/ 415 h 19526"/>
                  <a:gd name="connsiteX31" fmla="*/ 908304 w 2315908"/>
                  <a:gd name="connsiteY31" fmla="*/ 9940 h 19526"/>
                  <a:gd name="connsiteX32" fmla="*/ 898779 w 2315908"/>
                  <a:gd name="connsiteY32" fmla="*/ 19465 h 19526"/>
                  <a:gd name="connsiteX33" fmla="*/ 1555051 w 2315908"/>
                  <a:gd name="connsiteY33" fmla="*/ 19465 h 19526"/>
                  <a:gd name="connsiteX34" fmla="*/ 1545526 w 2315908"/>
                  <a:gd name="connsiteY34" fmla="*/ 9940 h 19526"/>
                  <a:gd name="connsiteX35" fmla="*/ 1555051 w 2315908"/>
                  <a:gd name="connsiteY35" fmla="*/ 415 h 19526"/>
                  <a:gd name="connsiteX36" fmla="*/ 1601914 w 2315908"/>
                  <a:gd name="connsiteY36" fmla="*/ 415 h 19526"/>
                  <a:gd name="connsiteX37" fmla="*/ 1611439 w 2315908"/>
                  <a:gd name="connsiteY37" fmla="*/ 9940 h 19526"/>
                  <a:gd name="connsiteX38" fmla="*/ 1601914 w 2315908"/>
                  <a:gd name="connsiteY38" fmla="*/ 19465 h 19526"/>
                  <a:gd name="connsiteX39" fmla="*/ 758189 w 2315908"/>
                  <a:gd name="connsiteY39" fmla="*/ 19465 h 19526"/>
                  <a:gd name="connsiteX40" fmla="*/ 711231 w 2315908"/>
                  <a:gd name="connsiteY40" fmla="*/ 19465 h 19526"/>
                  <a:gd name="connsiteX41" fmla="*/ 701706 w 2315908"/>
                  <a:gd name="connsiteY41" fmla="*/ 9940 h 19526"/>
                  <a:gd name="connsiteX42" fmla="*/ 711231 w 2315908"/>
                  <a:gd name="connsiteY42" fmla="*/ 415 h 19526"/>
                  <a:gd name="connsiteX43" fmla="*/ 758094 w 2315908"/>
                  <a:gd name="connsiteY43" fmla="*/ 415 h 19526"/>
                  <a:gd name="connsiteX44" fmla="*/ 767619 w 2315908"/>
                  <a:gd name="connsiteY44" fmla="*/ 9940 h 19526"/>
                  <a:gd name="connsiteX45" fmla="*/ 758094 w 2315908"/>
                  <a:gd name="connsiteY45" fmla="*/ 19465 h 19526"/>
                  <a:gd name="connsiteX46" fmla="*/ 1695640 w 2315908"/>
                  <a:gd name="connsiteY46" fmla="*/ 19465 h 19526"/>
                  <a:gd name="connsiteX47" fmla="*/ 1686115 w 2315908"/>
                  <a:gd name="connsiteY47" fmla="*/ 9940 h 19526"/>
                  <a:gd name="connsiteX48" fmla="*/ 1695640 w 2315908"/>
                  <a:gd name="connsiteY48" fmla="*/ 415 h 19526"/>
                  <a:gd name="connsiteX49" fmla="*/ 1742503 w 2315908"/>
                  <a:gd name="connsiteY49" fmla="*/ 415 h 19526"/>
                  <a:gd name="connsiteX50" fmla="*/ 1742503 w 2315908"/>
                  <a:gd name="connsiteY50" fmla="*/ 415 h 19526"/>
                  <a:gd name="connsiteX51" fmla="*/ 1752028 w 2315908"/>
                  <a:gd name="connsiteY51" fmla="*/ 9940 h 19526"/>
                  <a:gd name="connsiteX52" fmla="*/ 1742503 w 2315908"/>
                  <a:gd name="connsiteY52" fmla="*/ 19465 h 19526"/>
                  <a:gd name="connsiteX53" fmla="*/ 1695545 w 2315908"/>
                  <a:gd name="connsiteY53" fmla="*/ 19465 h 19526"/>
                  <a:gd name="connsiteX54" fmla="*/ 617505 w 2315908"/>
                  <a:gd name="connsiteY54" fmla="*/ 19465 h 19526"/>
                  <a:gd name="connsiteX55" fmla="*/ 617505 w 2315908"/>
                  <a:gd name="connsiteY55" fmla="*/ 19465 h 19526"/>
                  <a:gd name="connsiteX56" fmla="*/ 570643 w 2315908"/>
                  <a:gd name="connsiteY56" fmla="*/ 19465 h 19526"/>
                  <a:gd name="connsiteX57" fmla="*/ 561118 w 2315908"/>
                  <a:gd name="connsiteY57" fmla="*/ 9940 h 19526"/>
                  <a:gd name="connsiteX58" fmla="*/ 570643 w 2315908"/>
                  <a:gd name="connsiteY58" fmla="*/ 415 h 19526"/>
                  <a:gd name="connsiteX59" fmla="*/ 570643 w 2315908"/>
                  <a:gd name="connsiteY59" fmla="*/ 415 h 19526"/>
                  <a:gd name="connsiteX60" fmla="*/ 617600 w 2315908"/>
                  <a:gd name="connsiteY60" fmla="*/ 415 h 19526"/>
                  <a:gd name="connsiteX61" fmla="*/ 627125 w 2315908"/>
                  <a:gd name="connsiteY61" fmla="*/ 9940 h 19526"/>
                  <a:gd name="connsiteX62" fmla="*/ 617600 w 2315908"/>
                  <a:gd name="connsiteY62" fmla="*/ 19465 h 19526"/>
                  <a:gd name="connsiteX63" fmla="*/ 1836705 w 2315908"/>
                  <a:gd name="connsiteY63" fmla="*/ 19465 h 19526"/>
                  <a:gd name="connsiteX64" fmla="*/ 1827180 w 2315908"/>
                  <a:gd name="connsiteY64" fmla="*/ 9940 h 19526"/>
                  <a:gd name="connsiteX65" fmla="*/ 1836705 w 2315908"/>
                  <a:gd name="connsiteY65" fmla="*/ 415 h 19526"/>
                  <a:gd name="connsiteX66" fmla="*/ 1883568 w 2315908"/>
                  <a:gd name="connsiteY66" fmla="*/ 415 h 19526"/>
                  <a:gd name="connsiteX67" fmla="*/ 1883568 w 2315908"/>
                  <a:gd name="connsiteY67" fmla="*/ 415 h 19526"/>
                  <a:gd name="connsiteX68" fmla="*/ 1893093 w 2315908"/>
                  <a:gd name="connsiteY68" fmla="*/ 9940 h 19526"/>
                  <a:gd name="connsiteX69" fmla="*/ 1883568 w 2315908"/>
                  <a:gd name="connsiteY69" fmla="*/ 19465 h 19526"/>
                  <a:gd name="connsiteX70" fmla="*/ 477297 w 2315908"/>
                  <a:gd name="connsiteY70" fmla="*/ 19465 h 19526"/>
                  <a:gd name="connsiteX71" fmla="*/ 430339 w 2315908"/>
                  <a:gd name="connsiteY71" fmla="*/ 19465 h 19526"/>
                  <a:gd name="connsiteX72" fmla="*/ 420814 w 2315908"/>
                  <a:gd name="connsiteY72" fmla="*/ 9940 h 19526"/>
                  <a:gd name="connsiteX73" fmla="*/ 430339 w 2315908"/>
                  <a:gd name="connsiteY73" fmla="*/ 415 h 19526"/>
                  <a:gd name="connsiteX74" fmla="*/ 430339 w 2315908"/>
                  <a:gd name="connsiteY74" fmla="*/ 415 h 19526"/>
                  <a:gd name="connsiteX75" fmla="*/ 477202 w 2315908"/>
                  <a:gd name="connsiteY75" fmla="*/ 415 h 19526"/>
                  <a:gd name="connsiteX76" fmla="*/ 486727 w 2315908"/>
                  <a:gd name="connsiteY76" fmla="*/ 9940 h 19526"/>
                  <a:gd name="connsiteX77" fmla="*/ 477202 w 2315908"/>
                  <a:gd name="connsiteY77" fmla="*/ 19465 h 19526"/>
                  <a:gd name="connsiteX78" fmla="*/ 1977294 w 2315908"/>
                  <a:gd name="connsiteY78" fmla="*/ 19465 h 19526"/>
                  <a:gd name="connsiteX79" fmla="*/ 1967769 w 2315908"/>
                  <a:gd name="connsiteY79" fmla="*/ 9940 h 19526"/>
                  <a:gd name="connsiteX80" fmla="*/ 1977294 w 2315908"/>
                  <a:gd name="connsiteY80" fmla="*/ 415 h 19526"/>
                  <a:gd name="connsiteX81" fmla="*/ 2024158 w 2315908"/>
                  <a:gd name="connsiteY81" fmla="*/ 415 h 19526"/>
                  <a:gd name="connsiteX82" fmla="*/ 2024158 w 2315908"/>
                  <a:gd name="connsiteY82" fmla="*/ 415 h 19526"/>
                  <a:gd name="connsiteX83" fmla="*/ 2033683 w 2315908"/>
                  <a:gd name="connsiteY83" fmla="*/ 9940 h 19526"/>
                  <a:gd name="connsiteX84" fmla="*/ 2024158 w 2315908"/>
                  <a:gd name="connsiteY84" fmla="*/ 19465 h 19526"/>
                  <a:gd name="connsiteX85" fmla="*/ 1977294 w 2315908"/>
                  <a:gd name="connsiteY85" fmla="*/ 19465 h 19526"/>
                  <a:gd name="connsiteX86" fmla="*/ 336708 w 2315908"/>
                  <a:gd name="connsiteY86" fmla="*/ 19465 h 19526"/>
                  <a:gd name="connsiteX87" fmla="*/ 336708 w 2315908"/>
                  <a:gd name="connsiteY87" fmla="*/ 19465 h 19526"/>
                  <a:gd name="connsiteX88" fmla="*/ 289845 w 2315908"/>
                  <a:gd name="connsiteY88" fmla="*/ 19465 h 19526"/>
                  <a:gd name="connsiteX89" fmla="*/ 280320 w 2315908"/>
                  <a:gd name="connsiteY89" fmla="*/ 9940 h 19526"/>
                  <a:gd name="connsiteX90" fmla="*/ 289845 w 2315908"/>
                  <a:gd name="connsiteY90" fmla="*/ 415 h 19526"/>
                  <a:gd name="connsiteX91" fmla="*/ 289845 w 2315908"/>
                  <a:gd name="connsiteY91" fmla="*/ 415 h 19526"/>
                  <a:gd name="connsiteX92" fmla="*/ 336708 w 2315908"/>
                  <a:gd name="connsiteY92" fmla="*/ 415 h 19526"/>
                  <a:gd name="connsiteX93" fmla="*/ 346233 w 2315908"/>
                  <a:gd name="connsiteY93" fmla="*/ 9940 h 19526"/>
                  <a:gd name="connsiteX94" fmla="*/ 336708 w 2315908"/>
                  <a:gd name="connsiteY94" fmla="*/ 19465 h 19526"/>
                  <a:gd name="connsiteX95" fmla="*/ 2117883 w 2315908"/>
                  <a:gd name="connsiteY95" fmla="*/ 19465 h 19526"/>
                  <a:gd name="connsiteX96" fmla="*/ 2108358 w 2315908"/>
                  <a:gd name="connsiteY96" fmla="*/ 9940 h 19526"/>
                  <a:gd name="connsiteX97" fmla="*/ 2117883 w 2315908"/>
                  <a:gd name="connsiteY97" fmla="*/ 415 h 19526"/>
                  <a:gd name="connsiteX98" fmla="*/ 2164747 w 2315908"/>
                  <a:gd name="connsiteY98" fmla="*/ 415 h 19526"/>
                  <a:gd name="connsiteX99" fmla="*/ 2164747 w 2315908"/>
                  <a:gd name="connsiteY99" fmla="*/ 415 h 19526"/>
                  <a:gd name="connsiteX100" fmla="*/ 2174272 w 2315908"/>
                  <a:gd name="connsiteY100" fmla="*/ 9940 h 19526"/>
                  <a:gd name="connsiteX101" fmla="*/ 2164747 w 2315908"/>
                  <a:gd name="connsiteY101" fmla="*/ 19465 h 19526"/>
                  <a:gd name="connsiteX102" fmla="*/ 2117883 w 2315908"/>
                  <a:gd name="connsiteY102" fmla="*/ 19465 h 19526"/>
                  <a:gd name="connsiteX103" fmla="*/ 195928 w 2315908"/>
                  <a:gd name="connsiteY103" fmla="*/ 19465 h 19526"/>
                  <a:gd name="connsiteX104" fmla="*/ 195928 w 2315908"/>
                  <a:gd name="connsiteY104" fmla="*/ 19465 h 19526"/>
                  <a:gd name="connsiteX105" fmla="*/ 149066 w 2315908"/>
                  <a:gd name="connsiteY105" fmla="*/ 19465 h 19526"/>
                  <a:gd name="connsiteX106" fmla="*/ 139541 w 2315908"/>
                  <a:gd name="connsiteY106" fmla="*/ 9940 h 19526"/>
                  <a:gd name="connsiteX107" fmla="*/ 149066 w 2315908"/>
                  <a:gd name="connsiteY107" fmla="*/ 415 h 19526"/>
                  <a:gd name="connsiteX108" fmla="*/ 149066 w 2315908"/>
                  <a:gd name="connsiteY108" fmla="*/ 415 h 19526"/>
                  <a:gd name="connsiteX109" fmla="*/ 196024 w 2315908"/>
                  <a:gd name="connsiteY109" fmla="*/ 415 h 19526"/>
                  <a:gd name="connsiteX110" fmla="*/ 205549 w 2315908"/>
                  <a:gd name="connsiteY110" fmla="*/ 9940 h 19526"/>
                  <a:gd name="connsiteX111" fmla="*/ 196024 w 2315908"/>
                  <a:gd name="connsiteY111" fmla="*/ 19465 h 19526"/>
                  <a:gd name="connsiteX112" fmla="*/ 2258472 w 2315908"/>
                  <a:gd name="connsiteY112" fmla="*/ 18989 h 19526"/>
                  <a:gd name="connsiteX113" fmla="*/ 2248947 w 2315908"/>
                  <a:gd name="connsiteY113" fmla="*/ 9464 h 19526"/>
                  <a:gd name="connsiteX114" fmla="*/ 2258472 w 2315908"/>
                  <a:gd name="connsiteY114" fmla="*/ -61 h 19526"/>
                  <a:gd name="connsiteX115" fmla="*/ 2305336 w 2315908"/>
                  <a:gd name="connsiteY115" fmla="*/ -61 h 19526"/>
                  <a:gd name="connsiteX116" fmla="*/ 2305336 w 2315908"/>
                  <a:gd name="connsiteY116" fmla="*/ -61 h 19526"/>
                  <a:gd name="connsiteX117" fmla="*/ 2314861 w 2315908"/>
                  <a:gd name="connsiteY117" fmla="*/ 9464 h 19526"/>
                  <a:gd name="connsiteX118" fmla="*/ 2305336 w 2315908"/>
                  <a:gd name="connsiteY118" fmla="*/ 18989 h 19526"/>
                  <a:gd name="connsiteX119" fmla="*/ 2258377 w 2315908"/>
                  <a:gd name="connsiteY119" fmla="*/ 18989 h 19526"/>
                  <a:gd name="connsiteX120" fmla="*/ 55339 w 2315908"/>
                  <a:gd name="connsiteY120" fmla="*/ 18989 h 19526"/>
                  <a:gd name="connsiteX121" fmla="*/ 55339 w 2315908"/>
                  <a:gd name="connsiteY121" fmla="*/ 18989 h 19526"/>
                  <a:gd name="connsiteX122" fmla="*/ 8477 w 2315908"/>
                  <a:gd name="connsiteY122" fmla="*/ 18989 h 19526"/>
                  <a:gd name="connsiteX123" fmla="*/ -1048 w 2315908"/>
                  <a:gd name="connsiteY123" fmla="*/ 9464 h 19526"/>
                  <a:gd name="connsiteX124" fmla="*/ 8477 w 2315908"/>
                  <a:gd name="connsiteY124" fmla="*/ -61 h 19526"/>
                  <a:gd name="connsiteX125" fmla="*/ 8477 w 2315908"/>
                  <a:gd name="connsiteY125" fmla="*/ -61 h 19526"/>
                  <a:gd name="connsiteX126" fmla="*/ 55339 w 2315908"/>
                  <a:gd name="connsiteY126" fmla="*/ -61 h 19526"/>
                  <a:gd name="connsiteX127" fmla="*/ 64864 w 2315908"/>
                  <a:gd name="connsiteY127" fmla="*/ 9464 h 19526"/>
                  <a:gd name="connsiteX128" fmla="*/ 55339 w 2315908"/>
                  <a:gd name="connsiteY128" fmla="*/ 18989 h 1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315908" h="19526">
                    <a:moveTo>
                      <a:pt x="1180052" y="19465"/>
                    </a:moveTo>
                    <a:lnTo>
                      <a:pt x="1133189" y="19465"/>
                    </a:lnTo>
                    <a:cubicBezTo>
                      <a:pt x="1127949" y="19465"/>
                      <a:pt x="1123664" y="15198"/>
                      <a:pt x="1123664" y="9940"/>
                    </a:cubicBezTo>
                    <a:cubicBezTo>
                      <a:pt x="1123664" y="4682"/>
                      <a:pt x="1127949" y="415"/>
                      <a:pt x="1133189" y="415"/>
                    </a:cubicBezTo>
                    <a:lnTo>
                      <a:pt x="1180052" y="415"/>
                    </a:lnTo>
                    <a:cubicBezTo>
                      <a:pt x="1185290" y="415"/>
                      <a:pt x="1189577" y="4682"/>
                      <a:pt x="1189577" y="9940"/>
                    </a:cubicBezTo>
                    <a:cubicBezTo>
                      <a:pt x="1189577" y="15198"/>
                      <a:pt x="1185290" y="19465"/>
                      <a:pt x="1180052" y="19465"/>
                    </a:cubicBezTo>
                    <a:close/>
                    <a:moveTo>
                      <a:pt x="1273778" y="19465"/>
                    </a:moveTo>
                    <a:cubicBezTo>
                      <a:pt x="1268539" y="19465"/>
                      <a:pt x="1264253" y="15198"/>
                      <a:pt x="1264253" y="9940"/>
                    </a:cubicBezTo>
                    <a:cubicBezTo>
                      <a:pt x="1264253" y="4682"/>
                      <a:pt x="1268539" y="415"/>
                      <a:pt x="1273778" y="415"/>
                    </a:cubicBezTo>
                    <a:lnTo>
                      <a:pt x="1320641" y="415"/>
                    </a:lnTo>
                    <a:cubicBezTo>
                      <a:pt x="1325879" y="415"/>
                      <a:pt x="1330166" y="4682"/>
                      <a:pt x="1330166" y="9940"/>
                    </a:cubicBezTo>
                    <a:cubicBezTo>
                      <a:pt x="1330166" y="15198"/>
                      <a:pt x="1325879" y="19465"/>
                      <a:pt x="1320641" y="19465"/>
                    </a:cubicBezTo>
                    <a:close/>
                    <a:moveTo>
                      <a:pt x="1039463" y="19465"/>
                    </a:moveTo>
                    <a:lnTo>
                      <a:pt x="992504" y="19465"/>
                    </a:lnTo>
                    <a:cubicBezTo>
                      <a:pt x="987266" y="19465"/>
                      <a:pt x="982979" y="15198"/>
                      <a:pt x="982979" y="9940"/>
                    </a:cubicBezTo>
                    <a:cubicBezTo>
                      <a:pt x="982979" y="4682"/>
                      <a:pt x="987266" y="415"/>
                      <a:pt x="992504" y="415"/>
                    </a:cubicBezTo>
                    <a:lnTo>
                      <a:pt x="1039463" y="415"/>
                    </a:lnTo>
                    <a:cubicBezTo>
                      <a:pt x="1044701" y="415"/>
                      <a:pt x="1048988" y="4682"/>
                      <a:pt x="1048988" y="9940"/>
                    </a:cubicBezTo>
                    <a:cubicBezTo>
                      <a:pt x="1048988" y="15198"/>
                      <a:pt x="1044701" y="19465"/>
                      <a:pt x="1039463" y="19465"/>
                    </a:cubicBezTo>
                    <a:close/>
                    <a:moveTo>
                      <a:pt x="1414462" y="19465"/>
                    </a:moveTo>
                    <a:cubicBezTo>
                      <a:pt x="1409223" y="19465"/>
                      <a:pt x="1404937" y="15198"/>
                      <a:pt x="1404937" y="9940"/>
                    </a:cubicBezTo>
                    <a:cubicBezTo>
                      <a:pt x="1404937" y="4682"/>
                      <a:pt x="1409223" y="415"/>
                      <a:pt x="1414462" y="415"/>
                    </a:cubicBezTo>
                    <a:lnTo>
                      <a:pt x="1461324" y="415"/>
                    </a:lnTo>
                    <a:cubicBezTo>
                      <a:pt x="1466564" y="415"/>
                      <a:pt x="1470849" y="4682"/>
                      <a:pt x="1470849" y="9940"/>
                    </a:cubicBezTo>
                    <a:cubicBezTo>
                      <a:pt x="1470849" y="15198"/>
                      <a:pt x="1466564" y="19465"/>
                      <a:pt x="1461324" y="19465"/>
                    </a:cubicBezTo>
                    <a:close/>
                    <a:moveTo>
                      <a:pt x="898779" y="19465"/>
                    </a:moveTo>
                    <a:lnTo>
                      <a:pt x="851915" y="19465"/>
                    </a:lnTo>
                    <a:cubicBezTo>
                      <a:pt x="846677" y="19465"/>
                      <a:pt x="842390" y="15198"/>
                      <a:pt x="842390" y="9940"/>
                    </a:cubicBezTo>
                    <a:cubicBezTo>
                      <a:pt x="842390" y="4682"/>
                      <a:pt x="846677" y="415"/>
                      <a:pt x="851915" y="415"/>
                    </a:cubicBezTo>
                    <a:lnTo>
                      <a:pt x="898779" y="415"/>
                    </a:lnTo>
                    <a:cubicBezTo>
                      <a:pt x="904018" y="415"/>
                      <a:pt x="908304" y="4682"/>
                      <a:pt x="908304" y="9940"/>
                    </a:cubicBezTo>
                    <a:cubicBezTo>
                      <a:pt x="908304" y="15198"/>
                      <a:pt x="904018" y="19465"/>
                      <a:pt x="898779" y="19465"/>
                    </a:cubicBezTo>
                    <a:close/>
                    <a:moveTo>
                      <a:pt x="1555051" y="19465"/>
                    </a:moveTo>
                    <a:cubicBezTo>
                      <a:pt x="1549812" y="19465"/>
                      <a:pt x="1545526" y="15198"/>
                      <a:pt x="1545526" y="9940"/>
                    </a:cubicBezTo>
                    <a:cubicBezTo>
                      <a:pt x="1545526" y="4682"/>
                      <a:pt x="1549812" y="415"/>
                      <a:pt x="1555051" y="415"/>
                    </a:cubicBezTo>
                    <a:lnTo>
                      <a:pt x="1601914" y="415"/>
                    </a:lnTo>
                    <a:cubicBezTo>
                      <a:pt x="1607153" y="415"/>
                      <a:pt x="1611439" y="4682"/>
                      <a:pt x="1611439" y="9940"/>
                    </a:cubicBezTo>
                    <a:cubicBezTo>
                      <a:pt x="1611439" y="15198"/>
                      <a:pt x="1607153" y="19465"/>
                      <a:pt x="1601914" y="19465"/>
                    </a:cubicBezTo>
                    <a:close/>
                    <a:moveTo>
                      <a:pt x="758189" y="19465"/>
                    </a:moveTo>
                    <a:lnTo>
                      <a:pt x="711231" y="19465"/>
                    </a:lnTo>
                    <a:cubicBezTo>
                      <a:pt x="705993" y="19465"/>
                      <a:pt x="701706" y="15198"/>
                      <a:pt x="701706" y="9940"/>
                    </a:cubicBezTo>
                    <a:cubicBezTo>
                      <a:pt x="701706" y="4682"/>
                      <a:pt x="705993" y="415"/>
                      <a:pt x="711231" y="415"/>
                    </a:cubicBezTo>
                    <a:lnTo>
                      <a:pt x="758094" y="415"/>
                    </a:lnTo>
                    <a:cubicBezTo>
                      <a:pt x="763333" y="415"/>
                      <a:pt x="767619" y="4682"/>
                      <a:pt x="767619" y="9940"/>
                    </a:cubicBezTo>
                    <a:cubicBezTo>
                      <a:pt x="767619" y="15198"/>
                      <a:pt x="763333" y="19465"/>
                      <a:pt x="758094" y="19465"/>
                    </a:cubicBezTo>
                    <a:close/>
                    <a:moveTo>
                      <a:pt x="1695640" y="19465"/>
                    </a:moveTo>
                    <a:cubicBezTo>
                      <a:pt x="1690401" y="19465"/>
                      <a:pt x="1686115" y="15198"/>
                      <a:pt x="1686115" y="9940"/>
                    </a:cubicBezTo>
                    <a:cubicBezTo>
                      <a:pt x="1686115" y="4682"/>
                      <a:pt x="1690401" y="415"/>
                      <a:pt x="1695640" y="415"/>
                    </a:cubicBezTo>
                    <a:lnTo>
                      <a:pt x="1742503" y="415"/>
                    </a:lnTo>
                    <a:lnTo>
                      <a:pt x="1742503" y="415"/>
                    </a:lnTo>
                    <a:cubicBezTo>
                      <a:pt x="1747742" y="415"/>
                      <a:pt x="1752028" y="4682"/>
                      <a:pt x="1752028" y="9940"/>
                    </a:cubicBezTo>
                    <a:cubicBezTo>
                      <a:pt x="1752028" y="15198"/>
                      <a:pt x="1747742" y="19465"/>
                      <a:pt x="1742503" y="19465"/>
                    </a:cubicBezTo>
                    <a:lnTo>
                      <a:pt x="1695545" y="19465"/>
                    </a:lnTo>
                    <a:close/>
                    <a:moveTo>
                      <a:pt x="617505" y="19465"/>
                    </a:moveTo>
                    <a:lnTo>
                      <a:pt x="617505" y="19465"/>
                    </a:lnTo>
                    <a:lnTo>
                      <a:pt x="570643" y="19465"/>
                    </a:lnTo>
                    <a:cubicBezTo>
                      <a:pt x="565404" y="19465"/>
                      <a:pt x="561118" y="15198"/>
                      <a:pt x="561118" y="9940"/>
                    </a:cubicBezTo>
                    <a:cubicBezTo>
                      <a:pt x="561118" y="4682"/>
                      <a:pt x="565404" y="415"/>
                      <a:pt x="570643" y="415"/>
                    </a:cubicBezTo>
                    <a:lnTo>
                      <a:pt x="570643" y="415"/>
                    </a:lnTo>
                    <a:lnTo>
                      <a:pt x="617600" y="415"/>
                    </a:lnTo>
                    <a:cubicBezTo>
                      <a:pt x="622840" y="415"/>
                      <a:pt x="627125" y="4682"/>
                      <a:pt x="627125" y="9940"/>
                    </a:cubicBezTo>
                    <a:cubicBezTo>
                      <a:pt x="627125" y="15198"/>
                      <a:pt x="622840" y="19465"/>
                      <a:pt x="617600" y="19465"/>
                    </a:cubicBezTo>
                    <a:close/>
                    <a:moveTo>
                      <a:pt x="1836705" y="19465"/>
                    </a:moveTo>
                    <a:cubicBezTo>
                      <a:pt x="1831467" y="19465"/>
                      <a:pt x="1827180" y="15198"/>
                      <a:pt x="1827180" y="9940"/>
                    </a:cubicBezTo>
                    <a:cubicBezTo>
                      <a:pt x="1827180" y="4682"/>
                      <a:pt x="1831467" y="415"/>
                      <a:pt x="1836705" y="415"/>
                    </a:cubicBezTo>
                    <a:lnTo>
                      <a:pt x="1883568" y="415"/>
                    </a:lnTo>
                    <a:lnTo>
                      <a:pt x="1883568" y="415"/>
                    </a:lnTo>
                    <a:cubicBezTo>
                      <a:pt x="1888807" y="415"/>
                      <a:pt x="1893093" y="4682"/>
                      <a:pt x="1893093" y="9940"/>
                    </a:cubicBezTo>
                    <a:cubicBezTo>
                      <a:pt x="1893093" y="15198"/>
                      <a:pt x="1888807" y="19465"/>
                      <a:pt x="1883568" y="19465"/>
                    </a:cubicBezTo>
                    <a:close/>
                    <a:moveTo>
                      <a:pt x="477297" y="19465"/>
                    </a:moveTo>
                    <a:lnTo>
                      <a:pt x="430339" y="19465"/>
                    </a:lnTo>
                    <a:cubicBezTo>
                      <a:pt x="425100" y="19465"/>
                      <a:pt x="420814" y="15198"/>
                      <a:pt x="420814" y="9940"/>
                    </a:cubicBezTo>
                    <a:cubicBezTo>
                      <a:pt x="420814" y="4682"/>
                      <a:pt x="425100" y="415"/>
                      <a:pt x="430339" y="415"/>
                    </a:cubicBezTo>
                    <a:lnTo>
                      <a:pt x="430339" y="415"/>
                    </a:lnTo>
                    <a:lnTo>
                      <a:pt x="477202" y="415"/>
                    </a:lnTo>
                    <a:cubicBezTo>
                      <a:pt x="482441" y="415"/>
                      <a:pt x="486727" y="4682"/>
                      <a:pt x="486727" y="9940"/>
                    </a:cubicBezTo>
                    <a:cubicBezTo>
                      <a:pt x="486727" y="15198"/>
                      <a:pt x="482441" y="19465"/>
                      <a:pt x="477202" y="19465"/>
                    </a:cubicBezTo>
                    <a:close/>
                    <a:moveTo>
                      <a:pt x="1977294" y="19465"/>
                    </a:moveTo>
                    <a:cubicBezTo>
                      <a:pt x="1972056" y="19465"/>
                      <a:pt x="1967769" y="15198"/>
                      <a:pt x="1967769" y="9940"/>
                    </a:cubicBezTo>
                    <a:cubicBezTo>
                      <a:pt x="1967769" y="4682"/>
                      <a:pt x="1972056" y="415"/>
                      <a:pt x="1977294" y="415"/>
                    </a:cubicBezTo>
                    <a:lnTo>
                      <a:pt x="2024158" y="415"/>
                    </a:lnTo>
                    <a:lnTo>
                      <a:pt x="2024158" y="415"/>
                    </a:lnTo>
                    <a:cubicBezTo>
                      <a:pt x="2029396" y="415"/>
                      <a:pt x="2033683" y="4682"/>
                      <a:pt x="2033683" y="9940"/>
                    </a:cubicBezTo>
                    <a:cubicBezTo>
                      <a:pt x="2033683" y="15198"/>
                      <a:pt x="2029396" y="19465"/>
                      <a:pt x="2024158" y="19465"/>
                    </a:cubicBezTo>
                    <a:lnTo>
                      <a:pt x="1977294" y="19465"/>
                    </a:lnTo>
                    <a:close/>
                    <a:moveTo>
                      <a:pt x="336708" y="19465"/>
                    </a:moveTo>
                    <a:lnTo>
                      <a:pt x="336708" y="19465"/>
                    </a:lnTo>
                    <a:lnTo>
                      <a:pt x="289845" y="19465"/>
                    </a:lnTo>
                    <a:cubicBezTo>
                      <a:pt x="284607" y="19465"/>
                      <a:pt x="280320" y="15198"/>
                      <a:pt x="280320" y="9940"/>
                    </a:cubicBezTo>
                    <a:cubicBezTo>
                      <a:pt x="280320" y="4682"/>
                      <a:pt x="284607" y="415"/>
                      <a:pt x="289845" y="415"/>
                    </a:cubicBezTo>
                    <a:lnTo>
                      <a:pt x="289845" y="415"/>
                    </a:lnTo>
                    <a:lnTo>
                      <a:pt x="336708" y="415"/>
                    </a:lnTo>
                    <a:cubicBezTo>
                      <a:pt x="341947" y="415"/>
                      <a:pt x="346233" y="4682"/>
                      <a:pt x="346233" y="9940"/>
                    </a:cubicBezTo>
                    <a:cubicBezTo>
                      <a:pt x="346233" y="15198"/>
                      <a:pt x="341947" y="19465"/>
                      <a:pt x="336708" y="19465"/>
                    </a:cubicBezTo>
                    <a:close/>
                    <a:moveTo>
                      <a:pt x="2117883" y="19465"/>
                    </a:moveTo>
                    <a:cubicBezTo>
                      <a:pt x="2112644" y="19465"/>
                      <a:pt x="2108358" y="15198"/>
                      <a:pt x="2108358" y="9940"/>
                    </a:cubicBezTo>
                    <a:cubicBezTo>
                      <a:pt x="2108358" y="4682"/>
                      <a:pt x="2112644" y="415"/>
                      <a:pt x="2117883" y="415"/>
                    </a:cubicBezTo>
                    <a:lnTo>
                      <a:pt x="2164747" y="415"/>
                    </a:lnTo>
                    <a:lnTo>
                      <a:pt x="2164747" y="415"/>
                    </a:lnTo>
                    <a:cubicBezTo>
                      <a:pt x="2169985" y="415"/>
                      <a:pt x="2174272" y="4682"/>
                      <a:pt x="2174272" y="9940"/>
                    </a:cubicBezTo>
                    <a:cubicBezTo>
                      <a:pt x="2174272" y="15198"/>
                      <a:pt x="2169985" y="19465"/>
                      <a:pt x="2164747" y="19465"/>
                    </a:cubicBezTo>
                    <a:lnTo>
                      <a:pt x="2117883" y="19465"/>
                    </a:lnTo>
                    <a:close/>
                    <a:moveTo>
                      <a:pt x="195928" y="19465"/>
                    </a:moveTo>
                    <a:lnTo>
                      <a:pt x="195928" y="19465"/>
                    </a:lnTo>
                    <a:lnTo>
                      <a:pt x="149066" y="19465"/>
                    </a:lnTo>
                    <a:cubicBezTo>
                      <a:pt x="143827" y="19465"/>
                      <a:pt x="139541" y="15198"/>
                      <a:pt x="139541" y="9940"/>
                    </a:cubicBezTo>
                    <a:cubicBezTo>
                      <a:pt x="139541" y="4682"/>
                      <a:pt x="143827" y="415"/>
                      <a:pt x="149066" y="415"/>
                    </a:cubicBezTo>
                    <a:lnTo>
                      <a:pt x="149066" y="415"/>
                    </a:lnTo>
                    <a:lnTo>
                      <a:pt x="196024" y="415"/>
                    </a:lnTo>
                    <a:cubicBezTo>
                      <a:pt x="201263" y="415"/>
                      <a:pt x="205549" y="4682"/>
                      <a:pt x="205549" y="9940"/>
                    </a:cubicBezTo>
                    <a:cubicBezTo>
                      <a:pt x="205549" y="15198"/>
                      <a:pt x="201263" y="19465"/>
                      <a:pt x="196024" y="19465"/>
                    </a:cubicBezTo>
                    <a:close/>
                    <a:moveTo>
                      <a:pt x="2258472" y="18989"/>
                    </a:moveTo>
                    <a:cubicBezTo>
                      <a:pt x="2253233" y="18989"/>
                      <a:pt x="2248947" y="14722"/>
                      <a:pt x="2248947" y="9464"/>
                    </a:cubicBezTo>
                    <a:cubicBezTo>
                      <a:pt x="2248947" y="4206"/>
                      <a:pt x="2253233" y="-61"/>
                      <a:pt x="2258472" y="-61"/>
                    </a:cubicBezTo>
                    <a:lnTo>
                      <a:pt x="2305336" y="-61"/>
                    </a:lnTo>
                    <a:lnTo>
                      <a:pt x="2305336" y="-61"/>
                    </a:lnTo>
                    <a:cubicBezTo>
                      <a:pt x="2310574" y="-61"/>
                      <a:pt x="2314861" y="4206"/>
                      <a:pt x="2314861" y="9464"/>
                    </a:cubicBezTo>
                    <a:cubicBezTo>
                      <a:pt x="2314861" y="14722"/>
                      <a:pt x="2310574" y="18989"/>
                      <a:pt x="2305336" y="18989"/>
                    </a:cubicBezTo>
                    <a:lnTo>
                      <a:pt x="2258377" y="18989"/>
                    </a:lnTo>
                    <a:close/>
                    <a:moveTo>
                      <a:pt x="55339" y="18989"/>
                    </a:moveTo>
                    <a:lnTo>
                      <a:pt x="55339" y="18989"/>
                    </a:lnTo>
                    <a:lnTo>
                      <a:pt x="8477" y="18989"/>
                    </a:lnTo>
                    <a:cubicBezTo>
                      <a:pt x="3238" y="18989"/>
                      <a:pt x="-1048" y="14722"/>
                      <a:pt x="-1048" y="9464"/>
                    </a:cubicBezTo>
                    <a:cubicBezTo>
                      <a:pt x="-1048" y="4206"/>
                      <a:pt x="3238" y="-61"/>
                      <a:pt x="8477" y="-61"/>
                    </a:cubicBezTo>
                    <a:lnTo>
                      <a:pt x="8477" y="-61"/>
                    </a:lnTo>
                    <a:lnTo>
                      <a:pt x="55339" y="-61"/>
                    </a:lnTo>
                    <a:cubicBezTo>
                      <a:pt x="60579" y="-61"/>
                      <a:pt x="64864" y="4206"/>
                      <a:pt x="64864" y="9464"/>
                    </a:cubicBezTo>
                    <a:cubicBezTo>
                      <a:pt x="64864" y="14722"/>
                      <a:pt x="60579" y="18989"/>
                      <a:pt x="55339" y="18989"/>
                    </a:cubicBezTo>
                    <a:close/>
                  </a:path>
                </a:pathLst>
              </a:custGeom>
              <a:solidFill>
                <a:srgbClr val="454E5F"/>
              </a:solidFill>
              <a:ln w="9525" cap="flat">
                <a:noFill/>
                <a:prstDash val="solid"/>
                <a:miter/>
              </a:ln>
            </p:spPr>
            <p:txBody>
              <a:bodyPr rtlCol="0" anchor="ctr"/>
              <a:lstStyle/>
              <a:p>
                <a:endParaRPr lang="zh-CN" altLang="en-US"/>
              </a:p>
            </p:txBody>
          </p:sp>
          <p:sp>
            <p:nvSpPr>
              <p:cNvPr id="59" name="任意多边形: 形状 58">
                <a:extLst>
                  <a:ext uri="{FF2B5EF4-FFF2-40B4-BE49-F238E27FC236}">
                    <a16:creationId xmlns:a16="http://schemas.microsoft.com/office/drawing/2014/main" id="{F2992505-079D-2ECB-AB59-0BD0D4A9C3E3}"/>
                  </a:ext>
                </a:extLst>
              </p:cNvPr>
              <p:cNvSpPr/>
              <p:nvPr/>
            </p:nvSpPr>
            <p:spPr>
              <a:xfrm>
                <a:off x="4678680" y="5151691"/>
                <a:ext cx="2315908" cy="19526"/>
              </a:xfrm>
              <a:custGeom>
                <a:avLst/>
                <a:gdLst>
                  <a:gd name="connsiteX0" fmla="*/ 1180052 w 2315908"/>
                  <a:gd name="connsiteY0" fmla="*/ 19465 h 19526"/>
                  <a:gd name="connsiteX1" fmla="*/ 1133189 w 2315908"/>
                  <a:gd name="connsiteY1" fmla="*/ 19465 h 19526"/>
                  <a:gd name="connsiteX2" fmla="*/ 1123664 w 2315908"/>
                  <a:gd name="connsiteY2" fmla="*/ 9940 h 19526"/>
                  <a:gd name="connsiteX3" fmla="*/ 1133189 w 2315908"/>
                  <a:gd name="connsiteY3" fmla="*/ 415 h 19526"/>
                  <a:gd name="connsiteX4" fmla="*/ 1180052 w 2315908"/>
                  <a:gd name="connsiteY4" fmla="*/ 415 h 19526"/>
                  <a:gd name="connsiteX5" fmla="*/ 1189577 w 2315908"/>
                  <a:gd name="connsiteY5" fmla="*/ 9940 h 19526"/>
                  <a:gd name="connsiteX6" fmla="*/ 1180052 w 2315908"/>
                  <a:gd name="connsiteY6" fmla="*/ 19465 h 19526"/>
                  <a:gd name="connsiteX7" fmla="*/ 1273778 w 2315908"/>
                  <a:gd name="connsiteY7" fmla="*/ 19465 h 19526"/>
                  <a:gd name="connsiteX8" fmla="*/ 1264253 w 2315908"/>
                  <a:gd name="connsiteY8" fmla="*/ 9940 h 19526"/>
                  <a:gd name="connsiteX9" fmla="*/ 1273778 w 2315908"/>
                  <a:gd name="connsiteY9" fmla="*/ 415 h 19526"/>
                  <a:gd name="connsiteX10" fmla="*/ 1320641 w 2315908"/>
                  <a:gd name="connsiteY10" fmla="*/ 415 h 19526"/>
                  <a:gd name="connsiteX11" fmla="*/ 1330166 w 2315908"/>
                  <a:gd name="connsiteY11" fmla="*/ 9940 h 19526"/>
                  <a:gd name="connsiteX12" fmla="*/ 1320641 w 2315908"/>
                  <a:gd name="connsiteY12" fmla="*/ 19465 h 19526"/>
                  <a:gd name="connsiteX13" fmla="*/ 1039463 w 2315908"/>
                  <a:gd name="connsiteY13" fmla="*/ 19465 h 19526"/>
                  <a:gd name="connsiteX14" fmla="*/ 992504 w 2315908"/>
                  <a:gd name="connsiteY14" fmla="*/ 19465 h 19526"/>
                  <a:gd name="connsiteX15" fmla="*/ 982979 w 2315908"/>
                  <a:gd name="connsiteY15" fmla="*/ 9940 h 19526"/>
                  <a:gd name="connsiteX16" fmla="*/ 992504 w 2315908"/>
                  <a:gd name="connsiteY16" fmla="*/ 415 h 19526"/>
                  <a:gd name="connsiteX17" fmla="*/ 1039463 w 2315908"/>
                  <a:gd name="connsiteY17" fmla="*/ 415 h 19526"/>
                  <a:gd name="connsiteX18" fmla="*/ 1048988 w 2315908"/>
                  <a:gd name="connsiteY18" fmla="*/ 9940 h 19526"/>
                  <a:gd name="connsiteX19" fmla="*/ 1039463 w 2315908"/>
                  <a:gd name="connsiteY19" fmla="*/ 19465 h 19526"/>
                  <a:gd name="connsiteX20" fmla="*/ 1414462 w 2315908"/>
                  <a:gd name="connsiteY20" fmla="*/ 19465 h 19526"/>
                  <a:gd name="connsiteX21" fmla="*/ 1404937 w 2315908"/>
                  <a:gd name="connsiteY21" fmla="*/ 9940 h 19526"/>
                  <a:gd name="connsiteX22" fmla="*/ 1414462 w 2315908"/>
                  <a:gd name="connsiteY22" fmla="*/ 415 h 19526"/>
                  <a:gd name="connsiteX23" fmla="*/ 1461324 w 2315908"/>
                  <a:gd name="connsiteY23" fmla="*/ 415 h 19526"/>
                  <a:gd name="connsiteX24" fmla="*/ 1470849 w 2315908"/>
                  <a:gd name="connsiteY24" fmla="*/ 9940 h 19526"/>
                  <a:gd name="connsiteX25" fmla="*/ 1461324 w 2315908"/>
                  <a:gd name="connsiteY25" fmla="*/ 19465 h 19526"/>
                  <a:gd name="connsiteX26" fmla="*/ 898779 w 2315908"/>
                  <a:gd name="connsiteY26" fmla="*/ 19465 h 19526"/>
                  <a:gd name="connsiteX27" fmla="*/ 851915 w 2315908"/>
                  <a:gd name="connsiteY27" fmla="*/ 19465 h 19526"/>
                  <a:gd name="connsiteX28" fmla="*/ 842390 w 2315908"/>
                  <a:gd name="connsiteY28" fmla="*/ 9940 h 19526"/>
                  <a:gd name="connsiteX29" fmla="*/ 851915 w 2315908"/>
                  <a:gd name="connsiteY29" fmla="*/ 415 h 19526"/>
                  <a:gd name="connsiteX30" fmla="*/ 898779 w 2315908"/>
                  <a:gd name="connsiteY30" fmla="*/ 415 h 19526"/>
                  <a:gd name="connsiteX31" fmla="*/ 908304 w 2315908"/>
                  <a:gd name="connsiteY31" fmla="*/ 9940 h 19526"/>
                  <a:gd name="connsiteX32" fmla="*/ 898779 w 2315908"/>
                  <a:gd name="connsiteY32" fmla="*/ 19274 h 19526"/>
                  <a:gd name="connsiteX33" fmla="*/ 1555051 w 2315908"/>
                  <a:gd name="connsiteY33" fmla="*/ 19465 h 19526"/>
                  <a:gd name="connsiteX34" fmla="*/ 1545526 w 2315908"/>
                  <a:gd name="connsiteY34" fmla="*/ 9940 h 19526"/>
                  <a:gd name="connsiteX35" fmla="*/ 1555051 w 2315908"/>
                  <a:gd name="connsiteY35" fmla="*/ 415 h 19526"/>
                  <a:gd name="connsiteX36" fmla="*/ 1601914 w 2315908"/>
                  <a:gd name="connsiteY36" fmla="*/ 415 h 19526"/>
                  <a:gd name="connsiteX37" fmla="*/ 1611439 w 2315908"/>
                  <a:gd name="connsiteY37" fmla="*/ 9940 h 19526"/>
                  <a:gd name="connsiteX38" fmla="*/ 1601914 w 2315908"/>
                  <a:gd name="connsiteY38" fmla="*/ 19465 h 19526"/>
                  <a:gd name="connsiteX39" fmla="*/ 758189 w 2315908"/>
                  <a:gd name="connsiteY39" fmla="*/ 19465 h 19526"/>
                  <a:gd name="connsiteX40" fmla="*/ 711231 w 2315908"/>
                  <a:gd name="connsiteY40" fmla="*/ 19465 h 19526"/>
                  <a:gd name="connsiteX41" fmla="*/ 701706 w 2315908"/>
                  <a:gd name="connsiteY41" fmla="*/ 9940 h 19526"/>
                  <a:gd name="connsiteX42" fmla="*/ 711231 w 2315908"/>
                  <a:gd name="connsiteY42" fmla="*/ 415 h 19526"/>
                  <a:gd name="connsiteX43" fmla="*/ 758094 w 2315908"/>
                  <a:gd name="connsiteY43" fmla="*/ 415 h 19526"/>
                  <a:gd name="connsiteX44" fmla="*/ 767619 w 2315908"/>
                  <a:gd name="connsiteY44" fmla="*/ 9940 h 19526"/>
                  <a:gd name="connsiteX45" fmla="*/ 758094 w 2315908"/>
                  <a:gd name="connsiteY45" fmla="*/ 19465 h 19526"/>
                  <a:gd name="connsiteX46" fmla="*/ 1695640 w 2315908"/>
                  <a:gd name="connsiteY46" fmla="*/ 19465 h 19526"/>
                  <a:gd name="connsiteX47" fmla="*/ 1686115 w 2315908"/>
                  <a:gd name="connsiteY47" fmla="*/ 9940 h 19526"/>
                  <a:gd name="connsiteX48" fmla="*/ 1695640 w 2315908"/>
                  <a:gd name="connsiteY48" fmla="*/ 415 h 19526"/>
                  <a:gd name="connsiteX49" fmla="*/ 1742598 w 2315908"/>
                  <a:gd name="connsiteY49" fmla="*/ 415 h 19526"/>
                  <a:gd name="connsiteX50" fmla="*/ 1752123 w 2315908"/>
                  <a:gd name="connsiteY50" fmla="*/ 9940 h 19526"/>
                  <a:gd name="connsiteX51" fmla="*/ 1742598 w 2315908"/>
                  <a:gd name="connsiteY51" fmla="*/ 19465 h 19526"/>
                  <a:gd name="connsiteX52" fmla="*/ 1695736 w 2315908"/>
                  <a:gd name="connsiteY52" fmla="*/ 19465 h 19526"/>
                  <a:gd name="connsiteX53" fmla="*/ 617505 w 2315908"/>
                  <a:gd name="connsiteY53" fmla="*/ 19465 h 19526"/>
                  <a:gd name="connsiteX54" fmla="*/ 617505 w 2315908"/>
                  <a:gd name="connsiteY54" fmla="*/ 19465 h 19526"/>
                  <a:gd name="connsiteX55" fmla="*/ 570643 w 2315908"/>
                  <a:gd name="connsiteY55" fmla="*/ 19465 h 19526"/>
                  <a:gd name="connsiteX56" fmla="*/ 561118 w 2315908"/>
                  <a:gd name="connsiteY56" fmla="*/ 9940 h 19526"/>
                  <a:gd name="connsiteX57" fmla="*/ 570643 w 2315908"/>
                  <a:gd name="connsiteY57" fmla="*/ 415 h 19526"/>
                  <a:gd name="connsiteX58" fmla="*/ 617600 w 2315908"/>
                  <a:gd name="connsiteY58" fmla="*/ 415 h 19526"/>
                  <a:gd name="connsiteX59" fmla="*/ 627125 w 2315908"/>
                  <a:gd name="connsiteY59" fmla="*/ 9940 h 19526"/>
                  <a:gd name="connsiteX60" fmla="*/ 617600 w 2315908"/>
                  <a:gd name="connsiteY60" fmla="*/ 19465 h 19526"/>
                  <a:gd name="connsiteX61" fmla="*/ 1836705 w 2315908"/>
                  <a:gd name="connsiteY61" fmla="*/ 19465 h 19526"/>
                  <a:gd name="connsiteX62" fmla="*/ 1827180 w 2315908"/>
                  <a:gd name="connsiteY62" fmla="*/ 9940 h 19526"/>
                  <a:gd name="connsiteX63" fmla="*/ 1836705 w 2315908"/>
                  <a:gd name="connsiteY63" fmla="*/ 415 h 19526"/>
                  <a:gd name="connsiteX64" fmla="*/ 1883568 w 2315908"/>
                  <a:gd name="connsiteY64" fmla="*/ 415 h 19526"/>
                  <a:gd name="connsiteX65" fmla="*/ 1883568 w 2315908"/>
                  <a:gd name="connsiteY65" fmla="*/ 415 h 19526"/>
                  <a:gd name="connsiteX66" fmla="*/ 1893093 w 2315908"/>
                  <a:gd name="connsiteY66" fmla="*/ 9940 h 19526"/>
                  <a:gd name="connsiteX67" fmla="*/ 1883568 w 2315908"/>
                  <a:gd name="connsiteY67" fmla="*/ 19465 h 19526"/>
                  <a:gd name="connsiteX68" fmla="*/ 1836705 w 2315908"/>
                  <a:gd name="connsiteY68" fmla="*/ 19465 h 19526"/>
                  <a:gd name="connsiteX69" fmla="*/ 477297 w 2315908"/>
                  <a:gd name="connsiteY69" fmla="*/ 19465 h 19526"/>
                  <a:gd name="connsiteX70" fmla="*/ 477297 w 2315908"/>
                  <a:gd name="connsiteY70" fmla="*/ 19465 h 19526"/>
                  <a:gd name="connsiteX71" fmla="*/ 430339 w 2315908"/>
                  <a:gd name="connsiteY71" fmla="*/ 19465 h 19526"/>
                  <a:gd name="connsiteX72" fmla="*/ 420814 w 2315908"/>
                  <a:gd name="connsiteY72" fmla="*/ 9940 h 19526"/>
                  <a:gd name="connsiteX73" fmla="*/ 430339 w 2315908"/>
                  <a:gd name="connsiteY73" fmla="*/ 415 h 19526"/>
                  <a:gd name="connsiteX74" fmla="*/ 430339 w 2315908"/>
                  <a:gd name="connsiteY74" fmla="*/ 415 h 19526"/>
                  <a:gd name="connsiteX75" fmla="*/ 477202 w 2315908"/>
                  <a:gd name="connsiteY75" fmla="*/ 415 h 19526"/>
                  <a:gd name="connsiteX76" fmla="*/ 486727 w 2315908"/>
                  <a:gd name="connsiteY76" fmla="*/ 9940 h 19526"/>
                  <a:gd name="connsiteX77" fmla="*/ 476916 w 2315908"/>
                  <a:gd name="connsiteY77" fmla="*/ 18798 h 19526"/>
                  <a:gd name="connsiteX78" fmla="*/ 1977294 w 2315908"/>
                  <a:gd name="connsiteY78" fmla="*/ 19465 h 19526"/>
                  <a:gd name="connsiteX79" fmla="*/ 1967769 w 2315908"/>
                  <a:gd name="connsiteY79" fmla="*/ 9940 h 19526"/>
                  <a:gd name="connsiteX80" fmla="*/ 1977294 w 2315908"/>
                  <a:gd name="connsiteY80" fmla="*/ 415 h 19526"/>
                  <a:gd name="connsiteX81" fmla="*/ 2024158 w 2315908"/>
                  <a:gd name="connsiteY81" fmla="*/ 415 h 19526"/>
                  <a:gd name="connsiteX82" fmla="*/ 2024158 w 2315908"/>
                  <a:gd name="connsiteY82" fmla="*/ 415 h 19526"/>
                  <a:gd name="connsiteX83" fmla="*/ 2033683 w 2315908"/>
                  <a:gd name="connsiteY83" fmla="*/ 9940 h 19526"/>
                  <a:gd name="connsiteX84" fmla="*/ 2024158 w 2315908"/>
                  <a:gd name="connsiteY84" fmla="*/ 19465 h 19526"/>
                  <a:gd name="connsiteX85" fmla="*/ 1977294 w 2315908"/>
                  <a:gd name="connsiteY85" fmla="*/ 19465 h 19526"/>
                  <a:gd name="connsiteX86" fmla="*/ 336708 w 2315908"/>
                  <a:gd name="connsiteY86" fmla="*/ 19465 h 19526"/>
                  <a:gd name="connsiteX87" fmla="*/ 336708 w 2315908"/>
                  <a:gd name="connsiteY87" fmla="*/ 19465 h 19526"/>
                  <a:gd name="connsiteX88" fmla="*/ 289845 w 2315908"/>
                  <a:gd name="connsiteY88" fmla="*/ 19465 h 19526"/>
                  <a:gd name="connsiteX89" fmla="*/ 280320 w 2315908"/>
                  <a:gd name="connsiteY89" fmla="*/ 9940 h 19526"/>
                  <a:gd name="connsiteX90" fmla="*/ 289845 w 2315908"/>
                  <a:gd name="connsiteY90" fmla="*/ 415 h 19526"/>
                  <a:gd name="connsiteX91" fmla="*/ 289845 w 2315908"/>
                  <a:gd name="connsiteY91" fmla="*/ 415 h 19526"/>
                  <a:gd name="connsiteX92" fmla="*/ 336708 w 2315908"/>
                  <a:gd name="connsiteY92" fmla="*/ 415 h 19526"/>
                  <a:gd name="connsiteX93" fmla="*/ 346233 w 2315908"/>
                  <a:gd name="connsiteY93" fmla="*/ 9940 h 19526"/>
                  <a:gd name="connsiteX94" fmla="*/ 336327 w 2315908"/>
                  <a:gd name="connsiteY94" fmla="*/ 17846 h 19526"/>
                  <a:gd name="connsiteX95" fmla="*/ 2117883 w 2315908"/>
                  <a:gd name="connsiteY95" fmla="*/ 19465 h 19526"/>
                  <a:gd name="connsiteX96" fmla="*/ 2108358 w 2315908"/>
                  <a:gd name="connsiteY96" fmla="*/ 9940 h 19526"/>
                  <a:gd name="connsiteX97" fmla="*/ 2117883 w 2315908"/>
                  <a:gd name="connsiteY97" fmla="*/ 415 h 19526"/>
                  <a:gd name="connsiteX98" fmla="*/ 2164747 w 2315908"/>
                  <a:gd name="connsiteY98" fmla="*/ 415 h 19526"/>
                  <a:gd name="connsiteX99" fmla="*/ 2164747 w 2315908"/>
                  <a:gd name="connsiteY99" fmla="*/ 415 h 19526"/>
                  <a:gd name="connsiteX100" fmla="*/ 2174272 w 2315908"/>
                  <a:gd name="connsiteY100" fmla="*/ 9940 h 19526"/>
                  <a:gd name="connsiteX101" fmla="*/ 2164747 w 2315908"/>
                  <a:gd name="connsiteY101" fmla="*/ 19465 h 19526"/>
                  <a:gd name="connsiteX102" fmla="*/ 2117883 w 2315908"/>
                  <a:gd name="connsiteY102" fmla="*/ 19465 h 19526"/>
                  <a:gd name="connsiteX103" fmla="*/ 195928 w 2315908"/>
                  <a:gd name="connsiteY103" fmla="*/ 19465 h 19526"/>
                  <a:gd name="connsiteX104" fmla="*/ 195928 w 2315908"/>
                  <a:gd name="connsiteY104" fmla="*/ 19465 h 19526"/>
                  <a:gd name="connsiteX105" fmla="*/ 149066 w 2315908"/>
                  <a:gd name="connsiteY105" fmla="*/ 19465 h 19526"/>
                  <a:gd name="connsiteX106" fmla="*/ 139541 w 2315908"/>
                  <a:gd name="connsiteY106" fmla="*/ 9940 h 19526"/>
                  <a:gd name="connsiteX107" fmla="*/ 149066 w 2315908"/>
                  <a:gd name="connsiteY107" fmla="*/ 415 h 19526"/>
                  <a:gd name="connsiteX108" fmla="*/ 149066 w 2315908"/>
                  <a:gd name="connsiteY108" fmla="*/ 415 h 19526"/>
                  <a:gd name="connsiteX109" fmla="*/ 196024 w 2315908"/>
                  <a:gd name="connsiteY109" fmla="*/ 415 h 19526"/>
                  <a:gd name="connsiteX110" fmla="*/ 205549 w 2315908"/>
                  <a:gd name="connsiteY110" fmla="*/ 9940 h 19526"/>
                  <a:gd name="connsiteX111" fmla="*/ 196024 w 2315908"/>
                  <a:gd name="connsiteY111" fmla="*/ 19465 h 19526"/>
                  <a:gd name="connsiteX112" fmla="*/ 2258472 w 2315908"/>
                  <a:gd name="connsiteY112" fmla="*/ 18989 h 19526"/>
                  <a:gd name="connsiteX113" fmla="*/ 2248947 w 2315908"/>
                  <a:gd name="connsiteY113" fmla="*/ 9464 h 19526"/>
                  <a:gd name="connsiteX114" fmla="*/ 2258472 w 2315908"/>
                  <a:gd name="connsiteY114" fmla="*/ -61 h 19526"/>
                  <a:gd name="connsiteX115" fmla="*/ 2305336 w 2315908"/>
                  <a:gd name="connsiteY115" fmla="*/ -61 h 19526"/>
                  <a:gd name="connsiteX116" fmla="*/ 2305336 w 2315908"/>
                  <a:gd name="connsiteY116" fmla="*/ -61 h 19526"/>
                  <a:gd name="connsiteX117" fmla="*/ 2314861 w 2315908"/>
                  <a:gd name="connsiteY117" fmla="*/ 9464 h 19526"/>
                  <a:gd name="connsiteX118" fmla="*/ 2305336 w 2315908"/>
                  <a:gd name="connsiteY118" fmla="*/ 18989 h 19526"/>
                  <a:gd name="connsiteX119" fmla="*/ 2258377 w 2315908"/>
                  <a:gd name="connsiteY119" fmla="*/ 18989 h 19526"/>
                  <a:gd name="connsiteX120" fmla="*/ 55339 w 2315908"/>
                  <a:gd name="connsiteY120" fmla="*/ 18989 h 19526"/>
                  <a:gd name="connsiteX121" fmla="*/ 55339 w 2315908"/>
                  <a:gd name="connsiteY121" fmla="*/ 18989 h 19526"/>
                  <a:gd name="connsiteX122" fmla="*/ 8477 w 2315908"/>
                  <a:gd name="connsiteY122" fmla="*/ 18989 h 19526"/>
                  <a:gd name="connsiteX123" fmla="*/ -1048 w 2315908"/>
                  <a:gd name="connsiteY123" fmla="*/ 9464 h 19526"/>
                  <a:gd name="connsiteX124" fmla="*/ 8477 w 2315908"/>
                  <a:gd name="connsiteY124" fmla="*/ -61 h 19526"/>
                  <a:gd name="connsiteX125" fmla="*/ 8477 w 2315908"/>
                  <a:gd name="connsiteY125" fmla="*/ -61 h 19526"/>
                  <a:gd name="connsiteX126" fmla="*/ 55339 w 2315908"/>
                  <a:gd name="connsiteY126" fmla="*/ -61 h 19526"/>
                  <a:gd name="connsiteX127" fmla="*/ 64864 w 2315908"/>
                  <a:gd name="connsiteY127" fmla="*/ 9464 h 19526"/>
                  <a:gd name="connsiteX128" fmla="*/ 55339 w 2315908"/>
                  <a:gd name="connsiteY128" fmla="*/ 18989 h 1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315908" h="19526">
                    <a:moveTo>
                      <a:pt x="1180052" y="19465"/>
                    </a:moveTo>
                    <a:lnTo>
                      <a:pt x="1133189" y="19465"/>
                    </a:lnTo>
                    <a:cubicBezTo>
                      <a:pt x="1127949" y="19465"/>
                      <a:pt x="1123664" y="15198"/>
                      <a:pt x="1123664" y="9940"/>
                    </a:cubicBezTo>
                    <a:cubicBezTo>
                      <a:pt x="1123664" y="4682"/>
                      <a:pt x="1127949" y="415"/>
                      <a:pt x="1133189" y="415"/>
                    </a:cubicBezTo>
                    <a:lnTo>
                      <a:pt x="1180052" y="415"/>
                    </a:lnTo>
                    <a:cubicBezTo>
                      <a:pt x="1185290" y="415"/>
                      <a:pt x="1189577" y="4682"/>
                      <a:pt x="1189577" y="9940"/>
                    </a:cubicBezTo>
                    <a:cubicBezTo>
                      <a:pt x="1189577" y="15198"/>
                      <a:pt x="1185290" y="19465"/>
                      <a:pt x="1180052" y="19465"/>
                    </a:cubicBezTo>
                    <a:close/>
                    <a:moveTo>
                      <a:pt x="1273778" y="19465"/>
                    </a:moveTo>
                    <a:cubicBezTo>
                      <a:pt x="1268539" y="19465"/>
                      <a:pt x="1264253" y="15198"/>
                      <a:pt x="1264253" y="9940"/>
                    </a:cubicBezTo>
                    <a:cubicBezTo>
                      <a:pt x="1264253" y="4682"/>
                      <a:pt x="1268539" y="415"/>
                      <a:pt x="1273778" y="415"/>
                    </a:cubicBezTo>
                    <a:lnTo>
                      <a:pt x="1320641" y="415"/>
                    </a:lnTo>
                    <a:cubicBezTo>
                      <a:pt x="1325879" y="415"/>
                      <a:pt x="1330166" y="4682"/>
                      <a:pt x="1330166" y="9940"/>
                    </a:cubicBezTo>
                    <a:cubicBezTo>
                      <a:pt x="1330166" y="15198"/>
                      <a:pt x="1325879" y="19465"/>
                      <a:pt x="1320641" y="19465"/>
                    </a:cubicBezTo>
                    <a:close/>
                    <a:moveTo>
                      <a:pt x="1039463" y="19465"/>
                    </a:moveTo>
                    <a:lnTo>
                      <a:pt x="992504" y="19465"/>
                    </a:lnTo>
                    <a:cubicBezTo>
                      <a:pt x="987266" y="19465"/>
                      <a:pt x="982979" y="15198"/>
                      <a:pt x="982979" y="9940"/>
                    </a:cubicBezTo>
                    <a:cubicBezTo>
                      <a:pt x="982979" y="4682"/>
                      <a:pt x="987266" y="415"/>
                      <a:pt x="992504" y="415"/>
                    </a:cubicBezTo>
                    <a:lnTo>
                      <a:pt x="1039463" y="415"/>
                    </a:lnTo>
                    <a:cubicBezTo>
                      <a:pt x="1044701" y="415"/>
                      <a:pt x="1048988" y="4682"/>
                      <a:pt x="1048988" y="9940"/>
                    </a:cubicBezTo>
                    <a:cubicBezTo>
                      <a:pt x="1048988" y="15198"/>
                      <a:pt x="1044701" y="19465"/>
                      <a:pt x="1039463" y="19465"/>
                    </a:cubicBezTo>
                    <a:close/>
                    <a:moveTo>
                      <a:pt x="1414462" y="19465"/>
                    </a:moveTo>
                    <a:cubicBezTo>
                      <a:pt x="1409223" y="19465"/>
                      <a:pt x="1404937" y="15198"/>
                      <a:pt x="1404937" y="9940"/>
                    </a:cubicBezTo>
                    <a:cubicBezTo>
                      <a:pt x="1404937" y="4682"/>
                      <a:pt x="1409223" y="415"/>
                      <a:pt x="1414462" y="415"/>
                    </a:cubicBezTo>
                    <a:lnTo>
                      <a:pt x="1461324" y="415"/>
                    </a:lnTo>
                    <a:cubicBezTo>
                      <a:pt x="1466564" y="415"/>
                      <a:pt x="1470849" y="4682"/>
                      <a:pt x="1470849" y="9940"/>
                    </a:cubicBezTo>
                    <a:cubicBezTo>
                      <a:pt x="1470849" y="15198"/>
                      <a:pt x="1466564" y="19465"/>
                      <a:pt x="1461324" y="19465"/>
                    </a:cubicBezTo>
                    <a:close/>
                    <a:moveTo>
                      <a:pt x="898779" y="19465"/>
                    </a:moveTo>
                    <a:lnTo>
                      <a:pt x="851915" y="19465"/>
                    </a:lnTo>
                    <a:cubicBezTo>
                      <a:pt x="846677" y="19465"/>
                      <a:pt x="842390" y="15198"/>
                      <a:pt x="842390" y="9940"/>
                    </a:cubicBezTo>
                    <a:cubicBezTo>
                      <a:pt x="842390" y="4682"/>
                      <a:pt x="846677" y="415"/>
                      <a:pt x="851915" y="415"/>
                    </a:cubicBezTo>
                    <a:lnTo>
                      <a:pt x="898779" y="415"/>
                    </a:lnTo>
                    <a:cubicBezTo>
                      <a:pt x="904018" y="415"/>
                      <a:pt x="908304" y="4682"/>
                      <a:pt x="908304" y="9940"/>
                    </a:cubicBezTo>
                    <a:cubicBezTo>
                      <a:pt x="908208" y="15122"/>
                      <a:pt x="903922" y="19274"/>
                      <a:pt x="898779" y="19274"/>
                    </a:cubicBezTo>
                    <a:close/>
                    <a:moveTo>
                      <a:pt x="1555051" y="19465"/>
                    </a:moveTo>
                    <a:cubicBezTo>
                      <a:pt x="1549812" y="19465"/>
                      <a:pt x="1545526" y="15198"/>
                      <a:pt x="1545526" y="9940"/>
                    </a:cubicBezTo>
                    <a:cubicBezTo>
                      <a:pt x="1545526" y="4682"/>
                      <a:pt x="1549812" y="415"/>
                      <a:pt x="1555051" y="415"/>
                    </a:cubicBezTo>
                    <a:lnTo>
                      <a:pt x="1601914" y="415"/>
                    </a:lnTo>
                    <a:cubicBezTo>
                      <a:pt x="1607153" y="415"/>
                      <a:pt x="1611439" y="4682"/>
                      <a:pt x="1611439" y="9940"/>
                    </a:cubicBezTo>
                    <a:cubicBezTo>
                      <a:pt x="1611439" y="15198"/>
                      <a:pt x="1607153" y="19465"/>
                      <a:pt x="1601914" y="19465"/>
                    </a:cubicBezTo>
                    <a:close/>
                    <a:moveTo>
                      <a:pt x="758189" y="19465"/>
                    </a:moveTo>
                    <a:lnTo>
                      <a:pt x="711231" y="19465"/>
                    </a:lnTo>
                    <a:cubicBezTo>
                      <a:pt x="705993" y="19465"/>
                      <a:pt x="701706" y="15198"/>
                      <a:pt x="701706" y="9940"/>
                    </a:cubicBezTo>
                    <a:cubicBezTo>
                      <a:pt x="701706" y="4682"/>
                      <a:pt x="705993" y="415"/>
                      <a:pt x="711231" y="415"/>
                    </a:cubicBezTo>
                    <a:lnTo>
                      <a:pt x="758094" y="415"/>
                    </a:lnTo>
                    <a:cubicBezTo>
                      <a:pt x="763333" y="415"/>
                      <a:pt x="767619" y="4682"/>
                      <a:pt x="767619" y="9940"/>
                    </a:cubicBezTo>
                    <a:cubicBezTo>
                      <a:pt x="767619" y="15198"/>
                      <a:pt x="763333" y="19465"/>
                      <a:pt x="758094" y="19465"/>
                    </a:cubicBezTo>
                    <a:close/>
                    <a:moveTo>
                      <a:pt x="1695640" y="19465"/>
                    </a:moveTo>
                    <a:cubicBezTo>
                      <a:pt x="1690401" y="19465"/>
                      <a:pt x="1686115" y="15198"/>
                      <a:pt x="1686115" y="9940"/>
                    </a:cubicBezTo>
                    <a:cubicBezTo>
                      <a:pt x="1686115" y="4682"/>
                      <a:pt x="1690401" y="415"/>
                      <a:pt x="1695640" y="415"/>
                    </a:cubicBezTo>
                    <a:lnTo>
                      <a:pt x="1742598" y="415"/>
                    </a:lnTo>
                    <a:cubicBezTo>
                      <a:pt x="1747837" y="415"/>
                      <a:pt x="1752123" y="4682"/>
                      <a:pt x="1752123" y="9940"/>
                    </a:cubicBezTo>
                    <a:cubicBezTo>
                      <a:pt x="1752123" y="15198"/>
                      <a:pt x="1747837" y="19465"/>
                      <a:pt x="1742598" y="19465"/>
                    </a:cubicBezTo>
                    <a:lnTo>
                      <a:pt x="1695736" y="19465"/>
                    </a:lnTo>
                    <a:close/>
                    <a:moveTo>
                      <a:pt x="617505" y="19465"/>
                    </a:moveTo>
                    <a:lnTo>
                      <a:pt x="617505" y="19465"/>
                    </a:lnTo>
                    <a:lnTo>
                      <a:pt x="570643" y="19465"/>
                    </a:lnTo>
                    <a:cubicBezTo>
                      <a:pt x="565404" y="19465"/>
                      <a:pt x="561118" y="15198"/>
                      <a:pt x="561118" y="9940"/>
                    </a:cubicBezTo>
                    <a:cubicBezTo>
                      <a:pt x="561118" y="4682"/>
                      <a:pt x="565404" y="415"/>
                      <a:pt x="570643" y="415"/>
                    </a:cubicBezTo>
                    <a:lnTo>
                      <a:pt x="617600" y="415"/>
                    </a:lnTo>
                    <a:cubicBezTo>
                      <a:pt x="622840" y="415"/>
                      <a:pt x="627125" y="4682"/>
                      <a:pt x="627125" y="9940"/>
                    </a:cubicBezTo>
                    <a:cubicBezTo>
                      <a:pt x="627125" y="15198"/>
                      <a:pt x="622840" y="19465"/>
                      <a:pt x="617600" y="19465"/>
                    </a:cubicBezTo>
                    <a:close/>
                    <a:moveTo>
                      <a:pt x="1836705" y="19465"/>
                    </a:moveTo>
                    <a:cubicBezTo>
                      <a:pt x="1831467" y="19465"/>
                      <a:pt x="1827180" y="15198"/>
                      <a:pt x="1827180" y="9940"/>
                    </a:cubicBezTo>
                    <a:cubicBezTo>
                      <a:pt x="1827180" y="4682"/>
                      <a:pt x="1831467" y="415"/>
                      <a:pt x="1836705" y="415"/>
                    </a:cubicBezTo>
                    <a:lnTo>
                      <a:pt x="1883568" y="415"/>
                    </a:lnTo>
                    <a:lnTo>
                      <a:pt x="1883568" y="415"/>
                    </a:lnTo>
                    <a:cubicBezTo>
                      <a:pt x="1888807" y="415"/>
                      <a:pt x="1893093" y="4682"/>
                      <a:pt x="1893093" y="9940"/>
                    </a:cubicBezTo>
                    <a:cubicBezTo>
                      <a:pt x="1893093" y="15198"/>
                      <a:pt x="1888807" y="19465"/>
                      <a:pt x="1883568" y="19465"/>
                    </a:cubicBezTo>
                    <a:lnTo>
                      <a:pt x="1836705" y="19465"/>
                    </a:lnTo>
                    <a:close/>
                    <a:moveTo>
                      <a:pt x="477297" y="19465"/>
                    </a:moveTo>
                    <a:lnTo>
                      <a:pt x="477297" y="19465"/>
                    </a:lnTo>
                    <a:lnTo>
                      <a:pt x="430339" y="19465"/>
                    </a:lnTo>
                    <a:cubicBezTo>
                      <a:pt x="425100" y="19465"/>
                      <a:pt x="420814" y="15198"/>
                      <a:pt x="420814" y="9940"/>
                    </a:cubicBezTo>
                    <a:cubicBezTo>
                      <a:pt x="420814" y="4682"/>
                      <a:pt x="425100" y="415"/>
                      <a:pt x="430339" y="415"/>
                    </a:cubicBezTo>
                    <a:lnTo>
                      <a:pt x="430339" y="415"/>
                    </a:lnTo>
                    <a:lnTo>
                      <a:pt x="477202" y="415"/>
                    </a:lnTo>
                    <a:cubicBezTo>
                      <a:pt x="482441" y="415"/>
                      <a:pt x="486727" y="4682"/>
                      <a:pt x="486727" y="9940"/>
                    </a:cubicBezTo>
                    <a:cubicBezTo>
                      <a:pt x="486346" y="15055"/>
                      <a:pt x="482060" y="18960"/>
                      <a:pt x="476916" y="18798"/>
                    </a:cubicBezTo>
                    <a:close/>
                    <a:moveTo>
                      <a:pt x="1977294" y="19465"/>
                    </a:moveTo>
                    <a:cubicBezTo>
                      <a:pt x="1972056" y="19465"/>
                      <a:pt x="1967769" y="15198"/>
                      <a:pt x="1967769" y="9940"/>
                    </a:cubicBezTo>
                    <a:cubicBezTo>
                      <a:pt x="1967769" y="4682"/>
                      <a:pt x="1972056" y="415"/>
                      <a:pt x="1977294" y="415"/>
                    </a:cubicBezTo>
                    <a:lnTo>
                      <a:pt x="2024158" y="415"/>
                    </a:lnTo>
                    <a:lnTo>
                      <a:pt x="2024158" y="415"/>
                    </a:lnTo>
                    <a:cubicBezTo>
                      <a:pt x="2029396" y="415"/>
                      <a:pt x="2033683" y="4682"/>
                      <a:pt x="2033683" y="9940"/>
                    </a:cubicBezTo>
                    <a:cubicBezTo>
                      <a:pt x="2033683" y="15198"/>
                      <a:pt x="2029396" y="19465"/>
                      <a:pt x="2024158" y="19465"/>
                    </a:cubicBezTo>
                    <a:lnTo>
                      <a:pt x="1977294" y="19465"/>
                    </a:lnTo>
                    <a:close/>
                    <a:moveTo>
                      <a:pt x="336708" y="19465"/>
                    </a:moveTo>
                    <a:lnTo>
                      <a:pt x="336708" y="19465"/>
                    </a:lnTo>
                    <a:lnTo>
                      <a:pt x="289845" y="19465"/>
                    </a:lnTo>
                    <a:cubicBezTo>
                      <a:pt x="284607" y="19465"/>
                      <a:pt x="280320" y="15198"/>
                      <a:pt x="280320" y="9940"/>
                    </a:cubicBezTo>
                    <a:cubicBezTo>
                      <a:pt x="280320" y="4682"/>
                      <a:pt x="284607" y="415"/>
                      <a:pt x="289845" y="415"/>
                    </a:cubicBezTo>
                    <a:lnTo>
                      <a:pt x="289845" y="415"/>
                    </a:lnTo>
                    <a:lnTo>
                      <a:pt x="336708" y="415"/>
                    </a:lnTo>
                    <a:cubicBezTo>
                      <a:pt x="341947" y="415"/>
                      <a:pt x="346233" y="4682"/>
                      <a:pt x="346233" y="9940"/>
                    </a:cubicBezTo>
                    <a:cubicBezTo>
                      <a:pt x="345376" y="14712"/>
                      <a:pt x="341185" y="18112"/>
                      <a:pt x="336327" y="17846"/>
                    </a:cubicBezTo>
                    <a:close/>
                    <a:moveTo>
                      <a:pt x="2117883" y="19465"/>
                    </a:moveTo>
                    <a:cubicBezTo>
                      <a:pt x="2112644" y="19465"/>
                      <a:pt x="2108358" y="15198"/>
                      <a:pt x="2108358" y="9940"/>
                    </a:cubicBezTo>
                    <a:cubicBezTo>
                      <a:pt x="2108358" y="4682"/>
                      <a:pt x="2112644" y="415"/>
                      <a:pt x="2117883" y="415"/>
                    </a:cubicBezTo>
                    <a:lnTo>
                      <a:pt x="2164747" y="415"/>
                    </a:lnTo>
                    <a:lnTo>
                      <a:pt x="2164747" y="415"/>
                    </a:lnTo>
                    <a:cubicBezTo>
                      <a:pt x="2169985" y="415"/>
                      <a:pt x="2174272" y="4682"/>
                      <a:pt x="2174272" y="9940"/>
                    </a:cubicBezTo>
                    <a:cubicBezTo>
                      <a:pt x="2174272" y="15198"/>
                      <a:pt x="2169985" y="19465"/>
                      <a:pt x="2164747" y="19465"/>
                    </a:cubicBezTo>
                    <a:lnTo>
                      <a:pt x="2117883" y="19465"/>
                    </a:lnTo>
                    <a:close/>
                    <a:moveTo>
                      <a:pt x="195928" y="19465"/>
                    </a:moveTo>
                    <a:lnTo>
                      <a:pt x="195928" y="19465"/>
                    </a:lnTo>
                    <a:lnTo>
                      <a:pt x="149066" y="19465"/>
                    </a:lnTo>
                    <a:cubicBezTo>
                      <a:pt x="143827" y="19465"/>
                      <a:pt x="139541" y="15198"/>
                      <a:pt x="139541" y="9940"/>
                    </a:cubicBezTo>
                    <a:cubicBezTo>
                      <a:pt x="139541" y="4682"/>
                      <a:pt x="143827" y="415"/>
                      <a:pt x="149066" y="415"/>
                    </a:cubicBezTo>
                    <a:lnTo>
                      <a:pt x="149066" y="415"/>
                    </a:lnTo>
                    <a:lnTo>
                      <a:pt x="196024" y="415"/>
                    </a:lnTo>
                    <a:cubicBezTo>
                      <a:pt x="201263" y="415"/>
                      <a:pt x="205549" y="4682"/>
                      <a:pt x="205549" y="9940"/>
                    </a:cubicBezTo>
                    <a:cubicBezTo>
                      <a:pt x="205549" y="15198"/>
                      <a:pt x="201263" y="19465"/>
                      <a:pt x="196024" y="19465"/>
                    </a:cubicBezTo>
                    <a:close/>
                    <a:moveTo>
                      <a:pt x="2258472" y="18989"/>
                    </a:moveTo>
                    <a:cubicBezTo>
                      <a:pt x="2253233" y="18989"/>
                      <a:pt x="2248947" y="14722"/>
                      <a:pt x="2248947" y="9464"/>
                    </a:cubicBezTo>
                    <a:cubicBezTo>
                      <a:pt x="2248947" y="4206"/>
                      <a:pt x="2253233" y="-61"/>
                      <a:pt x="2258472" y="-61"/>
                    </a:cubicBezTo>
                    <a:lnTo>
                      <a:pt x="2305336" y="-61"/>
                    </a:lnTo>
                    <a:lnTo>
                      <a:pt x="2305336" y="-61"/>
                    </a:lnTo>
                    <a:cubicBezTo>
                      <a:pt x="2310574" y="-61"/>
                      <a:pt x="2314861" y="4206"/>
                      <a:pt x="2314861" y="9464"/>
                    </a:cubicBezTo>
                    <a:cubicBezTo>
                      <a:pt x="2314861" y="14722"/>
                      <a:pt x="2310574" y="18989"/>
                      <a:pt x="2305336" y="18989"/>
                    </a:cubicBezTo>
                    <a:lnTo>
                      <a:pt x="2258377" y="18989"/>
                    </a:lnTo>
                    <a:close/>
                    <a:moveTo>
                      <a:pt x="55339" y="18989"/>
                    </a:moveTo>
                    <a:lnTo>
                      <a:pt x="55339" y="18989"/>
                    </a:lnTo>
                    <a:lnTo>
                      <a:pt x="8477" y="18989"/>
                    </a:lnTo>
                    <a:cubicBezTo>
                      <a:pt x="3238" y="18989"/>
                      <a:pt x="-1048" y="14722"/>
                      <a:pt x="-1048" y="9464"/>
                    </a:cubicBezTo>
                    <a:cubicBezTo>
                      <a:pt x="-1048" y="4206"/>
                      <a:pt x="3238" y="-61"/>
                      <a:pt x="8477" y="-61"/>
                    </a:cubicBezTo>
                    <a:lnTo>
                      <a:pt x="8477" y="-61"/>
                    </a:lnTo>
                    <a:lnTo>
                      <a:pt x="55339" y="-61"/>
                    </a:lnTo>
                    <a:cubicBezTo>
                      <a:pt x="60579" y="-61"/>
                      <a:pt x="64864" y="4206"/>
                      <a:pt x="64864" y="9464"/>
                    </a:cubicBezTo>
                    <a:cubicBezTo>
                      <a:pt x="64864" y="14722"/>
                      <a:pt x="60579" y="18989"/>
                      <a:pt x="55339" y="18989"/>
                    </a:cubicBezTo>
                    <a:close/>
                  </a:path>
                </a:pathLst>
              </a:custGeom>
              <a:solidFill>
                <a:srgbClr val="454E5F"/>
              </a:solidFill>
              <a:ln w="9525" cap="flat">
                <a:noFill/>
                <a:prstDash val="solid"/>
                <a:miter/>
              </a:ln>
            </p:spPr>
            <p:txBody>
              <a:bodyPr rtlCol="0" anchor="ctr"/>
              <a:lstStyle/>
              <a:p>
                <a:endParaRPr lang="zh-CN" altLang="en-US"/>
              </a:p>
            </p:txBody>
          </p:sp>
        </p:grpSp>
        <p:sp>
          <p:nvSpPr>
            <p:cNvPr id="61" name="文本框 60">
              <a:extLst>
                <a:ext uri="{FF2B5EF4-FFF2-40B4-BE49-F238E27FC236}">
                  <a16:creationId xmlns:a16="http://schemas.microsoft.com/office/drawing/2014/main" id="{9D68BE6D-EE12-B4E3-597F-26B11CF7846F}"/>
                </a:ext>
              </a:extLst>
            </p:cNvPr>
            <p:cNvSpPr txBox="1"/>
            <p:nvPr/>
          </p:nvSpPr>
          <p:spPr>
            <a:xfrm>
              <a:off x="452730" y="5331349"/>
              <a:ext cx="1186631" cy="369332"/>
            </a:xfrm>
            <a:prstGeom prst="rect">
              <a:avLst/>
            </a:prstGeom>
            <a:noFill/>
          </p:spPr>
          <p:txBody>
            <a:bodyPr wrap="square">
              <a:spAutoFit/>
            </a:bodyPr>
            <a:lstStyle/>
            <a:p>
              <a:r>
                <a:rPr lang="en-US" altLang="zh-CN"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Kristen ITC" panose="03050502040202030202" pitchFamily="66" charset="0"/>
                </a:rPr>
                <a:t>Exercise</a:t>
              </a:r>
              <a:endParaRPr lang="zh-CN" altLang="en-US"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Kristen ITC" panose="03050502040202030202" pitchFamily="66" charset="0"/>
              </a:endParaRPr>
            </a:p>
          </p:txBody>
        </p:sp>
      </p:grpSp>
    </p:spTree>
    <p:extLst>
      <p:ext uri="{BB962C8B-B14F-4D97-AF65-F5344CB8AC3E}">
        <p14:creationId xmlns:p14="http://schemas.microsoft.com/office/powerpoint/2010/main" val="3087293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5D5A328E-AD88-4B48-89A6-A3F0905C3945}"/>
              </a:ext>
            </a:extLst>
          </p:cNvPr>
          <p:cNvSpPr>
            <a:spLocks noGrp="1" noChangeArrowheads="1"/>
          </p:cNvSpPr>
          <p:nvPr>
            <p:ph type="title"/>
          </p:nvPr>
        </p:nvSpPr>
        <p:spPr/>
        <p:txBody>
          <a:bodyPr/>
          <a:lstStyle/>
          <a:p>
            <a:pPr eaLnBrk="1" hangingPunct="1"/>
            <a:r>
              <a:rPr lang="en-US" altLang="zh-CN"/>
              <a:t>4.1.3 </a:t>
            </a:r>
            <a:r>
              <a:rPr lang="zh-CN" altLang="en-US"/>
              <a:t>继承属性</a:t>
            </a:r>
          </a:p>
        </p:txBody>
      </p:sp>
      <p:sp>
        <p:nvSpPr>
          <p:cNvPr id="30723" name="Rectangle 3">
            <a:extLst>
              <a:ext uri="{FF2B5EF4-FFF2-40B4-BE49-F238E27FC236}">
                <a16:creationId xmlns:a16="http://schemas.microsoft.com/office/drawing/2014/main" id="{B65D63C2-EBF2-482F-B494-B71F462A349E}"/>
              </a:ext>
            </a:extLst>
          </p:cNvPr>
          <p:cNvSpPr>
            <a:spLocks noGrp="1" noChangeArrowheads="1"/>
          </p:cNvSpPr>
          <p:nvPr>
            <p:ph idx="1"/>
          </p:nvPr>
        </p:nvSpPr>
        <p:spPr/>
        <p:txBody>
          <a:bodyPr/>
          <a:lstStyle/>
          <a:p>
            <a:r>
              <a:rPr lang="zh-CN" altLang="en-US" sz="3200" dirty="0"/>
              <a:t>文法符号</a:t>
            </a:r>
            <a:r>
              <a:rPr lang="en-US" altLang="zh-CN" sz="3200" b="1" i="1" dirty="0"/>
              <a:t>E</a:t>
            </a:r>
            <a:r>
              <a:rPr lang="zh-CN" altLang="en-US" sz="3200" dirty="0"/>
              <a:t>的</a:t>
            </a:r>
            <a:r>
              <a:rPr lang="zh-CN" altLang="en-US" sz="3200" dirty="0">
                <a:solidFill>
                  <a:srgbClr val="C00000"/>
                </a:solidFill>
              </a:rPr>
              <a:t>继承属性值</a:t>
            </a:r>
            <a:r>
              <a:rPr lang="zh-CN" altLang="en-US" sz="3200" dirty="0"/>
              <a:t>是通过分析树中它的</a:t>
            </a:r>
            <a:r>
              <a:rPr lang="zh-CN" altLang="en-US" sz="3200" dirty="0">
                <a:solidFill>
                  <a:schemeClr val="hlink"/>
                </a:solidFill>
              </a:rPr>
              <a:t>兄弟结点</a:t>
            </a:r>
            <a:r>
              <a:rPr lang="zh-CN" altLang="en-US" sz="3200" dirty="0"/>
              <a:t>、</a:t>
            </a:r>
            <a:r>
              <a:rPr lang="zh-CN" altLang="en-US" sz="3200" dirty="0">
                <a:solidFill>
                  <a:schemeClr val="hlink"/>
                </a:solidFill>
              </a:rPr>
              <a:t>父节点</a:t>
            </a:r>
            <a:r>
              <a:rPr lang="zh-CN" altLang="en-US" sz="3200" dirty="0"/>
              <a:t>或它</a:t>
            </a:r>
            <a:r>
              <a:rPr lang="zh-CN" altLang="en-US" sz="3200" dirty="0">
                <a:solidFill>
                  <a:schemeClr val="hlink"/>
                </a:solidFill>
              </a:rPr>
              <a:t>本身</a:t>
            </a:r>
            <a:r>
              <a:rPr lang="zh-CN" altLang="en-US" sz="3200" dirty="0"/>
              <a:t>的属性值来计算</a:t>
            </a:r>
            <a:endParaRPr lang="en-US" altLang="zh-CN" sz="3200" dirty="0"/>
          </a:p>
          <a:p>
            <a:endParaRPr lang="en-US" altLang="zh-CN" dirty="0"/>
          </a:p>
          <a:p>
            <a:endParaRPr lang="en-US" altLang="zh-CN" sz="3200" dirty="0"/>
          </a:p>
          <a:p>
            <a:endParaRPr lang="en-US" altLang="zh-CN" dirty="0"/>
          </a:p>
          <a:p>
            <a:r>
              <a:rPr lang="zh-CN" altLang="en-US" dirty="0"/>
              <a:t>编程语言的一些构造的属性依赖于它们所在的上下文，此时使用</a:t>
            </a:r>
            <a:r>
              <a:rPr lang="zh-CN" altLang="en-US" dirty="0">
                <a:solidFill>
                  <a:srgbClr val="C00000"/>
                </a:solidFill>
              </a:rPr>
              <a:t>继承属性</a:t>
            </a:r>
            <a:r>
              <a:rPr lang="zh-CN" altLang="en-US" dirty="0"/>
              <a:t>比较方便。</a:t>
            </a:r>
            <a:endParaRPr lang="en-US" altLang="zh-CN" sz="3200" dirty="0"/>
          </a:p>
          <a:p>
            <a:pPr eaLnBrk="1" hangingPunct="1"/>
            <a:endParaRPr lang="en-US" altLang="zh-CN" dirty="0"/>
          </a:p>
        </p:txBody>
      </p:sp>
      <p:sp>
        <p:nvSpPr>
          <p:cNvPr id="2" name="日期占位符 1">
            <a:extLst>
              <a:ext uri="{FF2B5EF4-FFF2-40B4-BE49-F238E27FC236}">
                <a16:creationId xmlns:a16="http://schemas.microsoft.com/office/drawing/2014/main" id="{A0C6E2DB-2E29-0474-8BF7-D884C87BD8C0}"/>
              </a:ext>
            </a:extLst>
          </p:cNvPr>
          <p:cNvSpPr>
            <a:spLocks noGrp="1"/>
          </p:cNvSpPr>
          <p:nvPr>
            <p:ph type="dt" sz="half" idx="10"/>
          </p:nvPr>
        </p:nvSpPr>
        <p:spPr/>
        <p:txBody>
          <a:bodyPr/>
          <a:lstStyle/>
          <a:p>
            <a:fld id="{3EE97D7C-571D-4F69-A662-39ACA88DA4A3}"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BB202025-5952-6801-A3B0-CA3469AFC74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F9294AB5-2739-DD62-ADAE-4FE6166FED44}"/>
              </a:ext>
            </a:extLst>
          </p:cNvPr>
          <p:cNvSpPr>
            <a:spLocks noGrp="1"/>
          </p:cNvSpPr>
          <p:nvPr>
            <p:ph type="sldNum" sz="quarter" idx="12"/>
          </p:nvPr>
        </p:nvSpPr>
        <p:spPr/>
        <p:txBody>
          <a:bodyPr/>
          <a:lstStyle/>
          <a:p>
            <a:fld id="{094DEB03-EFC6-4C20-8FC8-295189A5386F}" type="slidenum">
              <a:rPr lang="zh-CN" altLang="en-US" smtClean="0"/>
              <a:pPr/>
              <a:t>14</a:t>
            </a:fld>
            <a:endParaRPr lang="zh-CN" altLang="en-US"/>
          </a:p>
        </p:txBody>
      </p:sp>
      <p:graphicFrame>
        <p:nvGraphicFramePr>
          <p:cNvPr id="5" name="表格 4">
            <a:extLst>
              <a:ext uri="{FF2B5EF4-FFF2-40B4-BE49-F238E27FC236}">
                <a16:creationId xmlns:a16="http://schemas.microsoft.com/office/drawing/2014/main" id="{CD13FC0A-8EA9-85C5-E946-AEA3C176117F}"/>
              </a:ext>
            </a:extLst>
          </p:cNvPr>
          <p:cNvGraphicFramePr>
            <a:graphicFrameLocks noGrp="1"/>
          </p:cNvGraphicFramePr>
          <p:nvPr>
            <p:extLst>
              <p:ext uri="{D42A27DB-BD31-4B8C-83A1-F6EECF244321}">
                <p14:modId xmlns:p14="http://schemas.microsoft.com/office/powerpoint/2010/main" val="3415807012"/>
              </p:ext>
            </p:extLst>
          </p:nvPr>
        </p:nvGraphicFramePr>
        <p:xfrm>
          <a:off x="464669" y="2994710"/>
          <a:ext cx="4359274" cy="1090550"/>
        </p:xfrm>
        <a:graphic>
          <a:graphicData uri="http://schemas.openxmlformats.org/drawingml/2006/table">
            <a:tbl>
              <a:tblPr/>
              <a:tblGrid>
                <a:gridCol w="1773012">
                  <a:extLst>
                    <a:ext uri="{9D8B030D-6E8A-4147-A177-3AD203B41FA5}">
                      <a16:colId xmlns:a16="http://schemas.microsoft.com/office/drawing/2014/main" val="833671075"/>
                    </a:ext>
                  </a:extLst>
                </a:gridCol>
                <a:gridCol w="2586262">
                  <a:extLst>
                    <a:ext uri="{9D8B030D-6E8A-4147-A177-3AD203B41FA5}">
                      <a16:colId xmlns:a16="http://schemas.microsoft.com/office/drawing/2014/main" val="2097094695"/>
                    </a:ext>
                  </a:extLst>
                </a:gridCol>
              </a:tblGrid>
              <a:tr h="5452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dirty="0">
                          <a:ln>
                            <a:noFill/>
                          </a:ln>
                          <a:solidFill>
                            <a:schemeClr val="tx1"/>
                          </a:solidFill>
                          <a:effectLst/>
                          <a:latin typeface="宋体" pitchFamily="2" charset="-122"/>
                          <a:ea typeface="黑体" pitchFamily="2" charset="-122"/>
                        </a:rPr>
                        <a:t>产生式</a:t>
                      </a:r>
                      <a:r>
                        <a:rPr kumimoji="0" lang="zh-CN" altLang="en-US" sz="28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798" marB="287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dirty="0">
                          <a:ln>
                            <a:noFill/>
                          </a:ln>
                          <a:solidFill>
                            <a:schemeClr val="tx1"/>
                          </a:solidFill>
                          <a:effectLst/>
                          <a:latin typeface="宋体" pitchFamily="2" charset="-122"/>
                          <a:ea typeface="黑体" pitchFamily="2" charset="-122"/>
                        </a:rPr>
                        <a:t>语义规则</a:t>
                      </a:r>
                      <a:r>
                        <a:rPr kumimoji="0" lang="zh-CN" altLang="en-US" sz="28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798" marB="287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1045"/>
                  </a:ext>
                </a:extLst>
              </a:tr>
              <a:tr h="5452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1" i="1" u="none" strike="noStrike" cap="none" normalizeH="0" baseline="0">
                          <a:ln>
                            <a:noFill/>
                          </a:ln>
                          <a:solidFill>
                            <a:schemeClr val="tx1"/>
                          </a:solidFill>
                          <a:effectLst/>
                          <a:latin typeface="Times New Roman" pitchFamily="18" charset="0"/>
                          <a:ea typeface="黑体" pitchFamily="2" charset="-122"/>
                        </a:rPr>
                        <a:t>  D </a:t>
                      </a:r>
                      <a:r>
                        <a:rPr kumimoji="0" lang="en-US" altLang="zh-CN" sz="28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8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a:ln>
                            <a:noFill/>
                          </a:ln>
                          <a:solidFill>
                            <a:schemeClr val="tx1"/>
                          </a:solidFill>
                          <a:effectLst/>
                          <a:latin typeface="Times New Roman" pitchFamily="18" charset="0"/>
                          <a:ea typeface="黑体" pitchFamily="2" charset="-122"/>
                        </a:rPr>
                        <a:t>TL</a:t>
                      </a:r>
                      <a:endParaRPr kumimoji="0" lang="en-US" altLang="zh-CN" sz="2800" b="0" i="0" u="none" strike="noStrike" cap="none" normalizeH="0" baseline="0">
                        <a:ln>
                          <a:noFill/>
                        </a:ln>
                        <a:solidFill>
                          <a:schemeClr val="tx1"/>
                        </a:solidFill>
                        <a:effectLst/>
                        <a:latin typeface="Times New Roman" pitchFamily="18" charset="0"/>
                        <a:ea typeface="黑体" pitchFamily="2" charset="-122"/>
                      </a:endParaRPr>
                    </a:p>
                  </a:txBody>
                  <a:tcPr marL="54000" marR="54000" marT="28798" marB="287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800" b="1" i="1" u="none" strike="noStrike" cap="none" normalizeH="0" baseline="0" dirty="0" err="1">
                          <a:ln>
                            <a:noFill/>
                          </a:ln>
                          <a:solidFill>
                            <a:schemeClr val="tx1"/>
                          </a:solidFill>
                          <a:effectLst/>
                          <a:latin typeface="Times New Roman" pitchFamily="18" charset="0"/>
                          <a:ea typeface="黑体" pitchFamily="2" charset="-122"/>
                        </a:rPr>
                        <a:t>T</a:t>
                      </a:r>
                      <a:r>
                        <a:rPr kumimoji="0" lang="en-US" altLang="zh-CN" sz="28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800" b="1" i="1" u="none" strike="noStrike" cap="none" normalizeH="0" baseline="0" dirty="0" err="1">
                          <a:ln>
                            <a:noFill/>
                          </a:ln>
                          <a:solidFill>
                            <a:schemeClr val="tx1"/>
                          </a:solidFill>
                          <a:effectLst/>
                          <a:latin typeface="Times New Roman" pitchFamily="18" charset="0"/>
                          <a:ea typeface="黑体" pitchFamily="2" charset="-122"/>
                        </a:rPr>
                        <a:t>type</a:t>
                      </a:r>
                      <a:r>
                        <a:rPr kumimoji="0" lang="en-US" altLang="zh-CN" sz="28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798" marB="287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2073758026"/>
                  </a:ext>
                </a:extLst>
              </a:tr>
            </a:tbl>
          </a:graphicData>
        </a:graphic>
      </p:graphicFrame>
      <p:grpSp>
        <p:nvGrpSpPr>
          <p:cNvPr id="17" name="组合 16">
            <a:extLst>
              <a:ext uri="{FF2B5EF4-FFF2-40B4-BE49-F238E27FC236}">
                <a16:creationId xmlns:a16="http://schemas.microsoft.com/office/drawing/2014/main" id="{99561634-C677-3403-4685-85C785CC093E}"/>
              </a:ext>
            </a:extLst>
          </p:cNvPr>
          <p:cNvGrpSpPr/>
          <p:nvPr/>
        </p:nvGrpSpPr>
        <p:grpSpPr>
          <a:xfrm>
            <a:off x="5227195" y="2943360"/>
            <a:ext cx="3452136" cy="2688573"/>
            <a:chOff x="5227195" y="2943360"/>
            <a:chExt cx="3452136" cy="2688573"/>
          </a:xfrm>
        </p:grpSpPr>
        <p:sp>
          <p:nvSpPr>
            <p:cNvPr id="7" name="Rectangle 7">
              <a:extLst>
                <a:ext uri="{FF2B5EF4-FFF2-40B4-BE49-F238E27FC236}">
                  <a16:creationId xmlns:a16="http://schemas.microsoft.com/office/drawing/2014/main" id="{A3F76566-B7F9-FE3B-600D-3F7D520A950B}"/>
                </a:ext>
              </a:extLst>
            </p:cNvPr>
            <p:cNvSpPr>
              <a:spLocks noChangeArrowheads="1"/>
            </p:cNvSpPr>
            <p:nvPr/>
          </p:nvSpPr>
          <p:spPr bwMode="auto">
            <a:xfrm>
              <a:off x="6587119" y="2943360"/>
              <a:ext cx="99706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i="1" dirty="0">
                  <a:ea typeface="宋体" panose="02010600030101010101" pitchFamily="2" charset="-122"/>
                </a:rPr>
                <a:t>D</a:t>
              </a:r>
              <a:endParaRPr lang="en-US" altLang="zh-CN" sz="2800" b="1" dirty="0">
                <a:solidFill>
                  <a:schemeClr val="bg1"/>
                </a:solidFill>
                <a:ea typeface="宋体" panose="02010600030101010101" pitchFamily="2" charset="-122"/>
              </a:endParaRPr>
            </a:p>
          </p:txBody>
        </p:sp>
        <p:sp>
          <p:nvSpPr>
            <p:cNvPr id="8" name="Rectangle 9">
              <a:extLst>
                <a:ext uri="{FF2B5EF4-FFF2-40B4-BE49-F238E27FC236}">
                  <a16:creationId xmlns:a16="http://schemas.microsoft.com/office/drawing/2014/main" id="{2D264A61-620F-42B7-8AEC-9ABE6BA1D81A}"/>
                </a:ext>
              </a:extLst>
            </p:cNvPr>
            <p:cNvSpPr>
              <a:spLocks noChangeArrowheads="1"/>
            </p:cNvSpPr>
            <p:nvPr/>
          </p:nvSpPr>
          <p:spPr bwMode="auto">
            <a:xfrm>
              <a:off x="7851110" y="3687348"/>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L.in</a:t>
              </a:r>
              <a:endParaRPr lang="en-US" altLang="zh-CN" sz="2800" b="1" dirty="0">
                <a:solidFill>
                  <a:schemeClr val="bg1"/>
                </a:solidFill>
                <a:ea typeface="宋体" panose="02010600030101010101" pitchFamily="2" charset="-122"/>
              </a:endParaRPr>
            </a:p>
          </p:txBody>
        </p:sp>
        <p:sp>
          <p:nvSpPr>
            <p:cNvPr id="9" name="Rectangle 10">
              <a:extLst>
                <a:ext uri="{FF2B5EF4-FFF2-40B4-BE49-F238E27FC236}">
                  <a16:creationId xmlns:a16="http://schemas.microsoft.com/office/drawing/2014/main" id="{85FF98A3-67BC-89F0-68B9-C47E6D51D3FE}"/>
                </a:ext>
              </a:extLst>
            </p:cNvPr>
            <p:cNvSpPr>
              <a:spLocks noChangeArrowheads="1"/>
            </p:cNvSpPr>
            <p:nvPr/>
          </p:nvSpPr>
          <p:spPr bwMode="auto">
            <a:xfrm>
              <a:off x="5227195" y="3657151"/>
              <a:ext cx="1134726"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ea typeface="宋体" panose="02010600030101010101" pitchFamily="2" charset="-122"/>
                </a:rPr>
                <a:t>T.type</a:t>
              </a:r>
              <a:endParaRPr lang="en-US" altLang="zh-CN" sz="2800" b="1" dirty="0">
                <a:solidFill>
                  <a:schemeClr val="bg1"/>
                </a:solidFill>
                <a:ea typeface="宋体" panose="02010600030101010101" pitchFamily="2" charset="-122"/>
              </a:endParaRPr>
            </a:p>
          </p:txBody>
        </p:sp>
        <p:sp>
          <p:nvSpPr>
            <p:cNvPr id="10" name="Line 14">
              <a:extLst>
                <a:ext uri="{FF2B5EF4-FFF2-40B4-BE49-F238E27FC236}">
                  <a16:creationId xmlns:a16="http://schemas.microsoft.com/office/drawing/2014/main" id="{D7678B22-F628-69BA-65E0-786546A4E0C8}"/>
                </a:ext>
              </a:extLst>
            </p:cNvPr>
            <p:cNvSpPr>
              <a:spLocks noChangeShapeType="1"/>
            </p:cNvSpPr>
            <p:nvPr/>
          </p:nvSpPr>
          <p:spPr bwMode="auto">
            <a:xfrm>
              <a:off x="7337100" y="3413922"/>
              <a:ext cx="1054100" cy="306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 name="Line 16">
              <a:extLst>
                <a:ext uri="{FF2B5EF4-FFF2-40B4-BE49-F238E27FC236}">
                  <a16:creationId xmlns:a16="http://schemas.microsoft.com/office/drawing/2014/main" id="{A8756F97-C5E3-9F28-9599-AAA6B7E25746}"/>
                </a:ext>
              </a:extLst>
            </p:cNvPr>
            <p:cNvSpPr>
              <a:spLocks noChangeShapeType="1"/>
            </p:cNvSpPr>
            <p:nvPr/>
          </p:nvSpPr>
          <p:spPr bwMode="auto">
            <a:xfrm flipH="1">
              <a:off x="5589262" y="3407913"/>
              <a:ext cx="1054100" cy="306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 name="弧形 15">
              <a:extLst>
                <a:ext uri="{FF2B5EF4-FFF2-40B4-BE49-F238E27FC236}">
                  <a16:creationId xmlns:a16="http://schemas.microsoft.com/office/drawing/2014/main" id="{D1A75681-9FBA-6D67-B966-28D1FC5A8133}"/>
                </a:ext>
              </a:extLst>
            </p:cNvPr>
            <p:cNvSpPr/>
            <p:nvPr/>
          </p:nvSpPr>
          <p:spPr>
            <a:xfrm rot="19416218">
              <a:off x="5756412" y="3674187"/>
              <a:ext cx="2239037" cy="1957746"/>
            </a:xfrm>
            <a:prstGeom prst="arc">
              <a:avLst>
                <a:gd name="adj1" fmla="val 16200000"/>
                <a:gd name="adj2" fmla="val 21226901"/>
              </a:avLst>
            </a:prstGeom>
            <a:ln w="38100">
              <a:prstDash val="dash"/>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723">
                                            <p:txEl>
                                              <p:pRg st="4" end="4"/>
                                            </p:txEl>
                                          </p:spTgt>
                                        </p:tgtEl>
                                        <p:attrNameLst>
                                          <p:attrName>style.visibility</p:attrName>
                                        </p:attrNameLst>
                                      </p:cBhvr>
                                      <p:to>
                                        <p:strVal val="visible"/>
                                      </p:to>
                                    </p:set>
                                    <p:anim calcmode="lin" valueType="num">
                                      <p:cBhvr additive="base">
                                        <p:cTn id="19" dur="500" fill="hold"/>
                                        <p:tgtEl>
                                          <p:spTgt spid="3072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2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A05B52C2-2BFA-4130-9E87-B5959EA11354}"/>
              </a:ext>
            </a:extLst>
          </p:cNvPr>
          <p:cNvSpPr>
            <a:spLocks noGrp="1" noChangeArrowheads="1"/>
          </p:cNvSpPr>
          <p:nvPr>
            <p:ph type="title"/>
          </p:nvPr>
        </p:nvSpPr>
        <p:spPr/>
        <p:txBody>
          <a:bodyPr/>
          <a:lstStyle/>
          <a:p>
            <a:pPr eaLnBrk="1" hangingPunct="1"/>
            <a:r>
              <a:rPr lang="en-US" altLang="zh-CN" dirty="0"/>
              <a:t>4.1.3 </a:t>
            </a:r>
            <a:r>
              <a:rPr lang="zh-CN" altLang="en-US" dirty="0"/>
              <a:t>继承属性</a:t>
            </a:r>
          </a:p>
        </p:txBody>
      </p:sp>
      <p:sp>
        <p:nvSpPr>
          <p:cNvPr id="32771" name="Rectangle 3">
            <a:extLst>
              <a:ext uri="{FF2B5EF4-FFF2-40B4-BE49-F238E27FC236}">
                <a16:creationId xmlns:a16="http://schemas.microsoft.com/office/drawing/2014/main" id="{6AF6DBA5-E617-4257-9FB7-553B7F460341}"/>
              </a:ext>
            </a:extLst>
          </p:cNvPr>
          <p:cNvSpPr>
            <a:spLocks noGrp="1" noChangeArrowheads="1"/>
          </p:cNvSpPr>
          <p:nvPr>
            <p:ph idx="1"/>
          </p:nvPr>
        </p:nvSpPr>
        <p:spPr/>
        <p:txBody>
          <a:bodyPr/>
          <a:lstStyle/>
          <a:p>
            <a:pPr eaLnBrk="1" hangingPunct="1"/>
            <a:r>
              <a:rPr lang="zh-CN" altLang="en-US" sz="2800" dirty="0"/>
              <a:t>例：有继承属性的语法制导定义：</a:t>
            </a:r>
            <a:r>
              <a:rPr lang="en-US" altLang="zh-CN" b="1" dirty="0">
                <a:solidFill>
                  <a:srgbClr val="FF0000"/>
                </a:solidFill>
              </a:rPr>
              <a:t>int id, id, id</a:t>
            </a:r>
          </a:p>
        </p:txBody>
      </p:sp>
      <p:graphicFrame>
        <p:nvGraphicFramePr>
          <p:cNvPr id="7" name="Group 4">
            <a:extLst>
              <a:ext uri="{FF2B5EF4-FFF2-40B4-BE49-F238E27FC236}">
                <a16:creationId xmlns:a16="http://schemas.microsoft.com/office/drawing/2014/main" id="{5D5EAFC9-D27D-47B6-8A40-37752F8F5D46}"/>
              </a:ext>
            </a:extLst>
          </p:cNvPr>
          <p:cNvGraphicFramePr>
            <a:graphicFrameLocks/>
          </p:cNvGraphicFramePr>
          <p:nvPr>
            <p:extLst>
              <p:ext uri="{D42A27DB-BD31-4B8C-83A1-F6EECF244321}">
                <p14:modId xmlns:p14="http://schemas.microsoft.com/office/powerpoint/2010/main" val="2347111764"/>
              </p:ext>
            </p:extLst>
          </p:nvPr>
        </p:nvGraphicFramePr>
        <p:xfrm>
          <a:off x="628650" y="1871263"/>
          <a:ext cx="7888287" cy="4011615"/>
        </p:xfrm>
        <a:graphic>
          <a:graphicData uri="http://schemas.openxmlformats.org/drawingml/2006/table">
            <a:tbl>
              <a:tblPr/>
              <a:tblGrid>
                <a:gridCol w="2628900">
                  <a:extLst>
                    <a:ext uri="{9D8B030D-6E8A-4147-A177-3AD203B41FA5}">
                      <a16:colId xmlns:a16="http://schemas.microsoft.com/office/drawing/2014/main" val="20000"/>
                    </a:ext>
                  </a:extLst>
                </a:gridCol>
                <a:gridCol w="5259387">
                  <a:extLst>
                    <a:ext uri="{9D8B030D-6E8A-4147-A177-3AD203B41FA5}">
                      <a16:colId xmlns:a16="http://schemas.microsoft.com/office/drawing/2014/main" val="20001"/>
                    </a:ext>
                  </a:extLst>
                </a:gridCol>
              </a:tblGrid>
              <a:tr h="5452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3200" b="0" i="0" u="none" strike="noStrike" cap="none" normalizeH="0" baseline="0" dirty="0">
                          <a:ln>
                            <a:noFill/>
                          </a:ln>
                          <a:solidFill>
                            <a:schemeClr val="tx1"/>
                          </a:solidFill>
                          <a:effectLst/>
                          <a:latin typeface="宋体" pitchFamily="2" charset="-122"/>
                          <a:ea typeface="黑体" pitchFamily="2" charset="-122"/>
                        </a:rPr>
                        <a:t>产  生  式</a:t>
                      </a:r>
                      <a:r>
                        <a:rPr kumimoji="0" lang="zh-CN" altLang="en-US" sz="32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798" marB="287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3200" b="0" i="0" u="none" strike="noStrike" cap="none" normalizeH="0" baseline="0" dirty="0">
                          <a:ln>
                            <a:noFill/>
                          </a:ln>
                          <a:solidFill>
                            <a:schemeClr val="tx1"/>
                          </a:solidFill>
                          <a:effectLst/>
                          <a:latin typeface="宋体" pitchFamily="2" charset="-122"/>
                          <a:ea typeface="黑体" pitchFamily="2" charset="-122"/>
                        </a:rPr>
                        <a:t>语</a:t>
                      </a:r>
                      <a:r>
                        <a:rPr kumimoji="0" lang="zh-CN" altLang="en-US" sz="32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3200" b="0" i="0" u="none" strike="noStrike" cap="none" normalizeH="0" baseline="0" dirty="0">
                          <a:ln>
                            <a:noFill/>
                          </a:ln>
                          <a:solidFill>
                            <a:schemeClr val="tx1"/>
                          </a:solidFill>
                          <a:effectLst/>
                          <a:latin typeface="宋体" pitchFamily="2" charset="-122"/>
                          <a:ea typeface="黑体" pitchFamily="2" charset="-122"/>
                        </a:rPr>
                        <a:t>义</a:t>
                      </a:r>
                      <a:r>
                        <a:rPr kumimoji="0" lang="zh-CN" altLang="en-US" sz="32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3200" b="0" i="0" u="none" strike="noStrike" cap="none" normalizeH="0" baseline="0" dirty="0">
                          <a:ln>
                            <a:noFill/>
                          </a:ln>
                          <a:solidFill>
                            <a:schemeClr val="tx1"/>
                          </a:solidFill>
                          <a:effectLst/>
                          <a:latin typeface="宋体" pitchFamily="2" charset="-122"/>
                          <a:ea typeface="黑体" pitchFamily="2" charset="-122"/>
                        </a:rPr>
                        <a:t>规</a:t>
                      </a:r>
                      <a:r>
                        <a:rPr kumimoji="0" lang="zh-CN" altLang="en-US" sz="32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3200" b="0" i="0" u="none" strike="noStrike" cap="none" normalizeH="0" baseline="0" dirty="0">
                          <a:ln>
                            <a:noFill/>
                          </a:ln>
                          <a:solidFill>
                            <a:schemeClr val="tx1"/>
                          </a:solidFill>
                          <a:effectLst/>
                          <a:latin typeface="宋体" pitchFamily="2" charset="-122"/>
                          <a:ea typeface="黑体" pitchFamily="2" charset="-122"/>
                        </a:rPr>
                        <a:t>则</a:t>
                      </a:r>
                      <a:r>
                        <a:rPr kumimoji="0" lang="zh-CN" altLang="en-US" sz="32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798" marB="287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52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1" i="1" u="none" strike="noStrike" cap="none" normalizeH="0" baseline="0">
                          <a:ln>
                            <a:noFill/>
                          </a:ln>
                          <a:solidFill>
                            <a:schemeClr val="tx1"/>
                          </a:solidFill>
                          <a:effectLst/>
                          <a:latin typeface="Times New Roman" pitchFamily="18" charset="0"/>
                          <a:ea typeface="黑体" pitchFamily="2" charset="-122"/>
                        </a:rPr>
                        <a:t>  D </a:t>
                      </a:r>
                      <a:r>
                        <a:rPr kumimoji="0" lang="en-US" altLang="zh-CN" sz="32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3200" b="1" i="0" u="none" strike="noStrike" cap="none" normalizeH="0" baseline="0">
                          <a:ln>
                            <a:noFill/>
                          </a:ln>
                          <a:solidFill>
                            <a:schemeClr val="tx1"/>
                          </a:solidFill>
                          <a:effectLst/>
                          <a:latin typeface="Times New Roman" pitchFamily="18" charset="0"/>
                          <a:ea typeface="黑体" pitchFamily="2" charset="-122"/>
                        </a:rPr>
                        <a:t> </a:t>
                      </a:r>
                      <a:r>
                        <a:rPr kumimoji="0" lang="en-US" altLang="zh-CN" sz="3200" b="1" i="1" u="none" strike="noStrike" cap="none" normalizeH="0" baseline="0">
                          <a:ln>
                            <a:noFill/>
                          </a:ln>
                          <a:solidFill>
                            <a:schemeClr val="tx1"/>
                          </a:solidFill>
                          <a:effectLst/>
                          <a:latin typeface="Times New Roman" pitchFamily="18" charset="0"/>
                          <a:ea typeface="黑体" pitchFamily="2" charset="-122"/>
                        </a:rPr>
                        <a:t>TL</a:t>
                      </a:r>
                      <a:endParaRPr kumimoji="0" lang="en-US" altLang="zh-CN" sz="3200" b="0" i="0" u="none" strike="noStrike" cap="none" normalizeH="0" baseline="0">
                        <a:ln>
                          <a:noFill/>
                        </a:ln>
                        <a:solidFill>
                          <a:schemeClr val="tx1"/>
                        </a:solidFill>
                        <a:effectLst/>
                        <a:latin typeface="Times New Roman" pitchFamily="18" charset="0"/>
                        <a:ea typeface="黑体" pitchFamily="2" charset="-122"/>
                      </a:endParaRPr>
                    </a:p>
                  </a:txBody>
                  <a:tcPr marL="54000" marR="54000" marT="28798" marB="287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32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32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32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32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3200" b="1" i="1" u="none" strike="noStrike" cap="none" normalizeH="0" baseline="0" dirty="0" err="1">
                          <a:ln>
                            <a:noFill/>
                          </a:ln>
                          <a:solidFill>
                            <a:schemeClr val="tx1"/>
                          </a:solidFill>
                          <a:effectLst/>
                          <a:latin typeface="Times New Roman" pitchFamily="18" charset="0"/>
                          <a:ea typeface="黑体" pitchFamily="2" charset="-122"/>
                        </a:rPr>
                        <a:t>T</a:t>
                      </a:r>
                      <a:r>
                        <a:rPr kumimoji="0" lang="en-US" altLang="zh-CN" sz="32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3200" b="1" i="1" u="none" strike="noStrike" cap="none" normalizeH="0" baseline="0" dirty="0" err="1">
                          <a:ln>
                            <a:noFill/>
                          </a:ln>
                          <a:solidFill>
                            <a:schemeClr val="tx1"/>
                          </a:solidFill>
                          <a:effectLst/>
                          <a:latin typeface="Times New Roman" pitchFamily="18" charset="0"/>
                          <a:ea typeface="黑体" pitchFamily="2" charset="-122"/>
                        </a:rPr>
                        <a:t>type</a:t>
                      </a:r>
                      <a:r>
                        <a:rPr kumimoji="0" lang="en-US" altLang="zh-CN" sz="32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798" marB="287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685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a:ln>
                            <a:noFill/>
                          </a:ln>
                          <a:solidFill>
                            <a:schemeClr val="tx1"/>
                          </a:solidFill>
                          <a:effectLst/>
                          <a:latin typeface="Times New Roman" pitchFamily="18" charset="0"/>
                          <a:ea typeface="黑体" pitchFamily="2" charset="-122"/>
                        </a:rPr>
                        <a:t>  </a:t>
                      </a:r>
                      <a:r>
                        <a:rPr kumimoji="0" lang="en-US" altLang="zh-CN" sz="3200" b="1" i="1" u="none" strike="noStrike" cap="none" normalizeH="0" baseline="0">
                          <a:ln>
                            <a:noFill/>
                          </a:ln>
                          <a:solidFill>
                            <a:schemeClr val="tx1"/>
                          </a:solidFill>
                          <a:effectLst/>
                          <a:latin typeface="Times New Roman" pitchFamily="18" charset="0"/>
                          <a:ea typeface="黑体" pitchFamily="2" charset="-122"/>
                        </a:rPr>
                        <a:t>T</a:t>
                      </a:r>
                      <a:r>
                        <a:rPr kumimoji="0" lang="en-US" altLang="zh-CN" sz="32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3200" b="0" i="0" u="none" strike="noStrike" cap="none" normalizeH="0" baseline="0">
                          <a:ln>
                            <a:noFill/>
                          </a:ln>
                          <a:solidFill>
                            <a:schemeClr val="tx1"/>
                          </a:solidFill>
                          <a:effectLst/>
                          <a:latin typeface="Times New Roman" pitchFamily="18" charset="0"/>
                          <a:ea typeface="黑体" pitchFamily="2" charset="-122"/>
                        </a:rPr>
                        <a:t> </a:t>
                      </a:r>
                      <a:r>
                        <a:rPr kumimoji="0" lang="en-US" altLang="zh-CN" sz="3200" b="1" i="0" u="none" strike="noStrike" cap="none" normalizeH="0" baseline="0">
                          <a:ln>
                            <a:noFill/>
                          </a:ln>
                          <a:solidFill>
                            <a:schemeClr val="tx1"/>
                          </a:solidFill>
                          <a:effectLst/>
                          <a:latin typeface="Times New Roman" pitchFamily="18" charset="0"/>
                          <a:ea typeface="黑体" pitchFamily="2" charset="-122"/>
                        </a:rPr>
                        <a:t>int</a:t>
                      </a:r>
                      <a:r>
                        <a:rPr kumimoji="0" lang="en-US" altLang="zh-CN" sz="32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8" marB="287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a:ln>
                            <a:noFill/>
                          </a:ln>
                          <a:solidFill>
                            <a:schemeClr val="tx1"/>
                          </a:solidFill>
                          <a:effectLst/>
                          <a:latin typeface="Times New Roman" pitchFamily="18" charset="0"/>
                          <a:ea typeface="黑体" pitchFamily="2" charset="-122"/>
                        </a:rPr>
                        <a:t>  </a:t>
                      </a:r>
                      <a:r>
                        <a:rPr kumimoji="0" lang="en-US" altLang="zh-CN" sz="3200" b="1" i="1" u="none" strike="noStrike" cap="none" normalizeH="0" baseline="0">
                          <a:ln>
                            <a:noFill/>
                          </a:ln>
                          <a:solidFill>
                            <a:schemeClr val="tx1"/>
                          </a:solidFill>
                          <a:effectLst/>
                          <a:latin typeface="Times New Roman" pitchFamily="18" charset="0"/>
                          <a:ea typeface="黑体" pitchFamily="2" charset="-122"/>
                        </a:rPr>
                        <a:t>T</a:t>
                      </a:r>
                      <a:r>
                        <a:rPr kumimoji="0" lang="en-US" altLang="zh-CN" sz="3200" b="1" i="0" u="none" strike="noStrike" cap="none" normalizeH="0" baseline="0">
                          <a:ln>
                            <a:noFill/>
                          </a:ln>
                          <a:solidFill>
                            <a:schemeClr val="tx1"/>
                          </a:solidFill>
                          <a:effectLst/>
                          <a:latin typeface="Times New Roman" pitchFamily="18" charset="0"/>
                          <a:ea typeface="黑体" pitchFamily="2" charset="-122"/>
                        </a:rPr>
                        <a:t>.</a:t>
                      </a:r>
                      <a:r>
                        <a:rPr kumimoji="0" lang="en-US" altLang="zh-CN" sz="3200" b="1" i="1" u="none" strike="noStrike" cap="none" normalizeH="0" baseline="0">
                          <a:ln>
                            <a:noFill/>
                          </a:ln>
                          <a:solidFill>
                            <a:schemeClr val="tx1"/>
                          </a:solidFill>
                          <a:effectLst/>
                          <a:latin typeface="Times New Roman" pitchFamily="18" charset="0"/>
                          <a:ea typeface="黑体" pitchFamily="2" charset="-122"/>
                        </a:rPr>
                        <a:t> type</a:t>
                      </a:r>
                      <a:r>
                        <a:rPr kumimoji="0" lang="en-US" altLang="zh-CN" sz="32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3200" b="1" i="1" u="none" strike="noStrike" cap="none" normalizeH="0" baseline="0">
                          <a:ln>
                            <a:noFill/>
                          </a:ln>
                          <a:solidFill>
                            <a:schemeClr val="tx1"/>
                          </a:solidFill>
                          <a:effectLst/>
                          <a:latin typeface="Times New Roman" pitchFamily="18" charset="0"/>
                          <a:ea typeface="黑体" pitchFamily="2" charset="-122"/>
                        </a:rPr>
                        <a:t>integer</a:t>
                      </a:r>
                      <a:r>
                        <a:rPr kumimoji="0" lang="en-US" altLang="zh-CN" sz="32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8" marB="287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685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a:ln>
                            <a:noFill/>
                          </a:ln>
                          <a:solidFill>
                            <a:schemeClr val="tx1"/>
                          </a:solidFill>
                          <a:effectLst/>
                          <a:latin typeface="Times New Roman" pitchFamily="18" charset="0"/>
                          <a:ea typeface="黑体" pitchFamily="2" charset="-122"/>
                        </a:rPr>
                        <a:t>  </a:t>
                      </a:r>
                      <a:r>
                        <a:rPr kumimoji="0" lang="en-US" altLang="zh-CN" sz="3200" b="1" i="1" u="none" strike="noStrike" cap="none" normalizeH="0" baseline="0">
                          <a:ln>
                            <a:noFill/>
                          </a:ln>
                          <a:solidFill>
                            <a:schemeClr val="tx1"/>
                          </a:solidFill>
                          <a:effectLst/>
                          <a:latin typeface="Times New Roman" pitchFamily="18" charset="0"/>
                          <a:ea typeface="黑体" pitchFamily="2" charset="-122"/>
                        </a:rPr>
                        <a:t>T</a:t>
                      </a:r>
                      <a:r>
                        <a:rPr kumimoji="0" lang="en-US" altLang="zh-CN" sz="32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3200" b="0" i="0" u="none" strike="noStrike" cap="none" normalizeH="0" baseline="0">
                          <a:ln>
                            <a:noFill/>
                          </a:ln>
                          <a:solidFill>
                            <a:schemeClr val="tx1"/>
                          </a:solidFill>
                          <a:effectLst/>
                          <a:latin typeface="Times New Roman" pitchFamily="18" charset="0"/>
                          <a:ea typeface="黑体" pitchFamily="2" charset="-122"/>
                        </a:rPr>
                        <a:t> </a:t>
                      </a:r>
                      <a:r>
                        <a:rPr kumimoji="0" lang="en-US" altLang="zh-CN" sz="3200" b="1" i="0" u="none" strike="noStrike" cap="none" normalizeH="0" baseline="0">
                          <a:ln>
                            <a:noFill/>
                          </a:ln>
                          <a:solidFill>
                            <a:schemeClr val="tx1"/>
                          </a:solidFill>
                          <a:effectLst/>
                          <a:latin typeface="Times New Roman" pitchFamily="18" charset="0"/>
                          <a:ea typeface="黑体" pitchFamily="2" charset="-122"/>
                        </a:rPr>
                        <a:t>real</a:t>
                      </a:r>
                      <a:r>
                        <a:rPr kumimoji="0" lang="en-US" altLang="zh-CN" sz="32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8" marB="287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a:ln>
                            <a:noFill/>
                          </a:ln>
                          <a:solidFill>
                            <a:schemeClr val="tx1"/>
                          </a:solidFill>
                          <a:effectLst/>
                          <a:latin typeface="Times New Roman" pitchFamily="18" charset="0"/>
                          <a:ea typeface="黑体" pitchFamily="2" charset="-122"/>
                        </a:rPr>
                        <a:t>  </a:t>
                      </a:r>
                      <a:r>
                        <a:rPr kumimoji="0" lang="en-US" altLang="zh-CN" sz="3200" b="1" i="1" u="none" strike="noStrike" cap="none" normalizeH="0" baseline="0">
                          <a:ln>
                            <a:noFill/>
                          </a:ln>
                          <a:solidFill>
                            <a:schemeClr val="tx1"/>
                          </a:solidFill>
                          <a:effectLst/>
                          <a:latin typeface="Times New Roman" pitchFamily="18" charset="0"/>
                          <a:ea typeface="黑体" pitchFamily="2" charset="-122"/>
                        </a:rPr>
                        <a:t>T</a:t>
                      </a:r>
                      <a:r>
                        <a:rPr kumimoji="0" lang="en-US" altLang="zh-CN" sz="3200" b="1" i="0" u="none" strike="noStrike" cap="none" normalizeH="0" baseline="0">
                          <a:ln>
                            <a:noFill/>
                          </a:ln>
                          <a:solidFill>
                            <a:schemeClr val="tx1"/>
                          </a:solidFill>
                          <a:effectLst/>
                          <a:latin typeface="Times New Roman" pitchFamily="18" charset="0"/>
                          <a:ea typeface="黑体" pitchFamily="2" charset="-122"/>
                        </a:rPr>
                        <a:t>.</a:t>
                      </a:r>
                      <a:r>
                        <a:rPr kumimoji="0" lang="en-US" altLang="zh-CN" sz="3200" b="1" i="1" u="none" strike="noStrike" cap="none" normalizeH="0" baseline="0">
                          <a:ln>
                            <a:noFill/>
                          </a:ln>
                          <a:solidFill>
                            <a:schemeClr val="tx1"/>
                          </a:solidFill>
                          <a:effectLst/>
                          <a:latin typeface="Times New Roman" pitchFamily="18" charset="0"/>
                          <a:ea typeface="黑体" pitchFamily="2" charset="-122"/>
                        </a:rPr>
                        <a:t> type</a:t>
                      </a:r>
                      <a:r>
                        <a:rPr kumimoji="0" lang="en-US" altLang="zh-CN" sz="32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3200" b="1" i="1" u="none" strike="noStrike" cap="none" normalizeH="0" baseline="0">
                          <a:ln>
                            <a:noFill/>
                          </a:ln>
                          <a:solidFill>
                            <a:schemeClr val="tx1"/>
                          </a:solidFill>
                          <a:effectLst/>
                          <a:latin typeface="Times New Roman" pitchFamily="18" charset="0"/>
                          <a:ea typeface="黑体" pitchFamily="2" charset="-122"/>
                        </a:rPr>
                        <a:t>real</a:t>
                      </a:r>
                      <a:r>
                        <a:rPr kumimoji="0" lang="en-US" altLang="zh-CN" sz="32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8" marB="287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13049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a:ln>
                            <a:noFill/>
                          </a:ln>
                          <a:solidFill>
                            <a:schemeClr val="tx1"/>
                          </a:solidFill>
                          <a:effectLst/>
                          <a:latin typeface="Times New Roman" pitchFamily="18" charset="0"/>
                          <a:ea typeface="黑体" pitchFamily="2" charset="-122"/>
                        </a:rPr>
                        <a:t>  </a:t>
                      </a:r>
                      <a:r>
                        <a:rPr kumimoji="0" lang="en-US" altLang="zh-CN" sz="3200" b="1" i="1" u="none" strike="noStrike" cap="none" normalizeH="0" baseline="0">
                          <a:ln>
                            <a:noFill/>
                          </a:ln>
                          <a:solidFill>
                            <a:schemeClr val="tx1"/>
                          </a:solidFill>
                          <a:effectLst/>
                          <a:latin typeface="Times New Roman" pitchFamily="18" charset="0"/>
                          <a:ea typeface="黑体" pitchFamily="2" charset="-122"/>
                        </a:rPr>
                        <a:t>L</a:t>
                      </a:r>
                      <a:r>
                        <a:rPr kumimoji="0" lang="en-US" altLang="zh-CN" sz="32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3200" b="1" i="0" u="none" strike="noStrike" cap="none" normalizeH="0" baseline="0">
                          <a:ln>
                            <a:noFill/>
                          </a:ln>
                          <a:solidFill>
                            <a:schemeClr val="tx1"/>
                          </a:solidFill>
                          <a:effectLst/>
                          <a:latin typeface="Times New Roman" pitchFamily="18" charset="0"/>
                          <a:ea typeface="黑体" pitchFamily="2" charset="-122"/>
                        </a:rPr>
                        <a:t> </a:t>
                      </a:r>
                      <a:r>
                        <a:rPr kumimoji="0" lang="en-US" altLang="zh-CN" sz="3200" b="1" i="1" u="none" strike="noStrike" cap="none" normalizeH="0" baseline="0">
                          <a:ln>
                            <a:noFill/>
                          </a:ln>
                          <a:solidFill>
                            <a:schemeClr val="tx1"/>
                          </a:solidFill>
                          <a:effectLst/>
                          <a:latin typeface="Times New Roman" pitchFamily="18" charset="0"/>
                          <a:ea typeface="黑体" pitchFamily="2" charset="-122"/>
                        </a:rPr>
                        <a:t>L</a:t>
                      </a:r>
                      <a:r>
                        <a:rPr kumimoji="0" lang="en-US" altLang="zh-CN" sz="32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3200" b="1" i="0" u="none" strike="noStrike" cap="none" normalizeH="0" baseline="0">
                          <a:ln>
                            <a:noFill/>
                          </a:ln>
                          <a:solidFill>
                            <a:schemeClr val="tx1"/>
                          </a:solidFill>
                          <a:effectLst/>
                          <a:latin typeface="Times New Roman" pitchFamily="18" charset="0"/>
                          <a:ea typeface="黑体" pitchFamily="2" charset="-122"/>
                        </a:rPr>
                        <a:t>,</a:t>
                      </a:r>
                      <a:r>
                        <a:rPr kumimoji="0" lang="en-US" altLang="zh-CN" sz="3200" b="0" i="0" u="none" strike="noStrike" cap="none" normalizeH="0" baseline="0">
                          <a:ln>
                            <a:noFill/>
                          </a:ln>
                          <a:solidFill>
                            <a:schemeClr val="tx1"/>
                          </a:solidFill>
                          <a:effectLst/>
                          <a:latin typeface="Times New Roman" pitchFamily="18" charset="0"/>
                          <a:ea typeface="黑体" pitchFamily="2" charset="-122"/>
                        </a:rPr>
                        <a:t> </a:t>
                      </a:r>
                      <a:r>
                        <a:rPr kumimoji="0" lang="en-US" altLang="zh-CN" sz="32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32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8" marB="287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32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32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32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32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32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32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32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3200" b="1" i="0" u="none" strike="noStrike" cap="none" normalizeH="0" baseline="0" dirty="0">
                          <a:ln>
                            <a:noFill/>
                          </a:ln>
                          <a:solidFill>
                            <a:schemeClr val="tx1"/>
                          </a:solidFill>
                          <a:effectLst/>
                          <a:latin typeface="Times New Roman" pitchFamily="18" charset="0"/>
                          <a:ea typeface="黑体" pitchFamily="2" charset="-122"/>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3200" b="1" i="1" u="none" strike="noStrike" cap="none" normalizeH="0" baseline="0" dirty="0" err="1">
                          <a:ln>
                            <a:noFill/>
                          </a:ln>
                          <a:solidFill>
                            <a:schemeClr val="tx1"/>
                          </a:solidFill>
                          <a:effectLst/>
                          <a:latin typeface="Times New Roman" pitchFamily="18" charset="0"/>
                          <a:ea typeface="黑体" pitchFamily="2" charset="-122"/>
                        </a:rPr>
                        <a:t>addtype</a:t>
                      </a:r>
                      <a:r>
                        <a:rPr kumimoji="0" lang="en-US" altLang="zh-CN" sz="32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3200" b="1" i="0" u="none" strike="noStrike" cap="none" normalizeH="0" baseline="0" dirty="0" err="1">
                          <a:ln>
                            <a:noFill/>
                          </a:ln>
                          <a:solidFill>
                            <a:schemeClr val="tx1"/>
                          </a:solidFill>
                          <a:effectLst/>
                          <a:latin typeface="Times New Roman" pitchFamily="18" charset="0"/>
                          <a:ea typeface="黑体" pitchFamily="2" charset="-122"/>
                        </a:rPr>
                        <a:t>id.</a:t>
                      </a:r>
                      <a:r>
                        <a:rPr kumimoji="0" lang="en-US" altLang="zh-CN" sz="3200" b="1" i="1" u="none" strike="noStrike" cap="none" normalizeH="0" baseline="0" dirty="0" err="1">
                          <a:ln>
                            <a:noFill/>
                          </a:ln>
                          <a:solidFill>
                            <a:schemeClr val="tx1"/>
                          </a:solidFill>
                          <a:effectLst/>
                          <a:latin typeface="Times New Roman" pitchFamily="18" charset="0"/>
                          <a:ea typeface="黑体" pitchFamily="2" charset="-122"/>
                        </a:rPr>
                        <a:t>entry</a:t>
                      </a:r>
                      <a:r>
                        <a:rPr kumimoji="0" lang="en-US" altLang="zh-CN" sz="32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32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32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32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32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32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798" marB="287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9685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32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32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32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3200" b="1" i="0" u="none" strike="noStrike" cap="none" normalizeH="0" baseline="0" dirty="0">
                          <a:ln>
                            <a:noFill/>
                          </a:ln>
                          <a:solidFill>
                            <a:schemeClr val="tx1"/>
                          </a:solidFill>
                          <a:effectLst/>
                          <a:latin typeface="Times New Roman" pitchFamily="18" charset="0"/>
                          <a:ea typeface="黑体" pitchFamily="2" charset="-122"/>
                        </a:rPr>
                        <a:t>id</a:t>
                      </a:r>
                      <a:r>
                        <a:rPr kumimoji="0" lang="en-US" altLang="zh-CN" sz="32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798" marB="287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2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3200" b="1" i="1" u="none" strike="noStrike" cap="none" normalizeH="0" baseline="0" dirty="0" err="1">
                          <a:ln>
                            <a:noFill/>
                          </a:ln>
                          <a:solidFill>
                            <a:schemeClr val="tx1"/>
                          </a:solidFill>
                          <a:effectLst/>
                          <a:latin typeface="Times New Roman" pitchFamily="18" charset="0"/>
                          <a:ea typeface="黑体" pitchFamily="2" charset="-122"/>
                        </a:rPr>
                        <a:t>addtype</a:t>
                      </a:r>
                      <a:r>
                        <a:rPr kumimoji="0" lang="en-US" altLang="zh-CN" sz="32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3200" b="1" i="0" u="none" strike="noStrike" cap="none" normalizeH="0" baseline="0" dirty="0" err="1">
                          <a:ln>
                            <a:noFill/>
                          </a:ln>
                          <a:solidFill>
                            <a:schemeClr val="tx1"/>
                          </a:solidFill>
                          <a:effectLst/>
                          <a:latin typeface="Times New Roman" pitchFamily="18" charset="0"/>
                          <a:ea typeface="黑体" pitchFamily="2" charset="-122"/>
                        </a:rPr>
                        <a:t>id.</a:t>
                      </a:r>
                      <a:r>
                        <a:rPr kumimoji="0" lang="en-US" altLang="zh-CN" sz="3200" b="1" i="1" u="none" strike="noStrike" cap="none" normalizeH="0" baseline="0" dirty="0" err="1">
                          <a:ln>
                            <a:noFill/>
                          </a:ln>
                          <a:solidFill>
                            <a:schemeClr val="tx1"/>
                          </a:solidFill>
                          <a:effectLst/>
                          <a:latin typeface="Times New Roman" pitchFamily="18" charset="0"/>
                          <a:ea typeface="黑体" pitchFamily="2" charset="-122"/>
                        </a:rPr>
                        <a:t>entry</a:t>
                      </a:r>
                      <a:r>
                        <a:rPr kumimoji="0" lang="en-US" altLang="zh-CN" sz="32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32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32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32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32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32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798" marB="287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 name="文本框 3">
            <a:extLst>
              <a:ext uri="{FF2B5EF4-FFF2-40B4-BE49-F238E27FC236}">
                <a16:creationId xmlns:a16="http://schemas.microsoft.com/office/drawing/2014/main" id="{E9C03AD8-68E6-442B-B7E0-E970382E821E}"/>
              </a:ext>
            </a:extLst>
          </p:cNvPr>
          <p:cNvSpPr txBox="1"/>
          <p:nvPr/>
        </p:nvSpPr>
        <p:spPr>
          <a:xfrm>
            <a:off x="2147901" y="6062396"/>
            <a:ext cx="6367449" cy="523220"/>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sz="2800" b="1" i="1" dirty="0" err="1"/>
              <a:t>addtype</a:t>
            </a:r>
            <a:r>
              <a:rPr lang="zh-CN" altLang="en-US" sz="2800" dirty="0"/>
              <a:t>表示把</a:t>
            </a:r>
            <a:r>
              <a:rPr lang="en-US" altLang="zh-CN" sz="2800" b="1" dirty="0" err="1"/>
              <a:t>id.</a:t>
            </a:r>
            <a:r>
              <a:rPr lang="en-US" altLang="zh-CN" sz="2800" b="1" i="1" dirty="0" err="1"/>
              <a:t>entry</a:t>
            </a:r>
            <a:r>
              <a:rPr lang="zh-CN" altLang="en-US" sz="2800" dirty="0"/>
              <a:t>的类型设置为</a:t>
            </a:r>
            <a:r>
              <a:rPr lang="en-US" altLang="zh-CN" sz="2800" b="1" i="1" dirty="0"/>
              <a:t>L.in</a:t>
            </a:r>
            <a:endParaRPr lang="zh-CN" altLang="en-US" sz="2800" b="1" i="1" dirty="0"/>
          </a:p>
        </p:txBody>
      </p:sp>
      <p:sp>
        <p:nvSpPr>
          <p:cNvPr id="2" name="日期占位符 1">
            <a:extLst>
              <a:ext uri="{FF2B5EF4-FFF2-40B4-BE49-F238E27FC236}">
                <a16:creationId xmlns:a16="http://schemas.microsoft.com/office/drawing/2014/main" id="{39225A2D-E2FE-8C11-DB9D-D2DFBEBBDB76}"/>
              </a:ext>
            </a:extLst>
          </p:cNvPr>
          <p:cNvSpPr>
            <a:spLocks noGrp="1"/>
          </p:cNvSpPr>
          <p:nvPr>
            <p:ph type="dt" sz="half" idx="10"/>
          </p:nvPr>
        </p:nvSpPr>
        <p:spPr/>
        <p:txBody>
          <a:bodyPr/>
          <a:lstStyle/>
          <a:p>
            <a:fld id="{EE43C4DB-7DF5-4911-9067-BC3D95277991}"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2B048AD6-CE29-CA2C-A167-D1C0600EC4D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5" name="灯片编号占位符 4">
            <a:extLst>
              <a:ext uri="{FF2B5EF4-FFF2-40B4-BE49-F238E27FC236}">
                <a16:creationId xmlns:a16="http://schemas.microsoft.com/office/drawing/2014/main" id="{896A6207-5B91-B00A-F6B3-8FA450294864}"/>
              </a:ext>
            </a:extLst>
          </p:cNvPr>
          <p:cNvSpPr>
            <a:spLocks noGrp="1"/>
          </p:cNvSpPr>
          <p:nvPr>
            <p:ph type="sldNum" sz="quarter" idx="12"/>
          </p:nvPr>
        </p:nvSpPr>
        <p:spPr/>
        <p:txBody>
          <a:bodyPr/>
          <a:lstStyle/>
          <a:p>
            <a:fld id="{094DEB03-EFC6-4C20-8FC8-295189A5386F}" type="slidenum">
              <a:rPr lang="zh-CN" altLang="en-US" smtClean="0"/>
              <a:pPr/>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36AF027-0C85-4C2E-83A6-C47F61BEEB17}"/>
              </a:ext>
            </a:extLst>
          </p:cNvPr>
          <p:cNvSpPr>
            <a:spLocks noGrp="1" noChangeArrowheads="1"/>
          </p:cNvSpPr>
          <p:nvPr>
            <p:ph type="title"/>
          </p:nvPr>
        </p:nvSpPr>
        <p:spPr/>
        <p:txBody>
          <a:bodyPr/>
          <a:lstStyle/>
          <a:p>
            <a:pPr eaLnBrk="1" hangingPunct="1"/>
            <a:r>
              <a:rPr lang="en-US" altLang="zh-CN" dirty="0"/>
              <a:t>4.1.3 </a:t>
            </a:r>
            <a:r>
              <a:rPr lang="zh-CN" altLang="en-US" dirty="0"/>
              <a:t>继承属性</a:t>
            </a:r>
          </a:p>
        </p:txBody>
      </p:sp>
      <p:sp>
        <p:nvSpPr>
          <p:cNvPr id="34819" name="Rectangle 3">
            <a:extLst>
              <a:ext uri="{FF2B5EF4-FFF2-40B4-BE49-F238E27FC236}">
                <a16:creationId xmlns:a16="http://schemas.microsoft.com/office/drawing/2014/main" id="{517F3A61-5790-4AD2-B6F2-9A3F3B1A3F9B}"/>
              </a:ext>
            </a:extLst>
          </p:cNvPr>
          <p:cNvSpPr>
            <a:spLocks noGrp="1" noChangeArrowheads="1"/>
          </p:cNvSpPr>
          <p:nvPr>
            <p:ph idx="1"/>
          </p:nvPr>
        </p:nvSpPr>
        <p:spPr/>
        <p:txBody>
          <a:bodyPr/>
          <a:lstStyle/>
          <a:p>
            <a:pPr eaLnBrk="1" hangingPunct="1">
              <a:spcBef>
                <a:spcPct val="0"/>
              </a:spcBef>
              <a:buFont typeface="Wingdings" panose="05000000000000000000" pitchFamily="2" charset="2"/>
              <a:buNone/>
            </a:pPr>
            <a:r>
              <a:rPr lang="en-US" altLang="zh-CN" b="1" dirty="0">
                <a:solidFill>
                  <a:srgbClr val="FF0000"/>
                </a:solidFill>
              </a:rPr>
              <a:t>int id</a:t>
            </a:r>
            <a:r>
              <a:rPr lang="en-US" altLang="zh-CN" b="1" baseline="-25000" dirty="0">
                <a:solidFill>
                  <a:srgbClr val="FF0000"/>
                </a:solidFill>
              </a:rPr>
              <a:t>1</a:t>
            </a:r>
            <a:r>
              <a:rPr lang="en-US" altLang="zh-CN" b="1" dirty="0">
                <a:solidFill>
                  <a:srgbClr val="FF0000"/>
                </a:solidFill>
              </a:rPr>
              <a:t>, id</a:t>
            </a:r>
            <a:r>
              <a:rPr lang="en-US" altLang="zh-CN" b="1" baseline="-25000" dirty="0">
                <a:solidFill>
                  <a:srgbClr val="FF0000"/>
                </a:solidFill>
              </a:rPr>
              <a:t>2</a:t>
            </a:r>
            <a:r>
              <a:rPr lang="en-US" altLang="zh-CN" b="1" dirty="0">
                <a:solidFill>
                  <a:srgbClr val="FF0000"/>
                </a:solidFill>
              </a:rPr>
              <a:t>, id</a:t>
            </a:r>
            <a:r>
              <a:rPr lang="en-US" altLang="zh-CN" b="1" baseline="-25000" dirty="0">
                <a:solidFill>
                  <a:srgbClr val="FF0000"/>
                </a:solidFill>
              </a:rPr>
              <a:t>3</a:t>
            </a:r>
            <a:r>
              <a:rPr lang="zh-CN" altLang="en-US" dirty="0"/>
              <a:t>的注释分析树</a:t>
            </a:r>
          </a:p>
          <a:p>
            <a:pPr eaLnBrk="1" hangingPunct="1"/>
            <a:endParaRPr lang="en-US" altLang="zh-CN" dirty="0"/>
          </a:p>
        </p:txBody>
      </p:sp>
      <p:grpSp>
        <p:nvGrpSpPr>
          <p:cNvPr id="34820" name="Group 4">
            <a:extLst>
              <a:ext uri="{FF2B5EF4-FFF2-40B4-BE49-F238E27FC236}">
                <a16:creationId xmlns:a16="http://schemas.microsoft.com/office/drawing/2014/main" id="{F6963853-C229-40AD-AC40-9882DB7073F4}"/>
              </a:ext>
            </a:extLst>
          </p:cNvPr>
          <p:cNvGrpSpPr>
            <a:grpSpLocks/>
          </p:cNvGrpSpPr>
          <p:nvPr/>
        </p:nvGrpSpPr>
        <p:grpSpPr bwMode="auto">
          <a:xfrm>
            <a:off x="702578" y="2165350"/>
            <a:ext cx="8229600" cy="3435350"/>
            <a:chOff x="240" y="1488"/>
            <a:chExt cx="5184" cy="2164"/>
          </a:xfrm>
        </p:grpSpPr>
        <p:sp>
          <p:nvSpPr>
            <p:cNvPr id="34821" name="Rectangle 5">
              <a:extLst>
                <a:ext uri="{FF2B5EF4-FFF2-40B4-BE49-F238E27FC236}">
                  <a16:creationId xmlns:a16="http://schemas.microsoft.com/office/drawing/2014/main" id="{0D8334E9-1211-4540-91CA-388094C44648}"/>
                </a:ext>
              </a:extLst>
            </p:cNvPr>
            <p:cNvSpPr>
              <a:spLocks noChangeArrowheads="1"/>
            </p:cNvSpPr>
            <p:nvPr/>
          </p:nvSpPr>
          <p:spPr bwMode="auto">
            <a:xfrm>
              <a:off x="2305" y="1488"/>
              <a:ext cx="24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D</a:t>
              </a:r>
            </a:p>
          </p:txBody>
        </p:sp>
        <p:sp>
          <p:nvSpPr>
            <p:cNvPr id="34822" name="Rectangle 6">
              <a:extLst>
                <a:ext uri="{FF2B5EF4-FFF2-40B4-BE49-F238E27FC236}">
                  <a16:creationId xmlns:a16="http://schemas.microsoft.com/office/drawing/2014/main" id="{220DCB4E-15D5-4995-B135-9380F173C62B}"/>
                </a:ext>
              </a:extLst>
            </p:cNvPr>
            <p:cNvSpPr>
              <a:spLocks noChangeArrowheads="1"/>
            </p:cNvSpPr>
            <p:nvPr/>
          </p:nvSpPr>
          <p:spPr bwMode="auto">
            <a:xfrm>
              <a:off x="565" y="2496"/>
              <a:ext cx="77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a:ea typeface="宋体" panose="02010600030101010101" pitchFamily="2" charset="-122"/>
                </a:rPr>
                <a:t>int</a:t>
              </a:r>
            </a:p>
          </p:txBody>
        </p:sp>
        <p:sp>
          <p:nvSpPr>
            <p:cNvPr id="34823" name="Rectangle 7">
              <a:extLst>
                <a:ext uri="{FF2B5EF4-FFF2-40B4-BE49-F238E27FC236}">
                  <a16:creationId xmlns:a16="http://schemas.microsoft.com/office/drawing/2014/main" id="{8C7DD142-882F-4B8B-8EDC-0AB1BD7A5931}"/>
                </a:ext>
              </a:extLst>
            </p:cNvPr>
            <p:cNvSpPr>
              <a:spLocks noChangeArrowheads="1"/>
            </p:cNvSpPr>
            <p:nvPr/>
          </p:nvSpPr>
          <p:spPr bwMode="auto">
            <a:xfrm>
              <a:off x="240" y="1992"/>
              <a:ext cx="150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T</a:t>
              </a:r>
              <a:r>
                <a:rPr lang="en-US" altLang="zh-CN" sz="2800" b="1">
                  <a:ea typeface="宋体" panose="02010600030101010101" pitchFamily="2" charset="-122"/>
                </a:rPr>
                <a:t>.</a:t>
              </a:r>
              <a:r>
                <a:rPr lang="en-US" altLang="zh-CN" sz="2800" b="1" i="1">
                  <a:ea typeface="宋体" panose="02010600030101010101" pitchFamily="2" charset="-122"/>
                </a:rPr>
                <a:t>type </a:t>
              </a:r>
              <a:r>
                <a:rPr lang="en-US" altLang="zh-CN" sz="2800" b="1">
                  <a:ea typeface="宋体" panose="02010600030101010101" pitchFamily="2" charset="-122"/>
                </a:rPr>
                <a:t>= </a:t>
              </a:r>
              <a:r>
                <a:rPr lang="en-US" altLang="zh-CN" sz="2800" b="1" i="1">
                  <a:ea typeface="宋体" panose="02010600030101010101" pitchFamily="2" charset="-122"/>
                </a:rPr>
                <a:t>integer</a:t>
              </a:r>
            </a:p>
          </p:txBody>
        </p:sp>
        <p:sp>
          <p:nvSpPr>
            <p:cNvPr id="34824" name="Line 8">
              <a:extLst>
                <a:ext uri="{FF2B5EF4-FFF2-40B4-BE49-F238E27FC236}">
                  <a16:creationId xmlns:a16="http://schemas.microsoft.com/office/drawing/2014/main" id="{A33EFDE3-0CED-4A2C-8437-7D3BA2A6B88E}"/>
                </a:ext>
              </a:extLst>
            </p:cNvPr>
            <p:cNvSpPr>
              <a:spLocks noChangeShapeType="1"/>
            </p:cNvSpPr>
            <p:nvPr/>
          </p:nvSpPr>
          <p:spPr bwMode="auto">
            <a:xfrm flipH="1">
              <a:off x="1002" y="1705"/>
              <a:ext cx="1179" cy="29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25" name="Rectangle 9">
              <a:extLst>
                <a:ext uri="{FF2B5EF4-FFF2-40B4-BE49-F238E27FC236}">
                  <a16:creationId xmlns:a16="http://schemas.microsoft.com/office/drawing/2014/main" id="{9A49ABF6-6006-44E4-88C9-40262F8216BA}"/>
                </a:ext>
              </a:extLst>
            </p:cNvPr>
            <p:cNvSpPr>
              <a:spLocks noChangeArrowheads="1"/>
            </p:cNvSpPr>
            <p:nvPr/>
          </p:nvSpPr>
          <p:spPr bwMode="auto">
            <a:xfrm>
              <a:off x="3841" y="2455"/>
              <a:ext cx="248"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34826" name="Line 10">
              <a:extLst>
                <a:ext uri="{FF2B5EF4-FFF2-40B4-BE49-F238E27FC236}">
                  <a16:creationId xmlns:a16="http://schemas.microsoft.com/office/drawing/2014/main" id="{37952A90-E36B-4FBD-BCF5-377743E56865}"/>
                </a:ext>
              </a:extLst>
            </p:cNvPr>
            <p:cNvSpPr>
              <a:spLocks noChangeShapeType="1"/>
            </p:cNvSpPr>
            <p:nvPr/>
          </p:nvSpPr>
          <p:spPr bwMode="auto">
            <a:xfrm>
              <a:off x="925" y="2292"/>
              <a:ext cx="0" cy="2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27" name="Line 11">
              <a:extLst>
                <a:ext uri="{FF2B5EF4-FFF2-40B4-BE49-F238E27FC236}">
                  <a16:creationId xmlns:a16="http://schemas.microsoft.com/office/drawing/2014/main" id="{E713BBAB-5C5C-457F-9186-145B54550EB0}"/>
                </a:ext>
              </a:extLst>
            </p:cNvPr>
            <p:cNvSpPr>
              <a:spLocks noChangeShapeType="1"/>
            </p:cNvSpPr>
            <p:nvPr/>
          </p:nvSpPr>
          <p:spPr bwMode="auto">
            <a:xfrm>
              <a:off x="4153" y="2304"/>
              <a:ext cx="667" cy="1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28" name="Line 12">
              <a:extLst>
                <a:ext uri="{FF2B5EF4-FFF2-40B4-BE49-F238E27FC236}">
                  <a16:creationId xmlns:a16="http://schemas.microsoft.com/office/drawing/2014/main" id="{23F4400A-84CE-48EE-9BFE-87D7B68B58DF}"/>
                </a:ext>
              </a:extLst>
            </p:cNvPr>
            <p:cNvSpPr>
              <a:spLocks noChangeShapeType="1"/>
            </p:cNvSpPr>
            <p:nvPr/>
          </p:nvSpPr>
          <p:spPr bwMode="auto">
            <a:xfrm flipH="1">
              <a:off x="2953" y="2302"/>
              <a:ext cx="666" cy="1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29" name="Rectangle 13">
              <a:extLst>
                <a:ext uri="{FF2B5EF4-FFF2-40B4-BE49-F238E27FC236}">
                  <a16:creationId xmlns:a16="http://schemas.microsoft.com/office/drawing/2014/main" id="{DE7F62E7-005B-4B6B-8890-AFC0ADE2F9A6}"/>
                </a:ext>
              </a:extLst>
            </p:cNvPr>
            <p:cNvSpPr>
              <a:spLocks noChangeArrowheads="1"/>
            </p:cNvSpPr>
            <p:nvPr/>
          </p:nvSpPr>
          <p:spPr bwMode="auto">
            <a:xfrm>
              <a:off x="4851" y="2478"/>
              <a:ext cx="5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3</a:t>
              </a:r>
            </a:p>
          </p:txBody>
        </p:sp>
        <p:sp>
          <p:nvSpPr>
            <p:cNvPr id="34830" name="Rectangle 14">
              <a:extLst>
                <a:ext uri="{FF2B5EF4-FFF2-40B4-BE49-F238E27FC236}">
                  <a16:creationId xmlns:a16="http://schemas.microsoft.com/office/drawing/2014/main" id="{7612598B-FF88-4FE6-85D2-79BD215FC02F}"/>
                </a:ext>
              </a:extLst>
            </p:cNvPr>
            <p:cNvSpPr>
              <a:spLocks noChangeArrowheads="1"/>
            </p:cNvSpPr>
            <p:nvPr/>
          </p:nvSpPr>
          <p:spPr bwMode="auto">
            <a:xfrm>
              <a:off x="3263" y="1978"/>
              <a:ext cx="150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r>
                <a:rPr lang="en-US" altLang="zh-CN" sz="2800" b="1">
                  <a:ea typeface="宋体" panose="02010600030101010101" pitchFamily="2" charset="-122"/>
                </a:rPr>
                <a:t>.</a:t>
              </a:r>
              <a:r>
                <a:rPr lang="en-US" altLang="zh-CN" sz="2800" b="1" i="1">
                  <a:ea typeface="宋体" panose="02010600030101010101" pitchFamily="2" charset="-122"/>
                </a:rPr>
                <a:t>in </a:t>
              </a:r>
              <a:r>
                <a:rPr lang="en-US" altLang="zh-CN" sz="2800" b="1">
                  <a:ea typeface="宋体" panose="02010600030101010101" pitchFamily="2" charset="-122"/>
                </a:rPr>
                <a:t>= </a:t>
              </a:r>
              <a:r>
                <a:rPr lang="en-US" altLang="zh-CN" sz="2800" b="1" i="1">
                  <a:ea typeface="宋体" panose="02010600030101010101" pitchFamily="2" charset="-122"/>
                </a:rPr>
                <a:t>integer</a:t>
              </a:r>
            </a:p>
          </p:txBody>
        </p:sp>
        <p:sp>
          <p:nvSpPr>
            <p:cNvPr id="34831" name="Line 15">
              <a:extLst>
                <a:ext uri="{FF2B5EF4-FFF2-40B4-BE49-F238E27FC236}">
                  <a16:creationId xmlns:a16="http://schemas.microsoft.com/office/drawing/2014/main" id="{7DE2F69E-0B03-4819-8DF6-08C81A3075D3}"/>
                </a:ext>
              </a:extLst>
            </p:cNvPr>
            <p:cNvSpPr>
              <a:spLocks noChangeShapeType="1"/>
            </p:cNvSpPr>
            <p:nvPr/>
          </p:nvSpPr>
          <p:spPr bwMode="auto">
            <a:xfrm>
              <a:off x="2616" y="1705"/>
              <a:ext cx="1179" cy="29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32" name="Line 16">
              <a:extLst>
                <a:ext uri="{FF2B5EF4-FFF2-40B4-BE49-F238E27FC236}">
                  <a16:creationId xmlns:a16="http://schemas.microsoft.com/office/drawing/2014/main" id="{D828ED16-073B-40DF-A321-6EA19A6FA223}"/>
                </a:ext>
              </a:extLst>
            </p:cNvPr>
            <p:cNvSpPr>
              <a:spLocks noChangeShapeType="1"/>
            </p:cNvSpPr>
            <p:nvPr/>
          </p:nvSpPr>
          <p:spPr bwMode="auto">
            <a:xfrm>
              <a:off x="1732" y="3168"/>
              <a:ext cx="0" cy="2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33" name="Line 17">
              <a:extLst>
                <a:ext uri="{FF2B5EF4-FFF2-40B4-BE49-F238E27FC236}">
                  <a16:creationId xmlns:a16="http://schemas.microsoft.com/office/drawing/2014/main" id="{58783E56-63C7-47EB-BE16-37F983D7F31C}"/>
                </a:ext>
              </a:extLst>
            </p:cNvPr>
            <p:cNvSpPr>
              <a:spLocks noChangeShapeType="1"/>
            </p:cNvSpPr>
            <p:nvPr/>
          </p:nvSpPr>
          <p:spPr bwMode="auto">
            <a:xfrm>
              <a:off x="2740" y="2740"/>
              <a:ext cx="0" cy="26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34" name="Line 18">
              <a:extLst>
                <a:ext uri="{FF2B5EF4-FFF2-40B4-BE49-F238E27FC236}">
                  <a16:creationId xmlns:a16="http://schemas.microsoft.com/office/drawing/2014/main" id="{628EA762-45B2-49AC-B87E-097B3F339CD5}"/>
                </a:ext>
              </a:extLst>
            </p:cNvPr>
            <p:cNvSpPr>
              <a:spLocks noChangeShapeType="1"/>
            </p:cNvSpPr>
            <p:nvPr/>
          </p:nvSpPr>
          <p:spPr bwMode="auto">
            <a:xfrm>
              <a:off x="3905" y="2304"/>
              <a:ext cx="0" cy="2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35" name="Rectangle 19">
              <a:extLst>
                <a:ext uri="{FF2B5EF4-FFF2-40B4-BE49-F238E27FC236}">
                  <a16:creationId xmlns:a16="http://schemas.microsoft.com/office/drawing/2014/main" id="{D8029345-4DA3-4667-A8C4-19976BC6B579}"/>
                </a:ext>
              </a:extLst>
            </p:cNvPr>
            <p:cNvSpPr>
              <a:spLocks noChangeArrowheads="1"/>
            </p:cNvSpPr>
            <p:nvPr/>
          </p:nvSpPr>
          <p:spPr bwMode="auto">
            <a:xfrm>
              <a:off x="2131" y="2475"/>
              <a:ext cx="15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r>
                <a:rPr lang="en-US" altLang="zh-CN" sz="2800" b="1">
                  <a:ea typeface="宋体" panose="02010600030101010101" pitchFamily="2" charset="-122"/>
                </a:rPr>
                <a:t>.</a:t>
              </a:r>
              <a:r>
                <a:rPr lang="en-US" altLang="zh-CN" sz="2800" b="1" i="1">
                  <a:ea typeface="宋体" panose="02010600030101010101" pitchFamily="2" charset="-122"/>
                </a:rPr>
                <a:t>in </a:t>
              </a:r>
              <a:r>
                <a:rPr lang="en-US" altLang="zh-CN" sz="2800" b="1">
                  <a:ea typeface="宋体" panose="02010600030101010101" pitchFamily="2" charset="-122"/>
                </a:rPr>
                <a:t>= </a:t>
              </a:r>
              <a:r>
                <a:rPr lang="en-US" altLang="zh-CN" sz="2800" b="1" i="1">
                  <a:ea typeface="宋体" panose="02010600030101010101" pitchFamily="2" charset="-122"/>
                </a:rPr>
                <a:t>integer</a:t>
              </a:r>
            </a:p>
          </p:txBody>
        </p:sp>
        <p:sp>
          <p:nvSpPr>
            <p:cNvPr id="34836" name="Rectangle 20">
              <a:extLst>
                <a:ext uri="{FF2B5EF4-FFF2-40B4-BE49-F238E27FC236}">
                  <a16:creationId xmlns:a16="http://schemas.microsoft.com/office/drawing/2014/main" id="{3FBE164E-2EA9-47B6-A702-B58DCC92FB0C}"/>
                </a:ext>
              </a:extLst>
            </p:cNvPr>
            <p:cNvSpPr>
              <a:spLocks noChangeArrowheads="1"/>
            </p:cNvSpPr>
            <p:nvPr/>
          </p:nvSpPr>
          <p:spPr bwMode="auto">
            <a:xfrm>
              <a:off x="1169" y="2916"/>
              <a:ext cx="15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r>
                <a:rPr lang="en-US" altLang="zh-CN" sz="2800" b="1">
                  <a:ea typeface="宋体" panose="02010600030101010101" pitchFamily="2" charset="-122"/>
                </a:rPr>
                <a:t>.</a:t>
              </a:r>
              <a:r>
                <a:rPr lang="en-US" altLang="zh-CN" sz="2800" b="1" i="1">
                  <a:ea typeface="宋体" panose="02010600030101010101" pitchFamily="2" charset="-122"/>
                </a:rPr>
                <a:t>in </a:t>
              </a:r>
              <a:r>
                <a:rPr lang="en-US" altLang="zh-CN" sz="2800" b="1">
                  <a:ea typeface="宋体" panose="02010600030101010101" pitchFamily="2" charset="-122"/>
                </a:rPr>
                <a:t>= </a:t>
              </a:r>
              <a:r>
                <a:rPr lang="en-US" altLang="zh-CN" sz="2800" b="1" i="1">
                  <a:ea typeface="宋体" panose="02010600030101010101" pitchFamily="2" charset="-122"/>
                </a:rPr>
                <a:t>integer</a:t>
              </a:r>
            </a:p>
          </p:txBody>
        </p:sp>
        <p:sp>
          <p:nvSpPr>
            <p:cNvPr id="34837" name="Line 21">
              <a:extLst>
                <a:ext uri="{FF2B5EF4-FFF2-40B4-BE49-F238E27FC236}">
                  <a16:creationId xmlns:a16="http://schemas.microsoft.com/office/drawing/2014/main" id="{76FA4CDD-7354-4209-AA55-7C940AE574CF}"/>
                </a:ext>
              </a:extLst>
            </p:cNvPr>
            <p:cNvSpPr>
              <a:spLocks noChangeShapeType="1"/>
            </p:cNvSpPr>
            <p:nvPr/>
          </p:nvSpPr>
          <p:spPr bwMode="auto">
            <a:xfrm flipH="1">
              <a:off x="1836" y="2774"/>
              <a:ext cx="666" cy="1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38" name="Line 22">
              <a:extLst>
                <a:ext uri="{FF2B5EF4-FFF2-40B4-BE49-F238E27FC236}">
                  <a16:creationId xmlns:a16="http://schemas.microsoft.com/office/drawing/2014/main" id="{23D373E3-EE5C-4D2C-A95A-343FF8CAFDE0}"/>
                </a:ext>
              </a:extLst>
            </p:cNvPr>
            <p:cNvSpPr>
              <a:spLocks noChangeShapeType="1"/>
            </p:cNvSpPr>
            <p:nvPr/>
          </p:nvSpPr>
          <p:spPr bwMode="auto">
            <a:xfrm>
              <a:off x="2988" y="2777"/>
              <a:ext cx="667" cy="1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39" name="Rectangle 23">
              <a:extLst>
                <a:ext uri="{FF2B5EF4-FFF2-40B4-BE49-F238E27FC236}">
                  <a16:creationId xmlns:a16="http://schemas.microsoft.com/office/drawing/2014/main" id="{8A8EA4C2-C1A0-4058-8ADF-A08DD3DC5C49}"/>
                </a:ext>
              </a:extLst>
            </p:cNvPr>
            <p:cNvSpPr>
              <a:spLocks noChangeArrowheads="1"/>
            </p:cNvSpPr>
            <p:nvPr/>
          </p:nvSpPr>
          <p:spPr bwMode="auto">
            <a:xfrm>
              <a:off x="3578" y="2937"/>
              <a:ext cx="5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2</a:t>
              </a:r>
            </a:p>
          </p:txBody>
        </p:sp>
        <p:sp>
          <p:nvSpPr>
            <p:cNvPr id="34840" name="Rectangle 24">
              <a:extLst>
                <a:ext uri="{FF2B5EF4-FFF2-40B4-BE49-F238E27FC236}">
                  <a16:creationId xmlns:a16="http://schemas.microsoft.com/office/drawing/2014/main" id="{1D5493A5-09CC-4DAF-958A-6F3E645CE947}"/>
                </a:ext>
              </a:extLst>
            </p:cNvPr>
            <p:cNvSpPr>
              <a:spLocks noChangeArrowheads="1"/>
            </p:cNvSpPr>
            <p:nvPr/>
          </p:nvSpPr>
          <p:spPr bwMode="auto">
            <a:xfrm>
              <a:off x="1606" y="3400"/>
              <a:ext cx="5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1</a:t>
              </a:r>
            </a:p>
          </p:txBody>
        </p:sp>
        <p:sp>
          <p:nvSpPr>
            <p:cNvPr id="34841" name="Rectangle 25">
              <a:extLst>
                <a:ext uri="{FF2B5EF4-FFF2-40B4-BE49-F238E27FC236}">
                  <a16:creationId xmlns:a16="http://schemas.microsoft.com/office/drawing/2014/main" id="{A3ECBCD3-2ADD-4618-B2C8-6C048A2AA118}"/>
                </a:ext>
              </a:extLst>
            </p:cNvPr>
            <p:cNvSpPr>
              <a:spLocks noChangeArrowheads="1"/>
            </p:cNvSpPr>
            <p:nvPr/>
          </p:nvSpPr>
          <p:spPr bwMode="auto">
            <a:xfrm>
              <a:off x="2661" y="2891"/>
              <a:ext cx="24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grpSp>
      <p:sp>
        <p:nvSpPr>
          <p:cNvPr id="2" name="日期占位符 1">
            <a:extLst>
              <a:ext uri="{FF2B5EF4-FFF2-40B4-BE49-F238E27FC236}">
                <a16:creationId xmlns:a16="http://schemas.microsoft.com/office/drawing/2014/main" id="{FDF452C8-4D64-6843-AB06-BE936BD55A1D}"/>
              </a:ext>
            </a:extLst>
          </p:cNvPr>
          <p:cNvSpPr>
            <a:spLocks noGrp="1"/>
          </p:cNvSpPr>
          <p:nvPr>
            <p:ph type="dt" sz="half" idx="10"/>
          </p:nvPr>
        </p:nvSpPr>
        <p:spPr/>
        <p:txBody>
          <a:bodyPr/>
          <a:lstStyle/>
          <a:p>
            <a:fld id="{0F6B2F72-DD83-448F-95CA-767942E399B6}"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3CB7B73E-C474-4DFD-3DA3-408C45FB49F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25AAEFB2-9B95-09F1-0DF4-85DAB60EA260}"/>
              </a:ext>
            </a:extLst>
          </p:cNvPr>
          <p:cNvSpPr>
            <a:spLocks noGrp="1"/>
          </p:cNvSpPr>
          <p:nvPr>
            <p:ph type="sldNum" sz="quarter" idx="12"/>
          </p:nvPr>
        </p:nvSpPr>
        <p:spPr/>
        <p:txBody>
          <a:bodyPr/>
          <a:lstStyle/>
          <a:p>
            <a:fld id="{094DEB03-EFC6-4C20-8FC8-295189A5386F}" type="slidenum">
              <a:rPr lang="zh-CN" altLang="en-US" smtClean="0"/>
              <a:pPr/>
              <a:t>16</a:t>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059" name="组合 36058">
            <a:extLst>
              <a:ext uri="{FF2B5EF4-FFF2-40B4-BE49-F238E27FC236}">
                <a16:creationId xmlns:a16="http://schemas.microsoft.com/office/drawing/2014/main" id="{E9AD20A6-DF7C-E890-5844-0A25A04DC770}"/>
              </a:ext>
            </a:extLst>
          </p:cNvPr>
          <p:cNvGrpSpPr/>
          <p:nvPr/>
        </p:nvGrpSpPr>
        <p:grpSpPr>
          <a:xfrm>
            <a:off x="3523073" y="2487386"/>
            <a:ext cx="5215488" cy="3972321"/>
            <a:chOff x="5955223" y="4339808"/>
            <a:chExt cx="2783337" cy="2119899"/>
          </a:xfrm>
        </p:grpSpPr>
        <p:sp>
          <p:nvSpPr>
            <p:cNvPr id="35960" name="ïşḷíḍè">
              <a:extLst>
                <a:ext uri="{FF2B5EF4-FFF2-40B4-BE49-F238E27FC236}">
                  <a16:creationId xmlns:a16="http://schemas.microsoft.com/office/drawing/2014/main" id="{99A52687-6F83-BB28-68D6-4BD1AD1028FB}"/>
                </a:ext>
              </a:extLst>
            </p:cNvPr>
            <p:cNvSpPr/>
            <p:nvPr/>
          </p:nvSpPr>
          <p:spPr bwMode="auto">
            <a:xfrm>
              <a:off x="5955223" y="4339808"/>
              <a:ext cx="2783337" cy="2119899"/>
            </a:xfrm>
            <a:custGeom>
              <a:avLst/>
              <a:gdLst>
                <a:gd name="T0" fmla="*/ 1761 w 4093"/>
                <a:gd name="T1" fmla="*/ 67 h 3122"/>
                <a:gd name="T2" fmla="*/ 2350 w 4093"/>
                <a:gd name="T3" fmla="*/ 142 h 3122"/>
                <a:gd name="T4" fmla="*/ 3711 w 4093"/>
                <a:gd name="T5" fmla="*/ 1420 h 3122"/>
                <a:gd name="T6" fmla="*/ 3998 w 4093"/>
                <a:gd name="T7" fmla="*/ 2006 h 3122"/>
                <a:gd name="T8" fmla="*/ 3426 w 4093"/>
                <a:gd name="T9" fmla="*/ 3016 h 3122"/>
                <a:gd name="T10" fmla="*/ 2970 w 4093"/>
                <a:gd name="T11" fmla="*/ 3101 h 3122"/>
                <a:gd name="T12" fmla="*/ 2124 w 4093"/>
                <a:gd name="T13" fmla="*/ 3036 h 3122"/>
                <a:gd name="T14" fmla="*/ 1560 w 4093"/>
                <a:gd name="T15" fmla="*/ 2790 h 3122"/>
                <a:gd name="T16" fmla="*/ 273 w 4093"/>
                <a:gd name="T17" fmla="*/ 1710 h 3122"/>
                <a:gd name="T18" fmla="*/ 3 w 4093"/>
                <a:gd name="T19" fmla="*/ 1075 h 3122"/>
                <a:gd name="T20" fmla="*/ 384 w 4093"/>
                <a:gd name="T21" fmla="*/ 589 h 3122"/>
                <a:gd name="T22" fmla="*/ 690 w 4093"/>
                <a:gd name="T23" fmla="*/ 607 h 3122"/>
                <a:gd name="T24" fmla="*/ 1142 w 4093"/>
                <a:gd name="T25" fmla="*/ 647 h 3122"/>
                <a:gd name="T26" fmla="*/ 1523 w 4093"/>
                <a:gd name="T27" fmla="*/ 429 h 3122"/>
                <a:gd name="T28" fmla="*/ 1761 w 4093"/>
                <a:gd name="T29" fmla="*/ 67 h 3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93" h="3122">
                  <a:moveTo>
                    <a:pt x="1761" y="67"/>
                  </a:moveTo>
                  <a:cubicBezTo>
                    <a:pt x="1942" y="0"/>
                    <a:pt x="2162" y="57"/>
                    <a:pt x="2350" y="142"/>
                  </a:cubicBezTo>
                  <a:cubicBezTo>
                    <a:pt x="2940" y="406"/>
                    <a:pt x="3369" y="909"/>
                    <a:pt x="3711" y="1420"/>
                  </a:cubicBezTo>
                  <a:cubicBezTo>
                    <a:pt x="3834" y="1606"/>
                    <a:pt x="3952" y="1799"/>
                    <a:pt x="3998" y="2006"/>
                  </a:cubicBezTo>
                  <a:cubicBezTo>
                    <a:pt x="4093" y="2427"/>
                    <a:pt x="3846" y="2863"/>
                    <a:pt x="3426" y="3016"/>
                  </a:cubicBezTo>
                  <a:cubicBezTo>
                    <a:pt x="3284" y="3068"/>
                    <a:pt x="3127" y="3089"/>
                    <a:pt x="2970" y="3101"/>
                  </a:cubicBezTo>
                  <a:cubicBezTo>
                    <a:pt x="2690" y="3122"/>
                    <a:pt x="2401" y="3114"/>
                    <a:pt x="2124" y="3036"/>
                  </a:cubicBezTo>
                  <a:cubicBezTo>
                    <a:pt x="1927" y="2980"/>
                    <a:pt x="1740" y="2889"/>
                    <a:pt x="1560" y="2790"/>
                  </a:cubicBezTo>
                  <a:cubicBezTo>
                    <a:pt x="1060" y="2512"/>
                    <a:pt x="602" y="2151"/>
                    <a:pt x="273" y="1710"/>
                  </a:cubicBezTo>
                  <a:cubicBezTo>
                    <a:pt x="129" y="1516"/>
                    <a:pt x="7" y="1298"/>
                    <a:pt x="3" y="1075"/>
                  </a:cubicBezTo>
                  <a:cubicBezTo>
                    <a:pt x="0" y="852"/>
                    <a:pt x="145" y="627"/>
                    <a:pt x="384" y="589"/>
                  </a:cubicBezTo>
                  <a:cubicBezTo>
                    <a:pt x="483" y="574"/>
                    <a:pt x="588" y="590"/>
                    <a:pt x="690" y="607"/>
                  </a:cubicBezTo>
                  <a:cubicBezTo>
                    <a:pt x="841" y="631"/>
                    <a:pt x="993" y="657"/>
                    <a:pt x="1142" y="647"/>
                  </a:cubicBezTo>
                  <a:cubicBezTo>
                    <a:pt x="1295" y="635"/>
                    <a:pt x="1495" y="575"/>
                    <a:pt x="1523" y="429"/>
                  </a:cubicBezTo>
                  <a:cubicBezTo>
                    <a:pt x="1552" y="271"/>
                    <a:pt x="1581" y="134"/>
                    <a:pt x="1761" y="67"/>
                  </a:cubicBezTo>
                </a:path>
              </a:pathLst>
            </a:custGeom>
            <a:solidFill>
              <a:srgbClr val="4285F4">
                <a:alpha val="20000"/>
              </a:srgbClr>
            </a:solidFill>
            <a:ln>
              <a:noFill/>
            </a:ln>
          </p:spPr>
          <p:txBody>
            <a:bodyPr anchor="ctr"/>
            <a:lstStyle/>
            <a:p>
              <a:pPr algn="ctr"/>
              <a:endParaRPr b="1"/>
            </a:p>
          </p:txBody>
        </p:sp>
        <p:sp>
          <p:nvSpPr>
            <p:cNvPr id="36053" name="iŝļíḑé">
              <a:extLst>
                <a:ext uri="{FF2B5EF4-FFF2-40B4-BE49-F238E27FC236}">
                  <a16:creationId xmlns:a16="http://schemas.microsoft.com/office/drawing/2014/main" id="{9B207B82-0912-936A-69CC-D6395405EFCC}"/>
                </a:ext>
              </a:extLst>
            </p:cNvPr>
            <p:cNvSpPr/>
            <p:nvPr/>
          </p:nvSpPr>
          <p:spPr bwMode="auto">
            <a:xfrm>
              <a:off x="7438276" y="4453990"/>
              <a:ext cx="1150568" cy="1724018"/>
            </a:xfrm>
            <a:custGeom>
              <a:avLst/>
              <a:gdLst>
                <a:gd name="T0" fmla="*/ 676 w 1074"/>
                <a:gd name="T1" fmla="*/ 1611 h 1611"/>
                <a:gd name="T2" fmla="*/ 399 w 1074"/>
                <a:gd name="T3" fmla="*/ 1611 h 1611"/>
                <a:gd name="T4" fmla="*/ 399 w 1074"/>
                <a:gd name="T5" fmla="*/ 1338 h 1611"/>
                <a:gd name="T6" fmla="*/ 676 w 1074"/>
                <a:gd name="T7" fmla="*/ 1338 h 1611"/>
                <a:gd name="T8" fmla="*/ 676 w 1074"/>
                <a:gd name="T9" fmla="*/ 1611 h 1611"/>
                <a:gd name="T10" fmla="*/ 672 w 1074"/>
                <a:gd name="T11" fmla="*/ 1200 h 1611"/>
                <a:gd name="T12" fmla="*/ 403 w 1074"/>
                <a:gd name="T13" fmla="*/ 1200 h 1611"/>
                <a:gd name="T14" fmla="*/ 806 w 1074"/>
                <a:gd name="T15" fmla="*/ 533 h 1611"/>
                <a:gd name="T16" fmla="*/ 537 w 1074"/>
                <a:gd name="T17" fmla="*/ 267 h 1611"/>
                <a:gd name="T18" fmla="*/ 269 w 1074"/>
                <a:gd name="T19" fmla="*/ 537 h 1611"/>
                <a:gd name="T20" fmla="*/ 0 w 1074"/>
                <a:gd name="T21" fmla="*/ 537 h 1611"/>
                <a:gd name="T22" fmla="*/ 535 w 1074"/>
                <a:gd name="T23" fmla="*/ 0 h 1611"/>
                <a:gd name="T24" fmla="*/ 537 w 1074"/>
                <a:gd name="T25" fmla="*/ 0 h 1611"/>
                <a:gd name="T26" fmla="*/ 1074 w 1074"/>
                <a:gd name="T27" fmla="*/ 533 h 1611"/>
                <a:gd name="T28" fmla="*/ 671 w 1074"/>
                <a:gd name="T29" fmla="*/ 1200 h 1611"/>
                <a:gd name="T30" fmla="*/ 672 w 1074"/>
                <a:gd name="T31" fmla="*/ 1200 h 1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74" h="1611">
                  <a:moveTo>
                    <a:pt x="676" y="1611"/>
                  </a:moveTo>
                  <a:cubicBezTo>
                    <a:pt x="399" y="1611"/>
                    <a:pt x="399" y="1611"/>
                    <a:pt x="399" y="1611"/>
                  </a:cubicBezTo>
                  <a:cubicBezTo>
                    <a:pt x="399" y="1338"/>
                    <a:pt x="399" y="1338"/>
                    <a:pt x="399" y="1338"/>
                  </a:cubicBezTo>
                  <a:cubicBezTo>
                    <a:pt x="676" y="1338"/>
                    <a:pt x="676" y="1338"/>
                    <a:pt x="676" y="1338"/>
                  </a:cubicBezTo>
                  <a:lnTo>
                    <a:pt x="676" y="1611"/>
                  </a:lnTo>
                  <a:close/>
                  <a:moveTo>
                    <a:pt x="672" y="1200"/>
                  </a:moveTo>
                  <a:cubicBezTo>
                    <a:pt x="403" y="1200"/>
                    <a:pt x="403" y="1200"/>
                    <a:pt x="403" y="1200"/>
                  </a:cubicBezTo>
                  <a:cubicBezTo>
                    <a:pt x="403" y="776"/>
                    <a:pt x="806" y="801"/>
                    <a:pt x="806" y="533"/>
                  </a:cubicBezTo>
                  <a:cubicBezTo>
                    <a:pt x="806" y="385"/>
                    <a:pt x="685" y="267"/>
                    <a:pt x="537" y="267"/>
                  </a:cubicBezTo>
                  <a:cubicBezTo>
                    <a:pt x="389" y="267"/>
                    <a:pt x="269" y="394"/>
                    <a:pt x="269" y="537"/>
                  </a:cubicBezTo>
                  <a:cubicBezTo>
                    <a:pt x="0" y="537"/>
                    <a:pt x="0" y="537"/>
                    <a:pt x="0" y="537"/>
                  </a:cubicBezTo>
                  <a:cubicBezTo>
                    <a:pt x="0" y="241"/>
                    <a:pt x="239" y="0"/>
                    <a:pt x="535" y="0"/>
                  </a:cubicBezTo>
                  <a:cubicBezTo>
                    <a:pt x="536" y="0"/>
                    <a:pt x="536" y="0"/>
                    <a:pt x="537" y="0"/>
                  </a:cubicBezTo>
                  <a:cubicBezTo>
                    <a:pt x="834" y="0"/>
                    <a:pt x="1074" y="236"/>
                    <a:pt x="1074" y="533"/>
                  </a:cubicBezTo>
                  <a:cubicBezTo>
                    <a:pt x="1074" y="868"/>
                    <a:pt x="671" y="906"/>
                    <a:pt x="671" y="1200"/>
                  </a:cubicBezTo>
                  <a:lnTo>
                    <a:pt x="672" y="1200"/>
                  </a:lnTo>
                  <a:close/>
                </a:path>
              </a:pathLst>
            </a:custGeom>
            <a:solidFill>
              <a:srgbClr val="4285F4">
                <a:alpha val="50000"/>
              </a:srgbClr>
            </a:solidFill>
            <a:ln>
              <a:noFill/>
            </a:ln>
          </p:spPr>
          <p:txBody>
            <a:bodyPr anchor="ctr"/>
            <a:lstStyle/>
            <a:p>
              <a:pPr algn="ctr"/>
              <a:endParaRPr b="1"/>
            </a:p>
          </p:txBody>
        </p:sp>
        <p:sp>
          <p:nvSpPr>
            <p:cNvPr id="36054" name="i$ļîdè">
              <a:extLst>
                <a:ext uri="{FF2B5EF4-FFF2-40B4-BE49-F238E27FC236}">
                  <a16:creationId xmlns:a16="http://schemas.microsoft.com/office/drawing/2014/main" id="{602E0D3F-50FE-A315-B7CE-7E0A2B27D775}"/>
                </a:ext>
              </a:extLst>
            </p:cNvPr>
            <p:cNvSpPr/>
            <p:nvPr/>
          </p:nvSpPr>
          <p:spPr bwMode="auto">
            <a:xfrm>
              <a:off x="6603918" y="5110327"/>
              <a:ext cx="187780" cy="280119"/>
            </a:xfrm>
            <a:custGeom>
              <a:avLst/>
              <a:gdLst>
                <a:gd name="T0" fmla="*/ 174 w 276"/>
                <a:gd name="T1" fmla="*/ 343 h 413"/>
                <a:gd name="T2" fmla="*/ 102 w 276"/>
                <a:gd name="T3" fmla="*/ 343 h 413"/>
                <a:gd name="T4" fmla="*/ 102 w 276"/>
                <a:gd name="T5" fmla="*/ 413 h 413"/>
                <a:gd name="T6" fmla="*/ 174 w 276"/>
                <a:gd name="T7" fmla="*/ 413 h 413"/>
                <a:gd name="T8" fmla="*/ 174 w 276"/>
                <a:gd name="T9" fmla="*/ 343 h 413"/>
                <a:gd name="T10" fmla="*/ 138 w 276"/>
                <a:gd name="T11" fmla="*/ 0 h 413"/>
                <a:gd name="T12" fmla="*/ 0 w 276"/>
                <a:gd name="T13" fmla="*/ 136 h 413"/>
                <a:gd name="T14" fmla="*/ 69 w 276"/>
                <a:gd name="T15" fmla="*/ 136 h 413"/>
                <a:gd name="T16" fmla="*/ 138 w 276"/>
                <a:gd name="T17" fmla="*/ 67 h 413"/>
                <a:gd name="T18" fmla="*/ 138 w 276"/>
                <a:gd name="T19" fmla="*/ 67 h 413"/>
                <a:gd name="T20" fmla="*/ 138 w 276"/>
                <a:gd name="T21" fmla="*/ 67 h 413"/>
                <a:gd name="T22" fmla="*/ 207 w 276"/>
                <a:gd name="T23" fmla="*/ 135 h 413"/>
                <a:gd name="T24" fmla="*/ 103 w 276"/>
                <a:gd name="T25" fmla="*/ 307 h 413"/>
                <a:gd name="T26" fmla="*/ 172 w 276"/>
                <a:gd name="T27" fmla="*/ 307 h 413"/>
                <a:gd name="T28" fmla="*/ 172 w 276"/>
                <a:gd name="T29" fmla="*/ 307 h 413"/>
                <a:gd name="T30" fmla="*/ 276 w 276"/>
                <a:gd name="T31" fmla="*/ 135 h 413"/>
                <a:gd name="T32" fmla="*/ 140 w 276"/>
                <a:gd name="T33" fmla="*/ 0 h 413"/>
                <a:gd name="T34" fmla="*/ 138 w 276"/>
                <a:gd name="T35" fmla="*/ 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6" h="413">
                  <a:moveTo>
                    <a:pt x="174" y="343"/>
                  </a:moveTo>
                  <a:cubicBezTo>
                    <a:pt x="102" y="343"/>
                    <a:pt x="102" y="343"/>
                    <a:pt x="102" y="343"/>
                  </a:cubicBezTo>
                  <a:cubicBezTo>
                    <a:pt x="102" y="413"/>
                    <a:pt x="102" y="413"/>
                    <a:pt x="102" y="413"/>
                  </a:cubicBezTo>
                  <a:cubicBezTo>
                    <a:pt x="174" y="413"/>
                    <a:pt x="174" y="413"/>
                    <a:pt x="174" y="413"/>
                  </a:cubicBezTo>
                  <a:cubicBezTo>
                    <a:pt x="174" y="343"/>
                    <a:pt x="174" y="343"/>
                    <a:pt x="174" y="343"/>
                  </a:cubicBezTo>
                  <a:moveTo>
                    <a:pt x="138" y="0"/>
                  </a:moveTo>
                  <a:cubicBezTo>
                    <a:pt x="62" y="0"/>
                    <a:pt x="1" y="61"/>
                    <a:pt x="0" y="136"/>
                  </a:cubicBezTo>
                  <a:cubicBezTo>
                    <a:pt x="69" y="136"/>
                    <a:pt x="69" y="136"/>
                    <a:pt x="69" y="136"/>
                  </a:cubicBezTo>
                  <a:cubicBezTo>
                    <a:pt x="69" y="98"/>
                    <a:pt x="100" y="68"/>
                    <a:pt x="138" y="67"/>
                  </a:cubicBezTo>
                  <a:cubicBezTo>
                    <a:pt x="138" y="67"/>
                    <a:pt x="138" y="67"/>
                    <a:pt x="138" y="67"/>
                  </a:cubicBezTo>
                  <a:cubicBezTo>
                    <a:pt x="138" y="67"/>
                    <a:pt x="138" y="67"/>
                    <a:pt x="138" y="67"/>
                  </a:cubicBezTo>
                  <a:cubicBezTo>
                    <a:pt x="176" y="67"/>
                    <a:pt x="207" y="97"/>
                    <a:pt x="207" y="135"/>
                  </a:cubicBezTo>
                  <a:cubicBezTo>
                    <a:pt x="207" y="205"/>
                    <a:pt x="103" y="198"/>
                    <a:pt x="103" y="307"/>
                  </a:cubicBezTo>
                  <a:cubicBezTo>
                    <a:pt x="172" y="307"/>
                    <a:pt x="172" y="307"/>
                    <a:pt x="172" y="307"/>
                  </a:cubicBezTo>
                  <a:cubicBezTo>
                    <a:pt x="172" y="307"/>
                    <a:pt x="172" y="307"/>
                    <a:pt x="172" y="307"/>
                  </a:cubicBezTo>
                  <a:cubicBezTo>
                    <a:pt x="172" y="232"/>
                    <a:pt x="276" y="222"/>
                    <a:pt x="276" y="135"/>
                  </a:cubicBezTo>
                  <a:cubicBezTo>
                    <a:pt x="275" y="61"/>
                    <a:pt x="214" y="1"/>
                    <a:pt x="140" y="0"/>
                  </a:cubicBezTo>
                  <a:cubicBezTo>
                    <a:pt x="139" y="0"/>
                    <a:pt x="139" y="0"/>
                    <a:pt x="138" y="0"/>
                  </a:cubicBezTo>
                </a:path>
              </a:pathLst>
            </a:custGeom>
            <a:solidFill>
              <a:srgbClr val="4285F4">
                <a:alpha val="20000"/>
              </a:srgbClr>
            </a:solidFill>
            <a:ln>
              <a:noFill/>
            </a:ln>
          </p:spPr>
          <p:txBody>
            <a:bodyPr anchor="ctr"/>
            <a:lstStyle/>
            <a:p>
              <a:pPr algn="ctr"/>
              <a:endParaRPr b="1"/>
            </a:p>
          </p:txBody>
        </p:sp>
        <p:sp>
          <p:nvSpPr>
            <p:cNvPr id="36055" name="is1îḓé">
              <a:extLst>
                <a:ext uri="{FF2B5EF4-FFF2-40B4-BE49-F238E27FC236}">
                  <a16:creationId xmlns:a16="http://schemas.microsoft.com/office/drawing/2014/main" id="{81BC0DB0-23CD-E044-247B-0E0872A9BAB3}"/>
                </a:ext>
              </a:extLst>
            </p:cNvPr>
            <p:cNvSpPr/>
            <p:nvPr/>
          </p:nvSpPr>
          <p:spPr bwMode="auto">
            <a:xfrm>
              <a:off x="6971719" y="5442434"/>
              <a:ext cx="187780" cy="280894"/>
            </a:xfrm>
            <a:custGeom>
              <a:avLst/>
              <a:gdLst>
                <a:gd name="T0" fmla="*/ 174 w 277"/>
                <a:gd name="T1" fmla="*/ 343 h 413"/>
                <a:gd name="T2" fmla="*/ 103 w 277"/>
                <a:gd name="T3" fmla="*/ 343 h 413"/>
                <a:gd name="T4" fmla="*/ 103 w 277"/>
                <a:gd name="T5" fmla="*/ 413 h 413"/>
                <a:gd name="T6" fmla="*/ 174 w 277"/>
                <a:gd name="T7" fmla="*/ 413 h 413"/>
                <a:gd name="T8" fmla="*/ 174 w 277"/>
                <a:gd name="T9" fmla="*/ 343 h 413"/>
                <a:gd name="T10" fmla="*/ 138 w 277"/>
                <a:gd name="T11" fmla="*/ 0 h 413"/>
                <a:gd name="T12" fmla="*/ 0 w 277"/>
                <a:gd name="T13" fmla="*/ 136 h 413"/>
                <a:gd name="T14" fmla="*/ 69 w 277"/>
                <a:gd name="T15" fmla="*/ 136 h 413"/>
                <a:gd name="T16" fmla="*/ 138 w 277"/>
                <a:gd name="T17" fmla="*/ 67 h 413"/>
                <a:gd name="T18" fmla="*/ 138 w 277"/>
                <a:gd name="T19" fmla="*/ 67 h 413"/>
                <a:gd name="T20" fmla="*/ 139 w 277"/>
                <a:gd name="T21" fmla="*/ 67 h 413"/>
                <a:gd name="T22" fmla="*/ 207 w 277"/>
                <a:gd name="T23" fmla="*/ 135 h 413"/>
                <a:gd name="T24" fmla="*/ 104 w 277"/>
                <a:gd name="T25" fmla="*/ 307 h 413"/>
                <a:gd name="T26" fmla="*/ 173 w 277"/>
                <a:gd name="T27" fmla="*/ 307 h 413"/>
                <a:gd name="T28" fmla="*/ 276 w 277"/>
                <a:gd name="T29" fmla="*/ 135 h 413"/>
                <a:gd name="T30" fmla="*/ 140 w 277"/>
                <a:gd name="T31" fmla="*/ 0 h 413"/>
                <a:gd name="T32" fmla="*/ 138 w 277"/>
                <a:gd name="T33" fmla="*/ 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7" h="413">
                  <a:moveTo>
                    <a:pt x="174" y="343"/>
                  </a:moveTo>
                  <a:cubicBezTo>
                    <a:pt x="103" y="343"/>
                    <a:pt x="103" y="343"/>
                    <a:pt x="103" y="343"/>
                  </a:cubicBezTo>
                  <a:cubicBezTo>
                    <a:pt x="103" y="413"/>
                    <a:pt x="103" y="413"/>
                    <a:pt x="103" y="413"/>
                  </a:cubicBezTo>
                  <a:cubicBezTo>
                    <a:pt x="174" y="413"/>
                    <a:pt x="174" y="413"/>
                    <a:pt x="174" y="413"/>
                  </a:cubicBezTo>
                  <a:cubicBezTo>
                    <a:pt x="174" y="343"/>
                    <a:pt x="174" y="343"/>
                    <a:pt x="174" y="343"/>
                  </a:cubicBezTo>
                  <a:moveTo>
                    <a:pt x="138" y="0"/>
                  </a:moveTo>
                  <a:cubicBezTo>
                    <a:pt x="62" y="0"/>
                    <a:pt x="1" y="60"/>
                    <a:pt x="0" y="136"/>
                  </a:cubicBezTo>
                  <a:cubicBezTo>
                    <a:pt x="69" y="136"/>
                    <a:pt x="69" y="136"/>
                    <a:pt x="69" y="136"/>
                  </a:cubicBezTo>
                  <a:cubicBezTo>
                    <a:pt x="69" y="98"/>
                    <a:pt x="100" y="67"/>
                    <a:pt x="138" y="67"/>
                  </a:cubicBezTo>
                  <a:cubicBezTo>
                    <a:pt x="138" y="67"/>
                    <a:pt x="138" y="67"/>
                    <a:pt x="138" y="67"/>
                  </a:cubicBezTo>
                  <a:cubicBezTo>
                    <a:pt x="138" y="67"/>
                    <a:pt x="139" y="67"/>
                    <a:pt x="139" y="67"/>
                  </a:cubicBezTo>
                  <a:cubicBezTo>
                    <a:pt x="176" y="67"/>
                    <a:pt x="207" y="97"/>
                    <a:pt x="207" y="135"/>
                  </a:cubicBezTo>
                  <a:cubicBezTo>
                    <a:pt x="207" y="204"/>
                    <a:pt x="104" y="198"/>
                    <a:pt x="104" y="307"/>
                  </a:cubicBezTo>
                  <a:cubicBezTo>
                    <a:pt x="173" y="307"/>
                    <a:pt x="173" y="307"/>
                    <a:pt x="173" y="307"/>
                  </a:cubicBezTo>
                  <a:cubicBezTo>
                    <a:pt x="173" y="231"/>
                    <a:pt x="277" y="222"/>
                    <a:pt x="276" y="135"/>
                  </a:cubicBezTo>
                  <a:cubicBezTo>
                    <a:pt x="275" y="60"/>
                    <a:pt x="214" y="1"/>
                    <a:pt x="140" y="0"/>
                  </a:cubicBezTo>
                  <a:cubicBezTo>
                    <a:pt x="139" y="0"/>
                    <a:pt x="139" y="0"/>
                    <a:pt x="138" y="0"/>
                  </a:cubicBezTo>
                </a:path>
              </a:pathLst>
            </a:custGeom>
            <a:solidFill>
              <a:srgbClr val="4285F4">
                <a:alpha val="20000"/>
              </a:srgbClr>
            </a:solidFill>
            <a:ln>
              <a:noFill/>
            </a:ln>
          </p:spPr>
          <p:txBody>
            <a:bodyPr anchor="ctr"/>
            <a:lstStyle/>
            <a:p>
              <a:pPr algn="ctr"/>
              <a:endParaRPr b="1"/>
            </a:p>
          </p:txBody>
        </p:sp>
        <p:sp>
          <p:nvSpPr>
            <p:cNvPr id="36056" name="îṡļîdè">
              <a:extLst>
                <a:ext uri="{FF2B5EF4-FFF2-40B4-BE49-F238E27FC236}">
                  <a16:creationId xmlns:a16="http://schemas.microsoft.com/office/drawing/2014/main" id="{E7897772-8662-E195-7C9C-AB8AEDCEFC7A}"/>
                </a:ext>
              </a:extLst>
            </p:cNvPr>
            <p:cNvSpPr/>
            <p:nvPr/>
          </p:nvSpPr>
          <p:spPr bwMode="auto">
            <a:xfrm>
              <a:off x="7227007" y="4930307"/>
              <a:ext cx="136567" cy="204075"/>
            </a:xfrm>
            <a:custGeom>
              <a:avLst/>
              <a:gdLst>
                <a:gd name="T0" fmla="*/ 126 w 201"/>
                <a:gd name="T1" fmla="*/ 250 h 301"/>
                <a:gd name="T2" fmla="*/ 75 w 201"/>
                <a:gd name="T3" fmla="*/ 250 h 301"/>
                <a:gd name="T4" fmla="*/ 75 w 201"/>
                <a:gd name="T5" fmla="*/ 301 h 301"/>
                <a:gd name="T6" fmla="*/ 126 w 201"/>
                <a:gd name="T7" fmla="*/ 301 h 301"/>
                <a:gd name="T8" fmla="*/ 126 w 201"/>
                <a:gd name="T9" fmla="*/ 250 h 301"/>
                <a:gd name="T10" fmla="*/ 101 w 201"/>
                <a:gd name="T11" fmla="*/ 0 h 301"/>
                <a:gd name="T12" fmla="*/ 100 w 201"/>
                <a:gd name="T13" fmla="*/ 0 h 301"/>
                <a:gd name="T14" fmla="*/ 0 w 201"/>
                <a:gd name="T15" fmla="*/ 101 h 301"/>
                <a:gd name="T16" fmla="*/ 50 w 201"/>
                <a:gd name="T17" fmla="*/ 101 h 301"/>
                <a:gd name="T18" fmla="*/ 101 w 201"/>
                <a:gd name="T19" fmla="*/ 50 h 301"/>
                <a:gd name="T20" fmla="*/ 101 w 201"/>
                <a:gd name="T21" fmla="*/ 50 h 301"/>
                <a:gd name="T22" fmla="*/ 101 w 201"/>
                <a:gd name="T23" fmla="*/ 50 h 301"/>
                <a:gd name="T24" fmla="*/ 151 w 201"/>
                <a:gd name="T25" fmla="*/ 100 h 301"/>
                <a:gd name="T26" fmla="*/ 76 w 201"/>
                <a:gd name="T27" fmla="*/ 224 h 301"/>
                <a:gd name="T28" fmla="*/ 126 w 201"/>
                <a:gd name="T29" fmla="*/ 224 h 301"/>
                <a:gd name="T30" fmla="*/ 201 w 201"/>
                <a:gd name="T31" fmla="*/ 100 h 301"/>
                <a:gd name="T32" fmla="*/ 101 w 201"/>
                <a:gd name="T33"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1" h="301">
                  <a:moveTo>
                    <a:pt x="126" y="250"/>
                  </a:moveTo>
                  <a:cubicBezTo>
                    <a:pt x="75" y="250"/>
                    <a:pt x="75" y="250"/>
                    <a:pt x="75" y="250"/>
                  </a:cubicBezTo>
                  <a:cubicBezTo>
                    <a:pt x="75" y="301"/>
                    <a:pt x="75" y="301"/>
                    <a:pt x="75" y="301"/>
                  </a:cubicBezTo>
                  <a:cubicBezTo>
                    <a:pt x="126" y="301"/>
                    <a:pt x="126" y="301"/>
                    <a:pt x="126" y="301"/>
                  </a:cubicBezTo>
                  <a:cubicBezTo>
                    <a:pt x="126" y="250"/>
                    <a:pt x="126" y="250"/>
                    <a:pt x="126" y="250"/>
                  </a:cubicBezTo>
                  <a:moveTo>
                    <a:pt x="101" y="0"/>
                  </a:moveTo>
                  <a:cubicBezTo>
                    <a:pt x="100" y="0"/>
                    <a:pt x="100" y="0"/>
                    <a:pt x="100" y="0"/>
                  </a:cubicBezTo>
                  <a:cubicBezTo>
                    <a:pt x="45" y="0"/>
                    <a:pt x="0" y="45"/>
                    <a:pt x="0" y="101"/>
                  </a:cubicBezTo>
                  <a:cubicBezTo>
                    <a:pt x="50" y="101"/>
                    <a:pt x="50" y="101"/>
                    <a:pt x="50" y="101"/>
                  </a:cubicBezTo>
                  <a:cubicBezTo>
                    <a:pt x="51" y="73"/>
                    <a:pt x="73" y="51"/>
                    <a:pt x="101" y="50"/>
                  </a:cubicBezTo>
                  <a:cubicBezTo>
                    <a:pt x="101" y="50"/>
                    <a:pt x="101" y="50"/>
                    <a:pt x="101" y="50"/>
                  </a:cubicBezTo>
                  <a:cubicBezTo>
                    <a:pt x="101" y="50"/>
                    <a:pt x="101" y="50"/>
                    <a:pt x="101" y="50"/>
                  </a:cubicBezTo>
                  <a:cubicBezTo>
                    <a:pt x="128" y="50"/>
                    <a:pt x="151" y="72"/>
                    <a:pt x="151" y="100"/>
                  </a:cubicBezTo>
                  <a:cubicBezTo>
                    <a:pt x="151" y="150"/>
                    <a:pt x="76" y="145"/>
                    <a:pt x="76" y="224"/>
                  </a:cubicBezTo>
                  <a:cubicBezTo>
                    <a:pt x="126" y="224"/>
                    <a:pt x="126" y="224"/>
                    <a:pt x="126" y="224"/>
                  </a:cubicBezTo>
                  <a:cubicBezTo>
                    <a:pt x="126" y="170"/>
                    <a:pt x="201" y="162"/>
                    <a:pt x="201" y="100"/>
                  </a:cubicBezTo>
                  <a:cubicBezTo>
                    <a:pt x="201" y="45"/>
                    <a:pt x="156" y="0"/>
                    <a:pt x="101" y="0"/>
                  </a:cubicBezTo>
                </a:path>
              </a:pathLst>
            </a:custGeom>
            <a:solidFill>
              <a:srgbClr val="4285F4">
                <a:alpha val="20000"/>
              </a:srgbClr>
            </a:solidFill>
            <a:ln>
              <a:noFill/>
            </a:ln>
          </p:spPr>
          <p:txBody>
            <a:bodyPr anchor="ctr"/>
            <a:lstStyle/>
            <a:p>
              <a:pPr algn="ctr"/>
              <a:endParaRPr b="1"/>
            </a:p>
          </p:txBody>
        </p:sp>
        <p:sp>
          <p:nvSpPr>
            <p:cNvPr id="36057" name="îŝḻiḓé">
              <a:extLst>
                <a:ext uri="{FF2B5EF4-FFF2-40B4-BE49-F238E27FC236}">
                  <a16:creationId xmlns:a16="http://schemas.microsoft.com/office/drawing/2014/main" id="{0F94BB7C-5523-5D9A-7687-3542F8F67A80}"/>
                </a:ext>
              </a:extLst>
            </p:cNvPr>
            <p:cNvSpPr/>
            <p:nvPr/>
          </p:nvSpPr>
          <p:spPr bwMode="auto">
            <a:xfrm>
              <a:off x="7864839" y="5068426"/>
              <a:ext cx="77595" cy="114841"/>
            </a:xfrm>
            <a:custGeom>
              <a:avLst/>
              <a:gdLst>
                <a:gd name="T0" fmla="*/ 72 w 114"/>
                <a:gd name="T1" fmla="*/ 140 h 169"/>
                <a:gd name="T2" fmla="*/ 43 w 114"/>
                <a:gd name="T3" fmla="*/ 140 h 169"/>
                <a:gd name="T4" fmla="*/ 43 w 114"/>
                <a:gd name="T5" fmla="*/ 169 h 169"/>
                <a:gd name="T6" fmla="*/ 72 w 114"/>
                <a:gd name="T7" fmla="*/ 169 h 169"/>
                <a:gd name="T8" fmla="*/ 72 w 114"/>
                <a:gd name="T9" fmla="*/ 140 h 169"/>
                <a:gd name="T10" fmla="*/ 57 w 114"/>
                <a:gd name="T11" fmla="*/ 0 h 169"/>
                <a:gd name="T12" fmla="*/ 0 w 114"/>
                <a:gd name="T13" fmla="*/ 56 h 169"/>
                <a:gd name="T14" fmla="*/ 29 w 114"/>
                <a:gd name="T15" fmla="*/ 56 h 169"/>
                <a:gd name="T16" fmla="*/ 57 w 114"/>
                <a:gd name="T17" fmla="*/ 27 h 169"/>
                <a:gd name="T18" fmla="*/ 57 w 114"/>
                <a:gd name="T19" fmla="*/ 27 h 169"/>
                <a:gd name="T20" fmla="*/ 85 w 114"/>
                <a:gd name="T21" fmla="*/ 55 h 169"/>
                <a:gd name="T22" fmla="*/ 43 w 114"/>
                <a:gd name="T23" fmla="*/ 126 h 169"/>
                <a:gd name="T24" fmla="*/ 71 w 114"/>
                <a:gd name="T25" fmla="*/ 126 h 169"/>
                <a:gd name="T26" fmla="*/ 114 w 114"/>
                <a:gd name="T27" fmla="*/ 55 h 169"/>
                <a:gd name="T28" fmla="*/ 58 w 114"/>
                <a:gd name="T29" fmla="*/ 0 h 169"/>
                <a:gd name="T30" fmla="*/ 57 w 114"/>
                <a:gd name="T31" fmla="*/ 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4" h="169">
                  <a:moveTo>
                    <a:pt x="72" y="140"/>
                  </a:moveTo>
                  <a:cubicBezTo>
                    <a:pt x="43" y="140"/>
                    <a:pt x="43" y="140"/>
                    <a:pt x="43" y="140"/>
                  </a:cubicBezTo>
                  <a:cubicBezTo>
                    <a:pt x="43" y="169"/>
                    <a:pt x="43" y="169"/>
                    <a:pt x="43" y="169"/>
                  </a:cubicBezTo>
                  <a:cubicBezTo>
                    <a:pt x="72" y="169"/>
                    <a:pt x="72" y="169"/>
                    <a:pt x="72" y="169"/>
                  </a:cubicBezTo>
                  <a:cubicBezTo>
                    <a:pt x="72" y="140"/>
                    <a:pt x="72" y="140"/>
                    <a:pt x="72" y="140"/>
                  </a:cubicBezTo>
                  <a:moveTo>
                    <a:pt x="57" y="0"/>
                  </a:moveTo>
                  <a:cubicBezTo>
                    <a:pt x="26" y="0"/>
                    <a:pt x="1" y="25"/>
                    <a:pt x="0" y="56"/>
                  </a:cubicBezTo>
                  <a:cubicBezTo>
                    <a:pt x="29" y="56"/>
                    <a:pt x="29" y="56"/>
                    <a:pt x="29" y="56"/>
                  </a:cubicBezTo>
                  <a:cubicBezTo>
                    <a:pt x="29" y="40"/>
                    <a:pt x="41" y="28"/>
                    <a:pt x="57" y="27"/>
                  </a:cubicBezTo>
                  <a:cubicBezTo>
                    <a:pt x="57" y="27"/>
                    <a:pt x="57" y="27"/>
                    <a:pt x="57" y="27"/>
                  </a:cubicBezTo>
                  <a:cubicBezTo>
                    <a:pt x="73" y="27"/>
                    <a:pt x="85" y="40"/>
                    <a:pt x="85" y="55"/>
                  </a:cubicBezTo>
                  <a:cubicBezTo>
                    <a:pt x="85" y="84"/>
                    <a:pt x="43" y="81"/>
                    <a:pt x="43" y="126"/>
                  </a:cubicBezTo>
                  <a:cubicBezTo>
                    <a:pt x="71" y="126"/>
                    <a:pt x="71" y="126"/>
                    <a:pt x="71" y="126"/>
                  </a:cubicBezTo>
                  <a:cubicBezTo>
                    <a:pt x="71" y="95"/>
                    <a:pt x="114" y="90"/>
                    <a:pt x="114" y="55"/>
                  </a:cubicBezTo>
                  <a:cubicBezTo>
                    <a:pt x="113" y="25"/>
                    <a:pt x="88" y="1"/>
                    <a:pt x="58" y="0"/>
                  </a:cubicBezTo>
                  <a:cubicBezTo>
                    <a:pt x="58" y="0"/>
                    <a:pt x="57" y="0"/>
                    <a:pt x="57" y="0"/>
                  </a:cubicBezTo>
                </a:path>
              </a:pathLst>
            </a:custGeom>
            <a:solidFill>
              <a:srgbClr val="4285F4">
                <a:alpha val="20000"/>
              </a:srgbClr>
            </a:solidFill>
            <a:ln>
              <a:noFill/>
            </a:ln>
          </p:spPr>
          <p:txBody>
            <a:bodyPr anchor="ctr"/>
            <a:lstStyle/>
            <a:p>
              <a:pPr algn="ctr"/>
              <a:endParaRPr b="1"/>
            </a:p>
          </p:txBody>
        </p:sp>
      </p:grpSp>
      <p:sp>
        <p:nvSpPr>
          <p:cNvPr id="35842" name="标题 1">
            <a:extLst>
              <a:ext uri="{FF2B5EF4-FFF2-40B4-BE49-F238E27FC236}">
                <a16:creationId xmlns:a16="http://schemas.microsoft.com/office/drawing/2014/main" id="{CFEB9F4D-3067-4210-9067-72E0D2368BED}"/>
              </a:ext>
            </a:extLst>
          </p:cNvPr>
          <p:cNvSpPr>
            <a:spLocks noGrp="1"/>
          </p:cNvSpPr>
          <p:nvPr>
            <p:ph type="title"/>
          </p:nvPr>
        </p:nvSpPr>
        <p:spPr/>
        <p:txBody>
          <a:bodyPr/>
          <a:lstStyle/>
          <a:p>
            <a:r>
              <a:rPr lang="en-US" altLang="zh-CN" dirty="0"/>
              <a:t>4.1.3 </a:t>
            </a:r>
            <a:r>
              <a:rPr lang="zh-CN" altLang="en-US" dirty="0"/>
              <a:t>继承属性</a:t>
            </a:r>
          </a:p>
        </p:txBody>
      </p:sp>
      <p:sp>
        <p:nvSpPr>
          <p:cNvPr id="3" name="内容占位符 2">
            <a:extLst>
              <a:ext uri="{FF2B5EF4-FFF2-40B4-BE49-F238E27FC236}">
                <a16:creationId xmlns:a16="http://schemas.microsoft.com/office/drawing/2014/main" id="{3D16AA85-6233-4681-A7FC-3835D397770B}"/>
              </a:ext>
            </a:extLst>
          </p:cNvPr>
          <p:cNvSpPr>
            <a:spLocks noGrp="1"/>
          </p:cNvSpPr>
          <p:nvPr>
            <p:ph idx="1"/>
          </p:nvPr>
        </p:nvSpPr>
        <p:spPr/>
        <p:txBody>
          <a:bodyPr/>
          <a:lstStyle/>
          <a:p>
            <a:r>
              <a:rPr lang="zh-CN" altLang="en-US" dirty="0"/>
              <a:t>含有继承属性的语法制导定义，无法像</a:t>
            </a:r>
            <a:r>
              <a:rPr lang="en-US" altLang="zh-CN" b="1" i="1" dirty="0"/>
              <a:t>S</a:t>
            </a:r>
            <a:r>
              <a:rPr lang="zh-CN" altLang="en-US" dirty="0"/>
              <a:t>属性定义那样直接自下而上的计算属性的值。</a:t>
            </a:r>
            <a:endParaRPr lang="en-US" altLang="zh-CN" dirty="0"/>
          </a:p>
          <a:p>
            <a:r>
              <a:rPr lang="zh-CN" altLang="en-US" dirty="0"/>
              <a:t>如何计算？</a:t>
            </a:r>
            <a:endParaRPr lang="en-US" altLang="zh-CN" dirty="0"/>
          </a:p>
          <a:p>
            <a:pPr lvl="1"/>
            <a:r>
              <a:rPr lang="zh-CN" altLang="en-US" dirty="0"/>
              <a:t>找到属性</a:t>
            </a:r>
            <a:r>
              <a:rPr lang="en-US" altLang="zh-CN" dirty="0"/>
              <a:t>(</a:t>
            </a:r>
            <a:r>
              <a:rPr lang="zh-CN" altLang="en-US" dirty="0"/>
              <a:t>包括为了产生副作用的虚拟属性</a:t>
            </a:r>
            <a:r>
              <a:rPr lang="en-US" altLang="zh-CN" dirty="0"/>
              <a:t>)</a:t>
            </a:r>
            <a:r>
              <a:rPr lang="zh-CN" altLang="en-US" dirty="0"/>
              <a:t>的</a:t>
            </a:r>
            <a:r>
              <a:rPr lang="zh-CN" altLang="en-US" dirty="0">
                <a:solidFill>
                  <a:srgbClr val="C00000"/>
                </a:solidFill>
              </a:rPr>
              <a:t>计算顺序</a:t>
            </a:r>
            <a:r>
              <a:rPr lang="zh-CN" altLang="en-US" dirty="0"/>
              <a:t>。</a:t>
            </a:r>
          </a:p>
        </p:txBody>
      </p:sp>
      <p:sp>
        <p:nvSpPr>
          <p:cNvPr id="2" name="日期占位符 1">
            <a:extLst>
              <a:ext uri="{FF2B5EF4-FFF2-40B4-BE49-F238E27FC236}">
                <a16:creationId xmlns:a16="http://schemas.microsoft.com/office/drawing/2014/main" id="{BBB565D8-E139-0A62-491E-BB8C0701DCD9}"/>
              </a:ext>
            </a:extLst>
          </p:cNvPr>
          <p:cNvSpPr>
            <a:spLocks noGrp="1"/>
          </p:cNvSpPr>
          <p:nvPr>
            <p:ph type="dt" sz="half" idx="10"/>
          </p:nvPr>
        </p:nvSpPr>
        <p:spPr/>
        <p:txBody>
          <a:bodyPr/>
          <a:lstStyle/>
          <a:p>
            <a:fld id="{C9FC764A-4ECB-45D6-B764-153D1BD44022}" type="datetime2">
              <a:rPr lang="zh-CN" altLang="en-US" smtClean="0"/>
              <a:t>2024年6月6日</a:t>
            </a:fld>
            <a:endParaRPr lang="zh-CN" altLang="en-US" dirty="0"/>
          </a:p>
        </p:txBody>
      </p:sp>
      <p:sp>
        <p:nvSpPr>
          <p:cNvPr id="4" name="页脚占位符 3">
            <a:extLst>
              <a:ext uri="{FF2B5EF4-FFF2-40B4-BE49-F238E27FC236}">
                <a16:creationId xmlns:a16="http://schemas.microsoft.com/office/drawing/2014/main" id="{CA877560-E586-5FD5-33F0-C129CE23406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5" name="灯片编号占位符 4">
            <a:extLst>
              <a:ext uri="{FF2B5EF4-FFF2-40B4-BE49-F238E27FC236}">
                <a16:creationId xmlns:a16="http://schemas.microsoft.com/office/drawing/2014/main" id="{5BBE474E-8CA6-739C-ECC3-143754974CA9}"/>
              </a:ext>
            </a:extLst>
          </p:cNvPr>
          <p:cNvSpPr>
            <a:spLocks noGrp="1"/>
          </p:cNvSpPr>
          <p:nvPr>
            <p:ph type="sldNum" sz="quarter" idx="12"/>
          </p:nvPr>
        </p:nvSpPr>
        <p:spPr/>
        <p:txBody>
          <a:bodyPr/>
          <a:lstStyle/>
          <a:p>
            <a:fld id="{094DEB03-EFC6-4C20-8FC8-295189A5386F}" type="slidenum">
              <a:rPr lang="zh-CN" altLang="en-US" smtClean="0"/>
              <a:pPr/>
              <a:t>17</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6059"/>
                                        </p:tgtEl>
                                        <p:attrNameLst>
                                          <p:attrName>style.visibility</p:attrName>
                                        </p:attrNameLst>
                                      </p:cBhvr>
                                      <p:to>
                                        <p:strVal val="visible"/>
                                      </p:to>
                                    </p:set>
                                    <p:anim calcmode="lin" valueType="num">
                                      <p:cBhvr additive="base">
                                        <p:cTn id="11" dur="500" fill="hold"/>
                                        <p:tgtEl>
                                          <p:spTgt spid="36059"/>
                                        </p:tgtEl>
                                        <p:attrNameLst>
                                          <p:attrName>ppt_x</p:attrName>
                                        </p:attrNameLst>
                                      </p:cBhvr>
                                      <p:tavLst>
                                        <p:tav tm="0">
                                          <p:val>
                                            <p:strVal val="1+#ppt_w/2"/>
                                          </p:val>
                                        </p:tav>
                                        <p:tav tm="100000">
                                          <p:val>
                                            <p:strVal val="#ppt_x"/>
                                          </p:val>
                                        </p:tav>
                                      </p:tavLst>
                                    </p:anim>
                                    <p:anim calcmode="lin" valueType="num">
                                      <p:cBhvr additive="base">
                                        <p:cTn id="12" dur="500" fill="hold"/>
                                        <p:tgtEl>
                                          <p:spTgt spid="36059"/>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36AF027-0C85-4C2E-83A6-C47F61BEEB17}"/>
              </a:ext>
            </a:extLst>
          </p:cNvPr>
          <p:cNvSpPr>
            <a:spLocks noGrp="1" noChangeArrowheads="1"/>
          </p:cNvSpPr>
          <p:nvPr>
            <p:ph type="title"/>
          </p:nvPr>
        </p:nvSpPr>
        <p:spPr/>
        <p:txBody>
          <a:bodyPr/>
          <a:lstStyle/>
          <a:p>
            <a:pPr eaLnBrk="1" hangingPunct="1"/>
            <a:r>
              <a:rPr lang="en-US" altLang="zh-CN" dirty="0"/>
              <a:t>4.1.3 </a:t>
            </a:r>
            <a:r>
              <a:rPr lang="zh-CN" altLang="en-US" dirty="0"/>
              <a:t>继承属性</a:t>
            </a:r>
          </a:p>
        </p:txBody>
      </p:sp>
      <p:sp>
        <p:nvSpPr>
          <p:cNvPr id="34819" name="Rectangle 3">
            <a:extLst>
              <a:ext uri="{FF2B5EF4-FFF2-40B4-BE49-F238E27FC236}">
                <a16:creationId xmlns:a16="http://schemas.microsoft.com/office/drawing/2014/main" id="{517F3A61-5790-4AD2-B6F2-9A3F3B1A3F9B}"/>
              </a:ext>
            </a:extLst>
          </p:cNvPr>
          <p:cNvSpPr>
            <a:spLocks noGrp="1" noChangeArrowheads="1"/>
          </p:cNvSpPr>
          <p:nvPr>
            <p:ph idx="1"/>
          </p:nvPr>
        </p:nvSpPr>
        <p:spPr/>
        <p:txBody>
          <a:bodyPr/>
          <a:lstStyle/>
          <a:p>
            <a:pPr eaLnBrk="1" hangingPunct="1"/>
            <a:r>
              <a:rPr lang="zh-CN" altLang="en-US" sz="3200" dirty="0"/>
              <a:t>如果属性</a:t>
            </a:r>
            <a:r>
              <a:rPr lang="en-US" altLang="zh-CN" sz="3200" b="1" i="1" dirty="0"/>
              <a:t>b</a:t>
            </a:r>
            <a:r>
              <a:rPr lang="zh-CN" altLang="en-US" sz="3200" dirty="0"/>
              <a:t>依赖于某个属性</a:t>
            </a:r>
            <a:r>
              <a:rPr lang="en-US" altLang="zh-CN" sz="3200" b="1" i="1" dirty="0"/>
              <a:t>c</a:t>
            </a:r>
            <a:r>
              <a:rPr lang="zh-CN" altLang="en-US" sz="3200" dirty="0"/>
              <a:t>，则</a:t>
            </a:r>
            <a:r>
              <a:rPr lang="zh-CN" altLang="en-US" sz="3200" dirty="0">
                <a:solidFill>
                  <a:schemeClr val="accent1"/>
                </a:solidFill>
              </a:rPr>
              <a:t>定义属性</a:t>
            </a:r>
            <a:r>
              <a:rPr lang="en-US" altLang="zh-CN" sz="3200" b="1" i="1" dirty="0">
                <a:solidFill>
                  <a:schemeClr val="accent1"/>
                </a:solidFill>
              </a:rPr>
              <a:t>b</a:t>
            </a:r>
            <a:r>
              <a:rPr lang="zh-CN" altLang="en-US" sz="3200" dirty="0">
                <a:solidFill>
                  <a:schemeClr val="accent1"/>
                </a:solidFill>
              </a:rPr>
              <a:t>的语义规则的计算</a:t>
            </a:r>
            <a:r>
              <a:rPr lang="zh-CN" altLang="en-US" sz="3200" dirty="0"/>
              <a:t>必须在</a:t>
            </a:r>
            <a:r>
              <a:rPr lang="zh-CN" altLang="en-US" sz="3200" dirty="0">
                <a:solidFill>
                  <a:schemeClr val="accent1"/>
                </a:solidFill>
              </a:rPr>
              <a:t>定义属性</a:t>
            </a:r>
            <a:r>
              <a:rPr lang="en-US" altLang="zh-CN" sz="3200" b="1" i="1" dirty="0">
                <a:solidFill>
                  <a:schemeClr val="accent1"/>
                </a:solidFill>
              </a:rPr>
              <a:t>c</a:t>
            </a:r>
            <a:r>
              <a:rPr lang="zh-CN" altLang="en-US" sz="3200" dirty="0">
                <a:solidFill>
                  <a:schemeClr val="accent1"/>
                </a:solidFill>
              </a:rPr>
              <a:t>的语义规则的计算</a:t>
            </a:r>
            <a:r>
              <a:rPr lang="zh-CN" altLang="en-US" sz="3200" dirty="0">
                <a:solidFill>
                  <a:srgbClr val="C00000"/>
                </a:solidFill>
              </a:rPr>
              <a:t>之后</a:t>
            </a:r>
            <a:r>
              <a:rPr lang="zh-CN" altLang="en-US" sz="3200" dirty="0"/>
              <a:t>。</a:t>
            </a:r>
          </a:p>
          <a:p>
            <a:pPr eaLnBrk="1" hangingPunct="1"/>
            <a:endParaRPr lang="en-US" altLang="zh-CN" dirty="0"/>
          </a:p>
        </p:txBody>
      </p:sp>
      <p:sp>
        <p:nvSpPr>
          <p:cNvPr id="34821" name="Rectangle 5">
            <a:extLst>
              <a:ext uri="{FF2B5EF4-FFF2-40B4-BE49-F238E27FC236}">
                <a16:creationId xmlns:a16="http://schemas.microsoft.com/office/drawing/2014/main" id="{0D8334E9-1211-4540-91CA-388094C44648}"/>
              </a:ext>
            </a:extLst>
          </p:cNvPr>
          <p:cNvSpPr>
            <a:spLocks noChangeArrowheads="1"/>
          </p:cNvSpPr>
          <p:nvPr/>
        </p:nvSpPr>
        <p:spPr bwMode="auto">
          <a:xfrm>
            <a:off x="3906838" y="2886567"/>
            <a:ext cx="3952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D</a:t>
            </a:r>
          </a:p>
        </p:txBody>
      </p:sp>
      <p:sp>
        <p:nvSpPr>
          <p:cNvPr id="34822" name="Rectangle 6">
            <a:extLst>
              <a:ext uri="{FF2B5EF4-FFF2-40B4-BE49-F238E27FC236}">
                <a16:creationId xmlns:a16="http://schemas.microsoft.com/office/drawing/2014/main" id="{220DCB4E-15D5-4995-B135-9380F173C62B}"/>
              </a:ext>
            </a:extLst>
          </p:cNvPr>
          <p:cNvSpPr>
            <a:spLocks noChangeArrowheads="1"/>
          </p:cNvSpPr>
          <p:nvPr/>
        </p:nvSpPr>
        <p:spPr bwMode="auto">
          <a:xfrm>
            <a:off x="1144588" y="4486767"/>
            <a:ext cx="12366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ea typeface="宋体" panose="02010600030101010101" pitchFamily="2" charset="-122"/>
              </a:rPr>
              <a:t>int</a:t>
            </a:r>
          </a:p>
        </p:txBody>
      </p:sp>
      <p:sp>
        <p:nvSpPr>
          <p:cNvPr id="34823" name="Rectangle 7">
            <a:extLst>
              <a:ext uri="{FF2B5EF4-FFF2-40B4-BE49-F238E27FC236}">
                <a16:creationId xmlns:a16="http://schemas.microsoft.com/office/drawing/2014/main" id="{8C7DD142-882F-4B8B-8EDC-0AB1BD7A5931}"/>
              </a:ext>
            </a:extLst>
          </p:cNvPr>
          <p:cNvSpPr>
            <a:spLocks noChangeArrowheads="1"/>
          </p:cNvSpPr>
          <p:nvPr/>
        </p:nvSpPr>
        <p:spPr bwMode="auto">
          <a:xfrm>
            <a:off x="628650" y="3686667"/>
            <a:ext cx="23876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ea typeface="宋体" panose="02010600030101010101" pitchFamily="2" charset="-122"/>
              </a:rPr>
              <a:t>T</a:t>
            </a:r>
            <a:r>
              <a:rPr lang="en-US" altLang="zh-CN" sz="2800" b="1" dirty="0" err="1">
                <a:ea typeface="宋体" panose="02010600030101010101" pitchFamily="2" charset="-122"/>
              </a:rPr>
              <a:t>.</a:t>
            </a:r>
            <a:r>
              <a:rPr lang="en-US" altLang="zh-CN" sz="2800" b="1" i="1" dirty="0" err="1">
                <a:ea typeface="宋体" panose="02010600030101010101" pitchFamily="2" charset="-122"/>
              </a:rPr>
              <a:t>type</a:t>
            </a:r>
            <a:r>
              <a:rPr lang="en-US" altLang="zh-CN" sz="2800" b="1" i="1" dirty="0">
                <a:ea typeface="宋体" panose="02010600030101010101" pitchFamily="2" charset="-122"/>
              </a:rPr>
              <a:t> </a:t>
            </a:r>
            <a:r>
              <a:rPr lang="en-US" altLang="zh-CN" sz="2800" b="1" dirty="0">
                <a:ea typeface="宋体" panose="02010600030101010101" pitchFamily="2" charset="-122"/>
              </a:rPr>
              <a:t>= </a:t>
            </a:r>
            <a:r>
              <a:rPr lang="en-US" altLang="zh-CN" sz="2800" b="1" i="1" dirty="0">
                <a:ea typeface="宋体" panose="02010600030101010101" pitchFamily="2" charset="-122"/>
              </a:rPr>
              <a:t>integer</a:t>
            </a:r>
          </a:p>
        </p:txBody>
      </p:sp>
      <p:sp>
        <p:nvSpPr>
          <p:cNvPr id="34824" name="Line 8">
            <a:extLst>
              <a:ext uri="{FF2B5EF4-FFF2-40B4-BE49-F238E27FC236}">
                <a16:creationId xmlns:a16="http://schemas.microsoft.com/office/drawing/2014/main" id="{A33EFDE3-0CED-4A2C-8437-7D3BA2A6B88E}"/>
              </a:ext>
            </a:extLst>
          </p:cNvPr>
          <p:cNvSpPr>
            <a:spLocks noChangeShapeType="1"/>
          </p:cNvSpPr>
          <p:nvPr/>
        </p:nvSpPr>
        <p:spPr bwMode="auto">
          <a:xfrm flipH="1">
            <a:off x="1838325" y="3231055"/>
            <a:ext cx="1871663" cy="4746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25" name="Rectangle 9">
            <a:extLst>
              <a:ext uri="{FF2B5EF4-FFF2-40B4-BE49-F238E27FC236}">
                <a16:creationId xmlns:a16="http://schemas.microsoft.com/office/drawing/2014/main" id="{9A49ABF6-6006-44E4-88C9-40262F8216BA}"/>
              </a:ext>
            </a:extLst>
          </p:cNvPr>
          <p:cNvSpPr>
            <a:spLocks noChangeArrowheads="1"/>
          </p:cNvSpPr>
          <p:nvPr/>
        </p:nvSpPr>
        <p:spPr bwMode="auto">
          <a:xfrm>
            <a:off x="6345238" y="4421680"/>
            <a:ext cx="393700"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34826" name="Line 10">
            <a:extLst>
              <a:ext uri="{FF2B5EF4-FFF2-40B4-BE49-F238E27FC236}">
                <a16:creationId xmlns:a16="http://schemas.microsoft.com/office/drawing/2014/main" id="{37952A90-E36B-4FBD-BCF5-377743E56865}"/>
              </a:ext>
            </a:extLst>
          </p:cNvPr>
          <p:cNvSpPr>
            <a:spLocks noChangeShapeType="1"/>
          </p:cNvSpPr>
          <p:nvPr/>
        </p:nvSpPr>
        <p:spPr bwMode="auto">
          <a:xfrm>
            <a:off x="1716088" y="4162917"/>
            <a:ext cx="0" cy="4191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27" name="Line 11">
            <a:extLst>
              <a:ext uri="{FF2B5EF4-FFF2-40B4-BE49-F238E27FC236}">
                <a16:creationId xmlns:a16="http://schemas.microsoft.com/office/drawing/2014/main" id="{E713BBAB-5C5C-457F-9186-145B54550EB0}"/>
              </a:ext>
            </a:extLst>
          </p:cNvPr>
          <p:cNvSpPr>
            <a:spLocks noChangeShapeType="1"/>
          </p:cNvSpPr>
          <p:nvPr/>
        </p:nvSpPr>
        <p:spPr bwMode="auto">
          <a:xfrm>
            <a:off x="6840538" y="4181967"/>
            <a:ext cx="1058863" cy="2730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28" name="Line 12">
            <a:extLst>
              <a:ext uri="{FF2B5EF4-FFF2-40B4-BE49-F238E27FC236}">
                <a16:creationId xmlns:a16="http://schemas.microsoft.com/office/drawing/2014/main" id="{23F4400A-84CE-48EE-9BFE-87D7B68B58DF}"/>
              </a:ext>
            </a:extLst>
          </p:cNvPr>
          <p:cNvSpPr>
            <a:spLocks noChangeShapeType="1"/>
          </p:cNvSpPr>
          <p:nvPr/>
        </p:nvSpPr>
        <p:spPr bwMode="auto">
          <a:xfrm flipH="1">
            <a:off x="4935538" y="4178792"/>
            <a:ext cx="1057275" cy="2746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29" name="Rectangle 13">
            <a:extLst>
              <a:ext uri="{FF2B5EF4-FFF2-40B4-BE49-F238E27FC236}">
                <a16:creationId xmlns:a16="http://schemas.microsoft.com/office/drawing/2014/main" id="{DE7F62E7-005B-4B6B-8890-AFC0ADE2F9A6}"/>
              </a:ext>
            </a:extLst>
          </p:cNvPr>
          <p:cNvSpPr>
            <a:spLocks noChangeArrowheads="1"/>
          </p:cNvSpPr>
          <p:nvPr/>
        </p:nvSpPr>
        <p:spPr bwMode="auto">
          <a:xfrm>
            <a:off x="7948613" y="4458192"/>
            <a:ext cx="909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3</a:t>
            </a:r>
          </a:p>
        </p:txBody>
      </p:sp>
      <p:sp>
        <p:nvSpPr>
          <p:cNvPr id="34830" name="Rectangle 14">
            <a:extLst>
              <a:ext uri="{FF2B5EF4-FFF2-40B4-BE49-F238E27FC236}">
                <a16:creationId xmlns:a16="http://schemas.microsoft.com/office/drawing/2014/main" id="{7612598B-FF88-4FE6-85D2-79BD215FC02F}"/>
              </a:ext>
            </a:extLst>
          </p:cNvPr>
          <p:cNvSpPr>
            <a:spLocks noChangeArrowheads="1"/>
          </p:cNvSpPr>
          <p:nvPr/>
        </p:nvSpPr>
        <p:spPr bwMode="auto">
          <a:xfrm>
            <a:off x="5427663" y="3664442"/>
            <a:ext cx="238918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r>
              <a:rPr lang="en-US" altLang="zh-CN" sz="2800" b="1">
                <a:ea typeface="宋体" panose="02010600030101010101" pitchFamily="2" charset="-122"/>
              </a:rPr>
              <a:t>.</a:t>
            </a:r>
            <a:r>
              <a:rPr lang="en-US" altLang="zh-CN" sz="2800" b="1" i="1">
                <a:ea typeface="宋体" panose="02010600030101010101" pitchFamily="2" charset="-122"/>
              </a:rPr>
              <a:t>in </a:t>
            </a:r>
            <a:r>
              <a:rPr lang="en-US" altLang="zh-CN" sz="2800" b="1">
                <a:ea typeface="宋体" panose="02010600030101010101" pitchFamily="2" charset="-122"/>
              </a:rPr>
              <a:t>= </a:t>
            </a:r>
            <a:r>
              <a:rPr lang="en-US" altLang="zh-CN" sz="2800" b="1" i="1">
                <a:ea typeface="宋体" panose="02010600030101010101" pitchFamily="2" charset="-122"/>
              </a:rPr>
              <a:t>integer</a:t>
            </a:r>
          </a:p>
        </p:txBody>
      </p:sp>
      <p:sp>
        <p:nvSpPr>
          <p:cNvPr id="34831" name="Line 15">
            <a:extLst>
              <a:ext uri="{FF2B5EF4-FFF2-40B4-BE49-F238E27FC236}">
                <a16:creationId xmlns:a16="http://schemas.microsoft.com/office/drawing/2014/main" id="{7DE2F69E-0B03-4819-8DF6-08C81A3075D3}"/>
              </a:ext>
            </a:extLst>
          </p:cNvPr>
          <p:cNvSpPr>
            <a:spLocks noChangeShapeType="1"/>
          </p:cNvSpPr>
          <p:nvPr/>
        </p:nvSpPr>
        <p:spPr bwMode="auto">
          <a:xfrm>
            <a:off x="4400550" y="3231055"/>
            <a:ext cx="1871663" cy="4746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32" name="Line 16">
            <a:extLst>
              <a:ext uri="{FF2B5EF4-FFF2-40B4-BE49-F238E27FC236}">
                <a16:creationId xmlns:a16="http://schemas.microsoft.com/office/drawing/2014/main" id="{D828ED16-073B-40DF-A321-6EA19A6FA223}"/>
              </a:ext>
            </a:extLst>
          </p:cNvPr>
          <p:cNvSpPr>
            <a:spLocks noChangeShapeType="1"/>
          </p:cNvSpPr>
          <p:nvPr/>
        </p:nvSpPr>
        <p:spPr bwMode="auto">
          <a:xfrm>
            <a:off x="2997200" y="5553567"/>
            <a:ext cx="0" cy="4191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33" name="Line 17">
            <a:extLst>
              <a:ext uri="{FF2B5EF4-FFF2-40B4-BE49-F238E27FC236}">
                <a16:creationId xmlns:a16="http://schemas.microsoft.com/office/drawing/2014/main" id="{58783E56-63C7-47EB-BE16-37F983D7F31C}"/>
              </a:ext>
            </a:extLst>
          </p:cNvPr>
          <p:cNvSpPr>
            <a:spLocks noChangeShapeType="1"/>
          </p:cNvSpPr>
          <p:nvPr/>
        </p:nvSpPr>
        <p:spPr bwMode="auto">
          <a:xfrm>
            <a:off x="4597400" y="4874117"/>
            <a:ext cx="0" cy="4206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34" name="Line 18">
            <a:extLst>
              <a:ext uri="{FF2B5EF4-FFF2-40B4-BE49-F238E27FC236}">
                <a16:creationId xmlns:a16="http://schemas.microsoft.com/office/drawing/2014/main" id="{628EA762-45B2-49AC-B87E-097B3F339CD5}"/>
              </a:ext>
            </a:extLst>
          </p:cNvPr>
          <p:cNvSpPr>
            <a:spLocks noChangeShapeType="1"/>
          </p:cNvSpPr>
          <p:nvPr/>
        </p:nvSpPr>
        <p:spPr bwMode="auto">
          <a:xfrm>
            <a:off x="6446838" y="4181967"/>
            <a:ext cx="0" cy="4191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35" name="Rectangle 19">
            <a:extLst>
              <a:ext uri="{FF2B5EF4-FFF2-40B4-BE49-F238E27FC236}">
                <a16:creationId xmlns:a16="http://schemas.microsoft.com/office/drawing/2014/main" id="{D8029345-4DA3-4667-A8C4-19976BC6B579}"/>
              </a:ext>
            </a:extLst>
          </p:cNvPr>
          <p:cNvSpPr>
            <a:spLocks noChangeArrowheads="1"/>
          </p:cNvSpPr>
          <p:nvPr/>
        </p:nvSpPr>
        <p:spPr bwMode="auto">
          <a:xfrm>
            <a:off x="3630613" y="4453430"/>
            <a:ext cx="23891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r>
              <a:rPr lang="en-US" altLang="zh-CN" sz="2800" b="1" dirty="0">
                <a:ea typeface="宋体" panose="02010600030101010101" pitchFamily="2" charset="-122"/>
              </a:rPr>
              <a:t>.</a:t>
            </a:r>
            <a:r>
              <a:rPr lang="en-US" altLang="zh-CN" sz="2800" b="1" i="1" dirty="0">
                <a:ea typeface="宋体" panose="02010600030101010101" pitchFamily="2" charset="-122"/>
              </a:rPr>
              <a:t>in </a:t>
            </a:r>
            <a:r>
              <a:rPr lang="en-US" altLang="zh-CN" sz="2800" b="1" dirty="0">
                <a:ea typeface="宋体" panose="02010600030101010101" pitchFamily="2" charset="-122"/>
              </a:rPr>
              <a:t>= </a:t>
            </a:r>
            <a:r>
              <a:rPr lang="en-US" altLang="zh-CN" sz="2800" b="1" i="1" dirty="0">
                <a:ea typeface="宋体" panose="02010600030101010101" pitchFamily="2" charset="-122"/>
              </a:rPr>
              <a:t>integer</a:t>
            </a:r>
          </a:p>
        </p:txBody>
      </p:sp>
      <p:sp>
        <p:nvSpPr>
          <p:cNvPr id="34836" name="Rectangle 20">
            <a:extLst>
              <a:ext uri="{FF2B5EF4-FFF2-40B4-BE49-F238E27FC236}">
                <a16:creationId xmlns:a16="http://schemas.microsoft.com/office/drawing/2014/main" id="{3FBE164E-2EA9-47B6-A702-B58DCC92FB0C}"/>
              </a:ext>
            </a:extLst>
          </p:cNvPr>
          <p:cNvSpPr>
            <a:spLocks noChangeArrowheads="1"/>
          </p:cNvSpPr>
          <p:nvPr/>
        </p:nvSpPr>
        <p:spPr bwMode="auto">
          <a:xfrm>
            <a:off x="2103438" y="5153517"/>
            <a:ext cx="23891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r>
              <a:rPr lang="en-US" altLang="zh-CN" sz="2800" b="1">
                <a:ea typeface="宋体" panose="02010600030101010101" pitchFamily="2" charset="-122"/>
              </a:rPr>
              <a:t>.</a:t>
            </a:r>
            <a:r>
              <a:rPr lang="en-US" altLang="zh-CN" sz="2800" b="1" i="1">
                <a:ea typeface="宋体" panose="02010600030101010101" pitchFamily="2" charset="-122"/>
              </a:rPr>
              <a:t>in </a:t>
            </a:r>
            <a:r>
              <a:rPr lang="en-US" altLang="zh-CN" sz="2800" b="1">
                <a:ea typeface="宋体" panose="02010600030101010101" pitchFamily="2" charset="-122"/>
              </a:rPr>
              <a:t>= </a:t>
            </a:r>
            <a:r>
              <a:rPr lang="en-US" altLang="zh-CN" sz="2800" b="1" i="1">
                <a:ea typeface="宋体" panose="02010600030101010101" pitchFamily="2" charset="-122"/>
              </a:rPr>
              <a:t>integer</a:t>
            </a:r>
          </a:p>
        </p:txBody>
      </p:sp>
      <p:sp>
        <p:nvSpPr>
          <p:cNvPr id="34837" name="Line 21">
            <a:extLst>
              <a:ext uri="{FF2B5EF4-FFF2-40B4-BE49-F238E27FC236}">
                <a16:creationId xmlns:a16="http://schemas.microsoft.com/office/drawing/2014/main" id="{76FA4CDD-7354-4209-AA55-7C940AE574CF}"/>
              </a:ext>
            </a:extLst>
          </p:cNvPr>
          <p:cNvSpPr>
            <a:spLocks noChangeShapeType="1"/>
          </p:cNvSpPr>
          <p:nvPr/>
        </p:nvSpPr>
        <p:spPr bwMode="auto">
          <a:xfrm flipH="1">
            <a:off x="3162300" y="4928092"/>
            <a:ext cx="1057275" cy="2730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38" name="Line 22">
            <a:extLst>
              <a:ext uri="{FF2B5EF4-FFF2-40B4-BE49-F238E27FC236}">
                <a16:creationId xmlns:a16="http://schemas.microsoft.com/office/drawing/2014/main" id="{23D373E3-EE5C-4D2C-A95A-343FF8CAFDE0}"/>
              </a:ext>
            </a:extLst>
          </p:cNvPr>
          <p:cNvSpPr>
            <a:spLocks noChangeShapeType="1"/>
          </p:cNvSpPr>
          <p:nvPr/>
        </p:nvSpPr>
        <p:spPr bwMode="auto">
          <a:xfrm>
            <a:off x="4991100" y="4932855"/>
            <a:ext cx="1058863" cy="2730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4839" name="Rectangle 23">
            <a:extLst>
              <a:ext uri="{FF2B5EF4-FFF2-40B4-BE49-F238E27FC236}">
                <a16:creationId xmlns:a16="http://schemas.microsoft.com/office/drawing/2014/main" id="{8A8EA4C2-C1A0-4058-8ADF-A08DD3DC5C49}"/>
              </a:ext>
            </a:extLst>
          </p:cNvPr>
          <p:cNvSpPr>
            <a:spLocks noChangeArrowheads="1"/>
          </p:cNvSpPr>
          <p:nvPr/>
        </p:nvSpPr>
        <p:spPr bwMode="auto">
          <a:xfrm>
            <a:off x="5927725" y="5186855"/>
            <a:ext cx="909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2</a:t>
            </a:r>
          </a:p>
        </p:txBody>
      </p:sp>
      <p:sp>
        <p:nvSpPr>
          <p:cNvPr id="34840" name="Rectangle 24">
            <a:extLst>
              <a:ext uri="{FF2B5EF4-FFF2-40B4-BE49-F238E27FC236}">
                <a16:creationId xmlns:a16="http://schemas.microsoft.com/office/drawing/2014/main" id="{1D5493A5-09CC-4DAF-958A-6F3E645CE947}"/>
              </a:ext>
            </a:extLst>
          </p:cNvPr>
          <p:cNvSpPr>
            <a:spLocks noChangeArrowheads="1"/>
          </p:cNvSpPr>
          <p:nvPr/>
        </p:nvSpPr>
        <p:spPr bwMode="auto">
          <a:xfrm>
            <a:off x="2797175" y="5921867"/>
            <a:ext cx="909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1</a:t>
            </a:r>
          </a:p>
        </p:txBody>
      </p:sp>
      <p:sp>
        <p:nvSpPr>
          <p:cNvPr id="34841" name="Rectangle 25">
            <a:extLst>
              <a:ext uri="{FF2B5EF4-FFF2-40B4-BE49-F238E27FC236}">
                <a16:creationId xmlns:a16="http://schemas.microsoft.com/office/drawing/2014/main" id="{A3ECBCD3-2ADD-4618-B2C8-6C048A2AA118}"/>
              </a:ext>
            </a:extLst>
          </p:cNvPr>
          <p:cNvSpPr>
            <a:spLocks noChangeArrowheads="1"/>
          </p:cNvSpPr>
          <p:nvPr/>
        </p:nvSpPr>
        <p:spPr bwMode="auto">
          <a:xfrm>
            <a:off x="4471988" y="5113830"/>
            <a:ext cx="3952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2" name="日期占位符 1">
            <a:extLst>
              <a:ext uri="{FF2B5EF4-FFF2-40B4-BE49-F238E27FC236}">
                <a16:creationId xmlns:a16="http://schemas.microsoft.com/office/drawing/2014/main" id="{FDF452C8-4D64-6843-AB06-BE936BD55A1D}"/>
              </a:ext>
            </a:extLst>
          </p:cNvPr>
          <p:cNvSpPr>
            <a:spLocks noGrp="1"/>
          </p:cNvSpPr>
          <p:nvPr>
            <p:ph type="dt" sz="half" idx="10"/>
          </p:nvPr>
        </p:nvSpPr>
        <p:spPr/>
        <p:txBody>
          <a:bodyPr/>
          <a:lstStyle/>
          <a:p>
            <a:fld id="{0F6B2F72-DD83-448F-95CA-767942E399B6}"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3CB7B73E-C474-4DFD-3DA3-408C45FB49F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25AAEFB2-9B95-09F1-0DF4-85DAB60EA260}"/>
              </a:ext>
            </a:extLst>
          </p:cNvPr>
          <p:cNvSpPr>
            <a:spLocks noGrp="1"/>
          </p:cNvSpPr>
          <p:nvPr>
            <p:ph type="sldNum" sz="quarter" idx="12"/>
          </p:nvPr>
        </p:nvSpPr>
        <p:spPr/>
        <p:txBody>
          <a:bodyPr/>
          <a:lstStyle/>
          <a:p>
            <a:fld id="{094DEB03-EFC6-4C20-8FC8-295189A5386F}" type="slidenum">
              <a:rPr lang="zh-CN" altLang="en-US" smtClean="0"/>
              <a:pPr/>
              <a:t>18</a:t>
            </a:fld>
            <a:endParaRPr lang="zh-CN" altLang="en-US"/>
          </a:p>
        </p:txBody>
      </p:sp>
      <p:graphicFrame>
        <p:nvGraphicFramePr>
          <p:cNvPr id="6" name="表格 5">
            <a:extLst>
              <a:ext uri="{FF2B5EF4-FFF2-40B4-BE49-F238E27FC236}">
                <a16:creationId xmlns:a16="http://schemas.microsoft.com/office/drawing/2014/main" id="{732057B6-6203-2621-AEA0-1BCD4D377521}"/>
              </a:ext>
            </a:extLst>
          </p:cNvPr>
          <p:cNvGraphicFramePr>
            <a:graphicFrameLocks noGrp="1"/>
          </p:cNvGraphicFramePr>
          <p:nvPr>
            <p:extLst>
              <p:ext uri="{D42A27DB-BD31-4B8C-83A1-F6EECF244321}">
                <p14:modId xmlns:p14="http://schemas.microsoft.com/office/powerpoint/2010/main" val="4064355443"/>
              </p:ext>
            </p:extLst>
          </p:nvPr>
        </p:nvGraphicFramePr>
        <p:xfrm>
          <a:off x="5668842" y="2371183"/>
          <a:ext cx="3146912" cy="1122842"/>
        </p:xfrm>
        <a:graphic>
          <a:graphicData uri="http://schemas.openxmlformats.org/drawingml/2006/table">
            <a:tbl>
              <a:tblPr/>
              <a:tblGrid>
                <a:gridCol w="1386264">
                  <a:extLst>
                    <a:ext uri="{9D8B030D-6E8A-4147-A177-3AD203B41FA5}">
                      <a16:colId xmlns:a16="http://schemas.microsoft.com/office/drawing/2014/main" val="3576658755"/>
                    </a:ext>
                  </a:extLst>
                </a:gridCol>
                <a:gridCol w="1760648">
                  <a:extLst>
                    <a:ext uri="{9D8B030D-6E8A-4147-A177-3AD203B41FA5}">
                      <a16:colId xmlns:a16="http://schemas.microsoft.com/office/drawing/2014/main" val="1698454779"/>
                    </a:ext>
                  </a:extLst>
                </a:gridCol>
              </a:tblGrid>
              <a:tr h="36474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产生式</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798" marB="2879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语义规则</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798" marB="2879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65758927"/>
                  </a:ext>
                </a:extLst>
              </a:tr>
              <a:tr h="32101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2" charset="-122"/>
                        </a:rPr>
                        <a:t>  D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TL</a:t>
                      </a:r>
                      <a:endParaRPr kumimoji="0" lang="en-US" altLang="zh-CN" sz="2000" b="0" i="0" u="none" strike="noStrike" cap="none" normalizeH="0" baseline="0">
                        <a:ln>
                          <a:noFill/>
                        </a:ln>
                        <a:solidFill>
                          <a:schemeClr val="tx1"/>
                        </a:solidFill>
                        <a:effectLst/>
                        <a:latin typeface="Times New Roman" pitchFamily="18" charset="0"/>
                        <a:ea typeface="黑体" pitchFamily="2" charset="-122"/>
                      </a:endParaRPr>
                    </a:p>
                  </a:txBody>
                  <a:tcPr marL="54000" marR="54000" marT="28798" marB="2879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type</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54000" marR="54000" marT="28798" marB="2879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3328110959"/>
                  </a:ext>
                </a:extLst>
              </a:tr>
              <a:tr h="39570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id</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54000" marR="54000" marT="28798" marB="2879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p>
                  </a:txBody>
                  <a:tcPr marL="54000" marR="54000" marT="28798" marB="2879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3134613798"/>
                  </a:ext>
                </a:extLst>
              </a:tr>
            </a:tbl>
          </a:graphicData>
        </a:graphic>
      </p:graphicFrame>
      <p:grpSp>
        <p:nvGrpSpPr>
          <p:cNvPr id="14" name="组合 13">
            <a:extLst>
              <a:ext uri="{FF2B5EF4-FFF2-40B4-BE49-F238E27FC236}">
                <a16:creationId xmlns:a16="http://schemas.microsoft.com/office/drawing/2014/main" id="{D2FFC72A-9BD4-0FA4-1B41-E70504309AB5}"/>
              </a:ext>
            </a:extLst>
          </p:cNvPr>
          <p:cNvGrpSpPr/>
          <p:nvPr/>
        </p:nvGrpSpPr>
        <p:grpSpPr>
          <a:xfrm>
            <a:off x="970329" y="3234597"/>
            <a:ext cx="4366052" cy="2464133"/>
            <a:chOff x="970329" y="3234597"/>
            <a:chExt cx="4366052" cy="2464133"/>
          </a:xfrm>
        </p:grpSpPr>
        <p:sp>
          <p:nvSpPr>
            <p:cNvPr id="10" name="椭圆 9">
              <a:extLst>
                <a:ext uri="{FF2B5EF4-FFF2-40B4-BE49-F238E27FC236}">
                  <a16:creationId xmlns:a16="http://schemas.microsoft.com/office/drawing/2014/main" id="{B578C7DF-3E0C-8F02-5E5C-7DDD79058B5D}"/>
                </a:ext>
              </a:extLst>
            </p:cNvPr>
            <p:cNvSpPr/>
            <p:nvPr/>
          </p:nvSpPr>
          <p:spPr>
            <a:xfrm>
              <a:off x="970329" y="3234597"/>
              <a:ext cx="525095" cy="5250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CN" sz="3200" dirty="0">
                  <a:solidFill>
                    <a:srgbClr val="C00000"/>
                  </a:solidFill>
                </a:rPr>
                <a:t>1</a:t>
              </a:r>
              <a:endParaRPr lang="zh-CN" altLang="en-US" sz="3200" dirty="0">
                <a:solidFill>
                  <a:srgbClr val="C00000"/>
                </a:solidFill>
              </a:endParaRPr>
            </a:p>
          </p:txBody>
        </p:sp>
        <p:sp>
          <p:nvSpPr>
            <p:cNvPr id="11" name="椭圆 10">
              <a:extLst>
                <a:ext uri="{FF2B5EF4-FFF2-40B4-BE49-F238E27FC236}">
                  <a16:creationId xmlns:a16="http://schemas.microsoft.com/office/drawing/2014/main" id="{E033B43C-B8F3-EDC7-7799-FA7CFB526D1E}"/>
                </a:ext>
              </a:extLst>
            </p:cNvPr>
            <p:cNvSpPr/>
            <p:nvPr/>
          </p:nvSpPr>
          <p:spPr>
            <a:xfrm>
              <a:off x="4811286" y="3574933"/>
              <a:ext cx="525095" cy="5250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CN" sz="3200" dirty="0">
                  <a:solidFill>
                    <a:srgbClr val="C00000"/>
                  </a:solidFill>
                </a:rPr>
                <a:t>2</a:t>
              </a:r>
              <a:endParaRPr lang="zh-CN" altLang="en-US" sz="3200" dirty="0">
                <a:solidFill>
                  <a:srgbClr val="C00000"/>
                </a:solidFill>
              </a:endParaRPr>
            </a:p>
          </p:txBody>
        </p:sp>
        <p:sp>
          <p:nvSpPr>
            <p:cNvPr id="12" name="椭圆 11">
              <a:extLst>
                <a:ext uri="{FF2B5EF4-FFF2-40B4-BE49-F238E27FC236}">
                  <a16:creationId xmlns:a16="http://schemas.microsoft.com/office/drawing/2014/main" id="{4DFDB435-783C-819C-4428-E703076DC4D8}"/>
                </a:ext>
              </a:extLst>
            </p:cNvPr>
            <p:cNvSpPr/>
            <p:nvPr/>
          </p:nvSpPr>
          <p:spPr>
            <a:xfrm>
              <a:off x="2989446" y="4445685"/>
              <a:ext cx="525095" cy="5250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CN" sz="3200" dirty="0">
                  <a:solidFill>
                    <a:srgbClr val="C00000"/>
                  </a:solidFill>
                </a:rPr>
                <a:t>3</a:t>
              </a:r>
              <a:endParaRPr lang="zh-CN" altLang="en-US" sz="3200" dirty="0">
                <a:solidFill>
                  <a:srgbClr val="C00000"/>
                </a:solidFill>
              </a:endParaRPr>
            </a:p>
          </p:txBody>
        </p:sp>
        <p:sp>
          <p:nvSpPr>
            <p:cNvPr id="13" name="椭圆 12">
              <a:extLst>
                <a:ext uri="{FF2B5EF4-FFF2-40B4-BE49-F238E27FC236}">
                  <a16:creationId xmlns:a16="http://schemas.microsoft.com/office/drawing/2014/main" id="{D486E6AC-D828-0A70-19D3-5F8AFAB7E9F0}"/>
                </a:ext>
              </a:extLst>
            </p:cNvPr>
            <p:cNvSpPr/>
            <p:nvPr/>
          </p:nvSpPr>
          <p:spPr>
            <a:xfrm>
              <a:off x="1482339" y="5173635"/>
              <a:ext cx="525095" cy="5250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CN" sz="3200" dirty="0">
                  <a:solidFill>
                    <a:srgbClr val="C00000"/>
                  </a:solidFill>
                </a:rPr>
                <a:t>4</a:t>
              </a:r>
              <a:endParaRPr lang="zh-CN" altLang="en-US" sz="3200" dirty="0">
                <a:solidFill>
                  <a:srgbClr val="C00000"/>
                </a:solidFill>
              </a:endParaRPr>
            </a:p>
          </p:txBody>
        </p:sp>
      </p:grpSp>
    </p:spTree>
    <p:extLst>
      <p:ext uri="{BB962C8B-B14F-4D97-AF65-F5344CB8AC3E}">
        <p14:creationId xmlns:p14="http://schemas.microsoft.com/office/powerpoint/2010/main" val="167971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0-#ppt_w/2"/>
                                          </p:val>
                                        </p:tav>
                                        <p:tav tm="100000">
                                          <p:val>
                                            <p:strVal val="#ppt_x"/>
                                          </p:val>
                                        </p:tav>
                                      </p:tavLst>
                                    </p:anim>
                                    <p:anim calcmode="lin" valueType="num">
                                      <p:cBhvr additive="base">
                                        <p:cTn id="14"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1048C414-F54A-4CA2-9960-5996B2A3B7C1}"/>
              </a:ext>
            </a:extLst>
          </p:cNvPr>
          <p:cNvSpPr>
            <a:spLocks noGrp="1" noChangeArrowheads="1"/>
          </p:cNvSpPr>
          <p:nvPr>
            <p:ph type="title"/>
          </p:nvPr>
        </p:nvSpPr>
        <p:spPr/>
        <p:txBody>
          <a:bodyPr/>
          <a:lstStyle/>
          <a:p>
            <a:pPr eaLnBrk="1" hangingPunct="1"/>
            <a:r>
              <a:rPr lang="en-US" altLang="zh-CN"/>
              <a:t>4.1.4 </a:t>
            </a:r>
            <a:r>
              <a:rPr lang="zh-CN" altLang="en-US"/>
              <a:t>属性依赖图</a:t>
            </a:r>
          </a:p>
        </p:txBody>
      </p:sp>
      <p:sp>
        <p:nvSpPr>
          <p:cNvPr id="36867" name="Rectangle 3">
            <a:extLst>
              <a:ext uri="{FF2B5EF4-FFF2-40B4-BE49-F238E27FC236}">
                <a16:creationId xmlns:a16="http://schemas.microsoft.com/office/drawing/2014/main" id="{1740D62B-1C3D-49C8-9EE5-41D5BFFC9AC0}"/>
              </a:ext>
            </a:extLst>
          </p:cNvPr>
          <p:cNvSpPr>
            <a:spLocks noGrp="1" noChangeArrowheads="1"/>
          </p:cNvSpPr>
          <p:nvPr>
            <p:ph idx="1"/>
          </p:nvPr>
        </p:nvSpPr>
        <p:spPr/>
        <p:txBody>
          <a:bodyPr>
            <a:normAutofit/>
          </a:bodyPr>
          <a:lstStyle/>
          <a:p>
            <a:pPr eaLnBrk="1" hangingPunct="1"/>
            <a:r>
              <a:rPr lang="zh-CN" altLang="en-US" sz="2800" dirty="0"/>
              <a:t>分析树结点的属性之间的相互依赖可以用一种叫做</a:t>
            </a:r>
            <a:r>
              <a:rPr lang="zh-CN" altLang="en-US" sz="2800" dirty="0">
                <a:solidFill>
                  <a:srgbClr val="C00000"/>
                </a:solidFill>
              </a:rPr>
              <a:t>依赖图</a:t>
            </a:r>
            <a:r>
              <a:rPr lang="zh-CN" altLang="en-US" sz="2800" dirty="0"/>
              <a:t>的有向图来描绘。</a:t>
            </a:r>
            <a:endParaRPr lang="en-US" altLang="zh-CN" sz="2800" dirty="0"/>
          </a:p>
          <a:p>
            <a:pPr eaLnBrk="1" hangingPunct="1"/>
            <a:endParaRPr lang="en-US" altLang="zh-CN" sz="2800" dirty="0"/>
          </a:p>
          <a:p>
            <a:pPr eaLnBrk="1" hangingPunct="1"/>
            <a:endParaRPr lang="zh-CN" altLang="en-US" sz="2800" dirty="0"/>
          </a:p>
          <a:p>
            <a:pPr eaLnBrk="1" hangingPunct="1"/>
            <a:endParaRPr lang="en-US" altLang="zh-CN" sz="2800" dirty="0"/>
          </a:p>
          <a:p>
            <a:pPr eaLnBrk="1" hangingPunct="1"/>
            <a:endParaRPr lang="en-US" altLang="zh-CN" sz="2800" dirty="0">
              <a:solidFill>
                <a:schemeClr val="accent1"/>
              </a:solidFill>
            </a:endParaRPr>
          </a:p>
          <a:p>
            <a:pPr eaLnBrk="1" hangingPunct="1"/>
            <a:r>
              <a:rPr lang="zh-CN" altLang="en-US" sz="2800" dirty="0"/>
              <a:t>为纯副作用语义规则引入</a:t>
            </a:r>
            <a:r>
              <a:rPr lang="zh-CN" altLang="en-US" sz="2800" dirty="0">
                <a:solidFill>
                  <a:schemeClr val="accent1"/>
                </a:solidFill>
              </a:rPr>
              <a:t>虚拟属性</a:t>
            </a:r>
          </a:p>
          <a:p>
            <a:pPr eaLnBrk="1" hangingPunct="1"/>
            <a:r>
              <a:rPr lang="zh-CN" altLang="en-US" sz="2800" dirty="0"/>
              <a:t>分析树中如果属性</a:t>
            </a:r>
            <a:r>
              <a:rPr lang="en-US" altLang="zh-CN" sz="2800" b="1" i="1" dirty="0"/>
              <a:t>b</a:t>
            </a:r>
            <a:r>
              <a:rPr lang="zh-CN" altLang="en-US" sz="2800" dirty="0"/>
              <a:t>依赖于属性</a:t>
            </a:r>
            <a:r>
              <a:rPr lang="en-US" altLang="zh-CN" sz="2800" b="1" i="1" dirty="0"/>
              <a:t>c</a:t>
            </a:r>
            <a:r>
              <a:rPr lang="zh-CN" altLang="en-US" sz="2800" dirty="0"/>
              <a:t>，则从</a:t>
            </a:r>
            <a:r>
              <a:rPr lang="en-US" altLang="zh-CN" sz="2800" b="1" i="1" dirty="0"/>
              <a:t>c</a:t>
            </a:r>
            <a:r>
              <a:rPr lang="zh-CN" altLang="en-US" sz="2800" dirty="0"/>
              <a:t>的结点到</a:t>
            </a:r>
            <a:r>
              <a:rPr lang="en-US" altLang="zh-CN" sz="2800" b="1" i="1" dirty="0"/>
              <a:t>b</a:t>
            </a:r>
            <a:r>
              <a:rPr lang="zh-CN" altLang="en-US" sz="2800" dirty="0"/>
              <a:t>的结点有一条</a:t>
            </a:r>
            <a:r>
              <a:rPr lang="zh-CN" altLang="en-US" sz="2800" dirty="0">
                <a:solidFill>
                  <a:srgbClr val="C00000"/>
                </a:solidFill>
              </a:rPr>
              <a:t>有向边</a:t>
            </a:r>
            <a:endParaRPr lang="zh-CN" altLang="en-US" sz="2800" dirty="0"/>
          </a:p>
        </p:txBody>
      </p:sp>
      <p:sp>
        <p:nvSpPr>
          <p:cNvPr id="2" name="日期占位符 1">
            <a:extLst>
              <a:ext uri="{FF2B5EF4-FFF2-40B4-BE49-F238E27FC236}">
                <a16:creationId xmlns:a16="http://schemas.microsoft.com/office/drawing/2014/main" id="{416DEBE8-555F-2D02-35C3-7C36B78DDFA5}"/>
              </a:ext>
            </a:extLst>
          </p:cNvPr>
          <p:cNvSpPr>
            <a:spLocks noGrp="1"/>
          </p:cNvSpPr>
          <p:nvPr>
            <p:ph type="dt" sz="half" idx="10"/>
          </p:nvPr>
        </p:nvSpPr>
        <p:spPr/>
        <p:txBody>
          <a:bodyPr/>
          <a:lstStyle/>
          <a:p>
            <a:fld id="{94FB191A-01D5-4917-83AD-00FEC7AD0309}"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35468CA9-70FD-DDD8-CA4E-6BBD2694F01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062C2B01-196B-8E49-5721-C80B7481E86B}"/>
              </a:ext>
            </a:extLst>
          </p:cNvPr>
          <p:cNvSpPr>
            <a:spLocks noGrp="1"/>
          </p:cNvSpPr>
          <p:nvPr>
            <p:ph type="sldNum" sz="quarter" idx="12"/>
          </p:nvPr>
        </p:nvSpPr>
        <p:spPr/>
        <p:txBody>
          <a:bodyPr/>
          <a:lstStyle/>
          <a:p>
            <a:fld id="{094DEB03-EFC6-4C20-8FC8-295189A5386F}" type="slidenum">
              <a:rPr lang="zh-CN" altLang="en-US" smtClean="0"/>
              <a:pPr/>
              <a:t>19</a:t>
            </a:fld>
            <a:endParaRPr lang="zh-CN" altLang="en-US"/>
          </a:p>
        </p:txBody>
      </p:sp>
      <p:graphicFrame>
        <p:nvGraphicFramePr>
          <p:cNvPr id="5" name="Group 4">
            <a:extLst>
              <a:ext uri="{FF2B5EF4-FFF2-40B4-BE49-F238E27FC236}">
                <a16:creationId xmlns:a16="http://schemas.microsoft.com/office/drawing/2014/main" id="{D9C7D32F-D5D1-7E65-9C9C-D551D24E50DE}"/>
              </a:ext>
            </a:extLst>
          </p:cNvPr>
          <p:cNvGraphicFramePr>
            <a:graphicFrameLocks/>
          </p:cNvGraphicFramePr>
          <p:nvPr>
            <p:extLst>
              <p:ext uri="{D42A27DB-BD31-4B8C-83A1-F6EECF244321}">
                <p14:modId xmlns:p14="http://schemas.microsoft.com/office/powerpoint/2010/main" val="900974078"/>
              </p:ext>
            </p:extLst>
          </p:nvPr>
        </p:nvGraphicFramePr>
        <p:xfrm>
          <a:off x="459607" y="2568521"/>
          <a:ext cx="3851811" cy="1040752"/>
        </p:xfrm>
        <a:graphic>
          <a:graphicData uri="http://schemas.openxmlformats.org/drawingml/2006/table">
            <a:tbl>
              <a:tblPr/>
              <a:tblGrid>
                <a:gridCol w="1292633">
                  <a:extLst>
                    <a:ext uri="{9D8B030D-6E8A-4147-A177-3AD203B41FA5}">
                      <a16:colId xmlns:a16="http://schemas.microsoft.com/office/drawing/2014/main" val="20000"/>
                    </a:ext>
                  </a:extLst>
                </a:gridCol>
                <a:gridCol w="2559178">
                  <a:extLst>
                    <a:ext uri="{9D8B030D-6E8A-4147-A177-3AD203B41FA5}">
                      <a16:colId xmlns:a16="http://schemas.microsoft.com/office/drawing/2014/main" val="20001"/>
                    </a:ext>
                  </a:extLst>
                </a:gridCol>
              </a:tblGrid>
              <a:tr h="30953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产生式</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语</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义</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规</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则</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0"/>
                  </a:ext>
                </a:extLst>
              </a:tr>
              <a:tr h="6417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id</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addtype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id.</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entry</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
                  </a:ext>
                </a:extLst>
              </a:tr>
            </a:tbl>
          </a:graphicData>
        </a:graphic>
      </p:graphicFrame>
      <p:grpSp>
        <p:nvGrpSpPr>
          <p:cNvPr id="25" name="组合 24">
            <a:extLst>
              <a:ext uri="{FF2B5EF4-FFF2-40B4-BE49-F238E27FC236}">
                <a16:creationId xmlns:a16="http://schemas.microsoft.com/office/drawing/2014/main" id="{FAD8D99F-6DCE-4133-709C-280360661F1C}"/>
              </a:ext>
            </a:extLst>
          </p:cNvPr>
          <p:cNvGrpSpPr/>
          <p:nvPr/>
        </p:nvGrpSpPr>
        <p:grpSpPr>
          <a:xfrm>
            <a:off x="4755935" y="2226067"/>
            <a:ext cx="4021072" cy="1884735"/>
            <a:chOff x="4755935" y="2226067"/>
            <a:chExt cx="4021072" cy="1884735"/>
          </a:xfrm>
        </p:grpSpPr>
        <p:sp>
          <p:nvSpPr>
            <p:cNvPr id="12" name="Line 17">
              <a:extLst>
                <a:ext uri="{FF2B5EF4-FFF2-40B4-BE49-F238E27FC236}">
                  <a16:creationId xmlns:a16="http://schemas.microsoft.com/office/drawing/2014/main" id="{66F59105-328C-39AE-73C4-67A591862F23}"/>
                </a:ext>
              </a:extLst>
            </p:cNvPr>
            <p:cNvSpPr>
              <a:spLocks noChangeShapeType="1"/>
            </p:cNvSpPr>
            <p:nvPr/>
          </p:nvSpPr>
          <p:spPr bwMode="auto">
            <a:xfrm>
              <a:off x="6402171" y="2861335"/>
              <a:ext cx="0" cy="43870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 name="Rectangle 19">
              <a:extLst>
                <a:ext uri="{FF2B5EF4-FFF2-40B4-BE49-F238E27FC236}">
                  <a16:creationId xmlns:a16="http://schemas.microsoft.com/office/drawing/2014/main" id="{C909791A-F801-E13A-4A5E-F351B62570D7}"/>
                </a:ext>
              </a:extLst>
            </p:cNvPr>
            <p:cNvSpPr>
              <a:spLocks noChangeArrowheads="1"/>
            </p:cNvSpPr>
            <p:nvPr/>
          </p:nvSpPr>
          <p:spPr bwMode="auto">
            <a:xfrm>
              <a:off x="6280512" y="2226067"/>
              <a:ext cx="4619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14" name="Rectangle 20">
              <a:extLst>
                <a:ext uri="{FF2B5EF4-FFF2-40B4-BE49-F238E27FC236}">
                  <a16:creationId xmlns:a16="http://schemas.microsoft.com/office/drawing/2014/main" id="{89012B67-19AD-2D65-6D91-3CCB932D981F}"/>
                </a:ext>
              </a:extLst>
            </p:cNvPr>
            <p:cNvSpPr>
              <a:spLocks noChangeArrowheads="1"/>
            </p:cNvSpPr>
            <p:nvPr/>
          </p:nvSpPr>
          <p:spPr bwMode="auto">
            <a:xfrm>
              <a:off x="5208127" y="3640109"/>
              <a:ext cx="43497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15" name="Line 21">
              <a:extLst>
                <a:ext uri="{FF2B5EF4-FFF2-40B4-BE49-F238E27FC236}">
                  <a16:creationId xmlns:a16="http://schemas.microsoft.com/office/drawing/2014/main" id="{B956A0A8-1D9B-B1F8-B5E1-3D8F05782D42}"/>
                </a:ext>
              </a:extLst>
            </p:cNvPr>
            <p:cNvSpPr>
              <a:spLocks noChangeShapeType="1"/>
            </p:cNvSpPr>
            <p:nvPr/>
          </p:nvSpPr>
          <p:spPr bwMode="auto">
            <a:xfrm flipH="1">
              <a:off x="5396995" y="2858443"/>
              <a:ext cx="741161" cy="804869"/>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 name="Line 22">
              <a:extLst>
                <a:ext uri="{FF2B5EF4-FFF2-40B4-BE49-F238E27FC236}">
                  <a16:creationId xmlns:a16="http://schemas.microsoft.com/office/drawing/2014/main" id="{839BA401-88FE-11AC-4D6A-831A342C904A}"/>
                </a:ext>
              </a:extLst>
            </p:cNvPr>
            <p:cNvSpPr>
              <a:spLocks noChangeShapeType="1"/>
            </p:cNvSpPr>
            <p:nvPr/>
          </p:nvSpPr>
          <p:spPr bwMode="auto">
            <a:xfrm>
              <a:off x="6588780" y="2879309"/>
              <a:ext cx="749716" cy="666613"/>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7" name="Rectangle 23">
              <a:extLst>
                <a:ext uri="{FF2B5EF4-FFF2-40B4-BE49-F238E27FC236}">
                  <a16:creationId xmlns:a16="http://schemas.microsoft.com/office/drawing/2014/main" id="{86EE2392-A379-3844-58C5-65F1C7E82B61}"/>
                </a:ext>
              </a:extLst>
            </p:cNvPr>
            <p:cNvSpPr>
              <a:spLocks noChangeArrowheads="1"/>
            </p:cNvSpPr>
            <p:nvPr/>
          </p:nvSpPr>
          <p:spPr bwMode="auto">
            <a:xfrm>
              <a:off x="7186152" y="3545877"/>
              <a:ext cx="9017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2</a:t>
              </a:r>
            </a:p>
          </p:txBody>
        </p:sp>
        <p:sp>
          <p:nvSpPr>
            <p:cNvPr id="18" name="Rectangle 25">
              <a:extLst>
                <a:ext uri="{FF2B5EF4-FFF2-40B4-BE49-F238E27FC236}">
                  <a16:creationId xmlns:a16="http://schemas.microsoft.com/office/drawing/2014/main" id="{332408A1-3727-7F15-E037-A95029CE1121}"/>
                </a:ext>
              </a:extLst>
            </p:cNvPr>
            <p:cNvSpPr>
              <a:spLocks noChangeArrowheads="1"/>
            </p:cNvSpPr>
            <p:nvPr/>
          </p:nvSpPr>
          <p:spPr bwMode="auto">
            <a:xfrm>
              <a:off x="6344139" y="3088897"/>
              <a:ext cx="3905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sp>
          <p:nvSpPr>
            <p:cNvPr id="19" name="Rectangle 29">
              <a:extLst>
                <a:ext uri="{FF2B5EF4-FFF2-40B4-BE49-F238E27FC236}">
                  <a16:creationId xmlns:a16="http://schemas.microsoft.com/office/drawing/2014/main" id="{4356D160-5475-CB44-8C9D-B67246E959F0}"/>
                </a:ext>
              </a:extLst>
            </p:cNvPr>
            <p:cNvSpPr>
              <a:spLocks noChangeArrowheads="1"/>
            </p:cNvSpPr>
            <p:nvPr/>
          </p:nvSpPr>
          <p:spPr bwMode="auto">
            <a:xfrm>
              <a:off x="7707032" y="3629790"/>
              <a:ext cx="1069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2"/>
                  </a:solidFill>
                  <a:ea typeface="宋体" panose="02010600030101010101" pitchFamily="2" charset="-122"/>
                </a:rPr>
                <a:t>entry</a:t>
              </a:r>
            </a:p>
          </p:txBody>
        </p:sp>
        <p:sp>
          <p:nvSpPr>
            <p:cNvPr id="20" name="Rectangle 31">
              <a:extLst>
                <a:ext uri="{FF2B5EF4-FFF2-40B4-BE49-F238E27FC236}">
                  <a16:creationId xmlns:a16="http://schemas.microsoft.com/office/drawing/2014/main" id="{47C0A9A9-A2BC-1B38-A76F-9C4437692A6D}"/>
                </a:ext>
              </a:extLst>
            </p:cNvPr>
            <p:cNvSpPr>
              <a:spLocks noChangeArrowheads="1"/>
            </p:cNvSpPr>
            <p:nvPr/>
          </p:nvSpPr>
          <p:spPr bwMode="auto">
            <a:xfrm>
              <a:off x="4755935" y="3660746"/>
              <a:ext cx="6794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2"/>
                  </a:solidFill>
                  <a:ea typeface="宋体" panose="02010600030101010101" pitchFamily="2" charset="-122"/>
                </a:rPr>
                <a:t>in</a:t>
              </a:r>
              <a:endParaRPr lang="en-US" altLang="zh-CN" sz="2400" b="1" dirty="0">
                <a:solidFill>
                  <a:schemeClr val="accent2"/>
                </a:solidFill>
                <a:ea typeface="宋体" panose="02010600030101010101" pitchFamily="2" charset="-122"/>
              </a:endParaRPr>
            </a:p>
          </p:txBody>
        </p:sp>
        <p:sp>
          <p:nvSpPr>
            <p:cNvPr id="22" name="Rectangle 33">
              <a:extLst>
                <a:ext uri="{FF2B5EF4-FFF2-40B4-BE49-F238E27FC236}">
                  <a16:creationId xmlns:a16="http://schemas.microsoft.com/office/drawing/2014/main" id="{D13F0557-643D-D6FC-00CC-D23E53EC5531}"/>
                </a:ext>
              </a:extLst>
            </p:cNvPr>
            <p:cNvSpPr>
              <a:spLocks noChangeArrowheads="1"/>
            </p:cNvSpPr>
            <p:nvPr/>
          </p:nvSpPr>
          <p:spPr bwMode="auto">
            <a:xfrm>
              <a:off x="5798431" y="2258839"/>
              <a:ext cx="679450"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2"/>
                  </a:solidFill>
                  <a:ea typeface="宋体" panose="02010600030101010101" pitchFamily="2" charset="-122"/>
                </a:rPr>
                <a:t>in</a:t>
              </a:r>
              <a:endParaRPr lang="en-US" altLang="zh-CN" sz="2400" b="1" dirty="0">
                <a:solidFill>
                  <a:schemeClr val="accent2"/>
                </a:solidFill>
                <a:ea typeface="宋体" panose="02010600030101010101" pitchFamily="2" charset="-122"/>
              </a:endParaRPr>
            </a:p>
          </p:txBody>
        </p:sp>
      </p:grpSp>
      <p:grpSp>
        <p:nvGrpSpPr>
          <p:cNvPr id="26" name="组合 25">
            <a:extLst>
              <a:ext uri="{FF2B5EF4-FFF2-40B4-BE49-F238E27FC236}">
                <a16:creationId xmlns:a16="http://schemas.microsoft.com/office/drawing/2014/main" id="{49DA27E1-D0E0-6E0B-B63F-F189876EB5DF}"/>
              </a:ext>
            </a:extLst>
          </p:cNvPr>
          <p:cNvGrpSpPr/>
          <p:nvPr/>
        </p:nvGrpSpPr>
        <p:grpSpPr>
          <a:xfrm>
            <a:off x="5558495" y="2243442"/>
            <a:ext cx="2428179" cy="1836967"/>
            <a:chOff x="5558495" y="2243442"/>
            <a:chExt cx="2428179" cy="1836967"/>
          </a:xfrm>
        </p:grpSpPr>
        <p:sp>
          <p:nvSpPr>
            <p:cNvPr id="21" name="Rectangle 32">
              <a:extLst>
                <a:ext uri="{FF2B5EF4-FFF2-40B4-BE49-F238E27FC236}">
                  <a16:creationId xmlns:a16="http://schemas.microsoft.com/office/drawing/2014/main" id="{94EDA741-AE9F-4205-FB85-EBF2EEBAB4D0}"/>
                </a:ext>
              </a:extLst>
            </p:cNvPr>
            <p:cNvSpPr>
              <a:spLocks noChangeArrowheads="1"/>
            </p:cNvSpPr>
            <p:nvPr/>
          </p:nvSpPr>
          <p:spPr bwMode="auto">
            <a:xfrm>
              <a:off x="6623109" y="2243442"/>
              <a:ext cx="136356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2800" b="1" dirty="0">
                <a:solidFill>
                  <a:schemeClr val="accent1"/>
                </a:solidFill>
                <a:ea typeface="宋体" panose="02010600030101010101" pitchFamily="2" charset="-122"/>
              </a:endParaRPr>
            </a:p>
          </p:txBody>
        </p:sp>
        <p:sp>
          <p:nvSpPr>
            <p:cNvPr id="23" name="Rectangle 32">
              <a:extLst>
                <a:ext uri="{FF2B5EF4-FFF2-40B4-BE49-F238E27FC236}">
                  <a16:creationId xmlns:a16="http://schemas.microsoft.com/office/drawing/2014/main" id="{719F7178-AC92-9B71-8504-7D2ACD43850B}"/>
                </a:ext>
              </a:extLst>
            </p:cNvPr>
            <p:cNvSpPr>
              <a:spLocks noChangeArrowheads="1"/>
            </p:cNvSpPr>
            <p:nvPr/>
          </p:nvSpPr>
          <p:spPr bwMode="auto">
            <a:xfrm>
              <a:off x="5558495" y="3639084"/>
              <a:ext cx="136356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2800" b="1" dirty="0">
                <a:solidFill>
                  <a:schemeClr val="accent1"/>
                </a:solidFill>
                <a:ea typeface="宋体" panose="02010600030101010101" pitchFamily="2" charset="-122"/>
              </a:endParaRPr>
            </a:p>
          </p:txBody>
        </p:sp>
      </p:grpSp>
      <p:grpSp>
        <p:nvGrpSpPr>
          <p:cNvPr id="31" name="组合 30">
            <a:extLst>
              <a:ext uri="{FF2B5EF4-FFF2-40B4-BE49-F238E27FC236}">
                <a16:creationId xmlns:a16="http://schemas.microsoft.com/office/drawing/2014/main" id="{62E240CC-9BC4-9643-8C11-AC31682B8976}"/>
              </a:ext>
            </a:extLst>
          </p:cNvPr>
          <p:cNvGrpSpPr/>
          <p:nvPr/>
        </p:nvGrpSpPr>
        <p:grpSpPr>
          <a:xfrm>
            <a:off x="4913161" y="2637330"/>
            <a:ext cx="3073513" cy="1649385"/>
            <a:chOff x="4913161" y="2637330"/>
            <a:chExt cx="3073513" cy="1649385"/>
          </a:xfrm>
        </p:grpSpPr>
        <p:sp>
          <p:nvSpPr>
            <p:cNvPr id="27" name="Line 38">
              <a:extLst>
                <a:ext uri="{FF2B5EF4-FFF2-40B4-BE49-F238E27FC236}">
                  <a16:creationId xmlns:a16="http://schemas.microsoft.com/office/drawing/2014/main" id="{1FCD4652-88EE-5A19-C28F-B5705A799E7A}"/>
                </a:ext>
              </a:extLst>
            </p:cNvPr>
            <p:cNvSpPr>
              <a:spLocks noChangeShapeType="1"/>
            </p:cNvSpPr>
            <p:nvPr/>
          </p:nvSpPr>
          <p:spPr bwMode="auto">
            <a:xfrm flipH="1">
              <a:off x="4980684" y="2683744"/>
              <a:ext cx="962764" cy="1048818"/>
            </a:xfrm>
            <a:prstGeom prst="line">
              <a:avLst/>
            </a:prstGeom>
            <a:noFill/>
            <a:ln w="25400">
              <a:solidFill>
                <a:srgbClr val="C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28" name="Line 40">
              <a:extLst>
                <a:ext uri="{FF2B5EF4-FFF2-40B4-BE49-F238E27FC236}">
                  <a16:creationId xmlns:a16="http://schemas.microsoft.com/office/drawing/2014/main" id="{3FAC3763-A1D7-3A89-C395-421494890BA9}"/>
                </a:ext>
              </a:extLst>
            </p:cNvPr>
            <p:cNvSpPr>
              <a:spLocks noChangeShapeType="1"/>
            </p:cNvSpPr>
            <p:nvPr/>
          </p:nvSpPr>
          <p:spPr bwMode="auto">
            <a:xfrm flipH="1" flipV="1">
              <a:off x="7056000" y="2667392"/>
              <a:ext cx="930674" cy="941881"/>
            </a:xfrm>
            <a:prstGeom prst="line">
              <a:avLst/>
            </a:prstGeom>
            <a:noFill/>
            <a:ln w="25400">
              <a:solidFill>
                <a:srgbClr val="C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29" name="Freeform 43">
              <a:extLst>
                <a:ext uri="{FF2B5EF4-FFF2-40B4-BE49-F238E27FC236}">
                  <a16:creationId xmlns:a16="http://schemas.microsoft.com/office/drawing/2014/main" id="{4DF198F7-A3FC-D2A6-AAE5-1BD8E65D6069}"/>
                </a:ext>
              </a:extLst>
            </p:cNvPr>
            <p:cNvSpPr>
              <a:spLocks/>
            </p:cNvSpPr>
            <p:nvPr/>
          </p:nvSpPr>
          <p:spPr bwMode="auto">
            <a:xfrm>
              <a:off x="5988000" y="2637330"/>
              <a:ext cx="924927" cy="184746"/>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rgbClr val="C0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0" name="Freeform 42">
              <a:extLst>
                <a:ext uri="{FF2B5EF4-FFF2-40B4-BE49-F238E27FC236}">
                  <a16:creationId xmlns:a16="http://schemas.microsoft.com/office/drawing/2014/main" id="{F18D0A62-08AE-5EB7-E260-B45378B9FBFC}"/>
                </a:ext>
              </a:extLst>
            </p:cNvPr>
            <p:cNvSpPr>
              <a:spLocks/>
            </p:cNvSpPr>
            <p:nvPr/>
          </p:nvSpPr>
          <p:spPr bwMode="auto">
            <a:xfrm>
              <a:off x="4913161" y="4060427"/>
              <a:ext cx="1001015" cy="226288"/>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rgbClr val="C0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ppt_x"/>
                                          </p:val>
                                        </p:tav>
                                        <p:tav tm="100000">
                                          <p:val>
                                            <p:strVal val="#ppt_x"/>
                                          </p:val>
                                        </p:tav>
                                      </p:tavLst>
                                    </p:anim>
                                    <p:anim calcmode="lin" valueType="num">
                                      <p:cBhvr additive="base">
                                        <p:cTn id="1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867">
                                            <p:txEl>
                                              <p:pRg st="5" end="5"/>
                                            </p:txEl>
                                          </p:spTgt>
                                        </p:tgtEl>
                                        <p:attrNameLst>
                                          <p:attrName>style.visibility</p:attrName>
                                        </p:attrNameLst>
                                      </p:cBhvr>
                                      <p:to>
                                        <p:strVal val="visible"/>
                                      </p:to>
                                    </p:set>
                                    <p:anim calcmode="lin" valueType="num">
                                      <p:cBhvr additive="base">
                                        <p:cTn id="19" dur="500" fill="hold"/>
                                        <p:tgtEl>
                                          <p:spTgt spid="36867">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8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6867">
                                            <p:txEl>
                                              <p:pRg st="6" end="6"/>
                                            </p:txEl>
                                          </p:spTgt>
                                        </p:tgtEl>
                                        <p:attrNameLst>
                                          <p:attrName>style.visibility</p:attrName>
                                        </p:attrNameLst>
                                      </p:cBhvr>
                                      <p:to>
                                        <p:strVal val="visible"/>
                                      </p:to>
                                    </p:set>
                                    <p:anim calcmode="lin" valueType="num">
                                      <p:cBhvr additive="base">
                                        <p:cTn id="31" dur="500" fill="hold"/>
                                        <p:tgtEl>
                                          <p:spTgt spid="3686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86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anim calcmode="lin" valueType="num">
                                      <p:cBhvr additive="base">
                                        <p:cTn id="37" dur="500" fill="hold"/>
                                        <p:tgtEl>
                                          <p:spTgt spid="31"/>
                                        </p:tgtEl>
                                        <p:attrNameLst>
                                          <p:attrName>ppt_x</p:attrName>
                                        </p:attrNameLst>
                                      </p:cBhvr>
                                      <p:tavLst>
                                        <p:tav tm="0">
                                          <p:val>
                                            <p:strVal val="#ppt_x"/>
                                          </p:val>
                                        </p:tav>
                                        <p:tav tm="100000">
                                          <p:val>
                                            <p:strVal val="#ppt_x"/>
                                          </p:val>
                                        </p:tav>
                                      </p:tavLst>
                                    </p:anim>
                                    <p:anim calcmode="lin" valueType="num">
                                      <p:cBhvr additive="base">
                                        <p:cTn id="3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2EB9E0C5-0F2B-49F8-9BEA-02BD6D005C13}"/>
              </a:ext>
            </a:extLst>
          </p:cNvPr>
          <p:cNvSpPr>
            <a:spLocks noGrp="1" noChangeArrowheads="1"/>
          </p:cNvSpPr>
          <p:nvPr>
            <p:ph type="title"/>
          </p:nvPr>
        </p:nvSpPr>
        <p:spPr/>
        <p:txBody>
          <a:bodyPr/>
          <a:lstStyle/>
          <a:p>
            <a:pPr eaLnBrk="1" hangingPunct="1"/>
            <a:r>
              <a:rPr lang="en-US" altLang="zh-CN" dirty="0"/>
              <a:t>4.1.4 </a:t>
            </a:r>
            <a:r>
              <a:rPr lang="zh-CN" altLang="en-US" dirty="0"/>
              <a:t>属性依赖图</a:t>
            </a:r>
          </a:p>
        </p:txBody>
      </p:sp>
      <p:sp>
        <p:nvSpPr>
          <p:cNvPr id="37891" name="Rectangle 3">
            <a:extLst>
              <a:ext uri="{FF2B5EF4-FFF2-40B4-BE49-F238E27FC236}">
                <a16:creationId xmlns:a16="http://schemas.microsoft.com/office/drawing/2014/main" id="{9A3426E9-E596-448B-89A2-8EC00A88BB7F}"/>
              </a:ext>
            </a:extLst>
          </p:cNvPr>
          <p:cNvSpPr>
            <a:spLocks noGrp="1" noChangeArrowheads="1"/>
          </p:cNvSpPr>
          <p:nvPr>
            <p:ph idx="1"/>
          </p:nvPr>
        </p:nvSpPr>
        <p:spPr/>
        <p:txBody>
          <a:bodyPr/>
          <a:lstStyle/>
          <a:p>
            <a:pPr eaLnBrk="1" hangingPunct="1"/>
            <a:r>
              <a:rPr lang="zh-CN" altLang="en-US" sz="3600" dirty="0"/>
              <a:t>例：</a:t>
            </a:r>
            <a:r>
              <a:rPr lang="en-US" altLang="zh-CN" sz="3600" b="1" dirty="0"/>
              <a:t>int id</a:t>
            </a:r>
            <a:r>
              <a:rPr lang="en-US" altLang="zh-CN" sz="3600" b="1" baseline="-25000" dirty="0"/>
              <a:t>1</a:t>
            </a:r>
            <a:r>
              <a:rPr lang="en-US" altLang="zh-CN" sz="3600" b="1" dirty="0"/>
              <a:t>, id</a:t>
            </a:r>
            <a:r>
              <a:rPr lang="en-US" altLang="zh-CN" sz="3600" b="1" baseline="-25000" dirty="0"/>
              <a:t>2</a:t>
            </a:r>
            <a:r>
              <a:rPr lang="en-US" altLang="zh-CN" sz="3600" b="1" dirty="0"/>
              <a:t>, id</a:t>
            </a:r>
            <a:r>
              <a:rPr lang="en-US" altLang="zh-CN" sz="3600" b="1" baseline="-25000" dirty="0"/>
              <a:t>3</a:t>
            </a:r>
          </a:p>
          <a:p>
            <a:pPr marL="0" indent="0" eaLnBrk="1" hangingPunct="1">
              <a:buNone/>
            </a:pPr>
            <a:r>
              <a:rPr lang="zh-CN" altLang="en-US" sz="3600" dirty="0"/>
              <a:t>的分析树的依赖图</a:t>
            </a:r>
          </a:p>
        </p:txBody>
      </p:sp>
      <p:graphicFrame>
        <p:nvGraphicFramePr>
          <p:cNvPr id="48" name="Group 4">
            <a:extLst>
              <a:ext uri="{FF2B5EF4-FFF2-40B4-BE49-F238E27FC236}">
                <a16:creationId xmlns:a16="http://schemas.microsoft.com/office/drawing/2014/main" id="{94BB3912-C90B-4626-B1DE-7F2EFAD062A3}"/>
              </a:ext>
            </a:extLst>
          </p:cNvPr>
          <p:cNvGraphicFramePr>
            <a:graphicFrameLocks/>
          </p:cNvGraphicFramePr>
          <p:nvPr>
            <p:extLst>
              <p:ext uri="{D42A27DB-BD31-4B8C-83A1-F6EECF244321}">
                <p14:modId xmlns:p14="http://schemas.microsoft.com/office/powerpoint/2010/main" val="204248983"/>
              </p:ext>
            </p:extLst>
          </p:nvPr>
        </p:nvGraphicFramePr>
        <p:xfrm>
          <a:off x="277172" y="2588475"/>
          <a:ext cx="3731878" cy="2394690"/>
        </p:xfrm>
        <a:graphic>
          <a:graphicData uri="http://schemas.openxmlformats.org/drawingml/2006/table">
            <a:tbl>
              <a:tblPr/>
              <a:tblGrid>
                <a:gridCol w="1081101">
                  <a:extLst>
                    <a:ext uri="{9D8B030D-6E8A-4147-A177-3AD203B41FA5}">
                      <a16:colId xmlns:a16="http://schemas.microsoft.com/office/drawing/2014/main" val="20000"/>
                    </a:ext>
                  </a:extLst>
                </a:gridCol>
                <a:gridCol w="2650777">
                  <a:extLst>
                    <a:ext uri="{9D8B030D-6E8A-4147-A177-3AD203B41FA5}">
                      <a16:colId xmlns:a16="http://schemas.microsoft.com/office/drawing/2014/main" val="20001"/>
                    </a:ext>
                  </a:extLst>
                </a:gridCol>
              </a:tblGrid>
              <a:tr h="30953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产生式</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语</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义</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规</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则</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0"/>
                  </a:ext>
                </a:extLst>
              </a:tr>
              <a:tr h="30953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D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TL</a:t>
                      </a:r>
                      <a:endParaRPr kumimoji="0" lang="en-US" altLang="zh-CN" sz="2000" b="0" i="0" u="none" strike="noStrike" cap="none" normalizeH="0" baseline="0" dirty="0">
                        <a:ln>
                          <a:noFill/>
                        </a:ln>
                        <a:solidFill>
                          <a:schemeClr val="tx1"/>
                        </a:solidFill>
                        <a:effectLst/>
                        <a:latin typeface="Times New Roman" pitchFamily="18" charset="0"/>
                        <a:ea typeface="黑体" pitchFamily="2" charset="-122"/>
                      </a:endParaRP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type</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1"/>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int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integer</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2"/>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real</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real</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3"/>
                  </a:ext>
                </a:extLst>
              </a:tr>
              <a:tr h="6417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id</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addtype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id.</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entry</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id</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addtype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id.</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entry</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5"/>
                  </a:ext>
                </a:extLst>
              </a:tr>
            </a:tbl>
          </a:graphicData>
        </a:graphic>
      </p:graphicFrame>
      <p:sp>
        <p:nvSpPr>
          <p:cNvPr id="51" name="文本框 50">
            <a:extLst>
              <a:ext uri="{FF2B5EF4-FFF2-40B4-BE49-F238E27FC236}">
                <a16:creationId xmlns:a16="http://schemas.microsoft.com/office/drawing/2014/main" id="{A2479E00-C702-4983-903F-5A050D9CDA7C}"/>
              </a:ext>
            </a:extLst>
          </p:cNvPr>
          <p:cNvSpPr txBox="1"/>
          <p:nvPr/>
        </p:nvSpPr>
        <p:spPr>
          <a:xfrm>
            <a:off x="426112" y="5244254"/>
            <a:ext cx="3416320" cy="1384995"/>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none" rtlCol="0">
            <a:spAutoFit/>
          </a:bodyPr>
          <a:lstStyle/>
          <a:p>
            <a:r>
              <a:rPr lang="zh-CN" altLang="en-US" sz="2800" dirty="0"/>
              <a:t>分析树中，</a:t>
            </a:r>
            <a:endParaRPr lang="en-US" altLang="zh-CN" sz="2800" dirty="0"/>
          </a:p>
          <a:p>
            <a:r>
              <a:rPr lang="zh-CN" altLang="en-US" sz="2800" dirty="0"/>
              <a:t>左边的是继承属性，</a:t>
            </a:r>
            <a:endParaRPr lang="en-US" altLang="zh-CN" sz="2800" dirty="0"/>
          </a:p>
          <a:p>
            <a:r>
              <a:rPr lang="zh-CN" altLang="en-US" sz="2800" dirty="0"/>
              <a:t>右边的是综合属性</a:t>
            </a:r>
          </a:p>
        </p:txBody>
      </p:sp>
      <p:sp>
        <p:nvSpPr>
          <p:cNvPr id="37896" name="Rectangle 5">
            <a:extLst>
              <a:ext uri="{FF2B5EF4-FFF2-40B4-BE49-F238E27FC236}">
                <a16:creationId xmlns:a16="http://schemas.microsoft.com/office/drawing/2014/main" id="{A9DCFC6E-963E-417E-B201-8DE50A583033}"/>
              </a:ext>
            </a:extLst>
          </p:cNvPr>
          <p:cNvSpPr>
            <a:spLocks noChangeArrowheads="1"/>
          </p:cNvSpPr>
          <p:nvPr/>
        </p:nvSpPr>
        <p:spPr bwMode="auto">
          <a:xfrm>
            <a:off x="5737374" y="1257300"/>
            <a:ext cx="3905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D</a:t>
            </a:r>
          </a:p>
        </p:txBody>
      </p:sp>
      <p:sp>
        <p:nvSpPr>
          <p:cNvPr id="37897" name="Rectangle 6">
            <a:extLst>
              <a:ext uri="{FF2B5EF4-FFF2-40B4-BE49-F238E27FC236}">
                <a16:creationId xmlns:a16="http://schemas.microsoft.com/office/drawing/2014/main" id="{7A75101F-D4C3-489D-BB57-A48B4B59F52C}"/>
              </a:ext>
            </a:extLst>
          </p:cNvPr>
          <p:cNvSpPr>
            <a:spLocks noChangeArrowheads="1"/>
          </p:cNvSpPr>
          <p:nvPr/>
        </p:nvSpPr>
        <p:spPr bwMode="auto">
          <a:xfrm>
            <a:off x="4269472" y="3071305"/>
            <a:ext cx="1438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    int</a:t>
            </a:r>
          </a:p>
        </p:txBody>
      </p:sp>
      <p:sp>
        <p:nvSpPr>
          <p:cNvPr id="37898" name="Rectangle 7">
            <a:extLst>
              <a:ext uri="{FF2B5EF4-FFF2-40B4-BE49-F238E27FC236}">
                <a16:creationId xmlns:a16="http://schemas.microsoft.com/office/drawing/2014/main" id="{E386BB47-BF99-45B7-8263-2AE8332983C6}"/>
              </a:ext>
            </a:extLst>
          </p:cNvPr>
          <p:cNvSpPr>
            <a:spLocks noChangeArrowheads="1"/>
          </p:cNvSpPr>
          <p:nvPr/>
        </p:nvSpPr>
        <p:spPr bwMode="auto">
          <a:xfrm>
            <a:off x="4753994" y="2215847"/>
            <a:ext cx="58578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T</a:t>
            </a:r>
          </a:p>
        </p:txBody>
      </p:sp>
      <p:sp>
        <p:nvSpPr>
          <p:cNvPr id="37899" name="Line 8">
            <a:extLst>
              <a:ext uri="{FF2B5EF4-FFF2-40B4-BE49-F238E27FC236}">
                <a16:creationId xmlns:a16="http://schemas.microsoft.com/office/drawing/2014/main" id="{3E566DD5-5A17-4A6D-84AF-FC3BFD17627F}"/>
              </a:ext>
            </a:extLst>
          </p:cNvPr>
          <p:cNvSpPr>
            <a:spLocks noChangeShapeType="1"/>
          </p:cNvSpPr>
          <p:nvPr/>
        </p:nvSpPr>
        <p:spPr bwMode="auto">
          <a:xfrm flipH="1">
            <a:off x="4937510" y="1634259"/>
            <a:ext cx="776850" cy="627508"/>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0" name="Rectangle 9">
            <a:extLst>
              <a:ext uri="{FF2B5EF4-FFF2-40B4-BE49-F238E27FC236}">
                <a16:creationId xmlns:a16="http://schemas.microsoft.com/office/drawing/2014/main" id="{BDED5F71-6535-40E5-ABE7-9AF027EEC51A}"/>
              </a:ext>
            </a:extLst>
          </p:cNvPr>
          <p:cNvSpPr>
            <a:spLocks noChangeArrowheads="1"/>
          </p:cNvSpPr>
          <p:nvPr/>
        </p:nvSpPr>
        <p:spPr bwMode="auto">
          <a:xfrm>
            <a:off x="6665793" y="3152372"/>
            <a:ext cx="42257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sp>
        <p:nvSpPr>
          <p:cNvPr id="37901" name="Line 10">
            <a:extLst>
              <a:ext uri="{FF2B5EF4-FFF2-40B4-BE49-F238E27FC236}">
                <a16:creationId xmlns:a16="http://schemas.microsoft.com/office/drawing/2014/main" id="{3E5A7A81-9EED-44FD-ACFB-62B5DBA6251D}"/>
              </a:ext>
            </a:extLst>
          </p:cNvPr>
          <p:cNvSpPr>
            <a:spLocks noChangeShapeType="1"/>
          </p:cNvSpPr>
          <p:nvPr/>
        </p:nvSpPr>
        <p:spPr bwMode="auto">
          <a:xfrm>
            <a:off x="4858121" y="2678209"/>
            <a:ext cx="0" cy="465137"/>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2" name="Line 11">
            <a:extLst>
              <a:ext uri="{FF2B5EF4-FFF2-40B4-BE49-F238E27FC236}">
                <a16:creationId xmlns:a16="http://schemas.microsoft.com/office/drawing/2014/main" id="{1FE84377-5327-4AC3-AB5C-6ED1CE62066F}"/>
              </a:ext>
            </a:extLst>
          </p:cNvPr>
          <p:cNvSpPr>
            <a:spLocks noChangeShapeType="1"/>
          </p:cNvSpPr>
          <p:nvPr/>
        </p:nvSpPr>
        <p:spPr bwMode="auto">
          <a:xfrm>
            <a:off x="6918623" y="2897310"/>
            <a:ext cx="951971" cy="659141"/>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3" name="Line 12">
            <a:extLst>
              <a:ext uri="{FF2B5EF4-FFF2-40B4-BE49-F238E27FC236}">
                <a16:creationId xmlns:a16="http://schemas.microsoft.com/office/drawing/2014/main" id="{EA78DE3E-7F96-465B-95C0-DFBFB2A028D5}"/>
              </a:ext>
            </a:extLst>
          </p:cNvPr>
          <p:cNvSpPr>
            <a:spLocks noChangeShapeType="1"/>
          </p:cNvSpPr>
          <p:nvPr/>
        </p:nvSpPr>
        <p:spPr bwMode="auto">
          <a:xfrm flipH="1">
            <a:off x="5722703" y="2873316"/>
            <a:ext cx="769729" cy="727201"/>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4" name="Rectangle 13">
            <a:extLst>
              <a:ext uri="{FF2B5EF4-FFF2-40B4-BE49-F238E27FC236}">
                <a16:creationId xmlns:a16="http://schemas.microsoft.com/office/drawing/2014/main" id="{435EECA6-20F7-4D8B-BBF8-6E1A96A03B55}"/>
              </a:ext>
            </a:extLst>
          </p:cNvPr>
          <p:cNvSpPr>
            <a:spLocks noChangeArrowheads="1"/>
          </p:cNvSpPr>
          <p:nvPr/>
        </p:nvSpPr>
        <p:spPr bwMode="auto">
          <a:xfrm>
            <a:off x="7755446" y="3514929"/>
            <a:ext cx="90011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3</a:t>
            </a:r>
          </a:p>
        </p:txBody>
      </p:sp>
      <p:sp>
        <p:nvSpPr>
          <p:cNvPr id="37905" name="Rectangle 14">
            <a:extLst>
              <a:ext uri="{FF2B5EF4-FFF2-40B4-BE49-F238E27FC236}">
                <a16:creationId xmlns:a16="http://schemas.microsoft.com/office/drawing/2014/main" id="{70C81298-8671-4968-AE81-19DDA3F06005}"/>
              </a:ext>
            </a:extLst>
          </p:cNvPr>
          <p:cNvSpPr>
            <a:spLocks noChangeArrowheads="1"/>
          </p:cNvSpPr>
          <p:nvPr/>
        </p:nvSpPr>
        <p:spPr bwMode="auto">
          <a:xfrm>
            <a:off x="6556373" y="2244304"/>
            <a:ext cx="5349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06" name="Line 15">
            <a:extLst>
              <a:ext uri="{FF2B5EF4-FFF2-40B4-BE49-F238E27FC236}">
                <a16:creationId xmlns:a16="http://schemas.microsoft.com/office/drawing/2014/main" id="{4395E17E-9641-41D1-9A76-2EBCABABC03A}"/>
              </a:ext>
            </a:extLst>
          </p:cNvPr>
          <p:cNvSpPr>
            <a:spLocks noChangeShapeType="1"/>
          </p:cNvSpPr>
          <p:nvPr/>
        </p:nvSpPr>
        <p:spPr bwMode="auto">
          <a:xfrm>
            <a:off x="6007472" y="1610624"/>
            <a:ext cx="701246" cy="651143"/>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7" name="Line 16">
            <a:extLst>
              <a:ext uri="{FF2B5EF4-FFF2-40B4-BE49-F238E27FC236}">
                <a16:creationId xmlns:a16="http://schemas.microsoft.com/office/drawing/2014/main" id="{442205ED-3043-4A4D-B634-4DE007DD2F10}"/>
              </a:ext>
            </a:extLst>
          </p:cNvPr>
          <p:cNvSpPr>
            <a:spLocks noChangeShapeType="1"/>
          </p:cNvSpPr>
          <p:nvPr/>
        </p:nvSpPr>
        <p:spPr bwMode="auto">
          <a:xfrm>
            <a:off x="4671543" y="5682556"/>
            <a:ext cx="0" cy="46355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8" name="Line 17">
            <a:extLst>
              <a:ext uri="{FF2B5EF4-FFF2-40B4-BE49-F238E27FC236}">
                <a16:creationId xmlns:a16="http://schemas.microsoft.com/office/drawing/2014/main" id="{ECEED859-8991-4CE8-9635-8241B1237252}"/>
              </a:ext>
            </a:extLst>
          </p:cNvPr>
          <p:cNvSpPr>
            <a:spLocks noChangeShapeType="1"/>
          </p:cNvSpPr>
          <p:nvPr/>
        </p:nvSpPr>
        <p:spPr bwMode="auto">
          <a:xfrm>
            <a:off x="5772392" y="4154695"/>
            <a:ext cx="0" cy="43870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9" name="Line 18">
            <a:extLst>
              <a:ext uri="{FF2B5EF4-FFF2-40B4-BE49-F238E27FC236}">
                <a16:creationId xmlns:a16="http://schemas.microsoft.com/office/drawing/2014/main" id="{2B7906B7-3DCF-4B16-A6A5-2D701F415D82}"/>
              </a:ext>
            </a:extLst>
          </p:cNvPr>
          <p:cNvSpPr>
            <a:spLocks noChangeShapeType="1"/>
          </p:cNvSpPr>
          <p:nvPr/>
        </p:nvSpPr>
        <p:spPr bwMode="auto">
          <a:xfrm>
            <a:off x="6708718" y="2898372"/>
            <a:ext cx="0" cy="46513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0" name="Rectangle 19">
            <a:extLst>
              <a:ext uri="{FF2B5EF4-FFF2-40B4-BE49-F238E27FC236}">
                <a16:creationId xmlns:a16="http://schemas.microsoft.com/office/drawing/2014/main" id="{189B559F-B2A9-48D0-8185-D541D77CAD95}"/>
              </a:ext>
            </a:extLst>
          </p:cNvPr>
          <p:cNvSpPr>
            <a:spLocks noChangeArrowheads="1"/>
          </p:cNvSpPr>
          <p:nvPr/>
        </p:nvSpPr>
        <p:spPr bwMode="auto">
          <a:xfrm>
            <a:off x="5650733" y="3519427"/>
            <a:ext cx="4619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11" name="Rectangle 20">
            <a:extLst>
              <a:ext uri="{FF2B5EF4-FFF2-40B4-BE49-F238E27FC236}">
                <a16:creationId xmlns:a16="http://schemas.microsoft.com/office/drawing/2014/main" id="{868619F1-A448-45F3-A29B-5BED9C25BD6E}"/>
              </a:ext>
            </a:extLst>
          </p:cNvPr>
          <p:cNvSpPr>
            <a:spLocks noChangeArrowheads="1"/>
          </p:cNvSpPr>
          <p:nvPr/>
        </p:nvSpPr>
        <p:spPr bwMode="auto">
          <a:xfrm>
            <a:off x="4578348" y="4933469"/>
            <a:ext cx="43497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12" name="Line 21">
            <a:extLst>
              <a:ext uri="{FF2B5EF4-FFF2-40B4-BE49-F238E27FC236}">
                <a16:creationId xmlns:a16="http://schemas.microsoft.com/office/drawing/2014/main" id="{0A70A414-71BE-4A26-8AF3-80A440EEB535}"/>
              </a:ext>
            </a:extLst>
          </p:cNvPr>
          <p:cNvSpPr>
            <a:spLocks noChangeShapeType="1"/>
          </p:cNvSpPr>
          <p:nvPr/>
        </p:nvSpPr>
        <p:spPr bwMode="auto">
          <a:xfrm flipH="1">
            <a:off x="4767216" y="4151803"/>
            <a:ext cx="741161" cy="804869"/>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3" name="Line 22">
            <a:extLst>
              <a:ext uri="{FF2B5EF4-FFF2-40B4-BE49-F238E27FC236}">
                <a16:creationId xmlns:a16="http://schemas.microsoft.com/office/drawing/2014/main" id="{220F3783-573E-4B09-9174-1F3AC682A5E7}"/>
              </a:ext>
            </a:extLst>
          </p:cNvPr>
          <p:cNvSpPr>
            <a:spLocks noChangeShapeType="1"/>
          </p:cNvSpPr>
          <p:nvPr/>
        </p:nvSpPr>
        <p:spPr bwMode="auto">
          <a:xfrm>
            <a:off x="5959001" y="4172669"/>
            <a:ext cx="749716" cy="666613"/>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4" name="Rectangle 23">
            <a:extLst>
              <a:ext uri="{FF2B5EF4-FFF2-40B4-BE49-F238E27FC236}">
                <a16:creationId xmlns:a16="http://schemas.microsoft.com/office/drawing/2014/main" id="{1B39B15C-F3C3-4124-9640-C841CBC7CCF1}"/>
              </a:ext>
            </a:extLst>
          </p:cNvPr>
          <p:cNvSpPr>
            <a:spLocks noChangeArrowheads="1"/>
          </p:cNvSpPr>
          <p:nvPr/>
        </p:nvSpPr>
        <p:spPr bwMode="auto">
          <a:xfrm>
            <a:off x="6556373" y="4839237"/>
            <a:ext cx="9017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2</a:t>
            </a:r>
          </a:p>
        </p:txBody>
      </p:sp>
      <p:sp>
        <p:nvSpPr>
          <p:cNvPr id="37915" name="Rectangle 24">
            <a:extLst>
              <a:ext uri="{FF2B5EF4-FFF2-40B4-BE49-F238E27FC236}">
                <a16:creationId xmlns:a16="http://schemas.microsoft.com/office/drawing/2014/main" id="{F5C1CEB8-05AB-40EB-98B5-CD1006AD8581}"/>
              </a:ext>
            </a:extLst>
          </p:cNvPr>
          <p:cNvSpPr>
            <a:spLocks noChangeArrowheads="1"/>
          </p:cNvSpPr>
          <p:nvPr/>
        </p:nvSpPr>
        <p:spPr bwMode="auto">
          <a:xfrm>
            <a:off x="4487721" y="6191442"/>
            <a:ext cx="9017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1</a:t>
            </a:r>
          </a:p>
        </p:txBody>
      </p:sp>
      <p:sp>
        <p:nvSpPr>
          <p:cNvPr id="37916" name="Rectangle 25">
            <a:extLst>
              <a:ext uri="{FF2B5EF4-FFF2-40B4-BE49-F238E27FC236}">
                <a16:creationId xmlns:a16="http://schemas.microsoft.com/office/drawing/2014/main" id="{F9F8B26C-9A35-4DC2-8BDB-6665D4B1F622}"/>
              </a:ext>
            </a:extLst>
          </p:cNvPr>
          <p:cNvSpPr>
            <a:spLocks noChangeArrowheads="1"/>
          </p:cNvSpPr>
          <p:nvPr/>
        </p:nvSpPr>
        <p:spPr bwMode="auto">
          <a:xfrm>
            <a:off x="5714360" y="4382257"/>
            <a:ext cx="3905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sp>
        <p:nvSpPr>
          <p:cNvPr id="37917" name="Rectangle 26">
            <a:extLst>
              <a:ext uri="{FF2B5EF4-FFF2-40B4-BE49-F238E27FC236}">
                <a16:creationId xmlns:a16="http://schemas.microsoft.com/office/drawing/2014/main" id="{2AD0FB76-3DE0-4D0B-9649-DEC81838C16B}"/>
              </a:ext>
            </a:extLst>
          </p:cNvPr>
          <p:cNvSpPr>
            <a:spLocks noChangeArrowheads="1"/>
          </p:cNvSpPr>
          <p:nvPr/>
        </p:nvSpPr>
        <p:spPr bwMode="auto">
          <a:xfrm>
            <a:off x="5120894" y="6272424"/>
            <a:ext cx="1071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20" name="Rectangle 29">
            <a:extLst>
              <a:ext uri="{FF2B5EF4-FFF2-40B4-BE49-F238E27FC236}">
                <a16:creationId xmlns:a16="http://schemas.microsoft.com/office/drawing/2014/main" id="{639A22D9-4091-48EC-8C11-0CBCE005CAED}"/>
              </a:ext>
            </a:extLst>
          </p:cNvPr>
          <p:cNvSpPr>
            <a:spLocks noChangeArrowheads="1"/>
          </p:cNvSpPr>
          <p:nvPr/>
        </p:nvSpPr>
        <p:spPr bwMode="auto">
          <a:xfrm>
            <a:off x="7267962" y="4838728"/>
            <a:ext cx="1069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21" name="Rectangle 30">
            <a:extLst>
              <a:ext uri="{FF2B5EF4-FFF2-40B4-BE49-F238E27FC236}">
                <a16:creationId xmlns:a16="http://schemas.microsoft.com/office/drawing/2014/main" id="{264587FE-0D46-47CC-9775-1E9A813128EA}"/>
              </a:ext>
            </a:extLst>
          </p:cNvPr>
          <p:cNvSpPr>
            <a:spLocks noChangeArrowheads="1"/>
          </p:cNvSpPr>
          <p:nvPr/>
        </p:nvSpPr>
        <p:spPr bwMode="auto">
          <a:xfrm>
            <a:off x="8346354" y="3537475"/>
            <a:ext cx="1069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22" name="Rectangle 31">
            <a:extLst>
              <a:ext uri="{FF2B5EF4-FFF2-40B4-BE49-F238E27FC236}">
                <a16:creationId xmlns:a16="http://schemas.microsoft.com/office/drawing/2014/main" id="{0D6239C2-D4B0-4FD5-BE26-71BD66C6935A}"/>
              </a:ext>
            </a:extLst>
          </p:cNvPr>
          <p:cNvSpPr>
            <a:spLocks noChangeArrowheads="1"/>
          </p:cNvSpPr>
          <p:nvPr/>
        </p:nvSpPr>
        <p:spPr bwMode="auto">
          <a:xfrm>
            <a:off x="4040463" y="4950258"/>
            <a:ext cx="6794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3" name="Rectangle 32">
            <a:extLst>
              <a:ext uri="{FF2B5EF4-FFF2-40B4-BE49-F238E27FC236}">
                <a16:creationId xmlns:a16="http://schemas.microsoft.com/office/drawing/2014/main" id="{F9D89C9D-AC38-48AC-9C09-F6CA252B1F15}"/>
              </a:ext>
            </a:extLst>
          </p:cNvPr>
          <p:cNvSpPr>
            <a:spLocks noChangeArrowheads="1"/>
          </p:cNvSpPr>
          <p:nvPr/>
        </p:nvSpPr>
        <p:spPr bwMode="auto">
          <a:xfrm>
            <a:off x="5959001" y="3485418"/>
            <a:ext cx="136356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2800" b="1" dirty="0">
              <a:solidFill>
                <a:schemeClr val="accent1"/>
              </a:solidFill>
              <a:ea typeface="宋体" panose="02010600030101010101" pitchFamily="2" charset="-122"/>
            </a:endParaRPr>
          </a:p>
        </p:txBody>
      </p:sp>
      <p:sp>
        <p:nvSpPr>
          <p:cNvPr id="37924" name="Rectangle 33">
            <a:extLst>
              <a:ext uri="{FF2B5EF4-FFF2-40B4-BE49-F238E27FC236}">
                <a16:creationId xmlns:a16="http://schemas.microsoft.com/office/drawing/2014/main" id="{C5CB3C2B-DF6D-4797-A0A8-E40A45632ACE}"/>
              </a:ext>
            </a:extLst>
          </p:cNvPr>
          <p:cNvSpPr>
            <a:spLocks noChangeArrowheads="1"/>
          </p:cNvSpPr>
          <p:nvPr/>
        </p:nvSpPr>
        <p:spPr bwMode="auto">
          <a:xfrm>
            <a:off x="5127033" y="3517412"/>
            <a:ext cx="679450"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5" name="Rectangle 34">
            <a:extLst>
              <a:ext uri="{FF2B5EF4-FFF2-40B4-BE49-F238E27FC236}">
                <a16:creationId xmlns:a16="http://schemas.microsoft.com/office/drawing/2014/main" id="{F876487C-CBC6-49B1-8DBA-37B1B2E5DD40}"/>
              </a:ext>
            </a:extLst>
          </p:cNvPr>
          <p:cNvSpPr>
            <a:spLocks noChangeArrowheads="1"/>
          </p:cNvSpPr>
          <p:nvPr/>
        </p:nvSpPr>
        <p:spPr bwMode="auto">
          <a:xfrm>
            <a:off x="6835617" y="2211395"/>
            <a:ext cx="1546181"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3600" b="1" i="1" dirty="0">
              <a:solidFill>
                <a:schemeClr val="accent1"/>
              </a:solidFill>
              <a:ea typeface="宋体" panose="02010600030101010101" pitchFamily="2" charset="-122"/>
            </a:endParaRPr>
          </a:p>
        </p:txBody>
      </p:sp>
      <p:sp>
        <p:nvSpPr>
          <p:cNvPr id="37926" name="Rectangle 35">
            <a:extLst>
              <a:ext uri="{FF2B5EF4-FFF2-40B4-BE49-F238E27FC236}">
                <a16:creationId xmlns:a16="http://schemas.microsoft.com/office/drawing/2014/main" id="{F32F70CC-FC7C-442A-8769-B299AB62E7F5}"/>
              </a:ext>
            </a:extLst>
          </p:cNvPr>
          <p:cNvSpPr>
            <a:spLocks noChangeArrowheads="1"/>
          </p:cNvSpPr>
          <p:nvPr/>
        </p:nvSpPr>
        <p:spPr bwMode="auto">
          <a:xfrm>
            <a:off x="6186219" y="2216428"/>
            <a:ext cx="901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7" name="Rectangle 36">
            <a:extLst>
              <a:ext uri="{FF2B5EF4-FFF2-40B4-BE49-F238E27FC236}">
                <a16:creationId xmlns:a16="http://schemas.microsoft.com/office/drawing/2014/main" id="{AD92A7C6-B2BA-4D70-A26F-254C78989698}"/>
              </a:ext>
            </a:extLst>
          </p:cNvPr>
          <p:cNvSpPr>
            <a:spLocks noChangeArrowheads="1"/>
          </p:cNvSpPr>
          <p:nvPr/>
        </p:nvSpPr>
        <p:spPr bwMode="auto">
          <a:xfrm>
            <a:off x="5062446" y="2196584"/>
            <a:ext cx="97313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type</a:t>
            </a:r>
          </a:p>
        </p:txBody>
      </p:sp>
      <p:sp>
        <p:nvSpPr>
          <p:cNvPr id="50" name="Rectangle 32">
            <a:extLst>
              <a:ext uri="{FF2B5EF4-FFF2-40B4-BE49-F238E27FC236}">
                <a16:creationId xmlns:a16="http://schemas.microsoft.com/office/drawing/2014/main" id="{CAD65E12-EE3C-475B-9A7A-5EA6A91A394E}"/>
              </a:ext>
            </a:extLst>
          </p:cNvPr>
          <p:cNvSpPr>
            <a:spLocks noChangeArrowheads="1"/>
          </p:cNvSpPr>
          <p:nvPr/>
        </p:nvSpPr>
        <p:spPr bwMode="auto">
          <a:xfrm>
            <a:off x="4928716" y="4932444"/>
            <a:ext cx="136356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2800" b="1" dirty="0">
              <a:solidFill>
                <a:schemeClr val="accent1"/>
              </a:solidFill>
              <a:ea typeface="宋体" panose="02010600030101010101" pitchFamily="2" charset="-122"/>
            </a:endParaRPr>
          </a:p>
        </p:txBody>
      </p:sp>
      <p:sp>
        <p:nvSpPr>
          <p:cNvPr id="2" name="日期占位符 1">
            <a:extLst>
              <a:ext uri="{FF2B5EF4-FFF2-40B4-BE49-F238E27FC236}">
                <a16:creationId xmlns:a16="http://schemas.microsoft.com/office/drawing/2014/main" id="{4C787A5A-AE71-0F76-95DD-2D258B0381B8}"/>
              </a:ext>
            </a:extLst>
          </p:cNvPr>
          <p:cNvSpPr>
            <a:spLocks noGrp="1"/>
          </p:cNvSpPr>
          <p:nvPr>
            <p:ph type="dt" sz="half" idx="10"/>
          </p:nvPr>
        </p:nvSpPr>
        <p:spPr/>
        <p:txBody>
          <a:bodyPr/>
          <a:lstStyle/>
          <a:p>
            <a:fld id="{B3E227A4-DB25-49A5-9033-A16B5007DCC5}"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E518549B-BF54-7242-F894-364415E81F2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C090F9B2-8FB8-FBEC-D9AF-CF248D255E8F}"/>
              </a:ext>
            </a:extLst>
          </p:cNvPr>
          <p:cNvSpPr>
            <a:spLocks noGrp="1"/>
          </p:cNvSpPr>
          <p:nvPr>
            <p:ph type="sldNum" sz="quarter" idx="12"/>
          </p:nvPr>
        </p:nvSpPr>
        <p:spPr/>
        <p:txBody>
          <a:bodyPr/>
          <a:lstStyle/>
          <a:p>
            <a:fld id="{094DEB03-EFC6-4C20-8FC8-295189A5386F}" type="slidenum">
              <a:rPr lang="zh-CN" altLang="en-US" smtClean="0"/>
              <a:pPr/>
              <a:t>20</a:t>
            </a:fld>
            <a:endParaRPr lang="zh-CN" altLang="en-US"/>
          </a:p>
        </p:txBody>
      </p:sp>
      <p:pic>
        <p:nvPicPr>
          <p:cNvPr id="5" name="图片 4" descr="图标&#10;&#10;描述已自动生成">
            <a:extLst>
              <a:ext uri="{FF2B5EF4-FFF2-40B4-BE49-F238E27FC236}">
                <a16:creationId xmlns:a16="http://schemas.microsoft.com/office/drawing/2014/main" id="{1B41CE87-2917-F2B0-A940-1E2AF01E6A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2EB9E0C5-0F2B-49F8-9BEA-02BD6D005C13}"/>
              </a:ext>
            </a:extLst>
          </p:cNvPr>
          <p:cNvSpPr>
            <a:spLocks noGrp="1" noChangeArrowheads="1"/>
          </p:cNvSpPr>
          <p:nvPr>
            <p:ph type="title"/>
          </p:nvPr>
        </p:nvSpPr>
        <p:spPr/>
        <p:txBody>
          <a:bodyPr/>
          <a:lstStyle/>
          <a:p>
            <a:pPr eaLnBrk="1" hangingPunct="1"/>
            <a:r>
              <a:rPr lang="en-US" altLang="zh-CN" dirty="0"/>
              <a:t>4.1.4 </a:t>
            </a:r>
            <a:r>
              <a:rPr lang="zh-CN" altLang="en-US" dirty="0"/>
              <a:t>属性依赖图</a:t>
            </a:r>
          </a:p>
        </p:txBody>
      </p:sp>
      <p:sp>
        <p:nvSpPr>
          <p:cNvPr id="37891" name="Rectangle 3">
            <a:extLst>
              <a:ext uri="{FF2B5EF4-FFF2-40B4-BE49-F238E27FC236}">
                <a16:creationId xmlns:a16="http://schemas.microsoft.com/office/drawing/2014/main" id="{9A3426E9-E596-448B-89A2-8EC00A88BB7F}"/>
              </a:ext>
            </a:extLst>
          </p:cNvPr>
          <p:cNvSpPr>
            <a:spLocks noGrp="1" noChangeArrowheads="1"/>
          </p:cNvSpPr>
          <p:nvPr>
            <p:ph idx="1"/>
          </p:nvPr>
        </p:nvSpPr>
        <p:spPr/>
        <p:txBody>
          <a:bodyPr/>
          <a:lstStyle/>
          <a:p>
            <a:pPr eaLnBrk="1" hangingPunct="1"/>
            <a:r>
              <a:rPr lang="zh-CN" altLang="en-US" sz="3600" dirty="0"/>
              <a:t>例：</a:t>
            </a:r>
            <a:r>
              <a:rPr lang="en-US" altLang="zh-CN" sz="3600" b="1" dirty="0"/>
              <a:t>int id</a:t>
            </a:r>
            <a:r>
              <a:rPr lang="en-US" altLang="zh-CN" sz="3600" b="1" baseline="-25000" dirty="0"/>
              <a:t>1</a:t>
            </a:r>
            <a:r>
              <a:rPr lang="en-US" altLang="zh-CN" sz="3600" b="1" dirty="0"/>
              <a:t>, id</a:t>
            </a:r>
            <a:r>
              <a:rPr lang="en-US" altLang="zh-CN" sz="3600" b="1" baseline="-25000" dirty="0"/>
              <a:t>2</a:t>
            </a:r>
            <a:r>
              <a:rPr lang="en-US" altLang="zh-CN" sz="3600" b="1" dirty="0"/>
              <a:t>, id</a:t>
            </a:r>
            <a:r>
              <a:rPr lang="en-US" altLang="zh-CN" sz="3600" b="1" baseline="-25000" dirty="0"/>
              <a:t>3</a:t>
            </a:r>
          </a:p>
          <a:p>
            <a:pPr marL="0" indent="0" eaLnBrk="1" hangingPunct="1">
              <a:buNone/>
            </a:pPr>
            <a:r>
              <a:rPr lang="zh-CN" altLang="en-US" sz="3600" dirty="0"/>
              <a:t>的分析树的依赖图</a:t>
            </a:r>
          </a:p>
        </p:txBody>
      </p:sp>
      <p:graphicFrame>
        <p:nvGraphicFramePr>
          <p:cNvPr id="48" name="Group 4">
            <a:extLst>
              <a:ext uri="{FF2B5EF4-FFF2-40B4-BE49-F238E27FC236}">
                <a16:creationId xmlns:a16="http://schemas.microsoft.com/office/drawing/2014/main" id="{94BB3912-C90B-4626-B1DE-7F2EFAD062A3}"/>
              </a:ext>
            </a:extLst>
          </p:cNvPr>
          <p:cNvGraphicFramePr>
            <a:graphicFrameLocks/>
          </p:cNvGraphicFramePr>
          <p:nvPr>
            <p:extLst>
              <p:ext uri="{D42A27DB-BD31-4B8C-83A1-F6EECF244321}">
                <p14:modId xmlns:p14="http://schemas.microsoft.com/office/powerpoint/2010/main" val="1689576912"/>
              </p:ext>
            </p:extLst>
          </p:nvPr>
        </p:nvGraphicFramePr>
        <p:xfrm>
          <a:off x="275744" y="2592168"/>
          <a:ext cx="3731878" cy="2394690"/>
        </p:xfrm>
        <a:graphic>
          <a:graphicData uri="http://schemas.openxmlformats.org/drawingml/2006/table">
            <a:tbl>
              <a:tblPr/>
              <a:tblGrid>
                <a:gridCol w="1081101">
                  <a:extLst>
                    <a:ext uri="{9D8B030D-6E8A-4147-A177-3AD203B41FA5}">
                      <a16:colId xmlns:a16="http://schemas.microsoft.com/office/drawing/2014/main" val="20000"/>
                    </a:ext>
                  </a:extLst>
                </a:gridCol>
                <a:gridCol w="2650777">
                  <a:extLst>
                    <a:ext uri="{9D8B030D-6E8A-4147-A177-3AD203B41FA5}">
                      <a16:colId xmlns:a16="http://schemas.microsoft.com/office/drawing/2014/main" val="20001"/>
                    </a:ext>
                  </a:extLst>
                </a:gridCol>
              </a:tblGrid>
              <a:tr h="30953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产生式</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语</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义</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规</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则</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0"/>
                  </a:ext>
                </a:extLst>
              </a:tr>
              <a:tr h="30953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D </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 </a:t>
                      </a: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TL</a:t>
                      </a:r>
                      <a:endParaRPr kumimoji="0" lang="en-US" altLang="zh-CN" sz="2000" b="0" i="0" u="none" strike="noStrike" cap="none" normalizeH="0" baseline="0" dirty="0">
                        <a:ln>
                          <a:noFill/>
                        </a:ln>
                        <a:solidFill>
                          <a:srgbClr val="FF0000"/>
                        </a:solidFill>
                        <a:effectLst/>
                        <a:latin typeface="Times New Roman" pitchFamily="18" charset="0"/>
                        <a:ea typeface="黑体" pitchFamily="2" charset="-122"/>
                      </a:endParaRP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L</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a:t>
                      </a: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in</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 = </a:t>
                      </a:r>
                      <a:r>
                        <a:rPr kumimoji="0" lang="en-US" altLang="zh-CN" sz="2000" b="1" i="1" u="none" strike="noStrike" cap="none" normalizeH="0" baseline="0" dirty="0" err="1">
                          <a:ln>
                            <a:noFill/>
                          </a:ln>
                          <a:solidFill>
                            <a:srgbClr val="FF0000"/>
                          </a:solidFill>
                          <a:effectLst/>
                          <a:latin typeface="Times New Roman" pitchFamily="18" charset="0"/>
                          <a:ea typeface="黑体" pitchFamily="2" charset="-122"/>
                        </a:rPr>
                        <a:t>T</a:t>
                      </a:r>
                      <a:r>
                        <a:rPr kumimoji="0" lang="en-US" altLang="zh-CN" sz="2000" b="1" i="0" u="none" strike="noStrike" cap="none" normalizeH="0" baseline="0" dirty="0" err="1">
                          <a:ln>
                            <a:noFill/>
                          </a:ln>
                          <a:solidFill>
                            <a:srgbClr val="FF0000"/>
                          </a:solidFill>
                          <a:effectLst/>
                          <a:latin typeface="Times New Roman" pitchFamily="18" charset="0"/>
                          <a:ea typeface="黑体" pitchFamily="2" charset="-122"/>
                        </a:rPr>
                        <a:t>.</a:t>
                      </a:r>
                      <a:r>
                        <a:rPr kumimoji="0" lang="en-US" altLang="zh-CN" sz="2000" b="1" i="1" u="none" strike="noStrike" cap="none" normalizeH="0" baseline="0" dirty="0" err="1">
                          <a:ln>
                            <a:noFill/>
                          </a:ln>
                          <a:solidFill>
                            <a:srgbClr val="FF0000"/>
                          </a:solidFill>
                          <a:effectLst/>
                          <a:latin typeface="Times New Roman" pitchFamily="18" charset="0"/>
                          <a:ea typeface="黑体" pitchFamily="2" charset="-122"/>
                        </a:rPr>
                        <a:t>type</a:t>
                      </a:r>
                      <a:r>
                        <a:rPr kumimoji="0" lang="en-US" altLang="zh-CN" sz="2000" b="0" i="0" u="none" strike="noStrike" cap="none" normalizeH="0" baseline="0" dirty="0">
                          <a:ln>
                            <a:noFill/>
                          </a:ln>
                          <a:solidFill>
                            <a:srgbClr val="FF0000"/>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1"/>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int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integer</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2"/>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real</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real</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3"/>
                  </a:ext>
                </a:extLst>
              </a:tr>
              <a:tr h="6417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id</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addtype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id.</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entry</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id</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addtype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id.</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entry</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5"/>
                  </a:ext>
                </a:extLst>
              </a:tr>
            </a:tbl>
          </a:graphicData>
        </a:graphic>
      </p:graphicFrame>
      <p:grpSp>
        <p:nvGrpSpPr>
          <p:cNvPr id="2" name="组合 1">
            <a:extLst>
              <a:ext uri="{FF2B5EF4-FFF2-40B4-BE49-F238E27FC236}">
                <a16:creationId xmlns:a16="http://schemas.microsoft.com/office/drawing/2014/main" id="{0DF8332E-42E3-4B69-8136-5C66D79A9960}"/>
              </a:ext>
            </a:extLst>
          </p:cNvPr>
          <p:cNvGrpSpPr/>
          <p:nvPr/>
        </p:nvGrpSpPr>
        <p:grpSpPr>
          <a:xfrm>
            <a:off x="4040463" y="1257300"/>
            <a:ext cx="5375866" cy="5496136"/>
            <a:chOff x="4040463" y="1257300"/>
            <a:chExt cx="5375866" cy="5496136"/>
          </a:xfrm>
        </p:grpSpPr>
        <p:sp>
          <p:nvSpPr>
            <p:cNvPr id="37896" name="Rectangle 5">
              <a:extLst>
                <a:ext uri="{FF2B5EF4-FFF2-40B4-BE49-F238E27FC236}">
                  <a16:creationId xmlns:a16="http://schemas.microsoft.com/office/drawing/2014/main" id="{A9DCFC6E-963E-417E-B201-8DE50A583033}"/>
                </a:ext>
              </a:extLst>
            </p:cNvPr>
            <p:cNvSpPr>
              <a:spLocks noChangeArrowheads="1"/>
            </p:cNvSpPr>
            <p:nvPr/>
          </p:nvSpPr>
          <p:spPr bwMode="auto">
            <a:xfrm>
              <a:off x="5737374" y="1257300"/>
              <a:ext cx="3905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D</a:t>
              </a:r>
            </a:p>
          </p:txBody>
        </p:sp>
        <p:sp>
          <p:nvSpPr>
            <p:cNvPr id="37897" name="Rectangle 6">
              <a:extLst>
                <a:ext uri="{FF2B5EF4-FFF2-40B4-BE49-F238E27FC236}">
                  <a16:creationId xmlns:a16="http://schemas.microsoft.com/office/drawing/2014/main" id="{7A75101F-D4C3-489D-BB57-A48B4B59F52C}"/>
                </a:ext>
              </a:extLst>
            </p:cNvPr>
            <p:cNvSpPr>
              <a:spLocks noChangeArrowheads="1"/>
            </p:cNvSpPr>
            <p:nvPr/>
          </p:nvSpPr>
          <p:spPr bwMode="auto">
            <a:xfrm>
              <a:off x="4269472" y="3071305"/>
              <a:ext cx="1438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    int</a:t>
              </a:r>
            </a:p>
          </p:txBody>
        </p:sp>
        <p:sp>
          <p:nvSpPr>
            <p:cNvPr id="37898" name="Rectangle 7">
              <a:extLst>
                <a:ext uri="{FF2B5EF4-FFF2-40B4-BE49-F238E27FC236}">
                  <a16:creationId xmlns:a16="http://schemas.microsoft.com/office/drawing/2014/main" id="{E386BB47-BF99-45B7-8263-2AE8332983C6}"/>
                </a:ext>
              </a:extLst>
            </p:cNvPr>
            <p:cNvSpPr>
              <a:spLocks noChangeArrowheads="1"/>
            </p:cNvSpPr>
            <p:nvPr/>
          </p:nvSpPr>
          <p:spPr bwMode="auto">
            <a:xfrm>
              <a:off x="4753994" y="2215847"/>
              <a:ext cx="58578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T</a:t>
              </a:r>
            </a:p>
          </p:txBody>
        </p:sp>
        <p:sp>
          <p:nvSpPr>
            <p:cNvPr id="37899" name="Line 8">
              <a:extLst>
                <a:ext uri="{FF2B5EF4-FFF2-40B4-BE49-F238E27FC236}">
                  <a16:creationId xmlns:a16="http://schemas.microsoft.com/office/drawing/2014/main" id="{3E566DD5-5A17-4A6D-84AF-FC3BFD17627F}"/>
                </a:ext>
              </a:extLst>
            </p:cNvPr>
            <p:cNvSpPr>
              <a:spLocks noChangeShapeType="1"/>
            </p:cNvSpPr>
            <p:nvPr/>
          </p:nvSpPr>
          <p:spPr bwMode="auto">
            <a:xfrm flipH="1">
              <a:off x="4937510" y="1634259"/>
              <a:ext cx="776850" cy="627508"/>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0" name="Rectangle 9">
              <a:extLst>
                <a:ext uri="{FF2B5EF4-FFF2-40B4-BE49-F238E27FC236}">
                  <a16:creationId xmlns:a16="http://schemas.microsoft.com/office/drawing/2014/main" id="{BDED5F71-6535-40E5-ABE7-9AF027EEC51A}"/>
                </a:ext>
              </a:extLst>
            </p:cNvPr>
            <p:cNvSpPr>
              <a:spLocks noChangeArrowheads="1"/>
            </p:cNvSpPr>
            <p:nvPr/>
          </p:nvSpPr>
          <p:spPr bwMode="auto">
            <a:xfrm>
              <a:off x="6665793" y="3152372"/>
              <a:ext cx="42257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sp>
          <p:nvSpPr>
            <p:cNvPr id="37901" name="Line 10">
              <a:extLst>
                <a:ext uri="{FF2B5EF4-FFF2-40B4-BE49-F238E27FC236}">
                  <a16:creationId xmlns:a16="http://schemas.microsoft.com/office/drawing/2014/main" id="{3E5A7A81-9EED-44FD-ACFB-62B5DBA6251D}"/>
                </a:ext>
              </a:extLst>
            </p:cNvPr>
            <p:cNvSpPr>
              <a:spLocks noChangeShapeType="1"/>
            </p:cNvSpPr>
            <p:nvPr/>
          </p:nvSpPr>
          <p:spPr bwMode="auto">
            <a:xfrm>
              <a:off x="4858121" y="2678209"/>
              <a:ext cx="0" cy="465137"/>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2" name="Line 11">
              <a:extLst>
                <a:ext uri="{FF2B5EF4-FFF2-40B4-BE49-F238E27FC236}">
                  <a16:creationId xmlns:a16="http://schemas.microsoft.com/office/drawing/2014/main" id="{1FE84377-5327-4AC3-AB5C-6ED1CE62066F}"/>
                </a:ext>
              </a:extLst>
            </p:cNvPr>
            <p:cNvSpPr>
              <a:spLocks noChangeShapeType="1"/>
            </p:cNvSpPr>
            <p:nvPr/>
          </p:nvSpPr>
          <p:spPr bwMode="auto">
            <a:xfrm>
              <a:off x="6918623" y="2897310"/>
              <a:ext cx="951971" cy="659141"/>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3" name="Line 12">
              <a:extLst>
                <a:ext uri="{FF2B5EF4-FFF2-40B4-BE49-F238E27FC236}">
                  <a16:creationId xmlns:a16="http://schemas.microsoft.com/office/drawing/2014/main" id="{EA78DE3E-7F96-465B-95C0-DFBFB2A028D5}"/>
                </a:ext>
              </a:extLst>
            </p:cNvPr>
            <p:cNvSpPr>
              <a:spLocks noChangeShapeType="1"/>
            </p:cNvSpPr>
            <p:nvPr/>
          </p:nvSpPr>
          <p:spPr bwMode="auto">
            <a:xfrm flipH="1">
              <a:off x="5722703" y="2873316"/>
              <a:ext cx="769729" cy="727201"/>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4" name="Rectangle 13">
              <a:extLst>
                <a:ext uri="{FF2B5EF4-FFF2-40B4-BE49-F238E27FC236}">
                  <a16:creationId xmlns:a16="http://schemas.microsoft.com/office/drawing/2014/main" id="{435EECA6-20F7-4D8B-BBF8-6E1A96A03B55}"/>
                </a:ext>
              </a:extLst>
            </p:cNvPr>
            <p:cNvSpPr>
              <a:spLocks noChangeArrowheads="1"/>
            </p:cNvSpPr>
            <p:nvPr/>
          </p:nvSpPr>
          <p:spPr bwMode="auto">
            <a:xfrm>
              <a:off x="7755446" y="3514929"/>
              <a:ext cx="90011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3</a:t>
              </a:r>
            </a:p>
          </p:txBody>
        </p:sp>
        <p:sp>
          <p:nvSpPr>
            <p:cNvPr id="37905" name="Rectangle 14">
              <a:extLst>
                <a:ext uri="{FF2B5EF4-FFF2-40B4-BE49-F238E27FC236}">
                  <a16:creationId xmlns:a16="http://schemas.microsoft.com/office/drawing/2014/main" id="{70C81298-8671-4968-AE81-19DDA3F06005}"/>
                </a:ext>
              </a:extLst>
            </p:cNvPr>
            <p:cNvSpPr>
              <a:spLocks noChangeArrowheads="1"/>
            </p:cNvSpPr>
            <p:nvPr/>
          </p:nvSpPr>
          <p:spPr bwMode="auto">
            <a:xfrm>
              <a:off x="6556373" y="2244304"/>
              <a:ext cx="5349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06" name="Line 15">
              <a:extLst>
                <a:ext uri="{FF2B5EF4-FFF2-40B4-BE49-F238E27FC236}">
                  <a16:creationId xmlns:a16="http://schemas.microsoft.com/office/drawing/2014/main" id="{4395E17E-9641-41D1-9A76-2EBCABABC03A}"/>
                </a:ext>
              </a:extLst>
            </p:cNvPr>
            <p:cNvSpPr>
              <a:spLocks noChangeShapeType="1"/>
            </p:cNvSpPr>
            <p:nvPr/>
          </p:nvSpPr>
          <p:spPr bwMode="auto">
            <a:xfrm>
              <a:off x="6007472" y="1610624"/>
              <a:ext cx="701246" cy="651143"/>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7" name="Line 16">
              <a:extLst>
                <a:ext uri="{FF2B5EF4-FFF2-40B4-BE49-F238E27FC236}">
                  <a16:creationId xmlns:a16="http://schemas.microsoft.com/office/drawing/2014/main" id="{442205ED-3043-4A4D-B634-4DE007DD2F10}"/>
                </a:ext>
              </a:extLst>
            </p:cNvPr>
            <p:cNvSpPr>
              <a:spLocks noChangeShapeType="1"/>
            </p:cNvSpPr>
            <p:nvPr/>
          </p:nvSpPr>
          <p:spPr bwMode="auto">
            <a:xfrm>
              <a:off x="4671543" y="5682556"/>
              <a:ext cx="0" cy="46355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8" name="Line 17">
              <a:extLst>
                <a:ext uri="{FF2B5EF4-FFF2-40B4-BE49-F238E27FC236}">
                  <a16:creationId xmlns:a16="http://schemas.microsoft.com/office/drawing/2014/main" id="{ECEED859-8991-4CE8-9635-8241B1237252}"/>
                </a:ext>
              </a:extLst>
            </p:cNvPr>
            <p:cNvSpPr>
              <a:spLocks noChangeShapeType="1"/>
            </p:cNvSpPr>
            <p:nvPr/>
          </p:nvSpPr>
          <p:spPr bwMode="auto">
            <a:xfrm>
              <a:off x="5772392" y="4154695"/>
              <a:ext cx="0" cy="43870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9" name="Line 18">
              <a:extLst>
                <a:ext uri="{FF2B5EF4-FFF2-40B4-BE49-F238E27FC236}">
                  <a16:creationId xmlns:a16="http://schemas.microsoft.com/office/drawing/2014/main" id="{2B7906B7-3DCF-4B16-A6A5-2D701F415D82}"/>
                </a:ext>
              </a:extLst>
            </p:cNvPr>
            <p:cNvSpPr>
              <a:spLocks noChangeShapeType="1"/>
            </p:cNvSpPr>
            <p:nvPr/>
          </p:nvSpPr>
          <p:spPr bwMode="auto">
            <a:xfrm>
              <a:off x="6708718" y="2898372"/>
              <a:ext cx="0" cy="46513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0" name="Rectangle 19">
              <a:extLst>
                <a:ext uri="{FF2B5EF4-FFF2-40B4-BE49-F238E27FC236}">
                  <a16:creationId xmlns:a16="http://schemas.microsoft.com/office/drawing/2014/main" id="{189B559F-B2A9-48D0-8185-D541D77CAD95}"/>
                </a:ext>
              </a:extLst>
            </p:cNvPr>
            <p:cNvSpPr>
              <a:spLocks noChangeArrowheads="1"/>
            </p:cNvSpPr>
            <p:nvPr/>
          </p:nvSpPr>
          <p:spPr bwMode="auto">
            <a:xfrm>
              <a:off x="5650733" y="3519427"/>
              <a:ext cx="4619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11" name="Rectangle 20">
              <a:extLst>
                <a:ext uri="{FF2B5EF4-FFF2-40B4-BE49-F238E27FC236}">
                  <a16:creationId xmlns:a16="http://schemas.microsoft.com/office/drawing/2014/main" id="{868619F1-A448-45F3-A29B-5BED9C25BD6E}"/>
                </a:ext>
              </a:extLst>
            </p:cNvPr>
            <p:cNvSpPr>
              <a:spLocks noChangeArrowheads="1"/>
            </p:cNvSpPr>
            <p:nvPr/>
          </p:nvSpPr>
          <p:spPr bwMode="auto">
            <a:xfrm>
              <a:off x="4578348" y="4933469"/>
              <a:ext cx="43497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12" name="Line 21">
              <a:extLst>
                <a:ext uri="{FF2B5EF4-FFF2-40B4-BE49-F238E27FC236}">
                  <a16:creationId xmlns:a16="http://schemas.microsoft.com/office/drawing/2014/main" id="{0A70A414-71BE-4A26-8AF3-80A440EEB535}"/>
                </a:ext>
              </a:extLst>
            </p:cNvPr>
            <p:cNvSpPr>
              <a:spLocks noChangeShapeType="1"/>
            </p:cNvSpPr>
            <p:nvPr/>
          </p:nvSpPr>
          <p:spPr bwMode="auto">
            <a:xfrm flipH="1">
              <a:off x="4767216" y="4151803"/>
              <a:ext cx="741161" cy="804869"/>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3" name="Line 22">
              <a:extLst>
                <a:ext uri="{FF2B5EF4-FFF2-40B4-BE49-F238E27FC236}">
                  <a16:creationId xmlns:a16="http://schemas.microsoft.com/office/drawing/2014/main" id="{220F3783-573E-4B09-9174-1F3AC682A5E7}"/>
                </a:ext>
              </a:extLst>
            </p:cNvPr>
            <p:cNvSpPr>
              <a:spLocks noChangeShapeType="1"/>
            </p:cNvSpPr>
            <p:nvPr/>
          </p:nvSpPr>
          <p:spPr bwMode="auto">
            <a:xfrm>
              <a:off x="5959001" y="4172669"/>
              <a:ext cx="749716" cy="666613"/>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4" name="Rectangle 23">
              <a:extLst>
                <a:ext uri="{FF2B5EF4-FFF2-40B4-BE49-F238E27FC236}">
                  <a16:creationId xmlns:a16="http://schemas.microsoft.com/office/drawing/2014/main" id="{1B39B15C-F3C3-4124-9640-C841CBC7CCF1}"/>
                </a:ext>
              </a:extLst>
            </p:cNvPr>
            <p:cNvSpPr>
              <a:spLocks noChangeArrowheads="1"/>
            </p:cNvSpPr>
            <p:nvPr/>
          </p:nvSpPr>
          <p:spPr bwMode="auto">
            <a:xfrm>
              <a:off x="6556373" y="4839237"/>
              <a:ext cx="9017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2</a:t>
              </a:r>
            </a:p>
          </p:txBody>
        </p:sp>
        <p:sp>
          <p:nvSpPr>
            <p:cNvPr id="37915" name="Rectangle 24">
              <a:extLst>
                <a:ext uri="{FF2B5EF4-FFF2-40B4-BE49-F238E27FC236}">
                  <a16:creationId xmlns:a16="http://schemas.microsoft.com/office/drawing/2014/main" id="{F5C1CEB8-05AB-40EB-98B5-CD1006AD8581}"/>
                </a:ext>
              </a:extLst>
            </p:cNvPr>
            <p:cNvSpPr>
              <a:spLocks noChangeArrowheads="1"/>
            </p:cNvSpPr>
            <p:nvPr/>
          </p:nvSpPr>
          <p:spPr bwMode="auto">
            <a:xfrm>
              <a:off x="4487721" y="6191442"/>
              <a:ext cx="9017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1</a:t>
              </a:r>
            </a:p>
          </p:txBody>
        </p:sp>
        <p:sp>
          <p:nvSpPr>
            <p:cNvPr id="37916" name="Rectangle 25">
              <a:extLst>
                <a:ext uri="{FF2B5EF4-FFF2-40B4-BE49-F238E27FC236}">
                  <a16:creationId xmlns:a16="http://schemas.microsoft.com/office/drawing/2014/main" id="{F9F8B26C-9A35-4DC2-8BDB-6665D4B1F622}"/>
                </a:ext>
              </a:extLst>
            </p:cNvPr>
            <p:cNvSpPr>
              <a:spLocks noChangeArrowheads="1"/>
            </p:cNvSpPr>
            <p:nvPr/>
          </p:nvSpPr>
          <p:spPr bwMode="auto">
            <a:xfrm>
              <a:off x="5714360" y="4382257"/>
              <a:ext cx="3905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sp>
          <p:nvSpPr>
            <p:cNvPr id="37917" name="Rectangle 26">
              <a:extLst>
                <a:ext uri="{FF2B5EF4-FFF2-40B4-BE49-F238E27FC236}">
                  <a16:creationId xmlns:a16="http://schemas.microsoft.com/office/drawing/2014/main" id="{2AD0FB76-3DE0-4D0B-9649-DEC81838C16B}"/>
                </a:ext>
              </a:extLst>
            </p:cNvPr>
            <p:cNvSpPr>
              <a:spLocks noChangeArrowheads="1"/>
            </p:cNvSpPr>
            <p:nvPr/>
          </p:nvSpPr>
          <p:spPr bwMode="auto">
            <a:xfrm>
              <a:off x="5120894" y="6272424"/>
              <a:ext cx="1071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20" name="Rectangle 29">
              <a:extLst>
                <a:ext uri="{FF2B5EF4-FFF2-40B4-BE49-F238E27FC236}">
                  <a16:creationId xmlns:a16="http://schemas.microsoft.com/office/drawing/2014/main" id="{639A22D9-4091-48EC-8C11-0CBCE005CAED}"/>
                </a:ext>
              </a:extLst>
            </p:cNvPr>
            <p:cNvSpPr>
              <a:spLocks noChangeArrowheads="1"/>
            </p:cNvSpPr>
            <p:nvPr/>
          </p:nvSpPr>
          <p:spPr bwMode="auto">
            <a:xfrm>
              <a:off x="7267962" y="4838728"/>
              <a:ext cx="1069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21" name="Rectangle 30">
              <a:extLst>
                <a:ext uri="{FF2B5EF4-FFF2-40B4-BE49-F238E27FC236}">
                  <a16:creationId xmlns:a16="http://schemas.microsoft.com/office/drawing/2014/main" id="{264587FE-0D46-47CC-9775-1E9A813128EA}"/>
                </a:ext>
              </a:extLst>
            </p:cNvPr>
            <p:cNvSpPr>
              <a:spLocks noChangeArrowheads="1"/>
            </p:cNvSpPr>
            <p:nvPr/>
          </p:nvSpPr>
          <p:spPr bwMode="auto">
            <a:xfrm>
              <a:off x="8346354" y="3537475"/>
              <a:ext cx="1069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22" name="Rectangle 31">
              <a:extLst>
                <a:ext uri="{FF2B5EF4-FFF2-40B4-BE49-F238E27FC236}">
                  <a16:creationId xmlns:a16="http://schemas.microsoft.com/office/drawing/2014/main" id="{0D6239C2-D4B0-4FD5-BE26-71BD66C6935A}"/>
                </a:ext>
              </a:extLst>
            </p:cNvPr>
            <p:cNvSpPr>
              <a:spLocks noChangeArrowheads="1"/>
            </p:cNvSpPr>
            <p:nvPr/>
          </p:nvSpPr>
          <p:spPr bwMode="auto">
            <a:xfrm>
              <a:off x="4040463" y="4950258"/>
              <a:ext cx="6794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3" name="Rectangle 32">
              <a:extLst>
                <a:ext uri="{FF2B5EF4-FFF2-40B4-BE49-F238E27FC236}">
                  <a16:creationId xmlns:a16="http://schemas.microsoft.com/office/drawing/2014/main" id="{F9D89C9D-AC38-48AC-9C09-F6CA252B1F15}"/>
                </a:ext>
              </a:extLst>
            </p:cNvPr>
            <p:cNvSpPr>
              <a:spLocks noChangeArrowheads="1"/>
            </p:cNvSpPr>
            <p:nvPr/>
          </p:nvSpPr>
          <p:spPr bwMode="auto">
            <a:xfrm>
              <a:off x="5959001" y="3485418"/>
              <a:ext cx="136356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2800" b="1" dirty="0">
                <a:solidFill>
                  <a:schemeClr val="accent1"/>
                </a:solidFill>
                <a:ea typeface="宋体" panose="02010600030101010101" pitchFamily="2" charset="-122"/>
              </a:endParaRPr>
            </a:p>
          </p:txBody>
        </p:sp>
        <p:sp>
          <p:nvSpPr>
            <p:cNvPr id="37924" name="Rectangle 33">
              <a:extLst>
                <a:ext uri="{FF2B5EF4-FFF2-40B4-BE49-F238E27FC236}">
                  <a16:creationId xmlns:a16="http://schemas.microsoft.com/office/drawing/2014/main" id="{C5CB3C2B-DF6D-4797-A0A8-E40A45632ACE}"/>
                </a:ext>
              </a:extLst>
            </p:cNvPr>
            <p:cNvSpPr>
              <a:spLocks noChangeArrowheads="1"/>
            </p:cNvSpPr>
            <p:nvPr/>
          </p:nvSpPr>
          <p:spPr bwMode="auto">
            <a:xfrm>
              <a:off x="5127033" y="3517412"/>
              <a:ext cx="679450"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5" name="Rectangle 34">
              <a:extLst>
                <a:ext uri="{FF2B5EF4-FFF2-40B4-BE49-F238E27FC236}">
                  <a16:creationId xmlns:a16="http://schemas.microsoft.com/office/drawing/2014/main" id="{F876487C-CBC6-49B1-8DBA-37B1B2E5DD40}"/>
                </a:ext>
              </a:extLst>
            </p:cNvPr>
            <p:cNvSpPr>
              <a:spLocks noChangeArrowheads="1"/>
            </p:cNvSpPr>
            <p:nvPr/>
          </p:nvSpPr>
          <p:spPr bwMode="auto">
            <a:xfrm>
              <a:off x="6835617" y="2211395"/>
              <a:ext cx="1546181"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3600" b="1" i="1" dirty="0">
                <a:solidFill>
                  <a:schemeClr val="accent1"/>
                </a:solidFill>
                <a:ea typeface="宋体" panose="02010600030101010101" pitchFamily="2" charset="-122"/>
              </a:endParaRPr>
            </a:p>
          </p:txBody>
        </p:sp>
        <p:sp>
          <p:nvSpPr>
            <p:cNvPr id="37926" name="Rectangle 35">
              <a:extLst>
                <a:ext uri="{FF2B5EF4-FFF2-40B4-BE49-F238E27FC236}">
                  <a16:creationId xmlns:a16="http://schemas.microsoft.com/office/drawing/2014/main" id="{F32F70CC-FC7C-442A-8769-B299AB62E7F5}"/>
                </a:ext>
              </a:extLst>
            </p:cNvPr>
            <p:cNvSpPr>
              <a:spLocks noChangeArrowheads="1"/>
            </p:cNvSpPr>
            <p:nvPr/>
          </p:nvSpPr>
          <p:spPr bwMode="auto">
            <a:xfrm>
              <a:off x="6186219" y="2216428"/>
              <a:ext cx="901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7" name="Rectangle 36">
              <a:extLst>
                <a:ext uri="{FF2B5EF4-FFF2-40B4-BE49-F238E27FC236}">
                  <a16:creationId xmlns:a16="http://schemas.microsoft.com/office/drawing/2014/main" id="{AD92A7C6-B2BA-4D70-A26F-254C78989698}"/>
                </a:ext>
              </a:extLst>
            </p:cNvPr>
            <p:cNvSpPr>
              <a:spLocks noChangeArrowheads="1"/>
            </p:cNvSpPr>
            <p:nvPr/>
          </p:nvSpPr>
          <p:spPr bwMode="auto">
            <a:xfrm>
              <a:off x="5062446" y="2196584"/>
              <a:ext cx="97313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type</a:t>
              </a:r>
            </a:p>
          </p:txBody>
        </p:sp>
        <p:sp>
          <p:nvSpPr>
            <p:cNvPr id="37932" name="Freeform 41">
              <a:extLst>
                <a:ext uri="{FF2B5EF4-FFF2-40B4-BE49-F238E27FC236}">
                  <a16:creationId xmlns:a16="http://schemas.microsoft.com/office/drawing/2014/main" id="{144C518F-B828-47AD-85BC-36E970162D5C}"/>
                </a:ext>
              </a:extLst>
            </p:cNvPr>
            <p:cNvSpPr>
              <a:spLocks/>
            </p:cNvSpPr>
            <p:nvPr/>
          </p:nvSpPr>
          <p:spPr bwMode="auto">
            <a:xfrm>
              <a:off x="5342308" y="1863724"/>
              <a:ext cx="991832" cy="425450"/>
            </a:xfrm>
            <a:custGeom>
              <a:avLst/>
              <a:gdLst>
                <a:gd name="T0" fmla="*/ 0 w 1860"/>
                <a:gd name="T1" fmla="*/ 101 h 315"/>
                <a:gd name="T2" fmla="*/ 427 w 1860"/>
                <a:gd name="T3" fmla="*/ 38 h 315"/>
                <a:gd name="T4" fmla="*/ 1140 w 1860"/>
                <a:gd name="T5" fmla="*/ 0 h 315"/>
                <a:gd name="T6" fmla="*/ 1795 w 1860"/>
                <a:gd name="T7" fmla="*/ 39 h 315"/>
                <a:gd name="T8" fmla="*/ 2206 w 1860"/>
                <a:gd name="T9" fmla="*/ 92 h 315"/>
                <a:gd name="T10" fmla="*/ 0 60000 65536"/>
                <a:gd name="T11" fmla="*/ 0 60000 65536"/>
                <a:gd name="T12" fmla="*/ 0 60000 65536"/>
                <a:gd name="T13" fmla="*/ 0 60000 65536"/>
                <a:gd name="T14" fmla="*/ 0 60000 65536"/>
                <a:gd name="T15" fmla="*/ 0 w 1860"/>
                <a:gd name="T16" fmla="*/ 0 h 315"/>
                <a:gd name="T17" fmla="*/ 1860 w 1860"/>
                <a:gd name="T18" fmla="*/ 315 h 315"/>
              </a:gdLst>
              <a:ahLst/>
              <a:cxnLst>
                <a:cxn ang="T10">
                  <a:pos x="T0" y="T1"/>
                </a:cxn>
                <a:cxn ang="T11">
                  <a:pos x="T2" y="T3"/>
                </a:cxn>
                <a:cxn ang="T12">
                  <a:pos x="T4" y="T5"/>
                </a:cxn>
                <a:cxn ang="T13">
                  <a:pos x="T6" y="T7"/>
                </a:cxn>
                <a:cxn ang="T14">
                  <a:pos x="T8" y="T9"/>
                </a:cxn>
              </a:cxnLst>
              <a:rect l="T15" t="T16" r="T17" b="T18"/>
              <a:pathLst>
                <a:path w="1860" h="315">
                  <a:moveTo>
                    <a:pt x="0" y="315"/>
                  </a:moveTo>
                  <a:cubicBezTo>
                    <a:pt x="60" y="282"/>
                    <a:pt x="200" y="171"/>
                    <a:pt x="360" y="119"/>
                  </a:cubicBezTo>
                  <a:cubicBezTo>
                    <a:pt x="520" y="67"/>
                    <a:pt x="768" y="0"/>
                    <a:pt x="960" y="0"/>
                  </a:cubicBezTo>
                  <a:cubicBezTo>
                    <a:pt x="1152" y="0"/>
                    <a:pt x="1365" y="73"/>
                    <a:pt x="1515" y="120"/>
                  </a:cubicBezTo>
                  <a:cubicBezTo>
                    <a:pt x="1665" y="167"/>
                    <a:pt x="1788" y="251"/>
                    <a:pt x="1860" y="285"/>
                  </a:cubicBezTo>
                </a:path>
              </a:pathLst>
            </a:custGeom>
            <a:noFill/>
            <a:ln w="25400">
              <a:solidFill>
                <a:srgbClr val="FF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FF0000"/>
                </a:solidFill>
              </a:endParaRPr>
            </a:p>
          </p:txBody>
        </p:sp>
        <p:sp>
          <p:nvSpPr>
            <p:cNvPr id="50" name="Rectangle 32">
              <a:extLst>
                <a:ext uri="{FF2B5EF4-FFF2-40B4-BE49-F238E27FC236}">
                  <a16:creationId xmlns:a16="http://schemas.microsoft.com/office/drawing/2014/main" id="{CAD65E12-EE3C-475B-9A7A-5EA6A91A394E}"/>
                </a:ext>
              </a:extLst>
            </p:cNvPr>
            <p:cNvSpPr>
              <a:spLocks noChangeArrowheads="1"/>
            </p:cNvSpPr>
            <p:nvPr/>
          </p:nvSpPr>
          <p:spPr bwMode="auto">
            <a:xfrm>
              <a:off x="4928716" y="4932444"/>
              <a:ext cx="136356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2800" b="1" dirty="0">
                <a:solidFill>
                  <a:schemeClr val="accent1"/>
                </a:solidFill>
                <a:ea typeface="宋体" panose="02010600030101010101" pitchFamily="2" charset="-122"/>
              </a:endParaRPr>
            </a:p>
          </p:txBody>
        </p:sp>
      </p:grpSp>
      <p:sp>
        <p:nvSpPr>
          <p:cNvPr id="3" name="日期占位符 2">
            <a:extLst>
              <a:ext uri="{FF2B5EF4-FFF2-40B4-BE49-F238E27FC236}">
                <a16:creationId xmlns:a16="http://schemas.microsoft.com/office/drawing/2014/main" id="{DB024C76-382B-DFD9-63CE-62BF8CBE5EE9}"/>
              </a:ext>
            </a:extLst>
          </p:cNvPr>
          <p:cNvSpPr>
            <a:spLocks noGrp="1"/>
          </p:cNvSpPr>
          <p:nvPr>
            <p:ph type="dt" sz="half" idx="10"/>
          </p:nvPr>
        </p:nvSpPr>
        <p:spPr/>
        <p:txBody>
          <a:bodyPr/>
          <a:lstStyle/>
          <a:p>
            <a:fld id="{520017BD-87CA-48A1-AC88-7ED65E8705B9}" type="datetime2">
              <a:rPr lang="zh-CN" altLang="en-US" smtClean="0"/>
              <a:t>2024年6月6日</a:t>
            </a:fld>
            <a:endParaRPr lang="zh-CN" altLang="en-US" dirty="0"/>
          </a:p>
        </p:txBody>
      </p:sp>
      <p:sp>
        <p:nvSpPr>
          <p:cNvPr id="4" name="页脚占位符 3">
            <a:extLst>
              <a:ext uri="{FF2B5EF4-FFF2-40B4-BE49-F238E27FC236}">
                <a16:creationId xmlns:a16="http://schemas.microsoft.com/office/drawing/2014/main" id="{0EB559EA-C2CB-FC4B-B097-776510A9ED39}"/>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5" name="灯片编号占位符 4">
            <a:extLst>
              <a:ext uri="{FF2B5EF4-FFF2-40B4-BE49-F238E27FC236}">
                <a16:creationId xmlns:a16="http://schemas.microsoft.com/office/drawing/2014/main" id="{DD4B67DD-1B64-56EA-F89B-A2985C45BDE7}"/>
              </a:ext>
            </a:extLst>
          </p:cNvPr>
          <p:cNvSpPr>
            <a:spLocks noGrp="1"/>
          </p:cNvSpPr>
          <p:nvPr>
            <p:ph type="sldNum" sz="quarter" idx="12"/>
          </p:nvPr>
        </p:nvSpPr>
        <p:spPr/>
        <p:txBody>
          <a:bodyPr/>
          <a:lstStyle/>
          <a:p>
            <a:fld id="{094DEB03-EFC6-4C20-8FC8-295189A5386F}" type="slidenum">
              <a:rPr lang="zh-CN" altLang="en-US" smtClean="0"/>
              <a:pPr/>
              <a:t>21</a:t>
            </a:fld>
            <a:endParaRPr lang="zh-CN" altLang="en-US"/>
          </a:p>
        </p:txBody>
      </p:sp>
      <p:sp>
        <p:nvSpPr>
          <p:cNvPr id="6" name="文本框 5">
            <a:extLst>
              <a:ext uri="{FF2B5EF4-FFF2-40B4-BE49-F238E27FC236}">
                <a16:creationId xmlns:a16="http://schemas.microsoft.com/office/drawing/2014/main" id="{6420F344-F562-F340-E838-EBAFC0411653}"/>
              </a:ext>
            </a:extLst>
          </p:cNvPr>
          <p:cNvSpPr txBox="1"/>
          <p:nvPr/>
        </p:nvSpPr>
        <p:spPr>
          <a:xfrm>
            <a:off x="426112" y="5244254"/>
            <a:ext cx="3416320" cy="1384995"/>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none" rtlCol="0">
            <a:spAutoFit/>
          </a:bodyPr>
          <a:lstStyle/>
          <a:p>
            <a:r>
              <a:rPr lang="zh-CN" altLang="en-US" sz="2800" dirty="0"/>
              <a:t>分析树中，</a:t>
            </a:r>
            <a:endParaRPr lang="en-US" altLang="zh-CN" sz="2800" dirty="0"/>
          </a:p>
          <a:p>
            <a:r>
              <a:rPr lang="zh-CN" altLang="en-US" sz="2800" dirty="0"/>
              <a:t>左边的是继承属性，</a:t>
            </a:r>
            <a:endParaRPr lang="en-US" altLang="zh-CN" sz="2800" dirty="0"/>
          </a:p>
          <a:p>
            <a:r>
              <a:rPr lang="zh-CN" altLang="en-US" sz="2800" dirty="0"/>
              <a:t>右边的是综合属性</a:t>
            </a:r>
          </a:p>
        </p:txBody>
      </p:sp>
    </p:spTree>
    <p:extLst>
      <p:ext uri="{BB962C8B-B14F-4D97-AF65-F5344CB8AC3E}">
        <p14:creationId xmlns:p14="http://schemas.microsoft.com/office/powerpoint/2010/main" val="20777649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2EB9E0C5-0F2B-49F8-9BEA-02BD6D005C13}"/>
              </a:ext>
            </a:extLst>
          </p:cNvPr>
          <p:cNvSpPr>
            <a:spLocks noGrp="1" noChangeArrowheads="1"/>
          </p:cNvSpPr>
          <p:nvPr>
            <p:ph type="title"/>
          </p:nvPr>
        </p:nvSpPr>
        <p:spPr/>
        <p:txBody>
          <a:bodyPr/>
          <a:lstStyle/>
          <a:p>
            <a:pPr eaLnBrk="1" hangingPunct="1"/>
            <a:r>
              <a:rPr lang="en-US" altLang="zh-CN" dirty="0"/>
              <a:t>4.1.4 </a:t>
            </a:r>
            <a:r>
              <a:rPr lang="zh-CN" altLang="en-US" dirty="0"/>
              <a:t>属性依赖图</a:t>
            </a:r>
          </a:p>
        </p:txBody>
      </p:sp>
      <p:sp>
        <p:nvSpPr>
          <p:cNvPr id="37891" name="Rectangle 3">
            <a:extLst>
              <a:ext uri="{FF2B5EF4-FFF2-40B4-BE49-F238E27FC236}">
                <a16:creationId xmlns:a16="http://schemas.microsoft.com/office/drawing/2014/main" id="{9A3426E9-E596-448B-89A2-8EC00A88BB7F}"/>
              </a:ext>
            </a:extLst>
          </p:cNvPr>
          <p:cNvSpPr>
            <a:spLocks noGrp="1" noChangeArrowheads="1"/>
          </p:cNvSpPr>
          <p:nvPr>
            <p:ph idx="1"/>
          </p:nvPr>
        </p:nvSpPr>
        <p:spPr/>
        <p:txBody>
          <a:bodyPr/>
          <a:lstStyle/>
          <a:p>
            <a:pPr eaLnBrk="1" hangingPunct="1"/>
            <a:r>
              <a:rPr lang="zh-CN" altLang="en-US" sz="3600" dirty="0"/>
              <a:t>例：</a:t>
            </a:r>
            <a:r>
              <a:rPr lang="en-US" altLang="zh-CN" sz="3600" b="1" dirty="0"/>
              <a:t>int id</a:t>
            </a:r>
            <a:r>
              <a:rPr lang="en-US" altLang="zh-CN" sz="3600" b="1" baseline="-25000" dirty="0"/>
              <a:t>1</a:t>
            </a:r>
            <a:r>
              <a:rPr lang="en-US" altLang="zh-CN" sz="3600" b="1" dirty="0"/>
              <a:t>, id</a:t>
            </a:r>
            <a:r>
              <a:rPr lang="en-US" altLang="zh-CN" sz="3600" b="1" baseline="-25000" dirty="0"/>
              <a:t>2</a:t>
            </a:r>
            <a:r>
              <a:rPr lang="en-US" altLang="zh-CN" sz="3600" b="1" dirty="0"/>
              <a:t>, id</a:t>
            </a:r>
            <a:r>
              <a:rPr lang="en-US" altLang="zh-CN" sz="3600" b="1" baseline="-25000" dirty="0"/>
              <a:t>3</a:t>
            </a:r>
          </a:p>
          <a:p>
            <a:pPr marL="0" indent="0" eaLnBrk="1" hangingPunct="1">
              <a:buNone/>
            </a:pPr>
            <a:r>
              <a:rPr lang="zh-CN" altLang="en-US" sz="3600" dirty="0"/>
              <a:t>的分析树的依赖图</a:t>
            </a:r>
          </a:p>
        </p:txBody>
      </p:sp>
      <p:graphicFrame>
        <p:nvGraphicFramePr>
          <p:cNvPr id="48" name="Group 4">
            <a:extLst>
              <a:ext uri="{FF2B5EF4-FFF2-40B4-BE49-F238E27FC236}">
                <a16:creationId xmlns:a16="http://schemas.microsoft.com/office/drawing/2014/main" id="{94BB3912-C90B-4626-B1DE-7F2EFAD062A3}"/>
              </a:ext>
            </a:extLst>
          </p:cNvPr>
          <p:cNvGraphicFramePr>
            <a:graphicFrameLocks/>
          </p:cNvGraphicFramePr>
          <p:nvPr>
            <p:extLst>
              <p:ext uri="{D42A27DB-BD31-4B8C-83A1-F6EECF244321}">
                <p14:modId xmlns:p14="http://schemas.microsoft.com/office/powerpoint/2010/main" val="1658785720"/>
              </p:ext>
            </p:extLst>
          </p:nvPr>
        </p:nvGraphicFramePr>
        <p:xfrm>
          <a:off x="271421" y="2594226"/>
          <a:ext cx="3731878" cy="2394690"/>
        </p:xfrm>
        <a:graphic>
          <a:graphicData uri="http://schemas.openxmlformats.org/drawingml/2006/table">
            <a:tbl>
              <a:tblPr/>
              <a:tblGrid>
                <a:gridCol w="1081101">
                  <a:extLst>
                    <a:ext uri="{9D8B030D-6E8A-4147-A177-3AD203B41FA5}">
                      <a16:colId xmlns:a16="http://schemas.microsoft.com/office/drawing/2014/main" val="20000"/>
                    </a:ext>
                  </a:extLst>
                </a:gridCol>
                <a:gridCol w="2650777">
                  <a:extLst>
                    <a:ext uri="{9D8B030D-6E8A-4147-A177-3AD203B41FA5}">
                      <a16:colId xmlns:a16="http://schemas.microsoft.com/office/drawing/2014/main" val="20001"/>
                    </a:ext>
                  </a:extLst>
                </a:gridCol>
              </a:tblGrid>
              <a:tr h="30953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产生式</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语</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义</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规</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则</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0"/>
                  </a:ext>
                </a:extLst>
              </a:tr>
              <a:tr h="30953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D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TL</a:t>
                      </a:r>
                      <a:endParaRPr kumimoji="0" lang="en-US" altLang="zh-CN" sz="2000" b="0" i="0" u="none" strike="noStrike" cap="none" normalizeH="0" baseline="0" dirty="0">
                        <a:ln>
                          <a:noFill/>
                        </a:ln>
                        <a:solidFill>
                          <a:schemeClr val="tx1"/>
                        </a:solidFill>
                        <a:effectLst/>
                        <a:latin typeface="Times New Roman" pitchFamily="18" charset="0"/>
                        <a:ea typeface="黑体" pitchFamily="2" charset="-122"/>
                      </a:endParaRP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type</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1"/>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T</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rgbClr val="FF0000"/>
                          </a:solidFill>
                          <a:effectLst/>
                          <a:latin typeface="Times New Roman" pitchFamily="18" charset="0"/>
                          <a:ea typeface="黑体" pitchFamily="2" charset="-122"/>
                        </a:rPr>
                        <a:t> </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int</a:t>
                      </a:r>
                      <a:r>
                        <a:rPr kumimoji="0" lang="en-US" altLang="zh-CN" sz="2000" b="0" i="0" u="none" strike="noStrike" cap="none" normalizeH="0" baseline="0" dirty="0">
                          <a:ln>
                            <a:noFill/>
                          </a:ln>
                          <a:solidFill>
                            <a:srgbClr val="FF0000"/>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T</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a:t>
                      </a: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 type</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 = </a:t>
                      </a: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integer</a:t>
                      </a:r>
                      <a:r>
                        <a:rPr kumimoji="0" lang="en-US" altLang="zh-CN" sz="2000" b="0" i="0" u="none" strike="noStrike" cap="none" normalizeH="0" baseline="0" dirty="0">
                          <a:ln>
                            <a:noFill/>
                          </a:ln>
                          <a:solidFill>
                            <a:srgbClr val="FF0000"/>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2"/>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T</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rgbClr val="FF0000"/>
                          </a:solidFill>
                          <a:effectLst/>
                          <a:latin typeface="Times New Roman" pitchFamily="18" charset="0"/>
                          <a:ea typeface="黑体" pitchFamily="2" charset="-122"/>
                        </a:rPr>
                        <a:t> </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real</a:t>
                      </a:r>
                      <a:r>
                        <a:rPr kumimoji="0" lang="en-US" altLang="zh-CN" sz="2000" b="0" i="0" u="none" strike="noStrike" cap="none" normalizeH="0" baseline="0" dirty="0">
                          <a:ln>
                            <a:noFill/>
                          </a:ln>
                          <a:solidFill>
                            <a:srgbClr val="FF0000"/>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T</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a:t>
                      </a: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 type</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 = </a:t>
                      </a: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real</a:t>
                      </a:r>
                      <a:r>
                        <a:rPr kumimoji="0" lang="en-US" altLang="zh-CN" sz="2000" b="0" i="0" u="none" strike="noStrike" cap="none" normalizeH="0" baseline="0" dirty="0">
                          <a:ln>
                            <a:noFill/>
                          </a:ln>
                          <a:solidFill>
                            <a:srgbClr val="FF0000"/>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3"/>
                  </a:ext>
                </a:extLst>
              </a:tr>
              <a:tr h="6417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id</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addtype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id.</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entry</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id</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addtype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id.</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entry</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5"/>
                  </a:ext>
                </a:extLst>
              </a:tr>
            </a:tbl>
          </a:graphicData>
        </a:graphic>
      </p:graphicFrame>
      <p:grpSp>
        <p:nvGrpSpPr>
          <p:cNvPr id="2" name="组合 1">
            <a:extLst>
              <a:ext uri="{FF2B5EF4-FFF2-40B4-BE49-F238E27FC236}">
                <a16:creationId xmlns:a16="http://schemas.microsoft.com/office/drawing/2014/main" id="{CF13C85C-B661-4A92-849D-2F4452090283}"/>
              </a:ext>
            </a:extLst>
          </p:cNvPr>
          <p:cNvGrpSpPr/>
          <p:nvPr/>
        </p:nvGrpSpPr>
        <p:grpSpPr>
          <a:xfrm>
            <a:off x="4040463" y="1257300"/>
            <a:ext cx="5375866" cy="5496136"/>
            <a:chOff x="4040463" y="1257300"/>
            <a:chExt cx="5375866" cy="5496136"/>
          </a:xfrm>
        </p:grpSpPr>
        <p:sp>
          <p:nvSpPr>
            <p:cNvPr id="37896" name="Rectangle 5">
              <a:extLst>
                <a:ext uri="{FF2B5EF4-FFF2-40B4-BE49-F238E27FC236}">
                  <a16:creationId xmlns:a16="http://schemas.microsoft.com/office/drawing/2014/main" id="{A9DCFC6E-963E-417E-B201-8DE50A583033}"/>
                </a:ext>
              </a:extLst>
            </p:cNvPr>
            <p:cNvSpPr>
              <a:spLocks noChangeArrowheads="1"/>
            </p:cNvSpPr>
            <p:nvPr/>
          </p:nvSpPr>
          <p:spPr bwMode="auto">
            <a:xfrm>
              <a:off x="5737374" y="1257300"/>
              <a:ext cx="3905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D</a:t>
              </a:r>
            </a:p>
          </p:txBody>
        </p:sp>
        <p:sp>
          <p:nvSpPr>
            <p:cNvPr id="37897" name="Rectangle 6">
              <a:extLst>
                <a:ext uri="{FF2B5EF4-FFF2-40B4-BE49-F238E27FC236}">
                  <a16:creationId xmlns:a16="http://schemas.microsoft.com/office/drawing/2014/main" id="{7A75101F-D4C3-489D-BB57-A48B4B59F52C}"/>
                </a:ext>
              </a:extLst>
            </p:cNvPr>
            <p:cNvSpPr>
              <a:spLocks noChangeArrowheads="1"/>
            </p:cNvSpPr>
            <p:nvPr/>
          </p:nvSpPr>
          <p:spPr bwMode="auto">
            <a:xfrm>
              <a:off x="4269472" y="3071305"/>
              <a:ext cx="1438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    int</a:t>
              </a:r>
            </a:p>
          </p:txBody>
        </p:sp>
        <p:sp>
          <p:nvSpPr>
            <p:cNvPr id="37898" name="Rectangle 7">
              <a:extLst>
                <a:ext uri="{FF2B5EF4-FFF2-40B4-BE49-F238E27FC236}">
                  <a16:creationId xmlns:a16="http://schemas.microsoft.com/office/drawing/2014/main" id="{E386BB47-BF99-45B7-8263-2AE8332983C6}"/>
                </a:ext>
              </a:extLst>
            </p:cNvPr>
            <p:cNvSpPr>
              <a:spLocks noChangeArrowheads="1"/>
            </p:cNvSpPr>
            <p:nvPr/>
          </p:nvSpPr>
          <p:spPr bwMode="auto">
            <a:xfrm>
              <a:off x="4753994" y="2215847"/>
              <a:ext cx="58578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T</a:t>
              </a:r>
            </a:p>
          </p:txBody>
        </p:sp>
        <p:sp>
          <p:nvSpPr>
            <p:cNvPr id="37899" name="Line 8">
              <a:extLst>
                <a:ext uri="{FF2B5EF4-FFF2-40B4-BE49-F238E27FC236}">
                  <a16:creationId xmlns:a16="http://schemas.microsoft.com/office/drawing/2014/main" id="{3E566DD5-5A17-4A6D-84AF-FC3BFD17627F}"/>
                </a:ext>
              </a:extLst>
            </p:cNvPr>
            <p:cNvSpPr>
              <a:spLocks noChangeShapeType="1"/>
            </p:cNvSpPr>
            <p:nvPr/>
          </p:nvSpPr>
          <p:spPr bwMode="auto">
            <a:xfrm flipH="1">
              <a:off x="4937510" y="1634259"/>
              <a:ext cx="776850" cy="627508"/>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0" name="Rectangle 9">
              <a:extLst>
                <a:ext uri="{FF2B5EF4-FFF2-40B4-BE49-F238E27FC236}">
                  <a16:creationId xmlns:a16="http://schemas.microsoft.com/office/drawing/2014/main" id="{BDED5F71-6535-40E5-ABE7-9AF027EEC51A}"/>
                </a:ext>
              </a:extLst>
            </p:cNvPr>
            <p:cNvSpPr>
              <a:spLocks noChangeArrowheads="1"/>
            </p:cNvSpPr>
            <p:nvPr/>
          </p:nvSpPr>
          <p:spPr bwMode="auto">
            <a:xfrm>
              <a:off x="6665793" y="3152372"/>
              <a:ext cx="42257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sp>
          <p:nvSpPr>
            <p:cNvPr id="37901" name="Line 10">
              <a:extLst>
                <a:ext uri="{FF2B5EF4-FFF2-40B4-BE49-F238E27FC236}">
                  <a16:creationId xmlns:a16="http://schemas.microsoft.com/office/drawing/2014/main" id="{3E5A7A81-9EED-44FD-ACFB-62B5DBA6251D}"/>
                </a:ext>
              </a:extLst>
            </p:cNvPr>
            <p:cNvSpPr>
              <a:spLocks noChangeShapeType="1"/>
            </p:cNvSpPr>
            <p:nvPr/>
          </p:nvSpPr>
          <p:spPr bwMode="auto">
            <a:xfrm>
              <a:off x="4858121" y="2678209"/>
              <a:ext cx="0" cy="465137"/>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2" name="Line 11">
              <a:extLst>
                <a:ext uri="{FF2B5EF4-FFF2-40B4-BE49-F238E27FC236}">
                  <a16:creationId xmlns:a16="http://schemas.microsoft.com/office/drawing/2014/main" id="{1FE84377-5327-4AC3-AB5C-6ED1CE62066F}"/>
                </a:ext>
              </a:extLst>
            </p:cNvPr>
            <p:cNvSpPr>
              <a:spLocks noChangeShapeType="1"/>
            </p:cNvSpPr>
            <p:nvPr/>
          </p:nvSpPr>
          <p:spPr bwMode="auto">
            <a:xfrm>
              <a:off x="6918623" y="2897310"/>
              <a:ext cx="951971" cy="659141"/>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3" name="Line 12">
              <a:extLst>
                <a:ext uri="{FF2B5EF4-FFF2-40B4-BE49-F238E27FC236}">
                  <a16:creationId xmlns:a16="http://schemas.microsoft.com/office/drawing/2014/main" id="{EA78DE3E-7F96-465B-95C0-DFBFB2A028D5}"/>
                </a:ext>
              </a:extLst>
            </p:cNvPr>
            <p:cNvSpPr>
              <a:spLocks noChangeShapeType="1"/>
            </p:cNvSpPr>
            <p:nvPr/>
          </p:nvSpPr>
          <p:spPr bwMode="auto">
            <a:xfrm flipH="1">
              <a:off x="5722703" y="2873316"/>
              <a:ext cx="769729" cy="727201"/>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4" name="Rectangle 13">
              <a:extLst>
                <a:ext uri="{FF2B5EF4-FFF2-40B4-BE49-F238E27FC236}">
                  <a16:creationId xmlns:a16="http://schemas.microsoft.com/office/drawing/2014/main" id="{435EECA6-20F7-4D8B-BBF8-6E1A96A03B55}"/>
                </a:ext>
              </a:extLst>
            </p:cNvPr>
            <p:cNvSpPr>
              <a:spLocks noChangeArrowheads="1"/>
            </p:cNvSpPr>
            <p:nvPr/>
          </p:nvSpPr>
          <p:spPr bwMode="auto">
            <a:xfrm>
              <a:off x="7755446" y="3514929"/>
              <a:ext cx="90011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3</a:t>
              </a:r>
            </a:p>
          </p:txBody>
        </p:sp>
        <p:sp>
          <p:nvSpPr>
            <p:cNvPr id="37905" name="Rectangle 14">
              <a:extLst>
                <a:ext uri="{FF2B5EF4-FFF2-40B4-BE49-F238E27FC236}">
                  <a16:creationId xmlns:a16="http://schemas.microsoft.com/office/drawing/2014/main" id="{70C81298-8671-4968-AE81-19DDA3F06005}"/>
                </a:ext>
              </a:extLst>
            </p:cNvPr>
            <p:cNvSpPr>
              <a:spLocks noChangeArrowheads="1"/>
            </p:cNvSpPr>
            <p:nvPr/>
          </p:nvSpPr>
          <p:spPr bwMode="auto">
            <a:xfrm>
              <a:off x="6556373" y="2244304"/>
              <a:ext cx="5349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06" name="Line 15">
              <a:extLst>
                <a:ext uri="{FF2B5EF4-FFF2-40B4-BE49-F238E27FC236}">
                  <a16:creationId xmlns:a16="http://schemas.microsoft.com/office/drawing/2014/main" id="{4395E17E-9641-41D1-9A76-2EBCABABC03A}"/>
                </a:ext>
              </a:extLst>
            </p:cNvPr>
            <p:cNvSpPr>
              <a:spLocks noChangeShapeType="1"/>
            </p:cNvSpPr>
            <p:nvPr/>
          </p:nvSpPr>
          <p:spPr bwMode="auto">
            <a:xfrm>
              <a:off x="6007472" y="1610624"/>
              <a:ext cx="701246" cy="651143"/>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7" name="Line 16">
              <a:extLst>
                <a:ext uri="{FF2B5EF4-FFF2-40B4-BE49-F238E27FC236}">
                  <a16:creationId xmlns:a16="http://schemas.microsoft.com/office/drawing/2014/main" id="{442205ED-3043-4A4D-B634-4DE007DD2F10}"/>
                </a:ext>
              </a:extLst>
            </p:cNvPr>
            <p:cNvSpPr>
              <a:spLocks noChangeShapeType="1"/>
            </p:cNvSpPr>
            <p:nvPr/>
          </p:nvSpPr>
          <p:spPr bwMode="auto">
            <a:xfrm>
              <a:off x="4671543" y="5682556"/>
              <a:ext cx="0" cy="46355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8" name="Line 17">
              <a:extLst>
                <a:ext uri="{FF2B5EF4-FFF2-40B4-BE49-F238E27FC236}">
                  <a16:creationId xmlns:a16="http://schemas.microsoft.com/office/drawing/2014/main" id="{ECEED859-8991-4CE8-9635-8241B1237252}"/>
                </a:ext>
              </a:extLst>
            </p:cNvPr>
            <p:cNvSpPr>
              <a:spLocks noChangeShapeType="1"/>
            </p:cNvSpPr>
            <p:nvPr/>
          </p:nvSpPr>
          <p:spPr bwMode="auto">
            <a:xfrm>
              <a:off x="5772392" y="4154695"/>
              <a:ext cx="0" cy="43870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9" name="Line 18">
              <a:extLst>
                <a:ext uri="{FF2B5EF4-FFF2-40B4-BE49-F238E27FC236}">
                  <a16:creationId xmlns:a16="http://schemas.microsoft.com/office/drawing/2014/main" id="{2B7906B7-3DCF-4B16-A6A5-2D701F415D82}"/>
                </a:ext>
              </a:extLst>
            </p:cNvPr>
            <p:cNvSpPr>
              <a:spLocks noChangeShapeType="1"/>
            </p:cNvSpPr>
            <p:nvPr/>
          </p:nvSpPr>
          <p:spPr bwMode="auto">
            <a:xfrm>
              <a:off x="6708718" y="2898372"/>
              <a:ext cx="0" cy="46513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0" name="Rectangle 19">
              <a:extLst>
                <a:ext uri="{FF2B5EF4-FFF2-40B4-BE49-F238E27FC236}">
                  <a16:creationId xmlns:a16="http://schemas.microsoft.com/office/drawing/2014/main" id="{189B559F-B2A9-48D0-8185-D541D77CAD95}"/>
                </a:ext>
              </a:extLst>
            </p:cNvPr>
            <p:cNvSpPr>
              <a:spLocks noChangeArrowheads="1"/>
            </p:cNvSpPr>
            <p:nvPr/>
          </p:nvSpPr>
          <p:spPr bwMode="auto">
            <a:xfrm>
              <a:off x="5650733" y="3519427"/>
              <a:ext cx="4619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11" name="Rectangle 20">
              <a:extLst>
                <a:ext uri="{FF2B5EF4-FFF2-40B4-BE49-F238E27FC236}">
                  <a16:creationId xmlns:a16="http://schemas.microsoft.com/office/drawing/2014/main" id="{868619F1-A448-45F3-A29B-5BED9C25BD6E}"/>
                </a:ext>
              </a:extLst>
            </p:cNvPr>
            <p:cNvSpPr>
              <a:spLocks noChangeArrowheads="1"/>
            </p:cNvSpPr>
            <p:nvPr/>
          </p:nvSpPr>
          <p:spPr bwMode="auto">
            <a:xfrm>
              <a:off x="4578348" y="4933469"/>
              <a:ext cx="43497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12" name="Line 21">
              <a:extLst>
                <a:ext uri="{FF2B5EF4-FFF2-40B4-BE49-F238E27FC236}">
                  <a16:creationId xmlns:a16="http://schemas.microsoft.com/office/drawing/2014/main" id="{0A70A414-71BE-4A26-8AF3-80A440EEB535}"/>
                </a:ext>
              </a:extLst>
            </p:cNvPr>
            <p:cNvSpPr>
              <a:spLocks noChangeShapeType="1"/>
            </p:cNvSpPr>
            <p:nvPr/>
          </p:nvSpPr>
          <p:spPr bwMode="auto">
            <a:xfrm flipH="1">
              <a:off x="4767216" y="4151803"/>
              <a:ext cx="741161" cy="804869"/>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3" name="Line 22">
              <a:extLst>
                <a:ext uri="{FF2B5EF4-FFF2-40B4-BE49-F238E27FC236}">
                  <a16:creationId xmlns:a16="http://schemas.microsoft.com/office/drawing/2014/main" id="{220F3783-573E-4B09-9174-1F3AC682A5E7}"/>
                </a:ext>
              </a:extLst>
            </p:cNvPr>
            <p:cNvSpPr>
              <a:spLocks noChangeShapeType="1"/>
            </p:cNvSpPr>
            <p:nvPr/>
          </p:nvSpPr>
          <p:spPr bwMode="auto">
            <a:xfrm>
              <a:off x="5959001" y="4172669"/>
              <a:ext cx="749716" cy="666613"/>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4" name="Rectangle 23">
              <a:extLst>
                <a:ext uri="{FF2B5EF4-FFF2-40B4-BE49-F238E27FC236}">
                  <a16:creationId xmlns:a16="http://schemas.microsoft.com/office/drawing/2014/main" id="{1B39B15C-F3C3-4124-9640-C841CBC7CCF1}"/>
                </a:ext>
              </a:extLst>
            </p:cNvPr>
            <p:cNvSpPr>
              <a:spLocks noChangeArrowheads="1"/>
            </p:cNvSpPr>
            <p:nvPr/>
          </p:nvSpPr>
          <p:spPr bwMode="auto">
            <a:xfrm>
              <a:off x="6556373" y="4839237"/>
              <a:ext cx="9017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2</a:t>
              </a:r>
            </a:p>
          </p:txBody>
        </p:sp>
        <p:sp>
          <p:nvSpPr>
            <p:cNvPr id="37915" name="Rectangle 24">
              <a:extLst>
                <a:ext uri="{FF2B5EF4-FFF2-40B4-BE49-F238E27FC236}">
                  <a16:creationId xmlns:a16="http://schemas.microsoft.com/office/drawing/2014/main" id="{F5C1CEB8-05AB-40EB-98B5-CD1006AD8581}"/>
                </a:ext>
              </a:extLst>
            </p:cNvPr>
            <p:cNvSpPr>
              <a:spLocks noChangeArrowheads="1"/>
            </p:cNvSpPr>
            <p:nvPr/>
          </p:nvSpPr>
          <p:spPr bwMode="auto">
            <a:xfrm>
              <a:off x="4487721" y="6191442"/>
              <a:ext cx="9017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1</a:t>
              </a:r>
            </a:p>
          </p:txBody>
        </p:sp>
        <p:sp>
          <p:nvSpPr>
            <p:cNvPr id="37916" name="Rectangle 25">
              <a:extLst>
                <a:ext uri="{FF2B5EF4-FFF2-40B4-BE49-F238E27FC236}">
                  <a16:creationId xmlns:a16="http://schemas.microsoft.com/office/drawing/2014/main" id="{F9F8B26C-9A35-4DC2-8BDB-6665D4B1F622}"/>
                </a:ext>
              </a:extLst>
            </p:cNvPr>
            <p:cNvSpPr>
              <a:spLocks noChangeArrowheads="1"/>
            </p:cNvSpPr>
            <p:nvPr/>
          </p:nvSpPr>
          <p:spPr bwMode="auto">
            <a:xfrm>
              <a:off x="5714360" y="4382257"/>
              <a:ext cx="3905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sp>
          <p:nvSpPr>
            <p:cNvPr id="37917" name="Rectangle 26">
              <a:extLst>
                <a:ext uri="{FF2B5EF4-FFF2-40B4-BE49-F238E27FC236}">
                  <a16:creationId xmlns:a16="http://schemas.microsoft.com/office/drawing/2014/main" id="{2AD0FB76-3DE0-4D0B-9649-DEC81838C16B}"/>
                </a:ext>
              </a:extLst>
            </p:cNvPr>
            <p:cNvSpPr>
              <a:spLocks noChangeArrowheads="1"/>
            </p:cNvSpPr>
            <p:nvPr/>
          </p:nvSpPr>
          <p:spPr bwMode="auto">
            <a:xfrm>
              <a:off x="5120894" y="6272424"/>
              <a:ext cx="1071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20" name="Rectangle 29">
              <a:extLst>
                <a:ext uri="{FF2B5EF4-FFF2-40B4-BE49-F238E27FC236}">
                  <a16:creationId xmlns:a16="http://schemas.microsoft.com/office/drawing/2014/main" id="{639A22D9-4091-48EC-8C11-0CBCE005CAED}"/>
                </a:ext>
              </a:extLst>
            </p:cNvPr>
            <p:cNvSpPr>
              <a:spLocks noChangeArrowheads="1"/>
            </p:cNvSpPr>
            <p:nvPr/>
          </p:nvSpPr>
          <p:spPr bwMode="auto">
            <a:xfrm>
              <a:off x="7267962" y="4838728"/>
              <a:ext cx="1069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21" name="Rectangle 30">
              <a:extLst>
                <a:ext uri="{FF2B5EF4-FFF2-40B4-BE49-F238E27FC236}">
                  <a16:creationId xmlns:a16="http://schemas.microsoft.com/office/drawing/2014/main" id="{264587FE-0D46-47CC-9775-1E9A813128EA}"/>
                </a:ext>
              </a:extLst>
            </p:cNvPr>
            <p:cNvSpPr>
              <a:spLocks noChangeArrowheads="1"/>
            </p:cNvSpPr>
            <p:nvPr/>
          </p:nvSpPr>
          <p:spPr bwMode="auto">
            <a:xfrm>
              <a:off x="8346354" y="3537475"/>
              <a:ext cx="1069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22" name="Rectangle 31">
              <a:extLst>
                <a:ext uri="{FF2B5EF4-FFF2-40B4-BE49-F238E27FC236}">
                  <a16:creationId xmlns:a16="http://schemas.microsoft.com/office/drawing/2014/main" id="{0D6239C2-D4B0-4FD5-BE26-71BD66C6935A}"/>
                </a:ext>
              </a:extLst>
            </p:cNvPr>
            <p:cNvSpPr>
              <a:spLocks noChangeArrowheads="1"/>
            </p:cNvSpPr>
            <p:nvPr/>
          </p:nvSpPr>
          <p:spPr bwMode="auto">
            <a:xfrm>
              <a:off x="4040463" y="4950258"/>
              <a:ext cx="6794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3" name="Rectangle 32">
              <a:extLst>
                <a:ext uri="{FF2B5EF4-FFF2-40B4-BE49-F238E27FC236}">
                  <a16:creationId xmlns:a16="http://schemas.microsoft.com/office/drawing/2014/main" id="{F9D89C9D-AC38-48AC-9C09-F6CA252B1F15}"/>
                </a:ext>
              </a:extLst>
            </p:cNvPr>
            <p:cNvSpPr>
              <a:spLocks noChangeArrowheads="1"/>
            </p:cNvSpPr>
            <p:nvPr/>
          </p:nvSpPr>
          <p:spPr bwMode="auto">
            <a:xfrm>
              <a:off x="5959001" y="3485418"/>
              <a:ext cx="136356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2800" b="1" dirty="0">
                <a:solidFill>
                  <a:schemeClr val="accent1"/>
                </a:solidFill>
                <a:ea typeface="宋体" panose="02010600030101010101" pitchFamily="2" charset="-122"/>
              </a:endParaRPr>
            </a:p>
          </p:txBody>
        </p:sp>
        <p:sp>
          <p:nvSpPr>
            <p:cNvPr id="37924" name="Rectangle 33">
              <a:extLst>
                <a:ext uri="{FF2B5EF4-FFF2-40B4-BE49-F238E27FC236}">
                  <a16:creationId xmlns:a16="http://schemas.microsoft.com/office/drawing/2014/main" id="{C5CB3C2B-DF6D-4797-A0A8-E40A45632ACE}"/>
                </a:ext>
              </a:extLst>
            </p:cNvPr>
            <p:cNvSpPr>
              <a:spLocks noChangeArrowheads="1"/>
            </p:cNvSpPr>
            <p:nvPr/>
          </p:nvSpPr>
          <p:spPr bwMode="auto">
            <a:xfrm>
              <a:off x="5127033" y="3517412"/>
              <a:ext cx="679450"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5" name="Rectangle 34">
              <a:extLst>
                <a:ext uri="{FF2B5EF4-FFF2-40B4-BE49-F238E27FC236}">
                  <a16:creationId xmlns:a16="http://schemas.microsoft.com/office/drawing/2014/main" id="{F876487C-CBC6-49B1-8DBA-37B1B2E5DD40}"/>
                </a:ext>
              </a:extLst>
            </p:cNvPr>
            <p:cNvSpPr>
              <a:spLocks noChangeArrowheads="1"/>
            </p:cNvSpPr>
            <p:nvPr/>
          </p:nvSpPr>
          <p:spPr bwMode="auto">
            <a:xfrm>
              <a:off x="6835617" y="2211395"/>
              <a:ext cx="1546181"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3600" b="1" i="1" dirty="0">
                <a:solidFill>
                  <a:schemeClr val="accent1"/>
                </a:solidFill>
                <a:ea typeface="宋体" panose="02010600030101010101" pitchFamily="2" charset="-122"/>
              </a:endParaRPr>
            </a:p>
          </p:txBody>
        </p:sp>
        <p:sp>
          <p:nvSpPr>
            <p:cNvPr id="37926" name="Rectangle 35">
              <a:extLst>
                <a:ext uri="{FF2B5EF4-FFF2-40B4-BE49-F238E27FC236}">
                  <a16:creationId xmlns:a16="http://schemas.microsoft.com/office/drawing/2014/main" id="{F32F70CC-FC7C-442A-8769-B299AB62E7F5}"/>
                </a:ext>
              </a:extLst>
            </p:cNvPr>
            <p:cNvSpPr>
              <a:spLocks noChangeArrowheads="1"/>
            </p:cNvSpPr>
            <p:nvPr/>
          </p:nvSpPr>
          <p:spPr bwMode="auto">
            <a:xfrm>
              <a:off x="6186219" y="2216428"/>
              <a:ext cx="901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7" name="Rectangle 36">
              <a:extLst>
                <a:ext uri="{FF2B5EF4-FFF2-40B4-BE49-F238E27FC236}">
                  <a16:creationId xmlns:a16="http://schemas.microsoft.com/office/drawing/2014/main" id="{AD92A7C6-B2BA-4D70-A26F-254C78989698}"/>
                </a:ext>
              </a:extLst>
            </p:cNvPr>
            <p:cNvSpPr>
              <a:spLocks noChangeArrowheads="1"/>
            </p:cNvSpPr>
            <p:nvPr/>
          </p:nvSpPr>
          <p:spPr bwMode="auto">
            <a:xfrm>
              <a:off x="5062446" y="2196584"/>
              <a:ext cx="97313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type</a:t>
              </a:r>
            </a:p>
          </p:txBody>
        </p:sp>
        <p:sp>
          <p:nvSpPr>
            <p:cNvPr id="37932" name="Freeform 41">
              <a:extLst>
                <a:ext uri="{FF2B5EF4-FFF2-40B4-BE49-F238E27FC236}">
                  <a16:creationId xmlns:a16="http://schemas.microsoft.com/office/drawing/2014/main" id="{144C518F-B828-47AD-85BC-36E970162D5C}"/>
                </a:ext>
              </a:extLst>
            </p:cNvPr>
            <p:cNvSpPr>
              <a:spLocks/>
            </p:cNvSpPr>
            <p:nvPr/>
          </p:nvSpPr>
          <p:spPr bwMode="auto">
            <a:xfrm>
              <a:off x="5342308" y="1863724"/>
              <a:ext cx="991832" cy="425450"/>
            </a:xfrm>
            <a:custGeom>
              <a:avLst/>
              <a:gdLst>
                <a:gd name="T0" fmla="*/ 0 w 1860"/>
                <a:gd name="T1" fmla="*/ 101 h 315"/>
                <a:gd name="T2" fmla="*/ 427 w 1860"/>
                <a:gd name="T3" fmla="*/ 38 h 315"/>
                <a:gd name="T4" fmla="*/ 1140 w 1860"/>
                <a:gd name="T5" fmla="*/ 0 h 315"/>
                <a:gd name="T6" fmla="*/ 1795 w 1860"/>
                <a:gd name="T7" fmla="*/ 39 h 315"/>
                <a:gd name="T8" fmla="*/ 2206 w 1860"/>
                <a:gd name="T9" fmla="*/ 92 h 315"/>
                <a:gd name="T10" fmla="*/ 0 60000 65536"/>
                <a:gd name="T11" fmla="*/ 0 60000 65536"/>
                <a:gd name="T12" fmla="*/ 0 60000 65536"/>
                <a:gd name="T13" fmla="*/ 0 60000 65536"/>
                <a:gd name="T14" fmla="*/ 0 60000 65536"/>
                <a:gd name="T15" fmla="*/ 0 w 1860"/>
                <a:gd name="T16" fmla="*/ 0 h 315"/>
                <a:gd name="T17" fmla="*/ 1860 w 1860"/>
                <a:gd name="T18" fmla="*/ 315 h 315"/>
              </a:gdLst>
              <a:ahLst/>
              <a:cxnLst>
                <a:cxn ang="T10">
                  <a:pos x="T0" y="T1"/>
                </a:cxn>
                <a:cxn ang="T11">
                  <a:pos x="T2" y="T3"/>
                </a:cxn>
                <a:cxn ang="T12">
                  <a:pos x="T4" y="T5"/>
                </a:cxn>
                <a:cxn ang="T13">
                  <a:pos x="T6" y="T7"/>
                </a:cxn>
                <a:cxn ang="T14">
                  <a:pos x="T8" y="T9"/>
                </a:cxn>
              </a:cxnLst>
              <a:rect l="T15" t="T16" r="T17" b="T18"/>
              <a:pathLst>
                <a:path w="1860" h="315">
                  <a:moveTo>
                    <a:pt x="0" y="315"/>
                  </a:moveTo>
                  <a:cubicBezTo>
                    <a:pt x="60" y="282"/>
                    <a:pt x="200" y="171"/>
                    <a:pt x="360" y="119"/>
                  </a:cubicBezTo>
                  <a:cubicBezTo>
                    <a:pt x="520" y="67"/>
                    <a:pt x="768" y="0"/>
                    <a:pt x="960" y="0"/>
                  </a:cubicBezTo>
                  <a:cubicBezTo>
                    <a:pt x="1152" y="0"/>
                    <a:pt x="1365" y="73"/>
                    <a:pt x="1515" y="120"/>
                  </a:cubicBezTo>
                  <a:cubicBezTo>
                    <a:pt x="1665" y="167"/>
                    <a:pt x="1788" y="251"/>
                    <a:pt x="1860" y="285"/>
                  </a:cubicBezTo>
                </a:path>
              </a:pathLst>
            </a:custGeom>
            <a:noFill/>
            <a:ln w="25400">
              <a:solidFill>
                <a:schemeClr val="accent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accent1"/>
                </a:solidFill>
              </a:endParaRPr>
            </a:p>
          </p:txBody>
        </p:sp>
        <p:sp>
          <p:nvSpPr>
            <p:cNvPr id="50" name="Rectangle 32">
              <a:extLst>
                <a:ext uri="{FF2B5EF4-FFF2-40B4-BE49-F238E27FC236}">
                  <a16:creationId xmlns:a16="http://schemas.microsoft.com/office/drawing/2014/main" id="{CAD65E12-EE3C-475B-9A7A-5EA6A91A394E}"/>
                </a:ext>
              </a:extLst>
            </p:cNvPr>
            <p:cNvSpPr>
              <a:spLocks noChangeArrowheads="1"/>
            </p:cNvSpPr>
            <p:nvPr/>
          </p:nvSpPr>
          <p:spPr bwMode="auto">
            <a:xfrm>
              <a:off x="4928716" y="4932444"/>
              <a:ext cx="136356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2800" b="1" dirty="0">
                <a:solidFill>
                  <a:schemeClr val="accent1"/>
                </a:solidFill>
                <a:ea typeface="宋体" panose="02010600030101010101" pitchFamily="2" charset="-122"/>
              </a:endParaRPr>
            </a:p>
          </p:txBody>
        </p:sp>
        <p:sp>
          <p:nvSpPr>
            <p:cNvPr id="52" name="Line 39">
              <a:extLst>
                <a:ext uri="{FF2B5EF4-FFF2-40B4-BE49-F238E27FC236}">
                  <a16:creationId xmlns:a16="http://schemas.microsoft.com/office/drawing/2014/main" id="{C6339EFF-3803-4101-BA18-15D9E1F45A67}"/>
                </a:ext>
              </a:extLst>
            </p:cNvPr>
            <p:cNvSpPr>
              <a:spLocks noChangeShapeType="1"/>
            </p:cNvSpPr>
            <p:nvPr/>
          </p:nvSpPr>
          <p:spPr bwMode="auto">
            <a:xfrm flipH="1" flipV="1">
              <a:off x="5244198" y="2626407"/>
              <a:ext cx="0" cy="454538"/>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grpSp>
      <p:sp>
        <p:nvSpPr>
          <p:cNvPr id="3" name="日期占位符 2">
            <a:extLst>
              <a:ext uri="{FF2B5EF4-FFF2-40B4-BE49-F238E27FC236}">
                <a16:creationId xmlns:a16="http://schemas.microsoft.com/office/drawing/2014/main" id="{56D1326A-8AC1-FCF3-9032-6381EA838559}"/>
              </a:ext>
            </a:extLst>
          </p:cNvPr>
          <p:cNvSpPr>
            <a:spLocks noGrp="1"/>
          </p:cNvSpPr>
          <p:nvPr>
            <p:ph type="dt" sz="half" idx="10"/>
          </p:nvPr>
        </p:nvSpPr>
        <p:spPr/>
        <p:txBody>
          <a:bodyPr/>
          <a:lstStyle/>
          <a:p>
            <a:fld id="{8DAC4C2B-3FDF-4F6A-B51E-8909E7453720}" type="datetime2">
              <a:rPr lang="zh-CN" altLang="en-US" smtClean="0"/>
              <a:t>2024年6月6日</a:t>
            </a:fld>
            <a:endParaRPr lang="zh-CN" altLang="en-US" dirty="0"/>
          </a:p>
        </p:txBody>
      </p:sp>
      <p:sp>
        <p:nvSpPr>
          <p:cNvPr id="4" name="页脚占位符 3">
            <a:extLst>
              <a:ext uri="{FF2B5EF4-FFF2-40B4-BE49-F238E27FC236}">
                <a16:creationId xmlns:a16="http://schemas.microsoft.com/office/drawing/2014/main" id="{3C1E2C28-6957-A993-BB10-6266E366597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5" name="灯片编号占位符 4">
            <a:extLst>
              <a:ext uri="{FF2B5EF4-FFF2-40B4-BE49-F238E27FC236}">
                <a16:creationId xmlns:a16="http://schemas.microsoft.com/office/drawing/2014/main" id="{D9512D8E-11B8-FEF1-BD19-1E94A40EBA60}"/>
              </a:ext>
            </a:extLst>
          </p:cNvPr>
          <p:cNvSpPr>
            <a:spLocks noGrp="1"/>
          </p:cNvSpPr>
          <p:nvPr>
            <p:ph type="sldNum" sz="quarter" idx="12"/>
          </p:nvPr>
        </p:nvSpPr>
        <p:spPr/>
        <p:txBody>
          <a:bodyPr/>
          <a:lstStyle/>
          <a:p>
            <a:fld id="{094DEB03-EFC6-4C20-8FC8-295189A5386F}" type="slidenum">
              <a:rPr lang="zh-CN" altLang="en-US" smtClean="0"/>
              <a:pPr/>
              <a:t>22</a:t>
            </a:fld>
            <a:endParaRPr lang="zh-CN" altLang="en-US"/>
          </a:p>
        </p:txBody>
      </p:sp>
      <p:sp>
        <p:nvSpPr>
          <p:cNvPr id="6" name="文本框 5">
            <a:extLst>
              <a:ext uri="{FF2B5EF4-FFF2-40B4-BE49-F238E27FC236}">
                <a16:creationId xmlns:a16="http://schemas.microsoft.com/office/drawing/2014/main" id="{9B50AD8F-1152-712C-970C-110005607870}"/>
              </a:ext>
            </a:extLst>
          </p:cNvPr>
          <p:cNvSpPr txBox="1"/>
          <p:nvPr/>
        </p:nvSpPr>
        <p:spPr>
          <a:xfrm>
            <a:off x="426112" y="5244254"/>
            <a:ext cx="3416320" cy="1384995"/>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none" rtlCol="0">
            <a:spAutoFit/>
          </a:bodyPr>
          <a:lstStyle/>
          <a:p>
            <a:r>
              <a:rPr lang="zh-CN" altLang="en-US" sz="2800" dirty="0"/>
              <a:t>分析树中，</a:t>
            </a:r>
            <a:endParaRPr lang="en-US" altLang="zh-CN" sz="2800" dirty="0"/>
          </a:p>
          <a:p>
            <a:r>
              <a:rPr lang="zh-CN" altLang="en-US" sz="2800" dirty="0"/>
              <a:t>左边的是继承属性，</a:t>
            </a:r>
            <a:endParaRPr lang="en-US" altLang="zh-CN" sz="2800" dirty="0"/>
          </a:p>
          <a:p>
            <a:r>
              <a:rPr lang="zh-CN" altLang="en-US" sz="2800" dirty="0"/>
              <a:t>右边的是综合属性</a:t>
            </a:r>
          </a:p>
        </p:txBody>
      </p:sp>
    </p:spTree>
    <p:extLst>
      <p:ext uri="{BB962C8B-B14F-4D97-AF65-F5344CB8AC3E}">
        <p14:creationId xmlns:p14="http://schemas.microsoft.com/office/powerpoint/2010/main" val="14743008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2EB9E0C5-0F2B-49F8-9BEA-02BD6D005C13}"/>
              </a:ext>
            </a:extLst>
          </p:cNvPr>
          <p:cNvSpPr>
            <a:spLocks noGrp="1" noChangeArrowheads="1"/>
          </p:cNvSpPr>
          <p:nvPr>
            <p:ph type="title"/>
          </p:nvPr>
        </p:nvSpPr>
        <p:spPr/>
        <p:txBody>
          <a:bodyPr/>
          <a:lstStyle/>
          <a:p>
            <a:pPr eaLnBrk="1" hangingPunct="1"/>
            <a:r>
              <a:rPr lang="en-US" altLang="zh-CN" dirty="0"/>
              <a:t>4.1.4 </a:t>
            </a:r>
            <a:r>
              <a:rPr lang="zh-CN" altLang="en-US" dirty="0"/>
              <a:t>属性依赖图</a:t>
            </a:r>
          </a:p>
        </p:txBody>
      </p:sp>
      <p:sp>
        <p:nvSpPr>
          <p:cNvPr id="37891" name="Rectangle 3">
            <a:extLst>
              <a:ext uri="{FF2B5EF4-FFF2-40B4-BE49-F238E27FC236}">
                <a16:creationId xmlns:a16="http://schemas.microsoft.com/office/drawing/2014/main" id="{9A3426E9-E596-448B-89A2-8EC00A88BB7F}"/>
              </a:ext>
            </a:extLst>
          </p:cNvPr>
          <p:cNvSpPr>
            <a:spLocks noGrp="1" noChangeArrowheads="1"/>
          </p:cNvSpPr>
          <p:nvPr>
            <p:ph idx="1"/>
          </p:nvPr>
        </p:nvSpPr>
        <p:spPr/>
        <p:txBody>
          <a:bodyPr/>
          <a:lstStyle/>
          <a:p>
            <a:pPr eaLnBrk="1" hangingPunct="1"/>
            <a:r>
              <a:rPr lang="zh-CN" altLang="en-US" sz="3600" dirty="0"/>
              <a:t>例：</a:t>
            </a:r>
            <a:r>
              <a:rPr lang="en-US" altLang="zh-CN" sz="3600" b="1" dirty="0"/>
              <a:t>int id</a:t>
            </a:r>
            <a:r>
              <a:rPr lang="en-US" altLang="zh-CN" sz="3600" b="1" baseline="-25000" dirty="0"/>
              <a:t>1</a:t>
            </a:r>
            <a:r>
              <a:rPr lang="en-US" altLang="zh-CN" sz="3600" b="1" dirty="0"/>
              <a:t>, id</a:t>
            </a:r>
            <a:r>
              <a:rPr lang="en-US" altLang="zh-CN" sz="3600" b="1" baseline="-25000" dirty="0"/>
              <a:t>2</a:t>
            </a:r>
            <a:r>
              <a:rPr lang="en-US" altLang="zh-CN" sz="3600" b="1" dirty="0"/>
              <a:t>, id</a:t>
            </a:r>
            <a:r>
              <a:rPr lang="en-US" altLang="zh-CN" sz="3600" b="1" baseline="-25000" dirty="0"/>
              <a:t>3</a:t>
            </a:r>
          </a:p>
          <a:p>
            <a:pPr marL="0" indent="0" eaLnBrk="1" hangingPunct="1">
              <a:buNone/>
            </a:pPr>
            <a:r>
              <a:rPr lang="zh-CN" altLang="en-US" sz="3600" dirty="0"/>
              <a:t>的分析树的依赖图</a:t>
            </a:r>
          </a:p>
        </p:txBody>
      </p:sp>
      <p:graphicFrame>
        <p:nvGraphicFramePr>
          <p:cNvPr id="48" name="Group 4">
            <a:extLst>
              <a:ext uri="{FF2B5EF4-FFF2-40B4-BE49-F238E27FC236}">
                <a16:creationId xmlns:a16="http://schemas.microsoft.com/office/drawing/2014/main" id="{94BB3912-C90B-4626-B1DE-7F2EFAD062A3}"/>
              </a:ext>
            </a:extLst>
          </p:cNvPr>
          <p:cNvGraphicFramePr>
            <a:graphicFrameLocks/>
          </p:cNvGraphicFramePr>
          <p:nvPr>
            <p:extLst>
              <p:ext uri="{D42A27DB-BD31-4B8C-83A1-F6EECF244321}">
                <p14:modId xmlns:p14="http://schemas.microsoft.com/office/powerpoint/2010/main" val="3242181346"/>
              </p:ext>
            </p:extLst>
          </p:nvPr>
        </p:nvGraphicFramePr>
        <p:xfrm>
          <a:off x="271421" y="2594226"/>
          <a:ext cx="3731878" cy="2394690"/>
        </p:xfrm>
        <a:graphic>
          <a:graphicData uri="http://schemas.openxmlformats.org/drawingml/2006/table">
            <a:tbl>
              <a:tblPr/>
              <a:tblGrid>
                <a:gridCol w="1081101">
                  <a:extLst>
                    <a:ext uri="{9D8B030D-6E8A-4147-A177-3AD203B41FA5}">
                      <a16:colId xmlns:a16="http://schemas.microsoft.com/office/drawing/2014/main" val="20000"/>
                    </a:ext>
                  </a:extLst>
                </a:gridCol>
                <a:gridCol w="2650777">
                  <a:extLst>
                    <a:ext uri="{9D8B030D-6E8A-4147-A177-3AD203B41FA5}">
                      <a16:colId xmlns:a16="http://schemas.microsoft.com/office/drawing/2014/main" val="20001"/>
                    </a:ext>
                  </a:extLst>
                </a:gridCol>
              </a:tblGrid>
              <a:tr h="30953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产生式</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语</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义</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规</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则</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0"/>
                  </a:ext>
                </a:extLst>
              </a:tr>
              <a:tr h="30953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D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TL</a:t>
                      </a:r>
                      <a:endParaRPr kumimoji="0" lang="en-US" altLang="zh-CN" sz="2000" b="0" i="0" u="none" strike="noStrike" cap="none" normalizeH="0" baseline="0" dirty="0">
                        <a:ln>
                          <a:noFill/>
                        </a:ln>
                        <a:solidFill>
                          <a:schemeClr val="tx1"/>
                        </a:solidFill>
                        <a:effectLst/>
                        <a:latin typeface="Times New Roman" pitchFamily="18" charset="0"/>
                        <a:ea typeface="黑体" pitchFamily="2" charset="-122"/>
                      </a:endParaRP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type</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1"/>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int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integer</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2"/>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real</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real</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3"/>
                  </a:ext>
                </a:extLst>
              </a:tr>
              <a:tr h="6417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L</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 </a:t>
                      </a: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L</a:t>
                      </a:r>
                      <a:r>
                        <a:rPr kumimoji="0" lang="en-US" altLang="zh-CN" sz="2000" b="1" i="0" u="none" strike="noStrike" cap="none" normalizeH="0" baseline="-30000" dirty="0">
                          <a:ln>
                            <a:noFill/>
                          </a:ln>
                          <a:solidFill>
                            <a:srgbClr val="FF0000"/>
                          </a:solidFill>
                          <a:effectLst/>
                          <a:latin typeface="Times New Roman" pitchFamily="18" charset="0"/>
                          <a:ea typeface="黑体" pitchFamily="2" charset="-122"/>
                        </a:rPr>
                        <a:t>1</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a:t>
                      </a:r>
                      <a:r>
                        <a:rPr kumimoji="0" lang="en-US" altLang="zh-CN" sz="2000" b="0" i="0" u="none" strike="noStrike" cap="none" normalizeH="0" baseline="0" dirty="0">
                          <a:ln>
                            <a:noFill/>
                          </a:ln>
                          <a:solidFill>
                            <a:srgbClr val="FF0000"/>
                          </a:solidFill>
                          <a:effectLst/>
                          <a:latin typeface="Times New Roman" pitchFamily="18" charset="0"/>
                          <a:ea typeface="黑体" pitchFamily="2" charset="-122"/>
                        </a:rPr>
                        <a:t> </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id</a:t>
                      </a:r>
                      <a:r>
                        <a:rPr kumimoji="0" lang="en-US" altLang="zh-CN" sz="2000" b="0" i="0" u="none" strike="noStrike" cap="none" normalizeH="0" baseline="0" dirty="0">
                          <a:ln>
                            <a:noFill/>
                          </a:ln>
                          <a:solidFill>
                            <a:srgbClr val="FF0000"/>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L</a:t>
                      </a:r>
                      <a:r>
                        <a:rPr kumimoji="0" lang="en-US" altLang="zh-CN" sz="2000" b="1" i="0" u="none" strike="noStrike" cap="none" normalizeH="0" baseline="-30000" dirty="0">
                          <a:ln>
                            <a:noFill/>
                          </a:ln>
                          <a:solidFill>
                            <a:srgbClr val="FF0000"/>
                          </a:solidFill>
                          <a:effectLst/>
                          <a:latin typeface="Times New Roman" pitchFamily="18" charset="0"/>
                          <a:ea typeface="黑体" pitchFamily="2" charset="-122"/>
                        </a:rPr>
                        <a:t>1</a:t>
                      </a: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.in</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 = </a:t>
                      </a: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L</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a:t>
                      </a: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in</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addtype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id.</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entry</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id</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addtype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id.</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entry</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5"/>
                  </a:ext>
                </a:extLst>
              </a:tr>
            </a:tbl>
          </a:graphicData>
        </a:graphic>
      </p:graphicFrame>
      <p:grpSp>
        <p:nvGrpSpPr>
          <p:cNvPr id="2" name="组合 1">
            <a:extLst>
              <a:ext uri="{FF2B5EF4-FFF2-40B4-BE49-F238E27FC236}">
                <a16:creationId xmlns:a16="http://schemas.microsoft.com/office/drawing/2014/main" id="{CE1A4A93-750B-4509-AFDD-4084B179EC2D}"/>
              </a:ext>
            </a:extLst>
          </p:cNvPr>
          <p:cNvGrpSpPr/>
          <p:nvPr/>
        </p:nvGrpSpPr>
        <p:grpSpPr>
          <a:xfrm>
            <a:off x="4040463" y="1257300"/>
            <a:ext cx="5375866" cy="5496136"/>
            <a:chOff x="4040463" y="1257300"/>
            <a:chExt cx="5375866" cy="5496136"/>
          </a:xfrm>
        </p:grpSpPr>
        <p:sp>
          <p:nvSpPr>
            <p:cNvPr id="37896" name="Rectangle 5">
              <a:extLst>
                <a:ext uri="{FF2B5EF4-FFF2-40B4-BE49-F238E27FC236}">
                  <a16:creationId xmlns:a16="http://schemas.microsoft.com/office/drawing/2014/main" id="{A9DCFC6E-963E-417E-B201-8DE50A583033}"/>
                </a:ext>
              </a:extLst>
            </p:cNvPr>
            <p:cNvSpPr>
              <a:spLocks noChangeArrowheads="1"/>
            </p:cNvSpPr>
            <p:nvPr/>
          </p:nvSpPr>
          <p:spPr bwMode="auto">
            <a:xfrm>
              <a:off x="5737374" y="1257300"/>
              <a:ext cx="3905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D</a:t>
              </a:r>
            </a:p>
          </p:txBody>
        </p:sp>
        <p:sp>
          <p:nvSpPr>
            <p:cNvPr id="37897" name="Rectangle 6">
              <a:extLst>
                <a:ext uri="{FF2B5EF4-FFF2-40B4-BE49-F238E27FC236}">
                  <a16:creationId xmlns:a16="http://schemas.microsoft.com/office/drawing/2014/main" id="{7A75101F-D4C3-489D-BB57-A48B4B59F52C}"/>
                </a:ext>
              </a:extLst>
            </p:cNvPr>
            <p:cNvSpPr>
              <a:spLocks noChangeArrowheads="1"/>
            </p:cNvSpPr>
            <p:nvPr/>
          </p:nvSpPr>
          <p:spPr bwMode="auto">
            <a:xfrm>
              <a:off x="4269472" y="3071305"/>
              <a:ext cx="1438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    int</a:t>
              </a:r>
            </a:p>
          </p:txBody>
        </p:sp>
        <p:sp>
          <p:nvSpPr>
            <p:cNvPr id="37898" name="Rectangle 7">
              <a:extLst>
                <a:ext uri="{FF2B5EF4-FFF2-40B4-BE49-F238E27FC236}">
                  <a16:creationId xmlns:a16="http://schemas.microsoft.com/office/drawing/2014/main" id="{E386BB47-BF99-45B7-8263-2AE8332983C6}"/>
                </a:ext>
              </a:extLst>
            </p:cNvPr>
            <p:cNvSpPr>
              <a:spLocks noChangeArrowheads="1"/>
            </p:cNvSpPr>
            <p:nvPr/>
          </p:nvSpPr>
          <p:spPr bwMode="auto">
            <a:xfrm>
              <a:off x="4753994" y="2215847"/>
              <a:ext cx="58578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T</a:t>
              </a:r>
            </a:p>
          </p:txBody>
        </p:sp>
        <p:sp>
          <p:nvSpPr>
            <p:cNvPr id="37899" name="Line 8">
              <a:extLst>
                <a:ext uri="{FF2B5EF4-FFF2-40B4-BE49-F238E27FC236}">
                  <a16:creationId xmlns:a16="http://schemas.microsoft.com/office/drawing/2014/main" id="{3E566DD5-5A17-4A6D-84AF-FC3BFD17627F}"/>
                </a:ext>
              </a:extLst>
            </p:cNvPr>
            <p:cNvSpPr>
              <a:spLocks noChangeShapeType="1"/>
            </p:cNvSpPr>
            <p:nvPr/>
          </p:nvSpPr>
          <p:spPr bwMode="auto">
            <a:xfrm flipH="1">
              <a:off x="4937510" y="1634259"/>
              <a:ext cx="776850" cy="627508"/>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0" name="Rectangle 9">
              <a:extLst>
                <a:ext uri="{FF2B5EF4-FFF2-40B4-BE49-F238E27FC236}">
                  <a16:creationId xmlns:a16="http://schemas.microsoft.com/office/drawing/2014/main" id="{BDED5F71-6535-40E5-ABE7-9AF027EEC51A}"/>
                </a:ext>
              </a:extLst>
            </p:cNvPr>
            <p:cNvSpPr>
              <a:spLocks noChangeArrowheads="1"/>
            </p:cNvSpPr>
            <p:nvPr/>
          </p:nvSpPr>
          <p:spPr bwMode="auto">
            <a:xfrm>
              <a:off x="6665793" y="3152372"/>
              <a:ext cx="42257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sp>
          <p:nvSpPr>
            <p:cNvPr id="37901" name="Line 10">
              <a:extLst>
                <a:ext uri="{FF2B5EF4-FFF2-40B4-BE49-F238E27FC236}">
                  <a16:creationId xmlns:a16="http://schemas.microsoft.com/office/drawing/2014/main" id="{3E5A7A81-9EED-44FD-ACFB-62B5DBA6251D}"/>
                </a:ext>
              </a:extLst>
            </p:cNvPr>
            <p:cNvSpPr>
              <a:spLocks noChangeShapeType="1"/>
            </p:cNvSpPr>
            <p:nvPr/>
          </p:nvSpPr>
          <p:spPr bwMode="auto">
            <a:xfrm>
              <a:off x="4858121" y="2678209"/>
              <a:ext cx="0" cy="465137"/>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2" name="Line 11">
              <a:extLst>
                <a:ext uri="{FF2B5EF4-FFF2-40B4-BE49-F238E27FC236}">
                  <a16:creationId xmlns:a16="http://schemas.microsoft.com/office/drawing/2014/main" id="{1FE84377-5327-4AC3-AB5C-6ED1CE62066F}"/>
                </a:ext>
              </a:extLst>
            </p:cNvPr>
            <p:cNvSpPr>
              <a:spLocks noChangeShapeType="1"/>
            </p:cNvSpPr>
            <p:nvPr/>
          </p:nvSpPr>
          <p:spPr bwMode="auto">
            <a:xfrm>
              <a:off x="6918623" y="2897310"/>
              <a:ext cx="951971" cy="659141"/>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3" name="Line 12">
              <a:extLst>
                <a:ext uri="{FF2B5EF4-FFF2-40B4-BE49-F238E27FC236}">
                  <a16:creationId xmlns:a16="http://schemas.microsoft.com/office/drawing/2014/main" id="{EA78DE3E-7F96-465B-95C0-DFBFB2A028D5}"/>
                </a:ext>
              </a:extLst>
            </p:cNvPr>
            <p:cNvSpPr>
              <a:spLocks noChangeShapeType="1"/>
            </p:cNvSpPr>
            <p:nvPr/>
          </p:nvSpPr>
          <p:spPr bwMode="auto">
            <a:xfrm flipH="1">
              <a:off x="5722703" y="2873316"/>
              <a:ext cx="769729" cy="727201"/>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4" name="Rectangle 13">
              <a:extLst>
                <a:ext uri="{FF2B5EF4-FFF2-40B4-BE49-F238E27FC236}">
                  <a16:creationId xmlns:a16="http://schemas.microsoft.com/office/drawing/2014/main" id="{435EECA6-20F7-4D8B-BBF8-6E1A96A03B55}"/>
                </a:ext>
              </a:extLst>
            </p:cNvPr>
            <p:cNvSpPr>
              <a:spLocks noChangeArrowheads="1"/>
            </p:cNvSpPr>
            <p:nvPr/>
          </p:nvSpPr>
          <p:spPr bwMode="auto">
            <a:xfrm>
              <a:off x="7755446" y="3514929"/>
              <a:ext cx="90011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3</a:t>
              </a:r>
            </a:p>
          </p:txBody>
        </p:sp>
        <p:sp>
          <p:nvSpPr>
            <p:cNvPr id="37905" name="Rectangle 14">
              <a:extLst>
                <a:ext uri="{FF2B5EF4-FFF2-40B4-BE49-F238E27FC236}">
                  <a16:creationId xmlns:a16="http://schemas.microsoft.com/office/drawing/2014/main" id="{70C81298-8671-4968-AE81-19DDA3F06005}"/>
                </a:ext>
              </a:extLst>
            </p:cNvPr>
            <p:cNvSpPr>
              <a:spLocks noChangeArrowheads="1"/>
            </p:cNvSpPr>
            <p:nvPr/>
          </p:nvSpPr>
          <p:spPr bwMode="auto">
            <a:xfrm>
              <a:off x="6556373" y="2244304"/>
              <a:ext cx="5349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06" name="Line 15">
              <a:extLst>
                <a:ext uri="{FF2B5EF4-FFF2-40B4-BE49-F238E27FC236}">
                  <a16:creationId xmlns:a16="http://schemas.microsoft.com/office/drawing/2014/main" id="{4395E17E-9641-41D1-9A76-2EBCABABC03A}"/>
                </a:ext>
              </a:extLst>
            </p:cNvPr>
            <p:cNvSpPr>
              <a:spLocks noChangeShapeType="1"/>
            </p:cNvSpPr>
            <p:nvPr/>
          </p:nvSpPr>
          <p:spPr bwMode="auto">
            <a:xfrm>
              <a:off x="6007472" y="1610624"/>
              <a:ext cx="701246" cy="651143"/>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7" name="Line 16">
              <a:extLst>
                <a:ext uri="{FF2B5EF4-FFF2-40B4-BE49-F238E27FC236}">
                  <a16:creationId xmlns:a16="http://schemas.microsoft.com/office/drawing/2014/main" id="{442205ED-3043-4A4D-B634-4DE007DD2F10}"/>
                </a:ext>
              </a:extLst>
            </p:cNvPr>
            <p:cNvSpPr>
              <a:spLocks noChangeShapeType="1"/>
            </p:cNvSpPr>
            <p:nvPr/>
          </p:nvSpPr>
          <p:spPr bwMode="auto">
            <a:xfrm>
              <a:off x="4671543" y="5682556"/>
              <a:ext cx="0" cy="46355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8" name="Line 17">
              <a:extLst>
                <a:ext uri="{FF2B5EF4-FFF2-40B4-BE49-F238E27FC236}">
                  <a16:creationId xmlns:a16="http://schemas.microsoft.com/office/drawing/2014/main" id="{ECEED859-8991-4CE8-9635-8241B1237252}"/>
                </a:ext>
              </a:extLst>
            </p:cNvPr>
            <p:cNvSpPr>
              <a:spLocks noChangeShapeType="1"/>
            </p:cNvSpPr>
            <p:nvPr/>
          </p:nvSpPr>
          <p:spPr bwMode="auto">
            <a:xfrm>
              <a:off x="5772392" y="4154695"/>
              <a:ext cx="0" cy="43870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9" name="Line 18">
              <a:extLst>
                <a:ext uri="{FF2B5EF4-FFF2-40B4-BE49-F238E27FC236}">
                  <a16:creationId xmlns:a16="http://schemas.microsoft.com/office/drawing/2014/main" id="{2B7906B7-3DCF-4B16-A6A5-2D701F415D82}"/>
                </a:ext>
              </a:extLst>
            </p:cNvPr>
            <p:cNvSpPr>
              <a:spLocks noChangeShapeType="1"/>
            </p:cNvSpPr>
            <p:nvPr/>
          </p:nvSpPr>
          <p:spPr bwMode="auto">
            <a:xfrm>
              <a:off x="6708718" y="2898372"/>
              <a:ext cx="0" cy="46513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0" name="Rectangle 19">
              <a:extLst>
                <a:ext uri="{FF2B5EF4-FFF2-40B4-BE49-F238E27FC236}">
                  <a16:creationId xmlns:a16="http://schemas.microsoft.com/office/drawing/2014/main" id="{189B559F-B2A9-48D0-8185-D541D77CAD95}"/>
                </a:ext>
              </a:extLst>
            </p:cNvPr>
            <p:cNvSpPr>
              <a:spLocks noChangeArrowheads="1"/>
            </p:cNvSpPr>
            <p:nvPr/>
          </p:nvSpPr>
          <p:spPr bwMode="auto">
            <a:xfrm>
              <a:off x="5650733" y="3519427"/>
              <a:ext cx="4619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11" name="Rectangle 20">
              <a:extLst>
                <a:ext uri="{FF2B5EF4-FFF2-40B4-BE49-F238E27FC236}">
                  <a16:creationId xmlns:a16="http://schemas.microsoft.com/office/drawing/2014/main" id="{868619F1-A448-45F3-A29B-5BED9C25BD6E}"/>
                </a:ext>
              </a:extLst>
            </p:cNvPr>
            <p:cNvSpPr>
              <a:spLocks noChangeArrowheads="1"/>
            </p:cNvSpPr>
            <p:nvPr/>
          </p:nvSpPr>
          <p:spPr bwMode="auto">
            <a:xfrm>
              <a:off x="4578348" y="4933469"/>
              <a:ext cx="43497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12" name="Line 21">
              <a:extLst>
                <a:ext uri="{FF2B5EF4-FFF2-40B4-BE49-F238E27FC236}">
                  <a16:creationId xmlns:a16="http://schemas.microsoft.com/office/drawing/2014/main" id="{0A70A414-71BE-4A26-8AF3-80A440EEB535}"/>
                </a:ext>
              </a:extLst>
            </p:cNvPr>
            <p:cNvSpPr>
              <a:spLocks noChangeShapeType="1"/>
            </p:cNvSpPr>
            <p:nvPr/>
          </p:nvSpPr>
          <p:spPr bwMode="auto">
            <a:xfrm flipH="1">
              <a:off x="4767216" y="4151803"/>
              <a:ext cx="741161" cy="804869"/>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3" name="Line 22">
              <a:extLst>
                <a:ext uri="{FF2B5EF4-FFF2-40B4-BE49-F238E27FC236}">
                  <a16:creationId xmlns:a16="http://schemas.microsoft.com/office/drawing/2014/main" id="{220F3783-573E-4B09-9174-1F3AC682A5E7}"/>
                </a:ext>
              </a:extLst>
            </p:cNvPr>
            <p:cNvSpPr>
              <a:spLocks noChangeShapeType="1"/>
            </p:cNvSpPr>
            <p:nvPr/>
          </p:nvSpPr>
          <p:spPr bwMode="auto">
            <a:xfrm>
              <a:off x="5959001" y="4172669"/>
              <a:ext cx="749716" cy="666613"/>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4" name="Rectangle 23">
              <a:extLst>
                <a:ext uri="{FF2B5EF4-FFF2-40B4-BE49-F238E27FC236}">
                  <a16:creationId xmlns:a16="http://schemas.microsoft.com/office/drawing/2014/main" id="{1B39B15C-F3C3-4124-9640-C841CBC7CCF1}"/>
                </a:ext>
              </a:extLst>
            </p:cNvPr>
            <p:cNvSpPr>
              <a:spLocks noChangeArrowheads="1"/>
            </p:cNvSpPr>
            <p:nvPr/>
          </p:nvSpPr>
          <p:spPr bwMode="auto">
            <a:xfrm>
              <a:off x="6556373" y="4839237"/>
              <a:ext cx="9017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2</a:t>
              </a:r>
            </a:p>
          </p:txBody>
        </p:sp>
        <p:sp>
          <p:nvSpPr>
            <p:cNvPr id="37915" name="Rectangle 24">
              <a:extLst>
                <a:ext uri="{FF2B5EF4-FFF2-40B4-BE49-F238E27FC236}">
                  <a16:creationId xmlns:a16="http://schemas.microsoft.com/office/drawing/2014/main" id="{F5C1CEB8-05AB-40EB-98B5-CD1006AD8581}"/>
                </a:ext>
              </a:extLst>
            </p:cNvPr>
            <p:cNvSpPr>
              <a:spLocks noChangeArrowheads="1"/>
            </p:cNvSpPr>
            <p:nvPr/>
          </p:nvSpPr>
          <p:spPr bwMode="auto">
            <a:xfrm>
              <a:off x="4487721" y="6191442"/>
              <a:ext cx="9017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1</a:t>
              </a:r>
            </a:p>
          </p:txBody>
        </p:sp>
        <p:sp>
          <p:nvSpPr>
            <p:cNvPr id="37916" name="Rectangle 25">
              <a:extLst>
                <a:ext uri="{FF2B5EF4-FFF2-40B4-BE49-F238E27FC236}">
                  <a16:creationId xmlns:a16="http://schemas.microsoft.com/office/drawing/2014/main" id="{F9F8B26C-9A35-4DC2-8BDB-6665D4B1F622}"/>
                </a:ext>
              </a:extLst>
            </p:cNvPr>
            <p:cNvSpPr>
              <a:spLocks noChangeArrowheads="1"/>
            </p:cNvSpPr>
            <p:nvPr/>
          </p:nvSpPr>
          <p:spPr bwMode="auto">
            <a:xfrm>
              <a:off x="5714360" y="4382257"/>
              <a:ext cx="3905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sp>
          <p:nvSpPr>
            <p:cNvPr id="37917" name="Rectangle 26">
              <a:extLst>
                <a:ext uri="{FF2B5EF4-FFF2-40B4-BE49-F238E27FC236}">
                  <a16:creationId xmlns:a16="http://schemas.microsoft.com/office/drawing/2014/main" id="{2AD0FB76-3DE0-4D0B-9649-DEC81838C16B}"/>
                </a:ext>
              </a:extLst>
            </p:cNvPr>
            <p:cNvSpPr>
              <a:spLocks noChangeArrowheads="1"/>
            </p:cNvSpPr>
            <p:nvPr/>
          </p:nvSpPr>
          <p:spPr bwMode="auto">
            <a:xfrm>
              <a:off x="5120894" y="6272424"/>
              <a:ext cx="1071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20" name="Rectangle 29">
              <a:extLst>
                <a:ext uri="{FF2B5EF4-FFF2-40B4-BE49-F238E27FC236}">
                  <a16:creationId xmlns:a16="http://schemas.microsoft.com/office/drawing/2014/main" id="{639A22D9-4091-48EC-8C11-0CBCE005CAED}"/>
                </a:ext>
              </a:extLst>
            </p:cNvPr>
            <p:cNvSpPr>
              <a:spLocks noChangeArrowheads="1"/>
            </p:cNvSpPr>
            <p:nvPr/>
          </p:nvSpPr>
          <p:spPr bwMode="auto">
            <a:xfrm>
              <a:off x="7267962" y="4838728"/>
              <a:ext cx="1069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21" name="Rectangle 30">
              <a:extLst>
                <a:ext uri="{FF2B5EF4-FFF2-40B4-BE49-F238E27FC236}">
                  <a16:creationId xmlns:a16="http://schemas.microsoft.com/office/drawing/2014/main" id="{264587FE-0D46-47CC-9775-1E9A813128EA}"/>
                </a:ext>
              </a:extLst>
            </p:cNvPr>
            <p:cNvSpPr>
              <a:spLocks noChangeArrowheads="1"/>
            </p:cNvSpPr>
            <p:nvPr/>
          </p:nvSpPr>
          <p:spPr bwMode="auto">
            <a:xfrm>
              <a:off x="8346354" y="3537475"/>
              <a:ext cx="1069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22" name="Rectangle 31">
              <a:extLst>
                <a:ext uri="{FF2B5EF4-FFF2-40B4-BE49-F238E27FC236}">
                  <a16:creationId xmlns:a16="http://schemas.microsoft.com/office/drawing/2014/main" id="{0D6239C2-D4B0-4FD5-BE26-71BD66C6935A}"/>
                </a:ext>
              </a:extLst>
            </p:cNvPr>
            <p:cNvSpPr>
              <a:spLocks noChangeArrowheads="1"/>
            </p:cNvSpPr>
            <p:nvPr/>
          </p:nvSpPr>
          <p:spPr bwMode="auto">
            <a:xfrm>
              <a:off x="4040463" y="4950258"/>
              <a:ext cx="6794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3" name="Rectangle 32">
              <a:extLst>
                <a:ext uri="{FF2B5EF4-FFF2-40B4-BE49-F238E27FC236}">
                  <a16:creationId xmlns:a16="http://schemas.microsoft.com/office/drawing/2014/main" id="{F9D89C9D-AC38-48AC-9C09-F6CA252B1F15}"/>
                </a:ext>
              </a:extLst>
            </p:cNvPr>
            <p:cNvSpPr>
              <a:spLocks noChangeArrowheads="1"/>
            </p:cNvSpPr>
            <p:nvPr/>
          </p:nvSpPr>
          <p:spPr bwMode="auto">
            <a:xfrm>
              <a:off x="5959001" y="3485418"/>
              <a:ext cx="136356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2800" b="1" dirty="0">
                <a:solidFill>
                  <a:schemeClr val="accent1"/>
                </a:solidFill>
                <a:ea typeface="宋体" panose="02010600030101010101" pitchFamily="2" charset="-122"/>
              </a:endParaRPr>
            </a:p>
          </p:txBody>
        </p:sp>
        <p:sp>
          <p:nvSpPr>
            <p:cNvPr id="37924" name="Rectangle 33">
              <a:extLst>
                <a:ext uri="{FF2B5EF4-FFF2-40B4-BE49-F238E27FC236}">
                  <a16:creationId xmlns:a16="http://schemas.microsoft.com/office/drawing/2014/main" id="{C5CB3C2B-DF6D-4797-A0A8-E40A45632ACE}"/>
                </a:ext>
              </a:extLst>
            </p:cNvPr>
            <p:cNvSpPr>
              <a:spLocks noChangeArrowheads="1"/>
            </p:cNvSpPr>
            <p:nvPr/>
          </p:nvSpPr>
          <p:spPr bwMode="auto">
            <a:xfrm>
              <a:off x="5127033" y="3517412"/>
              <a:ext cx="679450"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5" name="Rectangle 34">
              <a:extLst>
                <a:ext uri="{FF2B5EF4-FFF2-40B4-BE49-F238E27FC236}">
                  <a16:creationId xmlns:a16="http://schemas.microsoft.com/office/drawing/2014/main" id="{F876487C-CBC6-49B1-8DBA-37B1B2E5DD40}"/>
                </a:ext>
              </a:extLst>
            </p:cNvPr>
            <p:cNvSpPr>
              <a:spLocks noChangeArrowheads="1"/>
            </p:cNvSpPr>
            <p:nvPr/>
          </p:nvSpPr>
          <p:spPr bwMode="auto">
            <a:xfrm>
              <a:off x="6835617" y="2211395"/>
              <a:ext cx="1546181"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3600" b="1" i="1" dirty="0">
                <a:solidFill>
                  <a:schemeClr val="accent1"/>
                </a:solidFill>
                <a:ea typeface="宋体" panose="02010600030101010101" pitchFamily="2" charset="-122"/>
              </a:endParaRPr>
            </a:p>
          </p:txBody>
        </p:sp>
        <p:sp>
          <p:nvSpPr>
            <p:cNvPr id="37926" name="Rectangle 35">
              <a:extLst>
                <a:ext uri="{FF2B5EF4-FFF2-40B4-BE49-F238E27FC236}">
                  <a16:creationId xmlns:a16="http://schemas.microsoft.com/office/drawing/2014/main" id="{F32F70CC-FC7C-442A-8769-B299AB62E7F5}"/>
                </a:ext>
              </a:extLst>
            </p:cNvPr>
            <p:cNvSpPr>
              <a:spLocks noChangeArrowheads="1"/>
            </p:cNvSpPr>
            <p:nvPr/>
          </p:nvSpPr>
          <p:spPr bwMode="auto">
            <a:xfrm>
              <a:off x="6186219" y="2216428"/>
              <a:ext cx="901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7" name="Rectangle 36">
              <a:extLst>
                <a:ext uri="{FF2B5EF4-FFF2-40B4-BE49-F238E27FC236}">
                  <a16:creationId xmlns:a16="http://schemas.microsoft.com/office/drawing/2014/main" id="{AD92A7C6-B2BA-4D70-A26F-254C78989698}"/>
                </a:ext>
              </a:extLst>
            </p:cNvPr>
            <p:cNvSpPr>
              <a:spLocks noChangeArrowheads="1"/>
            </p:cNvSpPr>
            <p:nvPr/>
          </p:nvSpPr>
          <p:spPr bwMode="auto">
            <a:xfrm>
              <a:off x="5062446" y="2196584"/>
              <a:ext cx="97313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type</a:t>
              </a:r>
            </a:p>
          </p:txBody>
        </p:sp>
        <p:sp>
          <p:nvSpPr>
            <p:cNvPr id="37928" name="Line 37">
              <a:extLst>
                <a:ext uri="{FF2B5EF4-FFF2-40B4-BE49-F238E27FC236}">
                  <a16:creationId xmlns:a16="http://schemas.microsoft.com/office/drawing/2014/main" id="{B8270524-E7D0-437F-92C3-478F52C9FFF5}"/>
                </a:ext>
              </a:extLst>
            </p:cNvPr>
            <p:cNvSpPr>
              <a:spLocks noChangeShapeType="1"/>
            </p:cNvSpPr>
            <p:nvPr/>
          </p:nvSpPr>
          <p:spPr bwMode="auto">
            <a:xfrm flipH="1">
              <a:off x="5314973" y="2664871"/>
              <a:ext cx="924927" cy="868396"/>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37929" name="Line 38">
              <a:extLst>
                <a:ext uri="{FF2B5EF4-FFF2-40B4-BE49-F238E27FC236}">
                  <a16:creationId xmlns:a16="http://schemas.microsoft.com/office/drawing/2014/main" id="{D0A302FA-FD8B-464C-B137-C801C2A41BE7}"/>
                </a:ext>
              </a:extLst>
            </p:cNvPr>
            <p:cNvSpPr>
              <a:spLocks noChangeShapeType="1"/>
            </p:cNvSpPr>
            <p:nvPr/>
          </p:nvSpPr>
          <p:spPr bwMode="auto">
            <a:xfrm flipH="1">
              <a:off x="4189907" y="3907854"/>
              <a:ext cx="962764" cy="1048818"/>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solidFill>
                  <a:srgbClr val="FF0000"/>
                </a:solidFill>
              </a:endParaRPr>
            </a:p>
          </p:txBody>
        </p:sp>
        <p:sp>
          <p:nvSpPr>
            <p:cNvPr id="37932" name="Freeform 41">
              <a:extLst>
                <a:ext uri="{FF2B5EF4-FFF2-40B4-BE49-F238E27FC236}">
                  <a16:creationId xmlns:a16="http://schemas.microsoft.com/office/drawing/2014/main" id="{144C518F-B828-47AD-85BC-36E970162D5C}"/>
                </a:ext>
              </a:extLst>
            </p:cNvPr>
            <p:cNvSpPr>
              <a:spLocks/>
            </p:cNvSpPr>
            <p:nvPr/>
          </p:nvSpPr>
          <p:spPr bwMode="auto">
            <a:xfrm>
              <a:off x="5342308" y="1863724"/>
              <a:ext cx="991832" cy="425450"/>
            </a:xfrm>
            <a:custGeom>
              <a:avLst/>
              <a:gdLst>
                <a:gd name="T0" fmla="*/ 0 w 1860"/>
                <a:gd name="T1" fmla="*/ 101 h 315"/>
                <a:gd name="T2" fmla="*/ 427 w 1860"/>
                <a:gd name="T3" fmla="*/ 38 h 315"/>
                <a:gd name="T4" fmla="*/ 1140 w 1860"/>
                <a:gd name="T5" fmla="*/ 0 h 315"/>
                <a:gd name="T6" fmla="*/ 1795 w 1860"/>
                <a:gd name="T7" fmla="*/ 39 h 315"/>
                <a:gd name="T8" fmla="*/ 2206 w 1860"/>
                <a:gd name="T9" fmla="*/ 92 h 315"/>
                <a:gd name="T10" fmla="*/ 0 60000 65536"/>
                <a:gd name="T11" fmla="*/ 0 60000 65536"/>
                <a:gd name="T12" fmla="*/ 0 60000 65536"/>
                <a:gd name="T13" fmla="*/ 0 60000 65536"/>
                <a:gd name="T14" fmla="*/ 0 60000 65536"/>
                <a:gd name="T15" fmla="*/ 0 w 1860"/>
                <a:gd name="T16" fmla="*/ 0 h 315"/>
                <a:gd name="T17" fmla="*/ 1860 w 1860"/>
                <a:gd name="T18" fmla="*/ 315 h 315"/>
              </a:gdLst>
              <a:ahLst/>
              <a:cxnLst>
                <a:cxn ang="T10">
                  <a:pos x="T0" y="T1"/>
                </a:cxn>
                <a:cxn ang="T11">
                  <a:pos x="T2" y="T3"/>
                </a:cxn>
                <a:cxn ang="T12">
                  <a:pos x="T4" y="T5"/>
                </a:cxn>
                <a:cxn ang="T13">
                  <a:pos x="T6" y="T7"/>
                </a:cxn>
                <a:cxn ang="T14">
                  <a:pos x="T8" y="T9"/>
                </a:cxn>
              </a:cxnLst>
              <a:rect l="T15" t="T16" r="T17" b="T18"/>
              <a:pathLst>
                <a:path w="1860" h="315">
                  <a:moveTo>
                    <a:pt x="0" y="315"/>
                  </a:moveTo>
                  <a:cubicBezTo>
                    <a:pt x="60" y="282"/>
                    <a:pt x="200" y="171"/>
                    <a:pt x="360" y="119"/>
                  </a:cubicBezTo>
                  <a:cubicBezTo>
                    <a:pt x="520" y="67"/>
                    <a:pt x="768" y="0"/>
                    <a:pt x="960" y="0"/>
                  </a:cubicBezTo>
                  <a:cubicBezTo>
                    <a:pt x="1152" y="0"/>
                    <a:pt x="1365" y="73"/>
                    <a:pt x="1515" y="120"/>
                  </a:cubicBezTo>
                  <a:cubicBezTo>
                    <a:pt x="1665" y="167"/>
                    <a:pt x="1788" y="251"/>
                    <a:pt x="1860" y="285"/>
                  </a:cubicBezTo>
                </a:path>
              </a:pathLst>
            </a:custGeom>
            <a:noFill/>
            <a:ln w="25400">
              <a:solidFill>
                <a:schemeClr val="accent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accent1"/>
                </a:solidFill>
              </a:endParaRPr>
            </a:p>
          </p:txBody>
        </p:sp>
        <p:sp>
          <p:nvSpPr>
            <p:cNvPr id="50" name="Rectangle 32">
              <a:extLst>
                <a:ext uri="{FF2B5EF4-FFF2-40B4-BE49-F238E27FC236}">
                  <a16:creationId xmlns:a16="http://schemas.microsoft.com/office/drawing/2014/main" id="{CAD65E12-EE3C-475B-9A7A-5EA6A91A394E}"/>
                </a:ext>
              </a:extLst>
            </p:cNvPr>
            <p:cNvSpPr>
              <a:spLocks noChangeArrowheads="1"/>
            </p:cNvSpPr>
            <p:nvPr/>
          </p:nvSpPr>
          <p:spPr bwMode="auto">
            <a:xfrm>
              <a:off x="4928716" y="4932444"/>
              <a:ext cx="136356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2800" b="1" dirty="0">
                <a:solidFill>
                  <a:schemeClr val="accent1"/>
                </a:solidFill>
                <a:ea typeface="宋体" panose="02010600030101010101" pitchFamily="2" charset="-122"/>
              </a:endParaRPr>
            </a:p>
          </p:txBody>
        </p:sp>
        <p:sp>
          <p:nvSpPr>
            <p:cNvPr id="52" name="Line 39">
              <a:extLst>
                <a:ext uri="{FF2B5EF4-FFF2-40B4-BE49-F238E27FC236}">
                  <a16:creationId xmlns:a16="http://schemas.microsoft.com/office/drawing/2014/main" id="{C6339EFF-3803-4101-BA18-15D9E1F45A67}"/>
                </a:ext>
              </a:extLst>
            </p:cNvPr>
            <p:cNvSpPr>
              <a:spLocks noChangeShapeType="1"/>
            </p:cNvSpPr>
            <p:nvPr/>
          </p:nvSpPr>
          <p:spPr bwMode="auto">
            <a:xfrm flipH="1" flipV="1">
              <a:off x="5244198" y="2626407"/>
              <a:ext cx="0" cy="454538"/>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grpSp>
      <p:sp>
        <p:nvSpPr>
          <p:cNvPr id="3" name="日期占位符 2">
            <a:extLst>
              <a:ext uri="{FF2B5EF4-FFF2-40B4-BE49-F238E27FC236}">
                <a16:creationId xmlns:a16="http://schemas.microsoft.com/office/drawing/2014/main" id="{12107697-91EE-1B8B-09F9-57EB5A951628}"/>
              </a:ext>
            </a:extLst>
          </p:cNvPr>
          <p:cNvSpPr>
            <a:spLocks noGrp="1"/>
          </p:cNvSpPr>
          <p:nvPr>
            <p:ph type="dt" sz="half" idx="10"/>
          </p:nvPr>
        </p:nvSpPr>
        <p:spPr/>
        <p:txBody>
          <a:bodyPr/>
          <a:lstStyle/>
          <a:p>
            <a:fld id="{222F4E36-7DE2-4F17-A678-79476AF3C79A}" type="datetime2">
              <a:rPr lang="zh-CN" altLang="en-US" smtClean="0"/>
              <a:t>2024年6月6日</a:t>
            </a:fld>
            <a:endParaRPr lang="zh-CN" altLang="en-US" dirty="0"/>
          </a:p>
        </p:txBody>
      </p:sp>
      <p:sp>
        <p:nvSpPr>
          <p:cNvPr id="4" name="页脚占位符 3">
            <a:extLst>
              <a:ext uri="{FF2B5EF4-FFF2-40B4-BE49-F238E27FC236}">
                <a16:creationId xmlns:a16="http://schemas.microsoft.com/office/drawing/2014/main" id="{7B3AE24C-E122-A173-8657-056B30F8DFE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5" name="灯片编号占位符 4">
            <a:extLst>
              <a:ext uri="{FF2B5EF4-FFF2-40B4-BE49-F238E27FC236}">
                <a16:creationId xmlns:a16="http://schemas.microsoft.com/office/drawing/2014/main" id="{595FA585-2CD4-ED75-A1DA-7F3634178BEB}"/>
              </a:ext>
            </a:extLst>
          </p:cNvPr>
          <p:cNvSpPr>
            <a:spLocks noGrp="1"/>
          </p:cNvSpPr>
          <p:nvPr>
            <p:ph type="sldNum" sz="quarter" idx="12"/>
          </p:nvPr>
        </p:nvSpPr>
        <p:spPr/>
        <p:txBody>
          <a:bodyPr/>
          <a:lstStyle/>
          <a:p>
            <a:fld id="{094DEB03-EFC6-4C20-8FC8-295189A5386F}" type="slidenum">
              <a:rPr lang="zh-CN" altLang="en-US" smtClean="0"/>
              <a:pPr/>
              <a:t>23</a:t>
            </a:fld>
            <a:endParaRPr lang="zh-CN" altLang="en-US"/>
          </a:p>
        </p:txBody>
      </p:sp>
      <p:sp>
        <p:nvSpPr>
          <p:cNvPr id="6" name="文本框 5">
            <a:extLst>
              <a:ext uri="{FF2B5EF4-FFF2-40B4-BE49-F238E27FC236}">
                <a16:creationId xmlns:a16="http://schemas.microsoft.com/office/drawing/2014/main" id="{AEFA5AA7-7F07-B8A6-2F2E-43B0C34A7487}"/>
              </a:ext>
            </a:extLst>
          </p:cNvPr>
          <p:cNvSpPr txBox="1"/>
          <p:nvPr/>
        </p:nvSpPr>
        <p:spPr>
          <a:xfrm>
            <a:off x="426112" y="5244254"/>
            <a:ext cx="3416320" cy="1384995"/>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none" rtlCol="0">
            <a:spAutoFit/>
          </a:bodyPr>
          <a:lstStyle/>
          <a:p>
            <a:r>
              <a:rPr lang="zh-CN" altLang="en-US" sz="2800" dirty="0"/>
              <a:t>分析树中，</a:t>
            </a:r>
            <a:endParaRPr lang="en-US" altLang="zh-CN" sz="2800" dirty="0"/>
          </a:p>
          <a:p>
            <a:r>
              <a:rPr lang="zh-CN" altLang="en-US" sz="2800" dirty="0"/>
              <a:t>左边的是继承属性，</a:t>
            </a:r>
            <a:endParaRPr lang="en-US" altLang="zh-CN" sz="2800" dirty="0"/>
          </a:p>
          <a:p>
            <a:r>
              <a:rPr lang="zh-CN" altLang="en-US" sz="2800" dirty="0"/>
              <a:t>右边的是综合属性</a:t>
            </a:r>
          </a:p>
        </p:txBody>
      </p:sp>
    </p:spTree>
    <p:extLst>
      <p:ext uri="{BB962C8B-B14F-4D97-AF65-F5344CB8AC3E}">
        <p14:creationId xmlns:p14="http://schemas.microsoft.com/office/powerpoint/2010/main" val="25270165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2EB9E0C5-0F2B-49F8-9BEA-02BD6D005C13}"/>
              </a:ext>
            </a:extLst>
          </p:cNvPr>
          <p:cNvSpPr>
            <a:spLocks noGrp="1" noChangeArrowheads="1"/>
          </p:cNvSpPr>
          <p:nvPr>
            <p:ph type="title"/>
          </p:nvPr>
        </p:nvSpPr>
        <p:spPr/>
        <p:txBody>
          <a:bodyPr/>
          <a:lstStyle/>
          <a:p>
            <a:pPr eaLnBrk="1" hangingPunct="1"/>
            <a:r>
              <a:rPr lang="en-US" altLang="zh-CN" dirty="0"/>
              <a:t>4.1.4 </a:t>
            </a:r>
            <a:r>
              <a:rPr lang="zh-CN" altLang="en-US" dirty="0"/>
              <a:t>属性依赖图</a:t>
            </a:r>
          </a:p>
        </p:txBody>
      </p:sp>
      <p:sp>
        <p:nvSpPr>
          <p:cNvPr id="37891" name="Rectangle 3">
            <a:extLst>
              <a:ext uri="{FF2B5EF4-FFF2-40B4-BE49-F238E27FC236}">
                <a16:creationId xmlns:a16="http://schemas.microsoft.com/office/drawing/2014/main" id="{9A3426E9-E596-448B-89A2-8EC00A88BB7F}"/>
              </a:ext>
            </a:extLst>
          </p:cNvPr>
          <p:cNvSpPr>
            <a:spLocks noGrp="1" noChangeArrowheads="1"/>
          </p:cNvSpPr>
          <p:nvPr>
            <p:ph idx="1"/>
          </p:nvPr>
        </p:nvSpPr>
        <p:spPr/>
        <p:txBody>
          <a:bodyPr/>
          <a:lstStyle/>
          <a:p>
            <a:pPr eaLnBrk="1" hangingPunct="1"/>
            <a:r>
              <a:rPr lang="zh-CN" altLang="en-US" sz="3600" dirty="0"/>
              <a:t>例：</a:t>
            </a:r>
            <a:r>
              <a:rPr lang="en-US" altLang="zh-CN" sz="3600" b="1" dirty="0"/>
              <a:t>int id</a:t>
            </a:r>
            <a:r>
              <a:rPr lang="en-US" altLang="zh-CN" sz="3600" b="1" baseline="-25000" dirty="0"/>
              <a:t>1</a:t>
            </a:r>
            <a:r>
              <a:rPr lang="en-US" altLang="zh-CN" sz="3600" b="1" dirty="0"/>
              <a:t>, id</a:t>
            </a:r>
            <a:r>
              <a:rPr lang="en-US" altLang="zh-CN" sz="3600" b="1" baseline="-25000" dirty="0"/>
              <a:t>2</a:t>
            </a:r>
            <a:r>
              <a:rPr lang="en-US" altLang="zh-CN" sz="3600" b="1" dirty="0"/>
              <a:t>, id</a:t>
            </a:r>
            <a:r>
              <a:rPr lang="en-US" altLang="zh-CN" sz="3600" b="1" baseline="-25000" dirty="0"/>
              <a:t>3</a:t>
            </a:r>
          </a:p>
          <a:p>
            <a:pPr marL="0" indent="0" eaLnBrk="1" hangingPunct="1">
              <a:buNone/>
            </a:pPr>
            <a:r>
              <a:rPr lang="zh-CN" altLang="en-US" sz="3600" dirty="0"/>
              <a:t>的分析树的依赖图</a:t>
            </a:r>
          </a:p>
        </p:txBody>
      </p:sp>
      <p:graphicFrame>
        <p:nvGraphicFramePr>
          <p:cNvPr id="48" name="Group 4">
            <a:extLst>
              <a:ext uri="{FF2B5EF4-FFF2-40B4-BE49-F238E27FC236}">
                <a16:creationId xmlns:a16="http://schemas.microsoft.com/office/drawing/2014/main" id="{94BB3912-C90B-4626-B1DE-7F2EFAD062A3}"/>
              </a:ext>
            </a:extLst>
          </p:cNvPr>
          <p:cNvGraphicFramePr>
            <a:graphicFrameLocks/>
          </p:cNvGraphicFramePr>
          <p:nvPr>
            <p:extLst>
              <p:ext uri="{D42A27DB-BD31-4B8C-83A1-F6EECF244321}">
                <p14:modId xmlns:p14="http://schemas.microsoft.com/office/powerpoint/2010/main" val="1364244969"/>
              </p:ext>
            </p:extLst>
          </p:nvPr>
        </p:nvGraphicFramePr>
        <p:xfrm>
          <a:off x="271421" y="2594226"/>
          <a:ext cx="3731878" cy="2394690"/>
        </p:xfrm>
        <a:graphic>
          <a:graphicData uri="http://schemas.openxmlformats.org/drawingml/2006/table">
            <a:tbl>
              <a:tblPr/>
              <a:tblGrid>
                <a:gridCol w="1081101">
                  <a:extLst>
                    <a:ext uri="{9D8B030D-6E8A-4147-A177-3AD203B41FA5}">
                      <a16:colId xmlns:a16="http://schemas.microsoft.com/office/drawing/2014/main" val="20000"/>
                    </a:ext>
                  </a:extLst>
                </a:gridCol>
                <a:gridCol w="2650777">
                  <a:extLst>
                    <a:ext uri="{9D8B030D-6E8A-4147-A177-3AD203B41FA5}">
                      <a16:colId xmlns:a16="http://schemas.microsoft.com/office/drawing/2014/main" val="20001"/>
                    </a:ext>
                  </a:extLst>
                </a:gridCol>
              </a:tblGrid>
              <a:tr h="30953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产生式</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语</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义</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规</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则</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0"/>
                  </a:ext>
                </a:extLst>
              </a:tr>
              <a:tr h="30953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D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TL</a:t>
                      </a:r>
                      <a:endParaRPr kumimoji="0" lang="en-US" altLang="zh-CN" sz="2000" b="0" i="0" u="none" strike="noStrike" cap="none" normalizeH="0" baseline="0" dirty="0">
                        <a:ln>
                          <a:noFill/>
                        </a:ln>
                        <a:solidFill>
                          <a:schemeClr val="tx1"/>
                        </a:solidFill>
                        <a:effectLst/>
                        <a:latin typeface="Times New Roman" pitchFamily="18" charset="0"/>
                        <a:ea typeface="黑体" pitchFamily="2" charset="-122"/>
                      </a:endParaRP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type</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1"/>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int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integer</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2"/>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real</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real</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3"/>
                  </a:ext>
                </a:extLst>
              </a:tr>
              <a:tr h="6417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L</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 </a:t>
                      </a: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L</a:t>
                      </a:r>
                      <a:r>
                        <a:rPr kumimoji="0" lang="en-US" altLang="zh-CN" sz="2000" b="1" i="0" u="none" strike="noStrike" cap="none" normalizeH="0" baseline="-30000" dirty="0">
                          <a:ln>
                            <a:noFill/>
                          </a:ln>
                          <a:solidFill>
                            <a:srgbClr val="FF0000"/>
                          </a:solidFill>
                          <a:effectLst/>
                          <a:latin typeface="Times New Roman" pitchFamily="18" charset="0"/>
                          <a:ea typeface="黑体" pitchFamily="2" charset="-122"/>
                        </a:rPr>
                        <a:t>1</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a:t>
                      </a:r>
                      <a:r>
                        <a:rPr kumimoji="0" lang="en-US" altLang="zh-CN" sz="2000" b="0" i="0" u="none" strike="noStrike" cap="none" normalizeH="0" baseline="0" dirty="0">
                          <a:ln>
                            <a:noFill/>
                          </a:ln>
                          <a:solidFill>
                            <a:srgbClr val="FF0000"/>
                          </a:solidFill>
                          <a:effectLst/>
                          <a:latin typeface="Times New Roman" pitchFamily="18" charset="0"/>
                          <a:ea typeface="黑体" pitchFamily="2" charset="-122"/>
                        </a:rPr>
                        <a:t> </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id</a:t>
                      </a:r>
                      <a:r>
                        <a:rPr kumimoji="0" lang="en-US" altLang="zh-CN" sz="2000" b="0" i="0" u="none" strike="noStrike" cap="none" normalizeH="0" baseline="0" dirty="0">
                          <a:ln>
                            <a:noFill/>
                          </a:ln>
                          <a:solidFill>
                            <a:srgbClr val="FF0000"/>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rgbClr val="FF0000"/>
                          </a:solidFill>
                          <a:effectLst/>
                          <a:latin typeface="Times New Roman" pitchFamily="18" charset="0"/>
                          <a:ea typeface="黑体" pitchFamily="2" charset="-122"/>
                        </a:rPr>
                        <a:t>addtype</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 (</a:t>
                      </a:r>
                      <a:r>
                        <a:rPr kumimoji="0" lang="en-US" altLang="zh-CN" sz="2000" b="1" i="0" u="none" strike="noStrike" cap="none" normalizeH="0" baseline="0" dirty="0" err="1">
                          <a:ln>
                            <a:noFill/>
                          </a:ln>
                          <a:solidFill>
                            <a:srgbClr val="FF0000"/>
                          </a:solidFill>
                          <a:effectLst/>
                          <a:latin typeface="Times New Roman" pitchFamily="18" charset="0"/>
                          <a:ea typeface="黑体" pitchFamily="2" charset="-122"/>
                        </a:rPr>
                        <a:t>id.</a:t>
                      </a:r>
                      <a:r>
                        <a:rPr kumimoji="0" lang="en-US" altLang="zh-CN" sz="2000" b="1" i="1" u="none" strike="noStrike" cap="none" normalizeH="0" baseline="0" dirty="0" err="1">
                          <a:ln>
                            <a:noFill/>
                          </a:ln>
                          <a:solidFill>
                            <a:srgbClr val="FF0000"/>
                          </a:solidFill>
                          <a:effectLst/>
                          <a:latin typeface="Times New Roman" pitchFamily="18" charset="0"/>
                          <a:ea typeface="黑体" pitchFamily="2" charset="-122"/>
                        </a:rPr>
                        <a:t>entry</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 </a:t>
                      </a: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L</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a:t>
                      </a: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in</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 )</a:t>
                      </a:r>
                      <a:r>
                        <a:rPr kumimoji="0" lang="en-US" altLang="zh-CN" sz="2000" b="0" i="0" u="none" strike="noStrike" cap="none" normalizeH="0" baseline="0" dirty="0">
                          <a:ln>
                            <a:noFill/>
                          </a:ln>
                          <a:solidFill>
                            <a:srgbClr val="FF0000"/>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id</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addtype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id.</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entry</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5"/>
                  </a:ext>
                </a:extLst>
              </a:tr>
            </a:tbl>
          </a:graphicData>
        </a:graphic>
      </p:graphicFrame>
      <p:grpSp>
        <p:nvGrpSpPr>
          <p:cNvPr id="2" name="组合 1">
            <a:extLst>
              <a:ext uri="{FF2B5EF4-FFF2-40B4-BE49-F238E27FC236}">
                <a16:creationId xmlns:a16="http://schemas.microsoft.com/office/drawing/2014/main" id="{5612A67B-AC98-404D-AABE-5A4C3A7FAD68}"/>
              </a:ext>
            </a:extLst>
          </p:cNvPr>
          <p:cNvGrpSpPr/>
          <p:nvPr/>
        </p:nvGrpSpPr>
        <p:grpSpPr>
          <a:xfrm>
            <a:off x="4040463" y="1257300"/>
            <a:ext cx="5375866" cy="5496136"/>
            <a:chOff x="4040463" y="1257300"/>
            <a:chExt cx="5375866" cy="5496136"/>
          </a:xfrm>
        </p:grpSpPr>
        <p:sp>
          <p:nvSpPr>
            <p:cNvPr id="37896" name="Rectangle 5">
              <a:extLst>
                <a:ext uri="{FF2B5EF4-FFF2-40B4-BE49-F238E27FC236}">
                  <a16:creationId xmlns:a16="http://schemas.microsoft.com/office/drawing/2014/main" id="{A9DCFC6E-963E-417E-B201-8DE50A583033}"/>
                </a:ext>
              </a:extLst>
            </p:cNvPr>
            <p:cNvSpPr>
              <a:spLocks noChangeArrowheads="1"/>
            </p:cNvSpPr>
            <p:nvPr/>
          </p:nvSpPr>
          <p:spPr bwMode="auto">
            <a:xfrm>
              <a:off x="5737374" y="1257300"/>
              <a:ext cx="3905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D</a:t>
              </a:r>
            </a:p>
          </p:txBody>
        </p:sp>
        <p:sp>
          <p:nvSpPr>
            <p:cNvPr id="37897" name="Rectangle 6">
              <a:extLst>
                <a:ext uri="{FF2B5EF4-FFF2-40B4-BE49-F238E27FC236}">
                  <a16:creationId xmlns:a16="http://schemas.microsoft.com/office/drawing/2014/main" id="{7A75101F-D4C3-489D-BB57-A48B4B59F52C}"/>
                </a:ext>
              </a:extLst>
            </p:cNvPr>
            <p:cNvSpPr>
              <a:spLocks noChangeArrowheads="1"/>
            </p:cNvSpPr>
            <p:nvPr/>
          </p:nvSpPr>
          <p:spPr bwMode="auto">
            <a:xfrm>
              <a:off x="4269472" y="3071305"/>
              <a:ext cx="1438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    int</a:t>
              </a:r>
            </a:p>
          </p:txBody>
        </p:sp>
        <p:sp>
          <p:nvSpPr>
            <p:cNvPr id="37898" name="Rectangle 7">
              <a:extLst>
                <a:ext uri="{FF2B5EF4-FFF2-40B4-BE49-F238E27FC236}">
                  <a16:creationId xmlns:a16="http://schemas.microsoft.com/office/drawing/2014/main" id="{E386BB47-BF99-45B7-8263-2AE8332983C6}"/>
                </a:ext>
              </a:extLst>
            </p:cNvPr>
            <p:cNvSpPr>
              <a:spLocks noChangeArrowheads="1"/>
            </p:cNvSpPr>
            <p:nvPr/>
          </p:nvSpPr>
          <p:spPr bwMode="auto">
            <a:xfrm>
              <a:off x="4753994" y="2215847"/>
              <a:ext cx="58578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T</a:t>
              </a:r>
            </a:p>
          </p:txBody>
        </p:sp>
        <p:sp>
          <p:nvSpPr>
            <p:cNvPr id="37899" name="Line 8">
              <a:extLst>
                <a:ext uri="{FF2B5EF4-FFF2-40B4-BE49-F238E27FC236}">
                  <a16:creationId xmlns:a16="http://schemas.microsoft.com/office/drawing/2014/main" id="{3E566DD5-5A17-4A6D-84AF-FC3BFD17627F}"/>
                </a:ext>
              </a:extLst>
            </p:cNvPr>
            <p:cNvSpPr>
              <a:spLocks noChangeShapeType="1"/>
            </p:cNvSpPr>
            <p:nvPr/>
          </p:nvSpPr>
          <p:spPr bwMode="auto">
            <a:xfrm flipH="1">
              <a:off x="4937510" y="1634259"/>
              <a:ext cx="776850" cy="627508"/>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0" name="Rectangle 9">
              <a:extLst>
                <a:ext uri="{FF2B5EF4-FFF2-40B4-BE49-F238E27FC236}">
                  <a16:creationId xmlns:a16="http://schemas.microsoft.com/office/drawing/2014/main" id="{BDED5F71-6535-40E5-ABE7-9AF027EEC51A}"/>
                </a:ext>
              </a:extLst>
            </p:cNvPr>
            <p:cNvSpPr>
              <a:spLocks noChangeArrowheads="1"/>
            </p:cNvSpPr>
            <p:nvPr/>
          </p:nvSpPr>
          <p:spPr bwMode="auto">
            <a:xfrm>
              <a:off x="6665793" y="3152372"/>
              <a:ext cx="42257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sp>
          <p:nvSpPr>
            <p:cNvPr id="37901" name="Line 10">
              <a:extLst>
                <a:ext uri="{FF2B5EF4-FFF2-40B4-BE49-F238E27FC236}">
                  <a16:creationId xmlns:a16="http://schemas.microsoft.com/office/drawing/2014/main" id="{3E5A7A81-9EED-44FD-ACFB-62B5DBA6251D}"/>
                </a:ext>
              </a:extLst>
            </p:cNvPr>
            <p:cNvSpPr>
              <a:spLocks noChangeShapeType="1"/>
            </p:cNvSpPr>
            <p:nvPr/>
          </p:nvSpPr>
          <p:spPr bwMode="auto">
            <a:xfrm>
              <a:off x="4858121" y="2678209"/>
              <a:ext cx="0" cy="465137"/>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2" name="Line 11">
              <a:extLst>
                <a:ext uri="{FF2B5EF4-FFF2-40B4-BE49-F238E27FC236}">
                  <a16:creationId xmlns:a16="http://schemas.microsoft.com/office/drawing/2014/main" id="{1FE84377-5327-4AC3-AB5C-6ED1CE62066F}"/>
                </a:ext>
              </a:extLst>
            </p:cNvPr>
            <p:cNvSpPr>
              <a:spLocks noChangeShapeType="1"/>
            </p:cNvSpPr>
            <p:nvPr/>
          </p:nvSpPr>
          <p:spPr bwMode="auto">
            <a:xfrm>
              <a:off x="6918623" y="2897310"/>
              <a:ext cx="951971" cy="659141"/>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3" name="Line 12">
              <a:extLst>
                <a:ext uri="{FF2B5EF4-FFF2-40B4-BE49-F238E27FC236}">
                  <a16:creationId xmlns:a16="http://schemas.microsoft.com/office/drawing/2014/main" id="{EA78DE3E-7F96-465B-95C0-DFBFB2A028D5}"/>
                </a:ext>
              </a:extLst>
            </p:cNvPr>
            <p:cNvSpPr>
              <a:spLocks noChangeShapeType="1"/>
            </p:cNvSpPr>
            <p:nvPr/>
          </p:nvSpPr>
          <p:spPr bwMode="auto">
            <a:xfrm flipH="1">
              <a:off x="5722703" y="2873316"/>
              <a:ext cx="769729" cy="727201"/>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4" name="Rectangle 13">
              <a:extLst>
                <a:ext uri="{FF2B5EF4-FFF2-40B4-BE49-F238E27FC236}">
                  <a16:creationId xmlns:a16="http://schemas.microsoft.com/office/drawing/2014/main" id="{435EECA6-20F7-4D8B-BBF8-6E1A96A03B55}"/>
                </a:ext>
              </a:extLst>
            </p:cNvPr>
            <p:cNvSpPr>
              <a:spLocks noChangeArrowheads="1"/>
            </p:cNvSpPr>
            <p:nvPr/>
          </p:nvSpPr>
          <p:spPr bwMode="auto">
            <a:xfrm>
              <a:off x="7755446" y="3514929"/>
              <a:ext cx="90011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3</a:t>
              </a:r>
            </a:p>
          </p:txBody>
        </p:sp>
        <p:sp>
          <p:nvSpPr>
            <p:cNvPr id="37905" name="Rectangle 14">
              <a:extLst>
                <a:ext uri="{FF2B5EF4-FFF2-40B4-BE49-F238E27FC236}">
                  <a16:creationId xmlns:a16="http://schemas.microsoft.com/office/drawing/2014/main" id="{70C81298-8671-4968-AE81-19DDA3F06005}"/>
                </a:ext>
              </a:extLst>
            </p:cNvPr>
            <p:cNvSpPr>
              <a:spLocks noChangeArrowheads="1"/>
            </p:cNvSpPr>
            <p:nvPr/>
          </p:nvSpPr>
          <p:spPr bwMode="auto">
            <a:xfrm>
              <a:off x="6556373" y="2244304"/>
              <a:ext cx="5349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06" name="Line 15">
              <a:extLst>
                <a:ext uri="{FF2B5EF4-FFF2-40B4-BE49-F238E27FC236}">
                  <a16:creationId xmlns:a16="http://schemas.microsoft.com/office/drawing/2014/main" id="{4395E17E-9641-41D1-9A76-2EBCABABC03A}"/>
                </a:ext>
              </a:extLst>
            </p:cNvPr>
            <p:cNvSpPr>
              <a:spLocks noChangeShapeType="1"/>
            </p:cNvSpPr>
            <p:nvPr/>
          </p:nvSpPr>
          <p:spPr bwMode="auto">
            <a:xfrm>
              <a:off x="6007472" y="1610624"/>
              <a:ext cx="701246" cy="651143"/>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7" name="Line 16">
              <a:extLst>
                <a:ext uri="{FF2B5EF4-FFF2-40B4-BE49-F238E27FC236}">
                  <a16:creationId xmlns:a16="http://schemas.microsoft.com/office/drawing/2014/main" id="{442205ED-3043-4A4D-B634-4DE007DD2F10}"/>
                </a:ext>
              </a:extLst>
            </p:cNvPr>
            <p:cNvSpPr>
              <a:spLocks noChangeShapeType="1"/>
            </p:cNvSpPr>
            <p:nvPr/>
          </p:nvSpPr>
          <p:spPr bwMode="auto">
            <a:xfrm>
              <a:off x="4671543" y="5682556"/>
              <a:ext cx="0" cy="46355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8" name="Line 17">
              <a:extLst>
                <a:ext uri="{FF2B5EF4-FFF2-40B4-BE49-F238E27FC236}">
                  <a16:creationId xmlns:a16="http://schemas.microsoft.com/office/drawing/2014/main" id="{ECEED859-8991-4CE8-9635-8241B1237252}"/>
                </a:ext>
              </a:extLst>
            </p:cNvPr>
            <p:cNvSpPr>
              <a:spLocks noChangeShapeType="1"/>
            </p:cNvSpPr>
            <p:nvPr/>
          </p:nvSpPr>
          <p:spPr bwMode="auto">
            <a:xfrm>
              <a:off x="5772392" y="4154695"/>
              <a:ext cx="0" cy="43870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9" name="Line 18">
              <a:extLst>
                <a:ext uri="{FF2B5EF4-FFF2-40B4-BE49-F238E27FC236}">
                  <a16:creationId xmlns:a16="http://schemas.microsoft.com/office/drawing/2014/main" id="{2B7906B7-3DCF-4B16-A6A5-2D701F415D82}"/>
                </a:ext>
              </a:extLst>
            </p:cNvPr>
            <p:cNvSpPr>
              <a:spLocks noChangeShapeType="1"/>
            </p:cNvSpPr>
            <p:nvPr/>
          </p:nvSpPr>
          <p:spPr bwMode="auto">
            <a:xfrm>
              <a:off x="6708718" y="2898372"/>
              <a:ext cx="0" cy="46513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0" name="Rectangle 19">
              <a:extLst>
                <a:ext uri="{FF2B5EF4-FFF2-40B4-BE49-F238E27FC236}">
                  <a16:creationId xmlns:a16="http://schemas.microsoft.com/office/drawing/2014/main" id="{189B559F-B2A9-48D0-8185-D541D77CAD95}"/>
                </a:ext>
              </a:extLst>
            </p:cNvPr>
            <p:cNvSpPr>
              <a:spLocks noChangeArrowheads="1"/>
            </p:cNvSpPr>
            <p:nvPr/>
          </p:nvSpPr>
          <p:spPr bwMode="auto">
            <a:xfrm>
              <a:off x="5650733" y="3519427"/>
              <a:ext cx="4619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11" name="Rectangle 20">
              <a:extLst>
                <a:ext uri="{FF2B5EF4-FFF2-40B4-BE49-F238E27FC236}">
                  <a16:creationId xmlns:a16="http://schemas.microsoft.com/office/drawing/2014/main" id="{868619F1-A448-45F3-A29B-5BED9C25BD6E}"/>
                </a:ext>
              </a:extLst>
            </p:cNvPr>
            <p:cNvSpPr>
              <a:spLocks noChangeArrowheads="1"/>
            </p:cNvSpPr>
            <p:nvPr/>
          </p:nvSpPr>
          <p:spPr bwMode="auto">
            <a:xfrm>
              <a:off x="4578348" y="4933469"/>
              <a:ext cx="43497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12" name="Line 21">
              <a:extLst>
                <a:ext uri="{FF2B5EF4-FFF2-40B4-BE49-F238E27FC236}">
                  <a16:creationId xmlns:a16="http://schemas.microsoft.com/office/drawing/2014/main" id="{0A70A414-71BE-4A26-8AF3-80A440EEB535}"/>
                </a:ext>
              </a:extLst>
            </p:cNvPr>
            <p:cNvSpPr>
              <a:spLocks noChangeShapeType="1"/>
            </p:cNvSpPr>
            <p:nvPr/>
          </p:nvSpPr>
          <p:spPr bwMode="auto">
            <a:xfrm flipH="1">
              <a:off x="4767216" y="4151803"/>
              <a:ext cx="741161" cy="804869"/>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3" name="Line 22">
              <a:extLst>
                <a:ext uri="{FF2B5EF4-FFF2-40B4-BE49-F238E27FC236}">
                  <a16:creationId xmlns:a16="http://schemas.microsoft.com/office/drawing/2014/main" id="{220F3783-573E-4B09-9174-1F3AC682A5E7}"/>
                </a:ext>
              </a:extLst>
            </p:cNvPr>
            <p:cNvSpPr>
              <a:spLocks noChangeShapeType="1"/>
            </p:cNvSpPr>
            <p:nvPr/>
          </p:nvSpPr>
          <p:spPr bwMode="auto">
            <a:xfrm>
              <a:off x="5959001" y="4172669"/>
              <a:ext cx="749716" cy="666613"/>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4" name="Rectangle 23">
              <a:extLst>
                <a:ext uri="{FF2B5EF4-FFF2-40B4-BE49-F238E27FC236}">
                  <a16:creationId xmlns:a16="http://schemas.microsoft.com/office/drawing/2014/main" id="{1B39B15C-F3C3-4124-9640-C841CBC7CCF1}"/>
                </a:ext>
              </a:extLst>
            </p:cNvPr>
            <p:cNvSpPr>
              <a:spLocks noChangeArrowheads="1"/>
            </p:cNvSpPr>
            <p:nvPr/>
          </p:nvSpPr>
          <p:spPr bwMode="auto">
            <a:xfrm>
              <a:off x="6556373" y="4839237"/>
              <a:ext cx="9017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2</a:t>
              </a:r>
            </a:p>
          </p:txBody>
        </p:sp>
        <p:sp>
          <p:nvSpPr>
            <p:cNvPr id="37915" name="Rectangle 24">
              <a:extLst>
                <a:ext uri="{FF2B5EF4-FFF2-40B4-BE49-F238E27FC236}">
                  <a16:creationId xmlns:a16="http://schemas.microsoft.com/office/drawing/2014/main" id="{F5C1CEB8-05AB-40EB-98B5-CD1006AD8581}"/>
                </a:ext>
              </a:extLst>
            </p:cNvPr>
            <p:cNvSpPr>
              <a:spLocks noChangeArrowheads="1"/>
            </p:cNvSpPr>
            <p:nvPr/>
          </p:nvSpPr>
          <p:spPr bwMode="auto">
            <a:xfrm>
              <a:off x="4487721" y="6191442"/>
              <a:ext cx="9017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1</a:t>
              </a:r>
            </a:p>
          </p:txBody>
        </p:sp>
        <p:sp>
          <p:nvSpPr>
            <p:cNvPr id="37916" name="Rectangle 25">
              <a:extLst>
                <a:ext uri="{FF2B5EF4-FFF2-40B4-BE49-F238E27FC236}">
                  <a16:creationId xmlns:a16="http://schemas.microsoft.com/office/drawing/2014/main" id="{F9F8B26C-9A35-4DC2-8BDB-6665D4B1F622}"/>
                </a:ext>
              </a:extLst>
            </p:cNvPr>
            <p:cNvSpPr>
              <a:spLocks noChangeArrowheads="1"/>
            </p:cNvSpPr>
            <p:nvPr/>
          </p:nvSpPr>
          <p:spPr bwMode="auto">
            <a:xfrm>
              <a:off x="5714360" y="4382257"/>
              <a:ext cx="3905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sp>
          <p:nvSpPr>
            <p:cNvPr id="37917" name="Rectangle 26">
              <a:extLst>
                <a:ext uri="{FF2B5EF4-FFF2-40B4-BE49-F238E27FC236}">
                  <a16:creationId xmlns:a16="http://schemas.microsoft.com/office/drawing/2014/main" id="{2AD0FB76-3DE0-4D0B-9649-DEC81838C16B}"/>
                </a:ext>
              </a:extLst>
            </p:cNvPr>
            <p:cNvSpPr>
              <a:spLocks noChangeArrowheads="1"/>
            </p:cNvSpPr>
            <p:nvPr/>
          </p:nvSpPr>
          <p:spPr bwMode="auto">
            <a:xfrm>
              <a:off x="5120894" y="6272424"/>
              <a:ext cx="1071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20" name="Rectangle 29">
              <a:extLst>
                <a:ext uri="{FF2B5EF4-FFF2-40B4-BE49-F238E27FC236}">
                  <a16:creationId xmlns:a16="http://schemas.microsoft.com/office/drawing/2014/main" id="{639A22D9-4091-48EC-8C11-0CBCE005CAED}"/>
                </a:ext>
              </a:extLst>
            </p:cNvPr>
            <p:cNvSpPr>
              <a:spLocks noChangeArrowheads="1"/>
            </p:cNvSpPr>
            <p:nvPr/>
          </p:nvSpPr>
          <p:spPr bwMode="auto">
            <a:xfrm>
              <a:off x="7267962" y="4838728"/>
              <a:ext cx="1069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21" name="Rectangle 30">
              <a:extLst>
                <a:ext uri="{FF2B5EF4-FFF2-40B4-BE49-F238E27FC236}">
                  <a16:creationId xmlns:a16="http://schemas.microsoft.com/office/drawing/2014/main" id="{264587FE-0D46-47CC-9775-1E9A813128EA}"/>
                </a:ext>
              </a:extLst>
            </p:cNvPr>
            <p:cNvSpPr>
              <a:spLocks noChangeArrowheads="1"/>
            </p:cNvSpPr>
            <p:nvPr/>
          </p:nvSpPr>
          <p:spPr bwMode="auto">
            <a:xfrm>
              <a:off x="8346354" y="3537475"/>
              <a:ext cx="1069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22" name="Rectangle 31">
              <a:extLst>
                <a:ext uri="{FF2B5EF4-FFF2-40B4-BE49-F238E27FC236}">
                  <a16:creationId xmlns:a16="http://schemas.microsoft.com/office/drawing/2014/main" id="{0D6239C2-D4B0-4FD5-BE26-71BD66C6935A}"/>
                </a:ext>
              </a:extLst>
            </p:cNvPr>
            <p:cNvSpPr>
              <a:spLocks noChangeArrowheads="1"/>
            </p:cNvSpPr>
            <p:nvPr/>
          </p:nvSpPr>
          <p:spPr bwMode="auto">
            <a:xfrm>
              <a:off x="4040463" y="4950258"/>
              <a:ext cx="6794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3" name="Rectangle 32">
              <a:extLst>
                <a:ext uri="{FF2B5EF4-FFF2-40B4-BE49-F238E27FC236}">
                  <a16:creationId xmlns:a16="http://schemas.microsoft.com/office/drawing/2014/main" id="{F9D89C9D-AC38-48AC-9C09-F6CA252B1F15}"/>
                </a:ext>
              </a:extLst>
            </p:cNvPr>
            <p:cNvSpPr>
              <a:spLocks noChangeArrowheads="1"/>
            </p:cNvSpPr>
            <p:nvPr/>
          </p:nvSpPr>
          <p:spPr bwMode="auto">
            <a:xfrm>
              <a:off x="5959001" y="3485418"/>
              <a:ext cx="136356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2800" b="1" dirty="0">
                <a:solidFill>
                  <a:schemeClr val="accent1"/>
                </a:solidFill>
                <a:ea typeface="宋体" panose="02010600030101010101" pitchFamily="2" charset="-122"/>
              </a:endParaRPr>
            </a:p>
          </p:txBody>
        </p:sp>
        <p:sp>
          <p:nvSpPr>
            <p:cNvPr id="37924" name="Rectangle 33">
              <a:extLst>
                <a:ext uri="{FF2B5EF4-FFF2-40B4-BE49-F238E27FC236}">
                  <a16:creationId xmlns:a16="http://schemas.microsoft.com/office/drawing/2014/main" id="{C5CB3C2B-DF6D-4797-A0A8-E40A45632ACE}"/>
                </a:ext>
              </a:extLst>
            </p:cNvPr>
            <p:cNvSpPr>
              <a:spLocks noChangeArrowheads="1"/>
            </p:cNvSpPr>
            <p:nvPr/>
          </p:nvSpPr>
          <p:spPr bwMode="auto">
            <a:xfrm>
              <a:off x="5127033" y="3517412"/>
              <a:ext cx="679450"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5" name="Rectangle 34">
              <a:extLst>
                <a:ext uri="{FF2B5EF4-FFF2-40B4-BE49-F238E27FC236}">
                  <a16:creationId xmlns:a16="http://schemas.microsoft.com/office/drawing/2014/main" id="{F876487C-CBC6-49B1-8DBA-37B1B2E5DD40}"/>
                </a:ext>
              </a:extLst>
            </p:cNvPr>
            <p:cNvSpPr>
              <a:spLocks noChangeArrowheads="1"/>
            </p:cNvSpPr>
            <p:nvPr/>
          </p:nvSpPr>
          <p:spPr bwMode="auto">
            <a:xfrm>
              <a:off x="6835617" y="2211395"/>
              <a:ext cx="1546181"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3600" b="1" i="1" dirty="0">
                <a:solidFill>
                  <a:schemeClr val="accent1"/>
                </a:solidFill>
                <a:ea typeface="宋体" panose="02010600030101010101" pitchFamily="2" charset="-122"/>
              </a:endParaRPr>
            </a:p>
          </p:txBody>
        </p:sp>
        <p:sp>
          <p:nvSpPr>
            <p:cNvPr id="37926" name="Rectangle 35">
              <a:extLst>
                <a:ext uri="{FF2B5EF4-FFF2-40B4-BE49-F238E27FC236}">
                  <a16:creationId xmlns:a16="http://schemas.microsoft.com/office/drawing/2014/main" id="{F32F70CC-FC7C-442A-8769-B299AB62E7F5}"/>
                </a:ext>
              </a:extLst>
            </p:cNvPr>
            <p:cNvSpPr>
              <a:spLocks noChangeArrowheads="1"/>
            </p:cNvSpPr>
            <p:nvPr/>
          </p:nvSpPr>
          <p:spPr bwMode="auto">
            <a:xfrm>
              <a:off x="6186219" y="2216428"/>
              <a:ext cx="901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7" name="Rectangle 36">
              <a:extLst>
                <a:ext uri="{FF2B5EF4-FFF2-40B4-BE49-F238E27FC236}">
                  <a16:creationId xmlns:a16="http://schemas.microsoft.com/office/drawing/2014/main" id="{AD92A7C6-B2BA-4D70-A26F-254C78989698}"/>
                </a:ext>
              </a:extLst>
            </p:cNvPr>
            <p:cNvSpPr>
              <a:spLocks noChangeArrowheads="1"/>
            </p:cNvSpPr>
            <p:nvPr/>
          </p:nvSpPr>
          <p:spPr bwMode="auto">
            <a:xfrm>
              <a:off x="5062446" y="2196584"/>
              <a:ext cx="97313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type</a:t>
              </a:r>
            </a:p>
          </p:txBody>
        </p:sp>
        <p:sp>
          <p:nvSpPr>
            <p:cNvPr id="37928" name="Line 37">
              <a:extLst>
                <a:ext uri="{FF2B5EF4-FFF2-40B4-BE49-F238E27FC236}">
                  <a16:creationId xmlns:a16="http://schemas.microsoft.com/office/drawing/2014/main" id="{B8270524-E7D0-437F-92C3-478F52C9FFF5}"/>
                </a:ext>
              </a:extLst>
            </p:cNvPr>
            <p:cNvSpPr>
              <a:spLocks noChangeShapeType="1"/>
            </p:cNvSpPr>
            <p:nvPr/>
          </p:nvSpPr>
          <p:spPr bwMode="auto">
            <a:xfrm flipH="1">
              <a:off x="5314973" y="2664871"/>
              <a:ext cx="924927" cy="868396"/>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37929" name="Line 38">
              <a:extLst>
                <a:ext uri="{FF2B5EF4-FFF2-40B4-BE49-F238E27FC236}">
                  <a16:creationId xmlns:a16="http://schemas.microsoft.com/office/drawing/2014/main" id="{D0A302FA-FD8B-464C-B137-C801C2A41BE7}"/>
                </a:ext>
              </a:extLst>
            </p:cNvPr>
            <p:cNvSpPr>
              <a:spLocks noChangeShapeType="1"/>
            </p:cNvSpPr>
            <p:nvPr/>
          </p:nvSpPr>
          <p:spPr bwMode="auto">
            <a:xfrm flipH="1">
              <a:off x="4189907" y="3907854"/>
              <a:ext cx="962764" cy="1048818"/>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solidFill>
                  <a:srgbClr val="FF0000"/>
                </a:solidFill>
              </a:endParaRPr>
            </a:p>
          </p:txBody>
        </p:sp>
        <p:sp>
          <p:nvSpPr>
            <p:cNvPr id="37930" name="Line 39">
              <a:extLst>
                <a:ext uri="{FF2B5EF4-FFF2-40B4-BE49-F238E27FC236}">
                  <a16:creationId xmlns:a16="http://schemas.microsoft.com/office/drawing/2014/main" id="{0F941DDB-9AC2-4041-842D-AE91E72D9504}"/>
                </a:ext>
              </a:extLst>
            </p:cNvPr>
            <p:cNvSpPr>
              <a:spLocks noChangeShapeType="1"/>
            </p:cNvSpPr>
            <p:nvPr/>
          </p:nvSpPr>
          <p:spPr bwMode="auto">
            <a:xfrm flipH="1" flipV="1">
              <a:off x="7430395" y="2709061"/>
              <a:ext cx="1290916" cy="865585"/>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37931" name="Line 40">
              <a:extLst>
                <a:ext uri="{FF2B5EF4-FFF2-40B4-BE49-F238E27FC236}">
                  <a16:creationId xmlns:a16="http://schemas.microsoft.com/office/drawing/2014/main" id="{DB6794AB-57FA-40FA-AE5B-5822895CA5D6}"/>
                </a:ext>
              </a:extLst>
            </p:cNvPr>
            <p:cNvSpPr>
              <a:spLocks noChangeShapeType="1"/>
            </p:cNvSpPr>
            <p:nvPr/>
          </p:nvSpPr>
          <p:spPr bwMode="auto">
            <a:xfrm flipH="1" flipV="1">
              <a:off x="6548060" y="3990907"/>
              <a:ext cx="1029799" cy="830134"/>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solidFill>
                  <a:srgbClr val="FF0000"/>
                </a:solidFill>
              </a:endParaRPr>
            </a:p>
          </p:txBody>
        </p:sp>
        <p:sp>
          <p:nvSpPr>
            <p:cNvPr id="37932" name="Freeform 41">
              <a:extLst>
                <a:ext uri="{FF2B5EF4-FFF2-40B4-BE49-F238E27FC236}">
                  <a16:creationId xmlns:a16="http://schemas.microsoft.com/office/drawing/2014/main" id="{144C518F-B828-47AD-85BC-36E970162D5C}"/>
                </a:ext>
              </a:extLst>
            </p:cNvPr>
            <p:cNvSpPr>
              <a:spLocks/>
            </p:cNvSpPr>
            <p:nvPr/>
          </p:nvSpPr>
          <p:spPr bwMode="auto">
            <a:xfrm>
              <a:off x="5342308" y="1863724"/>
              <a:ext cx="991832" cy="425450"/>
            </a:xfrm>
            <a:custGeom>
              <a:avLst/>
              <a:gdLst>
                <a:gd name="T0" fmla="*/ 0 w 1860"/>
                <a:gd name="T1" fmla="*/ 101 h 315"/>
                <a:gd name="T2" fmla="*/ 427 w 1860"/>
                <a:gd name="T3" fmla="*/ 38 h 315"/>
                <a:gd name="T4" fmla="*/ 1140 w 1860"/>
                <a:gd name="T5" fmla="*/ 0 h 315"/>
                <a:gd name="T6" fmla="*/ 1795 w 1860"/>
                <a:gd name="T7" fmla="*/ 39 h 315"/>
                <a:gd name="T8" fmla="*/ 2206 w 1860"/>
                <a:gd name="T9" fmla="*/ 92 h 315"/>
                <a:gd name="T10" fmla="*/ 0 60000 65536"/>
                <a:gd name="T11" fmla="*/ 0 60000 65536"/>
                <a:gd name="T12" fmla="*/ 0 60000 65536"/>
                <a:gd name="T13" fmla="*/ 0 60000 65536"/>
                <a:gd name="T14" fmla="*/ 0 60000 65536"/>
                <a:gd name="T15" fmla="*/ 0 w 1860"/>
                <a:gd name="T16" fmla="*/ 0 h 315"/>
                <a:gd name="T17" fmla="*/ 1860 w 1860"/>
                <a:gd name="T18" fmla="*/ 315 h 315"/>
              </a:gdLst>
              <a:ahLst/>
              <a:cxnLst>
                <a:cxn ang="T10">
                  <a:pos x="T0" y="T1"/>
                </a:cxn>
                <a:cxn ang="T11">
                  <a:pos x="T2" y="T3"/>
                </a:cxn>
                <a:cxn ang="T12">
                  <a:pos x="T4" y="T5"/>
                </a:cxn>
                <a:cxn ang="T13">
                  <a:pos x="T6" y="T7"/>
                </a:cxn>
                <a:cxn ang="T14">
                  <a:pos x="T8" y="T9"/>
                </a:cxn>
              </a:cxnLst>
              <a:rect l="T15" t="T16" r="T17" b="T18"/>
              <a:pathLst>
                <a:path w="1860" h="315">
                  <a:moveTo>
                    <a:pt x="0" y="315"/>
                  </a:moveTo>
                  <a:cubicBezTo>
                    <a:pt x="60" y="282"/>
                    <a:pt x="200" y="171"/>
                    <a:pt x="360" y="119"/>
                  </a:cubicBezTo>
                  <a:cubicBezTo>
                    <a:pt x="520" y="67"/>
                    <a:pt x="768" y="0"/>
                    <a:pt x="960" y="0"/>
                  </a:cubicBezTo>
                  <a:cubicBezTo>
                    <a:pt x="1152" y="0"/>
                    <a:pt x="1365" y="73"/>
                    <a:pt x="1515" y="120"/>
                  </a:cubicBezTo>
                  <a:cubicBezTo>
                    <a:pt x="1665" y="167"/>
                    <a:pt x="1788" y="251"/>
                    <a:pt x="1860" y="285"/>
                  </a:cubicBezTo>
                </a:path>
              </a:pathLst>
            </a:custGeom>
            <a:noFill/>
            <a:ln w="25400">
              <a:solidFill>
                <a:schemeClr val="accent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accent1"/>
                </a:solidFill>
              </a:endParaRPr>
            </a:p>
          </p:txBody>
        </p:sp>
        <p:sp>
          <p:nvSpPr>
            <p:cNvPr id="37934" name="Freeform 43">
              <a:extLst>
                <a:ext uri="{FF2B5EF4-FFF2-40B4-BE49-F238E27FC236}">
                  <a16:creationId xmlns:a16="http://schemas.microsoft.com/office/drawing/2014/main" id="{0E8ED5E5-391B-497F-8AF6-0FBAFD1CACEA}"/>
                </a:ext>
              </a:extLst>
            </p:cNvPr>
            <p:cNvSpPr>
              <a:spLocks/>
            </p:cNvSpPr>
            <p:nvPr/>
          </p:nvSpPr>
          <p:spPr bwMode="auto">
            <a:xfrm>
              <a:off x="5293773" y="3889062"/>
              <a:ext cx="924927" cy="184746"/>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rgbClr val="FF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FF0000"/>
                </a:solidFill>
              </a:endParaRPr>
            </a:p>
          </p:txBody>
        </p:sp>
        <p:sp>
          <p:nvSpPr>
            <p:cNvPr id="37935" name="Freeform 44">
              <a:extLst>
                <a:ext uri="{FF2B5EF4-FFF2-40B4-BE49-F238E27FC236}">
                  <a16:creationId xmlns:a16="http://schemas.microsoft.com/office/drawing/2014/main" id="{D8247038-DC86-4098-B8B5-847618EF3BBA}"/>
                </a:ext>
              </a:extLst>
            </p:cNvPr>
            <p:cNvSpPr>
              <a:spLocks/>
            </p:cNvSpPr>
            <p:nvPr/>
          </p:nvSpPr>
          <p:spPr bwMode="auto">
            <a:xfrm>
              <a:off x="6250494" y="2612634"/>
              <a:ext cx="975585" cy="183582"/>
            </a:xfrm>
            <a:custGeom>
              <a:avLst/>
              <a:gdLst>
                <a:gd name="T0" fmla="*/ 0 w 736"/>
                <a:gd name="T1" fmla="*/ 0 h 167"/>
                <a:gd name="T2" fmla="*/ 413 w 736"/>
                <a:gd name="T3" fmla="*/ 53 h 167"/>
                <a:gd name="T4" fmla="*/ 879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rgbClr val="FF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50" name="Rectangle 32">
              <a:extLst>
                <a:ext uri="{FF2B5EF4-FFF2-40B4-BE49-F238E27FC236}">
                  <a16:creationId xmlns:a16="http://schemas.microsoft.com/office/drawing/2014/main" id="{CAD65E12-EE3C-475B-9A7A-5EA6A91A394E}"/>
                </a:ext>
              </a:extLst>
            </p:cNvPr>
            <p:cNvSpPr>
              <a:spLocks noChangeArrowheads="1"/>
            </p:cNvSpPr>
            <p:nvPr/>
          </p:nvSpPr>
          <p:spPr bwMode="auto">
            <a:xfrm>
              <a:off x="4928716" y="4932444"/>
              <a:ext cx="136356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2800" b="1" dirty="0">
                <a:solidFill>
                  <a:schemeClr val="accent1"/>
                </a:solidFill>
                <a:ea typeface="宋体" panose="02010600030101010101" pitchFamily="2" charset="-122"/>
              </a:endParaRPr>
            </a:p>
          </p:txBody>
        </p:sp>
        <p:sp>
          <p:nvSpPr>
            <p:cNvPr id="52" name="Line 39">
              <a:extLst>
                <a:ext uri="{FF2B5EF4-FFF2-40B4-BE49-F238E27FC236}">
                  <a16:creationId xmlns:a16="http://schemas.microsoft.com/office/drawing/2014/main" id="{C6339EFF-3803-4101-BA18-15D9E1F45A67}"/>
                </a:ext>
              </a:extLst>
            </p:cNvPr>
            <p:cNvSpPr>
              <a:spLocks noChangeShapeType="1"/>
            </p:cNvSpPr>
            <p:nvPr/>
          </p:nvSpPr>
          <p:spPr bwMode="auto">
            <a:xfrm flipH="1" flipV="1">
              <a:off x="5244198" y="2626407"/>
              <a:ext cx="0" cy="454538"/>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grpSp>
      <p:sp>
        <p:nvSpPr>
          <p:cNvPr id="3" name="日期占位符 2">
            <a:extLst>
              <a:ext uri="{FF2B5EF4-FFF2-40B4-BE49-F238E27FC236}">
                <a16:creationId xmlns:a16="http://schemas.microsoft.com/office/drawing/2014/main" id="{A187AD99-DA2B-1A93-9529-772C3DD1FEFC}"/>
              </a:ext>
            </a:extLst>
          </p:cNvPr>
          <p:cNvSpPr>
            <a:spLocks noGrp="1"/>
          </p:cNvSpPr>
          <p:nvPr>
            <p:ph type="dt" sz="half" idx="10"/>
          </p:nvPr>
        </p:nvSpPr>
        <p:spPr/>
        <p:txBody>
          <a:bodyPr/>
          <a:lstStyle/>
          <a:p>
            <a:fld id="{FA60B216-2CE8-49BA-8AF0-1D4FC6564332}" type="datetime2">
              <a:rPr lang="zh-CN" altLang="en-US" smtClean="0"/>
              <a:t>2024年6月6日</a:t>
            </a:fld>
            <a:endParaRPr lang="zh-CN" altLang="en-US" dirty="0"/>
          </a:p>
        </p:txBody>
      </p:sp>
      <p:sp>
        <p:nvSpPr>
          <p:cNvPr id="4" name="页脚占位符 3">
            <a:extLst>
              <a:ext uri="{FF2B5EF4-FFF2-40B4-BE49-F238E27FC236}">
                <a16:creationId xmlns:a16="http://schemas.microsoft.com/office/drawing/2014/main" id="{5D761A0F-736D-E92C-B6F8-F2E983930BF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5" name="灯片编号占位符 4">
            <a:extLst>
              <a:ext uri="{FF2B5EF4-FFF2-40B4-BE49-F238E27FC236}">
                <a16:creationId xmlns:a16="http://schemas.microsoft.com/office/drawing/2014/main" id="{7BC6B104-6409-BA11-E90F-7B4894C7E1FD}"/>
              </a:ext>
            </a:extLst>
          </p:cNvPr>
          <p:cNvSpPr>
            <a:spLocks noGrp="1"/>
          </p:cNvSpPr>
          <p:nvPr>
            <p:ph type="sldNum" sz="quarter" idx="12"/>
          </p:nvPr>
        </p:nvSpPr>
        <p:spPr/>
        <p:txBody>
          <a:bodyPr/>
          <a:lstStyle/>
          <a:p>
            <a:fld id="{094DEB03-EFC6-4C20-8FC8-295189A5386F}" type="slidenum">
              <a:rPr lang="zh-CN" altLang="en-US" smtClean="0"/>
              <a:pPr/>
              <a:t>24</a:t>
            </a:fld>
            <a:endParaRPr lang="zh-CN" altLang="en-US"/>
          </a:p>
        </p:txBody>
      </p:sp>
      <p:sp>
        <p:nvSpPr>
          <p:cNvPr id="6" name="文本框 5">
            <a:extLst>
              <a:ext uri="{FF2B5EF4-FFF2-40B4-BE49-F238E27FC236}">
                <a16:creationId xmlns:a16="http://schemas.microsoft.com/office/drawing/2014/main" id="{CA2FEAF2-3F3C-361E-6927-B98701441173}"/>
              </a:ext>
            </a:extLst>
          </p:cNvPr>
          <p:cNvSpPr txBox="1"/>
          <p:nvPr/>
        </p:nvSpPr>
        <p:spPr>
          <a:xfrm>
            <a:off x="426112" y="5244254"/>
            <a:ext cx="3416320" cy="1384995"/>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none" rtlCol="0">
            <a:spAutoFit/>
          </a:bodyPr>
          <a:lstStyle/>
          <a:p>
            <a:r>
              <a:rPr lang="zh-CN" altLang="en-US" sz="2800" dirty="0"/>
              <a:t>分析树中，</a:t>
            </a:r>
            <a:endParaRPr lang="en-US" altLang="zh-CN" sz="2800" dirty="0"/>
          </a:p>
          <a:p>
            <a:r>
              <a:rPr lang="zh-CN" altLang="en-US" sz="2800" dirty="0"/>
              <a:t>左边的是继承属性，</a:t>
            </a:r>
            <a:endParaRPr lang="en-US" altLang="zh-CN" sz="2800" dirty="0"/>
          </a:p>
          <a:p>
            <a:r>
              <a:rPr lang="zh-CN" altLang="en-US" sz="2800" dirty="0"/>
              <a:t>右边的是综合属性</a:t>
            </a:r>
          </a:p>
        </p:txBody>
      </p:sp>
    </p:spTree>
    <p:extLst>
      <p:ext uri="{BB962C8B-B14F-4D97-AF65-F5344CB8AC3E}">
        <p14:creationId xmlns:p14="http://schemas.microsoft.com/office/powerpoint/2010/main" val="4227420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2EB9E0C5-0F2B-49F8-9BEA-02BD6D005C13}"/>
              </a:ext>
            </a:extLst>
          </p:cNvPr>
          <p:cNvSpPr>
            <a:spLocks noGrp="1" noChangeArrowheads="1"/>
          </p:cNvSpPr>
          <p:nvPr>
            <p:ph type="title"/>
          </p:nvPr>
        </p:nvSpPr>
        <p:spPr/>
        <p:txBody>
          <a:bodyPr/>
          <a:lstStyle/>
          <a:p>
            <a:pPr eaLnBrk="1" hangingPunct="1"/>
            <a:r>
              <a:rPr lang="en-US" altLang="zh-CN" dirty="0"/>
              <a:t>4.1.4 </a:t>
            </a:r>
            <a:r>
              <a:rPr lang="zh-CN" altLang="en-US" dirty="0"/>
              <a:t>属性依赖图</a:t>
            </a:r>
          </a:p>
        </p:txBody>
      </p:sp>
      <p:sp>
        <p:nvSpPr>
          <p:cNvPr id="37891" name="Rectangle 3">
            <a:extLst>
              <a:ext uri="{FF2B5EF4-FFF2-40B4-BE49-F238E27FC236}">
                <a16:creationId xmlns:a16="http://schemas.microsoft.com/office/drawing/2014/main" id="{9A3426E9-E596-448B-89A2-8EC00A88BB7F}"/>
              </a:ext>
            </a:extLst>
          </p:cNvPr>
          <p:cNvSpPr>
            <a:spLocks noGrp="1" noChangeArrowheads="1"/>
          </p:cNvSpPr>
          <p:nvPr>
            <p:ph idx="1"/>
          </p:nvPr>
        </p:nvSpPr>
        <p:spPr/>
        <p:txBody>
          <a:bodyPr/>
          <a:lstStyle/>
          <a:p>
            <a:pPr eaLnBrk="1" hangingPunct="1"/>
            <a:r>
              <a:rPr lang="zh-CN" altLang="en-US" sz="3600" dirty="0"/>
              <a:t>例：</a:t>
            </a:r>
            <a:r>
              <a:rPr lang="en-US" altLang="zh-CN" sz="3600" b="1" dirty="0"/>
              <a:t>int id</a:t>
            </a:r>
            <a:r>
              <a:rPr lang="en-US" altLang="zh-CN" sz="3600" b="1" baseline="-25000" dirty="0"/>
              <a:t>1</a:t>
            </a:r>
            <a:r>
              <a:rPr lang="en-US" altLang="zh-CN" sz="3600" b="1" dirty="0"/>
              <a:t>, id</a:t>
            </a:r>
            <a:r>
              <a:rPr lang="en-US" altLang="zh-CN" sz="3600" b="1" baseline="-25000" dirty="0"/>
              <a:t>2</a:t>
            </a:r>
            <a:r>
              <a:rPr lang="en-US" altLang="zh-CN" sz="3600" b="1" dirty="0"/>
              <a:t>, id</a:t>
            </a:r>
            <a:r>
              <a:rPr lang="en-US" altLang="zh-CN" sz="3600" b="1" baseline="-25000" dirty="0"/>
              <a:t>3</a:t>
            </a:r>
          </a:p>
          <a:p>
            <a:pPr marL="0" indent="0" eaLnBrk="1" hangingPunct="1">
              <a:buNone/>
            </a:pPr>
            <a:r>
              <a:rPr lang="zh-CN" altLang="en-US" sz="3600" dirty="0"/>
              <a:t>的分析树的依赖图</a:t>
            </a:r>
          </a:p>
        </p:txBody>
      </p:sp>
      <p:graphicFrame>
        <p:nvGraphicFramePr>
          <p:cNvPr id="48" name="Group 4">
            <a:extLst>
              <a:ext uri="{FF2B5EF4-FFF2-40B4-BE49-F238E27FC236}">
                <a16:creationId xmlns:a16="http://schemas.microsoft.com/office/drawing/2014/main" id="{94BB3912-C90B-4626-B1DE-7F2EFAD062A3}"/>
              </a:ext>
            </a:extLst>
          </p:cNvPr>
          <p:cNvGraphicFramePr>
            <a:graphicFrameLocks/>
          </p:cNvGraphicFramePr>
          <p:nvPr>
            <p:extLst>
              <p:ext uri="{D42A27DB-BD31-4B8C-83A1-F6EECF244321}">
                <p14:modId xmlns:p14="http://schemas.microsoft.com/office/powerpoint/2010/main" val="3294884375"/>
              </p:ext>
            </p:extLst>
          </p:nvPr>
        </p:nvGraphicFramePr>
        <p:xfrm>
          <a:off x="271421" y="2594226"/>
          <a:ext cx="3731878" cy="2394690"/>
        </p:xfrm>
        <a:graphic>
          <a:graphicData uri="http://schemas.openxmlformats.org/drawingml/2006/table">
            <a:tbl>
              <a:tblPr/>
              <a:tblGrid>
                <a:gridCol w="1081101">
                  <a:extLst>
                    <a:ext uri="{9D8B030D-6E8A-4147-A177-3AD203B41FA5}">
                      <a16:colId xmlns:a16="http://schemas.microsoft.com/office/drawing/2014/main" val="20000"/>
                    </a:ext>
                  </a:extLst>
                </a:gridCol>
                <a:gridCol w="2650777">
                  <a:extLst>
                    <a:ext uri="{9D8B030D-6E8A-4147-A177-3AD203B41FA5}">
                      <a16:colId xmlns:a16="http://schemas.microsoft.com/office/drawing/2014/main" val="20001"/>
                    </a:ext>
                  </a:extLst>
                </a:gridCol>
              </a:tblGrid>
              <a:tr h="30953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产生式</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宋体" pitchFamily="2" charset="-122"/>
                          <a:ea typeface="黑体" pitchFamily="2" charset="-122"/>
                        </a:rPr>
                        <a:t>语</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义</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规</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a:ln>
                            <a:noFill/>
                          </a:ln>
                          <a:solidFill>
                            <a:schemeClr val="tx1"/>
                          </a:solidFill>
                          <a:effectLst/>
                          <a:latin typeface="宋体" pitchFamily="2" charset="-122"/>
                          <a:ea typeface="黑体" pitchFamily="2" charset="-122"/>
                        </a:rPr>
                        <a:t>则</a:t>
                      </a:r>
                      <a:r>
                        <a:rPr kumimoji="0" lang="zh-CN" altLang="en-US" sz="2000" b="0" i="0" u="none" strike="noStrike" cap="none" normalizeH="0" baseline="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0"/>
                  </a:ext>
                </a:extLst>
              </a:tr>
              <a:tr h="30953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D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TL</a:t>
                      </a:r>
                      <a:endParaRPr kumimoji="0" lang="en-US" altLang="zh-CN" sz="2000" b="0" i="0" u="none" strike="noStrike" cap="none" normalizeH="0" baseline="0" dirty="0">
                        <a:ln>
                          <a:noFill/>
                        </a:ln>
                        <a:solidFill>
                          <a:schemeClr val="tx1"/>
                        </a:solidFill>
                        <a:effectLst/>
                        <a:latin typeface="Times New Roman" pitchFamily="18" charset="0"/>
                        <a:ea typeface="黑体" pitchFamily="2" charset="-122"/>
                      </a:endParaRP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type</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1"/>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int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integer</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2"/>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real</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real</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3"/>
                  </a:ext>
                </a:extLst>
              </a:tr>
              <a:tr h="6417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id</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addtype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id.</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entry</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L</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rgbClr val="FF0000"/>
                          </a:solidFill>
                          <a:effectLst/>
                          <a:latin typeface="Times New Roman" pitchFamily="18" charset="0"/>
                          <a:ea typeface="黑体" pitchFamily="2" charset="-122"/>
                        </a:rPr>
                        <a:t> </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id</a:t>
                      </a:r>
                      <a:r>
                        <a:rPr kumimoji="0" lang="en-US" altLang="zh-CN" sz="2000" b="0" i="0" u="none" strike="noStrike" cap="none" normalizeH="0" baseline="0" dirty="0">
                          <a:ln>
                            <a:noFill/>
                          </a:ln>
                          <a:solidFill>
                            <a:srgbClr val="FF0000"/>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rgbClr val="FF0000"/>
                          </a:solidFill>
                          <a:effectLst/>
                          <a:latin typeface="Times New Roman" pitchFamily="18" charset="0"/>
                          <a:ea typeface="黑体" pitchFamily="2" charset="-122"/>
                        </a:rPr>
                        <a:t>addtype</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 (</a:t>
                      </a:r>
                      <a:r>
                        <a:rPr kumimoji="0" lang="en-US" altLang="zh-CN" sz="2000" b="1" i="0" u="none" strike="noStrike" cap="none" normalizeH="0" baseline="0" dirty="0" err="1">
                          <a:ln>
                            <a:noFill/>
                          </a:ln>
                          <a:solidFill>
                            <a:srgbClr val="FF0000"/>
                          </a:solidFill>
                          <a:effectLst/>
                          <a:latin typeface="Times New Roman" pitchFamily="18" charset="0"/>
                          <a:ea typeface="黑体" pitchFamily="2" charset="-122"/>
                        </a:rPr>
                        <a:t>id.</a:t>
                      </a:r>
                      <a:r>
                        <a:rPr kumimoji="0" lang="en-US" altLang="zh-CN" sz="2000" b="1" i="1" u="none" strike="noStrike" cap="none" normalizeH="0" baseline="0" dirty="0" err="1">
                          <a:ln>
                            <a:noFill/>
                          </a:ln>
                          <a:solidFill>
                            <a:srgbClr val="FF0000"/>
                          </a:solidFill>
                          <a:effectLst/>
                          <a:latin typeface="Times New Roman" pitchFamily="18" charset="0"/>
                          <a:ea typeface="黑体" pitchFamily="2" charset="-122"/>
                        </a:rPr>
                        <a:t>entry</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 </a:t>
                      </a: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L</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a:t>
                      </a:r>
                      <a:r>
                        <a:rPr kumimoji="0" lang="en-US" altLang="zh-CN" sz="2000" b="1" i="1" u="none" strike="noStrike" cap="none" normalizeH="0" baseline="0" dirty="0">
                          <a:ln>
                            <a:noFill/>
                          </a:ln>
                          <a:solidFill>
                            <a:srgbClr val="FF0000"/>
                          </a:solidFill>
                          <a:effectLst/>
                          <a:latin typeface="Times New Roman" pitchFamily="18" charset="0"/>
                          <a:ea typeface="黑体" pitchFamily="2" charset="-122"/>
                        </a:rPr>
                        <a:t>in</a:t>
                      </a:r>
                      <a:r>
                        <a:rPr kumimoji="0" lang="en-US" altLang="zh-CN" sz="2000" b="1" i="0" u="none" strike="noStrike" cap="none" normalizeH="0" baseline="0" dirty="0">
                          <a:ln>
                            <a:noFill/>
                          </a:ln>
                          <a:solidFill>
                            <a:srgbClr val="FF0000"/>
                          </a:solidFill>
                          <a:effectLst/>
                          <a:latin typeface="Times New Roman" pitchFamily="18" charset="0"/>
                          <a:ea typeface="黑体" pitchFamily="2" charset="-122"/>
                        </a:rPr>
                        <a:t> )</a:t>
                      </a:r>
                      <a:r>
                        <a:rPr kumimoji="0" lang="en-US" altLang="zh-CN" sz="2000" b="0" i="0" u="none" strike="noStrike" cap="none" normalizeH="0" baseline="0" dirty="0">
                          <a:ln>
                            <a:noFill/>
                          </a:ln>
                          <a:solidFill>
                            <a:srgbClr val="FF0000"/>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5"/>
                  </a:ext>
                </a:extLst>
              </a:tr>
            </a:tbl>
          </a:graphicData>
        </a:graphic>
      </p:graphicFrame>
      <p:grpSp>
        <p:nvGrpSpPr>
          <p:cNvPr id="2" name="组合 1">
            <a:extLst>
              <a:ext uri="{FF2B5EF4-FFF2-40B4-BE49-F238E27FC236}">
                <a16:creationId xmlns:a16="http://schemas.microsoft.com/office/drawing/2014/main" id="{0864E6E0-F135-4D77-9904-FE28018CED4E}"/>
              </a:ext>
            </a:extLst>
          </p:cNvPr>
          <p:cNvGrpSpPr/>
          <p:nvPr/>
        </p:nvGrpSpPr>
        <p:grpSpPr>
          <a:xfrm>
            <a:off x="4040463" y="1257300"/>
            <a:ext cx="5375866" cy="5496136"/>
            <a:chOff x="4040463" y="1257300"/>
            <a:chExt cx="5375866" cy="5496136"/>
          </a:xfrm>
        </p:grpSpPr>
        <p:sp>
          <p:nvSpPr>
            <p:cNvPr id="37896" name="Rectangle 5">
              <a:extLst>
                <a:ext uri="{FF2B5EF4-FFF2-40B4-BE49-F238E27FC236}">
                  <a16:creationId xmlns:a16="http://schemas.microsoft.com/office/drawing/2014/main" id="{A9DCFC6E-963E-417E-B201-8DE50A583033}"/>
                </a:ext>
              </a:extLst>
            </p:cNvPr>
            <p:cNvSpPr>
              <a:spLocks noChangeArrowheads="1"/>
            </p:cNvSpPr>
            <p:nvPr/>
          </p:nvSpPr>
          <p:spPr bwMode="auto">
            <a:xfrm>
              <a:off x="5737374" y="1257300"/>
              <a:ext cx="3905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D</a:t>
              </a:r>
            </a:p>
          </p:txBody>
        </p:sp>
        <p:sp>
          <p:nvSpPr>
            <p:cNvPr id="37897" name="Rectangle 6">
              <a:extLst>
                <a:ext uri="{FF2B5EF4-FFF2-40B4-BE49-F238E27FC236}">
                  <a16:creationId xmlns:a16="http://schemas.microsoft.com/office/drawing/2014/main" id="{7A75101F-D4C3-489D-BB57-A48B4B59F52C}"/>
                </a:ext>
              </a:extLst>
            </p:cNvPr>
            <p:cNvSpPr>
              <a:spLocks noChangeArrowheads="1"/>
            </p:cNvSpPr>
            <p:nvPr/>
          </p:nvSpPr>
          <p:spPr bwMode="auto">
            <a:xfrm>
              <a:off x="4269472" y="3071305"/>
              <a:ext cx="1438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    int</a:t>
              </a:r>
            </a:p>
          </p:txBody>
        </p:sp>
        <p:sp>
          <p:nvSpPr>
            <p:cNvPr id="37898" name="Rectangle 7">
              <a:extLst>
                <a:ext uri="{FF2B5EF4-FFF2-40B4-BE49-F238E27FC236}">
                  <a16:creationId xmlns:a16="http://schemas.microsoft.com/office/drawing/2014/main" id="{E386BB47-BF99-45B7-8263-2AE8332983C6}"/>
                </a:ext>
              </a:extLst>
            </p:cNvPr>
            <p:cNvSpPr>
              <a:spLocks noChangeArrowheads="1"/>
            </p:cNvSpPr>
            <p:nvPr/>
          </p:nvSpPr>
          <p:spPr bwMode="auto">
            <a:xfrm>
              <a:off x="4753994" y="2215847"/>
              <a:ext cx="58578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T</a:t>
              </a:r>
            </a:p>
          </p:txBody>
        </p:sp>
        <p:sp>
          <p:nvSpPr>
            <p:cNvPr id="37899" name="Line 8">
              <a:extLst>
                <a:ext uri="{FF2B5EF4-FFF2-40B4-BE49-F238E27FC236}">
                  <a16:creationId xmlns:a16="http://schemas.microsoft.com/office/drawing/2014/main" id="{3E566DD5-5A17-4A6D-84AF-FC3BFD17627F}"/>
                </a:ext>
              </a:extLst>
            </p:cNvPr>
            <p:cNvSpPr>
              <a:spLocks noChangeShapeType="1"/>
            </p:cNvSpPr>
            <p:nvPr/>
          </p:nvSpPr>
          <p:spPr bwMode="auto">
            <a:xfrm flipH="1">
              <a:off x="4937510" y="1634259"/>
              <a:ext cx="776850" cy="627508"/>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0" name="Rectangle 9">
              <a:extLst>
                <a:ext uri="{FF2B5EF4-FFF2-40B4-BE49-F238E27FC236}">
                  <a16:creationId xmlns:a16="http://schemas.microsoft.com/office/drawing/2014/main" id="{BDED5F71-6535-40E5-ABE7-9AF027EEC51A}"/>
                </a:ext>
              </a:extLst>
            </p:cNvPr>
            <p:cNvSpPr>
              <a:spLocks noChangeArrowheads="1"/>
            </p:cNvSpPr>
            <p:nvPr/>
          </p:nvSpPr>
          <p:spPr bwMode="auto">
            <a:xfrm>
              <a:off x="6665793" y="3152372"/>
              <a:ext cx="42257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sp>
          <p:nvSpPr>
            <p:cNvPr id="37901" name="Line 10">
              <a:extLst>
                <a:ext uri="{FF2B5EF4-FFF2-40B4-BE49-F238E27FC236}">
                  <a16:creationId xmlns:a16="http://schemas.microsoft.com/office/drawing/2014/main" id="{3E5A7A81-9EED-44FD-ACFB-62B5DBA6251D}"/>
                </a:ext>
              </a:extLst>
            </p:cNvPr>
            <p:cNvSpPr>
              <a:spLocks noChangeShapeType="1"/>
            </p:cNvSpPr>
            <p:nvPr/>
          </p:nvSpPr>
          <p:spPr bwMode="auto">
            <a:xfrm>
              <a:off x="4858121" y="2678209"/>
              <a:ext cx="0" cy="465137"/>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2" name="Line 11">
              <a:extLst>
                <a:ext uri="{FF2B5EF4-FFF2-40B4-BE49-F238E27FC236}">
                  <a16:creationId xmlns:a16="http://schemas.microsoft.com/office/drawing/2014/main" id="{1FE84377-5327-4AC3-AB5C-6ED1CE62066F}"/>
                </a:ext>
              </a:extLst>
            </p:cNvPr>
            <p:cNvSpPr>
              <a:spLocks noChangeShapeType="1"/>
            </p:cNvSpPr>
            <p:nvPr/>
          </p:nvSpPr>
          <p:spPr bwMode="auto">
            <a:xfrm>
              <a:off x="6918623" y="2897310"/>
              <a:ext cx="951971" cy="659141"/>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3" name="Line 12">
              <a:extLst>
                <a:ext uri="{FF2B5EF4-FFF2-40B4-BE49-F238E27FC236}">
                  <a16:creationId xmlns:a16="http://schemas.microsoft.com/office/drawing/2014/main" id="{EA78DE3E-7F96-465B-95C0-DFBFB2A028D5}"/>
                </a:ext>
              </a:extLst>
            </p:cNvPr>
            <p:cNvSpPr>
              <a:spLocks noChangeShapeType="1"/>
            </p:cNvSpPr>
            <p:nvPr/>
          </p:nvSpPr>
          <p:spPr bwMode="auto">
            <a:xfrm flipH="1">
              <a:off x="5722703" y="2873316"/>
              <a:ext cx="769729" cy="727201"/>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4" name="Rectangle 13">
              <a:extLst>
                <a:ext uri="{FF2B5EF4-FFF2-40B4-BE49-F238E27FC236}">
                  <a16:creationId xmlns:a16="http://schemas.microsoft.com/office/drawing/2014/main" id="{435EECA6-20F7-4D8B-BBF8-6E1A96A03B55}"/>
                </a:ext>
              </a:extLst>
            </p:cNvPr>
            <p:cNvSpPr>
              <a:spLocks noChangeArrowheads="1"/>
            </p:cNvSpPr>
            <p:nvPr/>
          </p:nvSpPr>
          <p:spPr bwMode="auto">
            <a:xfrm>
              <a:off x="7755446" y="3514929"/>
              <a:ext cx="90011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3</a:t>
              </a:r>
            </a:p>
          </p:txBody>
        </p:sp>
        <p:sp>
          <p:nvSpPr>
            <p:cNvPr id="37905" name="Rectangle 14">
              <a:extLst>
                <a:ext uri="{FF2B5EF4-FFF2-40B4-BE49-F238E27FC236}">
                  <a16:creationId xmlns:a16="http://schemas.microsoft.com/office/drawing/2014/main" id="{70C81298-8671-4968-AE81-19DDA3F06005}"/>
                </a:ext>
              </a:extLst>
            </p:cNvPr>
            <p:cNvSpPr>
              <a:spLocks noChangeArrowheads="1"/>
            </p:cNvSpPr>
            <p:nvPr/>
          </p:nvSpPr>
          <p:spPr bwMode="auto">
            <a:xfrm>
              <a:off x="6556373" y="2244304"/>
              <a:ext cx="5349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06" name="Line 15">
              <a:extLst>
                <a:ext uri="{FF2B5EF4-FFF2-40B4-BE49-F238E27FC236}">
                  <a16:creationId xmlns:a16="http://schemas.microsoft.com/office/drawing/2014/main" id="{4395E17E-9641-41D1-9A76-2EBCABABC03A}"/>
                </a:ext>
              </a:extLst>
            </p:cNvPr>
            <p:cNvSpPr>
              <a:spLocks noChangeShapeType="1"/>
            </p:cNvSpPr>
            <p:nvPr/>
          </p:nvSpPr>
          <p:spPr bwMode="auto">
            <a:xfrm>
              <a:off x="6007472" y="1610624"/>
              <a:ext cx="701246" cy="651143"/>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7" name="Line 16">
              <a:extLst>
                <a:ext uri="{FF2B5EF4-FFF2-40B4-BE49-F238E27FC236}">
                  <a16:creationId xmlns:a16="http://schemas.microsoft.com/office/drawing/2014/main" id="{442205ED-3043-4A4D-B634-4DE007DD2F10}"/>
                </a:ext>
              </a:extLst>
            </p:cNvPr>
            <p:cNvSpPr>
              <a:spLocks noChangeShapeType="1"/>
            </p:cNvSpPr>
            <p:nvPr/>
          </p:nvSpPr>
          <p:spPr bwMode="auto">
            <a:xfrm>
              <a:off x="4671543" y="5682556"/>
              <a:ext cx="0" cy="46355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8" name="Line 17">
              <a:extLst>
                <a:ext uri="{FF2B5EF4-FFF2-40B4-BE49-F238E27FC236}">
                  <a16:creationId xmlns:a16="http://schemas.microsoft.com/office/drawing/2014/main" id="{ECEED859-8991-4CE8-9635-8241B1237252}"/>
                </a:ext>
              </a:extLst>
            </p:cNvPr>
            <p:cNvSpPr>
              <a:spLocks noChangeShapeType="1"/>
            </p:cNvSpPr>
            <p:nvPr/>
          </p:nvSpPr>
          <p:spPr bwMode="auto">
            <a:xfrm>
              <a:off x="5772392" y="4154695"/>
              <a:ext cx="0" cy="43870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09" name="Line 18">
              <a:extLst>
                <a:ext uri="{FF2B5EF4-FFF2-40B4-BE49-F238E27FC236}">
                  <a16:creationId xmlns:a16="http://schemas.microsoft.com/office/drawing/2014/main" id="{2B7906B7-3DCF-4B16-A6A5-2D701F415D82}"/>
                </a:ext>
              </a:extLst>
            </p:cNvPr>
            <p:cNvSpPr>
              <a:spLocks noChangeShapeType="1"/>
            </p:cNvSpPr>
            <p:nvPr/>
          </p:nvSpPr>
          <p:spPr bwMode="auto">
            <a:xfrm>
              <a:off x="6708718" y="2898372"/>
              <a:ext cx="0" cy="46513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0" name="Rectangle 19">
              <a:extLst>
                <a:ext uri="{FF2B5EF4-FFF2-40B4-BE49-F238E27FC236}">
                  <a16:creationId xmlns:a16="http://schemas.microsoft.com/office/drawing/2014/main" id="{189B559F-B2A9-48D0-8185-D541D77CAD95}"/>
                </a:ext>
              </a:extLst>
            </p:cNvPr>
            <p:cNvSpPr>
              <a:spLocks noChangeArrowheads="1"/>
            </p:cNvSpPr>
            <p:nvPr/>
          </p:nvSpPr>
          <p:spPr bwMode="auto">
            <a:xfrm>
              <a:off x="5650733" y="3519427"/>
              <a:ext cx="4619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11" name="Rectangle 20">
              <a:extLst>
                <a:ext uri="{FF2B5EF4-FFF2-40B4-BE49-F238E27FC236}">
                  <a16:creationId xmlns:a16="http://schemas.microsoft.com/office/drawing/2014/main" id="{868619F1-A448-45F3-A29B-5BED9C25BD6E}"/>
                </a:ext>
              </a:extLst>
            </p:cNvPr>
            <p:cNvSpPr>
              <a:spLocks noChangeArrowheads="1"/>
            </p:cNvSpPr>
            <p:nvPr/>
          </p:nvSpPr>
          <p:spPr bwMode="auto">
            <a:xfrm>
              <a:off x="4578348" y="4933469"/>
              <a:ext cx="43497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37912" name="Line 21">
              <a:extLst>
                <a:ext uri="{FF2B5EF4-FFF2-40B4-BE49-F238E27FC236}">
                  <a16:creationId xmlns:a16="http://schemas.microsoft.com/office/drawing/2014/main" id="{0A70A414-71BE-4A26-8AF3-80A440EEB535}"/>
                </a:ext>
              </a:extLst>
            </p:cNvPr>
            <p:cNvSpPr>
              <a:spLocks noChangeShapeType="1"/>
            </p:cNvSpPr>
            <p:nvPr/>
          </p:nvSpPr>
          <p:spPr bwMode="auto">
            <a:xfrm flipH="1">
              <a:off x="4767216" y="4151803"/>
              <a:ext cx="741161" cy="804869"/>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3" name="Line 22">
              <a:extLst>
                <a:ext uri="{FF2B5EF4-FFF2-40B4-BE49-F238E27FC236}">
                  <a16:creationId xmlns:a16="http://schemas.microsoft.com/office/drawing/2014/main" id="{220F3783-573E-4B09-9174-1F3AC682A5E7}"/>
                </a:ext>
              </a:extLst>
            </p:cNvPr>
            <p:cNvSpPr>
              <a:spLocks noChangeShapeType="1"/>
            </p:cNvSpPr>
            <p:nvPr/>
          </p:nvSpPr>
          <p:spPr bwMode="auto">
            <a:xfrm>
              <a:off x="5959001" y="4172669"/>
              <a:ext cx="749716" cy="666613"/>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914" name="Rectangle 23">
              <a:extLst>
                <a:ext uri="{FF2B5EF4-FFF2-40B4-BE49-F238E27FC236}">
                  <a16:creationId xmlns:a16="http://schemas.microsoft.com/office/drawing/2014/main" id="{1B39B15C-F3C3-4124-9640-C841CBC7CCF1}"/>
                </a:ext>
              </a:extLst>
            </p:cNvPr>
            <p:cNvSpPr>
              <a:spLocks noChangeArrowheads="1"/>
            </p:cNvSpPr>
            <p:nvPr/>
          </p:nvSpPr>
          <p:spPr bwMode="auto">
            <a:xfrm>
              <a:off x="6556373" y="4839237"/>
              <a:ext cx="9017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2</a:t>
              </a:r>
            </a:p>
          </p:txBody>
        </p:sp>
        <p:sp>
          <p:nvSpPr>
            <p:cNvPr id="37915" name="Rectangle 24">
              <a:extLst>
                <a:ext uri="{FF2B5EF4-FFF2-40B4-BE49-F238E27FC236}">
                  <a16:creationId xmlns:a16="http://schemas.microsoft.com/office/drawing/2014/main" id="{F5C1CEB8-05AB-40EB-98B5-CD1006AD8581}"/>
                </a:ext>
              </a:extLst>
            </p:cNvPr>
            <p:cNvSpPr>
              <a:spLocks noChangeArrowheads="1"/>
            </p:cNvSpPr>
            <p:nvPr/>
          </p:nvSpPr>
          <p:spPr bwMode="auto">
            <a:xfrm>
              <a:off x="4487721" y="6191442"/>
              <a:ext cx="9017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1</a:t>
              </a:r>
            </a:p>
          </p:txBody>
        </p:sp>
        <p:sp>
          <p:nvSpPr>
            <p:cNvPr id="37916" name="Rectangle 25">
              <a:extLst>
                <a:ext uri="{FF2B5EF4-FFF2-40B4-BE49-F238E27FC236}">
                  <a16:creationId xmlns:a16="http://schemas.microsoft.com/office/drawing/2014/main" id="{F9F8B26C-9A35-4DC2-8BDB-6665D4B1F622}"/>
                </a:ext>
              </a:extLst>
            </p:cNvPr>
            <p:cNvSpPr>
              <a:spLocks noChangeArrowheads="1"/>
            </p:cNvSpPr>
            <p:nvPr/>
          </p:nvSpPr>
          <p:spPr bwMode="auto">
            <a:xfrm>
              <a:off x="5714360" y="4382257"/>
              <a:ext cx="3905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sp>
          <p:nvSpPr>
            <p:cNvPr id="37917" name="Rectangle 26">
              <a:extLst>
                <a:ext uri="{FF2B5EF4-FFF2-40B4-BE49-F238E27FC236}">
                  <a16:creationId xmlns:a16="http://schemas.microsoft.com/office/drawing/2014/main" id="{2AD0FB76-3DE0-4D0B-9649-DEC81838C16B}"/>
                </a:ext>
              </a:extLst>
            </p:cNvPr>
            <p:cNvSpPr>
              <a:spLocks noChangeArrowheads="1"/>
            </p:cNvSpPr>
            <p:nvPr/>
          </p:nvSpPr>
          <p:spPr bwMode="auto">
            <a:xfrm>
              <a:off x="5120894" y="6272424"/>
              <a:ext cx="1071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19" name="Line 28">
              <a:extLst>
                <a:ext uri="{FF2B5EF4-FFF2-40B4-BE49-F238E27FC236}">
                  <a16:creationId xmlns:a16="http://schemas.microsoft.com/office/drawing/2014/main" id="{858B7D5E-6F8B-43BE-A9CE-B5BF4EFC14E1}"/>
                </a:ext>
              </a:extLst>
            </p:cNvPr>
            <p:cNvSpPr>
              <a:spLocks noChangeShapeType="1"/>
            </p:cNvSpPr>
            <p:nvPr/>
          </p:nvSpPr>
          <p:spPr bwMode="auto">
            <a:xfrm flipV="1">
              <a:off x="5406771" y="5394506"/>
              <a:ext cx="1" cy="837898"/>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solidFill>
                  <a:srgbClr val="FF0000"/>
                </a:solidFill>
              </a:endParaRPr>
            </a:p>
          </p:txBody>
        </p:sp>
        <p:sp>
          <p:nvSpPr>
            <p:cNvPr id="37920" name="Rectangle 29">
              <a:extLst>
                <a:ext uri="{FF2B5EF4-FFF2-40B4-BE49-F238E27FC236}">
                  <a16:creationId xmlns:a16="http://schemas.microsoft.com/office/drawing/2014/main" id="{639A22D9-4091-48EC-8C11-0CBCE005CAED}"/>
                </a:ext>
              </a:extLst>
            </p:cNvPr>
            <p:cNvSpPr>
              <a:spLocks noChangeArrowheads="1"/>
            </p:cNvSpPr>
            <p:nvPr/>
          </p:nvSpPr>
          <p:spPr bwMode="auto">
            <a:xfrm>
              <a:off x="7267962" y="4838728"/>
              <a:ext cx="1069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21" name="Rectangle 30">
              <a:extLst>
                <a:ext uri="{FF2B5EF4-FFF2-40B4-BE49-F238E27FC236}">
                  <a16:creationId xmlns:a16="http://schemas.microsoft.com/office/drawing/2014/main" id="{264587FE-0D46-47CC-9775-1E9A813128EA}"/>
                </a:ext>
              </a:extLst>
            </p:cNvPr>
            <p:cNvSpPr>
              <a:spLocks noChangeArrowheads="1"/>
            </p:cNvSpPr>
            <p:nvPr/>
          </p:nvSpPr>
          <p:spPr bwMode="auto">
            <a:xfrm>
              <a:off x="8346354" y="3537475"/>
              <a:ext cx="1069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entry</a:t>
              </a:r>
            </a:p>
          </p:txBody>
        </p:sp>
        <p:sp>
          <p:nvSpPr>
            <p:cNvPr id="37922" name="Rectangle 31">
              <a:extLst>
                <a:ext uri="{FF2B5EF4-FFF2-40B4-BE49-F238E27FC236}">
                  <a16:creationId xmlns:a16="http://schemas.microsoft.com/office/drawing/2014/main" id="{0D6239C2-D4B0-4FD5-BE26-71BD66C6935A}"/>
                </a:ext>
              </a:extLst>
            </p:cNvPr>
            <p:cNvSpPr>
              <a:spLocks noChangeArrowheads="1"/>
            </p:cNvSpPr>
            <p:nvPr/>
          </p:nvSpPr>
          <p:spPr bwMode="auto">
            <a:xfrm>
              <a:off x="4040463" y="4950258"/>
              <a:ext cx="6794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3" name="Rectangle 32">
              <a:extLst>
                <a:ext uri="{FF2B5EF4-FFF2-40B4-BE49-F238E27FC236}">
                  <a16:creationId xmlns:a16="http://schemas.microsoft.com/office/drawing/2014/main" id="{F9D89C9D-AC38-48AC-9C09-F6CA252B1F15}"/>
                </a:ext>
              </a:extLst>
            </p:cNvPr>
            <p:cNvSpPr>
              <a:spLocks noChangeArrowheads="1"/>
            </p:cNvSpPr>
            <p:nvPr/>
          </p:nvSpPr>
          <p:spPr bwMode="auto">
            <a:xfrm>
              <a:off x="5959001" y="3485418"/>
              <a:ext cx="136356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2800" b="1" dirty="0">
                <a:solidFill>
                  <a:schemeClr val="accent1"/>
                </a:solidFill>
                <a:ea typeface="宋体" panose="02010600030101010101" pitchFamily="2" charset="-122"/>
              </a:endParaRPr>
            </a:p>
          </p:txBody>
        </p:sp>
        <p:sp>
          <p:nvSpPr>
            <p:cNvPr id="37924" name="Rectangle 33">
              <a:extLst>
                <a:ext uri="{FF2B5EF4-FFF2-40B4-BE49-F238E27FC236}">
                  <a16:creationId xmlns:a16="http://schemas.microsoft.com/office/drawing/2014/main" id="{C5CB3C2B-DF6D-4797-A0A8-E40A45632ACE}"/>
                </a:ext>
              </a:extLst>
            </p:cNvPr>
            <p:cNvSpPr>
              <a:spLocks noChangeArrowheads="1"/>
            </p:cNvSpPr>
            <p:nvPr/>
          </p:nvSpPr>
          <p:spPr bwMode="auto">
            <a:xfrm>
              <a:off x="5127033" y="3517412"/>
              <a:ext cx="679450"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5" name="Rectangle 34">
              <a:extLst>
                <a:ext uri="{FF2B5EF4-FFF2-40B4-BE49-F238E27FC236}">
                  <a16:creationId xmlns:a16="http://schemas.microsoft.com/office/drawing/2014/main" id="{F876487C-CBC6-49B1-8DBA-37B1B2E5DD40}"/>
                </a:ext>
              </a:extLst>
            </p:cNvPr>
            <p:cNvSpPr>
              <a:spLocks noChangeArrowheads="1"/>
            </p:cNvSpPr>
            <p:nvPr/>
          </p:nvSpPr>
          <p:spPr bwMode="auto">
            <a:xfrm>
              <a:off x="6835617" y="2211395"/>
              <a:ext cx="1546181"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3600" b="1" i="1" dirty="0">
                <a:solidFill>
                  <a:schemeClr val="accent1"/>
                </a:solidFill>
                <a:ea typeface="宋体" panose="02010600030101010101" pitchFamily="2" charset="-122"/>
              </a:endParaRPr>
            </a:p>
          </p:txBody>
        </p:sp>
        <p:sp>
          <p:nvSpPr>
            <p:cNvPr id="37926" name="Rectangle 35">
              <a:extLst>
                <a:ext uri="{FF2B5EF4-FFF2-40B4-BE49-F238E27FC236}">
                  <a16:creationId xmlns:a16="http://schemas.microsoft.com/office/drawing/2014/main" id="{F32F70CC-FC7C-442A-8769-B299AB62E7F5}"/>
                </a:ext>
              </a:extLst>
            </p:cNvPr>
            <p:cNvSpPr>
              <a:spLocks noChangeArrowheads="1"/>
            </p:cNvSpPr>
            <p:nvPr/>
          </p:nvSpPr>
          <p:spPr bwMode="auto">
            <a:xfrm>
              <a:off x="6186219" y="2216428"/>
              <a:ext cx="901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in</a:t>
              </a:r>
              <a:endParaRPr lang="en-US" altLang="zh-CN" sz="2400" b="1" dirty="0">
                <a:solidFill>
                  <a:schemeClr val="accent1"/>
                </a:solidFill>
                <a:ea typeface="宋体" panose="02010600030101010101" pitchFamily="2" charset="-122"/>
              </a:endParaRPr>
            </a:p>
          </p:txBody>
        </p:sp>
        <p:sp>
          <p:nvSpPr>
            <p:cNvPr id="37927" name="Rectangle 36">
              <a:extLst>
                <a:ext uri="{FF2B5EF4-FFF2-40B4-BE49-F238E27FC236}">
                  <a16:creationId xmlns:a16="http://schemas.microsoft.com/office/drawing/2014/main" id="{AD92A7C6-B2BA-4D70-A26F-254C78989698}"/>
                </a:ext>
              </a:extLst>
            </p:cNvPr>
            <p:cNvSpPr>
              <a:spLocks noChangeArrowheads="1"/>
            </p:cNvSpPr>
            <p:nvPr/>
          </p:nvSpPr>
          <p:spPr bwMode="auto">
            <a:xfrm>
              <a:off x="5062446" y="2196584"/>
              <a:ext cx="97313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type</a:t>
              </a:r>
            </a:p>
          </p:txBody>
        </p:sp>
        <p:sp>
          <p:nvSpPr>
            <p:cNvPr id="37928" name="Line 37">
              <a:extLst>
                <a:ext uri="{FF2B5EF4-FFF2-40B4-BE49-F238E27FC236}">
                  <a16:creationId xmlns:a16="http://schemas.microsoft.com/office/drawing/2014/main" id="{B8270524-E7D0-437F-92C3-478F52C9FFF5}"/>
                </a:ext>
              </a:extLst>
            </p:cNvPr>
            <p:cNvSpPr>
              <a:spLocks noChangeShapeType="1"/>
            </p:cNvSpPr>
            <p:nvPr/>
          </p:nvSpPr>
          <p:spPr bwMode="auto">
            <a:xfrm flipH="1">
              <a:off x="5314973" y="2664871"/>
              <a:ext cx="924927" cy="868396"/>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37929" name="Line 38">
              <a:extLst>
                <a:ext uri="{FF2B5EF4-FFF2-40B4-BE49-F238E27FC236}">
                  <a16:creationId xmlns:a16="http://schemas.microsoft.com/office/drawing/2014/main" id="{D0A302FA-FD8B-464C-B137-C801C2A41BE7}"/>
                </a:ext>
              </a:extLst>
            </p:cNvPr>
            <p:cNvSpPr>
              <a:spLocks noChangeShapeType="1"/>
            </p:cNvSpPr>
            <p:nvPr/>
          </p:nvSpPr>
          <p:spPr bwMode="auto">
            <a:xfrm flipH="1">
              <a:off x="4189907" y="3907854"/>
              <a:ext cx="962764" cy="1048818"/>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37930" name="Line 39">
              <a:extLst>
                <a:ext uri="{FF2B5EF4-FFF2-40B4-BE49-F238E27FC236}">
                  <a16:creationId xmlns:a16="http://schemas.microsoft.com/office/drawing/2014/main" id="{0F941DDB-9AC2-4041-842D-AE91E72D9504}"/>
                </a:ext>
              </a:extLst>
            </p:cNvPr>
            <p:cNvSpPr>
              <a:spLocks noChangeShapeType="1"/>
            </p:cNvSpPr>
            <p:nvPr/>
          </p:nvSpPr>
          <p:spPr bwMode="auto">
            <a:xfrm flipH="1" flipV="1">
              <a:off x="7430395" y="2709061"/>
              <a:ext cx="1290916" cy="865585"/>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37931" name="Line 40">
              <a:extLst>
                <a:ext uri="{FF2B5EF4-FFF2-40B4-BE49-F238E27FC236}">
                  <a16:creationId xmlns:a16="http://schemas.microsoft.com/office/drawing/2014/main" id="{DB6794AB-57FA-40FA-AE5B-5822895CA5D6}"/>
                </a:ext>
              </a:extLst>
            </p:cNvPr>
            <p:cNvSpPr>
              <a:spLocks noChangeShapeType="1"/>
            </p:cNvSpPr>
            <p:nvPr/>
          </p:nvSpPr>
          <p:spPr bwMode="auto">
            <a:xfrm flipH="1" flipV="1">
              <a:off x="6548060" y="3990907"/>
              <a:ext cx="1029799" cy="830134"/>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37932" name="Freeform 41">
              <a:extLst>
                <a:ext uri="{FF2B5EF4-FFF2-40B4-BE49-F238E27FC236}">
                  <a16:creationId xmlns:a16="http://schemas.microsoft.com/office/drawing/2014/main" id="{144C518F-B828-47AD-85BC-36E970162D5C}"/>
                </a:ext>
              </a:extLst>
            </p:cNvPr>
            <p:cNvSpPr>
              <a:spLocks/>
            </p:cNvSpPr>
            <p:nvPr/>
          </p:nvSpPr>
          <p:spPr bwMode="auto">
            <a:xfrm>
              <a:off x="5342308" y="1863724"/>
              <a:ext cx="991832" cy="425450"/>
            </a:xfrm>
            <a:custGeom>
              <a:avLst/>
              <a:gdLst>
                <a:gd name="T0" fmla="*/ 0 w 1860"/>
                <a:gd name="T1" fmla="*/ 101 h 315"/>
                <a:gd name="T2" fmla="*/ 427 w 1860"/>
                <a:gd name="T3" fmla="*/ 38 h 315"/>
                <a:gd name="T4" fmla="*/ 1140 w 1860"/>
                <a:gd name="T5" fmla="*/ 0 h 315"/>
                <a:gd name="T6" fmla="*/ 1795 w 1860"/>
                <a:gd name="T7" fmla="*/ 39 h 315"/>
                <a:gd name="T8" fmla="*/ 2206 w 1860"/>
                <a:gd name="T9" fmla="*/ 92 h 315"/>
                <a:gd name="T10" fmla="*/ 0 60000 65536"/>
                <a:gd name="T11" fmla="*/ 0 60000 65536"/>
                <a:gd name="T12" fmla="*/ 0 60000 65536"/>
                <a:gd name="T13" fmla="*/ 0 60000 65536"/>
                <a:gd name="T14" fmla="*/ 0 60000 65536"/>
                <a:gd name="T15" fmla="*/ 0 w 1860"/>
                <a:gd name="T16" fmla="*/ 0 h 315"/>
                <a:gd name="T17" fmla="*/ 1860 w 1860"/>
                <a:gd name="T18" fmla="*/ 315 h 315"/>
              </a:gdLst>
              <a:ahLst/>
              <a:cxnLst>
                <a:cxn ang="T10">
                  <a:pos x="T0" y="T1"/>
                </a:cxn>
                <a:cxn ang="T11">
                  <a:pos x="T2" y="T3"/>
                </a:cxn>
                <a:cxn ang="T12">
                  <a:pos x="T4" y="T5"/>
                </a:cxn>
                <a:cxn ang="T13">
                  <a:pos x="T6" y="T7"/>
                </a:cxn>
                <a:cxn ang="T14">
                  <a:pos x="T8" y="T9"/>
                </a:cxn>
              </a:cxnLst>
              <a:rect l="T15" t="T16" r="T17" b="T18"/>
              <a:pathLst>
                <a:path w="1860" h="315">
                  <a:moveTo>
                    <a:pt x="0" y="315"/>
                  </a:moveTo>
                  <a:cubicBezTo>
                    <a:pt x="60" y="282"/>
                    <a:pt x="200" y="171"/>
                    <a:pt x="360" y="119"/>
                  </a:cubicBezTo>
                  <a:cubicBezTo>
                    <a:pt x="520" y="67"/>
                    <a:pt x="768" y="0"/>
                    <a:pt x="960" y="0"/>
                  </a:cubicBezTo>
                  <a:cubicBezTo>
                    <a:pt x="1152" y="0"/>
                    <a:pt x="1365" y="73"/>
                    <a:pt x="1515" y="120"/>
                  </a:cubicBezTo>
                  <a:cubicBezTo>
                    <a:pt x="1665" y="167"/>
                    <a:pt x="1788" y="251"/>
                    <a:pt x="1860" y="285"/>
                  </a:cubicBezTo>
                </a:path>
              </a:pathLst>
            </a:custGeom>
            <a:noFill/>
            <a:ln w="25400">
              <a:solidFill>
                <a:schemeClr val="accent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accent1"/>
                </a:solidFill>
              </a:endParaRPr>
            </a:p>
          </p:txBody>
        </p:sp>
        <p:sp>
          <p:nvSpPr>
            <p:cNvPr id="37933" name="Freeform 42">
              <a:extLst>
                <a:ext uri="{FF2B5EF4-FFF2-40B4-BE49-F238E27FC236}">
                  <a16:creationId xmlns:a16="http://schemas.microsoft.com/office/drawing/2014/main" id="{FDBC316D-3B1B-4839-9878-0603B7A6149E}"/>
                </a:ext>
              </a:extLst>
            </p:cNvPr>
            <p:cNvSpPr>
              <a:spLocks/>
            </p:cNvSpPr>
            <p:nvPr/>
          </p:nvSpPr>
          <p:spPr bwMode="auto">
            <a:xfrm>
              <a:off x="4181784" y="5319740"/>
              <a:ext cx="1001015" cy="226288"/>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rgbClr val="FF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FF0000"/>
                </a:solidFill>
              </a:endParaRPr>
            </a:p>
          </p:txBody>
        </p:sp>
        <p:sp>
          <p:nvSpPr>
            <p:cNvPr id="37934" name="Freeform 43">
              <a:extLst>
                <a:ext uri="{FF2B5EF4-FFF2-40B4-BE49-F238E27FC236}">
                  <a16:creationId xmlns:a16="http://schemas.microsoft.com/office/drawing/2014/main" id="{0E8ED5E5-391B-497F-8AF6-0FBAFD1CACEA}"/>
                </a:ext>
              </a:extLst>
            </p:cNvPr>
            <p:cNvSpPr>
              <a:spLocks/>
            </p:cNvSpPr>
            <p:nvPr/>
          </p:nvSpPr>
          <p:spPr bwMode="auto">
            <a:xfrm>
              <a:off x="5293773" y="3889062"/>
              <a:ext cx="924927" cy="184746"/>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chemeClr val="accent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7935" name="Freeform 44">
              <a:extLst>
                <a:ext uri="{FF2B5EF4-FFF2-40B4-BE49-F238E27FC236}">
                  <a16:creationId xmlns:a16="http://schemas.microsoft.com/office/drawing/2014/main" id="{D8247038-DC86-4098-B8B5-847618EF3BBA}"/>
                </a:ext>
              </a:extLst>
            </p:cNvPr>
            <p:cNvSpPr>
              <a:spLocks/>
            </p:cNvSpPr>
            <p:nvPr/>
          </p:nvSpPr>
          <p:spPr bwMode="auto">
            <a:xfrm>
              <a:off x="6250494" y="2612634"/>
              <a:ext cx="975585" cy="183582"/>
            </a:xfrm>
            <a:custGeom>
              <a:avLst/>
              <a:gdLst>
                <a:gd name="T0" fmla="*/ 0 w 736"/>
                <a:gd name="T1" fmla="*/ 0 h 167"/>
                <a:gd name="T2" fmla="*/ 413 w 736"/>
                <a:gd name="T3" fmla="*/ 53 h 167"/>
                <a:gd name="T4" fmla="*/ 879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chemeClr val="accent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50" name="Rectangle 32">
              <a:extLst>
                <a:ext uri="{FF2B5EF4-FFF2-40B4-BE49-F238E27FC236}">
                  <a16:creationId xmlns:a16="http://schemas.microsoft.com/office/drawing/2014/main" id="{CAD65E12-EE3C-475B-9A7A-5EA6A91A394E}"/>
                </a:ext>
              </a:extLst>
            </p:cNvPr>
            <p:cNvSpPr>
              <a:spLocks noChangeArrowheads="1"/>
            </p:cNvSpPr>
            <p:nvPr/>
          </p:nvSpPr>
          <p:spPr bwMode="auto">
            <a:xfrm>
              <a:off x="4928716" y="4932444"/>
              <a:ext cx="136356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400" b="1" i="1" dirty="0">
                  <a:solidFill>
                    <a:schemeClr val="accent1"/>
                  </a:solidFill>
                  <a:ea typeface="宋体" panose="02010600030101010101" pitchFamily="2" charset="-122"/>
                </a:rPr>
                <a:t>dummy</a:t>
              </a:r>
              <a:endParaRPr lang="en-US" altLang="zh-CN" sz="2800" b="1" dirty="0">
                <a:solidFill>
                  <a:schemeClr val="accent1"/>
                </a:solidFill>
                <a:ea typeface="宋体" panose="02010600030101010101" pitchFamily="2" charset="-122"/>
              </a:endParaRPr>
            </a:p>
          </p:txBody>
        </p:sp>
        <p:sp>
          <p:nvSpPr>
            <p:cNvPr id="52" name="Line 39">
              <a:extLst>
                <a:ext uri="{FF2B5EF4-FFF2-40B4-BE49-F238E27FC236}">
                  <a16:creationId xmlns:a16="http://schemas.microsoft.com/office/drawing/2014/main" id="{C6339EFF-3803-4101-BA18-15D9E1F45A67}"/>
                </a:ext>
              </a:extLst>
            </p:cNvPr>
            <p:cNvSpPr>
              <a:spLocks noChangeShapeType="1"/>
            </p:cNvSpPr>
            <p:nvPr/>
          </p:nvSpPr>
          <p:spPr bwMode="auto">
            <a:xfrm flipH="1" flipV="1">
              <a:off x="5244198" y="2626407"/>
              <a:ext cx="0" cy="454538"/>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grpSp>
      <p:sp>
        <p:nvSpPr>
          <p:cNvPr id="3" name="日期占位符 2">
            <a:extLst>
              <a:ext uri="{FF2B5EF4-FFF2-40B4-BE49-F238E27FC236}">
                <a16:creationId xmlns:a16="http://schemas.microsoft.com/office/drawing/2014/main" id="{6C7D0941-E2E3-4D97-6A2C-1885E2579B50}"/>
              </a:ext>
            </a:extLst>
          </p:cNvPr>
          <p:cNvSpPr>
            <a:spLocks noGrp="1"/>
          </p:cNvSpPr>
          <p:nvPr>
            <p:ph type="dt" sz="half" idx="10"/>
          </p:nvPr>
        </p:nvSpPr>
        <p:spPr/>
        <p:txBody>
          <a:bodyPr/>
          <a:lstStyle/>
          <a:p>
            <a:fld id="{8DD5B113-4126-4A5A-BAB4-385E8F9F684C}" type="datetime2">
              <a:rPr lang="zh-CN" altLang="en-US" smtClean="0"/>
              <a:t>2024年6月6日</a:t>
            </a:fld>
            <a:endParaRPr lang="zh-CN" altLang="en-US" dirty="0"/>
          </a:p>
        </p:txBody>
      </p:sp>
      <p:sp>
        <p:nvSpPr>
          <p:cNvPr id="4" name="页脚占位符 3">
            <a:extLst>
              <a:ext uri="{FF2B5EF4-FFF2-40B4-BE49-F238E27FC236}">
                <a16:creationId xmlns:a16="http://schemas.microsoft.com/office/drawing/2014/main" id="{C7583D4E-F8E6-CE66-C161-7DD39B5BB60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5" name="灯片编号占位符 4">
            <a:extLst>
              <a:ext uri="{FF2B5EF4-FFF2-40B4-BE49-F238E27FC236}">
                <a16:creationId xmlns:a16="http://schemas.microsoft.com/office/drawing/2014/main" id="{1123C82D-6CF1-5F67-27BB-DB6D36227D66}"/>
              </a:ext>
            </a:extLst>
          </p:cNvPr>
          <p:cNvSpPr>
            <a:spLocks noGrp="1"/>
          </p:cNvSpPr>
          <p:nvPr>
            <p:ph type="sldNum" sz="quarter" idx="12"/>
          </p:nvPr>
        </p:nvSpPr>
        <p:spPr/>
        <p:txBody>
          <a:bodyPr/>
          <a:lstStyle/>
          <a:p>
            <a:fld id="{094DEB03-EFC6-4C20-8FC8-295189A5386F}" type="slidenum">
              <a:rPr lang="zh-CN" altLang="en-US" smtClean="0"/>
              <a:pPr/>
              <a:t>25</a:t>
            </a:fld>
            <a:endParaRPr lang="zh-CN" altLang="en-US"/>
          </a:p>
        </p:txBody>
      </p:sp>
      <p:sp>
        <p:nvSpPr>
          <p:cNvPr id="6" name="文本框 5">
            <a:extLst>
              <a:ext uri="{FF2B5EF4-FFF2-40B4-BE49-F238E27FC236}">
                <a16:creationId xmlns:a16="http://schemas.microsoft.com/office/drawing/2014/main" id="{D8055E75-F63D-673B-8F8D-B455CB35707C}"/>
              </a:ext>
            </a:extLst>
          </p:cNvPr>
          <p:cNvSpPr txBox="1"/>
          <p:nvPr/>
        </p:nvSpPr>
        <p:spPr>
          <a:xfrm>
            <a:off x="426112" y="5244254"/>
            <a:ext cx="3416320" cy="1384995"/>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none" rtlCol="0">
            <a:spAutoFit/>
          </a:bodyPr>
          <a:lstStyle/>
          <a:p>
            <a:r>
              <a:rPr lang="zh-CN" altLang="en-US" sz="2800" dirty="0"/>
              <a:t>分析树中，</a:t>
            </a:r>
            <a:endParaRPr lang="en-US" altLang="zh-CN" sz="2800" dirty="0"/>
          </a:p>
          <a:p>
            <a:r>
              <a:rPr lang="zh-CN" altLang="en-US" sz="2800" dirty="0"/>
              <a:t>左边的是继承属性，</a:t>
            </a:r>
            <a:endParaRPr lang="en-US" altLang="zh-CN" sz="2800" dirty="0"/>
          </a:p>
          <a:p>
            <a:r>
              <a:rPr lang="zh-CN" altLang="en-US" sz="2800" dirty="0"/>
              <a:t>右边的是综合属性</a:t>
            </a:r>
          </a:p>
        </p:txBody>
      </p:sp>
    </p:spTree>
    <p:extLst>
      <p:ext uri="{BB962C8B-B14F-4D97-AF65-F5344CB8AC3E}">
        <p14:creationId xmlns:p14="http://schemas.microsoft.com/office/powerpoint/2010/main" val="32742148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8FD689B5-D317-4F2D-8800-87042F91B43E}"/>
              </a:ext>
            </a:extLst>
          </p:cNvPr>
          <p:cNvSpPr>
            <a:spLocks noGrp="1" noChangeArrowheads="1"/>
          </p:cNvSpPr>
          <p:nvPr>
            <p:ph type="title"/>
          </p:nvPr>
        </p:nvSpPr>
        <p:spPr/>
        <p:txBody>
          <a:bodyPr/>
          <a:lstStyle/>
          <a:p>
            <a:pPr eaLnBrk="1" hangingPunct="1"/>
            <a:r>
              <a:rPr lang="en-US" altLang="zh-CN"/>
              <a:t>4.1.5 </a:t>
            </a:r>
            <a:r>
              <a:rPr lang="zh-CN" altLang="en-US"/>
              <a:t>属性计算次序</a:t>
            </a:r>
          </a:p>
        </p:txBody>
      </p:sp>
      <p:sp>
        <p:nvSpPr>
          <p:cNvPr id="41987" name="Rectangle 3">
            <a:extLst>
              <a:ext uri="{FF2B5EF4-FFF2-40B4-BE49-F238E27FC236}">
                <a16:creationId xmlns:a16="http://schemas.microsoft.com/office/drawing/2014/main" id="{68E016D2-0AF2-4CD1-A2EA-ED8F25359801}"/>
              </a:ext>
            </a:extLst>
          </p:cNvPr>
          <p:cNvSpPr>
            <a:spLocks noGrp="1" noChangeArrowheads="1"/>
          </p:cNvSpPr>
          <p:nvPr>
            <p:ph idx="1"/>
          </p:nvPr>
        </p:nvSpPr>
        <p:spPr/>
        <p:txBody>
          <a:bodyPr/>
          <a:lstStyle/>
          <a:p>
            <a:pPr eaLnBrk="1" hangingPunct="1">
              <a:spcBef>
                <a:spcPct val="0"/>
              </a:spcBef>
            </a:pPr>
            <a:r>
              <a:rPr lang="zh-CN" altLang="en-US" sz="2400" dirty="0">
                <a:solidFill>
                  <a:srgbClr val="FF0000"/>
                </a:solidFill>
              </a:rPr>
              <a:t>拓扑排序</a:t>
            </a:r>
            <a:r>
              <a:rPr lang="zh-CN" altLang="en-US" sz="2400" dirty="0">
                <a:latin typeface="宋体" panose="02010600030101010101" pitchFamily="2" charset="-122"/>
              </a:rPr>
              <a:t>：有向无环图结点的一种排序，使得边只会从该次序中先出现的结点到后出现的结点</a:t>
            </a:r>
          </a:p>
          <a:p>
            <a:pPr eaLnBrk="1" hangingPunct="1">
              <a:spcBef>
                <a:spcPct val="0"/>
              </a:spcBef>
              <a:buFont typeface="Wingdings" panose="05000000000000000000" pitchFamily="2" charset="2"/>
              <a:buNone/>
            </a:pPr>
            <a:r>
              <a:rPr lang="zh-CN" altLang="en-US" sz="2400" dirty="0">
                <a:latin typeface="宋体" panose="02010600030101010101" pitchFamily="2" charset="-122"/>
              </a:rPr>
              <a:t>例：</a:t>
            </a:r>
            <a:r>
              <a:rPr lang="en-US" altLang="zh-CN" sz="2400" b="1" dirty="0"/>
              <a:t>1</a:t>
            </a:r>
            <a:r>
              <a:rPr lang="zh-CN" altLang="en-US" sz="2400" b="1" dirty="0"/>
              <a:t>，</a:t>
            </a:r>
            <a:r>
              <a:rPr lang="en-US" altLang="zh-CN" sz="2400" b="1" dirty="0"/>
              <a:t>2</a:t>
            </a:r>
            <a:r>
              <a:rPr lang="zh-CN" altLang="en-US" sz="2400" b="1" dirty="0"/>
              <a:t>，</a:t>
            </a:r>
            <a:r>
              <a:rPr lang="en-US" altLang="zh-CN" sz="2400" b="1" dirty="0"/>
              <a:t>3</a:t>
            </a:r>
            <a:r>
              <a:rPr lang="zh-CN" altLang="en-US" sz="2400" b="1" dirty="0"/>
              <a:t>，</a:t>
            </a:r>
            <a:r>
              <a:rPr lang="en-US" altLang="zh-CN" sz="2400" b="1" dirty="0"/>
              <a:t>4</a:t>
            </a:r>
            <a:r>
              <a:rPr lang="zh-CN" altLang="en-US" sz="2400" b="1" dirty="0"/>
              <a:t>，</a:t>
            </a:r>
            <a:r>
              <a:rPr lang="en-US" altLang="zh-CN" sz="2400" b="1" dirty="0"/>
              <a:t>5</a:t>
            </a:r>
            <a:r>
              <a:rPr lang="zh-CN" altLang="en-US" sz="2400" b="1" dirty="0"/>
              <a:t>，</a:t>
            </a:r>
            <a:r>
              <a:rPr lang="en-US" altLang="zh-CN" sz="2400" b="1" dirty="0"/>
              <a:t>6</a:t>
            </a:r>
            <a:r>
              <a:rPr lang="zh-CN" altLang="en-US" sz="2400" b="1" dirty="0"/>
              <a:t>，</a:t>
            </a:r>
            <a:r>
              <a:rPr lang="en-US" altLang="zh-CN" sz="2400" b="1" dirty="0"/>
              <a:t>7</a:t>
            </a:r>
            <a:r>
              <a:rPr lang="zh-CN" altLang="en-US" sz="2400" b="1" dirty="0"/>
              <a:t>，</a:t>
            </a:r>
            <a:r>
              <a:rPr lang="en-US" altLang="zh-CN" sz="2400" b="1" dirty="0"/>
              <a:t>8</a:t>
            </a:r>
            <a:r>
              <a:rPr lang="zh-CN" altLang="en-US" sz="2400" b="1" dirty="0"/>
              <a:t>，</a:t>
            </a:r>
            <a:r>
              <a:rPr lang="en-US" altLang="zh-CN" sz="2400" b="1" dirty="0"/>
              <a:t>9</a:t>
            </a:r>
            <a:r>
              <a:rPr lang="zh-CN" altLang="en-US" sz="2400" b="1" dirty="0"/>
              <a:t>，</a:t>
            </a:r>
            <a:r>
              <a:rPr lang="en-US" altLang="zh-CN" sz="2400" b="1" dirty="0"/>
              <a:t>10</a:t>
            </a:r>
          </a:p>
        </p:txBody>
      </p:sp>
      <p:grpSp>
        <p:nvGrpSpPr>
          <p:cNvPr id="2" name="组合 1">
            <a:extLst>
              <a:ext uri="{FF2B5EF4-FFF2-40B4-BE49-F238E27FC236}">
                <a16:creationId xmlns:a16="http://schemas.microsoft.com/office/drawing/2014/main" id="{4063571B-E86C-4F13-83E1-1250CA5D76A8}"/>
              </a:ext>
            </a:extLst>
          </p:cNvPr>
          <p:cNvGrpSpPr/>
          <p:nvPr/>
        </p:nvGrpSpPr>
        <p:grpSpPr>
          <a:xfrm>
            <a:off x="342900" y="2520000"/>
            <a:ext cx="8458200" cy="4150675"/>
            <a:chOff x="342900" y="2520000"/>
            <a:chExt cx="8458200" cy="4150675"/>
          </a:xfrm>
        </p:grpSpPr>
        <p:sp>
          <p:nvSpPr>
            <p:cNvPr id="41989" name="Rectangle 5">
              <a:extLst>
                <a:ext uri="{FF2B5EF4-FFF2-40B4-BE49-F238E27FC236}">
                  <a16:creationId xmlns:a16="http://schemas.microsoft.com/office/drawing/2014/main" id="{B0816C5E-1BDB-45AD-B00B-62209DFF9A0F}"/>
                </a:ext>
              </a:extLst>
            </p:cNvPr>
            <p:cNvSpPr>
              <a:spLocks noChangeArrowheads="1"/>
            </p:cNvSpPr>
            <p:nvPr/>
          </p:nvSpPr>
          <p:spPr bwMode="auto">
            <a:xfrm>
              <a:off x="3079750" y="2520000"/>
              <a:ext cx="3905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D</a:t>
              </a:r>
            </a:p>
          </p:txBody>
        </p:sp>
        <p:sp>
          <p:nvSpPr>
            <p:cNvPr id="41990" name="Rectangle 6">
              <a:extLst>
                <a:ext uri="{FF2B5EF4-FFF2-40B4-BE49-F238E27FC236}">
                  <a16:creationId xmlns:a16="http://schemas.microsoft.com/office/drawing/2014/main" id="{1F37EB57-3C78-41F0-BC3B-6B7C97D09245}"/>
                </a:ext>
              </a:extLst>
            </p:cNvPr>
            <p:cNvSpPr>
              <a:spLocks noChangeArrowheads="1"/>
            </p:cNvSpPr>
            <p:nvPr/>
          </p:nvSpPr>
          <p:spPr bwMode="auto">
            <a:xfrm>
              <a:off x="342900" y="4251962"/>
              <a:ext cx="1438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    int</a:t>
              </a:r>
            </a:p>
          </p:txBody>
        </p:sp>
        <p:sp>
          <p:nvSpPr>
            <p:cNvPr id="41991" name="Rectangle 7">
              <a:extLst>
                <a:ext uri="{FF2B5EF4-FFF2-40B4-BE49-F238E27FC236}">
                  <a16:creationId xmlns:a16="http://schemas.microsoft.com/office/drawing/2014/main" id="{32015C05-393A-46C5-8949-56DE4EE27AAB}"/>
                </a:ext>
              </a:extLst>
            </p:cNvPr>
            <p:cNvSpPr>
              <a:spLocks noChangeArrowheads="1"/>
            </p:cNvSpPr>
            <p:nvPr/>
          </p:nvSpPr>
          <p:spPr bwMode="auto">
            <a:xfrm>
              <a:off x="758825" y="3428050"/>
              <a:ext cx="58578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T</a:t>
              </a:r>
            </a:p>
          </p:txBody>
        </p:sp>
        <p:sp>
          <p:nvSpPr>
            <p:cNvPr id="41992" name="Line 8">
              <a:extLst>
                <a:ext uri="{FF2B5EF4-FFF2-40B4-BE49-F238E27FC236}">
                  <a16:creationId xmlns:a16="http://schemas.microsoft.com/office/drawing/2014/main" id="{930DAF16-F278-468A-B4B6-F3B33144E707}"/>
                </a:ext>
              </a:extLst>
            </p:cNvPr>
            <p:cNvSpPr>
              <a:spLocks noChangeShapeType="1"/>
            </p:cNvSpPr>
            <p:nvPr/>
          </p:nvSpPr>
          <p:spPr bwMode="auto">
            <a:xfrm flipH="1">
              <a:off x="1030288" y="2901000"/>
              <a:ext cx="1854200" cy="52705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993" name="Rectangle 9">
              <a:extLst>
                <a:ext uri="{FF2B5EF4-FFF2-40B4-BE49-F238E27FC236}">
                  <a16:creationId xmlns:a16="http://schemas.microsoft.com/office/drawing/2014/main" id="{2925552B-1828-482A-A8BE-DF9B4508436C}"/>
                </a:ext>
              </a:extLst>
            </p:cNvPr>
            <p:cNvSpPr>
              <a:spLocks noChangeArrowheads="1"/>
            </p:cNvSpPr>
            <p:nvPr/>
          </p:nvSpPr>
          <p:spPr bwMode="auto">
            <a:xfrm>
              <a:off x="5494337" y="4328955"/>
              <a:ext cx="3905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1994" name="Line 10">
              <a:extLst>
                <a:ext uri="{FF2B5EF4-FFF2-40B4-BE49-F238E27FC236}">
                  <a16:creationId xmlns:a16="http://schemas.microsoft.com/office/drawing/2014/main" id="{52FAE40A-7A45-45C2-B56A-A22D19F22E2A}"/>
                </a:ext>
              </a:extLst>
            </p:cNvPr>
            <p:cNvSpPr>
              <a:spLocks noChangeShapeType="1"/>
            </p:cNvSpPr>
            <p:nvPr/>
          </p:nvSpPr>
          <p:spPr bwMode="auto">
            <a:xfrm>
              <a:off x="909638" y="3932875"/>
              <a:ext cx="0" cy="46513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995" name="Line 11">
              <a:extLst>
                <a:ext uri="{FF2B5EF4-FFF2-40B4-BE49-F238E27FC236}">
                  <a16:creationId xmlns:a16="http://schemas.microsoft.com/office/drawing/2014/main" id="{D5D34276-C15E-4FD3-898D-9DD33F8B8D73}"/>
                </a:ext>
              </a:extLst>
            </p:cNvPr>
            <p:cNvSpPr>
              <a:spLocks noChangeShapeType="1"/>
            </p:cNvSpPr>
            <p:nvPr/>
          </p:nvSpPr>
          <p:spPr bwMode="auto">
            <a:xfrm>
              <a:off x="5981700" y="3967800"/>
              <a:ext cx="1047750" cy="303212"/>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996" name="Line 12">
              <a:extLst>
                <a:ext uri="{FF2B5EF4-FFF2-40B4-BE49-F238E27FC236}">
                  <a16:creationId xmlns:a16="http://schemas.microsoft.com/office/drawing/2014/main" id="{FB5FAF91-2A0B-449B-9E5C-1B55A258ABE5}"/>
                </a:ext>
              </a:extLst>
            </p:cNvPr>
            <p:cNvSpPr>
              <a:spLocks noChangeShapeType="1"/>
            </p:cNvSpPr>
            <p:nvPr/>
          </p:nvSpPr>
          <p:spPr bwMode="auto">
            <a:xfrm flipH="1">
              <a:off x="4057650" y="4011455"/>
              <a:ext cx="1047750" cy="301625"/>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997" name="Rectangle 13">
              <a:extLst>
                <a:ext uri="{FF2B5EF4-FFF2-40B4-BE49-F238E27FC236}">
                  <a16:creationId xmlns:a16="http://schemas.microsoft.com/office/drawing/2014/main" id="{DD09F29E-A3C9-44EE-9D57-65876BF9A9EE}"/>
                </a:ext>
              </a:extLst>
            </p:cNvPr>
            <p:cNvSpPr>
              <a:spLocks noChangeArrowheads="1"/>
            </p:cNvSpPr>
            <p:nvPr/>
          </p:nvSpPr>
          <p:spPr bwMode="auto">
            <a:xfrm>
              <a:off x="7083425" y="4259900"/>
              <a:ext cx="90011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3</a:t>
              </a:r>
            </a:p>
          </p:txBody>
        </p:sp>
        <p:sp>
          <p:nvSpPr>
            <p:cNvPr id="41998" name="Rectangle 14">
              <a:extLst>
                <a:ext uri="{FF2B5EF4-FFF2-40B4-BE49-F238E27FC236}">
                  <a16:creationId xmlns:a16="http://schemas.microsoft.com/office/drawing/2014/main" id="{9F92FE75-35A1-4BE6-9E26-DAD76DDBF298}"/>
                </a:ext>
              </a:extLst>
            </p:cNvPr>
            <p:cNvSpPr>
              <a:spLocks noChangeArrowheads="1"/>
            </p:cNvSpPr>
            <p:nvPr/>
          </p:nvSpPr>
          <p:spPr bwMode="auto">
            <a:xfrm>
              <a:off x="5441950" y="3440750"/>
              <a:ext cx="5349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41999" name="Line 15">
              <a:extLst>
                <a:ext uri="{FF2B5EF4-FFF2-40B4-BE49-F238E27FC236}">
                  <a16:creationId xmlns:a16="http://schemas.microsoft.com/office/drawing/2014/main" id="{9337FB1C-176C-4487-B0A8-78A56F11C461}"/>
                </a:ext>
              </a:extLst>
            </p:cNvPr>
            <p:cNvSpPr>
              <a:spLocks noChangeShapeType="1"/>
            </p:cNvSpPr>
            <p:nvPr/>
          </p:nvSpPr>
          <p:spPr bwMode="auto">
            <a:xfrm>
              <a:off x="3568700" y="2901000"/>
              <a:ext cx="1854200" cy="52705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2000" name="Line 16">
              <a:extLst>
                <a:ext uri="{FF2B5EF4-FFF2-40B4-BE49-F238E27FC236}">
                  <a16:creationId xmlns:a16="http://schemas.microsoft.com/office/drawing/2014/main" id="{78545668-867B-4DC0-A93C-5FB5C37DE491}"/>
                </a:ext>
              </a:extLst>
            </p:cNvPr>
            <p:cNvSpPr>
              <a:spLocks noChangeShapeType="1"/>
            </p:cNvSpPr>
            <p:nvPr/>
          </p:nvSpPr>
          <p:spPr bwMode="auto">
            <a:xfrm>
              <a:off x="2085975" y="5833713"/>
              <a:ext cx="0" cy="46355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2001" name="Line 17">
              <a:extLst>
                <a:ext uri="{FF2B5EF4-FFF2-40B4-BE49-F238E27FC236}">
                  <a16:creationId xmlns:a16="http://schemas.microsoft.com/office/drawing/2014/main" id="{C724E5F1-631B-4F39-B1FB-C8336835C3E1}"/>
                </a:ext>
              </a:extLst>
            </p:cNvPr>
            <p:cNvSpPr>
              <a:spLocks noChangeShapeType="1"/>
            </p:cNvSpPr>
            <p:nvPr/>
          </p:nvSpPr>
          <p:spPr bwMode="auto">
            <a:xfrm>
              <a:off x="3789130" y="4913950"/>
              <a:ext cx="0" cy="463550"/>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2002" name="Line 18">
              <a:extLst>
                <a:ext uri="{FF2B5EF4-FFF2-40B4-BE49-F238E27FC236}">
                  <a16:creationId xmlns:a16="http://schemas.microsoft.com/office/drawing/2014/main" id="{718BE5EE-559E-4468-84EE-B61C681A226C}"/>
                </a:ext>
              </a:extLst>
            </p:cNvPr>
            <p:cNvSpPr>
              <a:spLocks noChangeShapeType="1"/>
            </p:cNvSpPr>
            <p:nvPr/>
          </p:nvSpPr>
          <p:spPr bwMode="auto">
            <a:xfrm>
              <a:off x="5532438" y="4047968"/>
              <a:ext cx="0" cy="465137"/>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2003" name="Rectangle 19">
              <a:extLst>
                <a:ext uri="{FF2B5EF4-FFF2-40B4-BE49-F238E27FC236}">
                  <a16:creationId xmlns:a16="http://schemas.microsoft.com/office/drawing/2014/main" id="{F30C55C6-9C0A-4DAA-98A9-B42275CA37B3}"/>
                </a:ext>
              </a:extLst>
            </p:cNvPr>
            <p:cNvSpPr>
              <a:spLocks noChangeArrowheads="1"/>
            </p:cNvSpPr>
            <p:nvPr/>
          </p:nvSpPr>
          <p:spPr bwMode="auto">
            <a:xfrm>
              <a:off x="3659188" y="4253550"/>
              <a:ext cx="4619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42004" name="Rectangle 20">
              <a:extLst>
                <a:ext uri="{FF2B5EF4-FFF2-40B4-BE49-F238E27FC236}">
                  <a16:creationId xmlns:a16="http://schemas.microsoft.com/office/drawing/2014/main" id="{3AF6C824-522E-4E53-9B28-66CB88EEB25D}"/>
                </a:ext>
              </a:extLst>
            </p:cNvPr>
            <p:cNvSpPr>
              <a:spLocks noChangeArrowheads="1"/>
            </p:cNvSpPr>
            <p:nvPr/>
          </p:nvSpPr>
          <p:spPr bwMode="auto">
            <a:xfrm>
              <a:off x="2009776" y="5049601"/>
              <a:ext cx="43497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L</a:t>
              </a:r>
            </a:p>
          </p:txBody>
        </p:sp>
        <p:sp>
          <p:nvSpPr>
            <p:cNvPr id="42005" name="Line 21">
              <a:extLst>
                <a:ext uri="{FF2B5EF4-FFF2-40B4-BE49-F238E27FC236}">
                  <a16:creationId xmlns:a16="http://schemas.microsoft.com/office/drawing/2014/main" id="{2B789BE7-48B7-4E03-BB42-EE897EE98DC5}"/>
                </a:ext>
              </a:extLst>
            </p:cNvPr>
            <p:cNvSpPr>
              <a:spLocks noChangeShapeType="1"/>
            </p:cNvSpPr>
            <p:nvPr/>
          </p:nvSpPr>
          <p:spPr bwMode="auto">
            <a:xfrm flipH="1">
              <a:off x="2216332" y="4781393"/>
              <a:ext cx="1047750" cy="303212"/>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2006" name="Line 22">
              <a:extLst>
                <a:ext uri="{FF2B5EF4-FFF2-40B4-BE49-F238E27FC236}">
                  <a16:creationId xmlns:a16="http://schemas.microsoft.com/office/drawing/2014/main" id="{14FB4D7E-7C91-48CC-B2B6-4B6113FCDF7C}"/>
                </a:ext>
              </a:extLst>
            </p:cNvPr>
            <p:cNvSpPr>
              <a:spLocks noChangeShapeType="1"/>
            </p:cNvSpPr>
            <p:nvPr/>
          </p:nvSpPr>
          <p:spPr bwMode="auto">
            <a:xfrm>
              <a:off x="4154488" y="4786950"/>
              <a:ext cx="1047750" cy="301625"/>
            </a:xfrm>
            <a:prstGeom prst="line">
              <a:avLst/>
            </a:prstGeom>
            <a:noFill/>
            <a:ln w="38100">
              <a:solidFill>
                <a:schemeClr val="tx1"/>
              </a:solidFill>
              <a:prstDash val="solid"/>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2007" name="Rectangle 23">
              <a:extLst>
                <a:ext uri="{FF2B5EF4-FFF2-40B4-BE49-F238E27FC236}">
                  <a16:creationId xmlns:a16="http://schemas.microsoft.com/office/drawing/2014/main" id="{BC515455-B280-4048-B2E1-6E401500227C}"/>
                </a:ext>
              </a:extLst>
            </p:cNvPr>
            <p:cNvSpPr>
              <a:spLocks noChangeArrowheads="1"/>
            </p:cNvSpPr>
            <p:nvPr/>
          </p:nvSpPr>
          <p:spPr bwMode="auto">
            <a:xfrm>
              <a:off x="5081588" y="5067937"/>
              <a:ext cx="9017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2</a:t>
              </a:r>
            </a:p>
          </p:txBody>
        </p:sp>
        <p:sp>
          <p:nvSpPr>
            <p:cNvPr id="42008" name="Rectangle 24">
              <a:extLst>
                <a:ext uri="{FF2B5EF4-FFF2-40B4-BE49-F238E27FC236}">
                  <a16:creationId xmlns:a16="http://schemas.microsoft.com/office/drawing/2014/main" id="{9A0D71AF-E385-41EA-9D33-C6D1586EF837}"/>
                </a:ext>
              </a:extLst>
            </p:cNvPr>
            <p:cNvSpPr>
              <a:spLocks noChangeArrowheads="1"/>
            </p:cNvSpPr>
            <p:nvPr/>
          </p:nvSpPr>
          <p:spPr bwMode="auto">
            <a:xfrm>
              <a:off x="1889585" y="6227763"/>
              <a:ext cx="9017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id</a:t>
              </a:r>
              <a:r>
                <a:rPr lang="en-US" altLang="zh-CN" sz="2800" b="1" baseline="-25000" dirty="0">
                  <a:ea typeface="宋体" panose="02010600030101010101" pitchFamily="2" charset="-122"/>
                </a:rPr>
                <a:t>1</a:t>
              </a:r>
            </a:p>
          </p:txBody>
        </p:sp>
        <p:sp>
          <p:nvSpPr>
            <p:cNvPr id="42009" name="Rectangle 25">
              <a:extLst>
                <a:ext uri="{FF2B5EF4-FFF2-40B4-BE49-F238E27FC236}">
                  <a16:creationId xmlns:a16="http://schemas.microsoft.com/office/drawing/2014/main" id="{111FC650-951C-4BDE-930A-0F6C12403FBD}"/>
                </a:ext>
              </a:extLst>
            </p:cNvPr>
            <p:cNvSpPr>
              <a:spLocks noChangeArrowheads="1"/>
            </p:cNvSpPr>
            <p:nvPr/>
          </p:nvSpPr>
          <p:spPr bwMode="auto">
            <a:xfrm>
              <a:off x="3722528" y="5203846"/>
              <a:ext cx="3905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2010" name="Rectangle 26">
              <a:extLst>
                <a:ext uri="{FF2B5EF4-FFF2-40B4-BE49-F238E27FC236}">
                  <a16:creationId xmlns:a16="http://schemas.microsoft.com/office/drawing/2014/main" id="{2CF7E3B9-0ADC-46EE-B9D6-A0C64CD4D8EA}"/>
                </a:ext>
              </a:extLst>
            </p:cNvPr>
            <p:cNvSpPr>
              <a:spLocks noChangeArrowheads="1"/>
            </p:cNvSpPr>
            <p:nvPr/>
          </p:nvSpPr>
          <p:spPr bwMode="auto">
            <a:xfrm>
              <a:off x="2630488" y="5917250"/>
              <a:ext cx="1071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FF0000"/>
                  </a:solidFill>
                  <a:ea typeface="宋体" panose="02010600030101010101" pitchFamily="2" charset="-122"/>
                </a:rPr>
                <a:t>1</a:t>
              </a:r>
              <a:r>
                <a:rPr lang="en-US" altLang="zh-CN" sz="2800" b="1" dirty="0">
                  <a:solidFill>
                    <a:schemeClr val="accent1"/>
                  </a:solidFill>
                  <a:ea typeface="宋体" panose="02010600030101010101" pitchFamily="2" charset="-122"/>
                </a:rPr>
                <a:t> </a:t>
              </a:r>
              <a:r>
                <a:rPr lang="en-US" altLang="zh-CN" sz="2800" b="1" i="1" dirty="0">
                  <a:solidFill>
                    <a:schemeClr val="accent1"/>
                  </a:solidFill>
                  <a:ea typeface="宋体" panose="02010600030101010101" pitchFamily="2" charset="-122"/>
                </a:rPr>
                <a:t>entry</a:t>
              </a:r>
            </a:p>
          </p:txBody>
        </p:sp>
        <p:sp>
          <p:nvSpPr>
            <p:cNvPr id="42011" name="Rectangle 27">
              <a:extLst>
                <a:ext uri="{FF2B5EF4-FFF2-40B4-BE49-F238E27FC236}">
                  <a16:creationId xmlns:a16="http://schemas.microsoft.com/office/drawing/2014/main" id="{5A42293C-4D28-4BD6-9AA9-6229F3958A3A}"/>
                </a:ext>
              </a:extLst>
            </p:cNvPr>
            <p:cNvSpPr>
              <a:spLocks noChangeArrowheads="1"/>
            </p:cNvSpPr>
            <p:nvPr/>
          </p:nvSpPr>
          <p:spPr bwMode="auto">
            <a:xfrm>
              <a:off x="2536825" y="5048887"/>
              <a:ext cx="43497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FF0000"/>
                  </a:solidFill>
                  <a:ea typeface="宋体" panose="02010600030101010101" pitchFamily="2" charset="-122"/>
                </a:rPr>
                <a:t>10</a:t>
              </a:r>
            </a:p>
          </p:txBody>
        </p:sp>
        <p:sp>
          <p:nvSpPr>
            <p:cNvPr id="42012" name="Line 28">
              <a:extLst>
                <a:ext uri="{FF2B5EF4-FFF2-40B4-BE49-F238E27FC236}">
                  <a16:creationId xmlns:a16="http://schemas.microsoft.com/office/drawing/2014/main" id="{6B55EE8B-567B-4EA1-901B-ED7762C3D6E9}"/>
                </a:ext>
              </a:extLst>
            </p:cNvPr>
            <p:cNvSpPr>
              <a:spLocks noChangeShapeType="1"/>
            </p:cNvSpPr>
            <p:nvPr/>
          </p:nvSpPr>
          <p:spPr bwMode="auto">
            <a:xfrm flipV="1">
              <a:off x="2760663" y="5455287"/>
              <a:ext cx="0" cy="547687"/>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2013" name="Rectangle 29">
              <a:extLst>
                <a:ext uri="{FF2B5EF4-FFF2-40B4-BE49-F238E27FC236}">
                  <a16:creationId xmlns:a16="http://schemas.microsoft.com/office/drawing/2014/main" id="{37570B30-575B-4F67-9635-51BE82CF7677}"/>
                </a:ext>
              </a:extLst>
            </p:cNvPr>
            <p:cNvSpPr>
              <a:spLocks noChangeArrowheads="1"/>
            </p:cNvSpPr>
            <p:nvPr/>
          </p:nvSpPr>
          <p:spPr bwMode="auto">
            <a:xfrm>
              <a:off x="5778500" y="5145725"/>
              <a:ext cx="1069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FF0000"/>
                  </a:solidFill>
                  <a:ea typeface="宋体" panose="02010600030101010101" pitchFamily="2" charset="-122"/>
                </a:rPr>
                <a:t>2</a:t>
              </a:r>
              <a:r>
                <a:rPr lang="en-US" altLang="zh-CN" sz="2800" b="1" dirty="0">
                  <a:solidFill>
                    <a:schemeClr val="accent1"/>
                  </a:solidFill>
                  <a:ea typeface="宋体" panose="02010600030101010101" pitchFamily="2" charset="-122"/>
                </a:rPr>
                <a:t> </a:t>
              </a:r>
              <a:r>
                <a:rPr lang="en-US" altLang="zh-CN" sz="2800" b="1" i="1" dirty="0">
                  <a:solidFill>
                    <a:schemeClr val="accent1"/>
                  </a:solidFill>
                  <a:ea typeface="宋体" panose="02010600030101010101" pitchFamily="2" charset="-122"/>
                </a:rPr>
                <a:t>entry</a:t>
              </a:r>
            </a:p>
          </p:txBody>
        </p:sp>
        <p:sp>
          <p:nvSpPr>
            <p:cNvPr id="42014" name="Rectangle 30">
              <a:extLst>
                <a:ext uri="{FF2B5EF4-FFF2-40B4-BE49-F238E27FC236}">
                  <a16:creationId xmlns:a16="http://schemas.microsoft.com/office/drawing/2014/main" id="{05D46DDC-606D-410B-834B-2AAE21D1EA01}"/>
                </a:ext>
              </a:extLst>
            </p:cNvPr>
            <p:cNvSpPr>
              <a:spLocks noChangeArrowheads="1"/>
            </p:cNvSpPr>
            <p:nvPr/>
          </p:nvSpPr>
          <p:spPr bwMode="auto">
            <a:xfrm>
              <a:off x="7731125" y="4321812"/>
              <a:ext cx="1069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FF0000"/>
                  </a:solidFill>
                  <a:ea typeface="宋体" panose="02010600030101010101" pitchFamily="2" charset="-122"/>
                </a:rPr>
                <a:t>3</a:t>
              </a:r>
              <a:r>
                <a:rPr lang="en-US" altLang="zh-CN" sz="2800" b="1" dirty="0">
                  <a:solidFill>
                    <a:schemeClr val="accent1"/>
                  </a:solidFill>
                  <a:ea typeface="宋体" panose="02010600030101010101" pitchFamily="2" charset="-122"/>
                </a:rPr>
                <a:t> </a:t>
              </a:r>
              <a:r>
                <a:rPr lang="en-US" altLang="zh-CN" sz="2800" b="1" i="1" dirty="0">
                  <a:solidFill>
                    <a:schemeClr val="accent1"/>
                  </a:solidFill>
                  <a:ea typeface="宋体" panose="02010600030101010101" pitchFamily="2" charset="-122"/>
                </a:rPr>
                <a:t>entry</a:t>
              </a:r>
            </a:p>
          </p:txBody>
        </p:sp>
        <p:sp>
          <p:nvSpPr>
            <p:cNvPr id="42015" name="Rectangle 31">
              <a:extLst>
                <a:ext uri="{FF2B5EF4-FFF2-40B4-BE49-F238E27FC236}">
                  <a16:creationId xmlns:a16="http://schemas.microsoft.com/office/drawing/2014/main" id="{CDFA7ADA-AE15-434B-89D1-EBA845632CAB}"/>
                </a:ext>
              </a:extLst>
            </p:cNvPr>
            <p:cNvSpPr>
              <a:spLocks noChangeArrowheads="1"/>
            </p:cNvSpPr>
            <p:nvPr/>
          </p:nvSpPr>
          <p:spPr bwMode="auto">
            <a:xfrm>
              <a:off x="1046163" y="5045712"/>
              <a:ext cx="6794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solidFill>
                    <a:schemeClr val="accent1"/>
                  </a:solidFill>
                  <a:ea typeface="宋体" panose="02010600030101010101" pitchFamily="2" charset="-122"/>
                </a:rPr>
                <a:t>in </a:t>
              </a:r>
              <a:r>
                <a:rPr lang="en-US" altLang="zh-CN" sz="2800" b="1" dirty="0">
                  <a:solidFill>
                    <a:srgbClr val="FF0000"/>
                  </a:solidFill>
                  <a:ea typeface="宋体" panose="02010600030101010101" pitchFamily="2" charset="-122"/>
                </a:rPr>
                <a:t>9</a:t>
              </a:r>
            </a:p>
          </p:txBody>
        </p:sp>
        <p:sp>
          <p:nvSpPr>
            <p:cNvPr id="42016" name="Rectangle 32">
              <a:extLst>
                <a:ext uri="{FF2B5EF4-FFF2-40B4-BE49-F238E27FC236}">
                  <a16:creationId xmlns:a16="http://schemas.microsoft.com/office/drawing/2014/main" id="{DC964861-3DEE-4414-B04A-4B0D96F0FCD7}"/>
                </a:ext>
              </a:extLst>
            </p:cNvPr>
            <p:cNvSpPr>
              <a:spLocks noChangeArrowheads="1"/>
            </p:cNvSpPr>
            <p:nvPr/>
          </p:nvSpPr>
          <p:spPr bwMode="auto">
            <a:xfrm>
              <a:off x="4219575" y="4280537"/>
              <a:ext cx="4349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FF0000"/>
                  </a:solidFill>
                  <a:ea typeface="宋体" panose="02010600030101010101" pitchFamily="2" charset="-122"/>
                </a:rPr>
                <a:t>8</a:t>
              </a:r>
            </a:p>
          </p:txBody>
        </p:sp>
        <p:sp>
          <p:nvSpPr>
            <p:cNvPr id="42017" name="Rectangle 33">
              <a:extLst>
                <a:ext uri="{FF2B5EF4-FFF2-40B4-BE49-F238E27FC236}">
                  <a16:creationId xmlns:a16="http://schemas.microsoft.com/office/drawing/2014/main" id="{0389F215-A76C-45DF-A66F-5F524479FAA3}"/>
                </a:ext>
              </a:extLst>
            </p:cNvPr>
            <p:cNvSpPr>
              <a:spLocks noChangeArrowheads="1"/>
            </p:cNvSpPr>
            <p:nvPr/>
          </p:nvSpPr>
          <p:spPr bwMode="auto">
            <a:xfrm>
              <a:off x="2686050" y="4275775"/>
              <a:ext cx="679450"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solidFill>
                    <a:schemeClr val="accent1"/>
                  </a:solidFill>
                  <a:ea typeface="宋体" panose="02010600030101010101" pitchFamily="2" charset="-122"/>
                </a:rPr>
                <a:t>in </a:t>
              </a:r>
              <a:r>
                <a:rPr lang="en-US" altLang="zh-CN" sz="2800" b="1" dirty="0">
                  <a:solidFill>
                    <a:srgbClr val="FF0000"/>
                  </a:solidFill>
                  <a:ea typeface="宋体" panose="02010600030101010101" pitchFamily="2" charset="-122"/>
                </a:rPr>
                <a:t>7</a:t>
              </a:r>
            </a:p>
          </p:txBody>
        </p:sp>
        <p:sp>
          <p:nvSpPr>
            <p:cNvPr id="42018" name="Rectangle 34">
              <a:extLst>
                <a:ext uri="{FF2B5EF4-FFF2-40B4-BE49-F238E27FC236}">
                  <a16:creationId xmlns:a16="http://schemas.microsoft.com/office/drawing/2014/main" id="{783E7232-3979-44D4-AEA8-BF31B3FA4871}"/>
                </a:ext>
              </a:extLst>
            </p:cNvPr>
            <p:cNvSpPr>
              <a:spLocks noChangeArrowheads="1"/>
            </p:cNvSpPr>
            <p:nvPr/>
          </p:nvSpPr>
          <p:spPr bwMode="auto">
            <a:xfrm>
              <a:off x="6144418" y="3431382"/>
              <a:ext cx="43497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FF0000"/>
                  </a:solidFill>
                  <a:ea typeface="宋体" panose="02010600030101010101" pitchFamily="2" charset="-122"/>
                </a:rPr>
                <a:t>6</a:t>
              </a:r>
            </a:p>
          </p:txBody>
        </p:sp>
        <p:sp>
          <p:nvSpPr>
            <p:cNvPr id="42019" name="Rectangle 35">
              <a:extLst>
                <a:ext uri="{FF2B5EF4-FFF2-40B4-BE49-F238E27FC236}">
                  <a16:creationId xmlns:a16="http://schemas.microsoft.com/office/drawing/2014/main" id="{70661A82-2AEB-4210-A282-2EE7CB657FEB}"/>
                </a:ext>
              </a:extLst>
            </p:cNvPr>
            <p:cNvSpPr>
              <a:spLocks noChangeArrowheads="1"/>
            </p:cNvSpPr>
            <p:nvPr/>
          </p:nvSpPr>
          <p:spPr bwMode="auto">
            <a:xfrm>
              <a:off x="4391025" y="3448687"/>
              <a:ext cx="901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solidFill>
                    <a:schemeClr val="accent1"/>
                  </a:solidFill>
                  <a:ea typeface="宋体" panose="02010600030101010101" pitchFamily="2" charset="-122"/>
                </a:rPr>
                <a:t>in </a:t>
              </a:r>
              <a:r>
                <a:rPr lang="en-US" altLang="zh-CN" sz="2800" b="1" dirty="0">
                  <a:solidFill>
                    <a:srgbClr val="FF0000"/>
                  </a:solidFill>
                  <a:ea typeface="宋体" panose="02010600030101010101" pitchFamily="2" charset="-122"/>
                </a:rPr>
                <a:t>5</a:t>
              </a:r>
            </a:p>
          </p:txBody>
        </p:sp>
        <p:sp>
          <p:nvSpPr>
            <p:cNvPr id="42020" name="Rectangle 36">
              <a:extLst>
                <a:ext uri="{FF2B5EF4-FFF2-40B4-BE49-F238E27FC236}">
                  <a16:creationId xmlns:a16="http://schemas.microsoft.com/office/drawing/2014/main" id="{7C120CFC-FB53-4807-AC34-2C1DF2969BFC}"/>
                </a:ext>
              </a:extLst>
            </p:cNvPr>
            <p:cNvSpPr>
              <a:spLocks noChangeArrowheads="1"/>
            </p:cNvSpPr>
            <p:nvPr/>
          </p:nvSpPr>
          <p:spPr bwMode="auto">
            <a:xfrm>
              <a:off x="1293813" y="3489962"/>
              <a:ext cx="97313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FF0000"/>
                  </a:solidFill>
                  <a:ea typeface="宋体" panose="02010600030101010101" pitchFamily="2" charset="-122"/>
                </a:rPr>
                <a:t>4</a:t>
              </a:r>
              <a:r>
                <a:rPr lang="en-US" altLang="zh-CN" sz="2800" b="1" dirty="0">
                  <a:solidFill>
                    <a:schemeClr val="accent1"/>
                  </a:solidFill>
                  <a:ea typeface="宋体" panose="02010600030101010101" pitchFamily="2" charset="-122"/>
                </a:rPr>
                <a:t> </a:t>
              </a:r>
              <a:r>
                <a:rPr lang="en-US" altLang="zh-CN" sz="2800" b="1" i="1" dirty="0">
                  <a:solidFill>
                    <a:schemeClr val="accent1"/>
                  </a:solidFill>
                  <a:ea typeface="宋体" panose="02010600030101010101" pitchFamily="2" charset="-122"/>
                </a:rPr>
                <a:t>type</a:t>
              </a:r>
            </a:p>
          </p:txBody>
        </p:sp>
        <p:sp>
          <p:nvSpPr>
            <p:cNvPr id="42021" name="Line 37">
              <a:extLst>
                <a:ext uri="{FF2B5EF4-FFF2-40B4-BE49-F238E27FC236}">
                  <a16:creationId xmlns:a16="http://schemas.microsoft.com/office/drawing/2014/main" id="{66CA2DA4-F69E-4403-9307-425DE1AD3442}"/>
                </a:ext>
              </a:extLst>
            </p:cNvPr>
            <p:cNvSpPr>
              <a:spLocks noChangeShapeType="1"/>
            </p:cNvSpPr>
            <p:nvPr/>
          </p:nvSpPr>
          <p:spPr bwMode="auto">
            <a:xfrm flipH="1">
              <a:off x="3194050" y="4010662"/>
              <a:ext cx="1047750" cy="303212"/>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2022" name="Line 38">
              <a:extLst>
                <a:ext uri="{FF2B5EF4-FFF2-40B4-BE49-F238E27FC236}">
                  <a16:creationId xmlns:a16="http://schemas.microsoft.com/office/drawing/2014/main" id="{74CC5A24-8A46-46B1-831A-C170EA1BE0FD}"/>
                </a:ext>
              </a:extLst>
            </p:cNvPr>
            <p:cNvSpPr>
              <a:spLocks noChangeShapeType="1"/>
            </p:cNvSpPr>
            <p:nvPr/>
          </p:nvSpPr>
          <p:spPr bwMode="auto">
            <a:xfrm flipH="1">
              <a:off x="1562100" y="4653600"/>
              <a:ext cx="1047750" cy="303212"/>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2023" name="Line 39">
              <a:extLst>
                <a:ext uri="{FF2B5EF4-FFF2-40B4-BE49-F238E27FC236}">
                  <a16:creationId xmlns:a16="http://schemas.microsoft.com/office/drawing/2014/main" id="{B70BF4CD-B44E-4362-9154-E7C43CCD3FCC}"/>
                </a:ext>
              </a:extLst>
            </p:cNvPr>
            <p:cNvSpPr>
              <a:spLocks noChangeShapeType="1"/>
            </p:cNvSpPr>
            <p:nvPr/>
          </p:nvSpPr>
          <p:spPr bwMode="auto">
            <a:xfrm flipH="1" flipV="1">
              <a:off x="6442075" y="3872550"/>
              <a:ext cx="1682750" cy="525462"/>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2024" name="Line 40">
              <a:extLst>
                <a:ext uri="{FF2B5EF4-FFF2-40B4-BE49-F238E27FC236}">
                  <a16:creationId xmlns:a16="http://schemas.microsoft.com/office/drawing/2014/main" id="{54D4D4DE-3EA2-4ED8-AC3B-D238021E59F5}"/>
                </a:ext>
              </a:extLst>
            </p:cNvPr>
            <p:cNvSpPr>
              <a:spLocks noChangeShapeType="1"/>
            </p:cNvSpPr>
            <p:nvPr/>
          </p:nvSpPr>
          <p:spPr bwMode="auto">
            <a:xfrm flipH="1" flipV="1">
              <a:off x="4560888" y="4661537"/>
              <a:ext cx="1682750" cy="523875"/>
            </a:xfrm>
            <a:prstGeom prst="line">
              <a:avLst/>
            </a:prstGeom>
            <a:noFill/>
            <a:ln w="25400">
              <a:solidFill>
                <a:schemeClr val="accent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2025" name="Freeform 41">
              <a:extLst>
                <a:ext uri="{FF2B5EF4-FFF2-40B4-BE49-F238E27FC236}">
                  <a16:creationId xmlns:a16="http://schemas.microsoft.com/office/drawing/2014/main" id="{C2A6BDE7-9AA1-4E06-8E80-F6059C4C95DC}"/>
                </a:ext>
              </a:extLst>
            </p:cNvPr>
            <p:cNvSpPr>
              <a:spLocks/>
            </p:cNvSpPr>
            <p:nvPr/>
          </p:nvSpPr>
          <p:spPr bwMode="auto">
            <a:xfrm>
              <a:off x="1687513" y="3191512"/>
              <a:ext cx="3025775" cy="425450"/>
            </a:xfrm>
            <a:custGeom>
              <a:avLst/>
              <a:gdLst>
                <a:gd name="T0" fmla="*/ 0 w 1860"/>
                <a:gd name="T1" fmla="*/ 101 h 315"/>
                <a:gd name="T2" fmla="*/ 427 w 1860"/>
                <a:gd name="T3" fmla="*/ 38 h 315"/>
                <a:gd name="T4" fmla="*/ 1140 w 1860"/>
                <a:gd name="T5" fmla="*/ 0 h 315"/>
                <a:gd name="T6" fmla="*/ 1795 w 1860"/>
                <a:gd name="T7" fmla="*/ 39 h 315"/>
                <a:gd name="T8" fmla="*/ 2206 w 1860"/>
                <a:gd name="T9" fmla="*/ 92 h 315"/>
                <a:gd name="T10" fmla="*/ 0 60000 65536"/>
                <a:gd name="T11" fmla="*/ 0 60000 65536"/>
                <a:gd name="T12" fmla="*/ 0 60000 65536"/>
                <a:gd name="T13" fmla="*/ 0 60000 65536"/>
                <a:gd name="T14" fmla="*/ 0 60000 65536"/>
                <a:gd name="T15" fmla="*/ 0 w 1860"/>
                <a:gd name="T16" fmla="*/ 0 h 315"/>
                <a:gd name="T17" fmla="*/ 1860 w 1860"/>
                <a:gd name="T18" fmla="*/ 315 h 315"/>
              </a:gdLst>
              <a:ahLst/>
              <a:cxnLst>
                <a:cxn ang="T10">
                  <a:pos x="T0" y="T1"/>
                </a:cxn>
                <a:cxn ang="T11">
                  <a:pos x="T2" y="T3"/>
                </a:cxn>
                <a:cxn ang="T12">
                  <a:pos x="T4" y="T5"/>
                </a:cxn>
                <a:cxn ang="T13">
                  <a:pos x="T6" y="T7"/>
                </a:cxn>
                <a:cxn ang="T14">
                  <a:pos x="T8" y="T9"/>
                </a:cxn>
              </a:cxnLst>
              <a:rect l="T15" t="T16" r="T17" b="T18"/>
              <a:pathLst>
                <a:path w="1860" h="315">
                  <a:moveTo>
                    <a:pt x="0" y="315"/>
                  </a:moveTo>
                  <a:cubicBezTo>
                    <a:pt x="60" y="282"/>
                    <a:pt x="200" y="171"/>
                    <a:pt x="360" y="119"/>
                  </a:cubicBezTo>
                  <a:cubicBezTo>
                    <a:pt x="520" y="67"/>
                    <a:pt x="768" y="0"/>
                    <a:pt x="960" y="0"/>
                  </a:cubicBezTo>
                  <a:cubicBezTo>
                    <a:pt x="1152" y="0"/>
                    <a:pt x="1365" y="73"/>
                    <a:pt x="1515" y="120"/>
                  </a:cubicBezTo>
                  <a:cubicBezTo>
                    <a:pt x="1665" y="167"/>
                    <a:pt x="1788" y="251"/>
                    <a:pt x="1860" y="285"/>
                  </a:cubicBezTo>
                </a:path>
              </a:pathLst>
            </a:custGeom>
            <a:noFill/>
            <a:ln w="25400">
              <a:solidFill>
                <a:schemeClr val="accent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accent1"/>
                </a:solidFill>
              </a:endParaRPr>
            </a:p>
          </p:txBody>
        </p:sp>
        <p:sp>
          <p:nvSpPr>
            <p:cNvPr id="42026" name="Freeform 42">
              <a:extLst>
                <a:ext uri="{FF2B5EF4-FFF2-40B4-BE49-F238E27FC236}">
                  <a16:creationId xmlns:a16="http://schemas.microsoft.com/office/drawing/2014/main" id="{0991D540-F040-4183-8BA7-5D49426058A9}"/>
                </a:ext>
              </a:extLst>
            </p:cNvPr>
            <p:cNvSpPr>
              <a:spLocks/>
            </p:cNvSpPr>
            <p:nvPr/>
          </p:nvSpPr>
          <p:spPr bwMode="auto">
            <a:xfrm>
              <a:off x="1417638" y="5520375"/>
              <a:ext cx="1196975" cy="225425"/>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chemeClr val="accent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2027" name="Freeform 43">
              <a:extLst>
                <a:ext uri="{FF2B5EF4-FFF2-40B4-BE49-F238E27FC236}">
                  <a16:creationId xmlns:a16="http://schemas.microsoft.com/office/drawing/2014/main" id="{812CB85F-DC93-4111-8DA8-CD221FD9D1D9}"/>
                </a:ext>
              </a:extLst>
            </p:cNvPr>
            <p:cNvSpPr>
              <a:spLocks/>
            </p:cNvSpPr>
            <p:nvPr/>
          </p:nvSpPr>
          <p:spPr bwMode="auto">
            <a:xfrm>
              <a:off x="3103563" y="4621066"/>
              <a:ext cx="1196975" cy="225425"/>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chemeClr val="accent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2028" name="Freeform 44">
              <a:extLst>
                <a:ext uri="{FF2B5EF4-FFF2-40B4-BE49-F238E27FC236}">
                  <a16:creationId xmlns:a16="http://schemas.microsoft.com/office/drawing/2014/main" id="{B6CC1446-235F-4F87-9B1F-9C01915C294F}"/>
                </a:ext>
              </a:extLst>
            </p:cNvPr>
            <p:cNvSpPr>
              <a:spLocks/>
            </p:cNvSpPr>
            <p:nvPr/>
          </p:nvSpPr>
          <p:spPr bwMode="auto">
            <a:xfrm>
              <a:off x="4920455" y="3802700"/>
              <a:ext cx="1198563" cy="225425"/>
            </a:xfrm>
            <a:custGeom>
              <a:avLst/>
              <a:gdLst>
                <a:gd name="T0" fmla="*/ 0 w 736"/>
                <a:gd name="T1" fmla="*/ 0 h 167"/>
                <a:gd name="T2" fmla="*/ 413 w 736"/>
                <a:gd name="T3" fmla="*/ 53 h 167"/>
                <a:gd name="T4" fmla="*/ 879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chemeClr val="accent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sp>
        <p:nvSpPr>
          <p:cNvPr id="3" name="日期占位符 2">
            <a:extLst>
              <a:ext uri="{FF2B5EF4-FFF2-40B4-BE49-F238E27FC236}">
                <a16:creationId xmlns:a16="http://schemas.microsoft.com/office/drawing/2014/main" id="{092EF3A4-7A25-7DAF-BB33-04552FBDD439}"/>
              </a:ext>
            </a:extLst>
          </p:cNvPr>
          <p:cNvSpPr>
            <a:spLocks noGrp="1"/>
          </p:cNvSpPr>
          <p:nvPr>
            <p:ph type="dt" sz="half" idx="10"/>
          </p:nvPr>
        </p:nvSpPr>
        <p:spPr/>
        <p:txBody>
          <a:bodyPr/>
          <a:lstStyle/>
          <a:p>
            <a:fld id="{35E6CDB0-7C91-44D5-9E51-557F11DBB1C6}" type="datetime2">
              <a:rPr lang="zh-CN" altLang="en-US" smtClean="0"/>
              <a:t>2024年6月6日</a:t>
            </a:fld>
            <a:endParaRPr lang="zh-CN" altLang="en-US" dirty="0"/>
          </a:p>
        </p:txBody>
      </p:sp>
      <p:sp>
        <p:nvSpPr>
          <p:cNvPr id="4" name="页脚占位符 3">
            <a:extLst>
              <a:ext uri="{FF2B5EF4-FFF2-40B4-BE49-F238E27FC236}">
                <a16:creationId xmlns:a16="http://schemas.microsoft.com/office/drawing/2014/main" id="{C9AC3896-79B6-E7BA-0B0E-313B28F8CC2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5" name="灯片编号占位符 4">
            <a:extLst>
              <a:ext uri="{FF2B5EF4-FFF2-40B4-BE49-F238E27FC236}">
                <a16:creationId xmlns:a16="http://schemas.microsoft.com/office/drawing/2014/main" id="{0EC72D97-14A7-7BED-50CE-C5A4F61B252A}"/>
              </a:ext>
            </a:extLst>
          </p:cNvPr>
          <p:cNvSpPr>
            <a:spLocks noGrp="1"/>
          </p:cNvSpPr>
          <p:nvPr>
            <p:ph type="sldNum" sz="quarter" idx="12"/>
          </p:nvPr>
        </p:nvSpPr>
        <p:spPr/>
        <p:txBody>
          <a:bodyPr/>
          <a:lstStyle/>
          <a:p>
            <a:fld id="{094DEB03-EFC6-4C20-8FC8-295189A5386F}" type="slidenum">
              <a:rPr lang="zh-CN" altLang="en-US" smtClean="0"/>
              <a:pPr/>
              <a:t>26</a:t>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05F92909-DBA2-45AE-AEF6-2A903069A575}"/>
              </a:ext>
            </a:extLst>
          </p:cNvPr>
          <p:cNvSpPr>
            <a:spLocks noGrp="1" noChangeArrowheads="1"/>
          </p:cNvSpPr>
          <p:nvPr>
            <p:ph type="title"/>
          </p:nvPr>
        </p:nvSpPr>
        <p:spPr/>
        <p:txBody>
          <a:bodyPr/>
          <a:lstStyle/>
          <a:p>
            <a:pPr eaLnBrk="1" hangingPunct="1"/>
            <a:r>
              <a:rPr lang="en-US" altLang="zh-CN" dirty="0"/>
              <a:t>4.1.5 </a:t>
            </a:r>
            <a:r>
              <a:rPr lang="zh-CN" altLang="en-US" dirty="0"/>
              <a:t>属性计算次序</a:t>
            </a:r>
          </a:p>
        </p:txBody>
      </p:sp>
      <p:sp>
        <p:nvSpPr>
          <p:cNvPr id="44035" name="Rectangle 3">
            <a:extLst>
              <a:ext uri="{FF2B5EF4-FFF2-40B4-BE49-F238E27FC236}">
                <a16:creationId xmlns:a16="http://schemas.microsoft.com/office/drawing/2014/main" id="{C5FC65C5-72E0-454B-800E-F2E5D2E135FD}"/>
              </a:ext>
            </a:extLst>
          </p:cNvPr>
          <p:cNvSpPr>
            <a:spLocks noGrp="1" noChangeArrowheads="1"/>
          </p:cNvSpPr>
          <p:nvPr>
            <p:ph idx="1"/>
          </p:nvPr>
        </p:nvSpPr>
        <p:spPr/>
        <p:txBody>
          <a:bodyPr/>
          <a:lstStyle/>
          <a:p>
            <a:pPr eaLnBrk="1" hangingPunct="1"/>
            <a:r>
              <a:rPr lang="zh-CN" altLang="en-US" sz="2400"/>
              <a:t>如何确定属性计算次序：</a:t>
            </a:r>
            <a:r>
              <a:rPr lang="zh-CN" altLang="en-US" sz="2400">
                <a:latin typeface="宋体" panose="02010600030101010101" pitchFamily="2" charset="-122"/>
              </a:rPr>
              <a:t>构造输入的分析树</a:t>
            </a:r>
          </a:p>
        </p:txBody>
      </p:sp>
      <p:grpSp>
        <p:nvGrpSpPr>
          <p:cNvPr id="44036" name="Group 4">
            <a:extLst>
              <a:ext uri="{FF2B5EF4-FFF2-40B4-BE49-F238E27FC236}">
                <a16:creationId xmlns:a16="http://schemas.microsoft.com/office/drawing/2014/main" id="{85ED5971-B149-4701-8C83-4E6610F1A64A}"/>
              </a:ext>
            </a:extLst>
          </p:cNvPr>
          <p:cNvGrpSpPr>
            <a:grpSpLocks/>
          </p:cNvGrpSpPr>
          <p:nvPr/>
        </p:nvGrpSpPr>
        <p:grpSpPr bwMode="auto">
          <a:xfrm>
            <a:off x="533400" y="2160000"/>
            <a:ext cx="8458200" cy="3878262"/>
            <a:chOff x="288" y="1392"/>
            <a:chExt cx="5328" cy="2443"/>
          </a:xfrm>
        </p:grpSpPr>
        <p:sp>
          <p:nvSpPr>
            <p:cNvPr id="44037" name="Rectangle 5">
              <a:extLst>
                <a:ext uri="{FF2B5EF4-FFF2-40B4-BE49-F238E27FC236}">
                  <a16:creationId xmlns:a16="http://schemas.microsoft.com/office/drawing/2014/main" id="{BD3A1222-E95E-4606-8B72-48A05666FB65}"/>
                </a:ext>
              </a:extLst>
            </p:cNvPr>
            <p:cNvSpPr>
              <a:spLocks noChangeArrowheads="1"/>
            </p:cNvSpPr>
            <p:nvPr/>
          </p:nvSpPr>
          <p:spPr bwMode="auto">
            <a:xfrm>
              <a:off x="2012" y="1392"/>
              <a:ext cx="246"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D</a:t>
              </a:r>
            </a:p>
          </p:txBody>
        </p:sp>
        <p:sp>
          <p:nvSpPr>
            <p:cNvPr id="44038" name="Rectangle 6">
              <a:extLst>
                <a:ext uri="{FF2B5EF4-FFF2-40B4-BE49-F238E27FC236}">
                  <a16:creationId xmlns:a16="http://schemas.microsoft.com/office/drawing/2014/main" id="{63ABA6E2-8316-445C-9BF3-61DF7A723354}"/>
                </a:ext>
              </a:extLst>
            </p:cNvPr>
            <p:cNvSpPr>
              <a:spLocks noChangeArrowheads="1"/>
            </p:cNvSpPr>
            <p:nvPr/>
          </p:nvSpPr>
          <p:spPr bwMode="auto">
            <a:xfrm>
              <a:off x="288" y="2483"/>
              <a:ext cx="90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    int</a:t>
              </a:r>
            </a:p>
          </p:txBody>
        </p:sp>
        <p:sp>
          <p:nvSpPr>
            <p:cNvPr id="44039" name="Rectangle 7">
              <a:extLst>
                <a:ext uri="{FF2B5EF4-FFF2-40B4-BE49-F238E27FC236}">
                  <a16:creationId xmlns:a16="http://schemas.microsoft.com/office/drawing/2014/main" id="{EFCAF350-27E5-4EFE-9443-707D1D7D2379}"/>
                </a:ext>
              </a:extLst>
            </p:cNvPr>
            <p:cNvSpPr>
              <a:spLocks noChangeArrowheads="1"/>
            </p:cNvSpPr>
            <p:nvPr/>
          </p:nvSpPr>
          <p:spPr bwMode="auto">
            <a:xfrm>
              <a:off x="550" y="1964"/>
              <a:ext cx="369"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T</a:t>
              </a:r>
            </a:p>
          </p:txBody>
        </p:sp>
        <p:sp>
          <p:nvSpPr>
            <p:cNvPr id="44040" name="Line 8">
              <a:extLst>
                <a:ext uri="{FF2B5EF4-FFF2-40B4-BE49-F238E27FC236}">
                  <a16:creationId xmlns:a16="http://schemas.microsoft.com/office/drawing/2014/main" id="{2F7EF43D-4939-4BF9-B125-9D1C4EECC526}"/>
                </a:ext>
              </a:extLst>
            </p:cNvPr>
            <p:cNvSpPr>
              <a:spLocks noChangeShapeType="1"/>
            </p:cNvSpPr>
            <p:nvPr/>
          </p:nvSpPr>
          <p:spPr bwMode="auto">
            <a:xfrm flipH="1">
              <a:off x="721" y="1632"/>
              <a:ext cx="1168" cy="33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41" name="Rectangle 9">
              <a:extLst>
                <a:ext uri="{FF2B5EF4-FFF2-40B4-BE49-F238E27FC236}">
                  <a16:creationId xmlns:a16="http://schemas.microsoft.com/office/drawing/2014/main" id="{A256C74B-EAD3-43FB-A5C2-D516150D9A75}"/>
                </a:ext>
              </a:extLst>
            </p:cNvPr>
            <p:cNvSpPr>
              <a:spLocks noChangeArrowheads="1"/>
            </p:cNvSpPr>
            <p:nvPr/>
          </p:nvSpPr>
          <p:spPr bwMode="auto">
            <a:xfrm>
              <a:off x="3533" y="2462"/>
              <a:ext cx="24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4042" name="Line 10">
              <a:extLst>
                <a:ext uri="{FF2B5EF4-FFF2-40B4-BE49-F238E27FC236}">
                  <a16:creationId xmlns:a16="http://schemas.microsoft.com/office/drawing/2014/main" id="{55897DBC-9750-4F2E-853A-B09A12C3F63D}"/>
                </a:ext>
              </a:extLst>
            </p:cNvPr>
            <p:cNvSpPr>
              <a:spLocks noChangeShapeType="1"/>
            </p:cNvSpPr>
            <p:nvPr/>
          </p:nvSpPr>
          <p:spPr bwMode="auto">
            <a:xfrm>
              <a:off x="645" y="2282"/>
              <a:ext cx="0" cy="29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43" name="Line 11">
              <a:extLst>
                <a:ext uri="{FF2B5EF4-FFF2-40B4-BE49-F238E27FC236}">
                  <a16:creationId xmlns:a16="http://schemas.microsoft.com/office/drawing/2014/main" id="{C46AD133-BFEB-4BAA-9115-1BE256736DBD}"/>
                </a:ext>
              </a:extLst>
            </p:cNvPr>
            <p:cNvSpPr>
              <a:spLocks noChangeShapeType="1"/>
            </p:cNvSpPr>
            <p:nvPr/>
          </p:nvSpPr>
          <p:spPr bwMode="auto">
            <a:xfrm>
              <a:off x="3840" y="2304"/>
              <a:ext cx="660" cy="191"/>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44" name="Line 12">
              <a:extLst>
                <a:ext uri="{FF2B5EF4-FFF2-40B4-BE49-F238E27FC236}">
                  <a16:creationId xmlns:a16="http://schemas.microsoft.com/office/drawing/2014/main" id="{A50802E4-4287-43E7-8B06-EDD0A6F86FD7}"/>
                </a:ext>
              </a:extLst>
            </p:cNvPr>
            <p:cNvSpPr>
              <a:spLocks noChangeShapeType="1"/>
            </p:cNvSpPr>
            <p:nvPr/>
          </p:nvSpPr>
          <p:spPr bwMode="auto">
            <a:xfrm flipH="1">
              <a:off x="2654" y="2294"/>
              <a:ext cx="660" cy="19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45" name="Rectangle 13">
              <a:extLst>
                <a:ext uri="{FF2B5EF4-FFF2-40B4-BE49-F238E27FC236}">
                  <a16:creationId xmlns:a16="http://schemas.microsoft.com/office/drawing/2014/main" id="{47C3B9BE-F5D1-45AC-8FB1-5B05ABAD1DBD}"/>
                </a:ext>
              </a:extLst>
            </p:cNvPr>
            <p:cNvSpPr>
              <a:spLocks noChangeArrowheads="1"/>
            </p:cNvSpPr>
            <p:nvPr/>
          </p:nvSpPr>
          <p:spPr bwMode="auto">
            <a:xfrm>
              <a:off x="4534" y="2488"/>
              <a:ext cx="56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3</a:t>
              </a:r>
            </a:p>
          </p:txBody>
        </p:sp>
        <p:sp>
          <p:nvSpPr>
            <p:cNvPr id="44046" name="Rectangle 14">
              <a:extLst>
                <a:ext uri="{FF2B5EF4-FFF2-40B4-BE49-F238E27FC236}">
                  <a16:creationId xmlns:a16="http://schemas.microsoft.com/office/drawing/2014/main" id="{9A5DA1C9-BF31-4F02-8FC6-65BBA14CE993}"/>
                </a:ext>
              </a:extLst>
            </p:cNvPr>
            <p:cNvSpPr>
              <a:spLocks noChangeArrowheads="1"/>
            </p:cNvSpPr>
            <p:nvPr/>
          </p:nvSpPr>
          <p:spPr bwMode="auto">
            <a:xfrm>
              <a:off x="3500" y="1972"/>
              <a:ext cx="33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44047" name="Line 15">
              <a:extLst>
                <a:ext uri="{FF2B5EF4-FFF2-40B4-BE49-F238E27FC236}">
                  <a16:creationId xmlns:a16="http://schemas.microsoft.com/office/drawing/2014/main" id="{7C97A090-E097-4F7F-86AF-0CC4246F8F4C}"/>
                </a:ext>
              </a:extLst>
            </p:cNvPr>
            <p:cNvSpPr>
              <a:spLocks noChangeShapeType="1"/>
            </p:cNvSpPr>
            <p:nvPr/>
          </p:nvSpPr>
          <p:spPr bwMode="auto">
            <a:xfrm>
              <a:off x="2320" y="1632"/>
              <a:ext cx="1168" cy="33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48" name="Line 16">
              <a:extLst>
                <a:ext uri="{FF2B5EF4-FFF2-40B4-BE49-F238E27FC236}">
                  <a16:creationId xmlns:a16="http://schemas.microsoft.com/office/drawing/2014/main" id="{FBFBD74F-0A84-4349-BF6C-D4FE6FB192B1}"/>
                </a:ext>
              </a:extLst>
            </p:cNvPr>
            <p:cNvSpPr>
              <a:spLocks noChangeShapeType="1"/>
            </p:cNvSpPr>
            <p:nvPr/>
          </p:nvSpPr>
          <p:spPr bwMode="auto">
            <a:xfrm>
              <a:off x="1444" y="3252"/>
              <a:ext cx="0" cy="29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49" name="Line 17">
              <a:extLst>
                <a:ext uri="{FF2B5EF4-FFF2-40B4-BE49-F238E27FC236}">
                  <a16:creationId xmlns:a16="http://schemas.microsoft.com/office/drawing/2014/main" id="{5F70B249-B746-4C0A-BCD9-7A347D5F33CA}"/>
                </a:ext>
              </a:extLst>
            </p:cNvPr>
            <p:cNvSpPr>
              <a:spLocks noChangeShapeType="1"/>
            </p:cNvSpPr>
            <p:nvPr/>
          </p:nvSpPr>
          <p:spPr bwMode="auto">
            <a:xfrm>
              <a:off x="2443" y="2779"/>
              <a:ext cx="0" cy="29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50" name="Line 18">
              <a:extLst>
                <a:ext uri="{FF2B5EF4-FFF2-40B4-BE49-F238E27FC236}">
                  <a16:creationId xmlns:a16="http://schemas.microsoft.com/office/drawing/2014/main" id="{97FC3617-994C-4FA6-A7F6-B985AA867087}"/>
                </a:ext>
              </a:extLst>
            </p:cNvPr>
            <p:cNvSpPr>
              <a:spLocks noChangeShapeType="1"/>
            </p:cNvSpPr>
            <p:nvPr/>
          </p:nvSpPr>
          <p:spPr bwMode="auto">
            <a:xfrm>
              <a:off x="3597" y="2295"/>
              <a:ext cx="0" cy="29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51" name="Rectangle 19">
              <a:extLst>
                <a:ext uri="{FF2B5EF4-FFF2-40B4-BE49-F238E27FC236}">
                  <a16:creationId xmlns:a16="http://schemas.microsoft.com/office/drawing/2014/main" id="{B7FCA51F-99F0-497B-BE41-BFD9424BCE0F}"/>
                </a:ext>
              </a:extLst>
            </p:cNvPr>
            <p:cNvSpPr>
              <a:spLocks noChangeArrowheads="1"/>
            </p:cNvSpPr>
            <p:nvPr/>
          </p:nvSpPr>
          <p:spPr bwMode="auto">
            <a:xfrm>
              <a:off x="2377" y="2484"/>
              <a:ext cx="291"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44052" name="Rectangle 20">
              <a:extLst>
                <a:ext uri="{FF2B5EF4-FFF2-40B4-BE49-F238E27FC236}">
                  <a16:creationId xmlns:a16="http://schemas.microsoft.com/office/drawing/2014/main" id="{A9E171E2-AF50-4F86-9097-D0E70840FC5F}"/>
                </a:ext>
              </a:extLst>
            </p:cNvPr>
            <p:cNvSpPr>
              <a:spLocks noChangeArrowheads="1"/>
            </p:cNvSpPr>
            <p:nvPr/>
          </p:nvSpPr>
          <p:spPr bwMode="auto">
            <a:xfrm>
              <a:off x="1377" y="2959"/>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44053" name="Line 21">
              <a:extLst>
                <a:ext uri="{FF2B5EF4-FFF2-40B4-BE49-F238E27FC236}">
                  <a16:creationId xmlns:a16="http://schemas.microsoft.com/office/drawing/2014/main" id="{33FC05CB-722A-4FB9-9393-AFA09D92D0E1}"/>
                </a:ext>
              </a:extLst>
            </p:cNvPr>
            <p:cNvSpPr>
              <a:spLocks noChangeShapeType="1"/>
            </p:cNvSpPr>
            <p:nvPr/>
          </p:nvSpPr>
          <p:spPr bwMode="auto">
            <a:xfrm flipH="1">
              <a:off x="1536" y="2784"/>
              <a:ext cx="660" cy="191"/>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54" name="Line 22">
              <a:extLst>
                <a:ext uri="{FF2B5EF4-FFF2-40B4-BE49-F238E27FC236}">
                  <a16:creationId xmlns:a16="http://schemas.microsoft.com/office/drawing/2014/main" id="{80AB5D55-EFAA-40FD-BC23-00ADADBFE1B4}"/>
                </a:ext>
              </a:extLst>
            </p:cNvPr>
            <p:cNvSpPr>
              <a:spLocks noChangeShapeType="1"/>
            </p:cNvSpPr>
            <p:nvPr/>
          </p:nvSpPr>
          <p:spPr bwMode="auto">
            <a:xfrm>
              <a:off x="2689" y="2820"/>
              <a:ext cx="660" cy="19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55" name="Rectangle 23">
              <a:extLst>
                <a:ext uri="{FF2B5EF4-FFF2-40B4-BE49-F238E27FC236}">
                  <a16:creationId xmlns:a16="http://schemas.microsoft.com/office/drawing/2014/main" id="{E7C7D219-BC7D-4927-814D-EBFF4048605E}"/>
                </a:ext>
              </a:extLst>
            </p:cNvPr>
            <p:cNvSpPr>
              <a:spLocks noChangeArrowheads="1"/>
            </p:cNvSpPr>
            <p:nvPr/>
          </p:nvSpPr>
          <p:spPr bwMode="auto">
            <a:xfrm>
              <a:off x="3273" y="2997"/>
              <a:ext cx="568"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2</a:t>
              </a:r>
            </a:p>
          </p:txBody>
        </p:sp>
        <p:sp>
          <p:nvSpPr>
            <p:cNvPr id="44056" name="Rectangle 24">
              <a:extLst>
                <a:ext uri="{FF2B5EF4-FFF2-40B4-BE49-F238E27FC236}">
                  <a16:creationId xmlns:a16="http://schemas.microsoft.com/office/drawing/2014/main" id="{1FCE86D3-5D7B-4040-886A-1BC44B005D8C}"/>
                </a:ext>
              </a:extLst>
            </p:cNvPr>
            <p:cNvSpPr>
              <a:spLocks noChangeArrowheads="1"/>
            </p:cNvSpPr>
            <p:nvPr/>
          </p:nvSpPr>
          <p:spPr bwMode="auto">
            <a:xfrm>
              <a:off x="1319" y="3509"/>
              <a:ext cx="568"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1</a:t>
              </a:r>
            </a:p>
          </p:txBody>
        </p:sp>
        <p:sp>
          <p:nvSpPr>
            <p:cNvPr id="44057" name="Rectangle 25">
              <a:extLst>
                <a:ext uri="{FF2B5EF4-FFF2-40B4-BE49-F238E27FC236}">
                  <a16:creationId xmlns:a16="http://schemas.microsoft.com/office/drawing/2014/main" id="{7205D3DC-6452-4EF0-B3B7-321DED89D1DF}"/>
                </a:ext>
              </a:extLst>
            </p:cNvPr>
            <p:cNvSpPr>
              <a:spLocks noChangeArrowheads="1"/>
            </p:cNvSpPr>
            <p:nvPr/>
          </p:nvSpPr>
          <p:spPr bwMode="auto">
            <a:xfrm>
              <a:off x="2365" y="2945"/>
              <a:ext cx="24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4058" name="Rectangle 26">
              <a:extLst>
                <a:ext uri="{FF2B5EF4-FFF2-40B4-BE49-F238E27FC236}">
                  <a16:creationId xmlns:a16="http://schemas.microsoft.com/office/drawing/2014/main" id="{62ABD11C-293B-4572-A5F8-5DFEA3BED6A0}"/>
                </a:ext>
              </a:extLst>
            </p:cNvPr>
            <p:cNvSpPr>
              <a:spLocks noChangeArrowheads="1"/>
            </p:cNvSpPr>
            <p:nvPr/>
          </p:nvSpPr>
          <p:spPr bwMode="auto">
            <a:xfrm>
              <a:off x="1729" y="3532"/>
              <a:ext cx="6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B2B2B2"/>
                  </a:solidFill>
                  <a:ea typeface="宋体" panose="02010600030101010101" pitchFamily="2" charset="-122"/>
                </a:rPr>
                <a:t>1 </a:t>
              </a:r>
              <a:r>
                <a:rPr lang="en-US" altLang="zh-CN" sz="2800" b="1" i="1">
                  <a:solidFill>
                    <a:srgbClr val="B2B2B2"/>
                  </a:solidFill>
                  <a:ea typeface="宋体" panose="02010600030101010101" pitchFamily="2" charset="-122"/>
                </a:rPr>
                <a:t>entry</a:t>
              </a:r>
            </a:p>
          </p:txBody>
        </p:sp>
        <p:sp>
          <p:nvSpPr>
            <p:cNvPr id="44059" name="Rectangle 27">
              <a:extLst>
                <a:ext uri="{FF2B5EF4-FFF2-40B4-BE49-F238E27FC236}">
                  <a16:creationId xmlns:a16="http://schemas.microsoft.com/office/drawing/2014/main" id="{1FA7B002-3937-47DA-A9EC-250435C5C2BC}"/>
                </a:ext>
              </a:extLst>
            </p:cNvPr>
            <p:cNvSpPr>
              <a:spLocks noChangeArrowheads="1"/>
            </p:cNvSpPr>
            <p:nvPr/>
          </p:nvSpPr>
          <p:spPr bwMode="auto">
            <a:xfrm>
              <a:off x="1670" y="2985"/>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B2B2B2"/>
                  </a:solidFill>
                  <a:ea typeface="宋体" panose="02010600030101010101" pitchFamily="2" charset="-122"/>
                </a:rPr>
                <a:t>10</a:t>
              </a:r>
            </a:p>
          </p:txBody>
        </p:sp>
        <p:sp>
          <p:nvSpPr>
            <p:cNvPr id="44060" name="Line 28">
              <a:extLst>
                <a:ext uri="{FF2B5EF4-FFF2-40B4-BE49-F238E27FC236}">
                  <a16:creationId xmlns:a16="http://schemas.microsoft.com/office/drawing/2014/main" id="{9EEEA61B-AAF0-4B5E-9750-3C56434A61E7}"/>
                </a:ext>
              </a:extLst>
            </p:cNvPr>
            <p:cNvSpPr>
              <a:spLocks noChangeShapeType="1"/>
            </p:cNvSpPr>
            <p:nvPr/>
          </p:nvSpPr>
          <p:spPr bwMode="auto">
            <a:xfrm flipV="1">
              <a:off x="1811" y="3241"/>
              <a:ext cx="0" cy="345"/>
            </a:xfrm>
            <a:prstGeom prst="line">
              <a:avLst/>
            </a:prstGeom>
            <a:noFill/>
            <a:ln w="25400">
              <a:solidFill>
                <a:srgbClr val="B2B2B2"/>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4061" name="Rectangle 29">
              <a:extLst>
                <a:ext uri="{FF2B5EF4-FFF2-40B4-BE49-F238E27FC236}">
                  <a16:creationId xmlns:a16="http://schemas.microsoft.com/office/drawing/2014/main" id="{5A64E454-8E8E-4B56-B1BC-A16DE0896FA7}"/>
                </a:ext>
              </a:extLst>
            </p:cNvPr>
            <p:cNvSpPr>
              <a:spLocks noChangeArrowheads="1"/>
            </p:cNvSpPr>
            <p:nvPr/>
          </p:nvSpPr>
          <p:spPr bwMode="auto">
            <a:xfrm>
              <a:off x="3712" y="3046"/>
              <a:ext cx="67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B2B2B2"/>
                  </a:solidFill>
                  <a:ea typeface="宋体" panose="02010600030101010101" pitchFamily="2" charset="-122"/>
                </a:rPr>
                <a:t>2 </a:t>
              </a:r>
              <a:r>
                <a:rPr lang="en-US" altLang="zh-CN" sz="2800" b="1" i="1">
                  <a:solidFill>
                    <a:srgbClr val="B2B2B2"/>
                  </a:solidFill>
                  <a:ea typeface="宋体" panose="02010600030101010101" pitchFamily="2" charset="-122"/>
                </a:rPr>
                <a:t>entry</a:t>
              </a:r>
            </a:p>
          </p:txBody>
        </p:sp>
        <p:sp>
          <p:nvSpPr>
            <p:cNvPr id="44062" name="Rectangle 30">
              <a:extLst>
                <a:ext uri="{FF2B5EF4-FFF2-40B4-BE49-F238E27FC236}">
                  <a16:creationId xmlns:a16="http://schemas.microsoft.com/office/drawing/2014/main" id="{B872DF4F-55FF-4BCB-9F57-1F8B5C1BD111}"/>
                </a:ext>
              </a:extLst>
            </p:cNvPr>
            <p:cNvSpPr>
              <a:spLocks noChangeArrowheads="1"/>
            </p:cNvSpPr>
            <p:nvPr/>
          </p:nvSpPr>
          <p:spPr bwMode="auto">
            <a:xfrm>
              <a:off x="4942" y="2527"/>
              <a:ext cx="67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B2B2B2"/>
                  </a:solidFill>
                  <a:ea typeface="宋体" panose="02010600030101010101" pitchFamily="2" charset="-122"/>
                </a:rPr>
                <a:t>3 </a:t>
              </a:r>
              <a:r>
                <a:rPr lang="en-US" altLang="zh-CN" sz="2800" b="1" i="1">
                  <a:solidFill>
                    <a:srgbClr val="B2B2B2"/>
                  </a:solidFill>
                  <a:ea typeface="宋体" panose="02010600030101010101" pitchFamily="2" charset="-122"/>
                </a:rPr>
                <a:t>entry</a:t>
              </a:r>
            </a:p>
          </p:txBody>
        </p:sp>
        <p:sp>
          <p:nvSpPr>
            <p:cNvPr id="44063" name="Rectangle 31">
              <a:extLst>
                <a:ext uri="{FF2B5EF4-FFF2-40B4-BE49-F238E27FC236}">
                  <a16:creationId xmlns:a16="http://schemas.microsoft.com/office/drawing/2014/main" id="{1B076DEF-6C56-41BC-810C-2414C7880F04}"/>
                </a:ext>
              </a:extLst>
            </p:cNvPr>
            <p:cNvSpPr>
              <a:spLocks noChangeArrowheads="1"/>
            </p:cNvSpPr>
            <p:nvPr/>
          </p:nvSpPr>
          <p:spPr bwMode="auto">
            <a:xfrm>
              <a:off x="731" y="2983"/>
              <a:ext cx="42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solidFill>
                    <a:srgbClr val="B2B2B2"/>
                  </a:solidFill>
                  <a:ea typeface="宋体" panose="02010600030101010101" pitchFamily="2" charset="-122"/>
                </a:rPr>
                <a:t>in </a:t>
              </a:r>
              <a:r>
                <a:rPr lang="en-US" altLang="zh-CN" sz="2800" b="1">
                  <a:solidFill>
                    <a:srgbClr val="B2B2B2"/>
                  </a:solidFill>
                  <a:ea typeface="宋体" panose="02010600030101010101" pitchFamily="2" charset="-122"/>
                </a:rPr>
                <a:t>9</a:t>
              </a:r>
            </a:p>
          </p:txBody>
        </p:sp>
        <p:sp>
          <p:nvSpPr>
            <p:cNvPr id="44064" name="Rectangle 32">
              <a:extLst>
                <a:ext uri="{FF2B5EF4-FFF2-40B4-BE49-F238E27FC236}">
                  <a16:creationId xmlns:a16="http://schemas.microsoft.com/office/drawing/2014/main" id="{F67EF3F7-C683-43CF-8CF6-1D6B96FFFB6E}"/>
                </a:ext>
              </a:extLst>
            </p:cNvPr>
            <p:cNvSpPr>
              <a:spLocks noChangeArrowheads="1"/>
            </p:cNvSpPr>
            <p:nvPr/>
          </p:nvSpPr>
          <p:spPr bwMode="auto">
            <a:xfrm>
              <a:off x="2730" y="2501"/>
              <a:ext cx="274"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B2B2B2"/>
                  </a:solidFill>
                  <a:ea typeface="宋体" panose="02010600030101010101" pitchFamily="2" charset="-122"/>
                </a:rPr>
                <a:t>8</a:t>
              </a:r>
            </a:p>
          </p:txBody>
        </p:sp>
        <p:sp>
          <p:nvSpPr>
            <p:cNvPr id="44065" name="Rectangle 33">
              <a:extLst>
                <a:ext uri="{FF2B5EF4-FFF2-40B4-BE49-F238E27FC236}">
                  <a16:creationId xmlns:a16="http://schemas.microsoft.com/office/drawing/2014/main" id="{16403361-3888-4BC7-8469-BD029E6E2E06}"/>
                </a:ext>
              </a:extLst>
            </p:cNvPr>
            <p:cNvSpPr>
              <a:spLocks noChangeArrowheads="1"/>
            </p:cNvSpPr>
            <p:nvPr/>
          </p:nvSpPr>
          <p:spPr bwMode="auto">
            <a:xfrm>
              <a:off x="1764" y="2498"/>
              <a:ext cx="428"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solidFill>
                    <a:srgbClr val="B2B2B2"/>
                  </a:solidFill>
                  <a:ea typeface="宋体" panose="02010600030101010101" pitchFamily="2" charset="-122"/>
                </a:rPr>
                <a:t>in </a:t>
              </a:r>
              <a:r>
                <a:rPr lang="en-US" altLang="zh-CN" sz="2800" b="1">
                  <a:solidFill>
                    <a:srgbClr val="B2B2B2"/>
                  </a:solidFill>
                  <a:ea typeface="宋体" panose="02010600030101010101" pitchFamily="2" charset="-122"/>
                </a:rPr>
                <a:t>7</a:t>
              </a:r>
            </a:p>
          </p:txBody>
        </p:sp>
        <p:sp>
          <p:nvSpPr>
            <p:cNvPr id="44066" name="Rectangle 34">
              <a:extLst>
                <a:ext uri="{FF2B5EF4-FFF2-40B4-BE49-F238E27FC236}">
                  <a16:creationId xmlns:a16="http://schemas.microsoft.com/office/drawing/2014/main" id="{180437AF-A9C1-47CC-8C85-6B903D9B0644}"/>
                </a:ext>
              </a:extLst>
            </p:cNvPr>
            <p:cNvSpPr>
              <a:spLocks noChangeArrowheads="1"/>
            </p:cNvSpPr>
            <p:nvPr/>
          </p:nvSpPr>
          <p:spPr bwMode="auto">
            <a:xfrm>
              <a:off x="3841" y="2003"/>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B2B2B2"/>
                  </a:solidFill>
                  <a:ea typeface="宋体" panose="02010600030101010101" pitchFamily="2" charset="-122"/>
                </a:rPr>
                <a:t>6</a:t>
              </a:r>
            </a:p>
          </p:txBody>
        </p:sp>
        <p:sp>
          <p:nvSpPr>
            <p:cNvPr id="44067" name="Rectangle 35">
              <a:extLst>
                <a:ext uri="{FF2B5EF4-FFF2-40B4-BE49-F238E27FC236}">
                  <a16:creationId xmlns:a16="http://schemas.microsoft.com/office/drawing/2014/main" id="{DFFBA982-4AB4-4F5E-975D-ECBA87D6E6FD}"/>
                </a:ext>
              </a:extLst>
            </p:cNvPr>
            <p:cNvSpPr>
              <a:spLocks noChangeArrowheads="1"/>
            </p:cNvSpPr>
            <p:nvPr/>
          </p:nvSpPr>
          <p:spPr bwMode="auto">
            <a:xfrm>
              <a:off x="2838" y="1977"/>
              <a:ext cx="5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solidFill>
                    <a:srgbClr val="B2B2B2"/>
                  </a:solidFill>
                  <a:ea typeface="宋体" panose="02010600030101010101" pitchFamily="2" charset="-122"/>
                </a:rPr>
                <a:t>in </a:t>
              </a:r>
              <a:r>
                <a:rPr lang="en-US" altLang="zh-CN" sz="2800" b="1">
                  <a:solidFill>
                    <a:srgbClr val="B2B2B2"/>
                  </a:solidFill>
                  <a:ea typeface="宋体" panose="02010600030101010101" pitchFamily="2" charset="-122"/>
                </a:rPr>
                <a:t>5</a:t>
              </a:r>
            </a:p>
          </p:txBody>
        </p:sp>
        <p:sp>
          <p:nvSpPr>
            <p:cNvPr id="44068" name="Rectangle 36">
              <a:extLst>
                <a:ext uri="{FF2B5EF4-FFF2-40B4-BE49-F238E27FC236}">
                  <a16:creationId xmlns:a16="http://schemas.microsoft.com/office/drawing/2014/main" id="{13711028-4184-44A3-9EC5-73BD35B07BBE}"/>
                </a:ext>
              </a:extLst>
            </p:cNvPr>
            <p:cNvSpPr>
              <a:spLocks noChangeArrowheads="1"/>
            </p:cNvSpPr>
            <p:nvPr/>
          </p:nvSpPr>
          <p:spPr bwMode="auto">
            <a:xfrm>
              <a:off x="887" y="2003"/>
              <a:ext cx="613"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B2B2B2"/>
                  </a:solidFill>
                  <a:ea typeface="宋体" panose="02010600030101010101" pitchFamily="2" charset="-122"/>
                </a:rPr>
                <a:t>4 </a:t>
              </a:r>
              <a:r>
                <a:rPr lang="en-US" altLang="zh-CN" sz="2800" b="1" i="1">
                  <a:solidFill>
                    <a:srgbClr val="B2B2B2"/>
                  </a:solidFill>
                  <a:ea typeface="宋体" panose="02010600030101010101" pitchFamily="2" charset="-122"/>
                </a:rPr>
                <a:t>type</a:t>
              </a:r>
            </a:p>
          </p:txBody>
        </p:sp>
        <p:sp>
          <p:nvSpPr>
            <p:cNvPr id="44069" name="Line 37">
              <a:extLst>
                <a:ext uri="{FF2B5EF4-FFF2-40B4-BE49-F238E27FC236}">
                  <a16:creationId xmlns:a16="http://schemas.microsoft.com/office/drawing/2014/main" id="{41BFFF3F-7955-4135-A4E7-6E10B2854EF7}"/>
                </a:ext>
              </a:extLst>
            </p:cNvPr>
            <p:cNvSpPr>
              <a:spLocks noChangeShapeType="1"/>
            </p:cNvSpPr>
            <p:nvPr/>
          </p:nvSpPr>
          <p:spPr bwMode="auto">
            <a:xfrm flipH="1">
              <a:off x="2084" y="2331"/>
              <a:ext cx="660" cy="191"/>
            </a:xfrm>
            <a:prstGeom prst="line">
              <a:avLst/>
            </a:prstGeom>
            <a:noFill/>
            <a:ln w="25400">
              <a:solidFill>
                <a:srgbClr val="B2B2B2"/>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4070" name="Line 38">
              <a:extLst>
                <a:ext uri="{FF2B5EF4-FFF2-40B4-BE49-F238E27FC236}">
                  <a16:creationId xmlns:a16="http://schemas.microsoft.com/office/drawing/2014/main" id="{2AD5C925-BC05-4D57-AF47-C6CD1DD57B66}"/>
                </a:ext>
              </a:extLst>
            </p:cNvPr>
            <p:cNvSpPr>
              <a:spLocks noChangeShapeType="1"/>
            </p:cNvSpPr>
            <p:nvPr/>
          </p:nvSpPr>
          <p:spPr bwMode="auto">
            <a:xfrm flipH="1">
              <a:off x="1056" y="2736"/>
              <a:ext cx="660" cy="191"/>
            </a:xfrm>
            <a:prstGeom prst="line">
              <a:avLst/>
            </a:prstGeom>
            <a:noFill/>
            <a:ln w="25400">
              <a:solidFill>
                <a:srgbClr val="B2B2B2"/>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4071" name="Line 39">
              <a:extLst>
                <a:ext uri="{FF2B5EF4-FFF2-40B4-BE49-F238E27FC236}">
                  <a16:creationId xmlns:a16="http://schemas.microsoft.com/office/drawing/2014/main" id="{C17DF5CB-7051-414C-BFDA-0E878F7C87D9}"/>
                </a:ext>
              </a:extLst>
            </p:cNvPr>
            <p:cNvSpPr>
              <a:spLocks noChangeShapeType="1"/>
            </p:cNvSpPr>
            <p:nvPr/>
          </p:nvSpPr>
          <p:spPr bwMode="auto">
            <a:xfrm flipH="1" flipV="1">
              <a:off x="4130" y="2244"/>
              <a:ext cx="1060" cy="331"/>
            </a:xfrm>
            <a:prstGeom prst="line">
              <a:avLst/>
            </a:prstGeom>
            <a:noFill/>
            <a:ln w="25400">
              <a:solidFill>
                <a:srgbClr val="B2B2B2"/>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4072" name="Line 40">
              <a:extLst>
                <a:ext uri="{FF2B5EF4-FFF2-40B4-BE49-F238E27FC236}">
                  <a16:creationId xmlns:a16="http://schemas.microsoft.com/office/drawing/2014/main" id="{4A5C435B-0202-4D1F-AF88-493EA0184D54}"/>
                </a:ext>
              </a:extLst>
            </p:cNvPr>
            <p:cNvSpPr>
              <a:spLocks noChangeShapeType="1"/>
            </p:cNvSpPr>
            <p:nvPr/>
          </p:nvSpPr>
          <p:spPr bwMode="auto">
            <a:xfrm flipH="1" flipV="1">
              <a:off x="2945" y="2741"/>
              <a:ext cx="1060" cy="330"/>
            </a:xfrm>
            <a:prstGeom prst="line">
              <a:avLst/>
            </a:prstGeom>
            <a:noFill/>
            <a:ln w="25400">
              <a:solidFill>
                <a:srgbClr val="B2B2B2"/>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4073" name="Freeform 41">
              <a:extLst>
                <a:ext uri="{FF2B5EF4-FFF2-40B4-BE49-F238E27FC236}">
                  <a16:creationId xmlns:a16="http://schemas.microsoft.com/office/drawing/2014/main" id="{A0B461E1-CE07-4A82-9106-0CE5A46C8233}"/>
                </a:ext>
              </a:extLst>
            </p:cNvPr>
            <p:cNvSpPr>
              <a:spLocks/>
            </p:cNvSpPr>
            <p:nvPr/>
          </p:nvSpPr>
          <p:spPr bwMode="auto">
            <a:xfrm>
              <a:off x="1135" y="1815"/>
              <a:ext cx="1906" cy="268"/>
            </a:xfrm>
            <a:custGeom>
              <a:avLst/>
              <a:gdLst>
                <a:gd name="T0" fmla="*/ 0 w 1860"/>
                <a:gd name="T1" fmla="*/ 101 h 315"/>
                <a:gd name="T2" fmla="*/ 427 w 1860"/>
                <a:gd name="T3" fmla="*/ 38 h 315"/>
                <a:gd name="T4" fmla="*/ 1140 w 1860"/>
                <a:gd name="T5" fmla="*/ 0 h 315"/>
                <a:gd name="T6" fmla="*/ 1795 w 1860"/>
                <a:gd name="T7" fmla="*/ 39 h 315"/>
                <a:gd name="T8" fmla="*/ 2206 w 1860"/>
                <a:gd name="T9" fmla="*/ 92 h 315"/>
                <a:gd name="T10" fmla="*/ 0 60000 65536"/>
                <a:gd name="T11" fmla="*/ 0 60000 65536"/>
                <a:gd name="T12" fmla="*/ 0 60000 65536"/>
                <a:gd name="T13" fmla="*/ 0 60000 65536"/>
                <a:gd name="T14" fmla="*/ 0 60000 65536"/>
                <a:gd name="T15" fmla="*/ 0 w 1860"/>
                <a:gd name="T16" fmla="*/ 0 h 315"/>
                <a:gd name="T17" fmla="*/ 1860 w 1860"/>
                <a:gd name="T18" fmla="*/ 315 h 315"/>
              </a:gdLst>
              <a:ahLst/>
              <a:cxnLst>
                <a:cxn ang="T10">
                  <a:pos x="T0" y="T1"/>
                </a:cxn>
                <a:cxn ang="T11">
                  <a:pos x="T2" y="T3"/>
                </a:cxn>
                <a:cxn ang="T12">
                  <a:pos x="T4" y="T5"/>
                </a:cxn>
                <a:cxn ang="T13">
                  <a:pos x="T6" y="T7"/>
                </a:cxn>
                <a:cxn ang="T14">
                  <a:pos x="T8" y="T9"/>
                </a:cxn>
              </a:cxnLst>
              <a:rect l="T15" t="T16" r="T17" b="T18"/>
              <a:pathLst>
                <a:path w="1860" h="315">
                  <a:moveTo>
                    <a:pt x="0" y="315"/>
                  </a:moveTo>
                  <a:cubicBezTo>
                    <a:pt x="60" y="282"/>
                    <a:pt x="200" y="171"/>
                    <a:pt x="360" y="119"/>
                  </a:cubicBezTo>
                  <a:cubicBezTo>
                    <a:pt x="520" y="67"/>
                    <a:pt x="768" y="0"/>
                    <a:pt x="960" y="0"/>
                  </a:cubicBezTo>
                  <a:cubicBezTo>
                    <a:pt x="1152" y="0"/>
                    <a:pt x="1365" y="73"/>
                    <a:pt x="1515" y="120"/>
                  </a:cubicBezTo>
                  <a:cubicBezTo>
                    <a:pt x="1665" y="167"/>
                    <a:pt x="1788" y="251"/>
                    <a:pt x="1860" y="285"/>
                  </a:cubicBezTo>
                </a:path>
              </a:pathLst>
            </a:custGeom>
            <a:noFill/>
            <a:ln w="25400">
              <a:solidFill>
                <a:srgbClr val="B2B2B2"/>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4074" name="Freeform 42">
              <a:extLst>
                <a:ext uri="{FF2B5EF4-FFF2-40B4-BE49-F238E27FC236}">
                  <a16:creationId xmlns:a16="http://schemas.microsoft.com/office/drawing/2014/main" id="{9C19F16F-A994-4098-9DE1-F8A78149DFCB}"/>
                </a:ext>
              </a:extLst>
            </p:cNvPr>
            <p:cNvSpPr>
              <a:spLocks/>
            </p:cNvSpPr>
            <p:nvPr/>
          </p:nvSpPr>
          <p:spPr bwMode="auto">
            <a:xfrm>
              <a:off x="965" y="3282"/>
              <a:ext cx="754" cy="142"/>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rgbClr val="B2B2B2"/>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4075" name="Freeform 43">
              <a:extLst>
                <a:ext uri="{FF2B5EF4-FFF2-40B4-BE49-F238E27FC236}">
                  <a16:creationId xmlns:a16="http://schemas.microsoft.com/office/drawing/2014/main" id="{A8DF2099-8B8E-4656-A8CD-4073BDDE899F}"/>
                </a:ext>
              </a:extLst>
            </p:cNvPr>
            <p:cNvSpPr>
              <a:spLocks/>
            </p:cNvSpPr>
            <p:nvPr/>
          </p:nvSpPr>
          <p:spPr bwMode="auto">
            <a:xfrm>
              <a:off x="2016" y="2784"/>
              <a:ext cx="754" cy="142"/>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rgbClr val="B2B2B2"/>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4076" name="Freeform 44">
              <a:extLst>
                <a:ext uri="{FF2B5EF4-FFF2-40B4-BE49-F238E27FC236}">
                  <a16:creationId xmlns:a16="http://schemas.microsoft.com/office/drawing/2014/main" id="{0452DB3F-E452-4811-AEF0-3C02284A2D6B}"/>
                </a:ext>
              </a:extLst>
            </p:cNvPr>
            <p:cNvSpPr>
              <a:spLocks/>
            </p:cNvSpPr>
            <p:nvPr/>
          </p:nvSpPr>
          <p:spPr bwMode="auto">
            <a:xfrm>
              <a:off x="3086" y="2289"/>
              <a:ext cx="755" cy="142"/>
            </a:xfrm>
            <a:custGeom>
              <a:avLst/>
              <a:gdLst>
                <a:gd name="T0" fmla="*/ 0 w 736"/>
                <a:gd name="T1" fmla="*/ 0 h 167"/>
                <a:gd name="T2" fmla="*/ 413 w 736"/>
                <a:gd name="T3" fmla="*/ 53 h 167"/>
                <a:gd name="T4" fmla="*/ 879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rgbClr val="B2B2B2"/>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30807FC0-2DDC-A5C1-E320-EA5D3BBE5690}"/>
              </a:ext>
            </a:extLst>
          </p:cNvPr>
          <p:cNvSpPr>
            <a:spLocks noGrp="1"/>
          </p:cNvSpPr>
          <p:nvPr>
            <p:ph type="dt" sz="half" idx="10"/>
          </p:nvPr>
        </p:nvSpPr>
        <p:spPr/>
        <p:txBody>
          <a:bodyPr/>
          <a:lstStyle/>
          <a:p>
            <a:fld id="{4A8D6986-B9ED-41F0-BD0C-F8A04A91AB54}"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A8419EFA-B93F-ABB7-02AD-1AB0769FF53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DF5FE8DE-169C-B789-5000-2C985B8C3599}"/>
              </a:ext>
            </a:extLst>
          </p:cNvPr>
          <p:cNvSpPr>
            <a:spLocks noGrp="1"/>
          </p:cNvSpPr>
          <p:nvPr>
            <p:ph type="sldNum" sz="quarter" idx="12"/>
          </p:nvPr>
        </p:nvSpPr>
        <p:spPr/>
        <p:txBody>
          <a:bodyPr/>
          <a:lstStyle/>
          <a:p>
            <a:fld id="{094DEB03-EFC6-4C20-8FC8-295189A5386F}" type="slidenum">
              <a:rPr lang="zh-CN" altLang="en-US" smtClean="0"/>
              <a:pPr/>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15581E9B-FFE3-40D2-A98A-E6E9C1008A5F}"/>
              </a:ext>
            </a:extLst>
          </p:cNvPr>
          <p:cNvSpPr>
            <a:spLocks noGrp="1" noChangeArrowheads="1"/>
          </p:cNvSpPr>
          <p:nvPr>
            <p:ph type="title"/>
          </p:nvPr>
        </p:nvSpPr>
        <p:spPr/>
        <p:txBody>
          <a:bodyPr/>
          <a:lstStyle/>
          <a:p>
            <a:pPr eaLnBrk="1" hangingPunct="1"/>
            <a:r>
              <a:rPr lang="en-US" altLang="zh-CN" dirty="0"/>
              <a:t>4.1.5 </a:t>
            </a:r>
            <a:r>
              <a:rPr lang="zh-CN" altLang="en-US" dirty="0"/>
              <a:t>属性计算次序</a:t>
            </a:r>
          </a:p>
        </p:txBody>
      </p:sp>
      <p:sp>
        <p:nvSpPr>
          <p:cNvPr id="45059" name="Rectangle 3">
            <a:extLst>
              <a:ext uri="{FF2B5EF4-FFF2-40B4-BE49-F238E27FC236}">
                <a16:creationId xmlns:a16="http://schemas.microsoft.com/office/drawing/2014/main" id="{06AC20CA-C8BA-4F02-B7FA-FD2046E2C18A}"/>
              </a:ext>
            </a:extLst>
          </p:cNvPr>
          <p:cNvSpPr>
            <a:spLocks noGrp="1" noChangeArrowheads="1"/>
          </p:cNvSpPr>
          <p:nvPr>
            <p:ph idx="1"/>
          </p:nvPr>
        </p:nvSpPr>
        <p:spPr/>
        <p:txBody>
          <a:bodyPr/>
          <a:lstStyle/>
          <a:p>
            <a:pPr eaLnBrk="1" hangingPunct="1"/>
            <a:r>
              <a:rPr lang="zh-CN" altLang="en-US" sz="2400"/>
              <a:t>如何确定属性计算次序：</a:t>
            </a:r>
            <a:r>
              <a:rPr lang="zh-CN" altLang="en-US" sz="2400">
                <a:latin typeface="宋体" panose="02010600030101010101" pitchFamily="2" charset="-122"/>
              </a:rPr>
              <a:t>构造输入的分析树，构造属性依赖图</a:t>
            </a:r>
          </a:p>
        </p:txBody>
      </p:sp>
      <p:grpSp>
        <p:nvGrpSpPr>
          <p:cNvPr id="45060" name="Group 4">
            <a:extLst>
              <a:ext uri="{FF2B5EF4-FFF2-40B4-BE49-F238E27FC236}">
                <a16:creationId xmlns:a16="http://schemas.microsoft.com/office/drawing/2014/main" id="{17C500A8-FBD4-4D92-B004-B0488A39D73A}"/>
              </a:ext>
            </a:extLst>
          </p:cNvPr>
          <p:cNvGrpSpPr>
            <a:grpSpLocks/>
          </p:cNvGrpSpPr>
          <p:nvPr/>
        </p:nvGrpSpPr>
        <p:grpSpPr bwMode="auto">
          <a:xfrm>
            <a:off x="533400" y="2160000"/>
            <a:ext cx="8458200" cy="3878262"/>
            <a:chOff x="288" y="1392"/>
            <a:chExt cx="5328" cy="2443"/>
          </a:xfrm>
        </p:grpSpPr>
        <p:sp>
          <p:nvSpPr>
            <p:cNvPr id="45061" name="Rectangle 5">
              <a:extLst>
                <a:ext uri="{FF2B5EF4-FFF2-40B4-BE49-F238E27FC236}">
                  <a16:creationId xmlns:a16="http://schemas.microsoft.com/office/drawing/2014/main" id="{FE4C96E1-CF39-4BAF-B22F-E73E205354E5}"/>
                </a:ext>
              </a:extLst>
            </p:cNvPr>
            <p:cNvSpPr>
              <a:spLocks noChangeArrowheads="1"/>
            </p:cNvSpPr>
            <p:nvPr/>
          </p:nvSpPr>
          <p:spPr bwMode="auto">
            <a:xfrm>
              <a:off x="2012" y="1392"/>
              <a:ext cx="246"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D</a:t>
              </a:r>
            </a:p>
          </p:txBody>
        </p:sp>
        <p:sp>
          <p:nvSpPr>
            <p:cNvPr id="45062" name="Rectangle 6">
              <a:extLst>
                <a:ext uri="{FF2B5EF4-FFF2-40B4-BE49-F238E27FC236}">
                  <a16:creationId xmlns:a16="http://schemas.microsoft.com/office/drawing/2014/main" id="{0594B98E-C1E0-4B3D-AB2F-844A8FAA5F25}"/>
                </a:ext>
              </a:extLst>
            </p:cNvPr>
            <p:cNvSpPr>
              <a:spLocks noChangeArrowheads="1"/>
            </p:cNvSpPr>
            <p:nvPr/>
          </p:nvSpPr>
          <p:spPr bwMode="auto">
            <a:xfrm>
              <a:off x="288" y="2483"/>
              <a:ext cx="90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    int</a:t>
              </a:r>
            </a:p>
          </p:txBody>
        </p:sp>
        <p:sp>
          <p:nvSpPr>
            <p:cNvPr id="45063" name="Rectangle 7">
              <a:extLst>
                <a:ext uri="{FF2B5EF4-FFF2-40B4-BE49-F238E27FC236}">
                  <a16:creationId xmlns:a16="http://schemas.microsoft.com/office/drawing/2014/main" id="{3915DDD0-8699-4A72-AA63-0B97EAC9E6BF}"/>
                </a:ext>
              </a:extLst>
            </p:cNvPr>
            <p:cNvSpPr>
              <a:spLocks noChangeArrowheads="1"/>
            </p:cNvSpPr>
            <p:nvPr/>
          </p:nvSpPr>
          <p:spPr bwMode="auto">
            <a:xfrm>
              <a:off x="550" y="1964"/>
              <a:ext cx="369"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T</a:t>
              </a:r>
            </a:p>
          </p:txBody>
        </p:sp>
        <p:sp>
          <p:nvSpPr>
            <p:cNvPr id="45064" name="Line 8">
              <a:extLst>
                <a:ext uri="{FF2B5EF4-FFF2-40B4-BE49-F238E27FC236}">
                  <a16:creationId xmlns:a16="http://schemas.microsoft.com/office/drawing/2014/main" id="{0BD5E581-0FBB-4B03-8113-0C6D5FA883BB}"/>
                </a:ext>
              </a:extLst>
            </p:cNvPr>
            <p:cNvSpPr>
              <a:spLocks noChangeShapeType="1"/>
            </p:cNvSpPr>
            <p:nvPr/>
          </p:nvSpPr>
          <p:spPr bwMode="auto">
            <a:xfrm flipH="1">
              <a:off x="721" y="1632"/>
              <a:ext cx="1168" cy="33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65" name="Rectangle 9">
              <a:extLst>
                <a:ext uri="{FF2B5EF4-FFF2-40B4-BE49-F238E27FC236}">
                  <a16:creationId xmlns:a16="http://schemas.microsoft.com/office/drawing/2014/main" id="{8AABD5C8-CE5F-41BD-83B3-8430C3F68128}"/>
                </a:ext>
              </a:extLst>
            </p:cNvPr>
            <p:cNvSpPr>
              <a:spLocks noChangeArrowheads="1"/>
            </p:cNvSpPr>
            <p:nvPr/>
          </p:nvSpPr>
          <p:spPr bwMode="auto">
            <a:xfrm>
              <a:off x="3533" y="2462"/>
              <a:ext cx="24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5066" name="Line 10">
              <a:extLst>
                <a:ext uri="{FF2B5EF4-FFF2-40B4-BE49-F238E27FC236}">
                  <a16:creationId xmlns:a16="http://schemas.microsoft.com/office/drawing/2014/main" id="{A887635A-5D0D-46DA-BBF5-E9E5EAE82366}"/>
                </a:ext>
              </a:extLst>
            </p:cNvPr>
            <p:cNvSpPr>
              <a:spLocks noChangeShapeType="1"/>
            </p:cNvSpPr>
            <p:nvPr/>
          </p:nvSpPr>
          <p:spPr bwMode="auto">
            <a:xfrm>
              <a:off x="645" y="2282"/>
              <a:ext cx="0" cy="29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67" name="Line 11">
              <a:extLst>
                <a:ext uri="{FF2B5EF4-FFF2-40B4-BE49-F238E27FC236}">
                  <a16:creationId xmlns:a16="http://schemas.microsoft.com/office/drawing/2014/main" id="{F3513052-3D28-4BA5-8984-BCDBB489E7CC}"/>
                </a:ext>
              </a:extLst>
            </p:cNvPr>
            <p:cNvSpPr>
              <a:spLocks noChangeShapeType="1"/>
            </p:cNvSpPr>
            <p:nvPr/>
          </p:nvSpPr>
          <p:spPr bwMode="auto">
            <a:xfrm>
              <a:off x="3840" y="2304"/>
              <a:ext cx="660" cy="191"/>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68" name="Line 12">
              <a:extLst>
                <a:ext uri="{FF2B5EF4-FFF2-40B4-BE49-F238E27FC236}">
                  <a16:creationId xmlns:a16="http://schemas.microsoft.com/office/drawing/2014/main" id="{93229A77-63A9-4503-907C-23C921BBBDC4}"/>
                </a:ext>
              </a:extLst>
            </p:cNvPr>
            <p:cNvSpPr>
              <a:spLocks noChangeShapeType="1"/>
            </p:cNvSpPr>
            <p:nvPr/>
          </p:nvSpPr>
          <p:spPr bwMode="auto">
            <a:xfrm flipH="1">
              <a:off x="2654" y="2294"/>
              <a:ext cx="660" cy="19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69" name="Rectangle 13">
              <a:extLst>
                <a:ext uri="{FF2B5EF4-FFF2-40B4-BE49-F238E27FC236}">
                  <a16:creationId xmlns:a16="http://schemas.microsoft.com/office/drawing/2014/main" id="{72C12EAC-A70B-48FB-A2D7-0782C16074C9}"/>
                </a:ext>
              </a:extLst>
            </p:cNvPr>
            <p:cNvSpPr>
              <a:spLocks noChangeArrowheads="1"/>
            </p:cNvSpPr>
            <p:nvPr/>
          </p:nvSpPr>
          <p:spPr bwMode="auto">
            <a:xfrm>
              <a:off x="4534" y="2488"/>
              <a:ext cx="56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3</a:t>
              </a:r>
            </a:p>
          </p:txBody>
        </p:sp>
        <p:sp>
          <p:nvSpPr>
            <p:cNvPr id="45070" name="Rectangle 14">
              <a:extLst>
                <a:ext uri="{FF2B5EF4-FFF2-40B4-BE49-F238E27FC236}">
                  <a16:creationId xmlns:a16="http://schemas.microsoft.com/office/drawing/2014/main" id="{07198547-8197-4653-8728-64D5328248EC}"/>
                </a:ext>
              </a:extLst>
            </p:cNvPr>
            <p:cNvSpPr>
              <a:spLocks noChangeArrowheads="1"/>
            </p:cNvSpPr>
            <p:nvPr/>
          </p:nvSpPr>
          <p:spPr bwMode="auto">
            <a:xfrm>
              <a:off x="3500" y="1972"/>
              <a:ext cx="33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45071" name="Line 15">
              <a:extLst>
                <a:ext uri="{FF2B5EF4-FFF2-40B4-BE49-F238E27FC236}">
                  <a16:creationId xmlns:a16="http://schemas.microsoft.com/office/drawing/2014/main" id="{B5BB90B0-6934-49DC-80BD-717BA93E0A7E}"/>
                </a:ext>
              </a:extLst>
            </p:cNvPr>
            <p:cNvSpPr>
              <a:spLocks noChangeShapeType="1"/>
            </p:cNvSpPr>
            <p:nvPr/>
          </p:nvSpPr>
          <p:spPr bwMode="auto">
            <a:xfrm>
              <a:off x="2320" y="1632"/>
              <a:ext cx="1168" cy="33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72" name="Line 16">
              <a:extLst>
                <a:ext uri="{FF2B5EF4-FFF2-40B4-BE49-F238E27FC236}">
                  <a16:creationId xmlns:a16="http://schemas.microsoft.com/office/drawing/2014/main" id="{B1AED4FF-0E71-4984-95FA-CF08902C87BE}"/>
                </a:ext>
              </a:extLst>
            </p:cNvPr>
            <p:cNvSpPr>
              <a:spLocks noChangeShapeType="1"/>
            </p:cNvSpPr>
            <p:nvPr/>
          </p:nvSpPr>
          <p:spPr bwMode="auto">
            <a:xfrm>
              <a:off x="1444" y="3252"/>
              <a:ext cx="0" cy="29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73" name="Line 17">
              <a:extLst>
                <a:ext uri="{FF2B5EF4-FFF2-40B4-BE49-F238E27FC236}">
                  <a16:creationId xmlns:a16="http://schemas.microsoft.com/office/drawing/2014/main" id="{A158A789-7BFE-4982-850F-00EFFF06D70D}"/>
                </a:ext>
              </a:extLst>
            </p:cNvPr>
            <p:cNvSpPr>
              <a:spLocks noChangeShapeType="1"/>
            </p:cNvSpPr>
            <p:nvPr/>
          </p:nvSpPr>
          <p:spPr bwMode="auto">
            <a:xfrm>
              <a:off x="2443" y="2779"/>
              <a:ext cx="0" cy="29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74" name="Line 18">
              <a:extLst>
                <a:ext uri="{FF2B5EF4-FFF2-40B4-BE49-F238E27FC236}">
                  <a16:creationId xmlns:a16="http://schemas.microsoft.com/office/drawing/2014/main" id="{924F9A3C-E0C1-499D-911D-0F75742F755A}"/>
                </a:ext>
              </a:extLst>
            </p:cNvPr>
            <p:cNvSpPr>
              <a:spLocks noChangeShapeType="1"/>
            </p:cNvSpPr>
            <p:nvPr/>
          </p:nvSpPr>
          <p:spPr bwMode="auto">
            <a:xfrm>
              <a:off x="3597" y="2295"/>
              <a:ext cx="0" cy="29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75" name="Rectangle 19">
              <a:extLst>
                <a:ext uri="{FF2B5EF4-FFF2-40B4-BE49-F238E27FC236}">
                  <a16:creationId xmlns:a16="http://schemas.microsoft.com/office/drawing/2014/main" id="{08222836-B900-471D-A644-EDE437C50016}"/>
                </a:ext>
              </a:extLst>
            </p:cNvPr>
            <p:cNvSpPr>
              <a:spLocks noChangeArrowheads="1"/>
            </p:cNvSpPr>
            <p:nvPr/>
          </p:nvSpPr>
          <p:spPr bwMode="auto">
            <a:xfrm>
              <a:off x="2377" y="2484"/>
              <a:ext cx="291"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45076" name="Rectangle 20">
              <a:extLst>
                <a:ext uri="{FF2B5EF4-FFF2-40B4-BE49-F238E27FC236}">
                  <a16:creationId xmlns:a16="http://schemas.microsoft.com/office/drawing/2014/main" id="{24EF4884-566F-4421-B77A-227176CFAFCC}"/>
                </a:ext>
              </a:extLst>
            </p:cNvPr>
            <p:cNvSpPr>
              <a:spLocks noChangeArrowheads="1"/>
            </p:cNvSpPr>
            <p:nvPr/>
          </p:nvSpPr>
          <p:spPr bwMode="auto">
            <a:xfrm>
              <a:off x="1377" y="2959"/>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45077" name="Line 21">
              <a:extLst>
                <a:ext uri="{FF2B5EF4-FFF2-40B4-BE49-F238E27FC236}">
                  <a16:creationId xmlns:a16="http://schemas.microsoft.com/office/drawing/2014/main" id="{5FD8326B-0F53-47EC-823A-7393D907F60D}"/>
                </a:ext>
              </a:extLst>
            </p:cNvPr>
            <p:cNvSpPr>
              <a:spLocks noChangeShapeType="1"/>
            </p:cNvSpPr>
            <p:nvPr/>
          </p:nvSpPr>
          <p:spPr bwMode="auto">
            <a:xfrm flipH="1">
              <a:off x="1536" y="2784"/>
              <a:ext cx="660" cy="191"/>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78" name="Line 22">
              <a:extLst>
                <a:ext uri="{FF2B5EF4-FFF2-40B4-BE49-F238E27FC236}">
                  <a16:creationId xmlns:a16="http://schemas.microsoft.com/office/drawing/2014/main" id="{1BF01230-2F9E-498D-9623-AE17F132D471}"/>
                </a:ext>
              </a:extLst>
            </p:cNvPr>
            <p:cNvSpPr>
              <a:spLocks noChangeShapeType="1"/>
            </p:cNvSpPr>
            <p:nvPr/>
          </p:nvSpPr>
          <p:spPr bwMode="auto">
            <a:xfrm>
              <a:off x="2689" y="2820"/>
              <a:ext cx="660" cy="19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79" name="Rectangle 23">
              <a:extLst>
                <a:ext uri="{FF2B5EF4-FFF2-40B4-BE49-F238E27FC236}">
                  <a16:creationId xmlns:a16="http://schemas.microsoft.com/office/drawing/2014/main" id="{78F55CE7-565D-4FCC-A48D-8D1424F9EE04}"/>
                </a:ext>
              </a:extLst>
            </p:cNvPr>
            <p:cNvSpPr>
              <a:spLocks noChangeArrowheads="1"/>
            </p:cNvSpPr>
            <p:nvPr/>
          </p:nvSpPr>
          <p:spPr bwMode="auto">
            <a:xfrm>
              <a:off x="3273" y="2997"/>
              <a:ext cx="568"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2</a:t>
              </a:r>
            </a:p>
          </p:txBody>
        </p:sp>
        <p:sp>
          <p:nvSpPr>
            <p:cNvPr id="45080" name="Rectangle 24">
              <a:extLst>
                <a:ext uri="{FF2B5EF4-FFF2-40B4-BE49-F238E27FC236}">
                  <a16:creationId xmlns:a16="http://schemas.microsoft.com/office/drawing/2014/main" id="{51AD9A95-9787-4652-9D6D-A75B73398EC5}"/>
                </a:ext>
              </a:extLst>
            </p:cNvPr>
            <p:cNvSpPr>
              <a:spLocks noChangeArrowheads="1"/>
            </p:cNvSpPr>
            <p:nvPr/>
          </p:nvSpPr>
          <p:spPr bwMode="auto">
            <a:xfrm>
              <a:off x="1319" y="3509"/>
              <a:ext cx="568"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1</a:t>
              </a:r>
            </a:p>
          </p:txBody>
        </p:sp>
        <p:sp>
          <p:nvSpPr>
            <p:cNvPr id="45081" name="Rectangle 25">
              <a:extLst>
                <a:ext uri="{FF2B5EF4-FFF2-40B4-BE49-F238E27FC236}">
                  <a16:creationId xmlns:a16="http://schemas.microsoft.com/office/drawing/2014/main" id="{B3434142-3A28-4482-9A85-1DC80F0E4BE3}"/>
                </a:ext>
              </a:extLst>
            </p:cNvPr>
            <p:cNvSpPr>
              <a:spLocks noChangeArrowheads="1"/>
            </p:cNvSpPr>
            <p:nvPr/>
          </p:nvSpPr>
          <p:spPr bwMode="auto">
            <a:xfrm>
              <a:off x="2365" y="2945"/>
              <a:ext cx="24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5082" name="Rectangle 26">
              <a:extLst>
                <a:ext uri="{FF2B5EF4-FFF2-40B4-BE49-F238E27FC236}">
                  <a16:creationId xmlns:a16="http://schemas.microsoft.com/office/drawing/2014/main" id="{E59BB1BB-6E9C-481B-84F4-C04FE2D8F209}"/>
                </a:ext>
              </a:extLst>
            </p:cNvPr>
            <p:cNvSpPr>
              <a:spLocks noChangeArrowheads="1"/>
            </p:cNvSpPr>
            <p:nvPr/>
          </p:nvSpPr>
          <p:spPr bwMode="auto">
            <a:xfrm>
              <a:off x="1729" y="3532"/>
              <a:ext cx="6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1 </a:t>
              </a:r>
              <a:r>
                <a:rPr lang="en-US" altLang="zh-CN" sz="2800" b="1" i="1">
                  <a:ea typeface="宋体" panose="02010600030101010101" pitchFamily="2" charset="-122"/>
                </a:rPr>
                <a:t>entry</a:t>
              </a:r>
            </a:p>
          </p:txBody>
        </p:sp>
        <p:sp>
          <p:nvSpPr>
            <p:cNvPr id="45083" name="Rectangle 27">
              <a:extLst>
                <a:ext uri="{FF2B5EF4-FFF2-40B4-BE49-F238E27FC236}">
                  <a16:creationId xmlns:a16="http://schemas.microsoft.com/office/drawing/2014/main" id="{7C6F79DB-D560-46E8-9AF2-C8C9C205C910}"/>
                </a:ext>
              </a:extLst>
            </p:cNvPr>
            <p:cNvSpPr>
              <a:spLocks noChangeArrowheads="1"/>
            </p:cNvSpPr>
            <p:nvPr/>
          </p:nvSpPr>
          <p:spPr bwMode="auto">
            <a:xfrm>
              <a:off x="1670" y="2985"/>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B2B2B2"/>
                  </a:solidFill>
                  <a:ea typeface="宋体" panose="02010600030101010101" pitchFamily="2" charset="-122"/>
                </a:rPr>
                <a:t>10</a:t>
              </a:r>
            </a:p>
          </p:txBody>
        </p:sp>
        <p:sp>
          <p:nvSpPr>
            <p:cNvPr id="45084" name="Line 28">
              <a:extLst>
                <a:ext uri="{FF2B5EF4-FFF2-40B4-BE49-F238E27FC236}">
                  <a16:creationId xmlns:a16="http://schemas.microsoft.com/office/drawing/2014/main" id="{D18DA1CC-5B8E-4D23-B098-548740BA66C6}"/>
                </a:ext>
              </a:extLst>
            </p:cNvPr>
            <p:cNvSpPr>
              <a:spLocks noChangeShapeType="1"/>
            </p:cNvSpPr>
            <p:nvPr/>
          </p:nvSpPr>
          <p:spPr bwMode="auto">
            <a:xfrm flipV="1">
              <a:off x="1811" y="3241"/>
              <a:ext cx="0" cy="345"/>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5085" name="Rectangle 29">
              <a:extLst>
                <a:ext uri="{FF2B5EF4-FFF2-40B4-BE49-F238E27FC236}">
                  <a16:creationId xmlns:a16="http://schemas.microsoft.com/office/drawing/2014/main" id="{4C60A5B8-69C3-443B-B918-A4A3D6D6A596}"/>
                </a:ext>
              </a:extLst>
            </p:cNvPr>
            <p:cNvSpPr>
              <a:spLocks noChangeArrowheads="1"/>
            </p:cNvSpPr>
            <p:nvPr/>
          </p:nvSpPr>
          <p:spPr bwMode="auto">
            <a:xfrm>
              <a:off x="3712" y="3046"/>
              <a:ext cx="67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B2B2B2"/>
                  </a:solidFill>
                  <a:ea typeface="宋体" panose="02010600030101010101" pitchFamily="2" charset="-122"/>
                </a:rPr>
                <a:t>2</a:t>
              </a:r>
              <a:r>
                <a:rPr lang="en-US" altLang="zh-CN" sz="2800" b="1">
                  <a:ea typeface="宋体" panose="02010600030101010101" pitchFamily="2" charset="-122"/>
                </a:rPr>
                <a:t> </a:t>
              </a:r>
              <a:r>
                <a:rPr lang="en-US" altLang="zh-CN" sz="2800" b="1" i="1">
                  <a:ea typeface="宋体" panose="02010600030101010101" pitchFamily="2" charset="-122"/>
                </a:rPr>
                <a:t>entry</a:t>
              </a:r>
            </a:p>
          </p:txBody>
        </p:sp>
        <p:sp>
          <p:nvSpPr>
            <p:cNvPr id="45086" name="Rectangle 30">
              <a:extLst>
                <a:ext uri="{FF2B5EF4-FFF2-40B4-BE49-F238E27FC236}">
                  <a16:creationId xmlns:a16="http://schemas.microsoft.com/office/drawing/2014/main" id="{8CE036D2-BDC6-40E5-ACAA-555F43003262}"/>
                </a:ext>
              </a:extLst>
            </p:cNvPr>
            <p:cNvSpPr>
              <a:spLocks noChangeArrowheads="1"/>
            </p:cNvSpPr>
            <p:nvPr/>
          </p:nvSpPr>
          <p:spPr bwMode="auto">
            <a:xfrm>
              <a:off x="4942" y="2527"/>
              <a:ext cx="67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B2B2B2"/>
                  </a:solidFill>
                  <a:ea typeface="宋体" panose="02010600030101010101" pitchFamily="2" charset="-122"/>
                </a:rPr>
                <a:t>3</a:t>
              </a:r>
              <a:r>
                <a:rPr lang="en-US" altLang="zh-CN" sz="2800" b="1">
                  <a:ea typeface="宋体" panose="02010600030101010101" pitchFamily="2" charset="-122"/>
                </a:rPr>
                <a:t> </a:t>
              </a:r>
              <a:r>
                <a:rPr lang="en-US" altLang="zh-CN" sz="2800" b="1" i="1">
                  <a:ea typeface="宋体" panose="02010600030101010101" pitchFamily="2" charset="-122"/>
                </a:rPr>
                <a:t>entry</a:t>
              </a:r>
            </a:p>
          </p:txBody>
        </p:sp>
        <p:sp>
          <p:nvSpPr>
            <p:cNvPr id="45087" name="Rectangle 31">
              <a:extLst>
                <a:ext uri="{FF2B5EF4-FFF2-40B4-BE49-F238E27FC236}">
                  <a16:creationId xmlns:a16="http://schemas.microsoft.com/office/drawing/2014/main" id="{E1469A8D-3C16-49E4-9439-0BCCEC29FBCB}"/>
                </a:ext>
              </a:extLst>
            </p:cNvPr>
            <p:cNvSpPr>
              <a:spLocks noChangeArrowheads="1"/>
            </p:cNvSpPr>
            <p:nvPr/>
          </p:nvSpPr>
          <p:spPr bwMode="auto">
            <a:xfrm>
              <a:off x="731" y="2983"/>
              <a:ext cx="42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 </a:t>
              </a:r>
              <a:r>
                <a:rPr lang="en-US" altLang="zh-CN" sz="2800" b="1">
                  <a:solidFill>
                    <a:srgbClr val="B2B2B2"/>
                  </a:solidFill>
                  <a:ea typeface="宋体" panose="02010600030101010101" pitchFamily="2" charset="-122"/>
                </a:rPr>
                <a:t>9</a:t>
              </a:r>
            </a:p>
          </p:txBody>
        </p:sp>
        <p:sp>
          <p:nvSpPr>
            <p:cNvPr id="45088" name="Rectangle 32">
              <a:extLst>
                <a:ext uri="{FF2B5EF4-FFF2-40B4-BE49-F238E27FC236}">
                  <a16:creationId xmlns:a16="http://schemas.microsoft.com/office/drawing/2014/main" id="{61480833-834B-4682-9220-EB6F6803F42F}"/>
                </a:ext>
              </a:extLst>
            </p:cNvPr>
            <p:cNvSpPr>
              <a:spLocks noChangeArrowheads="1"/>
            </p:cNvSpPr>
            <p:nvPr/>
          </p:nvSpPr>
          <p:spPr bwMode="auto">
            <a:xfrm>
              <a:off x="2730" y="2501"/>
              <a:ext cx="274"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B2B2B2"/>
                  </a:solidFill>
                  <a:ea typeface="宋体" panose="02010600030101010101" pitchFamily="2" charset="-122"/>
                </a:rPr>
                <a:t>8</a:t>
              </a:r>
            </a:p>
          </p:txBody>
        </p:sp>
        <p:sp>
          <p:nvSpPr>
            <p:cNvPr id="45089" name="Rectangle 33">
              <a:extLst>
                <a:ext uri="{FF2B5EF4-FFF2-40B4-BE49-F238E27FC236}">
                  <a16:creationId xmlns:a16="http://schemas.microsoft.com/office/drawing/2014/main" id="{6BE1ECB8-EB7E-4049-9A5C-F8A166BBFE29}"/>
                </a:ext>
              </a:extLst>
            </p:cNvPr>
            <p:cNvSpPr>
              <a:spLocks noChangeArrowheads="1"/>
            </p:cNvSpPr>
            <p:nvPr/>
          </p:nvSpPr>
          <p:spPr bwMode="auto">
            <a:xfrm>
              <a:off x="1764" y="2498"/>
              <a:ext cx="428"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 </a:t>
              </a:r>
              <a:r>
                <a:rPr lang="en-US" altLang="zh-CN" sz="2800" b="1">
                  <a:solidFill>
                    <a:srgbClr val="B2B2B2"/>
                  </a:solidFill>
                  <a:ea typeface="宋体" panose="02010600030101010101" pitchFamily="2" charset="-122"/>
                </a:rPr>
                <a:t>7</a:t>
              </a:r>
            </a:p>
          </p:txBody>
        </p:sp>
        <p:sp>
          <p:nvSpPr>
            <p:cNvPr id="45090" name="Rectangle 34">
              <a:extLst>
                <a:ext uri="{FF2B5EF4-FFF2-40B4-BE49-F238E27FC236}">
                  <a16:creationId xmlns:a16="http://schemas.microsoft.com/office/drawing/2014/main" id="{588423E1-DAD9-43BD-A5B5-3109468B7631}"/>
                </a:ext>
              </a:extLst>
            </p:cNvPr>
            <p:cNvSpPr>
              <a:spLocks noChangeArrowheads="1"/>
            </p:cNvSpPr>
            <p:nvPr/>
          </p:nvSpPr>
          <p:spPr bwMode="auto">
            <a:xfrm>
              <a:off x="3841" y="2003"/>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B2B2B2"/>
                  </a:solidFill>
                  <a:ea typeface="宋体" panose="02010600030101010101" pitchFamily="2" charset="-122"/>
                </a:rPr>
                <a:t>6</a:t>
              </a:r>
            </a:p>
          </p:txBody>
        </p:sp>
        <p:sp>
          <p:nvSpPr>
            <p:cNvPr id="45091" name="Rectangle 35">
              <a:extLst>
                <a:ext uri="{FF2B5EF4-FFF2-40B4-BE49-F238E27FC236}">
                  <a16:creationId xmlns:a16="http://schemas.microsoft.com/office/drawing/2014/main" id="{2AEA351D-AB38-45C6-B64B-78738A725463}"/>
                </a:ext>
              </a:extLst>
            </p:cNvPr>
            <p:cNvSpPr>
              <a:spLocks noChangeArrowheads="1"/>
            </p:cNvSpPr>
            <p:nvPr/>
          </p:nvSpPr>
          <p:spPr bwMode="auto">
            <a:xfrm>
              <a:off x="2838" y="1977"/>
              <a:ext cx="5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 </a:t>
              </a:r>
              <a:r>
                <a:rPr lang="en-US" altLang="zh-CN" sz="2800" b="1">
                  <a:solidFill>
                    <a:srgbClr val="B2B2B2"/>
                  </a:solidFill>
                  <a:ea typeface="宋体" panose="02010600030101010101" pitchFamily="2" charset="-122"/>
                </a:rPr>
                <a:t>5</a:t>
              </a:r>
            </a:p>
          </p:txBody>
        </p:sp>
        <p:sp>
          <p:nvSpPr>
            <p:cNvPr id="45092" name="Rectangle 36">
              <a:extLst>
                <a:ext uri="{FF2B5EF4-FFF2-40B4-BE49-F238E27FC236}">
                  <a16:creationId xmlns:a16="http://schemas.microsoft.com/office/drawing/2014/main" id="{3BB2EFC0-B297-4C8F-8F98-A1D383115E38}"/>
                </a:ext>
              </a:extLst>
            </p:cNvPr>
            <p:cNvSpPr>
              <a:spLocks noChangeArrowheads="1"/>
            </p:cNvSpPr>
            <p:nvPr/>
          </p:nvSpPr>
          <p:spPr bwMode="auto">
            <a:xfrm>
              <a:off x="887" y="2003"/>
              <a:ext cx="613"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B2B2B2"/>
                  </a:solidFill>
                  <a:ea typeface="宋体" panose="02010600030101010101" pitchFamily="2" charset="-122"/>
                </a:rPr>
                <a:t>4</a:t>
              </a:r>
              <a:r>
                <a:rPr lang="en-US" altLang="zh-CN" sz="2800" b="1">
                  <a:ea typeface="宋体" panose="02010600030101010101" pitchFamily="2" charset="-122"/>
                </a:rPr>
                <a:t> </a:t>
              </a:r>
              <a:r>
                <a:rPr lang="en-US" altLang="zh-CN" sz="2800" b="1" i="1">
                  <a:ea typeface="宋体" panose="02010600030101010101" pitchFamily="2" charset="-122"/>
                </a:rPr>
                <a:t>type</a:t>
              </a:r>
            </a:p>
          </p:txBody>
        </p:sp>
        <p:sp>
          <p:nvSpPr>
            <p:cNvPr id="45093" name="Line 37">
              <a:extLst>
                <a:ext uri="{FF2B5EF4-FFF2-40B4-BE49-F238E27FC236}">
                  <a16:creationId xmlns:a16="http://schemas.microsoft.com/office/drawing/2014/main" id="{6190D863-8D7A-4F7E-B775-0978FD712A6E}"/>
                </a:ext>
              </a:extLst>
            </p:cNvPr>
            <p:cNvSpPr>
              <a:spLocks noChangeShapeType="1"/>
            </p:cNvSpPr>
            <p:nvPr/>
          </p:nvSpPr>
          <p:spPr bwMode="auto">
            <a:xfrm flipH="1">
              <a:off x="2084" y="2331"/>
              <a:ext cx="660" cy="19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5094" name="Line 38">
              <a:extLst>
                <a:ext uri="{FF2B5EF4-FFF2-40B4-BE49-F238E27FC236}">
                  <a16:creationId xmlns:a16="http://schemas.microsoft.com/office/drawing/2014/main" id="{C47ED756-4FB6-4A5F-983A-69E631BAA93E}"/>
                </a:ext>
              </a:extLst>
            </p:cNvPr>
            <p:cNvSpPr>
              <a:spLocks noChangeShapeType="1"/>
            </p:cNvSpPr>
            <p:nvPr/>
          </p:nvSpPr>
          <p:spPr bwMode="auto">
            <a:xfrm flipH="1">
              <a:off x="1056" y="2736"/>
              <a:ext cx="660" cy="19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5095" name="Line 39">
              <a:extLst>
                <a:ext uri="{FF2B5EF4-FFF2-40B4-BE49-F238E27FC236}">
                  <a16:creationId xmlns:a16="http://schemas.microsoft.com/office/drawing/2014/main" id="{0BC705FE-90FC-42C2-BBF3-C409333D2D8D}"/>
                </a:ext>
              </a:extLst>
            </p:cNvPr>
            <p:cNvSpPr>
              <a:spLocks noChangeShapeType="1"/>
            </p:cNvSpPr>
            <p:nvPr/>
          </p:nvSpPr>
          <p:spPr bwMode="auto">
            <a:xfrm flipH="1" flipV="1">
              <a:off x="4130" y="2244"/>
              <a:ext cx="1060" cy="33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5096" name="Line 40">
              <a:extLst>
                <a:ext uri="{FF2B5EF4-FFF2-40B4-BE49-F238E27FC236}">
                  <a16:creationId xmlns:a16="http://schemas.microsoft.com/office/drawing/2014/main" id="{EA73A8E7-B344-45B4-9507-FD6BA5C0DFCF}"/>
                </a:ext>
              </a:extLst>
            </p:cNvPr>
            <p:cNvSpPr>
              <a:spLocks noChangeShapeType="1"/>
            </p:cNvSpPr>
            <p:nvPr/>
          </p:nvSpPr>
          <p:spPr bwMode="auto">
            <a:xfrm flipH="1" flipV="1">
              <a:off x="2945" y="2741"/>
              <a:ext cx="1060" cy="33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5097" name="Freeform 41">
              <a:extLst>
                <a:ext uri="{FF2B5EF4-FFF2-40B4-BE49-F238E27FC236}">
                  <a16:creationId xmlns:a16="http://schemas.microsoft.com/office/drawing/2014/main" id="{0725EBB3-BBB6-490B-A9E6-022EE9C2AD65}"/>
                </a:ext>
              </a:extLst>
            </p:cNvPr>
            <p:cNvSpPr>
              <a:spLocks/>
            </p:cNvSpPr>
            <p:nvPr/>
          </p:nvSpPr>
          <p:spPr bwMode="auto">
            <a:xfrm>
              <a:off x="1135" y="1815"/>
              <a:ext cx="1906" cy="268"/>
            </a:xfrm>
            <a:custGeom>
              <a:avLst/>
              <a:gdLst>
                <a:gd name="T0" fmla="*/ 0 w 1860"/>
                <a:gd name="T1" fmla="*/ 101 h 315"/>
                <a:gd name="T2" fmla="*/ 427 w 1860"/>
                <a:gd name="T3" fmla="*/ 38 h 315"/>
                <a:gd name="T4" fmla="*/ 1140 w 1860"/>
                <a:gd name="T5" fmla="*/ 0 h 315"/>
                <a:gd name="T6" fmla="*/ 1795 w 1860"/>
                <a:gd name="T7" fmla="*/ 39 h 315"/>
                <a:gd name="T8" fmla="*/ 2206 w 1860"/>
                <a:gd name="T9" fmla="*/ 92 h 315"/>
                <a:gd name="T10" fmla="*/ 0 60000 65536"/>
                <a:gd name="T11" fmla="*/ 0 60000 65536"/>
                <a:gd name="T12" fmla="*/ 0 60000 65536"/>
                <a:gd name="T13" fmla="*/ 0 60000 65536"/>
                <a:gd name="T14" fmla="*/ 0 60000 65536"/>
                <a:gd name="T15" fmla="*/ 0 w 1860"/>
                <a:gd name="T16" fmla="*/ 0 h 315"/>
                <a:gd name="T17" fmla="*/ 1860 w 1860"/>
                <a:gd name="T18" fmla="*/ 315 h 315"/>
              </a:gdLst>
              <a:ahLst/>
              <a:cxnLst>
                <a:cxn ang="T10">
                  <a:pos x="T0" y="T1"/>
                </a:cxn>
                <a:cxn ang="T11">
                  <a:pos x="T2" y="T3"/>
                </a:cxn>
                <a:cxn ang="T12">
                  <a:pos x="T4" y="T5"/>
                </a:cxn>
                <a:cxn ang="T13">
                  <a:pos x="T6" y="T7"/>
                </a:cxn>
                <a:cxn ang="T14">
                  <a:pos x="T8" y="T9"/>
                </a:cxn>
              </a:cxnLst>
              <a:rect l="T15" t="T16" r="T17" b="T18"/>
              <a:pathLst>
                <a:path w="1860" h="315">
                  <a:moveTo>
                    <a:pt x="0" y="315"/>
                  </a:moveTo>
                  <a:cubicBezTo>
                    <a:pt x="60" y="282"/>
                    <a:pt x="200" y="171"/>
                    <a:pt x="360" y="119"/>
                  </a:cubicBezTo>
                  <a:cubicBezTo>
                    <a:pt x="520" y="67"/>
                    <a:pt x="768" y="0"/>
                    <a:pt x="960" y="0"/>
                  </a:cubicBezTo>
                  <a:cubicBezTo>
                    <a:pt x="1152" y="0"/>
                    <a:pt x="1365" y="73"/>
                    <a:pt x="1515" y="120"/>
                  </a:cubicBezTo>
                  <a:cubicBezTo>
                    <a:pt x="1665" y="167"/>
                    <a:pt x="1788" y="251"/>
                    <a:pt x="1860" y="285"/>
                  </a:cubicBezTo>
                </a:path>
              </a:pathLst>
            </a:custGeom>
            <a:noFill/>
            <a:ln w="25400">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5098" name="Freeform 42">
              <a:extLst>
                <a:ext uri="{FF2B5EF4-FFF2-40B4-BE49-F238E27FC236}">
                  <a16:creationId xmlns:a16="http://schemas.microsoft.com/office/drawing/2014/main" id="{71330C7B-57B5-4EB6-A2B5-788DDE5D0F38}"/>
                </a:ext>
              </a:extLst>
            </p:cNvPr>
            <p:cNvSpPr>
              <a:spLocks/>
            </p:cNvSpPr>
            <p:nvPr/>
          </p:nvSpPr>
          <p:spPr bwMode="auto">
            <a:xfrm>
              <a:off x="965" y="3282"/>
              <a:ext cx="754" cy="142"/>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5099" name="Freeform 43">
              <a:extLst>
                <a:ext uri="{FF2B5EF4-FFF2-40B4-BE49-F238E27FC236}">
                  <a16:creationId xmlns:a16="http://schemas.microsoft.com/office/drawing/2014/main" id="{ABC66B47-BCE0-4A16-83D3-803AC4671238}"/>
                </a:ext>
              </a:extLst>
            </p:cNvPr>
            <p:cNvSpPr>
              <a:spLocks/>
            </p:cNvSpPr>
            <p:nvPr/>
          </p:nvSpPr>
          <p:spPr bwMode="auto">
            <a:xfrm>
              <a:off x="2016" y="2784"/>
              <a:ext cx="754" cy="142"/>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5100" name="Freeform 44">
              <a:extLst>
                <a:ext uri="{FF2B5EF4-FFF2-40B4-BE49-F238E27FC236}">
                  <a16:creationId xmlns:a16="http://schemas.microsoft.com/office/drawing/2014/main" id="{A03A7921-5C0C-4B18-BE67-34ECDFF0DE98}"/>
                </a:ext>
              </a:extLst>
            </p:cNvPr>
            <p:cNvSpPr>
              <a:spLocks/>
            </p:cNvSpPr>
            <p:nvPr/>
          </p:nvSpPr>
          <p:spPr bwMode="auto">
            <a:xfrm>
              <a:off x="3086" y="2289"/>
              <a:ext cx="755" cy="142"/>
            </a:xfrm>
            <a:custGeom>
              <a:avLst/>
              <a:gdLst>
                <a:gd name="T0" fmla="*/ 0 w 736"/>
                <a:gd name="T1" fmla="*/ 0 h 167"/>
                <a:gd name="T2" fmla="*/ 413 w 736"/>
                <a:gd name="T3" fmla="*/ 53 h 167"/>
                <a:gd name="T4" fmla="*/ 879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18F1E964-7DC9-33AA-28F0-0FD0A796621E}"/>
              </a:ext>
            </a:extLst>
          </p:cNvPr>
          <p:cNvSpPr>
            <a:spLocks noGrp="1"/>
          </p:cNvSpPr>
          <p:nvPr>
            <p:ph type="dt" sz="half" idx="10"/>
          </p:nvPr>
        </p:nvSpPr>
        <p:spPr/>
        <p:txBody>
          <a:bodyPr/>
          <a:lstStyle/>
          <a:p>
            <a:fld id="{803EFEFD-79CD-4AC6-AAE3-FF4BC9458AC9}"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E28184EC-2CEB-1DF9-5B86-0F55AC618AF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A1A974D2-4D16-4DBC-33FA-C01D999F44CF}"/>
              </a:ext>
            </a:extLst>
          </p:cNvPr>
          <p:cNvSpPr>
            <a:spLocks noGrp="1"/>
          </p:cNvSpPr>
          <p:nvPr>
            <p:ph type="sldNum" sz="quarter" idx="12"/>
          </p:nvPr>
        </p:nvSpPr>
        <p:spPr/>
        <p:txBody>
          <a:bodyPr/>
          <a:lstStyle/>
          <a:p>
            <a:fld id="{094DEB03-EFC6-4C20-8FC8-295189A5386F}" type="slidenum">
              <a:rPr lang="zh-CN" altLang="en-US" smtClean="0"/>
              <a:pPr/>
              <a:t>28</a:t>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AAAA5776-56B7-44B1-8AD0-892AFDAEBE03}"/>
              </a:ext>
            </a:extLst>
          </p:cNvPr>
          <p:cNvSpPr>
            <a:spLocks noGrp="1" noChangeArrowheads="1"/>
          </p:cNvSpPr>
          <p:nvPr>
            <p:ph type="title"/>
          </p:nvPr>
        </p:nvSpPr>
        <p:spPr/>
        <p:txBody>
          <a:bodyPr/>
          <a:lstStyle/>
          <a:p>
            <a:pPr eaLnBrk="1" hangingPunct="1"/>
            <a:r>
              <a:rPr lang="en-US" altLang="zh-CN" dirty="0"/>
              <a:t>4.1.5 </a:t>
            </a:r>
            <a:r>
              <a:rPr lang="zh-CN" altLang="en-US" dirty="0"/>
              <a:t>属性计算次序</a:t>
            </a:r>
          </a:p>
        </p:txBody>
      </p:sp>
      <p:sp>
        <p:nvSpPr>
          <p:cNvPr id="46083" name="Rectangle 3">
            <a:extLst>
              <a:ext uri="{FF2B5EF4-FFF2-40B4-BE49-F238E27FC236}">
                <a16:creationId xmlns:a16="http://schemas.microsoft.com/office/drawing/2014/main" id="{113FA2D9-234C-4821-9862-8329AEA2A64E}"/>
              </a:ext>
            </a:extLst>
          </p:cNvPr>
          <p:cNvSpPr>
            <a:spLocks noGrp="1" noChangeArrowheads="1"/>
          </p:cNvSpPr>
          <p:nvPr>
            <p:ph idx="1"/>
          </p:nvPr>
        </p:nvSpPr>
        <p:spPr/>
        <p:txBody>
          <a:bodyPr/>
          <a:lstStyle/>
          <a:p>
            <a:pPr eaLnBrk="1" hangingPunct="1"/>
            <a:r>
              <a:rPr lang="zh-CN" altLang="en-US" sz="2400"/>
              <a:t>如何确定属性计算次序：</a:t>
            </a:r>
            <a:r>
              <a:rPr lang="zh-CN" altLang="en-US" sz="2400">
                <a:latin typeface="宋体" panose="02010600030101010101" pitchFamily="2" charset="-122"/>
              </a:rPr>
              <a:t>构造输入的分析树，构造属性依赖图，对结点进行拓扑排序</a:t>
            </a:r>
          </a:p>
        </p:txBody>
      </p:sp>
      <p:grpSp>
        <p:nvGrpSpPr>
          <p:cNvPr id="46084" name="Group 4">
            <a:extLst>
              <a:ext uri="{FF2B5EF4-FFF2-40B4-BE49-F238E27FC236}">
                <a16:creationId xmlns:a16="http://schemas.microsoft.com/office/drawing/2014/main" id="{A5EAB966-22DC-481B-8B3E-A3E505865ACA}"/>
              </a:ext>
            </a:extLst>
          </p:cNvPr>
          <p:cNvGrpSpPr>
            <a:grpSpLocks/>
          </p:cNvGrpSpPr>
          <p:nvPr/>
        </p:nvGrpSpPr>
        <p:grpSpPr bwMode="auto">
          <a:xfrm>
            <a:off x="533400" y="2160000"/>
            <a:ext cx="8458200" cy="3878262"/>
            <a:chOff x="288" y="1392"/>
            <a:chExt cx="5328" cy="2443"/>
          </a:xfrm>
        </p:grpSpPr>
        <p:sp>
          <p:nvSpPr>
            <p:cNvPr id="46085" name="Rectangle 5">
              <a:extLst>
                <a:ext uri="{FF2B5EF4-FFF2-40B4-BE49-F238E27FC236}">
                  <a16:creationId xmlns:a16="http://schemas.microsoft.com/office/drawing/2014/main" id="{3D3F760E-918B-4F06-B38E-F1C824061D97}"/>
                </a:ext>
              </a:extLst>
            </p:cNvPr>
            <p:cNvSpPr>
              <a:spLocks noChangeArrowheads="1"/>
            </p:cNvSpPr>
            <p:nvPr/>
          </p:nvSpPr>
          <p:spPr bwMode="auto">
            <a:xfrm>
              <a:off x="2012" y="1392"/>
              <a:ext cx="246"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D</a:t>
              </a:r>
            </a:p>
          </p:txBody>
        </p:sp>
        <p:sp>
          <p:nvSpPr>
            <p:cNvPr id="46086" name="Rectangle 6">
              <a:extLst>
                <a:ext uri="{FF2B5EF4-FFF2-40B4-BE49-F238E27FC236}">
                  <a16:creationId xmlns:a16="http://schemas.microsoft.com/office/drawing/2014/main" id="{B2BB177A-AE72-44D7-BDED-AB4B4867E47B}"/>
                </a:ext>
              </a:extLst>
            </p:cNvPr>
            <p:cNvSpPr>
              <a:spLocks noChangeArrowheads="1"/>
            </p:cNvSpPr>
            <p:nvPr/>
          </p:nvSpPr>
          <p:spPr bwMode="auto">
            <a:xfrm>
              <a:off x="288" y="2483"/>
              <a:ext cx="90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    int</a:t>
              </a:r>
            </a:p>
          </p:txBody>
        </p:sp>
        <p:sp>
          <p:nvSpPr>
            <p:cNvPr id="46087" name="Rectangle 7">
              <a:extLst>
                <a:ext uri="{FF2B5EF4-FFF2-40B4-BE49-F238E27FC236}">
                  <a16:creationId xmlns:a16="http://schemas.microsoft.com/office/drawing/2014/main" id="{912ACAB3-580E-4F18-8F56-22181426E483}"/>
                </a:ext>
              </a:extLst>
            </p:cNvPr>
            <p:cNvSpPr>
              <a:spLocks noChangeArrowheads="1"/>
            </p:cNvSpPr>
            <p:nvPr/>
          </p:nvSpPr>
          <p:spPr bwMode="auto">
            <a:xfrm>
              <a:off x="550" y="1964"/>
              <a:ext cx="369"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T</a:t>
              </a:r>
            </a:p>
          </p:txBody>
        </p:sp>
        <p:sp>
          <p:nvSpPr>
            <p:cNvPr id="46088" name="Line 8">
              <a:extLst>
                <a:ext uri="{FF2B5EF4-FFF2-40B4-BE49-F238E27FC236}">
                  <a16:creationId xmlns:a16="http://schemas.microsoft.com/office/drawing/2014/main" id="{032FD271-9F57-41D7-AD2B-4A4E752E769C}"/>
                </a:ext>
              </a:extLst>
            </p:cNvPr>
            <p:cNvSpPr>
              <a:spLocks noChangeShapeType="1"/>
            </p:cNvSpPr>
            <p:nvPr/>
          </p:nvSpPr>
          <p:spPr bwMode="auto">
            <a:xfrm flipH="1">
              <a:off x="721" y="1632"/>
              <a:ext cx="1168" cy="33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6089" name="Rectangle 9">
              <a:extLst>
                <a:ext uri="{FF2B5EF4-FFF2-40B4-BE49-F238E27FC236}">
                  <a16:creationId xmlns:a16="http://schemas.microsoft.com/office/drawing/2014/main" id="{E2FCBAE3-5569-428A-85A4-6363562F29DB}"/>
                </a:ext>
              </a:extLst>
            </p:cNvPr>
            <p:cNvSpPr>
              <a:spLocks noChangeArrowheads="1"/>
            </p:cNvSpPr>
            <p:nvPr/>
          </p:nvSpPr>
          <p:spPr bwMode="auto">
            <a:xfrm>
              <a:off x="3533" y="2462"/>
              <a:ext cx="24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6090" name="Line 10">
              <a:extLst>
                <a:ext uri="{FF2B5EF4-FFF2-40B4-BE49-F238E27FC236}">
                  <a16:creationId xmlns:a16="http://schemas.microsoft.com/office/drawing/2014/main" id="{DB5BE389-F3E7-4A4C-8760-14BCA9B2CDEC}"/>
                </a:ext>
              </a:extLst>
            </p:cNvPr>
            <p:cNvSpPr>
              <a:spLocks noChangeShapeType="1"/>
            </p:cNvSpPr>
            <p:nvPr/>
          </p:nvSpPr>
          <p:spPr bwMode="auto">
            <a:xfrm>
              <a:off x="645" y="2282"/>
              <a:ext cx="0" cy="29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6091" name="Line 11">
              <a:extLst>
                <a:ext uri="{FF2B5EF4-FFF2-40B4-BE49-F238E27FC236}">
                  <a16:creationId xmlns:a16="http://schemas.microsoft.com/office/drawing/2014/main" id="{D3CAD03A-773D-4E1F-9C14-D524AB5B6855}"/>
                </a:ext>
              </a:extLst>
            </p:cNvPr>
            <p:cNvSpPr>
              <a:spLocks noChangeShapeType="1"/>
            </p:cNvSpPr>
            <p:nvPr/>
          </p:nvSpPr>
          <p:spPr bwMode="auto">
            <a:xfrm>
              <a:off x="3840" y="2304"/>
              <a:ext cx="660" cy="191"/>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6092" name="Line 12">
              <a:extLst>
                <a:ext uri="{FF2B5EF4-FFF2-40B4-BE49-F238E27FC236}">
                  <a16:creationId xmlns:a16="http://schemas.microsoft.com/office/drawing/2014/main" id="{B2B3E521-E2F4-4EC3-A503-1B5356760823}"/>
                </a:ext>
              </a:extLst>
            </p:cNvPr>
            <p:cNvSpPr>
              <a:spLocks noChangeShapeType="1"/>
            </p:cNvSpPr>
            <p:nvPr/>
          </p:nvSpPr>
          <p:spPr bwMode="auto">
            <a:xfrm flipH="1">
              <a:off x="2654" y="2294"/>
              <a:ext cx="660" cy="19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6093" name="Rectangle 13">
              <a:extLst>
                <a:ext uri="{FF2B5EF4-FFF2-40B4-BE49-F238E27FC236}">
                  <a16:creationId xmlns:a16="http://schemas.microsoft.com/office/drawing/2014/main" id="{59E41DFC-7EE5-4A5F-89D4-4DBE7ED6C378}"/>
                </a:ext>
              </a:extLst>
            </p:cNvPr>
            <p:cNvSpPr>
              <a:spLocks noChangeArrowheads="1"/>
            </p:cNvSpPr>
            <p:nvPr/>
          </p:nvSpPr>
          <p:spPr bwMode="auto">
            <a:xfrm>
              <a:off x="4534" y="2488"/>
              <a:ext cx="56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3</a:t>
              </a:r>
            </a:p>
          </p:txBody>
        </p:sp>
        <p:sp>
          <p:nvSpPr>
            <p:cNvPr id="46094" name="Rectangle 14">
              <a:extLst>
                <a:ext uri="{FF2B5EF4-FFF2-40B4-BE49-F238E27FC236}">
                  <a16:creationId xmlns:a16="http://schemas.microsoft.com/office/drawing/2014/main" id="{FD633BA8-70E9-4DEC-BF2F-13CA4C3EC1B8}"/>
                </a:ext>
              </a:extLst>
            </p:cNvPr>
            <p:cNvSpPr>
              <a:spLocks noChangeArrowheads="1"/>
            </p:cNvSpPr>
            <p:nvPr/>
          </p:nvSpPr>
          <p:spPr bwMode="auto">
            <a:xfrm>
              <a:off x="3500" y="1972"/>
              <a:ext cx="33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46095" name="Line 15">
              <a:extLst>
                <a:ext uri="{FF2B5EF4-FFF2-40B4-BE49-F238E27FC236}">
                  <a16:creationId xmlns:a16="http://schemas.microsoft.com/office/drawing/2014/main" id="{9C95728B-1E35-4A8B-9E50-8BDD56C4E053}"/>
                </a:ext>
              </a:extLst>
            </p:cNvPr>
            <p:cNvSpPr>
              <a:spLocks noChangeShapeType="1"/>
            </p:cNvSpPr>
            <p:nvPr/>
          </p:nvSpPr>
          <p:spPr bwMode="auto">
            <a:xfrm>
              <a:off x="2320" y="1632"/>
              <a:ext cx="1168" cy="33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6096" name="Line 16">
              <a:extLst>
                <a:ext uri="{FF2B5EF4-FFF2-40B4-BE49-F238E27FC236}">
                  <a16:creationId xmlns:a16="http://schemas.microsoft.com/office/drawing/2014/main" id="{2600D676-08E0-4716-B278-C2D8D3386639}"/>
                </a:ext>
              </a:extLst>
            </p:cNvPr>
            <p:cNvSpPr>
              <a:spLocks noChangeShapeType="1"/>
            </p:cNvSpPr>
            <p:nvPr/>
          </p:nvSpPr>
          <p:spPr bwMode="auto">
            <a:xfrm>
              <a:off x="1444" y="3252"/>
              <a:ext cx="0" cy="29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6097" name="Line 17">
              <a:extLst>
                <a:ext uri="{FF2B5EF4-FFF2-40B4-BE49-F238E27FC236}">
                  <a16:creationId xmlns:a16="http://schemas.microsoft.com/office/drawing/2014/main" id="{8B6D378A-4410-46C1-88BC-F49831707ABE}"/>
                </a:ext>
              </a:extLst>
            </p:cNvPr>
            <p:cNvSpPr>
              <a:spLocks noChangeShapeType="1"/>
            </p:cNvSpPr>
            <p:nvPr/>
          </p:nvSpPr>
          <p:spPr bwMode="auto">
            <a:xfrm>
              <a:off x="2443" y="2779"/>
              <a:ext cx="0" cy="29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6098" name="Line 18">
              <a:extLst>
                <a:ext uri="{FF2B5EF4-FFF2-40B4-BE49-F238E27FC236}">
                  <a16:creationId xmlns:a16="http://schemas.microsoft.com/office/drawing/2014/main" id="{69DC2D7D-D513-4EA8-8355-AB38C6AF8FB9}"/>
                </a:ext>
              </a:extLst>
            </p:cNvPr>
            <p:cNvSpPr>
              <a:spLocks noChangeShapeType="1"/>
            </p:cNvSpPr>
            <p:nvPr/>
          </p:nvSpPr>
          <p:spPr bwMode="auto">
            <a:xfrm>
              <a:off x="3597" y="2295"/>
              <a:ext cx="0" cy="29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6099" name="Rectangle 19">
              <a:extLst>
                <a:ext uri="{FF2B5EF4-FFF2-40B4-BE49-F238E27FC236}">
                  <a16:creationId xmlns:a16="http://schemas.microsoft.com/office/drawing/2014/main" id="{CDE5E5E0-361C-4566-9C8E-AD7FA2EFDAB7}"/>
                </a:ext>
              </a:extLst>
            </p:cNvPr>
            <p:cNvSpPr>
              <a:spLocks noChangeArrowheads="1"/>
            </p:cNvSpPr>
            <p:nvPr/>
          </p:nvSpPr>
          <p:spPr bwMode="auto">
            <a:xfrm>
              <a:off x="2377" y="2484"/>
              <a:ext cx="291"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46100" name="Rectangle 20">
              <a:extLst>
                <a:ext uri="{FF2B5EF4-FFF2-40B4-BE49-F238E27FC236}">
                  <a16:creationId xmlns:a16="http://schemas.microsoft.com/office/drawing/2014/main" id="{86A00695-4584-4D67-B9B5-E9728A9295FD}"/>
                </a:ext>
              </a:extLst>
            </p:cNvPr>
            <p:cNvSpPr>
              <a:spLocks noChangeArrowheads="1"/>
            </p:cNvSpPr>
            <p:nvPr/>
          </p:nvSpPr>
          <p:spPr bwMode="auto">
            <a:xfrm>
              <a:off x="1377" y="2959"/>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46101" name="Line 21">
              <a:extLst>
                <a:ext uri="{FF2B5EF4-FFF2-40B4-BE49-F238E27FC236}">
                  <a16:creationId xmlns:a16="http://schemas.microsoft.com/office/drawing/2014/main" id="{71A0A562-EDFB-4A51-9D4C-9BE829E575E7}"/>
                </a:ext>
              </a:extLst>
            </p:cNvPr>
            <p:cNvSpPr>
              <a:spLocks noChangeShapeType="1"/>
            </p:cNvSpPr>
            <p:nvPr/>
          </p:nvSpPr>
          <p:spPr bwMode="auto">
            <a:xfrm flipH="1">
              <a:off x="1536" y="2784"/>
              <a:ext cx="660" cy="191"/>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6102" name="Line 22">
              <a:extLst>
                <a:ext uri="{FF2B5EF4-FFF2-40B4-BE49-F238E27FC236}">
                  <a16:creationId xmlns:a16="http://schemas.microsoft.com/office/drawing/2014/main" id="{9876D96D-0B85-4EB8-8098-F1F2CECBB052}"/>
                </a:ext>
              </a:extLst>
            </p:cNvPr>
            <p:cNvSpPr>
              <a:spLocks noChangeShapeType="1"/>
            </p:cNvSpPr>
            <p:nvPr/>
          </p:nvSpPr>
          <p:spPr bwMode="auto">
            <a:xfrm>
              <a:off x="2689" y="2820"/>
              <a:ext cx="660" cy="19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6103" name="Rectangle 23">
              <a:extLst>
                <a:ext uri="{FF2B5EF4-FFF2-40B4-BE49-F238E27FC236}">
                  <a16:creationId xmlns:a16="http://schemas.microsoft.com/office/drawing/2014/main" id="{34F73D53-AFAB-4D9E-BE30-DB65BB3C54B1}"/>
                </a:ext>
              </a:extLst>
            </p:cNvPr>
            <p:cNvSpPr>
              <a:spLocks noChangeArrowheads="1"/>
            </p:cNvSpPr>
            <p:nvPr/>
          </p:nvSpPr>
          <p:spPr bwMode="auto">
            <a:xfrm>
              <a:off x="3273" y="2997"/>
              <a:ext cx="568"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2</a:t>
              </a:r>
            </a:p>
          </p:txBody>
        </p:sp>
        <p:sp>
          <p:nvSpPr>
            <p:cNvPr id="46104" name="Rectangle 24">
              <a:extLst>
                <a:ext uri="{FF2B5EF4-FFF2-40B4-BE49-F238E27FC236}">
                  <a16:creationId xmlns:a16="http://schemas.microsoft.com/office/drawing/2014/main" id="{ED7F026A-9E1D-42BC-A8A1-61220EB5C296}"/>
                </a:ext>
              </a:extLst>
            </p:cNvPr>
            <p:cNvSpPr>
              <a:spLocks noChangeArrowheads="1"/>
            </p:cNvSpPr>
            <p:nvPr/>
          </p:nvSpPr>
          <p:spPr bwMode="auto">
            <a:xfrm>
              <a:off x="1319" y="3509"/>
              <a:ext cx="568"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1</a:t>
              </a:r>
            </a:p>
          </p:txBody>
        </p:sp>
        <p:sp>
          <p:nvSpPr>
            <p:cNvPr id="46105" name="Rectangle 25">
              <a:extLst>
                <a:ext uri="{FF2B5EF4-FFF2-40B4-BE49-F238E27FC236}">
                  <a16:creationId xmlns:a16="http://schemas.microsoft.com/office/drawing/2014/main" id="{E8030675-FF32-4462-85FC-B0EB63991B86}"/>
                </a:ext>
              </a:extLst>
            </p:cNvPr>
            <p:cNvSpPr>
              <a:spLocks noChangeArrowheads="1"/>
            </p:cNvSpPr>
            <p:nvPr/>
          </p:nvSpPr>
          <p:spPr bwMode="auto">
            <a:xfrm>
              <a:off x="2365" y="2945"/>
              <a:ext cx="24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6106" name="Rectangle 26">
              <a:extLst>
                <a:ext uri="{FF2B5EF4-FFF2-40B4-BE49-F238E27FC236}">
                  <a16:creationId xmlns:a16="http://schemas.microsoft.com/office/drawing/2014/main" id="{01EF35C8-E5B6-496B-BE88-5674CD12C36C}"/>
                </a:ext>
              </a:extLst>
            </p:cNvPr>
            <p:cNvSpPr>
              <a:spLocks noChangeArrowheads="1"/>
            </p:cNvSpPr>
            <p:nvPr/>
          </p:nvSpPr>
          <p:spPr bwMode="auto">
            <a:xfrm>
              <a:off x="1729" y="3532"/>
              <a:ext cx="6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00"/>
                  </a:solidFill>
                  <a:ea typeface="宋体" panose="02010600030101010101" pitchFamily="2" charset="-122"/>
                </a:rPr>
                <a:t>1</a:t>
              </a:r>
              <a:r>
                <a:rPr lang="en-US" altLang="zh-CN" sz="2800" b="1">
                  <a:ea typeface="宋体" panose="02010600030101010101" pitchFamily="2" charset="-122"/>
                </a:rPr>
                <a:t> </a:t>
              </a:r>
              <a:r>
                <a:rPr lang="en-US" altLang="zh-CN" sz="2800" b="1" i="1">
                  <a:ea typeface="宋体" panose="02010600030101010101" pitchFamily="2" charset="-122"/>
                </a:rPr>
                <a:t>entry</a:t>
              </a:r>
            </a:p>
          </p:txBody>
        </p:sp>
        <p:sp>
          <p:nvSpPr>
            <p:cNvPr id="46107" name="Rectangle 27">
              <a:extLst>
                <a:ext uri="{FF2B5EF4-FFF2-40B4-BE49-F238E27FC236}">
                  <a16:creationId xmlns:a16="http://schemas.microsoft.com/office/drawing/2014/main" id="{D30D6633-DABF-4A5F-A375-275FF7B2C712}"/>
                </a:ext>
              </a:extLst>
            </p:cNvPr>
            <p:cNvSpPr>
              <a:spLocks noChangeArrowheads="1"/>
            </p:cNvSpPr>
            <p:nvPr/>
          </p:nvSpPr>
          <p:spPr bwMode="auto">
            <a:xfrm>
              <a:off x="1670" y="2985"/>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00"/>
                  </a:solidFill>
                  <a:ea typeface="宋体" panose="02010600030101010101" pitchFamily="2" charset="-122"/>
                </a:rPr>
                <a:t>10</a:t>
              </a:r>
            </a:p>
          </p:txBody>
        </p:sp>
        <p:sp>
          <p:nvSpPr>
            <p:cNvPr id="46108" name="Line 28">
              <a:extLst>
                <a:ext uri="{FF2B5EF4-FFF2-40B4-BE49-F238E27FC236}">
                  <a16:creationId xmlns:a16="http://schemas.microsoft.com/office/drawing/2014/main" id="{127DAA36-26AC-4796-9AB3-52AD9B4910E7}"/>
                </a:ext>
              </a:extLst>
            </p:cNvPr>
            <p:cNvSpPr>
              <a:spLocks noChangeShapeType="1"/>
            </p:cNvSpPr>
            <p:nvPr/>
          </p:nvSpPr>
          <p:spPr bwMode="auto">
            <a:xfrm flipV="1">
              <a:off x="1811" y="3241"/>
              <a:ext cx="0" cy="345"/>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6109" name="Rectangle 29">
              <a:extLst>
                <a:ext uri="{FF2B5EF4-FFF2-40B4-BE49-F238E27FC236}">
                  <a16:creationId xmlns:a16="http://schemas.microsoft.com/office/drawing/2014/main" id="{9E39F825-9EFF-479B-B559-F9A292CAF834}"/>
                </a:ext>
              </a:extLst>
            </p:cNvPr>
            <p:cNvSpPr>
              <a:spLocks noChangeArrowheads="1"/>
            </p:cNvSpPr>
            <p:nvPr/>
          </p:nvSpPr>
          <p:spPr bwMode="auto">
            <a:xfrm>
              <a:off x="3712" y="3046"/>
              <a:ext cx="67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00"/>
                  </a:solidFill>
                  <a:ea typeface="宋体" panose="02010600030101010101" pitchFamily="2" charset="-122"/>
                </a:rPr>
                <a:t>2</a:t>
              </a:r>
              <a:r>
                <a:rPr lang="en-US" altLang="zh-CN" sz="2800" b="1">
                  <a:ea typeface="宋体" panose="02010600030101010101" pitchFamily="2" charset="-122"/>
                </a:rPr>
                <a:t> </a:t>
              </a:r>
              <a:r>
                <a:rPr lang="en-US" altLang="zh-CN" sz="2800" b="1" i="1">
                  <a:ea typeface="宋体" panose="02010600030101010101" pitchFamily="2" charset="-122"/>
                </a:rPr>
                <a:t>entry</a:t>
              </a:r>
            </a:p>
          </p:txBody>
        </p:sp>
        <p:sp>
          <p:nvSpPr>
            <p:cNvPr id="46110" name="Rectangle 30">
              <a:extLst>
                <a:ext uri="{FF2B5EF4-FFF2-40B4-BE49-F238E27FC236}">
                  <a16:creationId xmlns:a16="http://schemas.microsoft.com/office/drawing/2014/main" id="{D3AD9BE0-4C02-4EEC-A8E3-BF710AB61A9F}"/>
                </a:ext>
              </a:extLst>
            </p:cNvPr>
            <p:cNvSpPr>
              <a:spLocks noChangeArrowheads="1"/>
            </p:cNvSpPr>
            <p:nvPr/>
          </p:nvSpPr>
          <p:spPr bwMode="auto">
            <a:xfrm>
              <a:off x="4942" y="2527"/>
              <a:ext cx="67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00"/>
                  </a:solidFill>
                  <a:ea typeface="宋体" panose="02010600030101010101" pitchFamily="2" charset="-122"/>
                </a:rPr>
                <a:t>3 </a:t>
              </a:r>
              <a:r>
                <a:rPr lang="en-US" altLang="zh-CN" sz="2800" b="1" i="1">
                  <a:ea typeface="宋体" panose="02010600030101010101" pitchFamily="2" charset="-122"/>
                </a:rPr>
                <a:t>entry</a:t>
              </a:r>
            </a:p>
          </p:txBody>
        </p:sp>
        <p:sp>
          <p:nvSpPr>
            <p:cNvPr id="46111" name="Rectangle 31">
              <a:extLst>
                <a:ext uri="{FF2B5EF4-FFF2-40B4-BE49-F238E27FC236}">
                  <a16:creationId xmlns:a16="http://schemas.microsoft.com/office/drawing/2014/main" id="{6789A6DC-07C7-4FE5-B5AF-38CCE15ECDC8}"/>
                </a:ext>
              </a:extLst>
            </p:cNvPr>
            <p:cNvSpPr>
              <a:spLocks noChangeArrowheads="1"/>
            </p:cNvSpPr>
            <p:nvPr/>
          </p:nvSpPr>
          <p:spPr bwMode="auto">
            <a:xfrm>
              <a:off x="731" y="2983"/>
              <a:ext cx="42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 </a:t>
              </a:r>
              <a:r>
                <a:rPr lang="en-US" altLang="zh-CN" sz="2800" b="1">
                  <a:solidFill>
                    <a:srgbClr val="FF0000"/>
                  </a:solidFill>
                  <a:ea typeface="宋体" panose="02010600030101010101" pitchFamily="2" charset="-122"/>
                </a:rPr>
                <a:t>9</a:t>
              </a:r>
            </a:p>
          </p:txBody>
        </p:sp>
        <p:sp>
          <p:nvSpPr>
            <p:cNvPr id="46112" name="Rectangle 32">
              <a:extLst>
                <a:ext uri="{FF2B5EF4-FFF2-40B4-BE49-F238E27FC236}">
                  <a16:creationId xmlns:a16="http://schemas.microsoft.com/office/drawing/2014/main" id="{AAE2E7BC-B8BF-4643-9C9E-90DB38DD84B3}"/>
                </a:ext>
              </a:extLst>
            </p:cNvPr>
            <p:cNvSpPr>
              <a:spLocks noChangeArrowheads="1"/>
            </p:cNvSpPr>
            <p:nvPr/>
          </p:nvSpPr>
          <p:spPr bwMode="auto">
            <a:xfrm>
              <a:off x="2730" y="2501"/>
              <a:ext cx="274"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00"/>
                  </a:solidFill>
                  <a:ea typeface="宋体" panose="02010600030101010101" pitchFamily="2" charset="-122"/>
                </a:rPr>
                <a:t>8</a:t>
              </a:r>
            </a:p>
          </p:txBody>
        </p:sp>
        <p:sp>
          <p:nvSpPr>
            <p:cNvPr id="46113" name="Rectangle 33">
              <a:extLst>
                <a:ext uri="{FF2B5EF4-FFF2-40B4-BE49-F238E27FC236}">
                  <a16:creationId xmlns:a16="http://schemas.microsoft.com/office/drawing/2014/main" id="{F7FEFF11-6DA5-4EB4-89A8-EF86DE38B934}"/>
                </a:ext>
              </a:extLst>
            </p:cNvPr>
            <p:cNvSpPr>
              <a:spLocks noChangeArrowheads="1"/>
            </p:cNvSpPr>
            <p:nvPr/>
          </p:nvSpPr>
          <p:spPr bwMode="auto">
            <a:xfrm>
              <a:off x="1764" y="2498"/>
              <a:ext cx="428"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 </a:t>
              </a:r>
              <a:r>
                <a:rPr lang="en-US" altLang="zh-CN" sz="2800" b="1">
                  <a:solidFill>
                    <a:srgbClr val="FF0000"/>
                  </a:solidFill>
                  <a:ea typeface="宋体" panose="02010600030101010101" pitchFamily="2" charset="-122"/>
                </a:rPr>
                <a:t>7</a:t>
              </a:r>
            </a:p>
          </p:txBody>
        </p:sp>
        <p:sp>
          <p:nvSpPr>
            <p:cNvPr id="46114" name="Rectangle 34">
              <a:extLst>
                <a:ext uri="{FF2B5EF4-FFF2-40B4-BE49-F238E27FC236}">
                  <a16:creationId xmlns:a16="http://schemas.microsoft.com/office/drawing/2014/main" id="{1FCA15A2-FE1A-4657-AC20-CCD482A679C5}"/>
                </a:ext>
              </a:extLst>
            </p:cNvPr>
            <p:cNvSpPr>
              <a:spLocks noChangeArrowheads="1"/>
            </p:cNvSpPr>
            <p:nvPr/>
          </p:nvSpPr>
          <p:spPr bwMode="auto">
            <a:xfrm>
              <a:off x="3841" y="2003"/>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00"/>
                  </a:solidFill>
                  <a:ea typeface="宋体" panose="02010600030101010101" pitchFamily="2" charset="-122"/>
                </a:rPr>
                <a:t>6</a:t>
              </a:r>
            </a:p>
          </p:txBody>
        </p:sp>
        <p:sp>
          <p:nvSpPr>
            <p:cNvPr id="46115" name="Rectangle 35">
              <a:extLst>
                <a:ext uri="{FF2B5EF4-FFF2-40B4-BE49-F238E27FC236}">
                  <a16:creationId xmlns:a16="http://schemas.microsoft.com/office/drawing/2014/main" id="{80BA8912-B5E3-44AC-A885-4C684CC9A335}"/>
                </a:ext>
              </a:extLst>
            </p:cNvPr>
            <p:cNvSpPr>
              <a:spLocks noChangeArrowheads="1"/>
            </p:cNvSpPr>
            <p:nvPr/>
          </p:nvSpPr>
          <p:spPr bwMode="auto">
            <a:xfrm>
              <a:off x="2838" y="1977"/>
              <a:ext cx="5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 </a:t>
              </a:r>
              <a:r>
                <a:rPr lang="en-US" altLang="zh-CN" sz="2800" b="1">
                  <a:solidFill>
                    <a:srgbClr val="FF0000"/>
                  </a:solidFill>
                  <a:ea typeface="宋体" panose="02010600030101010101" pitchFamily="2" charset="-122"/>
                </a:rPr>
                <a:t>5</a:t>
              </a:r>
            </a:p>
          </p:txBody>
        </p:sp>
        <p:sp>
          <p:nvSpPr>
            <p:cNvPr id="46116" name="Rectangle 36">
              <a:extLst>
                <a:ext uri="{FF2B5EF4-FFF2-40B4-BE49-F238E27FC236}">
                  <a16:creationId xmlns:a16="http://schemas.microsoft.com/office/drawing/2014/main" id="{B4D9EA5D-B286-43F0-B287-DB278ECE06F3}"/>
                </a:ext>
              </a:extLst>
            </p:cNvPr>
            <p:cNvSpPr>
              <a:spLocks noChangeArrowheads="1"/>
            </p:cNvSpPr>
            <p:nvPr/>
          </p:nvSpPr>
          <p:spPr bwMode="auto">
            <a:xfrm>
              <a:off x="887" y="2003"/>
              <a:ext cx="613"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00"/>
                  </a:solidFill>
                  <a:ea typeface="宋体" panose="02010600030101010101" pitchFamily="2" charset="-122"/>
                </a:rPr>
                <a:t>4</a:t>
              </a:r>
              <a:r>
                <a:rPr lang="en-US" altLang="zh-CN" sz="2800" b="1">
                  <a:ea typeface="宋体" panose="02010600030101010101" pitchFamily="2" charset="-122"/>
                </a:rPr>
                <a:t> </a:t>
              </a:r>
              <a:r>
                <a:rPr lang="en-US" altLang="zh-CN" sz="2800" b="1" i="1">
                  <a:ea typeface="宋体" panose="02010600030101010101" pitchFamily="2" charset="-122"/>
                </a:rPr>
                <a:t>type</a:t>
              </a:r>
            </a:p>
          </p:txBody>
        </p:sp>
        <p:sp>
          <p:nvSpPr>
            <p:cNvPr id="46117" name="Line 37">
              <a:extLst>
                <a:ext uri="{FF2B5EF4-FFF2-40B4-BE49-F238E27FC236}">
                  <a16:creationId xmlns:a16="http://schemas.microsoft.com/office/drawing/2014/main" id="{22893891-C37F-43A0-BC51-644DD8E8B2EA}"/>
                </a:ext>
              </a:extLst>
            </p:cNvPr>
            <p:cNvSpPr>
              <a:spLocks noChangeShapeType="1"/>
            </p:cNvSpPr>
            <p:nvPr/>
          </p:nvSpPr>
          <p:spPr bwMode="auto">
            <a:xfrm flipH="1">
              <a:off x="2084" y="2331"/>
              <a:ext cx="660" cy="19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6118" name="Line 38">
              <a:extLst>
                <a:ext uri="{FF2B5EF4-FFF2-40B4-BE49-F238E27FC236}">
                  <a16:creationId xmlns:a16="http://schemas.microsoft.com/office/drawing/2014/main" id="{5FE51C9B-0C4C-4127-89CA-4A9023C613A1}"/>
                </a:ext>
              </a:extLst>
            </p:cNvPr>
            <p:cNvSpPr>
              <a:spLocks noChangeShapeType="1"/>
            </p:cNvSpPr>
            <p:nvPr/>
          </p:nvSpPr>
          <p:spPr bwMode="auto">
            <a:xfrm flipH="1">
              <a:off x="1056" y="2736"/>
              <a:ext cx="660" cy="19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6119" name="Line 39">
              <a:extLst>
                <a:ext uri="{FF2B5EF4-FFF2-40B4-BE49-F238E27FC236}">
                  <a16:creationId xmlns:a16="http://schemas.microsoft.com/office/drawing/2014/main" id="{B6F8EDA3-D242-428D-8A67-F1E20ED6A6C2}"/>
                </a:ext>
              </a:extLst>
            </p:cNvPr>
            <p:cNvSpPr>
              <a:spLocks noChangeShapeType="1"/>
            </p:cNvSpPr>
            <p:nvPr/>
          </p:nvSpPr>
          <p:spPr bwMode="auto">
            <a:xfrm flipH="1" flipV="1">
              <a:off x="4130" y="2244"/>
              <a:ext cx="1060" cy="33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6120" name="Line 40">
              <a:extLst>
                <a:ext uri="{FF2B5EF4-FFF2-40B4-BE49-F238E27FC236}">
                  <a16:creationId xmlns:a16="http://schemas.microsoft.com/office/drawing/2014/main" id="{873F9E76-8564-4936-B9D8-BDB954784D6B}"/>
                </a:ext>
              </a:extLst>
            </p:cNvPr>
            <p:cNvSpPr>
              <a:spLocks noChangeShapeType="1"/>
            </p:cNvSpPr>
            <p:nvPr/>
          </p:nvSpPr>
          <p:spPr bwMode="auto">
            <a:xfrm flipH="1" flipV="1">
              <a:off x="2945" y="2741"/>
              <a:ext cx="1060" cy="33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6121" name="Freeform 41">
              <a:extLst>
                <a:ext uri="{FF2B5EF4-FFF2-40B4-BE49-F238E27FC236}">
                  <a16:creationId xmlns:a16="http://schemas.microsoft.com/office/drawing/2014/main" id="{37AF5342-BD8C-4597-8625-42549BDE55B9}"/>
                </a:ext>
              </a:extLst>
            </p:cNvPr>
            <p:cNvSpPr>
              <a:spLocks/>
            </p:cNvSpPr>
            <p:nvPr/>
          </p:nvSpPr>
          <p:spPr bwMode="auto">
            <a:xfrm>
              <a:off x="1135" y="1815"/>
              <a:ext cx="1906" cy="268"/>
            </a:xfrm>
            <a:custGeom>
              <a:avLst/>
              <a:gdLst>
                <a:gd name="T0" fmla="*/ 0 w 1860"/>
                <a:gd name="T1" fmla="*/ 101 h 315"/>
                <a:gd name="T2" fmla="*/ 427 w 1860"/>
                <a:gd name="T3" fmla="*/ 38 h 315"/>
                <a:gd name="T4" fmla="*/ 1140 w 1860"/>
                <a:gd name="T5" fmla="*/ 0 h 315"/>
                <a:gd name="T6" fmla="*/ 1795 w 1860"/>
                <a:gd name="T7" fmla="*/ 39 h 315"/>
                <a:gd name="T8" fmla="*/ 2206 w 1860"/>
                <a:gd name="T9" fmla="*/ 92 h 315"/>
                <a:gd name="T10" fmla="*/ 0 60000 65536"/>
                <a:gd name="T11" fmla="*/ 0 60000 65536"/>
                <a:gd name="T12" fmla="*/ 0 60000 65536"/>
                <a:gd name="T13" fmla="*/ 0 60000 65536"/>
                <a:gd name="T14" fmla="*/ 0 60000 65536"/>
                <a:gd name="T15" fmla="*/ 0 w 1860"/>
                <a:gd name="T16" fmla="*/ 0 h 315"/>
                <a:gd name="T17" fmla="*/ 1860 w 1860"/>
                <a:gd name="T18" fmla="*/ 315 h 315"/>
              </a:gdLst>
              <a:ahLst/>
              <a:cxnLst>
                <a:cxn ang="T10">
                  <a:pos x="T0" y="T1"/>
                </a:cxn>
                <a:cxn ang="T11">
                  <a:pos x="T2" y="T3"/>
                </a:cxn>
                <a:cxn ang="T12">
                  <a:pos x="T4" y="T5"/>
                </a:cxn>
                <a:cxn ang="T13">
                  <a:pos x="T6" y="T7"/>
                </a:cxn>
                <a:cxn ang="T14">
                  <a:pos x="T8" y="T9"/>
                </a:cxn>
              </a:cxnLst>
              <a:rect l="T15" t="T16" r="T17" b="T18"/>
              <a:pathLst>
                <a:path w="1860" h="315">
                  <a:moveTo>
                    <a:pt x="0" y="315"/>
                  </a:moveTo>
                  <a:cubicBezTo>
                    <a:pt x="60" y="282"/>
                    <a:pt x="200" y="171"/>
                    <a:pt x="360" y="119"/>
                  </a:cubicBezTo>
                  <a:cubicBezTo>
                    <a:pt x="520" y="67"/>
                    <a:pt x="768" y="0"/>
                    <a:pt x="960" y="0"/>
                  </a:cubicBezTo>
                  <a:cubicBezTo>
                    <a:pt x="1152" y="0"/>
                    <a:pt x="1365" y="73"/>
                    <a:pt x="1515" y="120"/>
                  </a:cubicBezTo>
                  <a:cubicBezTo>
                    <a:pt x="1665" y="167"/>
                    <a:pt x="1788" y="251"/>
                    <a:pt x="1860" y="285"/>
                  </a:cubicBezTo>
                </a:path>
              </a:pathLst>
            </a:custGeom>
            <a:noFill/>
            <a:ln w="25400">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6122" name="Freeform 42">
              <a:extLst>
                <a:ext uri="{FF2B5EF4-FFF2-40B4-BE49-F238E27FC236}">
                  <a16:creationId xmlns:a16="http://schemas.microsoft.com/office/drawing/2014/main" id="{F4DDCAEE-124D-4FA2-BAD7-20D7C1E25AE1}"/>
                </a:ext>
              </a:extLst>
            </p:cNvPr>
            <p:cNvSpPr>
              <a:spLocks/>
            </p:cNvSpPr>
            <p:nvPr/>
          </p:nvSpPr>
          <p:spPr bwMode="auto">
            <a:xfrm>
              <a:off x="965" y="3282"/>
              <a:ext cx="754" cy="142"/>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6123" name="Freeform 43">
              <a:extLst>
                <a:ext uri="{FF2B5EF4-FFF2-40B4-BE49-F238E27FC236}">
                  <a16:creationId xmlns:a16="http://schemas.microsoft.com/office/drawing/2014/main" id="{A11B2C67-E10E-4FE7-AFA4-0ACCFFE5ECFE}"/>
                </a:ext>
              </a:extLst>
            </p:cNvPr>
            <p:cNvSpPr>
              <a:spLocks/>
            </p:cNvSpPr>
            <p:nvPr/>
          </p:nvSpPr>
          <p:spPr bwMode="auto">
            <a:xfrm>
              <a:off x="2016" y="2784"/>
              <a:ext cx="754" cy="142"/>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6124" name="Freeform 44">
              <a:extLst>
                <a:ext uri="{FF2B5EF4-FFF2-40B4-BE49-F238E27FC236}">
                  <a16:creationId xmlns:a16="http://schemas.microsoft.com/office/drawing/2014/main" id="{26A24C5B-4EB7-48A0-A9E9-864FC3B92D90}"/>
                </a:ext>
              </a:extLst>
            </p:cNvPr>
            <p:cNvSpPr>
              <a:spLocks/>
            </p:cNvSpPr>
            <p:nvPr/>
          </p:nvSpPr>
          <p:spPr bwMode="auto">
            <a:xfrm>
              <a:off x="3086" y="2289"/>
              <a:ext cx="755" cy="142"/>
            </a:xfrm>
            <a:custGeom>
              <a:avLst/>
              <a:gdLst>
                <a:gd name="T0" fmla="*/ 0 w 736"/>
                <a:gd name="T1" fmla="*/ 0 h 167"/>
                <a:gd name="T2" fmla="*/ 413 w 736"/>
                <a:gd name="T3" fmla="*/ 53 h 167"/>
                <a:gd name="T4" fmla="*/ 879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BD3203BF-DA3C-A6C2-4A43-F568D5BF8431}"/>
              </a:ext>
            </a:extLst>
          </p:cNvPr>
          <p:cNvSpPr>
            <a:spLocks noGrp="1"/>
          </p:cNvSpPr>
          <p:nvPr>
            <p:ph type="dt" sz="half" idx="10"/>
          </p:nvPr>
        </p:nvSpPr>
        <p:spPr/>
        <p:txBody>
          <a:bodyPr/>
          <a:lstStyle/>
          <a:p>
            <a:fld id="{F4BD92E0-9756-4AC8-B93D-0CFC99C0E3A5}"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606F5932-A60B-B803-494F-76D6EB89543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804E90BE-2813-DEC0-9B08-AE6DD9AF5183}"/>
              </a:ext>
            </a:extLst>
          </p:cNvPr>
          <p:cNvSpPr>
            <a:spLocks noGrp="1"/>
          </p:cNvSpPr>
          <p:nvPr>
            <p:ph type="sldNum" sz="quarter" idx="12"/>
          </p:nvPr>
        </p:nvSpPr>
        <p:spPr/>
        <p:txBody>
          <a:bodyPr/>
          <a:lstStyle/>
          <a:p>
            <a:fld id="{094DEB03-EFC6-4C20-8FC8-295189A5386F}" type="slidenum">
              <a:rPr lang="zh-CN" altLang="en-US" smtClean="0"/>
              <a:pPr/>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6A8F55C2-1BD4-411D-B005-9EB0A36F4973}"/>
              </a:ext>
            </a:extLst>
          </p:cNvPr>
          <p:cNvSpPr>
            <a:spLocks noGrp="1" noChangeArrowheads="1"/>
          </p:cNvSpPr>
          <p:nvPr>
            <p:ph type="title"/>
          </p:nvPr>
        </p:nvSpPr>
        <p:spPr/>
        <p:txBody>
          <a:bodyPr/>
          <a:lstStyle/>
          <a:p>
            <a:pPr eaLnBrk="1" hangingPunct="1"/>
            <a:r>
              <a:rPr lang="en-US" altLang="zh-CN" dirty="0"/>
              <a:t>4.1.5 </a:t>
            </a:r>
            <a:r>
              <a:rPr lang="zh-CN" altLang="en-US" dirty="0"/>
              <a:t>属性计算次序</a:t>
            </a:r>
          </a:p>
        </p:txBody>
      </p:sp>
      <p:sp>
        <p:nvSpPr>
          <p:cNvPr id="47107" name="Rectangle 3">
            <a:extLst>
              <a:ext uri="{FF2B5EF4-FFF2-40B4-BE49-F238E27FC236}">
                <a16:creationId xmlns:a16="http://schemas.microsoft.com/office/drawing/2014/main" id="{F14AACCD-12A8-41C1-B36B-775FB383257E}"/>
              </a:ext>
            </a:extLst>
          </p:cNvPr>
          <p:cNvSpPr>
            <a:spLocks noGrp="1" noChangeArrowheads="1"/>
          </p:cNvSpPr>
          <p:nvPr>
            <p:ph idx="1"/>
          </p:nvPr>
        </p:nvSpPr>
        <p:spPr/>
        <p:txBody>
          <a:bodyPr/>
          <a:lstStyle/>
          <a:p>
            <a:pPr eaLnBrk="1" hangingPunct="1"/>
            <a:r>
              <a:rPr lang="zh-CN" altLang="en-US" sz="2400" dirty="0"/>
              <a:t>如何确定属性计算次序：</a:t>
            </a:r>
            <a:r>
              <a:rPr lang="zh-CN" altLang="en-US" sz="2400" dirty="0">
                <a:latin typeface="宋体" panose="02010600030101010101" pitchFamily="2" charset="-122"/>
              </a:rPr>
              <a:t>构造输入的分析树，构造属性依赖图，对结点进行拓扑排序，按拓扑排序的次序计算属性</a:t>
            </a:r>
          </a:p>
        </p:txBody>
      </p:sp>
      <p:grpSp>
        <p:nvGrpSpPr>
          <p:cNvPr id="47108" name="Group 4">
            <a:extLst>
              <a:ext uri="{FF2B5EF4-FFF2-40B4-BE49-F238E27FC236}">
                <a16:creationId xmlns:a16="http://schemas.microsoft.com/office/drawing/2014/main" id="{605A51FE-F4F1-4B0A-8D25-E751356D8B7E}"/>
              </a:ext>
            </a:extLst>
          </p:cNvPr>
          <p:cNvGrpSpPr>
            <a:grpSpLocks/>
          </p:cNvGrpSpPr>
          <p:nvPr/>
        </p:nvGrpSpPr>
        <p:grpSpPr bwMode="auto">
          <a:xfrm>
            <a:off x="533400" y="2160000"/>
            <a:ext cx="8458200" cy="3878262"/>
            <a:chOff x="288" y="1392"/>
            <a:chExt cx="5328" cy="2443"/>
          </a:xfrm>
        </p:grpSpPr>
        <p:sp>
          <p:nvSpPr>
            <p:cNvPr id="47109" name="Rectangle 5">
              <a:extLst>
                <a:ext uri="{FF2B5EF4-FFF2-40B4-BE49-F238E27FC236}">
                  <a16:creationId xmlns:a16="http://schemas.microsoft.com/office/drawing/2014/main" id="{DC10CA67-49CB-44D9-AA7F-1CAC6B9A0B34}"/>
                </a:ext>
              </a:extLst>
            </p:cNvPr>
            <p:cNvSpPr>
              <a:spLocks noChangeArrowheads="1"/>
            </p:cNvSpPr>
            <p:nvPr/>
          </p:nvSpPr>
          <p:spPr bwMode="auto">
            <a:xfrm>
              <a:off x="2012" y="1392"/>
              <a:ext cx="246"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D</a:t>
              </a:r>
            </a:p>
          </p:txBody>
        </p:sp>
        <p:sp>
          <p:nvSpPr>
            <p:cNvPr id="47110" name="Rectangle 6">
              <a:extLst>
                <a:ext uri="{FF2B5EF4-FFF2-40B4-BE49-F238E27FC236}">
                  <a16:creationId xmlns:a16="http://schemas.microsoft.com/office/drawing/2014/main" id="{459B5768-6898-4586-B3E2-21829C2C6A5E}"/>
                </a:ext>
              </a:extLst>
            </p:cNvPr>
            <p:cNvSpPr>
              <a:spLocks noChangeArrowheads="1"/>
            </p:cNvSpPr>
            <p:nvPr/>
          </p:nvSpPr>
          <p:spPr bwMode="auto">
            <a:xfrm>
              <a:off x="288" y="2483"/>
              <a:ext cx="90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    int</a:t>
              </a:r>
            </a:p>
          </p:txBody>
        </p:sp>
        <p:sp>
          <p:nvSpPr>
            <p:cNvPr id="47111" name="Rectangle 7">
              <a:extLst>
                <a:ext uri="{FF2B5EF4-FFF2-40B4-BE49-F238E27FC236}">
                  <a16:creationId xmlns:a16="http://schemas.microsoft.com/office/drawing/2014/main" id="{AD4A1EC1-11A7-4597-8A4A-2D41629771A9}"/>
                </a:ext>
              </a:extLst>
            </p:cNvPr>
            <p:cNvSpPr>
              <a:spLocks noChangeArrowheads="1"/>
            </p:cNvSpPr>
            <p:nvPr/>
          </p:nvSpPr>
          <p:spPr bwMode="auto">
            <a:xfrm>
              <a:off x="550" y="1964"/>
              <a:ext cx="369"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T</a:t>
              </a:r>
            </a:p>
          </p:txBody>
        </p:sp>
        <p:sp>
          <p:nvSpPr>
            <p:cNvPr id="47112" name="Line 8">
              <a:extLst>
                <a:ext uri="{FF2B5EF4-FFF2-40B4-BE49-F238E27FC236}">
                  <a16:creationId xmlns:a16="http://schemas.microsoft.com/office/drawing/2014/main" id="{F5B8D73F-7624-49F8-930B-B8CF26135BD1}"/>
                </a:ext>
              </a:extLst>
            </p:cNvPr>
            <p:cNvSpPr>
              <a:spLocks noChangeShapeType="1"/>
            </p:cNvSpPr>
            <p:nvPr/>
          </p:nvSpPr>
          <p:spPr bwMode="auto">
            <a:xfrm flipH="1">
              <a:off x="721" y="1632"/>
              <a:ext cx="1168" cy="33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13" name="Rectangle 9">
              <a:extLst>
                <a:ext uri="{FF2B5EF4-FFF2-40B4-BE49-F238E27FC236}">
                  <a16:creationId xmlns:a16="http://schemas.microsoft.com/office/drawing/2014/main" id="{2F865CD7-E1AC-4F6A-9397-572E139BD4BA}"/>
                </a:ext>
              </a:extLst>
            </p:cNvPr>
            <p:cNvSpPr>
              <a:spLocks noChangeArrowheads="1"/>
            </p:cNvSpPr>
            <p:nvPr/>
          </p:nvSpPr>
          <p:spPr bwMode="auto">
            <a:xfrm>
              <a:off x="3533" y="2462"/>
              <a:ext cx="24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7114" name="Line 10">
              <a:extLst>
                <a:ext uri="{FF2B5EF4-FFF2-40B4-BE49-F238E27FC236}">
                  <a16:creationId xmlns:a16="http://schemas.microsoft.com/office/drawing/2014/main" id="{4F31890F-33E3-4FA5-A66F-72677E8C32A1}"/>
                </a:ext>
              </a:extLst>
            </p:cNvPr>
            <p:cNvSpPr>
              <a:spLocks noChangeShapeType="1"/>
            </p:cNvSpPr>
            <p:nvPr/>
          </p:nvSpPr>
          <p:spPr bwMode="auto">
            <a:xfrm>
              <a:off x="645" y="2282"/>
              <a:ext cx="0" cy="29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15" name="Line 11">
              <a:extLst>
                <a:ext uri="{FF2B5EF4-FFF2-40B4-BE49-F238E27FC236}">
                  <a16:creationId xmlns:a16="http://schemas.microsoft.com/office/drawing/2014/main" id="{7B50E923-40A2-47E9-9157-34A610F305E3}"/>
                </a:ext>
              </a:extLst>
            </p:cNvPr>
            <p:cNvSpPr>
              <a:spLocks noChangeShapeType="1"/>
            </p:cNvSpPr>
            <p:nvPr/>
          </p:nvSpPr>
          <p:spPr bwMode="auto">
            <a:xfrm>
              <a:off x="3840" y="2304"/>
              <a:ext cx="660" cy="191"/>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16" name="Line 12">
              <a:extLst>
                <a:ext uri="{FF2B5EF4-FFF2-40B4-BE49-F238E27FC236}">
                  <a16:creationId xmlns:a16="http://schemas.microsoft.com/office/drawing/2014/main" id="{556D8FF6-079D-4148-8EA5-1E176F5EABF8}"/>
                </a:ext>
              </a:extLst>
            </p:cNvPr>
            <p:cNvSpPr>
              <a:spLocks noChangeShapeType="1"/>
            </p:cNvSpPr>
            <p:nvPr/>
          </p:nvSpPr>
          <p:spPr bwMode="auto">
            <a:xfrm flipH="1">
              <a:off x="2654" y="2294"/>
              <a:ext cx="660" cy="19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17" name="Rectangle 13">
              <a:extLst>
                <a:ext uri="{FF2B5EF4-FFF2-40B4-BE49-F238E27FC236}">
                  <a16:creationId xmlns:a16="http://schemas.microsoft.com/office/drawing/2014/main" id="{5AF65A30-F331-48C8-8C13-3D2EA8076F51}"/>
                </a:ext>
              </a:extLst>
            </p:cNvPr>
            <p:cNvSpPr>
              <a:spLocks noChangeArrowheads="1"/>
            </p:cNvSpPr>
            <p:nvPr/>
          </p:nvSpPr>
          <p:spPr bwMode="auto">
            <a:xfrm>
              <a:off x="4534" y="2488"/>
              <a:ext cx="56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3</a:t>
              </a:r>
            </a:p>
          </p:txBody>
        </p:sp>
        <p:sp>
          <p:nvSpPr>
            <p:cNvPr id="47118" name="Rectangle 14">
              <a:extLst>
                <a:ext uri="{FF2B5EF4-FFF2-40B4-BE49-F238E27FC236}">
                  <a16:creationId xmlns:a16="http://schemas.microsoft.com/office/drawing/2014/main" id="{8B8B399D-4EA1-4CC2-A5B6-B0EFB21EEBA0}"/>
                </a:ext>
              </a:extLst>
            </p:cNvPr>
            <p:cNvSpPr>
              <a:spLocks noChangeArrowheads="1"/>
            </p:cNvSpPr>
            <p:nvPr/>
          </p:nvSpPr>
          <p:spPr bwMode="auto">
            <a:xfrm>
              <a:off x="3500" y="1972"/>
              <a:ext cx="33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47119" name="Line 15">
              <a:extLst>
                <a:ext uri="{FF2B5EF4-FFF2-40B4-BE49-F238E27FC236}">
                  <a16:creationId xmlns:a16="http://schemas.microsoft.com/office/drawing/2014/main" id="{879C0AE5-7DBF-4B16-B383-467EAEF586E2}"/>
                </a:ext>
              </a:extLst>
            </p:cNvPr>
            <p:cNvSpPr>
              <a:spLocks noChangeShapeType="1"/>
            </p:cNvSpPr>
            <p:nvPr/>
          </p:nvSpPr>
          <p:spPr bwMode="auto">
            <a:xfrm>
              <a:off x="2320" y="1632"/>
              <a:ext cx="1168" cy="33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20" name="Line 16">
              <a:extLst>
                <a:ext uri="{FF2B5EF4-FFF2-40B4-BE49-F238E27FC236}">
                  <a16:creationId xmlns:a16="http://schemas.microsoft.com/office/drawing/2014/main" id="{375F1376-A12E-480F-8FC2-A9FFA2A1DA9C}"/>
                </a:ext>
              </a:extLst>
            </p:cNvPr>
            <p:cNvSpPr>
              <a:spLocks noChangeShapeType="1"/>
            </p:cNvSpPr>
            <p:nvPr/>
          </p:nvSpPr>
          <p:spPr bwMode="auto">
            <a:xfrm>
              <a:off x="1444" y="3252"/>
              <a:ext cx="0" cy="29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21" name="Line 17">
              <a:extLst>
                <a:ext uri="{FF2B5EF4-FFF2-40B4-BE49-F238E27FC236}">
                  <a16:creationId xmlns:a16="http://schemas.microsoft.com/office/drawing/2014/main" id="{0285C671-D209-4499-9E48-7FDD2678331A}"/>
                </a:ext>
              </a:extLst>
            </p:cNvPr>
            <p:cNvSpPr>
              <a:spLocks noChangeShapeType="1"/>
            </p:cNvSpPr>
            <p:nvPr/>
          </p:nvSpPr>
          <p:spPr bwMode="auto">
            <a:xfrm>
              <a:off x="2443" y="2779"/>
              <a:ext cx="0" cy="29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22" name="Line 18">
              <a:extLst>
                <a:ext uri="{FF2B5EF4-FFF2-40B4-BE49-F238E27FC236}">
                  <a16:creationId xmlns:a16="http://schemas.microsoft.com/office/drawing/2014/main" id="{BFB75270-17BF-4772-ADB4-D41834FB682D}"/>
                </a:ext>
              </a:extLst>
            </p:cNvPr>
            <p:cNvSpPr>
              <a:spLocks noChangeShapeType="1"/>
            </p:cNvSpPr>
            <p:nvPr/>
          </p:nvSpPr>
          <p:spPr bwMode="auto">
            <a:xfrm>
              <a:off x="3597" y="2295"/>
              <a:ext cx="0" cy="29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23" name="Rectangle 19">
              <a:extLst>
                <a:ext uri="{FF2B5EF4-FFF2-40B4-BE49-F238E27FC236}">
                  <a16:creationId xmlns:a16="http://schemas.microsoft.com/office/drawing/2014/main" id="{30D75F5D-2297-4975-9211-D52B5D564722}"/>
                </a:ext>
              </a:extLst>
            </p:cNvPr>
            <p:cNvSpPr>
              <a:spLocks noChangeArrowheads="1"/>
            </p:cNvSpPr>
            <p:nvPr/>
          </p:nvSpPr>
          <p:spPr bwMode="auto">
            <a:xfrm>
              <a:off x="2377" y="2484"/>
              <a:ext cx="291"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47124" name="Rectangle 20">
              <a:extLst>
                <a:ext uri="{FF2B5EF4-FFF2-40B4-BE49-F238E27FC236}">
                  <a16:creationId xmlns:a16="http://schemas.microsoft.com/office/drawing/2014/main" id="{7BFD19C1-A41B-4F53-8AD2-B0CC9F066635}"/>
                </a:ext>
              </a:extLst>
            </p:cNvPr>
            <p:cNvSpPr>
              <a:spLocks noChangeArrowheads="1"/>
            </p:cNvSpPr>
            <p:nvPr/>
          </p:nvSpPr>
          <p:spPr bwMode="auto">
            <a:xfrm>
              <a:off x="1377" y="2959"/>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47125" name="Line 21">
              <a:extLst>
                <a:ext uri="{FF2B5EF4-FFF2-40B4-BE49-F238E27FC236}">
                  <a16:creationId xmlns:a16="http://schemas.microsoft.com/office/drawing/2014/main" id="{A05C8891-E17A-4097-8267-16E1B83F8CF5}"/>
                </a:ext>
              </a:extLst>
            </p:cNvPr>
            <p:cNvSpPr>
              <a:spLocks noChangeShapeType="1"/>
            </p:cNvSpPr>
            <p:nvPr/>
          </p:nvSpPr>
          <p:spPr bwMode="auto">
            <a:xfrm flipH="1">
              <a:off x="1536" y="2784"/>
              <a:ext cx="660" cy="191"/>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26" name="Line 22">
              <a:extLst>
                <a:ext uri="{FF2B5EF4-FFF2-40B4-BE49-F238E27FC236}">
                  <a16:creationId xmlns:a16="http://schemas.microsoft.com/office/drawing/2014/main" id="{8544558E-22BF-4DAC-B697-0730B7957BD2}"/>
                </a:ext>
              </a:extLst>
            </p:cNvPr>
            <p:cNvSpPr>
              <a:spLocks noChangeShapeType="1"/>
            </p:cNvSpPr>
            <p:nvPr/>
          </p:nvSpPr>
          <p:spPr bwMode="auto">
            <a:xfrm>
              <a:off x="2689" y="2820"/>
              <a:ext cx="660" cy="19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27" name="Rectangle 23">
              <a:extLst>
                <a:ext uri="{FF2B5EF4-FFF2-40B4-BE49-F238E27FC236}">
                  <a16:creationId xmlns:a16="http://schemas.microsoft.com/office/drawing/2014/main" id="{DC11AF0C-BCC9-4D94-A8AC-9DCF97CF4DEB}"/>
                </a:ext>
              </a:extLst>
            </p:cNvPr>
            <p:cNvSpPr>
              <a:spLocks noChangeArrowheads="1"/>
            </p:cNvSpPr>
            <p:nvPr/>
          </p:nvSpPr>
          <p:spPr bwMode="auto">
            <a:xfrm>
              <a:off x="3273" y="2997"/>
              <a:ext cx="568"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2</a:t>
              </a:r>
            </a:p>
          </p:txBody>
        </p:sp>
        <p:sp>
          <p:nvSpPr>
            <p:cNvPr id="47128" name="Rectangle 24">
              <a:extLst>
                <a:ext uri="{FF2B5EF4-FFF2-40B4-BE49-F238E27FC236}">
                  <a16:creationId xmlns:a16="http://schemas.microsoft.com/office/drawing/2014/main" id="{26697CF6-EDBF-4151-921C-CF5C32D6E441}"/>
                </a:ext>
              </a:extLst>
            </p:cNvPr>
            <p:cNvSpPr>
              <a:spLocks noChangeArrowheads="1"/>
            </p:cNvSpPr>
            <p:nvPr/>
          </p:nvSpPr>
          <p:spPr bwMode="auto">
            <a:xfrm>
              <a:off x="1319" y="3509"/>
              <a:ext cx="568"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1</a:t>
              </a:r>
            </a:p>
          </p:txBody>
        </p:sp>
        <p:sp>
          <p:nvSpPr>
            <p:cNvPr id="47129" name="Rectangle 25">
              <a:extLst>
                <a:ext uri="{FF2B5EF4-FFF2-40B4-BE49-F238E27FC236}">
                  <a16:creationId xmlns:a16="http://schemas.microsoft.com/office/drawing/2014/main" id="{0E332141-3CD2-4E2F-90AD-A8CF5F6B58B5}"/>
                </a:ext>
              </a:extLst>
            </p:cNvPr>
            <p:cNvSpPr>
              <a:spLocks noChangeArrowheads="1"/>
            </p:cNvSpPr>
            <p:nvPr/>
          </p:nvSpPr>
          <p:spPr bwMode="auto">
            <a:xfrm>
              <a:off x="2365" y="2945"/>
              <a:ext cx="24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7130" name="Rectangle 26">
              <a:extLst>
                <a:ext uri="{FF2B5EF4-FFF2-40B4-BE49-F238E27FC236}">
                  <a16:creationId xmlns:a16="http://schemas.microsoft.com/office/drawing/2014/main" id="{0CCDCC8E-7349-4085-8F80-8974012C1D3F}"/>
                </a:ext>
              </a:extLst>
            </p:cNvPr>
            <p:cNvSpPr>
              <a:spLocks noChangeArrowheads="1"/>
            </p:cNvSpPr>
            <p:nvPr/>
          </p:nvSpPr>
          <p:spPr bwMode="auto">
            <a:xfrm>
              <a:off x="1729" y="3532"/>
              <a:ext cx="6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1 </a:t>
              </a:r>
              <a:r>
                <a:rPr lang="en-US" altLang="zh-CN" sz="2800" b="1" i="1">
                  <a:ea typeface="宋体" panose="02010600030101010101" pitchFamily="2" charset="-122"/>
                </a:rPr>
                <a:t>entry</a:t>
              </a:r>
            </a:p>
          </p:txBody>
        </p:sp>
        <p:sp>
          <p:nvSpPr>
            <p:cNvPr id="47131" name="Rectangle 27">
              <a:extLst>
                <a:ext uri="{FF2B5EF4-FFF2-40B4-BE49-F238E27FC236}">
                  <a16:creationId xmlns:a16="http://schemas.microsoft.com/office/drawing/2014/main" id="{856A4C8F-03E4-40B3-8027-F9FD1ED6EFC6}"/>
                </a:ext>
              </a:extLst>
            </p:cNvPr>
            <p:cNvSpPr>
              <a:spLocks noChangeArrowheads="1"/>
            </p:cNvSpPr>
            <p:nvPr/>
          </p:nvSpPr>
          <p:spPr bwMode="auto">
            <a:xfrm>
              <a:off x="1670" y="2985"/>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10</a:t>
              </a:r>
            </a:p>
          </p:txBody>
        </p:sp>
        <p:sp>
          <p:nvSpPr>
            <p:cNvPr id="47132" name="Line 28">
              <a:extLst>
                <a:ext uri="{FF2B5EF4-FFF2-40B4-BE49-F238E27FC236}">
                  <a16:creationId xmlns:a16="http://schemas.microsoft.com/office/drawing/2014/main" id="{7319E597-B6AC-4C30-96B8-A340819515B6}"/>
                </a:ext>
              </a:extLst>
            </p:cNvPr>
            <p:cNvSpPr>
              <a:spLocks noChangeShapeType="1"/>
            </p:cNvSpPr>
            <p:nvPr/>
          </p:nvSpPr>
          <p:spPr bwMode="auto">
            <a:xfrm flipV="1">
              <a:off x="1811" y="3241"/>
              <a:ext cx="0" cy="345"/>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7133" name="Rectangle 29">
              <a:extLst>
                <a:ext uri="{FF2B5EF4-FFF2-40B4-BE49-F238E27FC236}">
                  <a16:creationId xmlns:a16="http://schemas.microsoft.com/office/drawing/2014/main" id="{E518C459-AEEA-4B1F-B8B6-1415A3449AA0}"/>
                </a:ext>
              </a:extLst>
            </p:cNvPr>
            <p:cNvSpPr>
              <a:spLocks noChangeArrowheads="1"/>
            </p:cNvSpPr>
            <p:nvPr/>
          </p:nvSpPr>
          <p:spPr bwMode="auto">
            <a:xfrm>
              <a:off x="3712" y="3046"/>
              <a:ext cx="67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2 </a:t>
              </a:r>
              <a:r>
                <a:rPr lang="en-US" altLang="zh-CN" sz="2800" b="1" i="1">
                  <a:ea typeface="宋体" panose="02010600030101010101" pitchFamily="2" charset="-122"/>
                </a:rPr>
                <a:t>entry</a:t>
              </a:r>
            </a:p>
          </p:txBody>
        </p:sp>
        <p:sp>
          <p:nvSpPr>
            <p:cNvPr id="47134" name="Rectangle 30">
              <a:extLst>
                <a:ext uri="{FF2B5EF4-FFF2-40B4-BE49-F238E27FC236}">
                  <a16:creationId xmlns:a16="http://schemas.microsoft.com/office/drawing/2014/main" id="{E0BCDFA6-8C48-44ED-BDF4-D14E52F26857}"/>
                </a:ext>
              </a:extLst>
            </p:cNvPr>
            <p:cNvSpPr>
              <a:spLocks noChangeArrowheads="1"/>
            </p:cNvSpPr>
            <p:nvPr/>
          </p:nvSpPr>
          <p:spPr bwMode="auto">
            <a:xfrm>
              <a:off x="4942" y="2527"/>
              <a:ext cx="67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3 </a:t>
              </a:r>
              <a:r>
                <a:rPr lang="en-US" altLang="zh-CN" sz="2800" b="1" i="1">
                  <a:ea typeface="宋体" panose="02010600030101010101" pitchFamily="2" charset="-122"/>
                </a:rPr>
                <a:t>entry</a:t>
              </a:r>
            </a:p>
          </p:txBody>
        </p:sp>
        <p:sp>
          <p:nvSpPr>
            <p:cNvPr id="47135" name="Rectangle 31">
              <a:extLst>
                <a:ext uri="{FF2B5EF4-FFF2-40B4-BE49-F238E27FC236}">
                  <a16:creationId xmlns:a16="http://schemas.microsoft.com/office/drawing/2014/main" id="{32D732FB-A79B-46F3-8922-90334806FD1E}"/>
                </a:ext>
              </a:extLst>
            </p:cNvPr>
            <p:cNvSpPr>
              <a:spLocks noChangeArrowheads="1"/>
            </p:cNvSpPr>
            <p:nvPr/>
          </p:nvSpPr>
          <p:spPr bwMode="auto">
            <a:xfrm>
              <a:off x="731" y="2983"/>
              <a:ext cx="42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 </a:t>
              </a:r>
              <a:r>
                <a:rPr lang="en-US" altLang="zh-CN" sz="2800" b="1">
                  <a:ea typeface="宋体" panose="02010600030101010101" pitchFamily="2" charset="-122"/>
                </a:rPr>
                <a:t>9</a:t>
              </a:r>
            </a:p>
          </p:txBody>
        </p:sp>
        <p:sp>
          <p:nvSpPr>
            <p:cNvPr id="47136" name="Rectangle 32">
              <a:extLst>
                <a:ext uri="{FF2B5EF4-FFF2-40B4-BE49-F238E27FC236}">
                  <a16:creationId xmlns:a16="http://schemas.microsoft.com/office/drawing/2014/main" id="{ECF5C1D0-679E-430D-8AEF-5B52C3339EEA}"/>
                </a:ext>
              </a:extLst>
            </p:cNvPr>
            <p:cNvSpPr>
              <a:spLocks noChangeArrowheads="1"/>
            </p:cNvSpPr>
            <p:nvPr/>
          </p:nvSpPr>
          <p:spPr bwMode="auto">
            <a:xfrm>
              <a:off x="2730" y="2501"/>
              <a:ext cx="274"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8</a:t>
              </a:r>
            </a:p>
          </p:txBody>
        </p:sp>
        <p:sp>
          <p:nvSpPr>
            <p:cNvPr id="47137" name="Rectangle 33">
              <a:extLst>
                <a:ext uri="{FF2B5EF4-FFF2-40B4-BE49-F238E27FC236}">
                  <a16:creationId xmlns:a16="http://schemas.microsoft.com/office/drawing/2014/main" id="{9671E828-C7C1-4664-BE85-9AF82122027E}"/>
                </a:ext>
              </a:extLst>
            </p:cNvPr>
            <p:cNvSpPr>
              <a:spLocks noChangeArrowheads="1"/>
            </p:cNvSpPr>
            <p:nvPr/>
          </p:nvSpPr>
          <p:spPr bwMode="auto">
            <a:xfrm>
              <a:off x="1764" y="2498"/>
              <a:ext cx="428"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 </a:t>
              </a:r>
              <a:r>
                <a:rPr lang="en-US" altLang="zh-CN" sz="2800" b="1">
                  <a:ea typeface="宋体" panose="02010600030101010101" pitchFamily="2" charset="-122"/>
                </a:rPr>
                <a:t>7</a:t>
              </a:r>
            </a:p>
          </p:txBody>
        </p:sp>
        <p:sp>
          <p:nvSpPr>
            <p:cNvPr id="47138" name="Rectangle 34">
              <a:extLst>
                <a:ext uri="{FF2B5EF4-FFF2-40B4-BE49-F238E27FC236}">
                  <a16:creationId xmlns:a16="http://schemas.microsoft.com/office/drawing/2014/main" id="{4E415B7C-9EA5-4994-B671-D3E7ED7181B4}"/>
                </a:ext>
              </a:extLst>
            </p:cNvPr>
            <p:cNvSpPr>
              <a:spLocks noChangeArrowheads="1"/>
            </p:cNvSpPr>
            <p:nvPr/>
          </p:nvSpPr>
          <p:spPr bwMode="auto">
            <a:xfrm>
              <a:off x="3841" y="2003"/>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6</a:t>
              </a:r>
            </a:p>
          </p:txBody>
        </p:sp>
        <p:sp>
          <p:nvSpPr>
            <p:cNvPr id="47139" name="Rectangle 35">
              <a:extLst>
                <a:ext uri="{FF2B5EF4-FFF2-40B4-BE49-F238E27FC236}">
                  <a16:creationId xmlns:a16="http://schemas.microsoft.com/office/drawing/2014/main" id="{4C424B60-FE22-4943-965C-AC062702516B}"/>
                </a:ext>
              </a:extLst>
            </p:cNvPr>
            <p:cNvSpPr>
              <a:spLocks noChangeArrowheads="1"/>
            </p:cNvSpPr>
            <p:nvPr/>
          </p:nvSpPr>
          <p:spPr bwMode="auto">
            <a:xfrm>
              <a:off x="2838" y="1977"/>
              <a:ext cx="5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 </a:t>
              </a:r>
              <a:r>
                <a:rPr lang="en-US" altLang="zh-CN" sz="2800" b="1">
                  <a:ea typeface="宋体" panose="02010600030101010101" pitchFamily="2" charset="-122"/>
                </a:rPr>
                <a:t>5</a:t>
              </a:r>
            </a:p>
          </p:txBody>
        </p:sp>
        <p:sp>
          <p:nvSpPr>
            <p:cNvPr id="47140" name="Rectangle 36">
              <a:extLst>
                <a:ext uri="{FF2B5EF4-FFF2-40B4-BE49-F238E27FC236}">
                  <a16:creationId xmlns:a16="http://schemas.microsoft.com/office/drawing/2014/main" id="{65055E31-68ED-4076-9352-9BB0815844A3}"/>
                </a:ext>
              </a:extLst>
            </p:cNvPr>
            <p:cNvSpPr>
              <a:spLocks noChangeArrowheads="1"/>
            </p:cNvSpPr>
            <p:nvPr/>
          </p:nvSpPr>
          <p:spPr bwMode="auto">
            <a:xfrm>
              <a:off x="887" y="2003"/>
              <a:ext cx="613"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4 </a:t>
              </a:r>
              <a:r>
                <a:rPr lang="en-US" altLang="zh-CN" sz="2800" b="1" i="1">
                  <a:ea typeface="宋体" panose="02010600030101010101" pitchFamily="2" charset="-122"/>
                </a:rPr>
                <a:t>type</a:t>
              </a:r>
            </a:p>
          </p:txBody>
        </p:sp>
        <p:sp>
          <p:nvSpPr>
            <p:cNvPr id="47141" name="Line 37">
              <a:extLst>
                <a:ext uri="{FF2B5EF4-FFF2-40B4-BE49-F238E27FC236}">
                  <a16:creationId xmlns:a16="http://schemas.microsoft.com/office/drawing/2014/main" id="{D73C3D39-1178-48CD-9342-1AB7F8007ED1}"/>
                </a:ext>
              </a:extLst>
            </p:cNvPr>
            <p:cNvSpPr>
              <a:spLocks noChangeShapeType="1"/>
            </p:cNvSpPr>
            <p:nvPr/>
          </p:nvSpPr>
          <p:spPr bwMode="auto">
            <a:xfrm flipH="1">
              <a:off x="2084" y="2331"/>
              <a:ext cx="660" cy="19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7142" name="Line 38">
              <a:extLst>
                <a:ext uri="{FF2B5EF4-FFF2-40B4-BE49-F238E27FC236}">
                  <a16:creationId xmlns:a16="http://schemas.microsoft.com/office/drawing/2014/main" id="{D8781AC9-DEE8-449D-B439-18E9F99BC7A6}"/>
                </a:ext>
              </a:extLst>
            </p:cNvPr>
            <p:cNvSpPr>
              <a:spLocks noChangeShapeType="1"/>
            </p:cNvSpPr>
            <p:nvPr/>
          </p:nvSpPr>
          <p:spPr bwMode="auto">
            <a:xfrm flipH="1">
              <a:off x="1056" y="2736"/>
              <a:ext cx="660" cy="19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7143" name="Line 39">
              <a:extLst>
                <a:ext uri="{FF2B5EF4-FFF2-40B4-BE49-F238E27FC236}">
                  <a16:creationId xmlns:a16="http://schemas.microsoft.com/office/drawing/2014/main" id="{32B276E3-E049-4CC4-892A-6F116BF21A12}"/>
                </a:ext>
              </a:extLst>
            </p:cNvPr>
            <p:cNvSpPr>
              <a:spLocks noChangeShapeType="1"/>
            </p:cNvSpPr>
            <p:nvPr/>
          </p:nvSpPr>
          <p:spPr bwMode="auto">
            <a:xfrm flipH="1" flipV="1">
              <a:off x="4130" y="2244"/>
              <a:ext cx="1060" cy="33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7144" name="Line 40">
              <a:extLst>
                <a:ext uri="{FF2B5EF4-FFF2-40B4-BE49-F238E27FC236}">
                  <a16:creationId xmlns:a16="http://schemas.microsoft.com/office/drawing/2014/main" id="{44B6F382-3C70-481A-B1E3-59CDBD4963B6}"/>
                </a:ext>
              </a:extLst>
            </p:cNvPr>
            <p:cNvSpPr>
              <a:spLocks noChangeShapeType="1"/>
            </p:cNvSpPr>
            <p:nvPr/>
          </p:nvSpPr>
          <p:spPr bwMode="auto">
            <a:xfrm flipH="1" flipV="1">
              <a:off x="2945" y="2741"/>
              <a:ext cx="1060" cy="33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7145" name="Freeform 41">
              <a:extLst>
                <a:ext uri="{FF2B5EF4-FFF2-40B4-BE49-F238E27FC236}">
                  <a16:creationId xmlns:a16="http://schemas.microsoft.com/office/drawing/2014/main" id="{9810A7C5-81A6-48B4-910C-3929E757F00F}"/>
                </a:ext>
              </a:extLst>
            </p:cNvPr>
            <p:cNvSpPr>
              <a:spLocks/>
            </p:cNvSpPr>
            <p:nvPr/>
          </p:nvSpPr>
          <p:spPr bwMode="auto">
            <a:xfrm>
              <a:off x="1135" y="1815"/>
              <a:ext cx="1906" cy="268"/>
            </a:xfrm>
            <a:custGeom>
              <a:avLst/>
              <a:gdLst>
                <a:gd name="T0" fmla="*/ 0 w 1860"/>
                <a:gd name="T1" fmla="*/ 101 h 315"/>
                <a:gd name="T2" fmla="*/ 427 w 1860"/>
                <a:gd name="T3" fmla="*/ 38 h 315"/>
                <a:gd name="T4" fmla="*/ 1140 w 1860"/>
                <a:gd name="T5" fmla="*/ 0 h 315"/>
                <a:gd name="T6" fmla="*/ 1795 w 1860"/>
                <a:gd name="T7" fmla="*/ 39 h 315"/>
                <a:gd name="T8" fmla="*/ 2206 w 1860"/>
                <a:gd name="T9" fmla="*/ 92 h 315"/>
                <a:gd name="T10" fmla="*/ 0 60000 65536"/>
                <a:gd name="T11" fmla="*/ 0 60000 65536"/>
                <a:gd name="T12" fmla="*/ 0 60000 65536"/>
                <a:gd name="T13" fmla="*/ 0 60000 65536"/>
                <a:gd name="T14" fmla="*/ 0 60000 65536"/>
                <a:gd name="T15" fmla="*/ 0 w 1860"/>
                <a:gd name="T16" fmla="*/ 0 h 315"/>
                <a:gd name="T17" fmla="*/ 1860 w 1860"/>
                <a:gd name="T18" fmla="*/ 315 h 315"/>
              </a:gdLst>
              <a:ahLst/>
              <a:cxnLst>
                <a:cxn ang="T10">
                  <a:pos x="T0" y="T1"/>
                </a:cxn>
                <a:cxn ang="T11">
                  <a:pos x="T2" y="T3"/>
                </a:cxn>
                <a:cxn ang="T12">
                  <a:pos x="T4" y="T5"/>
                </a:cxn>
                <a:cxn ang="T13">
                  <a:pos x="T6" y="T7"/>
                </a:cxn>
                <a:cxn ang="T14">
                  <a:pos x="T8" y="T9"/>
                </a:cxn>
              </a:cxnLst>
              <a:rect l="T15" t="T16" r="T17" b="T18"/>
              <a:pathLst>
                <a:path w="1860" h="315">
                  <a:moveTo>
                    <a:pt x="0" y="315"/>
                  </a:moveTo>
                  <a:cubicBezTo>
                    <a:pt x="60" y="282"/>
                    <a:pt x="200" y="171"/>
                    <a:pt x="360" y="119"/>
                  </a:cubicBezTo>
                  <a:cubicBezTo>
                    <a:pt x="520" y="67"/>
                    <a:pt x="768" y="0"/>
                    <a:pt x="960" y="0"/>
                  </a:cubicBezTo>
                  <a:cubicBezTo>
                    <a:pt x="1152" y="0"/>
                    <a:pt x="1365" y="73"/>
                    <a:pt x="1515" y="120"/>
                  </a:cubicBezTo>
                  <a:cubicBezTo>
                    <a:pt x="1665" y="167"/>
                    <a:pt x="1788" y="251"/>
                    <a:pt x="1860" y="285"/>
                  </a:cubicBezTo>
                </a:path>
              </a:pathLst>
            </a:custGeom>
            <a:noFill/>
            <a:ln w="25400">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7146" name="Freeform 42">
              <a:extLst>
                <a:ext uri="{FF2B5EF4-FFF2-40B4-BE49-F238E27FC236}">
                  <a16:creationId xmlns:a16="http://schemas.microsoft.com/office/drawing/2014/main" id="{74787053-16CA-4161-B2D2-60F6ABCDFD05}"/>
                </a:ext>
              </a:extLst>
            </p:cNvPr>
            <p:cNvSpPr>
              <a:spLocks/>
            </p:cNvSpPr>
            <p:nvPr/>
          </p:nvSpPr>
          <p:spPr bwMode="auto">
            <a:xfrm>
              <a:off x="965" y="3282"/>
              <a:ext cx="754" cy="142"/>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7147" name="Freeform 43">
              <a:extLst>
                <a:ext uri="{FF2B5EF4-FFF2-40B4-BE49-F238E27FC236}">
                  <a16:creationId xmlns:a16="http://schemas.microsoft.com/office/drawing/2014/main" id="{EB053C0A-76BC-45B8-B9F6-0C0F5F110A79}"/>
                </a:ext>
              </a:extLst>
            </p:cNvPr>
            <p:cNvSpPr>
              <a:spLocks/>
            </p:cNvSpPr>
            <p:nvPr/>
          </p:nvSpPr>
          <p:spPr bwMode="auto">
            <a:xfrm>
              <a:off x="2016" y="2784"/>
              <a:ext cx="754" cy="142"/>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7148" name="Freeform 44">
              <a:extLst>
                <a:ext uri="{FF2B5EF4-FFF2-40B4-BE49-F238E27FC236}">
                  <a16:creationId xmlns:a16="http://schemas.microsoft.com/office/drawing/2014/main" id="{633B9862-A999-4DE8-B0C1-B44EC46294CC}"/>
                </a:ext>
              </a:extLst>
            </p:cNvPr>
            <p:cNvSpPr>
              <a:spLocks/>
            </p:cNvSpPr>
            <p:nvPr/>
          </p:nvSpPr>
          <p:spPr bwMode="auto">
            <a:xfrm>
              <a:off x="3086" y="2289"/>
              <a:ext cx="755" cy="142"/>
            </a:xfrm>
            <a:custGeom>
              <a:avLst/>
              <a:gdLst>
                <a:gd name="T0" fmla="*/ 0 w 736"/>
                <a:gd name="T1" fmla="*/ 0 h 167"/>
                <a:gd name="T2" fmla="*/ 413 w 736"/>
                <a:gd name="T3" fmla="*/ 53 h 167"/>
                <a:gd name="T4" fmla="*/ 879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25400">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BA2D4D2C-CBFD-3E46-7C1F-A6849AC9252F}"/>
              </a:ext>
            </a:extLst>
          </p:cNvPr>
          <p:cNvSpPr>
            <a:spLocks noGrp="1"/>
          </p:cNvSpPr>
          <p:nvPr>
            <p:ph type="dt" sz="half" idx="10"/>
          </p:nvPr>
        </p:nvSpPr>
        <p:spPr/>
        <p:txBody>
          <a:bodyPr/>
          <a:lstStyle/>
          <a:p>
            <a:fld id="{E24E9FF0-86C5-4B68-955F-EF541F51EC72}"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BC6911A2-3E5C-AD7C-7A88-8A94AD39C44B}"/>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1BF6E7CF-8849-2603-37D5-1AE3BE80A2A8}"/>
              </a:ext>
            </a:extLst>
          </p:cNvPr>
          <p:cNvSpPr>
            <a:spLocks noGrp="1"/>
          </p:cNvSpPr>
          <p:nvPr>
            <p:ph type="sldNum" sz="quarter" idx="12"/>
          </p:nvPr>
        </p:nvSpPr>
        <p:spPr/>
        <p:txBody>
          <a:bodyPr/>
          <a:lstStyle/>
          <a:p>
            <a:fld id="{094DEB03-EFC6-4C20-8FC8-295189A5386F}" type="slidenum">
              <a:rPr lang="zh-CN" altLang="en-US" smtClean="0"/>
              <a:pPr/>
              <a:t>30</a:t>
            </a:fld>
            <a:endParaRPr lang="zh-CN" altLang="en-US"/>
          </a:p>
        </p:txBody>
      </p:sp>
      <p:sp>
        <p:nvSpPr>
          <p:cNvPr id="5" name="Bullet">
            <a:extLst>
              <a:ext uri="{FF2B5EF4-FFF2-40B4-BE49-F238E27FC236}">
                <a16:creationId xmlns:a16="http://schemas.microsoft.com/office/drawing/2014/main" id="{A9622D0D-E119-465E-856B-3CF95B16EB07}"/>
              </a:ext>
            </a:extLst>
          </p:cNvPr>
          <p:cNvSpPr>
            <a:spLocks noChangeAspect="1"/>
          </p:cNvSpPr>
          <p:nvPr/>
        </p:nvSpPr>
        <p:spPr>
          <a:xfrm>
            <a:off x="291612" y="5455650"/>
            <a:ext cx="8579826" cy="1216733"/>
          </a:xfrm>
          <a:prstGeom prst="roundRect">
            <a:avLst>
              <a:gd name="adj" fmla="val 16000"/>
            </a:avLst>
          </a:prstGeom>
          <a:solidFill>
            <a:schemeClr val="accent1"/>
          </a:solidFill>
          <a:ln w="12700" cap="flat">
            <a:noFill/>
            <a:prstDash val="solid"/>
            <a:miter/>
          </a:ln>
          <a:effectLst>
            <a:outerShdw blurRad="127000" dist="63500" dir="2700000" algn="tl" rotWithShape="0">
              <a:schemeClr val="accent1">
                <a:alpha val="40000"/>
              </a:schemeClr>
            </a:outerShdw>
          </a:effectLst>
        </p:spPr>
        <p:txBody>
          <a:bodyPr wrap="square" rtlCol="0" anchor="ctr">
            <a:normAutofit/>
          </a:bodyPr>
          <a:lstStyle/>
          <a:p>
            <a:pPr algn="ctr">
              <a:lnSpc>
                <a:spcPct val="120000"/>
              </a:lnSpc>
            </a:pPr>
            <a:r>
              <a:rPr lang="zh-CN" altLang="en-US" sz="2400" dirty="0">
                <a:solidFill>
                  <a:srgbClr val="FFFFFF"/>
                </a:solidFill>
                <a:ea typeface="微软雅黑" panose="020B0503020204020204" pitchFamily="34" charset="-122"/>
                <a:sym typeface="Arial" panose="020B0604020202020204" pitchFamily="34" charset="0"/>
              </a:rPr>
              <a:t>这种方法称为分析树方法。</a:t>
            </a:r>
            <a:endParaRPr lang="en-US" altLang="zh-CN" sz="2400" dirty="0">
              <a:solidFill>
                <a:srgbClr val="FFFFFF"/>
              </a:solidFill>
              <a:ea typeface="微软雅黑" panose="020B0503020204020204" pitchFamily="34" charset="-122"/>
              <a:sym typeface="Arial" panose="020B0604020202020204" pitchFamily="34" charset="0"/>
            </a:endParaRPr>
          </a:p>
          <a:p>
            <a:pPr algn="ctr"/>
            <a:r>
              <a:rPr lang="zh-CN" altLang="en-US" sz="2400" dirty="0">
                <a:solidFill>
                  <a:srgbClr val="FFFFFF"/>
                </a:solidFill>
                <a:ea typeface="微软雅黑" panose="020B0503020204020204" pitchFamily="34" charset="-122"/>
                <a:sym typeface="Arial" panose="020B0604020202020204" pitchFamily="34" charset="0"/>
              </a:rPr>
              <a:t>实际的实现并不需要按上面步骤进行，有更高效的实现方法。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422016E-5E8E-4F73-BEB6-F39B48B9A073}"/>
              </a:ext>
            </a:extLst>
          </p:cNvPr>
          <p:cNvSpPr>
            <a:spLocks noGrp="1" noChangeArrowheads="1"/>
          </p:cNvSpPr>
          <p:nvPr>
            <p:ph type="title"/>
          </p:nvPr>
        </p:nvSpPr>
        <p:spPr/>
        <p:txBody>
          <a:bodyPr/>
          <a:lstStyle/>
          <a:p>
            <a:pPr eaLnBrk="1" hangingPunct="1"/>
            <a:r>
              <a:rPr lang="en-US" altLang="zh-CN" dirty="0"/>
              <a:t>4.1.6 </a:t>
            </a:r>
            <a:r>
              <a:rPr lang="en-US" altLang="zh-CN" b="1" dirty="0"/>
              <a:t>S</a:t>
            </a:r>
            <a:r>
              <a:rPr lang="zh-CN" altLang="en-US" dirty="0"/>
              <a:t>属性的语法制导定义</a:t>
            </a:r>
          </a:p>
        </p:txBody>
      </p:sp>
      <p:sp>
        <p:nvSpPr>
          <p:cNvPr id="15363" name="Rectangle 3">
            <a:extLst>
              <a:ext uri="{FF2B5EF4-FFF2-40B4-BE49-F238E27FC236}">
                <a16:creationId xmlns:a16="http://schemas.microsoft.com/office/drawing/2014/main" id="{3159D4C9-563E-49E9-8F81-3D6599EA2E97}"/>
              </a:ext>
            </a:extLst>
          </p:cNvPr>
          <p:cNvSpPr>
            <a:spLocks noGrp="1" noChangeArrowheads="1"/>
          </p:cNvSpPr>
          <p:nvPr>
            <p:ph idx="1"/>
          </p:nvPr>
        </p:nvSpPr>
        <p:spPr>
          <a:xfrm>
            <a:off x="628650" y="1257300"/>
            <a:ext cx="7886700" cy="5371564"/>
          </a:xfrm>
        </p:spPr>
        <p:txBody>
          <a:bodyPr>
            <a:normAutofit/>
          </a:bodyPr>
          <a:lstStyle/>
          <a:p>
            <a:pPr eaLnBrk="1" hangingPunct="1"/>
            <a:r>
              <a:rPr lang="zh-CN" altLang="en-US" sz="2800" dirty="0"/>
              <a:t>简称</a:t>
            </a:r>
            <a:r>
              <a:rPr lang="en-US" altLang="zh-CN" sz="2800" b="1" i="1" dirty="0">
                <a:solidFill>
                  <a:srgbClr val="FF0000"/>
                </a:solidFill>
              </a:rPr>
              <a:t>S</a:t>
            </a:r>
            <a:r>
              <a:rPr lang="zh-CN" altLang="en-US" sz="2800" dirty="0">
                <a:solidFill>
                  <a:srgbClr val="FF0000"/>
                </a:solidFill>
              </a:rPr>
              <a:t>属性定义或</a:t>
            </a:r>
            <a:r>
              <a:rPr lang="en-US" altLang="zh-CN" sz="2800" b="1" dirty="0">
                <a:solidFill>
                  <a:srgbClr val="FF0000"/>
                </a:solidFill>
              </a:rPr>
              <a:t>S-SDD</a:t>
            </a:r>
            <a:r>
              <a:rPr lang="zh-CN" altLang="en-US" sz="2800" dirty="0"/>
              <a:t>：</a:t>
            </a:r>
            <a:r>
              <a:rPr lang="zh-CN" altLang="en-US" sz="2800" dirty="0">
                <a:latin typeface="宋体" panose="02010600030101010101" pitchFamily="2" charset="-122"/>
              </a:rPr>
              <a:t>仅仅使用综合属性的语法制导定义</a:t>
            </a:r>
            <a:endParaRPr lang="en-US" altLang="zh-CN" sz="2800" dirty="0">
              <a:latin typeface="宋体" panose="02010600030101010101" pitchFamily="2" charset="-122"/>
            </a:endParaRPr>
          </a:p>
          <a:p>
            <a:pPr eaLnBrk="1" hangingPunct="1"/>
            <a:endParaRPr lang="en-US" altLang="zh-CN" sz="2800" dirty="0">
              <a:latin typeface="宋体" panose="02010600030101010101" pitchFamily="2" charset="-122"/>
            </a:endParaRPr>
          </a:p>
          <a:p>
            <a:pPr eaLnBrk="1" hangingPunct="1"/>
            <a:endParaRPr lang="en-US" altLang="zh-CN" sz="2800" dirty="0">
              <a:latin typeface="宋体" panose="02010600030101010101" pitchFamily="2" charset="-122"/>
            </a:endParaRPr>
          </a:p>
          <a:p>
            <a:pPr eaLnBrk="1" hangingPunct="1"/>
            <a:endParaRPr lang="en-US" altLang="zh-CN" sz="2800" dirty="0">
              <a:latin typeface="宋体" panose="02010600030101010101" pitchFamily="2" charset="-122"/>
            </a:endParaRPr>
          </a:p>
          <a:p>
            <a:pPr eaLnBrk="1" hangingPunct="1"/>
            <a:endParaRPr lang="en-US" altLang="zh-CN" sz="2800" dirty="0">
              <a:latin typeface="宋体" panose="02010600030101010101" pitchFamily="2" charset="-122"/>
            </a:endParaRPr>
          </a:p>
          <a:p>
            <a:pPr eaLnBrk="1" hangingPunct="1"/>
            <a:endParaRPr lang="en-US" altLang="zh-CN" sz="2800" dirty="0">
              <a:latin typeface="宋体" panose="02010600030101010101" pitchFamily="2" charset="-122"/>
            </a:endParaRPr>
          </a:p>
          <a:p>
            <a:pPr eaLnBrk="1" hangingPunct="1"/>
            <a:endParaRPr lang="en-US" altLang="zh-CN" sz="2800" dirty="0">
              <a:latin typeface="宋体" panose="02010600030101010101" pitchFamily="2" charset="-122"/>
            </a:endParaRPr>
          </a:p>
          <a:p>
            <a:pPr eaLnBrk="1" hangingPunct="1"/>
            <a:r>
              <a:rPr lang="en-US" altLang="zh-CN" sz="2800" b="1" dirty="0"/>
              <a:t>S-SDD</a:t>
            </a:r>
            <a:r>
              <a:rPr lang="zh-CN" altLang="en-US" sz="2800" dirty="0">
                <a:latin typeface="宋体" panose="02010600030101010101" pitchFamily="2" charset="-122"/>
              </a:rPr>
              <a:t>可以按照</a:t>
            </a:r>
            <a:r>
              <a:rPr lang="zh-CN" altLang="en-US" sz="2800" dirty="0">
                <a:solidFill>
                  <a:schemeClr val="accent1"/>
                </a:solidFill>
                <a:latin typeface="宋体" panose="02010600030101010101" pitchFamily="2" charset="-122"/>
              </a:rPr>
              <a:t>自下而上</a:t>
            </a:r>
            <a:r>
              <a:rPr lang="zh-CN" altLang="en-US" sz="2800" dirty="0">
                <a:latin typeface="宋体" panose="02010600030101010101" pitchFamily="2" charset="-122"/>
              </a:rPr>
              <a:t>的顺序计算属性，可以与</a:t>
            </a:r>
            <a:r>
              <a:rPr lang="en-US" altLang="zh-CN" sz="2800" b="1" dirty="0"/>
              <a:t>LR</a:t>
            </a:r>
            <a:r>
              <a:rPr lang="zh-CN" altLang="en-US" sz="2800" dirty="0">
                <a:latin typeface="宋体" panose="02010600030101010101" pitchFamily="2" charset="-122"/>
              </a:rPr>
              <a:t>分析结合起来</a:t>
            </a:r>
          </a:p>
        </p:txBody>
      </p:sp>
      <p:graphicFrame>
        <p:nvGraphicFramePr>
          <p:cNvPr id="7" name="Group 35">
            <a:extLst>
              <a:ext uri="{FF2B5EF4-FFF2-40B4-BE49-F238E27FC236}">
                <a16:creationId xmlns:a16="http://schemas.microsoft.com/office/drawing/2014/main" id="{77D47A9E-4D8A-4B6D-9292-77CE34BCB8F3}"/>
              </a:ext>
            </a:extLst>
          </p:cNvPr>
          <p:cNvGraphicFramePr>
            <a:graphicFrameLocks/>
          </p:cNvGraphicFramePr>
          <p:nvPr>
            <p:extLst>
              <p:ext uri="{D42A27DB-BD31-4B8C-83A1-F6EECF244321}">
                <p14:modId xmlns:p14="http://schemas.microsoft.com/office/powerpoint/2010/main" val="58636362"/>
              </p:ext>
            </p:extLst>
          </p:nvPr>
        </p:nvGraphicFramePr>
        <p:xfrm>
          <a:off x="361877" y="2451685"/>
          <a:ext cx="4979818" cy="2994456"/>
        </p:xfrm>
        <a:graphic>
          <a:graphicData uri="http://schemas.openxmlformats.org/drawingml/2006/table">
            <a:tbl>
              <a:tblPr/>
              <a:tblGrid>
                <a:gridCol w="1837373">
                  <a:extLst>
                    <a:ext uri="{9D8B030D-6E8A-4147-A177-3AD203B41FA5}">
                      <a16:colId xmlns:a16="http://schemas.microsoft.com/office/drawing/2014/main" val="20000"/>
                    </a:ext>
                  </a:extLst>
                </a:gridCol>
                <a:gridCol w="3142445">
                  <a:extLst>
                    <a:ext uri="{9D8B030D-6E8A-4147-A177-3AD203B41FA5}">
                      <a16:colId xmlns:a16="http://schemas.microsoft.com/office/drawing/2014/main" val="20001"/>
                    </a:ext>
                  </a:extLst>
                </a:gridCol>
              </a:tblGrid>
              <a:tr h="374307">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产</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生</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式</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42419" marR="42419" marT="22623" marB="226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语</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义</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规</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则</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42419" marR="42419" marT="22623" marB="226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430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L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0" i="1"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n</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42419" marR="42419" marT="22623" marB="226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print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val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42419" marR="42419" marT="22623" marB="226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430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42419" marR="42419" marT="22623" marB="226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val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val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T.val</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42419" marR="42419" marT="22623" marB="226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430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42419" marR="42419" marT="22623" marB="226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val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T.val</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42419" marR="42419" marT="22623" marB="226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430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 </a:t>
                      </a:r>
                      <a:r>
                        <a:rPr kumimoji="0" lang="en-US" altLang="zh-CN" sz="2000" b="1" i="0" u="none" strike="noStrike" cap="none" normalizeH="0" baseline="0">
                          <a:ln>
                            <a:noFill/>
                          </a:ln>
                          <a:solidFill>
                            <a:schemeClr val="tx1"/>
                          </a:solidFill>
                          <a:effectLst/>
                          <a:latin typeface="宋体" pitchFamily="2" charset="-122"/>
                          <a:ea typeface="黑体" pitchFamily="2" charset="-12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42419" marR="42419" marT="22623" marB="226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val</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宋体" pitchFamily="2" charset="-122"/>
                          <a:ea typeface="黑体" pitchFamily="2" charset="-12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42419" marR="42419" marT="22623" marB="226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430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T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42419" marR="42419" marT="22623" marB="226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T.val</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42419" marR="42419" marT="22623" marB="226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430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F</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42419" marR="42419" marT="22623" marB="226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F.val</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E.val</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42419" marR="42419" marT="22623" marB="226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430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a:ln>
                            <a:noFill/>
                          </a:ln>
                          <a:solidFill>
                            <a:schemeClr val="tx1"/>
                          </a:solidFill>
                          <a:effectLst/>
                          <a:latin typeface="Times New Roman" pitchFamily="18" charset="0"/>
                          <a:ea typeface="黑体" pitchFamily="2" charset="-122"/>
                        </a:rPr>
                        <a:t>F </a:t>
                      </a:r>
                      <a:r>
                        <a:rPr kumimoji="0" lang="en-US" altLang="zh-CN" sz="20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a:ln>
                            <a:noFill/>
                          </a:ln>
                          <a:solidFill>
                            <a:schemeClr val="tx1"/>
                          </a:solidFill>
                          <a:effectLst/>
                          <a:latin typeface="Times New Roman" pitchFamily="18" charset="0"/>
                          <a:ea typeface="黑体" pitchFamily="2" charset="-122"/>
                        </a:rPr>
                        <a:t>digit</a:t>
                      </a:r>
                      <a:r>
                        <a:rPr kumimoji="0" lang="en-US" altLang="zh-CN" sz="2000" b="0" i="0" u="none" strike="noStrike" cap="none" normalizeH="0" baseline="0">
                          <a:ln>
                            <a:noFill/>
                          </a:ln>
                          <a:solidFill>
                            <a:schemeClr val="tx1"/>
                          </a:solidFill>
                          <a:effectLst/>
                          <a:latin typeface="Times New Roman" pitchFamily="18" charset="0"/>
                          <a:ea typeface="黑体" pitchFamily="2" charset="-122"/>
                        </a:rPr>
                        <a:t> </a:t>
                      </a:r>
                    </a:p>
                  </a:txBody>
                  <a:tcPr marL="42419" marR="42419" marT="22623" marB="226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F.val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digit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.lexval</a:t>
                      </a:r>
                      <a:endParaRPr kumimoji="0" lang="en-US" altLang="zh-CN" sz="2000" b="0" i="0" u="none" strike="noStrike" cap="none" normalizeH="0" baseline="0" dirty="0">
                        <a:ln>
                          <a:noFill/>
                        </a:ln>
                        <a:solidFill>
                          <a:schemeClr val="tx1"/>
                        </a:solidFill>
                        <a:effectLst/>
                        <a:latin typeface="Times New Roman" pitchFamily="18" charset="0"/>
                        <a:ea typeface="黑体" pitchFamily="2" charset="-122"/>
                      </a:endParaRPr>
                    </a:p>
                  </a:txBody>
                  <a:tcPr marL="42419" marR="42419" marT="22623" marB="226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日期占位符 1">
            <a:extLst>
              <a:ext uri="{FF2B5EF4-FFF2-40B4-BE49-F238E27FC236}">
                <a16:creationId xmlns:a16="http://schemas.microsoft.com/office/drawing/2014/main" id="{F9C76A40-F832-7956-9E71-BC78C5A2C030}"/>
              </a:ext>
            </a:extLst>
          </p:cNvPr>
          <p:cNvSpPr>
            <a:spLocks noGrp="1"/>
          </p:cNvSpPr>
          <p:nvPr>
            <p:ph type="dt" sz="half" idx="10"/>
          </p:nvPr>
        </p:nvSpPr>
        <p:spPr/>
        <p:txBody>
          <a:bodyPr/>
          <a:lstStyle/>
          <a:p>
            <a:fld id="{122BA69D-E0D2-4495-BB78-6ED0B293CD82}"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3E884702-BA93-35A6-620C-0E926008C40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6B9E22AF-61F6-76CE-9085-02C83E283F98}"/>
              </a:ext>
            </a:extLst>
          </p:cNvPr>
          <p:cNvSpPr>
            <a:spLocks noGrp="1"/>
          </p:cNvSpPr>
          <p:nvPr>
            <p:ph type="sldNum" sz="quarter" idx="12"/>
          </p:nvPr>
        </p:nvSpPr>
        <p:spPr/>
        <p:txBody>
          <a:bodyPr/>
          <a:lstStyle/>
          <a:p>
            <a:fld id="{094DEB03-EFC6-4C20-8FC8-295189A5386F}" type="slidenum">
              <a:rPr lang="zh-CN" altLang="en-US" smtClean="0"/>
              <a:pPr/>
              <a:t>31</a:t>
            </a:fld>
            <a:endParaRPr lang="zh-CN" altLang="en-US"/>
          </a:p>
        </p:txBody>
      </p:sp>
      <p:grpSp>
        <p:nvGrpSpPr>
          <p:cNvPr id="5" name="组合 4">
            <a:extLst>
              <a:ext uri="{FF2B5EF4-FFF2-40B4-BE49-F238E27FC236}">
                <a16:creationId xmlns:a16="http://schemas.microsoft.com/office/drawing/2014/main" id="{65FA3D2A-5EBB-06D7-3BB2-0A2D9B34EA4F}"/>
              </a:ext>
            </a:extLst>
          </p:cNvPr>
          <p:cNvGrpSpPr/>
          <p:nvPr/>
        </p:nvGrpSpPr>
        <p:grpSpPr>
          <a:xfrm>
            <a:off x="5608468" y="2638540"/>
            <a:ext cx="3452136" cy="1193250"/>
            <a:chOff x="5235795" y="2615537"/>
            <a:chExt cx="3452136" cy="1193250"/>
          </a:xfrm>
        </p:grpSpPr>
        <p:sp>
          <p:nvSpPr>
            <p:cNvPr id="6" name="Rectangle 7">
              <a:extLst>
                <a:ext uri="{FF2B5EF4-FFF2-40B4-BE49-F238E27FC236}">
                  <a16:creationId xmlns:a16="http://schemas.microsoft.com/office/drawing/2014/main" id="{A1810237-52D9-4E71-4256-78DBD275C2D6}"/>
                </a:ext>
              </a:extLst>
            </p:cNvPr>
            <p:cNvSpPr>
              <a:spLocks noChangeArrowheads="1"/>
            </p:cNvSpPr>
            <p:nvPr/>
          </p:nvSpPr>
          <p:spPr bwMode="auto">
            <a:xfrm>
              <a:off x="6595719" y="2615537"/>
              <a:ext cx="99706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ea typeface="宋体" panose="02010600030101010101" pitchFamily="2" charset="-122"/>
                </a:rPr>
                <a:t>E.val</a:t>
              </a:r>
              <a:endParaRPr lang="en-US" altLang="zh-CN" sz="2800" b="1" dirty="0">
                <a:solidFill>
                  <a:schemeClr val="bg1"/>
                </a:solidFill>
                <a:ea typeface="宋体" panose="02010600030101010101" pitchFamily="2" charset="-122"/>
              </a:endParaRPr>
            </a:p>
          </p:txBody>
        </p:sp>
        <p:sp>
          <p:nvSpPr>
            <p:cNvPr id="8" name="Rectangle 9">
              <a:extLst>
                <a:ext uri="{FF2B5EF4-FFF2-40B4-BE49-F238E27FC236}">
                  <a16:creationId xmlns:a16="http://schemas.microsoft.com/office/drawing/2014/main" id="{E3BEF29C-7D1B-05E0-766B-D6A85E4A2882}"/>
                </a:ext>
              </a:extLst>
            </p:cNvPr>
            <p:cNvSpPr>
              <a:spLocks noChangeArrowheads="1"/>
            </p:cNvSpPr>
            <p:nvPr/>
          </p:nvSpPr>
          <p:spPr bwMode="auto">
            <a:xfrm>
              <a:off x="7859710" y="3359525"/>
              <a:ext cx="828221"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err="1">
                  <a:ea typeface="宋体" panose="02010600030101010101" pitchFamily="2" charset="-122"/>
                </a:rPr>
                <a:t>T.val</a:t>
              </a:r>
              <a:endParaRPr lang="en-US" altLang="zh-CN" sz="2800" b="1" dirty="0">
                <a:solidFill>
                  <a:schemeClr val="bg1"/>
                </a:solidFill>
                <a:ea typeface="宋体" panose="02010600030101010101" pitchFamily="2" charset="-122"/>
              </a:endParaRPr>
            </a:p>
          </p:txBody>
        </p:sp>
        <p:sp>
          <p:nvSpPr>
            <p:cNvPr id="9" name="Rectangle 10">
              <a:extLst>
                <a:ext uri="{FF2B5EF4-FFF2-40B4-BE49-F238E27FC236}">
                  <a16:creationId xmlns:a16="http://schemas.microsoft.com/office/drawing/2014/main" id="{59E0B5FA-1548-AE66-FAC1-54C4F9ADA47B}"/>
                </a:ext>
              </a:extLst>
            </p:cNvPr>
            <p:cNvSpPr>
              <a:spLocks noChangeArrowheads="1"/>
            </p:cNvSpPr>
            <p:nvPr/>
          </p:nvSpPr>
          <p:spPr bwMode="auto">
            <a:xfrm>
              <a:off x="5235795" y="3329328"/>
              <a:ext cx="1134726"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E</a:t>
              </a:r>
              <a:r>
                <a:rPr lang="en-US" altLang="zh-CN" sz="2800" b="1" i="1" baseline="-25000" dirty="0">
                  <a:ea typeface="宋体" panose="02010600030101010101" pitchFamily="2" charset="-122"/>
                </a:rPr>
                <a:t>1</a:t>
              </a:r>
              <a:r>
                <a:rPr lang="en-US" altLang="zh-CN" sz="2800" b="1" i="1" dirty="0">
                  <a:ea typeface="宋体" panose="02010600030101010101" pitchFamily="2" charset="-122"/>
                </a:rPr>
                <a:t>.val</a:t>
              </a:r>
              <a:endParaRPr lang="en-US" altLang="zh-CN" sz="2800" b="1" dirty="0">
                <a:solidFill>
                  <a:schemeClr val="bg1"/>
                </a:solidFill>
                <a:ea typeface="宋体" panose="02010600030101010101" pitchFamily="2" charset="-122"/>
              </a:endParaRPr>
            </a:p>
          </p:txBody>
        </p:sp>
        <p:sp>
          <p:nvSpPr>
            <p:cNvPr id="10" name="Line 14">
              <a:extLst>
                <a:ext uri="{FF2B5EF4-FFF2-40B4-BE49-F238E27FC236}">
                  <a16:creationId xmlns:a16="http://schemas.microsoft.com/office/drawing/2014/main" id="{9030C36D-4F4E-7C79-8243-0DE964BD116F}"/>
                </a:ext>
              </a:extLst>
            </p:cNvPr>
            <p:cNvSpPr>
              <a:spLocks noChangeShapeType="1"/>
            </p:cNvSpPr>
            <p:nvPr/>
          </p:nvSpPr>
          <p:spPr bwMode="auto">
            <a:xfrm>
              <a:off x="7345700" y="3086099"/>
              <a:ext cx="1054100" cy="306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 name="Line 16">
              <a:extLst>
                <a:ext uri="{FF2B5EF4-FFF2-40B4-BE49-F238E27FC236}">
                  <a16:creationId xmlns:a16="http://schemas.microsoft.com/office/drawing/2014/main" id="{7F9A1388-764B-3A72-0CFC-21FB544056E1}"/>
                </a:ext>
              </a:extLst>
            </p:cNvPr>
            <p:cNvSpPr>
              <a:spLocks noChangeShapeType="1"/>
            </p:cNvSpPr>
            <p:nvPr/>
          </p:nvSpPr>
          <p:spPr bwMode="auto">
            <a:xfrm flipH="1">
              <a:off x="5597862" y="3080090"/>
              <a:ext cx="1054100" cy="306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 name="Line 19">
              <a:extLst>
                <a:ext uri="{FF2B5EF4-FFF2-40B4-BE49-F238E27FC236}">
                  <a16:creationId xmlns:a16="http://schemas.microsoft.com/office/drawing/2014/main" id="{091C1A1A-FA49-F219-D1F9-74393C005158}"/>
                </a:ext>
              </a:extLst>
            </p:cNvPr>
            <p:cNvSpPr>
              <a:spLocks noChangeShapeType="1"/>
            </p:cNvSpPr>
            <p:nvPr/>
          </p:nvSpPr>
          <p:spPr bwMode="auto">
            <a:xfrm>
              <a:off x="6894510" y="3147183"/>
              <a:ext cx="0" cy="268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 name="Rectangle 20">
              <a:extLst>
                <a:ext uri="{FF2B5EF4-FFF2-40B4-BE49-F238E27FC236}">
                  <a16:creationId xmlns:a16="http://schemas.microsoft.com/office/drawing/2014/main" id="{D4578614-0989-D385-13BF-0B81FB15B24C}"/>
                </a:ext>
              </a:extLst>
            </p:cNvPr>
            <p:cNvSpPr>
              <a:spLocks noChangeArrowheads="1"/>
            </p:cNvSpPr>
            <p:nvPr/>
          </p:nvSpPr>
          <p:spPr bwMode="auto">
            <a:xfrm>
              <a:off x="6772272" y="3329328"/>
              <a:ext cx="3937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cxnSp>
          <p:nvCxnSpPr>
            <p:cNvPr id="14" name="直接箭头连接符 13">
              <a:extLst>
                <a:ext uri="{FF2B5EF4-FFF2-40B4-BE49-F238E27FC236}">
                  <a16:creationId xmlns:a16="http://schemas.microsoft.com/office/drawing/2014/main" id="{921B1CDE-90E4-94DF-7C8D-4B02976E1BC7}"/>
                </a:ext>
              </a:extLst>
            </p:cNvPr>
            <p:cNvCxnSpPr/>
            <p:nvPr/>
          </p:nvCxnSpPr>
          <p:spPr>
            <a:xfrm flipV="1">
              <a:off x="5486400" y="2929944"/>
              <a:ext cx="991673" cy="334850"/>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0A2CD319-13CA-DAA1-3B7D-4A651247B76C}"/>
                </a:ext>
              </a:extLst>
            </p:cNvPr>
            <p:cNvCxnSpPr>
              <a:cxnSpLocks/>
            </p:cNvCxnSpPr>
            <p:nvPr/>
          </p:nvCxnSpPr>
          <p:spPr>
            <a:xfrm flipH="1" flipV="1">
              <a:off x="7501944" y="2956598"/>
              <a:ext cx="945136" cy="308196"/>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16869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363">
                                            <p:txEl>
                                              <p:pRg st="7" end="7"/>
                                            </p:txEl>
                                          </p:spTgt>
                                        </p:tgtEl>
                                        <p:attrNameLst>
                                          <p:attrName>style.visibility</p:attrName>
                                        </p:attrNameLst>
                                      </p:cBhvr>
                                      <p:to>
                                        <p:strVal val="visible"/>
                                      </p:to>
                                    </p:set>
                                    <p:anim calcmode="lin" valueType="num">
                                      <p:cBhvr additive="base">
                                        <p:cTn id="13" dur="500" fill="hold"/>
                                        <p:tgtEl>
                                          <p:spTgt spid="15363">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422016E-5E8E-4F73-BEB6-F39B48B9A073}"/>
              </a:ext>
            </a:extLst>
          </p:cNvPr>
          <p:cNvSpPr>
            <a:spLocks noGrp="1" noChangeArrowheads="1"/>
          </p:cNvSpPr>
          <p:nvPr>
            <p:ph type="title"/>
          </p:nvPr>
        </p:nvSpPr>
        <p:spPr/>
        <p:txBody>
          <a:bodyPr/>
          <a:lstStyle/>
          <a:p>
            <a:pPr eaLnBrk="1" hangingPunct="1"/>
            <a:r>
              <a:rPr lang="en-US" altLang="zh-CN" dirty="0"/>
              <a:t>4.1.7 </a:t>
            </a:r>
            <a:r>
              <a:rPr lang="en-US" altLang="zh-CN" b="1" dirty="0"/>
              <a:t>L</a:t>
            </a:r>
            <a:r>
              <a:rPr lang="zh-CN" altLang="en-US" dirty="0"/>
              <a:t>属性的语法制导定义</a:t>
            </a:r>
          </a:p>
        </p:txBody>
      </p:sp>
      <p:sp>
        <p:nvSpPr>
          <p:cNvPr id="15363" name="Rectangle 3">
            <a:extLst>
              <a:ext uri="{FF2B5EF4-FFF2-40B4-BE49-F238E27FC236}">
                <a16:creationId xmlns:a16="http://schemas.microsoft.com/office/drawing/2014/main" id="{3159D4C9-563E-49E9-8F81-3D6599EA2E97}"/>
              </a:ext>
            </a:extLst>
          </p:cNvPr>
          <p:cNvSpPr>
            <a:spLocks noGrp="1" noChangeArrowheads="1"/>
          </p:cNvSpPr>
          <p:nvPr>
            <p:ph idx="1"/>
          </p:nvPr>
        </p:nvSpPr>
        <p:spPr/>
        <p:txBody>
          <a:bodyPr/>
          <a:lstStyle/>
          <a:p>
            <a:pPr algn="just">
              <a:spcBef>
                <a:spcPct val="0"/>
              </a:spcBef>
            </a:pPr>
            <a:r>
              <a:rPr lang="zh-CN" altLang="en-US" sz="2800" dirty="0"/>
              <a:t>简称</a:t>
            </a:r>
            <a:r>
              <a:rPr lang="en-US" altLang="zh-CN" sz="2800" b="1" i="1" dirty="0">
                <a:solidFill>
                  <a:srgbClr val="FF0000"/>
                </a:solidFill>
              </a:rPr>
              <a:t>L</a:t>
            </a:r>
            <a:r>
              <a:rPr lang="zh-CN" altLang="en-US" sz="2800" dirty="0">
                <a:solidFill>
                  <a:srgbClr val="FF0000"/>
                </a:solidFill>
              </a:rPr>
              <a:t>属性定义或</a:t>
            </a:r>
            <a:r>
              <a:rPr lang="en-US" altLang="zh-CN" sz="2800" b="1" dirty="0">
                <a:solidFill>
                  <a:srgbClr val="FF0000"/>
                </a:solidFill>
              </a:rPr>
              <a:t>L-SDD</a:t>
            </a:r>
            <a:r>
              <a:rPr lang="zh-CN" altLang="en-US" sz="2800" dirty="0"/>
              <a:t>：</a:t>
            </a:r>
            <a:endParaRPr lang="en-US" altLang="zh-CN" sz="2800" dirty="0"/>
          </a:p>
          <a:p>
            <a:pPr algn="just">
              <a:spcBef>
                <a:spcPct val="0"/>
              </a:spcBef>
            </a:pPr>
            <a:r>
              <a:rPr lang="zh-CN" altLang="en-US" sz="2800" dirty="0"/>
              <a:t>直观含义：在一个产生式所关联的各属性之间， 依赖图的边</a:t>
            </a:r>
            <a:r>
              <a:rPr lang="zh-CN" altLang="en-US" sz="2800" dirty="0">
                <a:solidFill>
                  <a:schemeClr val="accent1"/>
                </a:solidFill>
              </a:rPr>
              <a:t>可以从左到右</a:t>
            </a:r>
            <a:r>
              <a:rPr lang="zh-CN" altLang="en-US" sz="2800" dirty="0"/>
              <a:t>，但</a:t>
            </a:r>
            <a:r>
              <a:rPr lang="zh-CN" altLang="en-US" sz="2800" dirty="0">
                <a:solidFill>
                  <a:schemeClr val="accent1"/>
                </a:solidFill>
              </a:rPr>
              <a:t>不能从右到左</a:t>
            </a:r>
            <a:r>
              <a:rPr lang="zh-CN" altLang="en-US" sz="2800" dirty="0"/>
              <a:t> </a:t>
            </a:r>
            <a:endParaRPr lang="en-US" altLang="zh-CN" sz="2800" dirty="0"/>
          </a:p>
          <a:p>
            <a:pPr algn="just">
              <a:spcBef>
                <a:spcPct val="0"/>
              </a:spcBef>
            </a:pPr>
            <a:r>
              <a:rPr lang="en-US" altLang="zh-CN" sz="2800" dirty="0"/>
              <a:t>(</a:t>
            </a:r>
            <a:r>
              <a:rPr lang="zh-CN" altLang="en-US" sz="2800" dirty="0"/>
              <a:t>因此称为</a:t>
            </a:r>
            <a:r>
              <a:rPr lang="en-US" altLang="zh-CN" sz="2800" dirty="0"/>
              <a:t>L</a:t>
            </a:r>
            <a:r>
              <a:rPr lang="zh-CN" altLang="en-US" sz="2800" dirty="0"/>
              <a:t>属性的，</a:t>
            </a:r>
            <a:r>
              <a:rPr lang="en-US" altLang="zh-CN" sz="2800" dirty="0"/>
              <a:t>L</a:t>
            </a:r>
            <a:r>
              <a:rPr lang="zh-CN" altLang="en-US" sz="2800" dirty="0"/>
              <a:t>是</a:t>
            </a:r>
            <a:r>
              <a:rPr lang="en-US" altLang="zh-CN" sz="2800" dirty="0"/>
              <a:t>Left</a:t>
            </a:r>
            <a:r>
              <a:rPr lang="zh-CN" altLang="en-US" sz="2800" dirty="0"/>
              <a:t>的首字母</a:t>
            </a:r>
            <a:r>
              <a:rPr lang="en-US" altLang="zh-CN" sz="2800" dirty="0"/>
              <a:t>)</a:t>
            </a:r>
            <a:endParaRPr lang="zh-CN" altLang="en-US" sz="2800" dirty="0"/>
          </a:p>
        </p:txBody>
      </p:sp>
      <p:sp>
        <p:nvSpPr>
          <p:cNvPr id="2" name="日期占位符 1">
            <a:extLst>
              <a:ext uri="{FF2B5EF4-FFF2-40B4-BE49-F238E27FC236}">
                <a16:creationId xmlns:a16="http://schemas.microsoft.com/office/drawing/2014/main" id="{F9C76A40-F832-7956-9E71-BC78C5A2C030}"/>
              </a:ext>
            </a:extLst>
          </p:cNvPr>
          <p:cNvSpPr>
            <a:spLocks noGrp="1"/>
          </p:cNvSpPr>
          <p:nvPr>
            <p:ph type="dt" sz="half" idx="10"/>
          </p:nvPr>
        </p:nvSpPr>
        <p:spPr/>
        <p:txBody>
          <a:bodyPr/>
          <a:lstStyle/>
          <a:p>
            <a:fld id="{122BA69D-E0D2-4495-BB78-6ED0B293CD82}"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3E884702-BA93-35A6-620C-0E926008C40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6B9E22AF-61F6-76CE-9085-02C83E283F98}"/>
              </a:ext>
            </a:extLst>
          </p:cNvPr>
          <p:cNvSpPr>
            <a:spLocks noGrp="1"/>
          </p:cNvSpPr>
          <p:nvPr>
            <p:ph type="sldNum" sz="quarter" idx="12"/>
          </p:nvPr>
        </p:nvSpPr>
        <p:spPr/>
        <p:txBody>
          <a:bodyPr/>
          <a:lstStyle/>
          <a:p>
            <a:fld id="{094DEB03-EFC6-4C20-8FC8-295189A5386F}" type="slidenum">
              <a:rPr lang="zh-CN" altLang="en-US" smtClean="0"/>
              <a:pPr/>
              <a:t>32</a:t>
            </a:fld>
            <a:endParaRPr lang="zh-CN" altLang="en-US"/>
          </a:p>
        </p:txBody>
      </p:sp>
      <p:grpSp>
        <p:nvGrpSpPr>
          <p:cNvPr id="6" name="Group 4">
            <a:extLst>
              <a:ext uri="{FF2B5EF4-FFF2-40B4-BE49-F238E27FC236}">
                <a16:creationId xmlns:a16="http://schemas.microsoft.com/office/drawing/2014/main" id="{AFA4DAE1-689F-FA03-5570-2C4B3DDC154F}"/>
              </a:ext>
            </a:extLst>
          </p:cNvPr>
          <p:cNvGrpSpPr>
            <a:grpSpLocks/>
          </p:cNvGrpSpPr>
          <p:nvPr/>
        </p:nvGrpSpPr>
        <p:grpSpPr bwMode="auto">
          <a:xfrm>
            <a:off x="507642" y="2906974"/>
            <a:ext cx="8458200" cy="3878262"/>
            <a:chOff x="288" y="1392"/>
            <a:chExt cx="5328" cy="2443"/>
          </a:xfrm>
        </p:grpSpPr>
        <p:sp>
          <p:nvSpPr>
            <p:cNvPr id="8" name="Rectangle 5">
              <a:extLst>
                <a:ext uri="{FF2B5EF4-FFF2-40B4-BE49-F238E27FC236}">
                  <a16:creationId xmlns:a16="http://schemas.microsoft.com/office/drawing/2014/main" id="{A061B525-AA36-344F-C1B5-5EB88F5B543B}"/>
                </a:ext>
              </a:extLst>
            </p:cNvPr>
            <p:cNvSpPr>
              <a:spLocks noChangeArrowheads="1"/>
            </p:cNvSpPr>
            <p:nvPr/>
          </p:nvSpPr>
          <p:spPr bwMode="auto">
            <a:xfrm>
              <a:off x="2012" y="1392"/>
              <a:ext cx="246"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D</a:t>
              </a:r>
            </a:p>
          </p:txBody>
        </p:sp>
        <p:sp>
          <p:nvSpPr>
            <p:cNvPr id="9" name="Rectangle 6">
              <a:extLst>
                <a:ext uri="{FF2B5EF4-FFF2-40B4-BE49-F238E27FC236}">
                  <a16:creationId xmlns:a16="http://schemas.microsoft.com/office/drawing/2014/main" id="{4ABA968F-5B20-BC0F-C295-D8865AF09F56}"/>
                </a:ext>
              </a:extLst>
            </p:cNvPr>
            <p:cNvSpPr>
              <a:spLocks noChangeArrowheads="1"/>
            </p:cNvSpPr>
            <p:nvPr/>
          </p:nvSpPr>
          <p:spPr bwMode="auto">
            <a:xfrm>
              <a:off x="288" y="2483"/>
              <a:ext cx="90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    int</a:t>
              </a:r>
            </a:p>
          </p:txBody>
        </p:sp>
        <p:sp>
          <p:nvSpPr>
            <p:cNvPr id="10" name="Rectangle 7">
              <a:extLst>
                <a:ext uri="{FF2B5EF4-FFF2-40B4-BE49-F238E27FC236}">
                  <a16:creationId xmlns:a16="http://schemas.microsoft.com/office/drawing/2014/main" id="{0A3E09C5-B61C-8C04-8F9B-2D70581E48D0}"/>
                </a:ext>
              </a:extLst>
            </p:cNvPr>
            <p:cNvSpPr>
              <a:spLocks noChangeArrowheads="1"/>
            </p:cNvSpPr>
            <p:nvPr/>
          </p:nvSpPr>
          <p:spPr bwMode="auto">
            <a:xfrm>
              <a:off x="550" y="1964"/>
              <a:ext cx="369"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T</a:t>
              </a:r>
            </a:p>
          </p:txBody>
        </p:sp>
        <p:sp>
          <p:nvSpPr>
            <p:cNvPr id="11" name="Line 8">
              <a:extLst>
                <a:ext uri="{FF2B5EF4-FFF2-40B4-BE49-F238E27FC236}">
                  <a16:creationId xmlns:a16="http://schemas.microsoft.com/office/drawing/2014/main" id="{151B01D4-8BCC-0CC6-95D0-ADA7A5258264}"/>
                </a:ext>
              </a:extLst>
            </p:cNvPr>
            <p:cNvSpPr>
              <a:spLocks noChangeShapeType="1"/>
            </p:cNvSpPr>
            <p:nvPr/>
          </p:nvSpPr>
          <p:spPr bwMode="auto">
            <a:xfrm flipH="1">
              <a:off x="721" y="1632"/>
              <a:ext cx="1168" cy="33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 name="Rectangle 9">
              <a:extLst>
                <a:ext uri="{FF2B5EF4-FFF2-40B4-BE49-F238E27FC236}">
                  <a16:creationId xmlns:a16="http://schemas.microsoft.com/office/drawing/2014/main" id="{2B4958A9-48C7-0376-F2A1-770D839EAA36}"/>
                </a:ext>
              </a:extLst>
            </p:cNvPr>
            <p:cNvSpPr>
              <a:spLocks noChangeArrowheads="1"/>
            </p:cNvSpPr>
            <p:nvPr/>
          </p:nvSpPr>
          <p:spPr bwMode="auto">
            <a:xfrm>
              <a:off x="3533" y="2462"/>
              <a:ext cx="24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13" name="Line 10">
              <a:extLst>
                <a:ext uri="{FF2B5EF4-FFF2-40B4-BE49-F238E27FC236}">
                  <a16:creationId xmlns:a16="http://schemas.microsoft.com/office/drawing/2014/main" id="{EF333D04-A642-5AE3-2BE7-D4B13015CC87}"/>
                </a:ext>
              </a:extLst>
            </p:cNvPr>
            <p:cNvSpPr>
              <a:spLocks noChangeShapeType="1"/>
            </p:cNvSpPr>
            <p:nvPr/>
          </p:nvSpPr>
          <p:spPr bwMode="auto">
            <a:xfrm>
              <a:off x="645" y="2282"/>
              <a:ext cx="0" cy="29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 name="Line 11">
              <a:extLst>
                <a:ext uri="{FF2B5EF4-FFF2-40B4-BE49-F238E27FC236}">
                  <a16:creationId xmlns:a16="http://schemas.microsoft.com/office/drawing/2014/main" id="{770D7029-94BA-3422-4ED9-F1467D368F6C}"/>
                </a:ext>
              </a:extLst>
            </p:cNvPr>
            <p:cNvSpPr>
              <a:spLocks noChangeShapeType="1"/>
            </p:cNvSpPr>
            <p:nvPr/>
          </p:nvSpPr>
          <p:spPr bwMode="auto">
            <a:xfrm>
              <a:off x="3840" y="2304"/>
              <a:ext cx="660" cy="191"/>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5" name="Line 12">
              <a:extLst>
                <a:ext uri="{FF2B5EF4-FFF2-40B4-BE49-F238E27FC236}">
                  <a16:creationId xmlns:a16="http://schemas.microsoft.com/office/drawing/2014/main" id="{17512F59-D2DA-7F66-1553-58C8DF25C1DA}"/>
                </a:ext>
              </a:extLst>
            </p:cNvPr>
            <p:cNvSpPr>
              <a:spLocks noChangeShapeType="1"/>
            </p:cNvSpPr>
            <p:nvPr/>
          </p:nvSpPr>
          <p:spPr bwMode="auto">
            <a:xfrm flipH="1">
              <a:off x="2654" y="2294"/>
              <a:ext cx="660" cy="19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 name="Rectangle 13">
              <a:extLst>
                <a:ext uri="{FF2B5EF4-FFF2-40B4-BE49-F238E27FC236}">
                  <a16:creationId xmlns:a16="http://schemas.microsoft.com/office/drawing/2014/main" id="{1F9E5D7A-D6F0-1442-7D37-01BA58C7DF4F}"/>
                </a:ext>
              </a:extLst>
            </p:cNvPr>
            <p:cNvSpPr>
              <a:spLocks noChangeArrowheads="1"/>
            </p:cNvSpPr>
            <p:nvPr/>
          </p:nvSpPr>
          <p:spPr bwMode="auto">
            <a:xfrm>
              <a:off x="4534" y="2488"/>
              <a:ext cx="56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3</a:t>
              </a:r>
            </a:p>
          </p:txBody>
        </p:sp>
        <p:sp>
          <p:nvSpPr>
            <p:cNvPr id="17" name="Rectangle 14">
              <a:extLst>
                <a:ext uri="{FF2B5EF4-FFF2-40B4-BE49-F238E27FC236}">
                  <a16:creationId xmlns:a16="http://schemas.microsoft.com/office/drawing/2014/main" id="{24D6F600-C167-649A-3661-8A89952751FC}"/>
                </a:ext>
              </a:extLst>
            </p:cNvPr>
            <p:cNvSpPr>
              <a:spLocks noChangeArrowheads="1"/>
            </p:cNvSpPr>
            <p:nvPr/>
          </p:nvSpPr>
          <p:spPr bwMode="auto">
            <a:xfrm>
              <a:off x="3500" y="1972"/>
              <a:ext cx="33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18" name="Line 15">
              <a:extLst>
                <a:ext uri="{FF2B5EF4-FFF2-40B4-BE49-F238E27FC236}">
                  <a16:creationId xmlns:a16="http://schemas.microsoft.com/office/drawing/2014/main" id="{BA3A58CD-B629-CE5E-464B-D453AC39F3D1}"/>
                </a:ext>
              </a:extLst>
            </p:cNvPr>
            <p:cNvSpPr>
              <a:spLocks noChangeShapeType="1"/>
            </p:cNvSpPr>
            <p:nvPr/>
          </p:nvSpPr>
          <p:spPr bwMode="auto">
            <a:xfrm>
              <a:off x="2320" y="1632"/>
              <a:ext cx="1168" cy="33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9" name="Line 16">
              <a:extLst>
                <a:ext uri="{FF2B5EF4-FFF2-40B4-BE49-F238E27FC236}">
                  <a16:creationId xmlns:a16="http://schemas.microsoft.com/office/drawing/2014/main" id="{B0434A75-EE40-C5C3-A15E-A92CF1CDED30}"/>
                </a:ext>
              </a:extLst>
            </p:cNvPr>
            <p:cNvSpPr>
              <a:spLocks noChangeShapeType="1"/>
            </p:cNvSpPr>
            <p:nvPr/>
          </p:nvSpPr>
          <p:spPr bwMode="auto">
            <a:xfrm>
              <a:off x="1444" y="3252"/>
              <a:ext cx="0" cy="29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0" name="Line 17">
              <a:extLst>
                <a:ext uri="{FF2B5EF4-FFF2-40B4-BE49-F238E27FC236}">
                  <a16:creationId xmlns:a16="http://schemas.microsoft.com/office/drawing/2014/main" id="{4549CAD4-FF88-0BD3-BA75-DC9AA118BC06}"/>
                </a:ext>
              </a:extLst>
            </p:cNvPr>
            <p:cNvSpPr>
              <a:spLocks noChangeShapeType="1"/>
            </p:cNvSpPr>
            <p:nvPr/>
          </p:nvSpPr>
          <p:spPr bwMode="auto">
            <a:xfrm>
              <a:off x="2443" y="2779"/>
              <a:ext cx="0" cy="29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 name="Line 18">
              <a:extLst>
                <a:ext uri="{FF2B5EF4-FFF2-40B4-BE49-F238E27FC236}">
                  <a16:creationId xmlns:a16="http://schemas.microsoft.com/office/drawing/2014/main" id="{D114C05E-3E04-79EA-4650-3820A708F3CB}"/>
                </a:ext>
              </a:extLst>
            </p:cNvPr>
            <p:cNvSpPr>
              <a:spLocks noChangeShapeType="1"/>
            </p:cNvSpPr>
            <p:nvPr/>
          </p:nvSpPr>
          <p:spPr bwMode="auto">
            <a:xfrm>
              <a:off x="3597" y="2295"/>
              <a:ext cx="0" cy="29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2" name="Rectangle 19">
              <a:extLst>
                <a:ext uri="{FF2B5EF4-FFF2-40B4-BE49-F238E27FC236}">
                  <a16:creationId xmlns:a16="http://schemas.microsoft.com/office/drawing/2014/main" id="{C25F0E4D-70F7-68A5-9300-E4F377D40190}"/>
                </a:ext>
              </a:extLst>
            </p:cNvPr>
            <p:cNvSpPr>
              <a:spLocks noChangeArrowheads="1"/>
            </p:cNvSpPr>
            <p:nvPr/>
          </p:nvSpPr>
          <p:spPr bwMode="auto">
            <a:xfrm>
              <a:off x="2377" y="2484"/>
              <a:ext cx="291"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23" name="Rectangle 20">
              <a:extLst>
                <a:ext uri="{FF2B5EF4-FFF2-40B4-BE49-F238E27FC236}">
                  <a16:creationId xmlns:a16="http://schemas.microsoft.com/office/drawing/2014/main" id="{AA3222CA-F47D-CB86-728F-0EE241A314EC}"/>
                </a:ext>
              </a:extLst>
            </p:cNvPr>
            <p:cNvSpPr>
              <a:spLocks noChangeArrowheads="1"/>
            </p:cNvSpPr>
            <p:nvPr/>
          </p:nvSpPr>
          <p:spPr bwMode="auto">
            <a:xfrm>
              <a:off x="1377" y="2959"/>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L</a:t>
              </a:r>
            </a:p>
          </p:txBody>
        </p:sp>
        <p:sp>
          <p:nvSpPr>
            <p:cNvPr id="24" name="Line 21">
              <a:extLst>
                <a:ext uri="{FF2B5EF4-FFF2-40B4-BE49-F238E27FC236}">
                  <a16:creationId xmlns:a16="http://schemas.microsoft.com/office/drawing/2014/main" id="{6EAEFE9E-DC56-0DC5-8B45-62396B6FA7F1}"/>
                </a:ext>
              </a:extLst>
            </p:cNvPr>
            <p:cNvSpPr>
              <a:spLocks noChangeShapeType="1"/>
            </p:cNvSpPr>
            <p:nvPr/>
          </p:nvSpPr>
          <p:spPr bwMode="auto">
            <a:xfrm flipH="1">
              <a:off x="1536" y="2784"/>
              <a:ext cx="660" cy="191"/>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5" name="Line 22">
              <a:extLst>
                <a:ext uri="{FF2B5EF4-FFF2-40B4-BE49-F238E27FC236}">
                  <a16:creationId xmlns:a16="http://schemas.microsoft.com/office/drawing/2014/main" id="{4B1B0DF8-B269-BE95-AFA4-C5BE3C79D9F3}"/>
                </a:ext>
              </a:extLst>
            </p:cNvPr>
            <p:cNvSpPr>
              <a:spLocks noChangeShapeType="1"/>
            </p:cNvSpPr>
            <p:nvPr/>
          </p:nvSpPr>
          <p:spPr bwMode="auto">
            <a:xfrm>
              <a:off x="2689" y="2820"/>
              <a:ext cx="660" cy="19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6" name="Rectangle 23">
              <a:extLst>
                <a:ext uri="{FF2B5EF4-FFF2-40B4-BE49-F238E27FC236}">
                  <a16:creationId xmlns:a16="http://schemas.microsoft.com/office/drawing/2014/main" id="{61CC6A09-B1A6-2C67-4E5A-2456210872B5}"/>
                </a:ext>
              </a:extLst>
            </p:cNvPr>
            <p:cNvSpPr>
              <a:spLocks noChangeArrowheads="1"/>
            </p:cNvSpPr>
            <p:nvPr/>
          </p:nvSpPr>
          <p:spPr bwMode="auto">
            <a:xfrm>
              <a:off x="3273" y="2997"/>
              <a:ext cx="568"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2</a:t>
              </a:r>
            </a:p>
          </p:txBody>
        </p:sp>
        <p:sp>
          <p:nvSpPr>
            <p:cNvPr id="27" name="Rectangle 24">
              <a:extLst>
                <a:ext uri="{FF2B5EF4-FFF2-40B4-BE49-F238E27FC236}">
                  <a16:creationId xmlns:a16="http://schemas.microsoft.com/office/drawing/2014/main" id="{BC15CEF7-A4C5-4A12-EBC2-00099665F628}"/>
                </a:ext>
              </a:extLst>
            </p:cNvPr>
            <p:cNvSpPr>
              <a:spLocks noChangeArrowheads="1"/>
            </p:cNvSpPr>
            <p:nvPr/>
          </p:nvSpPr>
          <p:spPr bwMode="auto">
            <a:xfrm>
              <a:off x="1319" y="3509"/>
              <a:ext cx="568"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id</a:t>
              </a:r>
              <a:r>
                <a:rPr lang="en-US" altLang="zh-CN" sz="2800" b="1" baseline="-25000">
                  <a:ea typeface="宋体" panose="02010600030101010101" pitchFamily="2" charset="-122"/>
                </a:rPr>
                <a:t>1</a:t>
              </a:r>
            </a:p>
          </p:txBody>
        </p:sp>
        <p:sp>
          <p:nvSpPr>
            <p:cNvPr id="28" name="Rectangle 25">
              <a:extLst>
                <a:ext uri="{FF2B5EF4-FFF2-40B4-BE49-F238E27FC236}">
                  <a16:creationId xmlns:a16="http://schemas.microsoft.com/office/drawing/2014/main" id="{8B4ABA89-F2AF-6ECD-AB3B-FAF0209AF813}"/>
                </a:ext>
              </a:extLst>
            </p:cNvPr>
            <p:cNvSpPr>
              <a:spLocks noChangeArrowheads="1"/>
            </p:cNvSpPr>
            <p:nvPr/>
          </p:nvSpPr>
          <p:spPr bwMode="auto">
            <a:xfrm>
              <a:off x="2365" y="2945"/>
              <a:ext cx="24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29" name="Rectangle 26">
              <a:extLst>
                <a:ext uri="{FF2B5EF4-FFF2-40B4-BE49-F238E27FC236}">
                  <a16:creationId xmlns:a16="http://schemas.microsoft.com/office/drawing/2014/main" id="{D7BA5A34-6B1B-A499-3CC2-9BC08FEDAA91}"/>
                </a:ext>
              </a:extLst>
            </p:cNvPr>
            <p:cNvSpPr>
              <a:spLocks noChangeArrowheads="1"/>
            </p:cNvSpPr>
            <p:nvPr/>
          </p:nvSpPr>
          <p:spPr bwMode="auto">
            <a:xfrm>
              <a:off x="1729" y="3532"/>
              <a:ext cx="6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1 </a:t>
              </a:r>
              <a:r>
                <a:rPr lang="en-US" altLang="zh-CN" sz="2800" b="1" i="1">
                  <a:ea typeface="宋体" panose="02010600030101010101" pitchFamily="2" charset="-122"/>
                </a:rPr>
                <a:t>entry</a:t>
              </a:r>
            </a:p>
          </p:txBody>
        </p:sp>
        <p:sp>
          <p:nvSpPr>
            <p:cNvPr id="30" name="Rectangle 27">
              <a:extLst>
                <a:ext uri="{FF2B5EF4-FFF2-40B4-BE49-F238E27FC236}">
                  <a16:creationId xmlns:a16="http://schemas.microsoft.com/office/drawing/2014/main" id="{D6F4F570-7FD7-82F5-E293-DC37235708D1}"/>
                </a:ext>
              </a:extLst>
            </p:cNvPr>
            <p:cNvSpPr>
              <a:spLocks noChangeArrowheads="1"/>
            </p:cNvSpPr>
            <p:nvPr/>
          </p:nvSpPr>
          <p:spPr bwMode="auto">
            <a:xfrm>
              <a:off x="1670" y="2985"/>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10</a:t>
              </a:r>
            </a:p>
          </p:txBody>
        </p:sp>
        <p:sp>
          <p:nvSpPr>
            <p:cNvPr id="31" name="Line 28">
              <a:extLst>
                <a:ext uri="{FF2B5EF4-FFF2-40B4-BE49-F238E27FC236}">
                  <a16:creationId xmlns:a16="http://schemas.microsoft.com/office/drawing/2014/main" id="{A220DE0F-4AF8-0F7D-8122-D8730E6390DE}"/>
                </a:ext>
              </a:extLst>
            </p:cNvPr>
            <p:cNvSpPr>
              <a:spLocks noChangeShapeType="1"/>
            </p:cNvSpPr>
            <p:nvPr/>
          </p:nvSpPr>
          <p:spPr bwMode="auto">
            <a:xfrm flipV="1">
              <a:off x="1811" y="3241"/>
              <a:ext cx="0" cy="345"/>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32" name="Rectangle 29">
              <a:extLst>
                <a:ext uri="{FF2B5EF4-FFF2-40B4-BE49-F238E27FC236}">
                  <a16:creationId xmlns:a16="http://schemas.microsoft.com/office/drawing/2014/main" id="{A1154F1C-8EC9-572D-D9A1-B37E53F759DC}"/>
                </a:ext>
              </a:extLst>
            </p:cNvPr>
            <p:cNvSpPr>
              <a:spLocks noChangeArrowheads="1"/>
            </p:cNvSpPr>
            <p:nvPr/>
          </p:nvSpPr>
          <p:spPr bwMode="auto">
            <a:xfrm>
              <a:off x="3712" y="3046"/>
              <a:ext cx="67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2 </a:t>
              </a:r>
              <a:r>
                <a:rPr lang="en-US" altLang="zh-CN" sz="2800" b="1" i="1">
                  <a:ea typeface="宋体" panose="02010600030101010101" pitchFamily="2" charset="-122"/>
                </a:rPr>
                <a:t>entry</a:t>
              </a:r>
            </a:p>
          </p:txBody>
        </p:sp>
        <p:sp>
          <p:nvSpPr>
            <p:cNvPr id="33" name="Rectangle 30">
              <a:extLst>
                <a:ext uri="{FF2B5EF4-FFF2-40B4-BE49-F238E27FC236}">
                  <a16:creationId xmlns:a16="http://schemas.microsoft.com/office/drawing/2014/main" id="{6B70FB61-6876-89B0-C5A3-1EADF7A3D96E}"/>
                </a:ext>
              </a:extLst>
            </p:cNvPr>
            <p:cNvSpPr>
              <a:spLocks noChangeArrowheads="1"/>
            </p:cNvSpPr>
            <p:nvPr/>
          </p:nvSpPr>
          <p:spPr bwMode="auto">
            <a:xfrm>
              <a:off x="4942" y="2527"/>
              <a:ext cx="67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3 </a:t>
              </a:r>
              <a:r>
                <a:rPr lang="en-US" altLang="zh-CN" sz="2800" b="1" i="1">
                  <a:ea typeface="宋体" panose="02010600030101010101" pitchFamily="2" charset="-122"/>
                </a:rPr>
                <a:t>entry</a:t>
              </a:r>
            </a:p>
          </p:txBody>
        </p:sp>
        <p:sp>
          <p:nvSpPr>
            <p:cNvPr id="34" name="Rectangle 31">
              <a:extLst>
                <a:ext uri="{FF2B5EF4-FFF2-40B4-BE49-F238E27FC236}">
                  <a16:creationId xmlns:a16="http://schemas.microsoft.com/office/drawing/2014/main" id="{2421B061-2E11-A2AA-DAFA-43625AB47082}"/>
                </a:ext>
              </a:extLst>
            </p:cNvPr>
            <p:cNvSpPr>
              <a:spLocks noChangeArrowheads="1"/>
            </p:cNvSpPr>
            <p:nvPr/>
          </p:nvSpPr>
          <p:spPr bwMode="auto">
            <a:xfrm>
              <a:off x="731" y="2983"/>
              <a:ext cx="42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 </a:t>
              </a:r>
              <a:r>
                <a:rPr lang="en-US" altLang="zh-CN" sz="2800" b="1">
                  <a:ea typeface="宋体" panose="02010600030101010101" pitchFamily="2" charset="-122"/>
                </a:rPr>
                <a:t>9</a:t>
              </a:r>
            </a:p>
          </p:txBody>
        </p:sp>
        <p:sp>
          <p:nvSpPr>
            <p:cNvPr id="35" name="Rectangle 32">
              <a:extLst>
                <a:ext uri="{FF2B5EF4-FFF2-40B4-BE49-F238E27FC236}">
                  <a16:creationId xmlns:a16="http://schemas.microsoft.com/office/drawing/2014/main" id="{7EED8176-97C0-67A9-3EB5-7599CD20CE91}"/>
                </a:ext>
              </a:extLst>
            </p:cNvPr>
            <p:cNvSpPr>
              <a:spLocks noChangeArrowheads="1"/>
            </p:cNvSpPr>
            <p:nvPr/>
          </p:nvSpPr>
          <p:spPr bwMode="auto">
            <a:xfrm>
              <a:off x="2730" y="2501"/>
              <a:ext cx="274"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8</a:t>
              </a:r>
            </a:p>
          </p:txBody>
        </p:sp>
        <p:sp>
          <p:nvSpPr>
            <p:cNvPr id="36" name="Rectangle 33">
              <a:extLst>
                <a:ext uri="{FF2B5EF4-FFF2-40B4-BE49-F238E27FC236}">
                  <a16:creationId xmlns:a16="http://schemas.microsoft.com/office/drawing/2014/main" id="{9F4DD02D-E126-643C-085E-A711893AB799}"/>
                </a:ext>
              </a:extLst>
            </p:cNvPr>
            <p:cNvSpPr>
              <a:spLocks noChangeArrowheads="1"/>
            </p:cNvSpPr>
            <p:nvPr/>
          </p:nvSpPr>
          <p:spPr bwMode="auto">
            <a:xfrm>
              <a:off x="1764" y="2498"/>
              <a:ext cx="428"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 </a:t>
              </a:r>
              <a:r>
                <a:rPr lang="en-US" altLang="zh-CN" sz="2800" b="1">
                  <a:ea typeface="宋体" panose="02010600030101010101" pitchFamily="2" charset="-122"/>
                </a:rPr>
                <a:t>7</a:t>
              </a:r>
            </a:p>
          </p:txBody>
        </p:sp>
        <p:sp>
          <p:nvSpPr>
            <p:cNvPr id="37" name="Rectangle 34">
              <a:extLst>
                <a:ext uri="{FF2B5EF4-FFF2-40B4-BE49-F238E27FC236}">
                  <a16:creationId xmlns:a16="http://schemas.microsoft.com/office/drawing/2014/main" id="{CB423DF0-42B6-4B72-DF1A-D0BE75E278FC}"/>
                </a:ext>
              </a:extLst>
            </p:cNvPr>
            <p:cNvSpPr>
              <a:spLocks noChangeArrowheads="1"/>
            </p:cNvSpPr>
            <p:nvPr/>
          </p:nvSpPr>
          <p:spPr bwMode="auto">
            <a:xfrm>
              <a:off x="3841" y="2003"/>
              <a:ext cx="27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6</a:t>
              </a:r>
            </a:p>
          </p:txBody>
        </p:sp>
        <p:sp>
          <p:nvSpPr>
            <p:cNvPr id="38" name="Rectangle 35">
              <a:extLst>
                <a:ext uri="{FF2B5EF4-FFF2-40B4-BE49-F238E27FC236}">
                  <a16:creationId xmlns:a16="http://schemas.microsoft.com/office/drawing/2014/main" id="{8503ADD4-9B66-A4CC-F33A-27C247AFB83C}"/>
                </a:ext>
              </a:extLst>
            </p:cNvPr>
            <p:cNvSpPr>
              <a:spLocks noChangeArrowheads="1"/>
            </p:cNvSpPr>
            <p:nvPr/>
          </p:nvSpPr>
          <p:spPr bwMode="auto">
            <a:xfrm>
              <a:off x="2838" y="1977"/>
              <a:ext cx="5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 </a:t>
              </a:r>
              <a:r>
                <a:rPr lang="en-US" altLang="zh-CN" sz="2800" b="1">
                  <a:ea typeface="宋体" panose="02010600030101010101" pitchFamily="2" charset="-122"/>
                </a:rPr>
                <a:t>5</a:t>
              </a:r>
            </a:p>
          </p:txBody>
        </p:sp>
        <p:sp>
          <p:nvSpPr>
            <p:cNvPr id="39" name="Rectangle 36">
              <a:extLst>
                <a:ext uri="{FF2B5EF4-FFF2-40B4-BE49-F238E27FC236}">
                  <a16:creationId xmlns:a16="http://schemas.microsoft.com/office/drawing/2014/main" id="{36386BC0-75F4-C02B-2D21-6A4E530FF018}"/>
                </a:ext>
              </a:extLst>
            </p:cNvPr>
            <p:cNvSpPr>
              <a:spLocks noChangeArrowheads="1"/>
            </p:cNvSpPr>
            <p:nvPr/>
          </p:nvSpPr>
          <p:spPr bwMode="auto">
            <a:xfrm>
              <a:off x="887" y="2003"/>
              <a:ext cx="613"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4 </a:t>
              </a:r>
              <a:r>
                <a:rPr lang="en-US" altLang="zh-CN" sz="2800" b="1" i="1">
                  <a:ea typeface="宋体" panose="02010600030101010101" pitchFamily="2" charset="-122"/>
                </a:rPr>
                <a:t>type</a:t>
              </a:r>
            </a:p>
          </p:txBody>
        </p:sp>
        <p:sp>
          <p:nvSpPr>
            <p:cNvPr id="40" name="Line 37">
              <a:extLst>
                <a:ext uri="{FF2B5EF4-FFF2-40B4-BE49-F238E27FC236}">
                  <a16:creationId xmlns:a16="http://schemas.microsoft.com/office/drawing/2014/main" id="{4137FA95-082C-B7B5-5CEC-9922B6290BE5}"/>
                </a:ext>
              </a:extLst>
            </p:cNvPr>
            <p:cNvSpPr>
              <a:spLocks noChangeShapeType="1"/>
            </p:cNvSpPr>
            <p:nvPr/>
          </p:nvSpPr>
          <p:spPr bwMode="auto">
            <a:xfrm flipH="1">
              <a:off x="2084" y="2331"/>
              <a:ext cx="660" cy="19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1" name="Line 38">
              <a:extLst>
                <a:ext uri="{FF2B5EF4-FFF2-40B4-BE49-F238E27FC236}">
                  <a16:creationId xmlns:a16="http://schemas.microsoft.com/office/drawing/2014/main" id="{F6224BBF-1C9C-01D8-FA55-1A16FF1A6350}"/>
                </a:ext>
              </a:extLst>
            </p:cNvPr>
            <p:cNvSpPr>
              <a:spLocks noChangeShapeType="1"/>
            </p:cNvSpPr>
            <p:nvPr/>
          </p:nvSpPr>
          <p:spPr bwMode="auto">
            <a:xfrm flipH="1">
              <a:off x="1056" y="2736"/>
              <a:ext cx="660" cy="19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2" name="Line 39">
              <a:extLst>
                <a:ext uri="{FF2B5EF4-FFF2-40B4-BE49-F238E27FC236}">
                  <a16:creationId xmlns:a16="http://schemas.microsoft.com/office/drawing/2014/main" id="{E58AD8E7-2D14-E0C8-C991-BBFDFBC9EFC6}"/>
                </a:ext>
              </a:extLst>
            </p:cNvPr>
            <p:cNvSpPr>
              <a:spLocks noChangeShapeType="1"/>
            </p:cNvSpPr>
            <p:nvPr/>
          </p:nvSpPr>
          <p:spPr bwMode="auto">
            <a:xfrm flipH="1" flipV="1">
              <a:off x="4130" y="2244"/>
              <a:ext cx="1060" cy="33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3" name="Line 40">
              <a:extLst>
                <a:ext uri="{FF2B5EF4-FFF2-40B4-BE49-F238E27FC236}">
                  <a16:creationId xmlns:a16="http://schemas.microsoft.com/office/drawing/2014/main" id="{0F0C4AFB-E62E-1E2F-B6A5-48DA3001F234}"/>
                </a:ext>
              </a:extLst>
            </p:cNvPr>
            <p:cNvSpPr>
              <a:spLocks noChangeShapeType="1"/>
            </p:cNvSpPr>
            <p:nvPr/>
          </p:nvSpPr>
          <p:spPr bwMode="auto">
            <a:xfrm flipH="1" flipV="1">
              <a:off x="2945" y="2741"/>
              <a:ext cx="1060" cy="33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b="1"/>
            </a:p>
          </p:txBody>
        </p:sp>
        <p:sp>
          <p:nvSpPr>
            <p:cNvPr id="44" name="Freeform 41">
              <a:extLst>
                <a:ext uri="{FF2B5EF4-FFF2-40B4-BE49-F238E27FC236}">
                  <a16:creationId xmlns:a16="http://schemas.microsoft.com/office/drawing/2014/main" id="{2860F1BF-579E-2E18-0052-BDBD8FDA2AD2}"/>
                </a:ext>
              </a:extLst>
            </p:cNvPr>
            <p:cNvSpPr>
              <a:spLocks/>
            </p:cNvSpPr>
            <p:nvPr/>
          </p:nvSpPr>
          <p:spPr bwMode="auto">
            <a:xfrm>
              <a:off x="1135" y="1815"/>
              <a:ext cx="1906" cy="268"/>
            </a:xfrm>
            <a:custGeom>
              <a:avLst/>
              <a:gdLst>
                <a:gd name="T0" fmla="*/ 0 w 1860"/>
                <a:gd name="T1" fmla="*/ 101 h 315"/>
                <a:gd name="T2" fmla="*/ 427 w 1860"/>
                <a:gd name="T3" fmla="*/ 38 h 315"/>
                <a:gd name="T4" fmla="*/ 1140 w 1860"/>
                <a:gd name="T5" fmla="*/ 0 h 315"/>
                <a:gd name="T6" fmla="*/ 1795 w 1860"/>
                <a:gd name="T7" fmla="*/ 39 h 315"/>
                <a:gd name="T8" fmla="*/ 2206 w 1860"/>
                <a:gd name="T9" fmla="*/ 92 h 315"/>
                <a:gd name="T10" fmla="*/ 0 60000 65536"/>
                <a:gd name="T11" fmla="*/ 0 60000 65536"/>
                <a:gd name="T12" fmla="*/ 0 60000 65536"/>
                <a:gd name="T13" fmla="*/ 0 60000 65536"/>
                <a:gd name="T14" fmla="*/ 0 60000 65536"/>
                <a:gd name="T15" fmla="*/ 0 w 1860"/>
                <a:gd name="T16" fmla="*/ 0 h 315"/>
                <a:gd name="T17" fmla="*/ 1860 w 1860"/>
                <a:gd name="T18" fmla="*/ 315 h 315"/>
              </a:gdLst>
              <a:ahLst/>
              <a:cxnLst>
                <a:cxn ang="T10">
                  <a:pos x="T0" y="T1"/>
                </a:cxn>
                <a:cxn ang="T11">
                  <a:pos x="T2" y="T3"/>
                </a:cxn>
                <a:cxn ang="T12">
                  <a:pos x="T4" y="T5"/>
                </a:cxn>
                <a:cxn ang="T13">
                  <a:pos x="T6" y="T7"/>
                </a:cxn>
                <a:cxn ang="T14">
                  <a:pos x="T8" y="T9"/>
                </a:cxn>
              </a:cxnLst>
              <a:rect l="T15" t="T16" r="T17" b="T18"/>
              <a:pathLst>
                <a:path w="1860" h="315">
                  <a:moveTo>
                    <a:pt x="0" y="315"/>
                  </a:moveTo>
                  <a:cubicBezTo>
                    <a:pt x="60" y="282"/>
                    <a:pt x="200" y="171"/>
                    <a:pt x="360" y="119"/>
                  </a:cubicBezTo>
                  <a:cubicBezTo>
                    <a:pt x="520" y="67"/>
                    <a:pt x="768" y="0"/>
                    <a:pt x="960" y="0"/>
                  </a:cubicBezTo>
                  <a:cubicBezTo>
                    <a:pt x="1152" y="0"/>
                    <a:pt x="1365" y="73"/>
                    <a:pt x="1515" y="120"/>
                  </a:cubicBezTo>
                  <a:cubicBezTo>
                    <a:pt x="1665" y="167"/>
                    <a:pt x="1788" y="251"/>
                    <a:pt x="1860" y="285"/>
                  </a:cubicBezTo>
                </a:path>
              </a:pathLst>
            </a:custGeom>
            <a:noFill/>
            <a:ln w="38100">
              <a:solidFill>
                <a:srgbClr val="C0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C00000"/>
                </a:solidFill>
              </a:endParaRPr>
            </a:p>
          </p:txBody>
        </p:sp>
        <p:sp>
          <p:nvSpPr>
            <p:cNvPr id="45" name="Freeform 42">
              <a:extLst>
                <a:ext uri="{FF2B5EF4-FFF2-40B4-BE49-F238E27FC236}">
                  <a16:creationId xmlns:a16="http://schemas.microsoft.com/office/drawing/2014/main" id="{B9BB6A50-935F-DBA5-B7A4-582D3BA7E91C}"/>
                </a:ext>
              </a:extLst>
            </p:cNvPr>
            <p:cNvSpPr>
              <a:spLocks/>
            </p:cNvSpPr>
            <p:nvPr/>
          </p:nvSpPr>
          <p:spPr bwMode="auto">
            <a:xfrm>
              <a:off x="965" y="3282"/>
              <a:ext cx="754" cy="142"/>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38100">
              <a:solidFill>
                <a:srgbClr val="C0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6" name="Freeform 43">
              <a:extLst>
                <a:ext uri="{FF2B5EF4-FFF2-40B4-BE49-F238E27FC236}">
                  <a16:creationId xmlns:a16="http://schemas.microsoft.com/office/drawing/2014/main" id="{A2B5090A-E15A-5922-1150-B94631159329}"/>
                </a:ext>
              </a:extLst>
            </p:cNvPr>
            <p:cNvSpPr>
              <a:spLocks/>
            </p:cNvSpPr>
            <p:nvPr/>
          </p:nvSpPr>
          <p:spPr bwMode="auto">
            <a:xfrm>
              <a:off x="2016" y="2784"/>
              <a:ext cx="754" cy="142"/>
            </a:xfrm>
            <a:custGeom>
              <a:avLst/>
              <a:gdLst>
                <a:gd name="T0" fmla="*/ 0 w 736"/>
                <a:gd name="T1" fmla="*/ 0 h 167"/>
                <a:gd name="T2" fmla="*/ 410 w 736"/>
                <a:gd name="T3" fmla="*/ 53 h 167"/>
                <a:gd name="T4" fmla="*/ 871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38100">
              <a:solidFill>
                <a:srgbClr val="C0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7" name="Freeform 44">
              <a:extLst>
                <a:ext uri="{FF2B5EF4-FFF2-40B4-BE49-F238E27FC236}">
                  <a16:creationId xmlns:a16="http://schemas.microsoft.com/office/drawing/2014/main" id="{41280C05-F42E-D8A6-8709-17B5E37B31C5}"/>
                </a:ext>
              </a:extLst>
            </p:cNvPr>
            <p:cNvSpPr>
              <a:spLocks/>
            </p:cNvSpPr>
            <p:nvPr/>
          </p:nvSpPr>
          <p:spPr bwMode="auto">
            <a:xfrm>
              <a:off x="3086" y="2289"/>
              <a:ext cx="755" cy="142"/>
            </a:xfrm>
            <a:custGeom>
              <a:avLst/>
              <a:gdLst>
                <a:gd name="T0" fmla="*/ 0 w 736"/>
                <a:gd name="T1" fmla="*/ 0 h 167"/>
                <a:gd name="T2" fmla="*/ 413 w 736"/>
                <a:gd name="T3" fmla="*/ 53 h 167"/>
                <a:gd name="T4" fmla="*/ 879 w 736"/>
                <a:gd name="T5" fmla="*/ 5 h 167"/>
                <a:gd name="T6" fmla="*/ 0 60000 65536"/>
                <a:gd name="T7" fmla="*/ 0 60000 65536"/>
                <a:gd name="T8" fmla="*/ 0 60000 65536"/>
                <a:gd name="T9" fmla="*/ 0 w 736"/>
                <a:gd name="T10" fmla="*/ 0 h 167"/>
                <a:gd name="T11" fmla="*/ 736 w 736"/>
                <a:gd name="T12" fmla="*/ 167 h 167"/>
              </a:gdLst>
              <a:ahLst/>
              <a:cxnLst>
                <a:cxn ang="T6">
                  <a:pos x="T0" y="T1"/>
                </a:cxn>
                <a:cxn ang="T7">
                  <a:pos x="T2" y="T3"/>
                </a:cxn>
                <a:cxn ang="T8">
                  <a:pos x="T4" y="T5"/>
                </a:cxn>
              </a:cxnLst>
              <a:rect l="T9" t="T10" r="T11" b="T12"/>
              <a:pathLst>
                <a:path w="736" h="167">
                  <a:moveTo>
                    <a:pt x="0" y="0"/>
                  </a:moveTo>
                  <a:cubicBezTo>
                    <a:pt x="58" y="27"/>
                    <a:pt x="223" y="163"/>
                    <a:pt x="346" y="165"/>
                  </a:cubicBezTo>
                  <a:cubicBezTo>
                    <a:pt x="469" y="167"/>
                    <a:pt x="655" y="46"/>
                    <a:pt x="736" y="14"/>
                  </a:cubicBezTo>
                </a:path>
              </a:pathLst>
            </a:custGeom>
            <a:noFill/>
            <a:ln w="38100">
              <a:solidFill>
                <a:srgbClr val="C00000"/>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spTree>
    <p:extLst>
      <p:ext uri="{BB962C8B-B14F-4D97-AF65-F5344CB8AC3E}">
        <p14:creationId xmlns:p14="http://schemas.microsoft.com/office/powerpoint/2010/main" val="40959921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422016E-5E8E-4F73-BEB6-F39B48B9A073}"/>
              </a:ext>
            </a:extLst>
          </p:cNvPr>
          <p:cNvSpPr>
            <a:spLocks noGrp="1" noChangeArrowheads="1"/>
          </p:cNvSpPr>
          <p:nvPr>
            <p:ph type="title"/>
          </p:nvPr>
        </p:nvSpPr>
        <p:spPr/>
        <p:txBody>
          <a:bodyPr/>
          <a:lstStyle/>
          <a:p>
            <a:pPr eaLnBrk="1" hangingPunct="1"/>
            <a:r>
              <a:rPr lang="en-US" altLang="zh-CN" dirty="0"/>
              <a:t>4.1.7 </a:t>
            </a:r>
            <a:r>
              <a:rPr lang="en-US" altLang="zh-CN" b="1" dirty="0"/>
              <a:t>L</a:t>
            </a:r>
            <a:r>
              <a:rPr lang="zh-CN" altLang="en-US" dirty="0"/>
              <a:t>属性的语法制导定义</a:t>
            </a:r>
          </a:p>
        </p:txBody>
      </p:sp>
      <p:sp>
        <p:nvSpPr>
          <p:cNvPr id="15363" name="Rectangle 3">
            <a:extLst>
              <a:ext uri="{FF2B5EF4-FFF2-40B4-BE49-F238E27FC236}">
                <a16:creationId xmlns:a16="http://schemas.microsoft.com/office/drawing/2014/main" id="{3159D4C9-563E-49E9-8F81-3D6599EA2E97}"/>
              </a:ext>
            </a:extLst>
          </p:cNvPr>
          <p:cNvSpPr>
            <a:spLocks noGrp="1" noChangeArrowheads="1"/>
          </p:cNvSpPr>
          <p:nvPr>
            <p:ph idx="1"/>
          </p:nvPr>
        </p:nvSpPr>
        <p:spPr/>
        <p:txBody>
          <a:bodyPr/>
          <a:lstStyle/>
          <a:p>
            <a:pPr algn="just">
              <a:spcBef>
                <a:spcPct val="0"/>
              </a:spcBef>
            </a:pPr>
            <a:r>
              <a:rPr lang="zh-CN" altLang="en-US" sz="2800" dirty="0"/>
              <a:t>正式定义：一个</a:t>
            </a:r>
            <a:r>
              <a:rPr lang="en-US" altLang="zh-CN" sz="2800" dirty="0"/>
              <a:t>SDD</a:t>
            </a:r>
            <a:r>
              <a:rPr lang="zh-CN" altLang="en-US" sz="2800" dirty="0"/>
              <a:t>是</a:t>
            </a:r>
            <a:r>
              <a:rPr lang="en-US" altLang="zh-CN" sz="2800" dirty="0"/>
              <a:t>L-SDD</a:t>
            </a:r>
            <a:r>
              <a:rPr lang="zh-CN" altLang="en-US" sz="2800" dirty="0"/>
              <a:t>，当且仅当：</a:t>
            </a:r>
            <a:endParaRPr lang="en-US" altLang="zh-CN" sz="2800" dirty="0"/>
          </a:p>
          <a:p>
            <a:pPr marL="0" indent="0" algn="just">
              <a:spcBef>
                <a:spcPct val="0"/>
              </a:spcBef>
              <a:buNone/>
            </a:pPr>
            <a:r>
              <a:rPr lang="en-US" altLang="zh-CN" sz="2400" dirty="0"/>
              <a:t>1</a:t>
            </a:r>
            <a:r>
              <a:rPr lang="zh-CN" altLang="en-US" sz="2400" dirty="0"/>
              <a:t>、每个属性要么是综合属性；</a:t>
            </a:r>
            <a:endParaRPr lang="en-US" altLang="zh-CN" sz="2400" dirty="0"/>
          </a:p>
          <a:p>
            <a:pPr marL="0" indent="0" algn="just">
              <a:spcBef>
                <a:spcPct val="0"/>
              </a:spcBef>
              <a:buNone/>
            </a:pPr>
            <a:r>
              <a:rPr lang="en-US" altLang="zh-CN" sz="2400" dirty="0"/>
              <a:t>2</a:t>
            </a:r>
            <a:r>
              <a:rPr lang="zh-CN" altLang="en-US" sz="2400" dirty="0"/>
              <a:t>、要么是满足下列条件的继承属性：产生式</a:t>
            </a:r>
            <a:r>
              <a:rPr lang="en-US" altLang="zh-CN" sz="2400" b="1" i="1" dirty="0"/>
              <a:t>A </a:t>
            </a:r>
            <a:r>
              <a:rPr lang="en-US" altLang="zh-CN" sz="2400" b="1" dirty="0">
                <a:sym typeface="Symbol" panose="05050102010706020507" pitchFamily="18" charset="2"/>
              </a:rPr>
              <a:t></a:t>
            </a:r>
            <a:r>
              <a:rPr lang="en-US" altLang="zh-CN" sz="2400" b="1" i="1" dirty="0"/>
              <a:t>X</a:t>
            </a:r>
            <a:r>
              <a:rPr lang="en-US" altLang="zh-CN" sz="2400" b="1" baseline="-30000" dirty="0"/>
              <a:t>1</a:t>
            </a:r>
            <a:r>
              <a:rPr lang="en-US" altLang="zh-CN" sz="2400" b="1" dirty="0"/>
              <a:t> </a:t>
            </a:r>
            <a:r>
              <a:rPr lang="en-US" altLang="zh-CN" sz="2400" b="1" i="1" dirty="0"/>
              <a:t>X</a:t>
            </a:r>
            <a:r>
              <a:rPr lang="en-US" altLang="zh-CN" sz="2400" b="1" baseline="-30000" dirty="0"/>
              <a:t>2</a:t>
            </a:r>
            <a:r>
              <a:rPr lang="en-US" altLang="zh-CN" sz="2400" b="1" dirty="0"/>
              <a:t> … </a:t>
            </a:r>
            <a:r>
              <a:rPr lang="en-US" altLang="zh-CN" sz="2400" b="1" i="1" dirty="0" err="1"/>
              <a:t>X</a:t>
            </a:r>
            <a:r>
              <a:rPr lang="en-US" altLang="zh-CN" sz="2400" b="1" i="1" baseline="-30000" dirty="0" err="1"/>
              <a:t>n</a:t>
            </a:r>
            <a:r>
              <a:rPr lang="zh-CN" altLang="en-US" sz="2400" dirty="0"/>
              <a:t>其右部符号</a:t>
            </a:r>
            <a:r>
              <a:rPr lang="en-US" altLang="zh-CN" sz="2400" b="1" i="1" dirty="0" err="1"/>
              <a:t>X</a:t>
            </a:r>
            <a:r>
              <a:rPr lang="en-US" altLang="zh-CN" sz="2400" b="1" i="1" baseline="-30000" dirty="0" err="1"/>
              <a:t>j</a:t>
            </a:r>
            <a:r>
              <a:rPr lang="en-US" altLang="zh-CN" sz="2400" b="1" i="1" dirty="0"/>
              <a:t> </a:t>
            </a:r>
            <a:r>
              <a:rPr lang="en-US" altLang="zh-CN" sz="2400" b="1" dirty="0"/>
              <a:t>(1</a:t>
            </a:r>
            <a:r>
              <a:rPr lang="en-US" altLang="zh-CN" sz="2400" b="1" dirty="0">
                <a:sym typeface="Symbol" panose="05050102010706020507" pitchFamily="18" charset="2"/>
              </a:rPr>
              <a:t> </a:t>
            </a:r>
            <a:r>
              <a:rPr lang="en-US" altLang="zh-CN" sz="2400" b="1" i="1" dirty="0"/>
              <a:t>j </a:t>
            </a:r>
            <a:r>
              <a:rPr lang="en-US" altLang="zh-CN" sz="2400" b="1" dirty="0">
                <a:sym typeface="Symbol" panose="05050102010706020507" pitchFamily="18" charset="2"/>
              </a:rPr>
              <a:t></a:t>
            </a:r>
            <a:r>
              <a:rPr lang="en-US" altLang="zh-CN" sz="2400" b="1" dirty="0"/>
              <a:t>n)</a:t>
            </a:r>
            <a:r>
              <a:rPr lang="zh-CN" altLang="en-US" sz="2400" dirty="0"/>
              <a:t>的</a:t>
            </a:r>
            <a:r>
              <a:rPr lang="zh-CN" altLang="en-US" sz="2400" dirty="0">
                <a:solidFill>
                  <a:schemeClr val="accent1"/>
                </a:solidFill>
              </a:rPr>
              <a:t>继承属性</a:t>
            </a:r>
            <a:r>
              <a:rPr lang="zh-CN" altLang="en-US" sz="2400" dirty="0"/>
              <a:t>仅依赖：</a:t>
            </a:r>
            <a:endParaRPr lang="zh-CN" altLang="en-US" sz="2400" dirty="0">
              <a:latin typeface="宋体" panose="02010600030101010101" pitchFamily="2" charset="-122"/>
            </a:endParaRPr>
          </a:p>
          <a:p>
            <a:pPr lvl="1" algn="just">
              <a:spcBef>
                <a:spcPct val="0"/>
              </a:spcBef>
            </a:pPr>
            <a:r>
              <a:rPr lang="en-US" altLang="zh-CN" sz="2400" b="1" i="1" dirty="0"/>
              <a:t>A</a:t>
            </a:r>
            <a:r>
              <a:rPr lang="zh-CN" altLang="en-US" sz="2400" dirty="0"/>
              <a:t>的继承属性；</a:t>
            </a:r>
            <a:endParaRPr lang="en-US" altLang="zh-CN" sz="2400" dirty="0"/>
          </a:p>
          <a:p>
            <a:pPr lvl="1" algn="just">
              <a:spcBef>
                <a:spcPct val="0"/>
              </a:spcBef>
            </a:pPr>
            <a:r>
              <a:rPr lang="zh-CN" altLang="en-US" sz="2400" dirty="0"/>
              <a:t>该产生式中</a:t>
            </a:r>
            <a:r>
              <a:rPr lang="en-US" altLang="zh-CN" sz="2400" b="1" i="1" dirty="0" err="1"/>
              <a:t>X</a:t>
            </a:r>
            <a:r>
              <a:rPr lang="en-US" altLang="zh-CN" sz="2400" b="1" i="1" baseline="-30000" dirty="0" err="1"/>
              <a:t>j</a:t>
            </a:r>
            <a:r>
              <a:rPr lang="zh-CN" altLang="en-US" sz="2400" dirty="0">
                <a:solidFill>
                  <a:schemeClr val="accent1"/>
                </a:solidFill>
              </a:rPr>
              <a:t>左边</a:t>
            </a:r>
            <a:r>
              <a:rPr lang="zh-CN" altLang="en-US" sz="2400" dirty="0"/>
              <a:t>符号</a:t>
            </a:r>
            <a:r>
              <a:rPr lang="en-US" altLang="zh-CN" sz="2400" b="1" i="1" dirty="0"/>
              <a:t>X</a:t>
            </a:r>
            <a:r>
              <a:rPr lang="en-US" altLang="zh-CN" sz="2400" b="1" baseline="-30000" dirty="0"/>
              <a:t>1</a:t>
            </a:r>
            <a:r>
              <a:rPr lang="en-US" altLang="zh-CN" sz="2400" b="1" dirty="0"/>
              <a:t>, </a:t>
            </a:r>
            <a:r>
              <a:rPr lang="en-US" altLang="zh-CN" sz="2400" b="1" i="1" dirty="0"/>
              <a:t>X</a:t>
            </a:r>
            <a:r>
              <a:rPr lang="en-US" altLang="zh-CN" sz="2400" b="1" baseline="-30000" dirty="0"/>
              <a:t>2</a:t>
            </a:r>
            <a:r>
              <a:rPr lang="en-US" altLang="zh-CN" sz="2400" b="1" dirty="0"/>
              <a:t>, …, </a:t>
            </a:r>
            <a:r>
              <a:rPr lang="en-US" altLang="zh-CN" sz="2400" b="1" i="1" dirty="0"/>
              <a:t>X</a:t>
            </a:r>
            <a:r>
              <a:rPr lang="en-US" altLang="zh-CN" sz="2400" b="1" i="1" baseline="-30000" dirty="0"/>
              <a:t>j</a:t>
            </a:r>
            <a:r>
              <a:rPr lang="en-US" altLang="zh-CN" sz="2400" b="1" baseline="-30000" dirty="0"/>
              <a:t>-1</a:t>
            </a:r>
            <a:r>
              <a:rPr lang="zh-CN" altLang="en-US" sz="2400" dirty="0"/>
              <a:t>的属性；</a:t>
            </a:r>
            <a:endParaRPr lang="en-US" altLang="zh-CN" sz="2400" dirty="0"/>
          </a:p>
          <a:p>
            <a:pPr lvl="1" algn="just">
              <a:spcBef>
                <a:spcPct val="0"/>
              </a:spcBef>
            </a:pPr>
            <a:r>
              <a:rPr lang="en-US" altLang="zh-CN" sz="2400" b="1" i="1" dirty="0" err="1"/>
              <a:t>X</a:t>
            </a:r>
            <a:r>
              <a:rPr lang="en-US" altLang="zh-CN" sz="2400" b="1" i="1" baseline="-30000" dirty="0" err="1"/>
              <a:t>j</a:t>
            </a:r>
            <a:r>
              <a:rPr lang="zh-CN" altLang="en-US" sz="2400" dirty="0"/>
              <a:t>本身的属性，但不能在依赖图中形成环。</a:t>
            </a:r>
          </a:p>
          <a:p>
            <a:pPr eaLnBrk="1" hangingPunct="1"/>
            <a:endParaRPr lang="zh-CN" altLang="en-US" sz="2800" dirty="0">
              <a:latin typeface="宋体" panose="02010600030101010101" pitchFamily="2" charset="-122"/>
            </a:endParaRPr>
          </a:p>
        </p:txBody>
      </p:sp>
      <p:sp>
        <p:nvSpPr>
          <p:cNvPr id="2" name="日期占位符 1">
            <a:extLst>
              <a:ext uri="{FF2B5EF4-FFF2-40B4-BE49-F238E27FC236}">
                <a16:creationId xmlns:a16="http://schemas.microsoft.com/office/drawing/2014/main" id="{F9C76A40-F832-7956-9E71-BC78C5A2C030}"/>
              </a:ext>
            </a:extLst>
          </p:cNvPr>
          <p:cNvSpPr>
            <a:spLocks noGrp="1"/>
          </p:cNvSpPr>
          <p:nvPr>
            <p:ph type="dt" sz="half" idx="10"/>
          </p:nvPr>
        </p:nvSpPr>
        <p:spPr/>
        <p:txBody>
          <a:bodyPr/>
          <a:lstStyle/>
          <a:p>
            <a:fld id="{122BA69D-E0D2-4495-BB78-6ED0B293CD82}" type="datetime2">
              <a:rPr lang="zh-CN" altLang="en-US" smtClean="0"/>
              <a:t>2024年6月6日</a:t>
            </a:fld>
            <a:endParaRPr lang="zh-CN" altLang="en-US" dirty="0"/>
          </a:p>
        </p:txBody>
      </p:sp>
      <p:sp>
        <p:nvSpPr>
          <p:cNvPr id="3" name="页脚占位符 2">
            <a:extLst>
              <a:ext uri="{FF2B5EF4-FFF2-40B4-BE49-F238E27FC236}">
                <a16:creationId xmlns:a16="http://schemas.microsoft.com/office/drawing/2014/main" id="{3E884702-BA93-35A6-620C-0E926008C40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4" name="灯片编号占位符 3">
            <a:extLst>
              <a:ext uri="{FF2B5EF4-FFF2-40B4-BE49-F238E27FC236}">
                <a16:creationId xmlns:a16="http://schemas.microsoft.com/office/drawing/2014/main" id="{6B9E22AF-61F6-76CE-9085-02C83E283F98}"/>
              </a:ext>
            </a:extLst>
          </p:cNvPr>
          <p:cNvSpPr>
            <a:spLocks noGrp="1"/>
          </p:cNvSpPr>
          <p:nvPr>
            <p:ph type="sldNum" sz="quarter" idx="12"/>
          </p:nvPr>
        </p:nvSpPr>
        <p:spPr/>
        <p:txBody>
          <a:bodyPr/>
          <a:lstStyle/>
          <a:p>
            <a:fld id="{094DEB03-EFC6-4C20-8FC8-295189A5386F}" type="slidenum">
              <a:rPr lang="zh-CN" altLang="en-US" smtClean="0"/>
              <a:pPr/>
              <a:t>33</a:t>
            </a:fld>
            <a:endParaRPr lang="zh-CN" altLang="en-US"/>
          </a:p>
        </p:txBody>
      </p:sp>
      <p:graphicFrame>
        <p:nvGraphicFramePr>
          <p:cNvPr id="6" name="Group 4">
            <a:extLst>
              <a:ext uri="{FF2B5EF4-FFF2-40B4-BE49-F238E27FC236}">
                <a16:creationId xmlns:a16="http://schemas.microsoft.com/office/drawing/2014/main" id="{2F1B738E-D8B4-3607-D3A0-A2AA49692D8E}"/>
              </a:ext>
            </a:extLst>
          </p:cNvPr>
          <p:cNvGraphicFramePr>
            <a:graphicFrameLocks/>
          </p:cNvGraphicFramePr>
          <p:nvPr>
            <p:extLst>
              <p:ext uri="{D42A27DB-BD31-4B8C-83A1-F6EECF244321}">
                <p14:modId xmlns:p14="http://schemas.microsoft.com/office/powerpoint/2010/main" val="3396994718"/>
              </p:ext>
            </p:extLst>
          </p:nvPr>
        </p:nvGraphicFramePr>
        <p:xfrm>
          <a:off x="2706061" y="4153661"/>
          <a:ext cx="3731878" cy="2394690"/>
        </p:xfrm>
        <a:graphic>
          <a:graphicData uri="http://schemas.openxmlformats.org/drawingml/2006/table">
            <a:tbl>
              <a:tblPr/>
              <a:tblGrid>
                <a:gridCol w="1081101">
                  <a:extLst>
                    <a:ext uri="{9D8B030D-6E8A-4147-A177-3AD203B41FA5}">
                      <a16:colId xmlns:a16="http://schemas.microsoft.com/office/drawing/2014/main" val="20000"/>
                    </a:ext>
                  </a:extLst>
                </a:gridCol>
                <a:gridCol w="2650777">
                  <a:extLst>
                    <a:ext uri="{9D8B030D-6E8A-4147-A177-3AD203B41FA5}">
                      <a16:colId xmlns:a16="http://schemas.microsoft.com/office/drawing/2014/main" val="20001"/>
                    </a:ext>
                  </a:extLst>
                </a:gridCol>
              </a:tblGrid>
              <a:tr h="30953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产生式</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语</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义</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规</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则</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953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D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TL</a:t>
                      </a:r>
                      <a:endParaRPr kumimoji="0" lang="en-US" altLang="zh-CN" sz="2000" b="0" i="0" u="none" strike="noStrike" cap="none" normalizeH="0" baseline="0" dirty="0">
                        <a:ln>
                          <a:noFill/>
                        </a:ln>
                        <a:solidFill>
                          <a:schemeClr val="tx1"/>
                        </a:solidFill>
                        <a:effectLst/>
                        <a:latin typeface="Times New Roman" pitchFamily="18" charset="0"/>
                        <a:ea typeface="黑体" pitchFamily="2" charset="-122"/>
                      </a:endParaRP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rgbClr val="C00000"/>
                          </a:solidFill>
                          <a:effectLst/>
                          <a:latin typeface="Times New Roman" pitchFamily="18" charset="0"/>
                          <a:ea typeface="黑体" pitchFamily="2" charset="-122"/>
                        </a:rPr>
                        <a:t>L</a:t>
                      </a:r>
                      <a:r>
                        <a:rPr kumimoji="0" lang="en-US" altLang="zh-CN" sz="2000" b="1" i="0" u="none" strike="noStrike" cap="none" normalizeH="0" baseline="0" dirty="0">
                          <a:ln>
                            <a:noFill/>
                          </a:ln>
                          <a:solidFill>
                            <a:srgbClr val="C00000"/>
                          </a:solidFill>
                          <a:effectLst/>
                          <a:latin typeface="Times New Roman" pitchFamily="18" charset="0"/>
                          <a:ea typeface="黑体" pitchFamily="2" charset="-122"/>
                        </a:rPr>
                        <a:t>.</a:t>
                      </a:r>
                      <a:r>
                        <a:rPr kumimoji="0" lang="en-US" altLang="zh-CN" sz="2000" b="1" i="1" u="none" strike="noStrike" cap="none" normalizeH="0" baseline="0" dirty="0">
                          <a:ln>
                            <a:noFill/>
                          </a:ln>
                          <a:solidFill>
                            <a:srgbClr val="C00000"/>
                          </a:solidFill>
                          <a:effectLst/>
                          <a:latin typeface="Times New Roman" pitchFamily="18" charset="0"/>
                          <a:ea typeface="黑体" pitchFamily="2" charset="-122"/>
                        </a:rPr>
                        <a:t>in</a:t>
                      </a:r>
                      <a:r>
                        <a:rPr kumimoji="0" lang="en-US" altLang="zh-CN" sz="2000" b="1" i="0" u="none" strike="noStrike" cap="none" normalizeH="0" baseline="0" dirty="0">
                          <a:ln>
                            <a:noFill/>
                          </a:ln>
                          <a:solidFill>
                            <a:srgbClr val="C00000"/>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type</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int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integer</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real</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real</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17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id</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rgbClr val="C00000"/>
                          </a:solidFill>
                          <a:effectLst/>
                          <a:latin typeface="Times New Roman" pitchFamily="18" charset="0"/>
                          <a:ea typeface="黑体" pitchFamily="2" charset="-122"/>
                        </a:rPr>
                        <a:t>L</a:t>
                      </a:r>
                      <a:r>
                        <a:rPr kumimoji="0" lang="en-US" altLang="zh-CN" sz="2000" b="1" i="0" u="none" strike="noStrike" cap="none" normalizeH="0" baseline="-30000" dirty="0">
                          <a:ln>
                            <a:noFill/>
                          </a:ln>
                          <a:solidFill>
                            <a:srgbClr val="C00000"/>
                          </a:solidFill>
                          <a:effectLst/>
                          <a:latin typeface="Times New Roman" pitchFamily="18" charset="0"/>
                          <a:ea typeface="黑体" pitchFamily="2" charset="-122"/>
                        </a:rPr>
                        <a:t>1</a:t>
                      </a:r>
                      <a:r>
                        <a:rPr kumimoji="0" lang="en-US" altLang="zh-CN" sz="2000" b="1" i="1" u="none" strike="noStrike" cap="none" normalizeH="0" baseline="0" dirty="0">
                          <a:ln>
                            <a:noFill/>
                          </a:ln>
                          <a:solidFill>
                            <a:srgbClr val="C00000"/>
                          </a:solidFill>
                          <a:effectLst/>
                          <a:latin typeface="Times New Roman" pitchFamily="18" charset="0"/>
                          <a:ea typeface="黑体" pitchFamily="2" charset="-122"/>
                        </a:rPr>
                        <a:t>.in</a:t>
                      </a:r>
                      <a:r>
                        <a:rPr kumimoji="0" lang="en-US" altLang="zh-CN" sz="2000" b="1" i="0" u="none" strike="noStrike" cap="none" normalizeH="0" baseline="0" dirty="0">
                          <a:ln>
                            <a:noFill/>
                          </a:ln>
                          <a:solidFill>
                            <a:srgbClr val="C00000"/>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rgbClr val="C00000"/>
                          </a:solidFill>
                          <a:effectLst/>
                          <a:latin typeface="Times New Roman" pitchFamily="18" charset="0"/>
                          <a:ea typeface="黑体" pitchFamily="2" charset="-122"/>
                        </a:rPr>
                        <a:t>L</a:t>
                      </a:r>
                      <a:r>
                        <a:rPr kumimoji="0" lang="en-US" altLang="zh-CN" sz="2000" b="1" i="0" u="none" strike="noStrike" cap="none" normalizeH="0" baseline="0" dirty="0">
                          <a:ln>
                            <a:noFill/>
                          </a:ln>
                          <a:solidFill>
                            <a:srgbClr val="C00000"/>
                          </a:solidFill>
                          <a:effectLst/>
                          <a:latin typeface="Times New Roman" pitchFamily="18" charset="0"/>
                          <a:ea typeface="黑体" pitchFamily="2" charset="-122"/>
                        </a:rPr>
                        <a:t>.</a:t>
                      </a:r>
                      <a:r>
                        <a:rPr kumimoji="0" lang="en-US" altLang="zh-CN" sz="2000" b="1" i="1" u="none" strike="noStrike" cap="none" normalizeH="0" baseline="0" dirty="0">
                          <a:ln>
                            <a:noFill/>
                          </a:ln>
                          <a:solidFill>
                            <a:srgbClr val="C00000"/>
                          </a:solidFill>
                          <a:effectLst/>
                          <a:latin typeface="Times New Roman" pitchFamily="18" charset="0"/>
                          <a:ea typeface="黑体" pitchFamily="2" charset="-122"/>
                        </a:rPr>
                        <a:t>in</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addtype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id.</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entry</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rgbClr val="C00000"/>
                          </a:solidFill>
                          <a:effectLst/>
                          <a:latin typeface="Times New Roman" pitchFamily="18" charset="0"/>
                          <a:ea typeface="黑体" pitchFamily="2" charset="-122"/>
                        </a:rPr>
                        <a:t>L</a:t>
                      </a:r>
                      <a:r>
                        <a:rPr kumimoji="0" lang="en-US" altLang="zh-CN" sz="2000" b="1" i="0" u="none" strike="noStrike" cap="none" normalizeH="0" baseline="0" dirty="0">
                          <a:ln>
                            <a:noFill/>
                          </a:ln>
                          <a:solidFill>
                            <a:srgbClr val="C00000"/>
                          </a:solidFill>
                          <a:effectLst/>
                          <a:latin typeface="Times New Roman" pitchFamily="18" charset="0"/>
                          <a:ea typeface="黑体" pitchFamily="2" charset="-122"/>
                        </a:rPr>
                        <a:t>.</a:t>
                      </a:r>
                      <a:r>
                        <a:rPr kumimoji="0" lang="en-US" altLang="zh-CN" sz="2000" b="1" i="1" u="none" strike="noStrike" cap="none" normalizeH="0" baseline="0" dirty="0">
                          <a:ln>
                            <a:noFill/>
                          </a:ln>
                          <a:solidFill>
                            <a:srgbClr val="C00000"/>
                          </a:solidFill>
                          <a:effectLst/>
                          <a:latin typeface="Times New Roman" pitchFamily="18" charset="0"/>
                          <a:ea typeface="黑体" pitchFamily="2" charset="-122"/>
                        </a:rPr>
                        <a:t>in</a:t>
                      </a:r>
                      <a:r>
                        <a:rPr kumimoji="0" lang="en-US" altLang="zh-CN" sz="2000" b="1" i="0" u="none" strike="noStrike" cap="none" normalizeH="0" baseline="0" dirty="0">
                          <a:ln>
                            <a:noFill/>
                          </a:ln>
                          <a:solidFill>
                            <a:srgbClr val="C00000"/>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88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id</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addtype</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id.</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entry</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rgbClr val="C00000"/>
                          </a:solidFill>
                          <a:effectLst/>
                          <a:latin typeface="Times New Roman" pitchFamily="18" charset="0"/>
                          <a:ea typeface="黑体" pitchFamily="2" charset="-122"/>
                        </a:rPr>
                        <a:t>L</a:t>
                      </a:r>
                      <a:r>
                        <a:rPr kumimoji="0" lang="en-US" altLang="zh-CN" sz="2000" b="1" i="0" u="none" strike="noStrike" cap="none" normalizeH="0" baseline="0" dirty="0">
                          <a:ln>
                            <a:noFill/>
                          </a:ln>
                          <a:solidFill>
                            <a:srgbClr val="C00000"/>
                          </a:solidFill>
                          <a:effectLst/>
                          <a:latin typeface="Times New Roman" pitchFamily="18" charset="0"/>
                          <a:ea typeface="黑体" pitchFamily="2" charset="-122"/>
                        </a:rPr>
                        <a:t>.</a:t>
                      </a:r>
                      <a:r>
                        <a:rPr kumimoji="0" lang="en-US" altLang="zh-CN" sz="2000" b="1" i="1" u="none" strike="noStrike" cap="none" normalizeH="0" baseline="0" dirty="0">
                          <a:ln>
                            <a:noFill/>
                          </a:ln>
                          <a:solidFill>
                            <a:srgbClr val="C00000"/>
                          </a:solidFill>
                          <a:effectLst/>
                          <a:latin typeface="Times New Roman" pitchFamily="18" charset="0"/>
                          <a:ea typeface="黑体" pitchFamily="2" charset="-122"/>
                        </a:rPr>
                        <a:t>in</a:t>
                      </a:r>
                      <a:r>
                        <a:rPr kumimoji="0" lang="en-US" altLang="zh-CN" sz="2000" b="1" i="0" u="none" strike="noStrike" cap="none" normalizeH="0" baseline="0" dirty="0">
                          <a:ln>
                            <a:noFill/>
                          </a:ln>
                          <a:solidFill>
                            <a:srgbClr val="C00000"/>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 name="Bullet">
            <a:extLst>
              <a:ext uri="{FF2B5EF4-FFF2-40B4-BE49-F238E27FC236}">
                <a16:creationId xmlns:a16="http://schemas.microsoft.com/office/drawing/2014/main" id="{39B17B36-5D23-B7DA-04BE-0AABEAA81E51}"/>
              </a:ext>
            </a:extLst>
          </p:cNvPr>
          <p:cNvSpPr>
            <a:spLocks noChangeAspect="1"/>
          </p:cNvSpPr>
          <p:nvPr/>
        </p:nvSpPr>
        <p:spPr>
          <a:xfrm>
            <a:off x="1731033" y="4592931"/>
            <a:ext cx="5681934" cy="1216733"/>
          </a:xfrm>
          <a:prstGeom prst="roundRect">
            <a:avLst>
              <a:gd name="adj" fmla="val 16000"/>
            </a:avLst>
          </a:prstGeom>
          <a:solidFill>
            <a:schemeClr val="accent1"/>
          </a:solidFill>
          <a:ln w="12700" cap="flat">
            <a:noFill/>
            <a:prstDash val="solid"/>
            <a:miter/>
          </a:ln>
          <a:effectLst>
            <a:outerShdw blurRad="127000" dist="63500" dir="2700000" algn="tl" rotWithShape="0">
              <a:schemeClr val="accent1">
                <a:alpha val="40000"/>
              </a:schemeClr>
            </a:outerShdw>
          </a:effectLst>
        </p:spPr>
        <p:txBody>
          <a:bodyPr wrap="square" rtlCol="0" anchor="ctr">
            <a:normAutofit/>
          </a:bodyPr>
          <a:lstStyle/>
          <a:p>
            <a:pPr algn="ctr"/>
            <a:r>
              <a:rPr lang="zh-CN" altLang="en-US" sz="3600" dirty="0">
                <a:solidFill>
                  <a:srgbClr val="FFFFFF"/>
                </a:solidFill>
                <a:ea typeface="微软雅黑" panose="020B0503020204020204" pitchFamily="34" charset="-122"/>
                <a:sym typeface="Arial" panose="020B0604020202020204" pitchFamily="34" charset="0"/>
              </a:rPr>
              <a:t>每一个</a:t>
            </a:r>
            <a:r>
              <a:rPr lang="en-US" altLang="zh-CN" sz="3600" b="1" dirty="0">
                <a:solidFill>
                  <a:srgbClr val="FFFFFF"/>
                </a:solidFill>
                <a:ea typeface="微软雅黑" panose="020B0503020204020204" pitchFamily="34" charset="-122"/>
                <a:sym typeface="Arial" panose="020B0604020202020204" pitchFamily="34" charset="0"/>
              </a:rPr>
              <a:t>S-SDD</a:t>
            </a:r>
            <a:r>
              <a:rPr lang="zh-CN" altLang="en-US" sz="3600" dirty="0">
                <a:solidFill>
                  <a:srgbClr val="FFFFFF"/>
                </a:solidFill>
                <a:ea typeface="微软雅黑" panose="020B0503020204020204" pitchFamily="34" charset="-122"/>
                <a:sym typeface="Arial" panose="020B0604020202020204" pitchFamily="34" charset="0"/>
              </a:rPr>
              <a:t>都是</a:t>
            </a:r>
            <a:r>
              <a:rPr lang="en-US" altLang="zh-CN" sz="3600" b="1" dirty="0">
                <a:solidFill>
                  <a:srgbClr val="FFFFFF"/>
                </a:solidFill>
                <a:ea typeface="微软雅黑" panose="020B0503020204020204" pitchFamily="34" charset="-122"/>
                <a:sym typeface="Arial" panose="020B0604020202020204" pitchFamily="34" charset="0"/>
              </a:rPr>
              <a:t>L-SDD</a:t>
            </a:r>
          </a:p>
        </p:txBody>
      </p:sp>
    </p:spTree>
    <p:extLst>
      <p:ext uri="{BB962C8B-B14F-4D97-AF65-F5344CB8AC3E}">
        <p14:creationId xmlns:p14="http://schemas.microsoft.com/office/powerpoint/2010/main" val="332154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B9A4275E-5CED-382E-EADF-1DA08137B898}"/>
              </a:ext>
            </a:extLst>
          </p:cNvPr>
          <p:cNvSpPr>
            <a:spLocks noGrp="1"/>
          </p:cNvSpPr>
          <p:nvPr>
            <p:ph type="dt" sz="half" idx="4294967295"/>
          </p:nvPr>
        </p:nvSpPr>
        <p:spPr>
          <a:xfrm>
            <a:off x="0" y="11113"/>
            <a:ext cx="3086100" cy="179387"/>
          </a:xfrm>
        </p:spPr>
        <p:txBody>
          <a:bodyPr/>
          <a:lstStyle/>
          <a:p>
            <a:fld id="{ABF9780E-073B-4C32-9707-2E22AFDEAA9F}" type="datetime2">
              <a:rPr lang="zh-CN" altLang="en-US" smtClean="0"/>
              <a:t>2024年6月6日</a:t>
            </a:fld>
            <a:endParaRPr lang="zh-CN" altLang="en-US" dirty="0"/>
          </a:p>
        </p:txBody>
      </p:sp>
      <p:sp>
        <p:nvSpPr>
          <p:cNvPr id="5" name="页脚占位符 4">
            <a:extLst>
              <a:ext uri="{FF2B5EF4-FFF2-40B4-BE49-F238E27FC236}">
                <a16:creationId xmlns:a16="http://schemas.microsoft.com/office/drawing/2014/main" id="{460879A9-07D4-5585-4568-EACA01B29CCC}"/>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6" name="灯片编号占位符 5">
            <a:extLst>
              <a:ext uri="{FF2B5EF4-FFF2-40B4-BE49-F238E27FC236}">
                <a16:creationId xmlns:a16="http://schemas.microsoft.com/office/drawing/2014/main" id="{C5974A7E-ED11-BB23-301F-C8F04E8C83D0}"/>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34</a:t>
            </a:fld>
            <a:endParaRPr lang="zh-CN" altLang="en-US"/>
          </a:p>
        </p:txBody>
      </p:sp>
      <p:sp>
        <p:nvSpPr>
          <p:cNvPr id="9" name="文本框 8">
            <a:extLst>
              <a:ext uri="{FF2B5EF4-FFF2-40B4-BE49-F238E27FC236}">
                <a16:creationId xmlns:a16="http://schemas.microsoft.com/office/drawing/2014/main" id="{F9832482-E235-FA62-FEC2-E98056C7E570}"/>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已知该</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SDD</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a:t>
            </a:r>
            <a:r>
              <a:rPr lang="en-US" altLang="zh-CN" sz="2600" b="1" i="1" dirty="0" err="1">
                <a:solidFill>
                  <a:srgbClr val="000000"/>
                </a:solidFill>
                <a:ea typeface="Microsoft Yahei" panose="020B0503020204020204" pitchFamily="34" charset="-122"/>
                <a:sym typeface="Microsoft Yahei" panose="020B0503020204020204" pitchFamily="34" charset="-122"/>
              </a:rPr>
              <a:t>B.m</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为综合属性，下列关于属性</a:t>
            </a:r>
            <a:r>
              <a:rPr lang="en-US" altLang="zh-CN" sz="2600" b="1" i="1" dirty="0">
                <a:solidFill>
                  <a:srgbClr val="000000"/>
                </a:solidFill>
                <a:sym typeface="Microsoft Yahei" panose="020B0503020204020204" pitchFamily="34" charset="-122"/>
              </a:rPr>
              <a:t>a</a:t>
            </a:r>
            <a:r>
              <a:rPr lang="zh-CN" altLang="en-US" sz="2600" b="1" i="1" dirty="0">
                <a:solidFill>
                  <a:srgbClr val="000000"/>
                </a:solidFill>
                <a:sym typeface="Microsoft Yahei" panose="020B0503020204020204" pitchFamily="34" charset="-122"/>
              </a:rPr>
              <a:t>、</a:t>
            </a:r>
            <a:r>
              <a:rPr lang="en-US" altLang="zh-CN" sz="2600" b="1" i="1" dirty="0">
                <a:solidFill>
                  <a:srgbClr val="000000"/>
                </a:solidFill>
                <a:sym typeface="Microsoft Yahei" panose="020B0503020204020204" pitchFamily="34" charset="-122"/>
              </a:rPr>
              <a:t>b</a:t>
            </a:r>
            <a:r>
              <a:rPr lang="zh-CN" altLang="en-US" sz="2600" b="1" i="1" dirty="0">
                <a:solidFill>
                  <a:srgbClr val="000000"/>
                </a:solidFill>
                <a:sym typeface="Microsoft Yahei" panose="020B0503020204020204" pitchFamily="34" charset="-122"/>
              </a:rPr>
              <a:t>、</a:t>
            </a:r>
            <a:r>
              <a:rPr lang="en-US" altLang="zh-CN" sz="2600" b="1" i="1" dirty="0">
                <a:solidFill>
                  <a:srgbClr val="000000"/>
                </a:solidFill>
                <a:sym typeface="Microsoft Yahei" panose="020B0503020204020204" pitchFamily="34" charset="-122"/>
              </a:rPr>
              <a:t>c</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说法正确的是（       ）</a:t>
            </a:r>
          </a:p>
        </p:txBody>
      </p:sp>
      <p:sp>
        <p:nvSpPr>
          <p:cNvPr id="10" name="文本框 9">
            <a:extLst>
              <a:ext uri="{FF2B5EF4-FFF2-40B4-BE49-F238E27FC236}">
                <a16:creationId xmlns:a16="http://schemas.microsoft.com/office/drawing/2014/main" id="{9728D621-A858-4397-9AC0-BD4D6832D737}"/>
              </a:ext>
            </a:extLst>
          </p:cNvPr>
          <p:cNvSpPr txBox="1"/>
          <p:nvPr>
            <p:custDataLst>
              <p:tags r:id="rId3"/>
            </p:custDataLst>
          </p:nvPr>
        </p:nvSpPr>
        <p:spPr>
          <a:xfrm>
            <a:off x="1828800" y="2786062"/>
            <a:ext cx="6400800" cy="642938"/>
          </a:xfrm>
          <a:prstGeom prst="rect">
            <a:avLst/>
          </a:prstGeom>
          <a:noFill/>
        </p:spPr>
        <p:txBody>
          <a:bodyPr vert="horz" rtlCol="0" anchor="ctr" anchorCtr="0">
            <a:noAutofit/>
          </a:bodyPr>
          <a:lstStyle/>
          <a:p>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a</a:t>
            </a:r>
            <a:r>
              <a:rPr kumimoji="0" lang="zh-CN" altLang="en-US" sz="2800" u="none" strike="noStrike" cap="none" normalizeH="0" baseline="0" dirty="0">
                <a:ln>
                  <a:noFill/>
                </a:ln>
                <a:solidFill>
                  <a:schemeClr val="tx1"/>
                </a:solidFill>
                <a:effectLst/>
                <a:latin typeface="Times New Roman" pitchFamily="18" charset="0"/>
                <a:ea typeface="黑体" pitchFamily="2" charset="-122"/>
              </a:rPr>
              <a:t>是综合属性</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a:extLst>
              <a:ext uri="{FF2B5EF4-FFF2-40B4-BE49-F238E27FC236}">
                <a16:creationId xmlns:a16="http://schemas.microsoft.com/office/drawing/2014/main" id="{E6FEC06D-598F-EA46-FB67-4E0BBF6819D8}"/>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是继承属性</a:t>
            </a:r>
          </a:p>
        </p:txBody>
      </p:sp>
      <p:sp>
        <p:nvSpPr>
          <p:cNvPr id="12" name="文本框 11">
            <a:extLst>
              <a:ext uri="{FF2B5EF4-FFF2-40B4-BE49-F238E27FC236}">
                <a16:creationId xmlns:a16="http://schemas.microsoft.com/office/drawing/2014/main" id="{95E3E8DB-816C-30CB-3454-EA989F01D8BB}"/>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c</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是继承属性</a:t>
            </a:r>
          </a:p>
        </p:txBody>
      </p:sp>
      <p:sp>
        <p:nvSpPr>
          <p:cNvPr id="13" name="文本框 12">
            <a:extLst>
              <a:ext uri="{FF2B5EF4-FFF2-40B4-BE49-F238E27FC236}">
                <a16:creationId xmlns:a16="http://schemas.microsoft.com/office/drawing/2014/main" id="{5359A64A-A04D-F26E-D9CD-C8CFEF5E9CEF}"/>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800" b="1" i="1" dirty="0">
                <a:latin typeface="Times New Roman" pitchFamily="18" charset="0"/>
                <a:ea typeface="黑体" pitchFamily="2" charset="-122"/>
              </a:rPr>
              <a:t>a</a:t>
            </a:r>
            <a:r>
              <a:rPr lang="zh-CN" altLang="en-US" sz="2800" dirty="0">
                <a:latin typeface="Times New Roman" pitchFamily="18" charset="0"/>
                <a:ea typeface="黑体" pitchFamily="2" charset="-122"/>
              </a:rPr>
              <a:t>是继承属性</a:t>
            </a:r>
            <a:endParaRPr lang="zh-CN" altLang="en-US" sz="2800" dirty="0">
              <a:latin typeface="Times New Roman" pitchFamily="18" charset="0"/>
              <a:ea typeface="黑体" pitchFamily="2" charset="-122"/>
              <a:sym typeface="Microsoft Yahei" panose="020B0503020204020204" pitchFamily="34" charset="-122"/>
            </a:endParaRPr>
          </a:p>
        </p:txBody>
      </p:sp>
      <p:sp>
        <p:nvSpPr>
          <p:cNvPr id="14" name="椭圆 13">
            <a:extLst>
              <a:ext uri="{FF2B5EF4-FFF2-40B4-BE49-F238E27FC236}">
                <a16:creationId xmlns:a16="http://schemas.microsoft.com/office/drawing/2014/main" id="{F3894EA1-9911-C747-020A-9BB84C4D069A}"/>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4BF78BA8-3767-DC63-6276-37E920674145}"/>
              </a:ext>
            </a:extLst>
          </p:cNvPr>
          <p:cNvSpPr>
            <a:spLocks noChangeAspect="1"/>
          </p:cNvSpPr>
          <p:nvPr>
            <p:custDataLst>
              <p:tags r:id="rId8"/>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B66FA855-F19E-A03E-52AE-325BFAEDC331}"/>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4CF1E9CE-FE36-16CD-4830-CCA636E4BCDF}"/>
              </a:ext>
            </a:extLst>
          </p:cNvPr>
          <p:cNvSpPr>
            <a:spLocks noChangeAspect="1"/>
          </p:cNvSpPr>
          <p:nvPr>
            <p:custDataLst>
              <p:tags r:id="rId10"/>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2AD4C028-046B-3415-8E5F-7C7B334A8E55}"/>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aphicFrame>
        <p:nvGraphicFramePr>
          <p:cNvPr id="25" name="Group 4">
            <a:extLst>
              <a:ext uri="{FF2B5EF4-FFF2-40B4-BE49-F238E27FC236}">
                <a16:creationId xmlns:a16="http://schemas.microsoft.com/office/drawing/2014/main" id="{665B616D-E73F-E942-446A-9941885317B7}"/>
              </a:ext>
            </a:extLst>
          </p:cNvPr>
          <p:cNvGraphicFramePr>
            <a:graphicFrameLocks/>
          </p:cNvGraphicFramePr>
          <p:nvPr>
            <p:extLst>
              <p:ext uri="{D42A27DB-BD31-4B8C-83A1-F6EECF244321}">
                <p14:modId xmlns:p14="http://schemas.microsoft.com/office/powerpoint/2010/main" val="3814308629"/>
              </p:ext>
            </p:extLst>
          </p:nvPr>
        </p:nvGraphicFramePr>
        <p:xfrm>
          <a:off x="4641491" y="2283639"/>
          <a:ext cx="4375509" cy="1406512"/>
        </p:xfrm>
        <a:graphic>
          <a:graphicData uri="http://schemas.openxmlformats.org/drawingml/2006/table">
            <a:tbl>
              <a:tblPr/>
              <a:tblGrid>
                <a:gridCol w="1075426">
                  <a:extLst>
                    <a:ext uri="{9D8B030D-6E8A-4147-A177-3AD203B41FA5}">
                      <a16:colId xmlns:a16="http://schemas.microsoft.com/office/drawing/2014/main" val="20000"/>
                    </a:ext>
                  </a:extLst>
                </a:gridCol>
                <a:gridCol w="3300083">
                  <a:extLst>
                    <a:ext uri="{9D8B030D-6E8A-4147-A177-3AD203B41FA5}">
                      <a16:colId xmlns:a16="http://schemas.microsoft.com/office/drawing/2014/main" val="20001"/>
                    </a:ext>
                  </a:extLst>
                </a:gridCol>
              </a:tblGrid>
              <a:tr h="30953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产生式</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语</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义</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规</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则</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0"/>
                  </a:ext>
                </a:extLst>
              </a:tr>
              <a:tr h="6417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B</a:t>
                      </a:r>
                      <a:endParaRPr kumimoji="0" lang="en-US" altLang="zh-CN" sz="2000" b="0" i="0" u="none" strike="noStrike" cap="none" normalizeH="0" baseline="0" dirty="0">
                        <a:ln>
                          <a:noFill/>
                        </a:ln>
                        <a:solidFill>
                          <a:schemeClr val="tx1"/>
                        </a:solidFill>
                        <a:effectLst/>
                        <a:latin typeface="Times New Roman" pitchFamily="18" charset="0"/>
                        <a:ea typeface="黑体" pitchFamily="2" charset="-122"/>
                      </a:endParaRP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.a</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a</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b</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.b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L.c</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0"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L</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c</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 L</a:t>
                      </a:r>
                      <a:r>
                        <a:rPr kumimoji="0" lang="en-US" altLang="zh-CN" sz="2000" b="1" i="0" u="none" strike="noStrike" cap="none" normalizeH="0" baseline="-30000" dirty="0">
                          <a:ln>
                            <a:noFill/>
                          </a:ln>
                          <a:solidFill>
                            <a:schemeClr val="tx1"/>
                          </a:solidFill>
                          <a:effectLst/>
                          <a:latin typeface="Times New Roman" pitchFamily="18" charset="0"/>
                          <a:ea typeface="黑体" pitchFamily="2" charset="-122"/>
                        </a:rPr>
                        <a:t>1</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.c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L.b</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B.m</a:t>
                      </a:r>
                      <a:endParaRPr kumimoji="0" lang="en-US" altLang="zh-CN" sz="2000" b="0" i="1" u="none" strike="noStrike" cap="none" normalizeH="0" baseline="0" dirty="0">
                        <a:ln>
                          <a:noFill/>
                        </a:ln>
                        <a:solidFill>
                          <a:schemeClr val="tx1"/>
                        </a:solidFill>
                        <a:effectLst/>
                        <a:latin typeface="Times New Roman" pitchFamily="18" charset="0"/>
                        <a:ea typeface="黑体" pitchFamily="2" charset="-122"/>
                      </a:endParaRP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
                  </a:ext>
                </a:extLst>
              </a:tr>
            </a:tbl>
          </a:graphicData>
        </a:graphic>
      </p:graphicFrame>
      <p:grpSp>
        <p:nvGrpSpPr>
          <p:cNvPr id="23" name="组合 22">
            <a:extLst>
              <a:ext uri="{FF2B5EF4-FFF2-40B4-BE49-F238E27FC236}">
                <a16:creationId xmlns:a16="http://schemas.microsoft.com/office/drawing/2014/main" id="{403ADA3E-FF3B-F8A2-12CA-85E34A476143}"/>
              </a:ext>
            </a:extLst>
          </p:cNvPr>
          <p:cNvGrpSpPr/>
          <p:nvPr>
            <p:custDataLst>
              <p:tags r:id="rId12"/>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A48EAAE5-E8B7-AD24-7E1F-98F5B76BE977}"/>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4009DBDB-483B-C2BF-6EA4-F1E1BC3AF55F}"/>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B097D86E-082B-EDC5-F1E1-A54F807A7826}"/>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E19F8CE9-64CB-08E2-477A-B25F467B8ACA}"/>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C8A5D5C2-2367-7B16-8357-235A7EC36404}"/>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5261928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BA874312-EC5D-A878-6ED9-C28FDC356863}"/>
              </a:ext>
            </a:extLst>
          </p:cNvPr>
          <p:cNvSpPr>
            <a:spLocks noGrp="1"/>
          </p:cNvSpPr>
          <p:nvPr>
            <p:ph type="ftr" sz="quarter" idx="10"/>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3" name="灯片编号占位符 2">
            <a:extLst>
              <a:ext uri="{FF2B5EF4-FFF2-40B4-BE49-F238E27FC236}">
                <a16:creationId xmlns:a16="http://schemas.microsoft.com/office/drawing/2014/main" id="{B154FAC9-465B-0416-8642-3BED321E4275}"/>
              </a:ext>
            </a:extLst>
          </p:cNvPr>
          <p:cNvSpPr>
            <a:spLocks noGrp="1"/>
          </p:cNvSpPr>
          <p:nvPr>
            <p:ph type="sldNum" sz="quarter" idx="11"/>
          </p:nvPr>
        </p:nvSpPr>
        <p:spPr/>
        <p:txBody>
          <a:bodyPr/>
          <a:lstStyle/>
          <a:p>
            <a:fld id="{094DEB03-EFC6-4C20-8FC8-295189A5386F}" type="slidenum">
              <a:rPr lang="zh-CN" altLang="en-US" smtClean="0"/>
              <a:pPr/>
              <a:t>35</a:t>
            </a:fld>
            <a:endParaRPr lang="zh-CN" altLang="en-US"/>
          </a:p>
        </p:txBody>
      </p:sp>
      <p:sp>
        <p:nvSpPr>
          <p:cNvPr id="4" name="日期占位符 3">
            <a:extLst>
              <a:ext uri="{FF2B5EF4-FFF2-40B4-BE49-F238E27FC236}">
                <a16:creationId xmlns:a16="http://schemas.microsoft.com/office/drawing/2014/main" id="{898DF117-AAFE-921B-FF45-287B64473CB6}"/>
              </a:ext>
            </a:extLst>
          </p:cNvPr>
          <p:cNvSpPr>
            <a:spLocks noGrp="1"/>
          </p:cNvSpPr>
          <p:nvPr>
            <p:ph type="dt" sz="half" idx="12"/>
          </p:nvPr>
        </p:nvSpPr>
        <p:spPr/>
        <p:txBody>
          <a:bodyPr/>
          <a:lstStyle/>
          <a:p>
            <a:fld id="{15DF057A-B648-42AE-B007-5250778D7A61}" type="datetime2">
              <a:rPr lang="zh-CN" altLang="en-US" smtClean="0"/>
              <a:t>2024年6月6日</a:t>
            </a:fld>
            <a:endParaRPr lang="zh-CN" altLang="en-US" dirty="0"/>
          </a:p>
        </p:txBody>
      </p:sp>
      <p:sp>
        <p:nvSpPr>
          <p:cNvPr id="7" name="文本框 6">
            <a:extLst>
              <a:ext uri="{FF2B5EF4-FFF2-40B4-BE49-F238E27FC236}">
                <a16:creationId xmlns:a16="http://schemas.microsoft.com/office/drawing/2014/main" id="{CC5C2D47-DACF-D79A-687D-E50FECBE185C}"/>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有如下</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SDD</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则下列说法正确的是（    ）</a:t>
            </a:r>
          </a:p>
        </p:txBody>
      </p:sp>
      <p:sp>
        <p:nvSpPr>
          <p:cNvPr id="8" name="文本框 7">
            <a:extLst>
              <a:ext uri="{FF2B5EF4-FFF2-40B4-BE49-F238E27FC236}">
                <a16:creationId xmlns:a16="http://schemas.microsoft.com/office/drawing/2014/main" id="{2BA13DF2-10AD-127C-D264-706FE129B92E}"/>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属性 </a:t>
            </a:r>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s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为综合属性，该</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SDD</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L-SDD</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88DCCADA-47D4-73A2-4572-A9C3A7D7D31F}"/>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属性 </a:t>
            </a:r>
            <a:r>
              <a:rPr kumimoji="0" lang="en-US" altLang="zh-CN" sz="2800" b="1" i="1" u="none" strike="noStrike" cap="none" normalizeH="0" baseline="0" dirty="0" err="1">
                <a:ln>
                  <a:noFill/>
                </a:ln>
                <a:solidFill>
                  <a:schemeClr val="tx1"/>
                </a:solidFill>
                <a:effectLst/>
                <a:latin typeface="Times New Roman" pitchFamily="18" charset="0"/>
                <a:ea typeface="黑体" pitchFamily="2" charset="-122"/>
              </a:rPr>
              <a:t>i</a:t>
            </a:r>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为继承属性，该</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SDD</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L-SDD</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131DFEEF-7424-114F-714A-85A9AECCD3A6}"/>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属性 </a:t>
            </a:r>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s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为综合属性，该</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SDD</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S-SDD</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a:extLst>
              <a:ext uri="{FF2B5EF4-FFF2-40B4-BE49-F238E27FC236}">
                <a16:creationId xmlns:a16="http://schemas.microsoft.com/office/drawing/2014/main" id="{B234A402-3CEA-F705-02EE-A3AF754B6D5D}"/>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以上都不对</a:t>
            </a:r>
          </a:p>
        </p:txBody>
      </p:sp>
      <p:sp>
        <p:nvSpPr>
          <p:cNvPr id="12" name="椭圆 11">
            <a:extLst>
              <a:ext uri="{FF2B5EF4-FFF2-40B4-BE49-F238E27FC236}">
                <a16:creationId xmlns:a16="http://schemas.microsoft.com/office/drawing/2014/main" id="{654AD8A9-3FEC-B1B3-B711-5A9E61E46772}"/>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09C8540D-AD44-23BA-CC33-7E2FFDA02E9B}"/>
              </a:ext>
            </a:extLst>
          </p:cNvPr>
          <p:cNvSpPr>
            <a:spLocks noChangeAspect="1"/>
          </p:cNvSpPr>
          <p:nvPr>
            <p:custDataLst>
              <p:tags r:id="rId8"/>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D842C61B-1232-F604-A366-AE5729789CE0}"/>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A0A2C8DE-E65F-6DFA-07EB-37AD1DD0998B}"/>
              </a:ext>
            </a:extLst>
          </p:cNvPr>
          <p:cNvSpPr>
            <a:spLocks noChangeAspect="1"/>
          </p:cNvSpPr>
          <p:nvPr>
            <p:custDataLst>
              <p:tags r:id="rId10"/>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矩形: 圆角 15">
            <a:extLst>
              <a:ext uri="{FF2B5EF4-FFF2-40B4-BE49-F238E27FC236}">
                <a16:creationId xmlns:a16="http://schemas.microsoft.com/office/drawing/2014/main" id="{01FAC2F7-231F-BA13-ABCF-9A6D03B3F6F2}"/>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aphicFrame>
        <p:nvGraphicFramePr>
          <p:cNvPr id="23" name="Group 4">
            <a:extLst>
              <a:ext uri="{FF2B5EF4-FFF2-40B4-BE49-F238E27FC236}">
                <a16:creationId xmlns:a16="http://schemas.microsoft.com/office/drawing/2014/main" id="{F714997C-78D8-8A48-125F-B33EBEF172B8}"/>
              </a:ext>
            </a:extLst>
          </p:cNvPr>
          <p:cNvGraphicFramePr>
            <a:graphicFrameLocks/>
          </p:cNvGraphicFramePr>
          <p:nvPr>
            <p:extLst>
              <p:ext uri="{D42A27DB-BD31-4B8C-83A1-F6EECF244321}">
                <p14:modId xmlns:p14="http://schemas.microsoft.com/office/powerpoint/2010/main" val="4091258557"/>
              </p:ext>
            </p:extLst>
          </p:nvPr>
        </p:nvGraphicFramePr>
        <p:xfrm>
          <a:off x="5655347" y="1309133"/>
          <a:ext cx="3031453" cy="1040752"/>
        </p:xfrm>
        <a:graphic>
          <a:graphicData uri="http://schemas.openxmlformats.org/drawingml/2006/table">
            <a:tbl>
              <a:tblPr/>
              <a:tblGrid>
                <a:gridCol w="986576">
                  <a:extLst>
                    <a:ext uri="{9D8B030D-6E8A-4147-A177-3AD203B41FA5}">
                      <a16:colId xmlns:a16="http://schemas.microsoft.com/office/drawing/2014/main" val="20000"/>
                    </a:ext>
                  </a:extLst>
                </a:gridCol>
                <a:gridCol w="2044877">
                  <a:extLst>
                    <a:ext uri="{9D8B030D-6E8A-4147-A177-3AD203B41FA5}">
                      <a16:colId xmlns:a16="http://schemas.microsoft.com/office/drawing/2014/main" val="20001"/>
                    </a:ext>
                  </a:extLst>
                </a:gridCol>
              </a:tblGrid>
              <a:tr h="30953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产生式</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宋体" pitchFamily="2" charset="-122"/>
                          <a:ea typeface="黑体" pitchFamily="2" charset="-122"/>
                        </a:rPr>
                        <a:t>语</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义</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规</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r>
                        <a:rPr kumimoji="0" lang="zh-CN" altLang="en-US" sz="2000" b="0" i="0" u="none" strike="noStrike" cap="none" normalizeH="0" baseline="0" dirty="0">
                          <a:ln>
                            <a:noFill/>
                          </a:ln>
                          <a:solidFill>
                            <a:schemeClr val="tx1"/>
                          </a:solidFill>
                          <a:effectLst/>
                          <a:latin typeface="宋体" pitchFamily="2" charset="-122"/>
                          <a:ea typeface="黑体" pitchFamily="2" charset="-122"/>
                        </a:rPr>
                        <a:t>则</a:t>
                      </a:r>
                      <a:r>
                        <a:rPr kumimoji="0" lang="zh-CN" altLang="en-US" sz="2000" b="0" i="0" u="none" strike="noStrike" cap="none" normalizeH="0" baseline="0" dirty="0">
                          <a:ln>
                            <a:noFill/>
                          </a:ln>
                          <a:solidFill>
                            <a:schemeClr val="tx1"/>
                          </a:solidFill>
                          <a:effectLst/>
                          <a:latin typeface="Times New Roman" pitchFamily="18" charset="0"/>
                          <a:ea typeface="黑体" pitchFamily="2" charset="-122"/>
                        </a:rPr>
                        <a:t> </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0"/>
                  </a:ext>
                </a:extLst>
              </a:tr>
              <a:tr h="6417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A</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BC</a:t>
                      </a:r>
                      <a:endParaRPr kumimoji="0" lang="en-US" altLang="zh-CN" sz="2000" b="0" i="1" u="none" strike="noStrike" cap="none" normalizeH="0" baseline="0" dirty="0">
                        <a:ln>
                          <a:noFill/>
                        </a:ln>
                        <a:solidFill>
                          <a:schemeClr val="tx1"/>
                        </a:solidFill>
                        <a:effectLst/>
                        <a:latin typeface="Times New Roman" pitchFamily="18" charset="0"/>
                        <a:ea typeface="黑体" pitchFamily="2" charset="-122"/>
                      </a:endParaRPr>
                    </a:p>
                  </a:txBody>
                  <a:tcPr marL="30654" marR="30654" marT="16348" marB="163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A.s</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 </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B</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b</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B</a:t>
                      </a:r>
                      <a:r>
                        <a:rPr kumimoji="0" lang="en-US" altLang="zh-CN" sz="20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i</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f </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000" b="1" i="1" u="none" strike="noStrike" cap="none" normalizeH="0" baseline="0" dirty="0" err="1">
                          <a:ln>
                            <a:noFill/>
                          </a:ln>
                          <a:solidFill>
                            <a:schemeClr val="tx1"/>
                          </a:solidFill>
                          <a:effectLst/>
                          <a:latin typeface="Times New Roman" pitchFamily="18" charset="0"/>
                          <a:ea typeface="黑体" pitchFamily="2" charset="-122"/>
                        </a:rPr>
                        <a:t>C.c</a:t>
                      </a:r>
                      <a:r>
                        <a:rPr kumimoji="0" lang="en-US" altLang="zh-CN" sz="2000" b="1" i="1" u="none" strike="noStrike" cap="none" normalizeH="0" baseline="0" dirty="0">
                          <a:ln>
                            <a:noFill/>
                          </a:ln>
                          <a:solidFill>
                            <a:schemeClr val="tx1"/>
                          </a:solidFill>
                          <a:effectLst/>
                          <a:latin typeface="Times New Roman" pitchFamily="18" charset="0"/>
                          <a:ea typeface="黑体" pitchFamily="2" charset="-122"/>
                        </a:rPr>
                        <a:t>, A.s</a:t>
                      </a:r>
                      <a:r>
                        <a:rPr kumimoji="0" lang="en-US" altLang="zh-CN" sz="2000" b="1" i="0" u="none" strike="noStrike" cap="none" normalizeH="0" baseline="0" dirty="0">
                          <a:ln>
                            <a:noFill/>
                          </a:ln>
                          <a:solidFill>
                            <a:schemeClr val="tx1"/>
                          </a:solidFill>
                          <a:effectLst/>
                          <a:latin typeface="Times New Roman" pitchFamily="18" charset="0"/>
                          <a:ea typeface="黑体" pitchFamily="2" charset="-122"/>
                        </a:rPr>
                        <a:t>)</a:t>
                      </a:r>
                    </a:p>
                  </a:txBody>
                  <a:tcPr marL="30654" marR="30654" marT="16348" marB="163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
                  </a:ext>
                </a:extLst>
              </a:tr>
            </a:tbl>
          </a:graphicData>
        </a:graphic>
      </p:graphicFrame>
      <p:grpSp>
        <p:nvGrpSpPr>
          <p:cNvPr id="21" name="组合 20">
            <a:extLst>
              <a:ext uri="{FF2B5EF4-FFF2-40B4-BE49-F238E27FC236}">
                <a16:creationId xmlns:a16="http://schemas.microsoft.com/office/drawing/2014/main" id="{887FEA89-13BD-9697-0500-89F6A8A13A14}"/>
              </a:ext>
            </a:extLst>
          </p:cNvPr>
          <p:cNvGrpSpPr/>
          <p:nvPr>
            <p:custDataLst>
              <p:tags r:id="rId12"/>
            </p:custDataLst>
          </p:nvPr>
        </p:nvGrpSpPr>
        <p:grpSpPr>
          <a:xfrm>
            <a:off x="0" y="0"/>
            <a:ext cx="9144000" cy="635000"/>
            <a:chOff x="0" y="0"/>
            <a:chExt cx="9144000" cy="635000"/>
          </a:xfrm>
        </p:grpSpPr>
        <p:sp>
          <p:nvSpPr>
            <p:cNvPr id="17" name="TitleBackground">
              <a:extLst>
                <a:ext uri="{FF2B5EF4-FFF2-40B4-BE49-F238E27FC236}">
                  <a16:creationId xmlns:a16="http://schemas.microsoft.com/office/drawing/2014/main" id="{F4F89098-64DC-899E-CF94-81E2E10C24B1}"/>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a:extLst>
                <a:ext uri="{FF2B5EF4-FFF2-40B4-BE49-F238E27FC236}">
                  <a16:creationId xmlns:a16="http://schemas.microsoft.com/office/drawing/2014/main" id="{DBA8309B-6350-3E1B-0095-8AA28748AC15}"/>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a:extLst>
                <a:ext uri="{FF2B5EF4-FFF2-40B4-BE49-F238E27FC236}">
                  <a16:creationId xmlns:a16="http://schemas.microsoft.com/office/drawing/2014/main" id="{7DFE2B82-E792-23E8-58F4-5841395C1DF5}"/>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0" name="TipText">
              <a:extLst>
                <a:ext uri="{FF2B5EF4-FFF2-40B4-BE49-F238E27FC236}">
                  <a16:creationId xmlns:a16="http://schemas.microsoft.com/office/drawing/2014/main" id="{9A5E8286-6FD7-5E4A-BE23-02D17EF3F1C0}"/>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6" name="图片 5">
            <a:extLst>
              <a:ext uri="{FF2B5EF4-FFF2-40B4-BE49-F238E27FC236}">
                <a16:creationId xmlns:a16="http://schemas.microsoft.com/office/drawing/2014/main" id="{70601EF9-C1C7-77E2-8577-7582728849A9}"/>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4524308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43F709-49BB-4BD2-A02D-DA98516138E8}"/>
              </a:ext>
            </a:extLst>
          </p:cNvPr>
          <p:cNvSpPr>
            <a:spLocks noGrp="1"/>
          </p:cNvSpPr>
          <p:nvPr>
            <p:ph type="title"/>
          </p:nvPr>
        </p:nvSpPr>
        <p:spPr/>
        <p:txBody>
          <a:bodyPr/>
          <a:lstStyle/>
          <a:p>
            <a:r>
              <a:rPr lang="zh-CN" altLang="en-US" dirty="0"/>
              <a:t>本节小结</a:t>
            </a:r>
          </a:p>
        </p:txBody>
      </p:sp>
      <p:sp>
        <p:nvSpPr>
          <p:cNvPr id="4" name="日期占位符 3">
            <a:extLst>
              <a:ext uri="{FF2B5EF4-FFF2-40B4-BE49-F238E27FC236}">
                <a16:creationId xmlns:a16="http://schemas.microsoft.com/office/drawing/2014/main" id="{F76DB023-C58C-611D-CC52-0B4543A3F79B}"/>
              </a:ext>
            </a:extLst>
          </p:cNvPr>
          <p:cNvSpPr>
            <a:spLocks noGrp="1"/>
          </p:cNvSpPr>
          <p:nvPr>
            <p:ph type="dt" sz="half" idx="10"/>
          </p:nvPr>
        </p:nvSpPr>
        <p:spPr/>
        <p:txBody>
          <a:bodyPr/>
          <a:lstStyle/>
          <a:p>
            <a:fld id="{A90AD979-92F8-4A0C-9530-A3E3A955F3F9}" type="datetime2">
              <a:rPr lang="zh-CN" altLang="en-US" smtClean="0"/>
              <a:t>2024年6月6日</a:t>
            </a:fld>
            <a:endParaRPr lang="zh-CN" altLang="en-US" dirty="0"/>
          </a:p>
        </p:txBody>
      </p:sp>
      <p:sp>
        <p:nvSpPr>
          <p:cNvPr id="5" name="页脚占位符 4">
            <a:extLst>
              <a:ext uri="{FF2B5EF4-FFF2-40B4-BE49-F238E27FC236}">
                <a16:creationId xmlns:a16="http://schemas.microsoft.com/office/drawing/2014/main" id="{492FE857-624C-72FB-678D-A194D25BE60B}"/>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6" name="灯片编号占位符 5">
            <a:extLst>
              <a:ext uri="{FF2B5EF4-FFF2-40B4-BE49-F238E27FC236}">
                <a16:creationId xmlns:a16="http://schemas.microsoft.com/office/drawing/2014/main" id="{9654B0DD-BC2F-0E6B-D389-26A42252A1AD}"/>
              </a:ext>
            </a:extLst>
          </p:cNvPr>
          <p:cNvSpPr>
            <a:spLocks noGrp="1"/>
          </p:cNvSpPr>
          <p:nvPr>
            <p:ph type="sldNum" sz="quarter" idx="12"/>
          </p:nvPr>
        </p:nvSpPr>
        <p:spPr/>
        <p:txBody>
          <a:bodyPr/>
          <a:lstStyle/>
          <a:p>
            <a:fld id="{094DEB03-EFC6-4C20-8FC8-295189A5386F}" type="slidenum">
              <a:rPr lang="zh-CN" altLang="en-US" smtClean="0"/>
              <a:pPr/>
              <a:t>36</a:t>
            </a:fld>
            <a:endParaRPr lang="zh-CN" altLang="en-US"/>
          </a:p>
        </p:txBody>
      </p:sp>
      <p:pic>
        <p:nvPicPr>
          <p:cNvPr id="8" name="图片 7">
            <a:extLst>
              <a:ext uri="{FF2B5EF4-FFF2-40B4-BE49-F238E27FC236}">
                <a16:creationId xmlns:a16="http://schemas.microsoft.com/office/drawing/2014/main" id="{9CACA1E1-BCF4-2F86-22D7-4CD7DEA11593}"/>
              </a:ext>
            </a:extLst>
          </p:cNvPr>
          <p:cNvPicPr>
            <a:picLocks noChangeAspect="1"/>
          </p:cNvPicPr>
          <p:nvPr/>
        </p:nvPicPr>
        <p:blipFill>
          <a:blip r:embed="rId2"/>
          <a:stretch>
            <a:fillRect/>
          </a:stretch>
        </p:blipFill>
        <p:spPr>
          <a:xfrm>
            <a:off x="0" y="1625361"/>
            <a:ext cx="9144000" cy="4850837"/>
          </a:xfrm>
          <a:prstGeom prst="rect">
            <a:avLst/>
          </a:prstGeom>
        </p:spPr>
      </p:pic>
      <p:sp>
        <p:nvSpPr>
          <p:cNvPr id="10" name="文本框 9">
            <a:extLst>
              <a:ext uri="{FF2B5EF4-FFF2-40B4-BE49-F238E27FC236}">
                <a16:creationId xmlns:a16="http://schemas.microsoft.com/office/drawing/2014/main" id="{F9332FFB-83EE-7E62-0AC9-B142E0F4CB2E}"/>
              </a:ext>
            </a:extLst>
          </p:cNvPr>
          <p:cNvSpPr txBox="1"/>
          <p:nvPr/>
        </p:nvSpPr>
        <p:spPr>
          <a:xfrm>
            <a:off x="5773946" y="381802"/>
            <a:ext cx="3370054" cy="2308324"/>
          </a:xfrm>
          <a:prstGeom prst="rect">
            <a:avLst/>
          </a:prstGeom>
          <a:noFill/>
          <a:ln>
            <a:solidFill>
              <a:schemeClr val="tx1"/>
            </a:solidFill>
          </a:ln>
        </p:spPr>
        <p:txBody>
          <a:bodyPr wrap="square">
            <a:spAutoFit/>
          </a:bodyPr>
          <a:lstStyle/>
          <a:p>
            <a:r>
              <a:rPr lang="en-US" altLang="zh-CN" b="1" dirty="0"/>
              <a:t>4.1</a:t>
            </a:r>
            <a:r>
              <a:rPr lang="en-US" altLang="zh-CN" dirty="0"/>
              <a:t> </a:t>
            </a:r>
            <a:r>
              <a:rPr lang="zh-CN" altLang="en-US" dirty="0"/>
              <a:t>语法制导的定义</a:t>
            </a:r>
            <a:endParaRPr lang="en-US" altLang="zh-CN" dirty="0"/>
          </a:p>
          <a:p>
            <a:pPr lvl="1"/>
            <a:r>
              <a:rPr lang="en-US" altLang="zh-CN" b="1" dirty="0"/>
              <a:t>4.1.1</a:t>
            </a:r>
            <a:r>
              <a:rPr lang="en-US" altLang="zh-CN" dirty="0"/>
              <a:t> </a:t>
            </a:r>
            <a:r>
              <a:rPr lang="zh-CN" altLang="en-US" dirty="0"/>
              <a:t>语法制导定义的形式</a:t>
            </a:r>
            <a:endParaRPr lang="en-US" altLang="zh-CN" dirty="0"/>
          </a:p>
          <a:p>
            <a:pPr lvl="1"/>
            <a:r>
              <a:rPr lang="en-US" altLang="zh-CN" b="1" dirty="0"/>
              <a:t>4.1.2</a:t>
            </a:r>
            <a:r>
              <a:rPr lang="en-US" altLang="zh-CN" dirty="0"/>
              <a:t> </a:t>
            </a:r>
            <a:r>
              <a:rPr lang="zh-CN" altLang="en-US" dirty="0"/>
              <a:t>综合属性</a:t>
            </a:r>
            <a:endParaRPr lang="en-US" altLang="zh-CN" dirty="0"/>
          </a:p>
          <a:p>
            <a:pPr lvl="1"/>
            <a:r>
              <a:rPr lang="en-US" altLang="zh-CN" b="1" dirty="0"/>
              <a:t>4.1.3</a:t>
            </a:r>
            <a:r>
              <a:rPr lang="en-US" altLang="zh-CN" dirty="0"/>
              <a:t> </a:t>
            </a:r>
            <a:r>
              <a:rPr lang="zh-CN" altLang="en-US" dirty="0"/>
              <a:t>继承属性</a:t>
            </a:r>
            <a:endParaRPr lang="en-US" altLang="zh-CN" dirty="0"/>
          </a:p>
          <a:p>
            <a:pPr lvl="1"/>
            <a:r>
              <a:rPr lang="en-US" altLang="zh-CN" b="1" dirty="0"/>
              <a:t>4.1.4</a:t>
            </a:r>
            <a:r>
              <a:rPr lang="en-US" altLang="zh-CN" dirty="0"/>
              <a:t> </a:t>
            </a:r>
            <a:r>
              <a:rPr lang="zh-CN" altLang="en-US" dirty="0"/>
              <a:t>属性依赖图</a:t>
            </a:r>
            <a:endParaRPr lang="en-US" altLang="zh-CN" dirty="0"/>
          </a:p>
          <a:p>
            <a:pPr lvl="1"/>
            <a:r>
              <a:rPr lang="en-US" altLang="zh-CN" b="1" dirty="0"/>
              <a:t>4.1.5</a:t>
            </a:r>
            <a:r>
              <a:rPr lang="en-US" altLang="zh-CN" dirty="0"/>
              <a:t> </a:t>
            </a:r>
            <a:r>
              <a:rPr lang="zh-CN" altLang="en-US" dirty="0"/>
              <a:t>属性计算次序</a:t>
            </a:r>
            <a:endParaRPr lang="en-US" altLang="zh-CN" dirty="0"/>
          </a:p>
          <a:p>
            <a:pPr lvl="1"/>
            <a:r>
              <a:rPr lang="en-US" altLang="zh-CN" b="1" dirty="0"/>
              <a:t>4.1.6 S</a:t>
            </a:r>
            <a:r>
              <a:rPr lang="zh-CN" altLang="en-US" dirty="0"/>
              <a:t>属性的语法制导定义</a:t>
            </a:r>
            <a:endParaRPr lang="en-US" altLang="zh-CN" dirty="0"/>
          </a:p>
          <a:p>
            <a:pPr lvl="1"/>
            <a:r>
              <a:rPr lang="en-US" altLang="zh-CN" b="1" dirty="0"/>
              <a:t>4.1.7 L</a:t>
            </a:r>
            <a:r>
              <a:rPr lang="zh-CN" altLang="en-US" dirty="0"/>
              <a:t>属性的语法制导定义</a:t>
            </a:r>
            <a:endParaRPr lang="en-US" altLang="zh-CN" dirty="0"/>
          </a:p>
        </p:txBody>
      </p:sp>
    </p:spTree>
    <p:extLst>
      <p:ext uri="{BB962C8B-B14F-4D97-AF65-F5344CB8AC3E}">
        <p14:creationId xmlns:p14="http://schemas.microsoft.com/office/powerpoint/2010/main" val="25708311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060677-D306-E1CB-EFC3-E5EA6AF47484}"/>
              </a:ext>
            </a:extLst>
          </p:cNvPr>
          <p:cNvSpPr>
            <a:spLocks noGrp="1"/>
          </p:cNvSpPr>
          <p:nvPr>
            <p:ph type="title"/>
          </p:nvPr>
        </p:nvSpPr>
        <p:spPr/>
        <p:txBody>
          <a:bodyPr/>
          <a:lstStyle/>
          <a:p>
            <a:r>
              <a:rPr lang="zh-CN" altLang="en-US" dirty="0"/>
              <a:t>课后思考</a:t>
            </a:r>
          </a:p>
        </p:txBody>
      </p:sp>
      <p:sp>
        <p:nvSpPr>
          <p:cNvPr id="6" name="内容占位符 5">
            <a:extLst>
              <a:ext uri="{FF2B5EF4-FFF2-40B4-BE49-F238E27FC236}">
                <a16:creationId xmlns:a16="http://schemas.microsoft.com/office/drawing/2014/main" id="{4740FFAB-949F-88C3-7324-59EE1C52D550}"/>
              </a:ext>
            </a:extLst>
          </p:cNvPr>
          <p:cNvSpPr>
            <a:spLocks noGrp="1"/>
          </p:cNvSpPr>
          <p:nvPr>
            <p:ph idx="1"/>
          </p:nvPr>
        </p:nvSpPr>
        <p:spPr/>
        <p:txBody>
          <a:bodyPr/>
          <a:lstStyle/>
          <a:p>
            <a:r>
              <a:rPr lang="en-US" altLang="zh-CN" sz="3200" b="1" dirty="0"/>
              <a:t>S-SDD</a:t>
            </a:r>
            <a:r>
              <a:rPr lang="zh-CN" altLang="en-US" sz="3200" dirty="0"/>
              <a:t>如何才能实现在</a:t>
            </a:r>
            <a:r>
              <a:rPr lang="en-US" altLang="zh-CN" sz="3200" b="1" dirty="0"/>
              <a:t>LR</a:t>
            </a:r>
            <a:r>
              <a:rPr lang="zh-CN" altLang="en-US" sz="3200" dirty="0"/>
              <a:t>分析中？</a:t>
            </a:r>
            <a:endParaRPr lang="en-US" altLang="zh-CN" sz="3200" dirty="0"/>
          </a:p>
          <a:p>
            <a:r>
              <a:rPr lang="en-US" altLang="zh-CN" b="1" dirty="0"/>
              <a:t>L-SDD</a:t>
            </a:r>
            <a:r>
              <a:rPr lang="zh-CN" altLang="en-US" dirty="0"/>
              <a:t>中属性计算有自左至右的依赖性，但可以用</a:t>
            </a:r>
            <a:r>
              <a:rPr lang="en-US" altLang="zh-CN" b="1" dirty="0"/>
              <a:t>LL</a:t>
            </a:r>
            <a:r>
              <a:rPr lang="zh-CN" altLang="en-US" dirty="0"/>
              <a:t>或者</a:t>
            </a:r>
            <a:r>
              <a:rPr lang="en-US" altLang="zh-CN" b="1" dirty="0"/>
              <a:t>LR</a:t>
            </a:r>
            <a:r>
              <a:rPr lang="zh-CN" altLang="en-US" dirty="0"/>
              <a:t>分析法实现，为什么？（提示：</a:t>
            </a:r>
            <a:r>
              <a:rPr lang="en-US" altLang="zh-CN" dirty="0"/>
              <a:t> </a:t>
            </a:r>
            <a:r>
              <a:rPr lang="en-US" altLang="zh-CN" b="1" dirty="0"/>
              <a:t>LL</a:t>
            </a:r>
            <a:r>
              <a:rPr lang="en-US" altLang="zh-CN" dirty="0"/>
              <a:t>/</a:t>
            </a:r>
            <a:r>
              <a:rPr lang="en-US" altLang="zh-CN" b="1" dirty="0"/>
              <a:t>LR</a:t>
            </a:r>
            <a:r>
              <a:rPr lang="zh-CN" altLang="en-US" dirty="0"/>
              <a:t>第一个</a:t>
            </a:r>
            <a:r>
              <a:rPr lang="en-US" altLang="zh-CN" b="1" dirty="0"/>
              <a:t>L</a:t>
            </a:r>
            <a:r>
              <a:rPr lang="zh-CN" altLang="en-US" dirty="0"/>
              <a:t>的含义？）</a:t>
            </a:r>
          </a:p>
        </p:txBody>
      </p:sp>
      <p:sp>
        <p:nvSpPr>
          <p:cNvPr id="3" name="日期占位符 2">
            <a:extLst>
              <a:ext uri="{FF2B5EF4-FFF2-40B4-BE49-F238E27FC236}">
                <a16:creationId xmlns:a16="http://schemas.microsoft.com/office/drawing/2014/main" id="{7DEA81CE-96B8-9FDB-BD00-27D14214CE40}"/>
              </a:ext>
            </a:extLst>
          </p:cNvPr>
          <p:cNvSpPr>
            <a:spLocks noGrp="1"/>
          </p:cNvSpPr>
          <p:nvPr>
            <p:ph type="dt" sz="half" idx="10"/>
          </p:nvPr>
        </p:nvSpPr>
        <p:spPr/>
        <p:txBody>
          <a:bodyPr/>
          <a:lstStyle/>
          <a:p>
            <a:fld id="{25109DBD-62B7-4D90-96A6-A56BDB1E49CA}" type="datetime2">
              <a:rPr lang="zh-CN" altLang="en-US" smtClean="0"/>
              <a:t>2024年6月6日</a:t>
            </a:fld>
            <a:endParaRPr lang="zh-CN" altLang="en-US" dirty="0"/>
          </a:p>
        </p:txBody>
      </p:sp>
      <p:sp>
        <p:nvSpPr>
          <p:cNvPr id="4" name="页脚占位符 3">
            <a:extLst>
              <a:ext uri="{FF2B5EF4-FFF2-40B4-BE49-F238E27FC236}">
                <a16:creationId xmlns:a16="http://schemas.microsoft.com/office/drawing/2014/main" id="{58193263-8C0C-5EBF-D77F-7524BCE1B26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4</a:t>
            </a:r>
            <a:r>
              <a:rPr lang="zh-CN" altLang="en-US"/>
              <a:t>章 语法制导的翻译</a:t>
            </a:r>
            <a:r>
              <a:rPr lang="en-US" altLang="zh-CN"/>
              <a:t>(1)</a:t>
            </a:r>
            <a:endParaRPr lang="zh-CN" altLang="en-US" dirty="0"/>
          </a:p>
        </p:txBody>
      </p:sp>
      <p:sp>
        <p:nvSpPr>
          <p:cNvPr id="5" name="灯片编号占位符 4">
            <a:extLst>
              <a:ext uri="{FF2B5EF4-FFF2-40B4-BE49-F238E27FC236}">
                <a16:creationId xmlns:a16="http://schemas.microsoft.com/office/drawing/2014/main" id="{D2083BCD-2113-5236-3CDD-F84B53A9E838}"/>
              </a:ext>
            </a:extLst>
          </p:cNvPr>
          <p:cNvSpPr>
            <a:spLocks noGrp="1"/>
          </p:cNvSpPr>
          <p:nvPr>
            <p:ph type="sldNum" sz="quarter" idx="12"/>
          </p:nvPr>
        </p:nvSpPr>
        <p:spPr/>
        <p:txBody>
          <a:bodyPr/>
          <a:lstStyle/>
          <a:p>
            <a:fld id="{094DEB03-EFC6-4C20-8FC8-295189A5386F}" type="slidenum">
              <a:rPr lang="zh-CN" altLang="en-US" smtClean="0"/>
              <a:pPr/>
              <a:t>37</a:t>
            </a:fld>
            <a:endParaRPr lang="zh-CN" altLang="en-US"/>
          </a:p>
        </p:txBody>
      </p:sp>
    </p:spTree>
    <p:extLst>
      <p:ext uri="{BB962C8B-B14F-4D97-AF65-F5344CB8AC3E}">
        <p14:creationId xmlns:p14="http://schemas.microsoft.com/office/powerpoint/2010/main" val="28557031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2fd3bd31-e3aa-4855-a8c6-e8cc263a1eef&quot;,&quot;Name&quot;:null,&quot;Kind&quot;:1,&quot;OldGuidesSetting&quot;:{&quot;HeaderHeight&quot;:0.0,&quot;FooterHeight&quot;:0.0,&quot;SideMargin&quot;:0.0,&quot;TopMargin&quot;:0.0,&quot;BottomMargin&quot;:0.0,&quot;IntervalMargin&quot;:0.0}}"/>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编译原理">
      <a:majorFont>
        <a:latin typeface="Times New Roman"/>
        <a:ea typeface="黑体"/>
        <a:cs typeface=""/>
      </a:majorFont>
      <a:minorFont>
        <a:latin typeface="Times New Roman"/>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E1A4A9B1-7E4E-47AA-AA07-2768A6A8C14F}" vid="{86F4E090-C3C9-4325-B7F9-CF07F329FE4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2367</TotalTime>
  <Words>4859</Words>
  <Application>Microsoft Office PowerPoint</Application>
  <PresentationFormat>全屏显示(4:3)</PresentationFormat>
  <Paragraphs>985</Paragraphs>
  <Slides>37</Slides>
  <Notes>17</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37</vt:i4>
      </vt:variant>
    </vt:vector>
  </HeadingPairs>
  <TitlesOfParts>
    <vt:vector size="48" baseType="lpstr">
      <vt:lpstr>等线</vt:lpstr>
      <vt:lpstr>宋体</vt:lpstr>
      <vt:lpstr>微软雅黑</vt:lpstr>
      <vt:lpstr>微软雅黑</vt:lpstr>
      <vt:lpstr>Arial</vt:lpstr>
      <vt:lpstr>Consolas</vt:lpstr>
      <vt:lpstr>Kristen ITC</vt:lpstr>
      <vt:lpstr>Symbol</vt:lpstr>
      <vt:lpstr>Times New Roman</vt:lpstr>
      <vt:lpstr>Wingdings</vt:lpstr>
      <vt:lpstr>主题1</vt:lpstr>
      <vt:lpstr>第四章 语法制导的翻译(1)</vt:lpstr>
      <vt:lpstr>什么是语法制导的翻译</vt:lpstr>
      <vt:lpstr>什么是语法制导的翻译</vt:lpstr>
      <vt:lpstr>第四章 语法制导的翻译</vt:lpstr>
      <vt:lpstr>第四章 语法制导的翻译</vt:lpstr>
      <vt:lpstr>本次课内容</vt:lpstr>
      <vt:lpstr>PowerPoint 演示文稿</vt:lpstr>
      <vt:lpstr>4.1.1 语法制导定义的形式</vt:lpstr>
      <vt:lpstr>4.1.1 语法制导定义的形式</vt:lpstr>
      <vt:lpstr>4.1.2 综合属性</vt:lpstr>
      <vt:lpstr>4.1.2 综合属性</vt:lpstr>
      <vt:lpstr>4.1.2 综合属性</vt:lpstr>
      <vt:lpstr>4.1.2 综合属性</vt:lpstr>
      <vt:lpstr>4.1.3 继承属性</vt:lpstr>
      <vt:lpstr>4.1.3 继承属性</vt:lpstr>
      <vt:lpstr>4.1.3 继承属性</vt:lpstr>
      <vt:lpstr>4.1.3 继承属性</vt:lpstr>
      <vt:lpstr>4.1.3 继承属性</vt:lpstr>
      <vt:lpstr>4.1.4 属性依赖图</vt:lpstr>
      <vt:lpstr>4.1.4 属性依赖图</vt:lpstr>
      <vt:lpstr>4.1.4 属性依赖图</vt:lpstr>
      <vt:lpstr>4.1.4 属性依赖图</vt:lpstr>
      <vt:lpstr>4.1.4 属性依赖图</vt:lpstr>
      <vt:lpstr>4.1.4 属性依赖图</vt:lpstr>
      <vt:lpstr>4.1.4 属性依赖图</vt:lpstr>
      <vt:lpstr>4.1.5 属性计算次序</vt:lpstr>
      <vt:lpstr>4.1.5 属性计算次序</vt:lpstr>
      <vt:lpstr>4.1.5 属性计算次序</vt:lpstr>
      <vt:lpstr>4.1.5 属性计算次序</vt:lpstr>
      <vt:lpstr>4.1.5 属性计算次序</vt:lpstr>
      <vt:lpstr>4.1.6 S属性的语法制导定义</vt:lpstr>
      <vt:lpstr>4.1.7 L属性的语法制导定义</vt:lpstr>
      <vt:lpstr>4.1.7 L属性的语法制导定义</vt:lpstr>
      <vt:lpstr>PowerPoint 演示文稿</vt:lpstr>
      <vt:lpstr>PowerPoint 演示文稿</vt:lpstr>
      <vt:lpstr>本节小结</vt:lpstr>
      <vt:lpstr>课后思考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语法分析(8)</dc:title>
  <dc:creator>欣捷</dc:creator>
  <cp:lastModifiedBy>欣捷 王</cp:lastModifiedBy>
  <cp:revision>41</cp:revision>
  <dcterms:created xsi:type="dcterms:W3CDTF">2021-04-20T06:55:23Z</dcterms:created>
  <dcterms:modified xsi:type="dcterms:W3CDTF">2024-06-06T15:38:20Z</dcterms:modified>
</cp:coreProperties>
</file>