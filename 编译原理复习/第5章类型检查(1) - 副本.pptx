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40"/>
  </p:notesMasterIdLst>
  <p:sldIdLst>
    <p:sldId id="256" r:id="rId2"/>
    <p:sldId id="993" r:id="rId3"/>
    <p:sldId id="872" r:id="rId4"/>
    <p:sldId id="452" r:id="rId5"/>
    <p:sldId id="1008" r:id="rId6"/>
    <p:sldId id="874" r:id="rId7"/>
    <p:sldId id="1012" r:id="rId8"/>
    <p:sldId id="878" r:id="rId9"/>
    <p:sldId id="1013" r:id="rId10"/>
    <p:sldId id="883" r:id="rId11"/>
    <p:sldId id="884" r:id="rId12"/>
    <p:sldId id="1018" r:id="rId13"/>
    <p:sldId id="885" r:id="rId14"/>
    <p:sldId id="889" r:id="rId15"/>
    <p:sldId id="1014" r:id="rId16"/>
    <p:sldId id="1015" r:id="rId17"/>
    <p:sldId id="890" r:id="rId18"/>
    <p:sldId id="925" r:id="rId19"/>
    <p:sldId id="927" r:id="rId20"/>
    <p:sldId id="928" r:id="rId21"/>
    <p:sldId id="930" r:id="rId22"/>
    <p:sldId id="932" r:id="rId23"/>
    <p:sldId id="933" r:id="rId24"/>
    <p:sldId id="931" r:id="rId25"/>
    <p:sldId id="917" r:id="rId26"/>
    <p:sldId id="892" r:id="rId27"/>
    <p:sldId id="897" r:id="rId28"/>
    <p:sldId id="898" r:id="rId29"/>
    <p:sldId id="900" r:id="rId30"/>
    <p:sldId id="920" r:id="rId31"/>
    <p:sldId id="921" r:id="rId32"/>
    <p:sldId id="902" r:id="rId33"/>
    <p:sldId id="922" r:id="rId34"/>
    <p:sldId id="938" r:id="rId35"/>
    <p:sldId id="923" r:id="rId36"/>
    <p:sldId id="1016" r:id="rId37"/>
    <p:sldId id="294" r:id="rId38"/>
    <p:sldId id="295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" initials="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EE970-746D-47CB-AB82-0F73702F4F8D}" v="433" dt="2024-06-06T15:37:50.393"/>
    <p1510:client id="{3AB12DA9-D255-4A43-8E46-41EA37F6CFDB}" v="48" dt="2024-06-07T07:31:14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406" autoAdjust="0"/>
  </p:normalViewPr>
  <p:slideViewPr>
    <p:cSldViewPr snapToGrid="0">
      <p:cViewPr varScale="1">
        <p:scale>
          <a:sx n="88" d="100"/>
          <a:sy n="88" d="100"/>
        </p:scale>
        <p:origin x="19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 欣捷" userId="b965477fa0aef5e6" providerId="LiveId" clId="{0B58788A-465F-4D65-92CC-9D78036F2175}"/>
    <pc:docChg chg="modSld">
      <pc:chgData name="王 欣捷" userId="b965477fa0aef5e6" providerId="LiveId" clId="{0B58788A-465F-4D65-92CC-9D78036F2175}" dt="2021-05-17T05:40:50.635" v="3"/>
      <pc:docMkLst>
        <pc:docMk/>
      </pc:docMkLst>
      <pc:sldChg chg="delSp modSp">
        <pc:chgData name="王 欣捷" userId="b965477fa0aef5e6" providerId="LiveId" clId="{0B58788A-465F-4D65-92CC-9D78036F2175}" dt="2021-05-17T05:40:50.635" v="3"/>
        <pc:sldMkLst>
          <pc:docMk/>
          <pc:sldMk cId="0" sldId="872"/>
        </pc:sldMkLst>
        <pc:spChg chg="mod topLvl">
          <ac:chgData name="王 欣捷" userId="b965477fa0aef5e6" providerId="LiveId" clId="{0B58788A-465F-4D65-92CC-9D78036F2175}" dt="2021-05-17T05:40:50.635" v="3"/>
          <ac:spMkLst>
            <pc:docMk/>
            <pc:sldMk cId="0" sldId="872"/>
            <ac:spMk id="5125" creationId="{6C79256A-A529-4DDC-9338-A3BE80583E01}"/>
          </ac:spMkLst>
        </pc:spChg>
        <pc:spChg chg="mod topLvl">
          <ac:chgData name="王 欣捷" userId="b965477fa0aef5e6" providerId="LiveId" clId="{0B58788A-465F-4D65-92CC-9D78036F2175}" dt="2021-05-17T05:40:50.635" v="3"/>
          <ac:spMkLst>
            <pc:docMk/>
            <pc:sldMk cId="0" sldId="872"/>
            <ac:spMk id="5126" creationId="{F93AF298-C488-4D9F-9218-6ED287C0FB36}"/>
          </ac:spMkLst>
        </pc:spChg>
        <pc:spChg chg="mod topLvl">
          <ac:chgData name="王 欣捷" userId="b965477fa0aef5e6" providerId="LiveId" clId="{0B58788A-465F-4D65-92CC-9D78036F2175}" dt="2021-05-17T05:40:50.635" v="3"/>
          <ac:spMkLst>
            <pc:docMk/>
            <pc:sldMk cId="0" sldId="872"/>
            <ac:spMk id="5127" creationId="{17A9FEA2-5A39-479E-BF18-188D2DE0698C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28" creationId="{15469A7E-F64E-4541-9528-7332A4000614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29" creationId="{0130F589-7541-44F2-9834-52C1DB8E6B64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0" creationId="{DF0678FA-E1D3-47A7-85F3-7CEF1C1EA1EB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1" creationId="{A5FC92AD-8378-4B37-B5FE-8B6270A68033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2" creationId="{59A35D0E-46CB-4894-82D8-680DBBAF5A7D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3" creationId="{68FC71F2-B665-48FF-A504-FD80EB2BE811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4" creationId="{E0103AFB-C638-4950-8957-965A2B4D40F6}"/>
          </ac:spMkLst>
        </pc:spChg>
        <pc:spChg chg="mod topLvl">
          <ac:chgData name="王 欣捷" userId="b965477fa0aef5e6" providerId="LiveId" clId="{0B58788A-465F-4D65-92CC-9D78036F2175}" dt="2021-05-17T05:40:34.788" v="0" actId="165"/>
          <ac:spMkLst>
            <pc:docMk/>
            <pc:sldMk cId="0" sldId="872"/>
            <ac:spMk id="5135" creationId="{FC46039F-70A8-49D8-A880-E6356B876B4A}"/>
          </ac:spMkLst>
        </pc:spChg>
        <pc:grpChg chg="del">
          <ac:chgData name="王 欣捷" userId="b965477fa0aef5e6" providerId="LiveId" clId="{0B58788A-465F-4D65-92CC-9D78036F2175}" dt="2021-05-17T05:40:34.788" v="0" actId="165"/>
          <ac:grpSpMkLst>
            <pc:docMk/>
            <pc:sldMk cId="0" sldId="872"/>
            <ac:grpSpMk id="5124" creationId="{785AF3C4-F8F0-4C64-A0E6-12DB997FB5CC}"/>
          </ac:grpSpMkLst>
        </pc:grpChg>
      </pc:sldChg>
    </pc:docChg>
  </pc:docChgLst>
  <pc:docChgLst>
    <pc:chgData name="王 欣捷" userId="b965477fa0aef5e6" providerId="LiveId" clId="{4715A5C9-3E74-4688-AEBB-8AAA9E401E8E}"/>
    <pc:docChg chg="addSld modSld">
      <pc:chgData name="王 欣捷" userId="b965477fa0aef5e6" providerId="LiveId" clId="{4715A5C9-3E74-4688-AEBB-8AAA9E401E8E}" dt="2023-03-10T01:47:23.481" v="0"/>
      <pc:docMkLst>
        <pc:docMk/>
      </pc:docMkLst>
      <pc:sldChg chg="add">
        <pc:chgData name="王 欣捷" userId="b965477fa0aef5e6" providerId="LiveId" clId="{4715A5C9-3E74-4688-AEBB-8AAA9E401E8E}" dt="2023-03-10T01:47:23.481" v="0"/>
        <pc:sldMkLst>
          <pc:docMk/>
          <pc:sldMk cId="0" sldId="295"/>
        </pc:sldMkLst>
      </pc:sldChg>
    </pc:docChg>
  </pc:docChgLst>
  <pc:docChgLst>
    <pc:chgData name="欣捷 王" userId="b965477fa0aef5e6" providerId="LiveId" clId="{06BB55F2-E519-43B5-8D09-A2FC4F21797D}"/>
    <pc:docChg chg="custSel modSld">
      <pc:chgData name="欣捷 王" userId="b965477fa0aef5e6" providerId="LiveId" clId="{06BB55F2-E519-43B5-8D09-A2FC4F21797D}" dt="2024-05-31T12:31:58.326" v="17"/>
      <pc:docMkLst>
        <pc:docMk/>
      </pc:docMkLst>
      <pc:sldChg chg="modSp mod">
        <pc:chgData name="欣捷 王" userId="b965477fa0aef5e6" providerId="LiveId" clId="{06BB55F2-E519-43B5-8D09-A2FC4F21797D}" dt="2024-05-31T12:31:47.188" v="5"/>
        <pc:sldMkLst>
          <pc:docMk/>
          <pc:sldMk cId="2521660780" sldId="1008"/>
        </pc:sldMkLst>
        <pc:spChg chg="mod">
          <ac:chgData name="欣捷 王" userId="b965477fa0aef5e6" providerId="LiveId" clId="{06BB55F2-E519-43B5-8D09-A2FC4F21797D}" dt="2024-05-31T12:31:47.187" v="2"/>
          <ac:spMkLst>
            <pc:docMk/>
            <pc:sldMk cId="2521660780" sldId="1008"/>
            <ac:spMk id="19" creationId="{369D2863-E1D1-8743-2E8F-02BDB637CD35}"/>
          </ac:spMkLst>
        </pc:spChg>
        <pc:spChg chg="mod">
          <ac:chgData name="欣捷 王" userId="b965477fa0aef5e6" providerId="LiveId" clId="{06BB55F2-E519-43B5-8D09-A2FC4F21797D}" dt="2024-05-31T12:31:47.185" v="1"/>
          <ac:spMkLst>
            <pc:docMk/>
            <pc:sldMk cId="2521660780" sldId="1008"/>
            <ac:spMk id="20" creationId="{8C44953A-CAD5-720B-825F-235087949928}"/>
          </ac:spMkLst>
        </pc:spChg>
        <pc:spChg chg="mod">
          <ac:chgData name="欣捷 王" userId="b965477fa0aef5e6" providerId="LiveId" clId="{06BB55F2-E519-43B5-8D09-A2FC4F21797D}" dt="2024-05-31T12:31:47.185" v="1"/>
          <ac:spMkLst>
            <pc:docMk/>
            <pc:sldMk cId="2521660780" sldId="1008"/>
            <ac:spMk id="21" creationId="{DD3B478E-B1BA-9B34-2972-EA8DAA9913F1}"/>
          </ac:spMkLst>
        </pc:spChg>
        <pc:spChg chg="mod">
          <ac:chgData name="欣捷 王" userId="b965477fa0aef5e6" providerId="LiveId" clId="{06BB55F2-E519-43B5-8D09-A2FC4F21797D}" dt="2024-05-31T12:31:47.185" v="1"/>
          <ac:spMkLst>
            <pc:docMk/>
            <pc:sldMk cId="2521660780" sldId="1008"/>
            <ac:spMk id="22" creationId="{E4E90C0F-B162-41EF-555E-9F8C891ACFE2}"/>
          </ac:spMkLst>
        </pc:spChg>
        <pc:grpChg chg="mod">
          <ac:chgData name="欣捷 王" userId="b965477fa0aef5e6" providerId="LiveId" clId="{06BB55F2-E519-43B5-8D09-A2FC4F21797D}" dt="2024-05-31T12:31:47.187" v="3"/>
          <ac:grpSpMkLst>
            <pc:docMk/>
            <pc:sldMk cId="2521660780" sldId="1008"/>
            <ac:grpSpMk id="23" creationId="{C6E9EAFA-6611-9DF8-7290-0AEFDD48586E}"/>
          </ac:grpSpMkLst>
        </pc:grpChg>
        <pc:picChg chg="mod ord">
          <ac:chgData name="欣捷 王" userId="b965477fa0aef5e6" providerId="LiveId" clId="{06BB55F2-E519-43B5-8D09-A2FC4F21797D}" dt="2024-05-31T12:31:47.188" v="5"/>
          <ac:picMkLst>
            <pc:docMk/>
            <pc:sldMk cId="2521660780" sldId="1008"/>
            <ac:picMk id="8" creationId="{3DF4BF50-E5A5-5CC9-39F7-245D3161F54B}"/>
          </ac:picMkLst>
        </pc:picChg>
      </pc:sldChg>
      <pc:sldChg chg="modSp mod">
        <pc:chgData name="欣捷 王" userId="b965477fa0aef5e6" providerId="LiveId" clId="{06BB55F2-E519-43B5-8D09-A2FC4F21797D}" dt="2024-05-31T12:31:52.601" v="11"/>
        <pc:sldMkLst>
          <pc:docMk/>
          <pc:sldMk cId="2907989389" sldId="1014"/>
        </pc:sldMkLst>
        <pc:spChg chg="mod">
          <ac:chgData name="欣捷 王" userId="b965477fa0aef5e6" providerId="LiveId" clId="{06BB55F2-E519-43B5-8D09-A2FC4F21797D}" dt="2024-05-31T12:31:52.600" v="8"/>
          <ac:spMkLst>
            <pc:docMk/>
            <pc:sldMk cId="2907989389" sldId="1014"/>
            <ac:spMk id="18" creationId="{73BE98A3-8BC5-1AFD-232C-F4A7B7B272F2}"/>
          </ac:spMkLst>
        </pc:spChg>
        <pc:spChg chg="mod">
          <ac:chgData name="欣捷 王" userId="b965477fa0aef5e6" providerId="LiveId" clId="{06BB55F2-E519-43B5-8D09-A2FC4F21797D}" dt="2024-05-31T12:31:52.600" v="7"/>
          <ac:spMkLst>
            <pc:docMk/>
            <pc:sldMk cId="2907989389" sldId="1014"/>
            <ac:spMk id="19" creationId="{CB0009CD-B92A-4AC9-EBC5-DBE1BE536227}"/>
          </ac:spMkLst>
        </pc:spChg>
        <pc:spChg chg="mod">
          <ac:chgData name="欣捷 王" userId="b965477fa0aef5e6" providerId="LiveId" clId="{06BB55F2-E519-43B5-8D09-A2FC4F21797D}" dt="2024-05-31T12:31:52.600" v="7"/>
          <ac:spMkLst>
            <pc:docMk/>
            <pc:sldMk cId="2907989389" sldId="1014"/>
            <ac:spMk id="20" creationId="{962BFE63-AD11-44E0-56C5-AE5389141663}"/>
          </ac:spMkLst>
        </pc:spChg>
        <pc:spChg chg="mod">
          <ac:chgData name="欣捷 王" userId="b965477fa0aef5e6" providerId="LiveId" clId="{06BB55F2-E519-43B5-8D09-A2FC4F21797D}" dt="2024-05-31T12:31:52.600" v="7"/>
          <ac:spMkLst>
            <pc:docMk/>
            <pc:sldMk cId="2907989389" sldId="1014"/>
            <ac:spMk id="21" creationId="{06D9A636-F255-36ED-B563-AC3269809648}"/>
          </ac:spMkLst>
        </pc:spChg>
        <pc:grpChg chg="mod">
          <ac:chgData name="欣捷 王" userId="b965477fa0aef5e6" providerId="LiveId" clId="{06BB55F2-E519-43B5-8D09-A2FC4F21797D}" dt="2024-05-31T12:31:52.600" v="9"/>
          <ac:grpSpMkLst>
            <pc:docMk/>
            <pc:sldMk cId="2907989389" sldId="1014"/>
            <ac:grpSpMk id="22" creationId="{C0923686-30F5-6107-BEF9-23EDE3DA153C}"/>
          </ac:grpSpMkLst>
        </pc:grpChg>
        <pc:picChg chg="mod ord">
          <ac:chgData name="欣捷 王" userId="b965477fa0aef5e6" providerId="LiveId" clId="{06BB55F2-E519-43B5-8D09-A2FC4F21797D}" dt="2024-05-31T12:31:52.601" v="11"/>
          <ac:picMkLst>
            <pc:docMk/>
            <pc:sldMk cId="2907989389" sldId="1014"/>
            <ac:picMk id="7" creationId="{DA67EBE4-840A-0979-BD33-0EB846B74BB7}"/>
          </ac:picMkLst>
        </pc:picChg>
      </pc:sldChg>
      <pc:sldChg chg="modSp mod">
        <pc:chgData name="欣捷 王" userId="b965477fa0aef5e6" providerId="LiveId" clId="{06BB55F2-E519-43B5-8D09-A2FC4F21797D}" dt="2024-05-31T12:31:58.326" v="17"/>
        <pc:sldMkLst>
          <pc:docMk/>
          <pc:sldMk cId="524904732" sldId="1016"/>
        </pc:sldMkLst>
        <pc:spChg chg="mod">
          <ac:chgData name="欣捷 王" userId="b965477fa0aef5e6" providerId="LiveId" clId="{06BB55F2-E519-43B5-8D09-A2FC4F21797D}" dt="2024-05-31T12:31:58.325" v="14"/>
          <ac:spMkLst>
            <pc:docMk/>
            <pc:sldMk cId="524904732" sldId="1016"/>
            <ac:spMk id="19" creationId="{A37BD15C-E4CE-4551-B523-851529D8D4A4}"/>
          </ac:spMkLst>
        </pc:spChg>
        <pc:spChg chg="mod">
          <ac:chgData name="欣捷 王" userId="b965477fa0aef5e6" providerId="LiveId" clId="{06BB55F2-E519-43B5-8D09-A2FC4F21797D}" dt="2024-05-31T12:31:58.325" v="13"/>
          <ac:spMkLst>
            <pc:docMk/>
            <pc:sldMk cId="524904732" sldId="1016"/>
            <ac:spMk id="20" creationId="{E3432851-61BF-992A-3AB4-0465BC85912E}"/>
          </ac:spMkLst>
        </pc:spChg>
        <pc:spChg chg="mod">
          <ac:chgData name="欣捷 王" userId="b965477fa0aef5e6" providerId="LiveId" clId="{06BB55F2-E519-43B5-8D09-A2FC4F21797D}" dt="2024-05-31T12:31:58.325" v="13"/>
          <ac:spMkLst>
            <pc:docMk/>
            <pc:sldMk cId="524904732" sldId="1016"/>
            <ac:spMk id="21" creationId="{CB588928-1EF1-4170-5BD7-351300461718}"/>
          </ac:spMkLst>
        </pc:spChg>
        <pc:spChg chg="mod">
          <ac:chgData name="欣捷 王" userId="b965477fa0aef5e6" providerId="LiveId" clId="{06BB55F2-E519-43B5-8D09-A2FC4F21797D}" dt="2024-05-31T12:31:58.325" v="13"/>
          <ac:spMkLst>
            <pc:docMk/>
            <pc:sldMk cId="524904732" sldId="1016"/>
            <ac:spMk id="22" creationId="{EFFB0892-2E12-1FEB-5DD2-99656859F1F0}"/>
          </ac:spMkLst>
        </pc:spChg>
        <pc:grpChg chg="mod">
          <ac:chgData name="欣捷 王" userId="b965477fa0aef5e6" providerId="LiveId" clId="{06BB55F2-E519-43B5-8D09-A2FC4F21797D}" dt="2024-05-31T12:31:58.326" v="15"/>
          <ac:grpSpMkLst>
            <pc:docMk/>
            <pc:sldMk cId="524904732" sldId="1016"/>
            <ac:grpSpMk id="23" creationId="{6A370EFD-A259-D444-DF89-E297CC0B38A8}"/>
          </ac:grpSpMkLst>
        </pc:grpChg>
        <pc:picChg chg="mod ord">
          <ac:chgData name="欣捷 王" userId="b965477fa0aef5e6" providerId="LiveId" clId="{06BB55F2-E519-43B5-8D09-A2FC4F21797D}" dt="2024-05-31T12:31:58.326" v="17"/>
          <ac:picMkLst>
            <pc:docMk/>
            <pc:sldMk cId="524904732" sldId="1016"/>
            <ac:picMk id="8" creationId="{0A1B0C1A-391B-E7DD-802A-8FEEEB95E15F}"/>
          </ac:picMkLst>
        </pc:picChg>
      </pc:sldChg>
    </pc:docChg>
  </pc:docChgLst>
  <pc:docChgLst>
    <pc:chgData name="王 欣捷" userId="b965477fa0aef5e6" providerId="LiveId" clId="{CCC25DF9-4458-4252-A1FA-96CED2233F88}"/>
    <pc:docChg chg="undo custSel addSld delSld modSld">
      <pc:chgData name="王 欣捷" userId="b965477fa0aef5e6" providerId="LiveId" clId="{CCC25DF9-4458-4252-A1FA-96CED2233F88}" dt="2021-04-22T07:44:25.943" v="145"/>
      <pc:docMkLst>
        <pc:docMk/>
      </pc:docMkLst>
      <pc:sldChg chg="modSp mod">
        <pc:chgData name="王 欣捷" userId="b965477fa0aef5e6" providerId="LiveId" clId="{CCC25DF9-4458-4252-A1FA-96CED2233F88}" dt="2021-04-22T07:28:25.047" v="21" actId="404"/>
        <pc:sldMkLst>
          <pc:docMk/>
          <pc:sldMk cId="2470898374" sldId="256"/>
        </pc:sldMkLst>
        <pc:spChg chg="mod">
          <ac:chgData name="王 欣捷" userId="b965477fa0aef5e6" providerId="LiveId" clId="{CCC25DF9-4458-4252-A1FA-96CED2233F88}" dt="2021-04-22T07:28:25.047" v="21" actId="404"/>
          <ac:spMkLst>
            <pc:docMk/>
            <pc:sldMk cId="2470898374" sldId="256"/>
            <ac:spMk id="2" creationId="{E7DC3515-54D4-4A44-A409-1AD3C10C63ED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06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07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08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09"/>
        </pc:sldMkLst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0"/>
            <ac:spMk id="18434" creationId="{DD2B3C60-D33A-40D0-9F34-FC601CEDD198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1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1"/>
            <ac:spMk id="19458" creationId="{C3ED575B-6B5F-42C0-9CA3-A9B68522D3A5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3"/>
            <ac:spMk id="20482" creationId="{D4900F29-95EC-45F4-9FDC-74E9B69B8A17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4"/>
            <ac:spMk id="21506" creationId="{E7EE8072-6761-4D58-8786-97D5513BC3A1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5"/>
            <ac:spMk id="22530" creationId="{4808D3E7-FC33-47CD-B3FF-D037BD320979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6"/>
            <ac:spMk id="23554" creationId="{943ED55F-7EC1-4A95-BA75-1D50AE805139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7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7"/>
            <ac:spMk id="24578" creationId="{9E6D3DCA-39CD-4481-B8B4-F83353E65BD8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8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8"/>
            <ac:spMk id="25602" creationId="{DA61C61F-0EF1-4BA7-86A1-EBF5DA925BF5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19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19"/>
            <ac:spMk id="26626" creationId="{F819FB5D-17F2-4AF4-A9F2-F603264139D9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2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20"/>
            <ac:spMk id="27650" creationId="{F832E9BF-2935-4622-9CCC-192F9A44BDAD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21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21"/>
            <ac:spMk id="28674" creationId="{BA5FABA3-2A32-4962-A7FF-BFBABF7CBCED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22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22"/>
            <ac:spMk id="29698" creationId="{D4E52AE2-D0CD-4535-BDF8-24A974D93A05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36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37"/>
        </pc:sldMkLst>
      </pc:sldChg>
      <pc:sldChg chg="modSp add mod">
        <pc:chgData name="王 欣捷" userId="b965477fa0aef5e6" providerId="LiveId" clId="{CCC25DF9-4458-4252-A1FA-96CED2233F88}" dt="2021-04-22T07:44:22.809" v="144" actId="20577"/>
        <pc:sldMkLst>
          <pc:docMk/>
          <pc:sldMk cId="0" sldId="850"/>
        </pc:sldMkLst>
        <pc:spChg chg="mod">
          <ac:chgData name="王 欣捷" userId="b965477fa0aef5e6" providerId="LiveId" clId="{CCC25DF9-4458-4252-A1FA-96CED2233F88}" dt="2021-04-22T07:44:22.809" v="144" actId="20577"/>
          <ac:spMkLst>
            <pc:docMk/>
            <pc:sldMk cId="0" sldId="850"/>
            <ac:spMk id="92163" creationId="{7765359A-AF33-40C3-8019-68175FD6FCE8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51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52"/>
        </pc:sldMkLst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3"/>
            <ac:spMk id="16386" creationId="{64C63FD9-9B0F-4B7B-9431-A1EE79C00DD8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4"/>
            <ac:spMk id="32770" creationId="{A05B52C2-2BFA-4130-9E87-B5959EA11354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854"/>
            <ac:graphicFrameMk id="689156" creationId="{200FB2BC-5E4E-404B-A036-77C628FCAEF1}"/>
          </ac:graphicFrameMkLst>
        </pc:graphicFrame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5"/>
            <ac:spMk id="34818" creationId="{936AF027-0C85-4C2E-83A6-C47F61BEEB17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56"/>
        </pc:sldMkLst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7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7"/>
            <ac:spMk id="37890" creationId="{2EB9E0C5-0F2B-49F8-9BEA-02BD6D005C13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8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8"/>
            <ac:spMk id="38914" creationId="{28D85F1C-2BAF-49B5-9DF9-7144EF0D3A34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59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59"/>
            <ac:spMk id="39938" creationId="{74A07527-2CD8-4DFB-9EA3-EE027817D379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60"/>
        </pc:sldMkLst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1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1"/>
            <ac:spMk id="43010" creationId="{354F94A1-F35C-4832-9ECA-7820F62E5BAB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2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2"/>
            <ac:spMk id="44034" creationId="{05F92909-DBA2-45AE-AEF6-2A903069A575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3"/>
            <ac:spMk id="45058" creationId="{15581E9B-FFE3-40D2-A98A-E6E9C1008A5F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4"/>
            <ac:spMk id="46082" creationId="{AAAA5776-56B7-44B1-8AD0-892AFDAEBE03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5"/>
            <ac:spMk id="47106" creationId="{6A8F55C2-1BD4-411D-B005-9EB0A36F4973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6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66"/>
            <ac:spMk id="48130" creationId="{07EB6E79-81DC-44EE-B65F-9E59ABFC71BE}"/>
          </ac:spMkLst>
        </pc:spChg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67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868"/>
        </pc:sldMkLst>
      </pc:sldChg>
      <pc:sldChg chg="modSp add mod">
        <pc:chgData name="王 欣捷" userId="b965477fa0aef5e6" providerId="LiveId" clId="{CCC25DF9-4458-4252-A1FA-96CED2233F88}" dt="2021-04-22T07:28:32.546" v="24" actId="27636"/>
        <pc:sldMkLst>
          <pc:docMk/>
          <pc:sldMk cId="0" sldId="869"/>
        </pc:sldMkLst>
        <pc:spChg chg="mod">
          <ac:chgData name="王 欣捷" userId="b965477fa0aef5e6" providerId="LiveId" clId="{CCC25DF9-4458-4252-A1FA-96CED2233F88}" dt="2021-04-22T07:28:32.546" v="24" actId="27636"/>
          <ac:spMkLst>
            <pc:docMk/>
            <pc:sldMk cId="0" sldId="869"/>
            <ac:spMk id="51202" creationId="{ED543A1A-D504-4678-B30E-7ABDC6A4AE49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0"/>
            <ac:spMk id="52226" creationId="{66C22A6B-ACBF-4CA2-A493-0E07E65DF713}"/>
          </ac:spMkLst>
        </pc:sp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871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1"/>
            <ac:spMk id="53250" creationId="{318984C4-7538-495F-8F05-07B5DF38BA18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2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2"/>
            <ac:spMk id="54274" creationId="{BEFD8531-2EC9-4FB2-A8FC-1529AA10BD5F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3"/>
            <ac:spMk id="55298" creationId="{9525158B-9D9F-414B-8790-435DC434CE64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4"/>
            <ac:spMk id="56322" creationId="{4650DD8D-E1AD-406B-A141-CF5128932A2C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5"/>
            <ac:spMk id="57346" creationId="{962637C8-6CF8-4BF3-B385-49A813D8E8A3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6"/>
            <ac:spMk id="58370" creationId="{EC887FAE-198A-43A6-83EE-904603320431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7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7"/>
            <ac:spMk id="59394" creationId="{4369366C-B70E-43F5-8D86-DEFF6F8F77D2}"/>
          </ac:spMkLst>
        </pc:spChg>
      </pc:sldChg>
      <pc:sldChg chg="modSp add del mod">
        <pc:chgData name="王 欣捷" userId="b965477fa0aef5e6" providerId="LiveId" clId="{CCC25DF9-4458-4252-A1FA-96CED2233F88}" dt="2021-04-22T07:30:15.426" v="47"/>
        <pc:sldMkLst>
          <pc:docMk/>
          <pc:sldMk cId="0" sldId="878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8"/>
            <ac:spMk id="60418" creationId="{BD39080B-2642-4472-A189-6DA8BA80F6E4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79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79"/>
            <ac:spMk id="61442" creationId="{9E5F35F4-30B2-46DC-A4E7-9D5D96903DAC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88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880"/>
            <ac:spMk id="62466" creationId="{1CD934BB-CB5E-4D63-92BB-52F797988840}"/>
          </ac:spMkLst>
        </pc:spChg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1458318623" sldId="897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909"/>
        </pc:sldMkLst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0" sldId="91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0"/>
            <ac:spMk id="17410" creationId="{56B6CD14-5853-4322-8107-28381D8B7832}"/>
          </ac:spMkLst>
        </pc:spChg>
      </pc:sldChg>
      <pc:sldChg chg="modSp add mod">
        <pc:chgData name="王 欣捷" userId="b965477fa0aef5e6" providerId="LiveId" clId="{CCC25DF9-4458-4252-A1FA-96CED2233F88}" dt="2021-04-22T07:28:32.597" v="35" actId="27636"/>
        <pc:sldMkLst>
          <pc:docMk/>
          <pc:sldMk cId="0" sldId="911"/>
        </pc:sldMkLst>
        <pc:spChg chg="mod">
          <ac:chgData name="王 欣捷" userId="b965477fa0aef5e6" providerId="LiveId" clId="{CCC25DF9-4458-4252-A1FA-96CED2233F88}" dt="2021-04-22T07:28:32.597" v="35" actId="27636"/>
          <ac:spMkLst>
            <pc:docMk/>
            <pc:sldMk cId="0" sldId="911"/>
            <ac:spMk id="63490" creationId="{AF81E5E5-2C59-456D-B8EA-B3BD8507AE57}"/>
          </ac:spMkLst>
        </pc:sp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2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2"/>
            <ac:spMk id="64514" creationId="{CF45981F-AA8D-40DA-AD2C-B093B4950154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2"/>
            <ac:graphicFrameMk id="719876" creationId="{BFAAD3A1-D163-457E-907C-D20C3774ABC4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2"/>
            <ac:graphicFrameMk id="719901" creationId="{1B211A17-2AC8-4584-9DE1-5C6F1685DDA2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3"/>
            <ac:spMk id="65538" creationId="{4050059B-56DF-4DF6-83C4-35420FD2DFB5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3"/>
            <ac:graphicFrameMk id="720900" creationId="{E30E75E1-2A11-4999-8CEA-207FEEB1DCD5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3"/>
            <ac:graphicFrameMk id="720924" creationId="{6E5388C2-2AE4-4393-AA2E-A81407989535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4"/>
            <ac:spMk id="66562" creationId="{139B1E58-90EB-4ED8-BE32-A917CDA6F635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4"/>
            <ac:graphicFrameMk id="721924" creationId="{17FB797E-D55C-4B4C-B68C-A76DAB5EC4AA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4"/>
            <ac:graphicFrameMk id="721945" creationId="{B20140E9-D38B-4360-8FBB-0DE1FB59DDA6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5"/>
            <ac:spMk id="67586" creationId="{60C882DF-E4B9-403D-A687-660E9941377E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5"/>
            <ac:graphicFrameMk id="722948" creationId="{438BF14E-7A83-4990-A36D-D0436A64B6A2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5"/>
            <ac:graphicFrameMk id="722969" creationId="{DC421245-46F2-4449-9A17-2DACE48B9C32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6"/>
            <ac:spMk id="68610" creationId="{C326C14D-7195-40A7-A691-80651E7E1DD7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6"/>
            <ac:graphicFrameMk id="723972" creationId="{78221FFC-2018-4533-9A09-80EB247F8145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6"/>
            <ac:graphicFrameMk id="723996" creationId="{DC356330-6AED-452E-9DBA-A9235B623D77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3648011815" sldId="917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3648011815" sldId="917"/>
            <ac:spMk id="69634" creationId="{D48E0C60-4D41-4752-9464-96FCADF92362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3648011815" sldId="917"/>
            <ac:graphicFrameMk id="724996" creationId="{E93D0F76-9488-4B57-8FA5-0B3DD6EB5085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3648011815" sldId="917"/>
            <ac:graphicFrameMk id="725014" creationId="{94503984-2C71-42D0-A5FC-63011ADB137E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1957887882" sldId="918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1957887882" sldId="918"/>
            <ac:spMk id="70658" creationId="{40C7BB50-4F5A-4778-80F1-A21AE02CBA12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1957887882" sldId="918"/>
            <ac:graphicFrameMk id="726020" creationId="{7670312A-88AE-436D-A6A0-18343808605B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1957887882" sldId="918"/>
            <ac:graphicFrameMk id="726044" creationId="{ACC298F1-FC5A-4E48-98B6-7EF73941E03C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19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19"/>
            <ac:spMk id="71682" creationId="{7380B5E8-64D4-478C-B54F-7CFF9E4DC5E0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9"/>
            <ac:graphicFrameMk id="727044" creationId="{227BD25C-6FD5-4315-9370-5327291A3FD2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0" sldId="919"/>
            <ac:graphicFrameMk id="727062" creationId="{169A3065-3E79-4153-AC02-D0600777786A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4007545427" sldId="920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4007545427" sldId="920"/>
            <ac:spMk id="72706" creationId="{609ECCE6-BE3A-493B-9ACF-9F78E126FD13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4007545427" sldId="920"/>
            <ac:graphicFrameMk id="728068" creationId="{03A0F74E-845A-4835-B55E-2DA81F53313F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4007545427" sldId="920"/>
            <ac:graphicFrameMk id="728092" creationId="{AF9192AE-2C9D-4481-A83E-747F714B0B42}"/>
          </ac:graphicFrameMkLst>
        </pc:graphicFrameChg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2568200143" sldId="921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2568200143" sldId="921"/>
            <ac:spMk id="73730" creationId="{48D43E17-C7AE-4D72-9FCD-753A3682DD4D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2568200143" sldId="921"/>
            <ac:graphicFrameMk id="729092" creationId="{9F2E85D2-8E76-4867-A967-5FC8307F5A7A}"/>
          </ac:graphicFrameMkLst>
        </pc:graphicFrame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2568200143" sldId="921"/>
            <ac:graphicFrameMk id="729110" creationId="{630DC1BD-1BE1-48FF-A271-A8C5EF174CE6}"/>
          </ac:graphicFrameMkLst>
        </pc:graphicFrame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3108036535" sldId="922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3108036535" sldId="922"/>
            <ac:spMk id="74754" creationId="{75980505-D650-4B4F-ABE3-99B11DDE6878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2399032190" sldId="92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2399032190" sldId="923"/>
            <ac:spMk id="75778" creationId="{401C75C9-44D4-419D-8C10-A03B063CFC2F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24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24"/>
            <ac:spMk id="18434" creationId="{83CF4C8F-A729-47D2-948B-6ED12A6CAB50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24"/>
            <ac:spMk id="76802" creationId="{81DDDFDA-1B3A-40DF-83E3-173A6D9C9481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1809059029" sldId="925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1809059029" sldId="925"/>
            <ac:spMk id="19458" creationId="{1D4FDB3B-2CB1-404A-AEC9-750861463A0C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1809059029" sldId="925"/>
            <ac:spMk id="77826" creationId="{ADC273BB-30E2-4343-BD3E-E61B37A0AE4E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3168693475" sldId="92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3168693475" sldId="926"/>
            <ac:spMk id="78850" creationId="{F44EFC79-AA71-41F2-AC28-BC9B847F77CB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464356135" sldId="927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464356135" sldId="927"/>
            <ac:spMk id="23554" creationId="{FE76B30E-F944-491B-A1B6-DD61A57EE9C0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464356135" sldId="927"/>
            <ac:spMk id="79874" creationId="{FE5FBD1F-56F4-481D-A37A-E6D67713CEA6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3474024645" sldId="928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3474024645" sldId="928"/>
            <ac:spMk id="25602" creationId="{B39EE8F2-F575-4DEC-A9A4-4D820E41A47D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3474024645" sldId="928"/>
            <ac:spMk id="80898" creationId="{7F6A7A15-2170-4B10-970B-8E19E07E7A6F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206795369" sldId="929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206795369" sldId="929"/>
            <ac:spMk id="26626" creationId="{5BA64F75-0864-4190-A001-AE9A0A19AFA5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206795369" sldId="929"/>
            <ac:spMk id="81922" creationId="{D03D5C8C-42DC-4083-948A-7080842F777C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44257054" sldId="930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44257054" sldId="930"/>
            <ac:spMk id="27650" creationId="{D96A7554-869F-4BC2-91D4-4922F581D664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44257054" sldId="930"/>
            <ac:spMk id="82946" creationId="{4F344673-E905-47F2-9CB5-6923CD0B9205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44257054" sldId="930"/>
            <ac:graphicFrameMk id="738307" creationId="{B53A32B1-80DE-4F3B-86CE-93E5DFA802F2}"/>
          </ac:graphicFrameMkLst>
        </pc:graphicFrameChg>
        <pc:graphicFrameChg chg="mod">
          <ac:chgData name="王 欣捷" userId="b965477fa0aef5e6" providerId="LiveId" clId="{CCC25DF9-4458-4252-A1FA-96CED2233F88}" dt="2021-04-22T07:40:54.916" v="140"/>
          <ac:graphicFrameMkLst>
            <pc:docMk/>
            <pc:sldMk cId="44257054" sldId="930"/>
            <ac:graphicFrameMk id="757768" creationId="{6312AE14-D852-41AA-9687-39D62594B0EE}"/>
          </ac:graphicFrameMkLst>
        </pc:graphicFrame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3190100003" sldId="931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3190100003" sldId="931"/>
            <ac:spMk id="28674" creationId="{ABBC9EF1-739E-43C6-87BD-C3E7C58E6D23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3190100003" sldId="931"/>
            <ac:spMk id="83970" creationId="{E3FB1BDD-C849-4E03-B3CD-A61179DAAB3C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3190100003" sldId="931"/>
            <ac:graphicFrameMk id="739331" creationId="{B1E21FDA-A2D8-4F71-B78F-3BA5F170BE2C}"/>
          </ac:graphicFrameMkLst>
        </pc:graphicFrame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1496013796" sldId="932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1496013796" sldId="932"/>
            <ac:spMk id="29698" creationId="{EF949056-A1E6-4B07-91FC-A72A83283728}"/>
          </ac:spMkLst>
        </pc:spChg>
        <pc:spChg chg="mod">
          <ac:chgData name="王 欣捷" userId="b965477fa0aef5e6" providerId="LiveId" clId="{CCC25DF9-4458-4252-A1FA-96CED2233F88}" dt="2021-04-22T07:30:15.426" v="47"/>
          <ac:spMkLst>
            <pc:docMk/>
            <pc:sldMk cId="1496013796" sldId="932"/>
            <ac:spMk id="84994" creationId="{E93F4A0C-E169-404C-8D9F-213E3DBC59FA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1496013796" sldId="932"/>
            <ac:graphicFrameMk id="740355" creationId="{0D54F9AA-E8B7-4010-9765-FDB60C5E582C}"/>
          </ac:graphicFrameMkLst>
        </pc:graphicFrameChg>
      </pc:sldChg>
      <pc:sldChg chg="modSp add del">
        <pc:chgData name="王 欣捷" userId="b965477fa0aef5e6" providerId="LiveId" clId="{CCC25DF9-4458-4252-A1FA-96CED2233F88}" dt="2021-04-22T07:35:09.806" v="111" actId="47"/>
        <pc:sldMkLst>
          <pc:docMk/>
          <pc:sldMk cId="2073985740" sldId="93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2073985740" sldId="933"/>
            <ac:spMk id="86018" creationId="{2832C0C2-EF0D-4FB5-9E18-6EF4503AF172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2073985740" sldId="933"/>
            <ac:graphicFrameMk id="741379" creationId="{F52A6E53-D527-40F9-AD87-D17BAE75190A}"/>
          </ac:graphicFrameMkLst>
        </pc:graphicFrameChg>
      </pc:sldChg>
      <pc:sldChg chg="modSp add del">
        <pc:chgData name="王 欣捷" userId="b965477fa0aef5e6" providerId="LiveId" clId="{CCC25DF9-4458-4252-A1FA-96CED2233F88}" dt="2021-04-22T07:35:09.806" v="111" actId="47"/>
        <pc:sldMkLst>
          <pc:docMk/>
          <pc:sldMk cId="2082063938" sldId="93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2082063938" sldId="934"/>
            <ac:spMk id="87042" creationId="{4DB8F8B5-7EB5-41A1-96AB-08FFA078A275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2082063938" sldId="934"/>
            <ac:graphicFrameMk id="742403" creationId="{0751CCFD-3DE9-4119-9CCF-1900618B5EEE}"/>
          </ac:graphicFrameMkLst>
        </pc:graphicFrameChg>
      </pc:sldChg>
      <pc:sldChg chg="modSp add del">
        <pc:chgData name="王 欣捷" userId="b965477fa0aef5e6" providerId="LiveId" clId="{CCC25DF9-4458-4252-A1FA-96CED2233F88}" dt="2021-04-22T07:35:09.806" v="111" actId="47"/>
        <pc:sldMkLst>
          <pc:docMk/>
          <pc:sldMk cId="1691911314" sldId="935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1691911314" sldId="935"/>
            <ac:spMk id="88066" creationId="{5D7F736D-3984-47F4-9FE3-0C14282C5B4B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1691911314" sldId="935"/>
            <ac:graphicFrameMk id="743427" creationId="{3D9D7422-89B8-4FFC-8EC1-2F8AE8FC2192}"/>
          </ac:graphicFrameMkLst>
        </pc:graphicFrameChg>
      </pc:sldChg>
      <pc:sldChg chg="modSp add del">
        <pc:chgData name="王 欣捷" userId="b965477fa0aef5e6" providerId="LiveId" clId="{CCC25DF9-4458-4252-A1FA-96CED2233F88}" dt="2021-04-22T07:35:09.806" v="111" actId="47"/>
        <pc:sldMkLst>
          <pc:docMk/>
          <pc:sldMk cId="3961065735" sldId="936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3961065735" sldId="936"/>
            <ac:spMk id="89090" creationId="{5EB6AA74-919D-4A59-B309-E57D4A894294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3961065735" sldId="936"/>
            <ac:graphicFrameMk id="744451" creationId="{2F13DB0C-9E29-401C-AFEE-D19FB38F84BB}"/>
          </ac:graphicFrameMkLst>
        </pc:graphicFrameChg>
      </pc:sldChg>
      <pc:sldChg chg="modSp add del">
        <pc:chgData name="王 欣捷" userId="b965477fa0aef5e6" providerId="LiveId" clId="{CCC25DF9-4458-4252-A1FA-96CED2233F88}" dt="2021-04-22T07:35:09.806" v="111" actId="47"/>
        <pc:sldMkLst>
          <pc:docMk/>
          <pc:sldMk cId="4212675387" sldId="937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4212675387" sldId="937"/>
            <ac:spMk id="90114" creationId="{3DFEE693-CA13-49EC-861F-875CB15B8B8E}"/>
          </ac:spMkLst>
        </pc:spChg>
        <pc:graphicFrameChg chg="mod">
          <ac:chgData name="王 欣捷" userId="b965477fa0aef5e6" providerId="LiveId" clId="{CCC25DF9-4458-4252-A1FA-96CED2233F88}" dt="2021-04-22T07:30:15.426" v="47"/>
          <ac:graphicFrameMkLst>
            <pc:docMk/>
            <pc:sldMk cId="4212675387" sldId="937"/>
            <ac:graphicFrameMk id="745475" creationId="{7DDCEDAD-AC58-41EA-ABEA-81DFE66490EE}"/>
          </ac:graphicFrameMkLst>
        </pc:graphicFrameChg>
      </pc:sldChg>
      <pc:sldChg chg="modSp add">
        <pc:chgData name="王 欣捷" userId="b965477fa0aef5e6" providerId="LiveId" clId="{CCC25DF9-4458-4252-A1FA-96CED2233F88}" dt="2021-04-22T07:30:15.426" v="47"/>
        <pc:sldMkLst>
          <pc:docMk/>
          <pc:sldMk cId="739956894" sldId="938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739956894" sldId="938"/>
            <ac:spMk id="35842" creationId="{CFEB9F4D-3067-4210-9067-72E0D2368BED}"/>
          </ac:spMkLst>
        </pc:spChg>
      </pc:sldChg>
      <pc:sldChg chg="add del">
        <pc:chgData name="王 欣捷" userId="b965477fa0aef5e6" providerId="LiveId" clId="{CCC25DF9-4458-4252-A1FA-96CED2233F88}" dt="2021-04-22T07:28:32.426" v="23"/>
        <pc:sldMkLst>
          <pc:docMk/>
          <pc:sldMk cId="981592437" sldId="939"/>
        </pc:sldMkLst>
      </pc:sldChg>
      <pc:sldChg chg="add">
        <pc:chgData name="王 欣捷" userId="b965477fa0aef5e6" providerId="LiveId" clId="{CCC25DF9-4458-4252-A1FA-96CED2233F88}" dt="2021-04-22T07:28:32.426" v="23"/>
        <pc:sldMkLst>
          <pc:docMk/>
          <pc:sldMk cId="0" sldId="940"/>
        </pc:sldMkLst>
      </pc:sldChg>
      <pc:sldChg chg="add del">
        <pc:chgData name="王 欣捷" userId="b965477fa0aef5e6" providerId="LiveId" clId="{CCC25DF9-4458-4252-A1FA-96CED2233F88}" dt="2021-04-22T07:28:32.426" v="23"/>
        <pc:sldMkLst>
          <pc:docMk/>
          <pc:sldMk cId="0" sldId="941"/>
        </pc:sldMkLst>
      </pc:sldChg>
      <pc:sldChg chg="modSp add mod">
        <pc:chgData name="王 欣捷" userId="b965477fa0aef5e6" providerId="LiveId" clId="{CCC25DF9-4458-4252-A1FA-96CED2233F88}" dt="2021-04-22T07:30:15.426" v="47"/>
        <pc:sldMkLst>
          <pc:docMk/>
          <pc:sldMk cId="0" sldId="943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43"/>
            <ac:spMk id="91138" creationId="{576472EC-7AD0-47EC-B620-441B2D8D7194}"/>
          </ac:spMkLst>
        </pc:spChg>
      </pc:sldChg>
      <pc:sldChg chg="modSp add del">
        <pc:chgData name="王 欣捷" userId="b965477fa0aef5e6" providerId="LiveId" clId="{CCC25DF9-4458-4252-A1FA-96CED2233F88}" dt="2021-04-22T07:30:15.426" v="47"/>
        <pc:sldMkLst>
          <pc:docMk/>
          <pc:sldMk cId="0" sldId="944"/>
        </pc:sldMkLst>
        <pc:spChg chg="mod">
          <ac:chgData name="王 欣捷" userId="b965477fa0aef5e6" providerId="LiveId" clId="{CCC25DF9-4458-4252-A1FA-96CED2233F88}" dt="2021-04-22T07:30:15.426" v="47"/>
          <ac:spMkLst>
            <pc:docMk/>
            <pc:sldMk cId="0" sldId="944"/>
            <ac:spMk id="40962" creationId="{7B09FD7B-82B0-4C66-ADFC-C53CC6D94B3E}"/>
          </ac:spMkLst>
        </pc:spChg>
      </pc:sldChg>
      <pc:sldChg chg="addSp delSp modSp new mod modClrScheme modAnim chgLayout">
        <pc:chgData name="王 欣捷" userId="b965477fa0aef5e6" providerId="LiveId" clId="{CCC25DF9-4458-4252-A1FA-96CED2233F88}" dt="2021-04-22T07:33:33.234" v="87"/>
        <pc:sldMkLst>
          <pc:docMk/>
          <pc:sldMk cId="672076074" sldId="945"/>
        </pc:sldMkLst>
        <pc:spChg chg="del">
          <ac:chgData name="王 欣捷" userId="b965477fa0aef5e6" providerId="LiveId" clId="{CCC25DF9-4458-4252-A1FA-96CED2233F88}" dt="2021-04-22T07:31:24.217" v="49" actId="700"/>
          <ac:spMkLst>
            <pc:docMk/>
            <pc:sldMk cId="672076074" sldId="945"/>
            <ac:spMk id="2" creationId="{3D8ED6F9-253C-4873-910D-720B8E5FA635}"/>
          </ac:spMkLst>
        </pc:spChg>
        <pc:spChg chg="del">
          <ac:chgData name="王 欣捷" userId="b965477fa0aef5e6" providerId="LiveId" clId="{CCC25DF9-4458-4252-A1FA-96CED2233F88}" dt="2021-04-22T07:31:24.217" v="49" actId="700"/>
          <ac:spMkLst>
            <pc:docMk/>
            <pc:sldMk cId="672076074" sldId="945"/>
            <ac:spMk id="3" creationId="{84626CF4-CE87-41F2-A560-EE567F94E22F}"/>
          </ac:spMkLst>
        </pc:spChg>
        <pc:spChg chg="del mod topLvl">
          <ac:chgData name="王 欣捷" userId="b965477fa0aef5e6" providerId="LiveId" clId="{CCC25DF9-4458-4252-A1FA-96CED2233F88}" dt="2021-04-22T07:31:32.343" v="52" actId="478"/>
          <ac:spMkLst>
            <pc:docMk/>
            <pc:sldMk cId="672076074" sldId="945"/>
            <ac:spMk id="6" creationId="{AE5CF7CF-448E-4320-A4B5-54496A6433DC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7" creationId="{27E602F6-5EFB-44CC-ACB5-6A61AAB62B4B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8" creationId="{16426760-127D-48AF-AD31-C24FFB784967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9" creationId="{AC703E09-C020-4389-8DB6-FB4E3F65B373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0" creationId="{3C187073-F501-41C6-B5B3-3E8B141A227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1" creationId="{1645A8B6-3383-4B05-A563-AD33D9606961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2" creationId="{350C5774-6D51-4E25-A159-65394D185DBC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3" creationId="{A150EBF7-14DB-47EA-8CF4-4D53D64BFA68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4" creationId="{82979BB3-DBCC-4FE1-A345-79F7E646CE73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5" creationId="{24424E10-4737-4F6D-8355-CD7D5C2F61F4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6" creationId="{94AC7065-2BC8-4851-B631-A804C446D848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7" creationId="{F0ABD1DB-7CD0-4974-B325-8D98DD76398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8" creationId="{A8CEFD55-069F-4185-8DAA-158725AD6C3B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19" creationId="{60D0AB61-C8A2-4F95-AFE9-96C321C42EF0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0" creationId="{6D8629DF-99D2-4BD4-BCC3-C88C48AD931C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1" creationId="{6A9FFB80-187E-4441-95F2-2D1811E5051E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2" creationId="{1E40A068-8767-416E-B526-857F996253C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3" creationId="{80BC5F22-D07D-49AD-B098-881672E57C9C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4" creationId="{149000EE-F641-4EDD-818A-6F2C21A0B8DB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5" creationId="{F9B3725F-F950-4EEC-96C3-BD7B64415D8D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6" creationId="{7F258069-DEDD-488F-AB41-CF641BF3E0DF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7" creationId="{16209659-E543-433A-9CE7-7F8C579AECC9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8" creationId="{9AD8F008-A381-47DB-88EA-520AB89ECA7F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29" creationId="{A59A2629-0C9D-4E4D-AFBF-F05A3B8B5EC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0" creationId="{EF177123-9EA1-446B-9F36-6111FD8C9B78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1" creationId="{350A1E3E-023F-45A9-8228-09120049106E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2" creationId="{1D33B595-8D26-431D-8D14-3087C49E416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3" creationId="{0FF707F5-BA40-4586-9A67-944B67E3D1F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4" creationId="{00F7C250-E15C-4BE1-AC03-6924BC8DCDB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5" creationId="{FB83AB44-7F66-4750-8A9E-E0CB5E7DDE2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6" creationId="{29A4DB6B-7043-4CA9-9FB7-6B7B0ACF4CDF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7" creationId="{587ED288-8293-4CA7-9711-003EBE15C39B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8" creationId="{3DADE806-34F3-4F11-B501-5D1BEBE16ABC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39" creationId="{EF02EAA8-CCC1-4E5C-9B96-79CA04DA45A0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0" creationId="{08E3B16C-1587-4CDD-8D60-0251660E996E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1" creationId="{C09E2384-9491-47E1-8332-C48CE4AFC82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2" creationId="{102F5560-3C29-4107-B2AB-CC6BA6324471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3" creationId="{CAD5A62E-2AFF-44D2-89EB-CBDD89EDB19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4" creationId="{3C1657DE-3212-4B3C-8723-7E375144EB81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5" creationId="{458AD7FB-E38C-4B8B-BE66-D4D5B986159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6" creationId="{AC89EE1D-DBB2-41D3-B4DF-10965F6EC33D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7" creationId="{26EF8405-EF94-45B5-93DE-97313727051D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8" creationId="{3310DB82-B72A-4B8B-BBE5-476F60719013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49" creationId="{3B01E6D6-477F-4B71-AE1A-07E96F4CDCE9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0" creationId="{0EC2FB32-BFD9-4BF0-8564-EF4DB0F9C89F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1" creationId="{C7D5C838-339C-48D5-9AE4-F29450C32187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2" creationId="{3C41A23E-23B9-4302-9EE2-49A82C20562E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3" creationId="{2B846DC9-53A9-4544-999D-A3806B956B2F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4" creationId="{7B502FAF-204D-4C8A-8DB8-06D5C59EB183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5" creationId="{0F0AB461-FF0F-4720-B692-9DF282963A3A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6" creationId="{6422731D-6B49-4698-B574-BD535F303794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7" creationId="{102032B8-70CF-4B64-B465-CAA42DBB35F5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8" creationId="{490364CC-5541-4B96-AA9C-2DB2C3192721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59" creationId="{1AAFF6C9-67E6-4F5A-9141-2475D02F07A8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0" creationId="{F4992DC7-2901-4AD6-BE76-B350F1D3B996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1" creationId="{32258C08-A127-4822-B488-FC9B03076C21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2" creationId="{F65B9A5B-A533-4FA2-A5B4-1B51B80D0C8B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3" creationId="{3C86CA30-0D72-4515-83AF-79A889756BFE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4" creationId="{6FEDB921-45DA-47EA-8AD4-547CE1C9A673}"/>
          </ac:spMkLst>
        </pc:spChg>
        <pc:spChg chg="mod topLvl">
          <ac:chgData name="王 欣捷" userId="b965477fa0aef5e6" providerId="LiveId" clId="{CCC25DF9-4458-4252-A1FA-96CED2233F88}" dt="2021-04-22T07:32:59.347" v="78" actId="1076"/>
          <ac:spMkLst>
            <pc:docMk/>
            <pc:sldMk cId="672076074" sldId="945"/>
            <ac:spMk id="65" creationId="{80B2479C-50AA-44D7-88A8-8E5BB60905FD}"/>
          </ac:spMkLst>
        </pc:spChg>
        <pc:spChg chg="add del mod ord">
          <ac:chgData name="王 欣捷" userId="b965477fa0aef5e6" providerId="LiveId" clId="{CCC25DF9-4458-4252-A1FA-96CED2233F88}" dt="2021-04-22T07:32:19.794" v="65" actId="700"/>
          <ac:spMkLst>
            <pc:docMk/>
            <pc:sldMk cId="672076074" sldId="945"/>
            <ac:spMk id="75" creationId="{5FE7955D-86A8-4F54-9810-B86BB8FDEC97}"/>
          </ac:spMkLst>
        </pc:spChg>
        <pc:spChg chg="add del mod ord">
          <ac:chgData name="王 欣捷" userId="b965477fa0aef5e6" providerId="LiveId" clId="{CCC25DF9-4458-4252-A1FA-96CED2233F88}" dt="2021-04-22T07:32:19.794" v="65" actId="700"/>
          <ac:spMkLst>
            <pc:docMk/>
            <pc:sldMk cId="672076074" sldId="945"/>
            <ac:spMk id="76" creationId="{C03044FE-297C-4F90-AD67-602ACBA903E3}"/>
          </ac:spMkLst>
        </pc:spChg>
        <pc:spChg chg="add mod ord">
          <ac:chgData name="王 欣捷" userId="b965477fa0aef5e6" providerId="LiveId" clId="{CCC25DF9-4458-4252-A1FA-96CED2233F88}" dt="2021-04-22T07:32:45.015" v="77" actId="1076"/>
          <ac:spMkLst>
            <pc:docMk/>
            <pc:sldMk cId="672076074" sldId="945"/>
            <ac:spMk id="77" creationId="{BE0F15CC-E720-487C-8293-E08359796339}"/>
          </ac:spMkLst>
        </pc:spChg>
        <pc:spChg chg="add mod ord">
          <ac:chgData name="王 欣捷" userId="b965477fa0aef5e6" providerId="LiveId" clId="{CCC25DF9-4458-4252-A1FA-96CED2233F88}" dt="2021-04-22T07:33:03.201" v="79"/>
          <ac:spMkLst>
            <pc:docMk/>
            <pc:sldMk cId="672076074" sldId="945"/>
            <ac:spMk id="78" creationId="{3190E55A-1BA7-4E06-8BA7-06A2ED73DEB3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0" creationId="{A889A40E-A734-4077-BCC5-E0940E9D753A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1" creationId="{5883B8B7-2D16-4938-85E9-E663E56B83D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2" creationId="{706A2B36-C2DB-49D1-81F4-910A7A694677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3" creationId="{F9B3F40D-546D-4593-8260-683107BAFE38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4" creationId="{567DDB3E-FF62-4502-AEEA-1A7EFA172980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5" creationId="{E5E911B7-5EC2-4F8E-8E02-5FD4A2A09547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6" creationId="{9FB25618-7304-4F24-9525-57CF15B5AA9F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7" creationId="{3CFD7EB8-D659-48F3-855A-AFEDFA682115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8" creationId="{11118593-2BBD-4C7D-BAC9-AC9CD16B3B4B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89" creationId="{03CDBDFB-763A-46B0-80F2-7CBC53297841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0" creationId="{E4C5103D-E9B2-4D2C-A1AD-D6AA2A601F75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1" creationId="{C86426D1-9132-4D7C-873B-0AE66BCD333C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2" creationId="{BFE7E6C9-74FB-4174-A7C3-7752A6D5650F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3" creationId="{556CBB46-D1E3-4297-BB0A-980A9F61A686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4" creationId="{DF078DDA-56F1-47C2-B015-022071D7C303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5" creationId="{A7AD8147-05CA-43EF-A328-3F3CE8123012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6" creationId="{19F4A4C8-FE05-4B4C-A693-E38FD6A0E533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7" creationId="{6500F11F-23DB-4086-A34A-391ECC5D2612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98" creationId="{8A1B1082-249A-4E77-87A2-6D457185ADDF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0" creationId="{611AB30D-2301-489A-AEE9-21387615A36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1" creationId="{9A04D5C4-4DDA-4C38-B981-D46670807562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2" creationId="{F900CC01-074E-4EB0-8AE2-4FAED2573FB0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4" creationId="{1D4CFE77-E0EF-4347-BE9C-F9ABB7E11F24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5" creationId="{EF22B955-BE0D-48C3-A5B2-4F7DED68AE8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6" creationId="{2AC374B0-728A-4EC4-8ABD-16E1F5CAEA1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8" creationId="{F1CAF23D-CB3D-473B-89FE-990A622A48FF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09" creationId="{98823933-78D8-41E3-B2B4-48B918A06D8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0" creationId="{6ED22A44-C3B3-4F2B-93AA-464592147DA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1" creationId="{8C291361-CEE8-4690-8AF2-6283BC07ED5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2" creationId="{83141466-492D-4FB9-A57B-54E0E12A8325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3" creationId="{B311DDF2-A1FB-4894-AB08-AC75C80C3ACA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5" creationId="{3839507F-D75C-4B5F-B696-F064910F89E8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6" creationId="{95ED578F-17B3-4298-AF26-E286321920C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7" creationId="{CC1AD3DB-B653-4884-A69E-1B6D94838408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8" creationId="{49D3F8D2-71BF-45DE-AC4E-3DF3A0D9F794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19" creationId="{B7A91F4B-D160-404F-A9E2-E443D2CA65B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0" creationId="{6D4B6F76-BCC9-4399-8A92-F10245AD587C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2" creationId="{505B9FD8-5CFD-4727-8930-51CDF2AEA461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3" creationId="{4279E484-D09B-45C6-A216-0B250D23988C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4" creationId="{7E59F986-0374-4909-8814-D280D19BB104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5" creationId="{4E3A00A3-B7C7-4BF0-A205-FF52024E9D02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6" creationId="{5C748F42-16ED-42EF-8AEF-EC13E70FEA6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7" creationId="{09B97E4D-B913-4FAA-9514-ABCAD8FC43E0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29" creationId="{6DA343E9-7B6C-4AE8-829A-A760389A8C6F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0" creationId="{43C9CB12-97C6-4DDF-829F-F3FD175AA831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1" creationId="{1B460E49-DCD8-470D-8020-14BDD3DD7B51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2" creationId="{99A99CAD-F394-44FB-8C49-076A2E20EFD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4" creationId="{B6E185AB-129F-4E23-98C8-63514E85EAB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5" creationId="{935846C3-A8BE-45A0-86CB-581C533A51C9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6" creationId="{49555421-0CFB-4259-9372-0B6A69CF9FE7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7" creationId="{6EA55B9B-2CE4-4AC8-80A0-FBD3ED19BBE5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39" creationId="{384187A4-D0A8-48BB-915A-1D8C240DE9AE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0" creationId="{F208797E-B50E-4943-97A9-538656571BD6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1" creationId="{9F327C15-E8E9-41A6-9E61-9EE4D35BB0D5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2" creationId="{601D0688-BBE5-4624-8C15-BD299EC97EF1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3" creationId="{D490ACEA-6BF2-41DA-8B63-BF4EF6C14F2B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4" creationId="{EB9C4747-6BFD-4A66-A24E-9E3B1081B178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5" creationId="{10B13F9D-2D58-4295-AFD7-8B8F1BFBBD17}"/>
          </ac:spMkLst>
        </pc:spChg>
        <pc:spChg chg="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6" creationId="{649FD460-C816-4411-8780-6B052BEF2FAE}"/>
          </ac:spMkLst>
        </pc:spChg>
        <pc:spChg chg="add mod">
          <ac:chgData name="王 欣捷" userId="b965477fa0aef5e6" providerId="LiveId" clId="{CCC25DF9-4458-4252-A1FA-96CED2233F88}" dt="2021-04-22T07:32:31.459" v="73" actId="571"/>
          <ac:spMkLst>
            <pc:docMk/>
            <pc:sldMk cId="672076074" sldId="945"/>
            <ac:spMk id="147" creationId="{9B141C0B-703F-4D0D-AC79-823E123A6F42}"/>
          </ac:spMkLst>
        </pc:spChg>
        <pc:grpChg chg="mod">
          <ac:chgData name="王 欣捷" userId="b965477fa0aef5e6" providerId="LiveId" clId="{CCC25DF9-4458-4252-A1FA-96CED2233F88}" dt="2021-04-22T07:31:27.886" v="50" actId="338"/>
          <ac:grpSpMkLst>
            <pc:docMk/>
            <pc:sldMk cId="672076074" sldId="945"/>
            <ac:grpSpMk id="1" creationId="{00000000-0000-0000-0000-000000000000}"/>
          </ac:grpSpMkLst>
        </pc:grpChg>
        <pc:grpChg chg="del mod">
          <ac:chgData name="王 欣捷" userId="b965477fa0aef5e6" providerId="LiveId" clId="{CCC25DF9-4458-4252-A1FA-96CED2233F88}" dt="2021-04-22T07:31:29.897" v="51" actId="165"/>
          <ac:grpSpMkLst>
            <pc:docMk/>
            <pc:sldMk cId="672076074" sldId="945"/>
            <ac:grpSpMk id="5" creationId="{ADB0FCB7-885F-4799-9AEF-A9D8371274B6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66" creationId="{3B31E2A3-1B41-44AF-990C-9975499BDBC2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67" creationId="{89A56738-EEC0-40D2-B4DD-4173362118E6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68" creationId="{6041EC34-3442-41EA-A066-BDF94B561AB7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69" creationId="{71265710-56E9-4814-99C9-4FF829FA9726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70" creationId="{CE290C31-943E-4EE4-8769-17C9EC61C719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71" creationId="{7F70ACD7-19A4-430E-B947-66D65C9C8BE5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72" creationId="{36AD146A-577C-4467-943E-D117E1979486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73" creationId="{D25A00AB-79AD-45F3-A4CC-4A6F52BF579E}"/>
          </ac:grpSpMkLst>
        </pc:grpChg>
        <pc:grpChg chg="add mod">
          <ac:chgData name="王 欣捷" userId="b965477fa0aef5e6" providerId="LiveId" clId="{CCC25DF9-4458-4252-A1FA-96CED2233F88}" dt="2021-04-22T07:32:59.347" v="78" actId="1076"/>
          <ac:grpSpMkLst>
            <pc:docMk/>
            <pc:sldMk cId="672076074" sldId="945"/>
            <ac:grpSpMk id="74" creationId="{D8BF4D1C-C6F9-4711-8618-28096A83946B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79" creationId="{4F06C3B6-2CA0-4D69-BACF-AF44C3B623EE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99" creationId="{E8062EC8-AD46-40BF-AB8C-48CDA908469F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03" creationId="{45DB49BB-8162-4AB4-9650-A816B952BC6A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07" creationId="{492A292C-79A1-4733-AF78-C628954D796B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14" creationId="{5C7A08D9-72AE-4F48-9FE6-024DD29694C3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21" creationId="{0E8CB6F6-A88F-43C1-9836-1D3A9C5F6D72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28" creationId="{E3338AC8-AE2F-41FF-95F2-AE2463B2F250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33" creationId="{DA7C3452-3C39-4665-AE4C-BF4DC43D23EC}"/>
          </ac:grpSpMkLst>
        </pc:grpChg>
        <pc:grpChg chg="add mod">
          <ac:chgData name="王 欣捷" userId="b965477fa0aef5e6" providerId="LiveId" clId="{CCC25DF9-4458-4252-A1FA-96CED2233F88}" dt="2021-04-22T07:32:31.459" v="73" actId="571"/>
          <ac:grpSpMkLst>
            <pc:docMk/>
            <pc:sldMk cId="672076074" sldId="945"/>
            <ac:grpSpMk id="138" creationId="{C11705C1-A1D7-4B9D-AB2F-3A57ACF96753}"/>
          </ac:grpSpMkLst>
        </pc:grpChg>
        <pc:picChg chg="del mod">
          <ac:chgData name="王 欣捷" userId="b965477fa0aef5e6" providerId="LiveId" clId="{CCC25DF9-4458-4252-A1FA-96CED2233F88}" dt="2021-04-22T07:31:27.886" v="50" actId="338"/>
          <ac:picMkLst>
            <pc:docMk/>
            <pc:sldMk cId="672076074" sldId="945"/>
            <ac:picMk id="4" creationId="{C862C518-D52A-466F-BF3E-4E94B2C7469F}"/>
          </ac:picMkLst>
        </pc:picChg>
      </pc:sldChg>
      <pc:sldChg chg="addSp delSp modSp new mod modClrScheme modAnim chgLayout">
        <pc:chgData name="王 欣捷" userId="b965477fa0aef5e6" providerId="LiveId" clId="{CCC25DF9-4458-4252-A1FA-96CED2233F88}" dt="2021-04-22T07:37:01.921" v="138"/>
        <pc:sldMkLst>
          <pc:docMk/>
          <pc:sldMk cId="4090644917" sldId="946"/>
        </pc:sldMkLst>
        <pc:spChg chg="del">
          <ac:chgData name="王 欣捷" userId="b965477fa0aef5e6" providerId="LiveId" clId="{CCC25DF9-4458-4252-A1FA-96CED2233F88}" dt="2021-04-22T07:33:59.957" v="90" actId="700"/>
          <ac:spMkLst>
            <pc:docMk/>
            <pc:sldMk cId="4090644917" sldId="946"/>
            <ac:spMk id="2" creationId="{9056E52F-2356-4711-A99F-569138FA83C8}"/>
          </ac:spMkLst>
        </pc:spChg>
        <pc:spChg chg="del">
          <ac:chgData name="王 欣捷" userId="b965477fa0aef5e6" providerId="LiveId" clId="{CCC25DF9-4458-4252-A1FA-96CED2233F88}" dt="2021-04-22T07:33:59.957" v="90" actId="700"/>
          <ac:spMkLst>
            <pc:docMk/>
            <pc:sldMk cId="4090644917" sldId="946"/>
            <ac:spMk id="3" creationId="{5EF6FEB4-C019-44F0-85A8-7137414963DD}"/>
          </ac:spMkLst>
        </pc:spChg>
        <pc:spChg chg="del mod topLvl">
          <ac:chgData name="王 欣捷" userId="b965477fa0aef5e6" providerId="LiveId" clId="{CCC25DF9-4458-4252-A1FA-96CED2233F88}" dt="2021-04-22T07:34:14.079" v="93" actId="478"/>
          <ac:spMkLst>
            <pc:docMk/>
            <pc:sldMk cId="4090644917" sldId="946"/>
            <ac:spMk id="6" creationId="{4662E652-AC15-410A-813E-5BB32FC8835F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7" creationId="{3FC962AE-AA85-496B-9BC3-418B8B9ADC88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8" creationId="{8E3103D6-FFFF-4584-8F24-E99E56355BB7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9" creationId="{51903F81-2449-4B9D-A585-9C3E6038AE63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0" creationId="{F0350DA3-7BFD-4320-96AF-1D5DA3D42A7F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1" creationId="{E3EADC27-17E7-4524-AA8E-129457246AE1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2" creationId="{B45FE053-EAAB-423B-B9C0-E2800943331A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3" creationId="{5D14D4A6-D66A-4EDD-8AF3-FBA76185E38A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4" creationId="{FF10CD1F-E4E6-42B0-BC7D-91C0DBD4A6EC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5" creationId="{838E0E82-8090-4C75-9A8D-AF3A594247B9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6" creationId="{5B610EEA-FB63-492A-91F5-93D63444D152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7" creationId="{F7329129-2519-46C6-AA78-39567F04FC29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8" creationId="{0578C21D-CB37-49FC-8CAE-DC8F9D3C9E3C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19" creationId="{2394003A-63D7-4987-ADA1-28C49527416F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0" creationId="{B6E04430-B4AE-485F-AC25-50109ECA53DE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1" creationId="{2DBF468B-A414-4B72-8B1A-C6B2932C6F41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2" creationId="{2BBD8F42-56BF-48CF-9BFC-82D5A87A1A13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3" creationId="{BA00CB66-20FD-49EB-BF1B-04579D9C2F96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4" creationId="{9AE9B4EE-5C76-4A5D-9B15-83999E364A8A}"/>
          </ac:spMkLst>
        </pc:spChg>
        <pc:spChg chg="mod topLvl">
          <ac:chgData name="王 欣捷" userId="b965477fa0aef5e6" providerId="LiveId" clId="{CCC25DF9-4458-4252-A1FA-96CED2233F88}" dt="2021-04-22T07:36:18.538" v="128" actId="1076"/>
          <ac:spMkLst>
            <pc:docMk/>
            <pc:sldMk cId="4090644917" sldId="946"/>
            <ac:spMk id="25" creationId="{710FFDE6-71CD-49FB-9FE3-B9320B2332E4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26" creationId="{4A297563-FB87-43F0-B663-938F80EE1A9D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27" creationId="{244C2F29-A714-4F00-B06F-54863F34770A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28" creationId="{ABAB9E9E-BBAC-4D43-B5D1-5CA64B90DA0F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29" creationId="{F95712C0-A361-4F96-8D2C-F788BF84D7C3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0" creationId="{3A266DDC-258D-49BE-852E-C7D9F572ADAC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1" creationId="{93A080B8-5A5E-479B-9B6F-6C59E412FE50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2" creationId="{BF3DB8CA-6E0F-4B76-95F1-ECDBD451198C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3" creationId="{3C435748-3DA0-46C8-96BE-655F9A9667A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4" creationId="{05B97EEB-1F1D-493D-95F4-5A6CAC6829F3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5" creationId="{4276EFE1-F88D-4E1F-9C73-29B46AB99694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6" creationId="{205032D1-7051-4534-9646-B0B39643709D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7" creationId="{B6AAF248-D5CD-449B-B46F-FD414AFE439E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8" creationId="{60D26558-4CDD-4F5C-93A5-BEFA0AEAC6AF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39" creationId="{1334F717-9408-4FA8-B741-1E731AE97C7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40" creationId="{1CA44209-A62F-4476-B98D-9AFAD13F1438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41" creationId="{577942B5-F3B8-485B-BD7A-64BFB23F9DCB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42" creationId="{5707B440-9091-44C7-B074-CCB397E0AC45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43" creationId="{4B03C290-4B76-43B2-A8BB-116260538668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44" creationId="{1DAF417A-27DB-4D83-9CD7-A475B7BD441E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45" creationId="{ACB1CBA9-2EB5-45C0-8BE2-499EDED83C15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46" creationId="{3B776426-D057-4872-95BF-9EC32EEDEB8D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47" creationId="{9D7A319C-F077-4B1B-87AF-56487DA148A5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48" creationId="{3A7D379A-5ED5-452F-B99A-850C4D5281A3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49" creationId="{62886FD4-3A98-48DC-964E-089468C84532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50" creationId="{C39973FC-B9B8-4BEC-8A97-377EB7BFE0B0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51" creationId="{74EC502F-6B7E-4178-A197-3525CA23D8C2}"/>
          </ac:spMkLst>
        </pc:spChg>
        <pc:spChg chg="mod topLvl">
          <ac:chgData name="王 欣捷" userId="b965477fa0aef5e6" providerId="LiveId" clId="{CCC25DF9-4458-4252-A1FA-96CED2233F88}" dt="2021-04-22T07:36:45.522" v="133" actId="164"/>
          <ac:spMkLst>
            <pc:docMk/>
            <pc:sldMk cId="4090644917" sldId="946"/>
            <ac:spMk id="52" creationId="{7A8EB80A-304D-4D4F-8C44-2CF93CA8A217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3" creationId="{1B239E9F-A6CA-45EC-9392-FD2D6BE248F6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4" creationId="{C09E1BDA-E6C0-4ECE-A0DF-93F69715253F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5" creationId="{CE584957-AC2D-44E1-8089-CF92D1138933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6" creationId="{0D4F9DB1-7AC7-480D-B70E-5136C3E2E6E6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7" creationId="{8303C365-A110-41A7-A9C3-4526823C72C2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8" creationId="{1E78416D-0A76-4E57-A2B1-088A2E6CD6D4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59" creationId="{2E065FFF-1AF4-42CB-AABE-7B9AFC20EC2F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60" creationId="{1BC64DE6-D68C-4FB1-9A52-BC0895442AE3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61" creationId="{C5A27A63-C050-4A09-9A67-124621261759}"/>
          </ac:spMkLst>
        </pc:spChg>
        <pc:spChg chg="mod topLvl">
          <ac:chgData name="王 欣捷" userId="b965477fa0aef5e6" providerId="LiveId" clId="{CCC25DF9-4458-4252-A1FA-96CED2233F88}" dt="2021-04-22T07:36:34.586" v="132" actId="1076"/>
          <ac:spMkLst>
            <pc:docMk/>
            <pc:sldMk cId="4090644917" sldId="946"/>
            <ac:spMk id="62" creationId="{9F3DDA67-86E8-4C90-B493-99ECF3C226E6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3" creationId="{97B84383-2733-424F-B1C5-FFB32A31BF11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4" creationId="{6A16BF8A-B109-4144-9CA4-4D467A982C3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5" creationId="{673F59EA-C48F-4217-B0E4-499A119CB015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6" creationId="{B0C85333-B9E1-4CCB-8ABF-4BDB438D787B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7" creationId="{FA3765AD-FCB5-44A8-8EFE-8EBF99F4B029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8" creationId="{EB4BEAA9-360E-4882-A578-67B529847986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69" creationId="{9F6E41D2-7828-4DA5-813D-82F0548027EE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0" creationId="{F0AA13C5-6A9D-4436-9DA7-BE3792B470F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1" creationId="{CA1D5302-2F60-4FBB-BD26-15E181855692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2" creationId="{9EADE948-5F62-42FE-90ED-D6A627F10F4D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3" creationId="{EACDC886-BF4C-4D7D-9658-6E026712318B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4" creationId="{FEFC82D9-8BAC-471F-874E-FA8EA4FAEF9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5" creationId="{CCC394CD-5C4E-4031-ADC5-4D6B459C66F9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6" creationId="{ED7057A5-8ECD-4B74-889A-9E67FC48982F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7" creationId="{181BF99D-75A4-472B-BDC9-166A3F8476A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8" creationId="{5C2991C8-AB10-4E7B-B625-3A80FEDB8A07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79" creationId="{BC2B2C75-55DB-451F-9B6B-CF2B28C0DCBE}"/>
          </ac:spMkLst>
        </pc:spChg>
        <pc:spChg chg="mod topLvl">
          <ac:chgData name="王 欣捷" userId="b965477fa0aef5e6" providerId="LiveId" clId="{CCC25DF9-4458-4252-A1FA-96CED2233F88}" dt="2021-04-22T07:34:55.753" v="107" actId="1076"/>
          <ac:spMkLst>
            <pc:docMk/>
            <pc:sldMk cId="4090644917" sldId="946"/>
            <ac:spMk id="80" creationId="{BC77A050-4CFC-4231-B4E4-5C66334FA3E1}"/>
          </ac:spMkLst>
        </pc:spChg>
        <pc:spChg chg="add mod ord">
          <ac:chgData name="王 欣捷" userId="b965477fa0aef5e6" providerId="LiveId" clId="{CCC25DF9-4458-4252-A1FA-96CED2233F88}" dt="2021-04-22T07:35:02.239" v="110" actId="27636"/>
          <ac:spMkLst>
            <pc:docMk/>
            <pc:sldMk cId="4090644917" sldId="946"/>
            <ac:spMk id="90" creationId="{08414A11-0938-407D-A733-5DC681B7845F}"/>
          </ac:spMkLst>
        </pc:spChg>
        <pc:spChg chg="add mod ord">
          <ac:chgData name="王 欣捷" userId="b965477fa0aef5e6" providerId="LiveId" clId="{CCC25DF9-4458-4252-A1FA-96CED2233F88}" dt="2021-04-22T07:36:15.687" v="126" actId="1076"/>
          <ac:spMkLst>
            <pc:docMk/>
            <pc:sldMk cId="4090644917" sldId="946"/>
            <ac:spMk id="91" creationId="{666A1937-D1AC-4987-B1F8-4237DB8CC21A}"/>
          </ac:spMkLst>
        </pc:spChg>
        <pc:grpChg chg="mod">
          <ac:chgData name="王 欣捷" userId="b965477fa0aef5e6" providerId="LiveId" clId="{CCC25DF9-4458-4252-A1FA-96CED2233F88}" dt="2021-04-22T07:34:09.532" v="91" actId="338"/>
          <ac:grpSpMkLst>
            <pc:docMk/>
            <pc:sldMk cId="4090644917" sldId="946"/>
            <ac:grpSpMk id="1" creationId="{00000000-0000-0000-0000-000000000000}"/>
          </ac:grpSpMkLst>
        </pc:grpChg>
        <pc:grpChg chg="del mod">
          <ac:chgData name="王 欣捷" userId="b965477fa0aef5e6" providerId="LiveId" clId="{CCC25DF9-4458-4252-A1FA-96CED2233F88}" dt="2021-04-22T07:34:12.062" v="92" actId="165"/>
          <ac:grpSpMkLst>
            <pc:docMk/>
            <pc:sldMk cId="4090644917" sldId="946"/>
            <ac:grpSpMk id="5" creationId="{9FB66C29-D82A-4452-BFC6-5A53F87A4DDA}"/>
          </ac:grpSpMkLst>
        </pc:grpChg>
        <pc:grpChg chg="add del mod">
          <ac:chgData name="王 欣捷" userId="b965477fa0aef5e6" providerId="LiveId" clId="{CCC25DF9-4458-4252-A1FA-96CED2233F88}" dt="2021-04-22T07:35:52.630" v="119" actId="165"/>
          <ac:grpSpMkLst>
            <pc:docMk/>
            <pc:sldMk cId="4090644917" sldId="946"/>
            <ac:grpSpMk id="81" creationId="{73C69B23-6672-49FE-99B7-D36DF3F33E57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2" creationId="{E1DF432B-9453-4538-A4BB-6C8CEBB545FF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3" creationId="{6FED653A-C679-4CD6-AAE6-183184750DA7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4" creationId="{70EE79E6-5A6D-4F83-B745-63FDA81FA3C5}"/>
          </ac:grpSpMkLst>
        </pc:grpChg>
        <pc:grpChg chg="add del mod">
          <ac:chgData name="王 欣捷" userId="b965477fa0aef5e6" providerId="LiveId" clId="{CCC25DF9-4458-4252-A1FA-96CED2233F88}" dt="2021-04-22T07:35:42.137" v="116" actId="165"/>
          <ac:grpSpMkLst>
            <pc:docMk/>
            <pc:sldMk cId="4090644917" sldId="946"/>
            <ac:grpSpMk id="85" creationId="{FAAB07B7-3401-4121-80C8-45E33696D231}"/>
          </ac:grpSpMkLst>
        </pc:grpChg>
        <pc:grpChg chg="add mod">
          <ac:chgData name="王 欣捷" userId="b965477fa0aef5e6" providerId="LiveId" clId="{CCC25DF9-4458-4252-A1FA-96CED2233F88}" dt="2021-04-22T07:36:34.586" v="132" actId="1076"/>
          <ac:grpSpMkLst>
            <pc:docMk/>
            <pc:sldMk cId="4090644917" sldId="946"/>
            <ac:grpSpMk id="86" creationId="{BF875737-2DB5-4FA4-891B-3982100FD5CE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7" creationId="{2D27FF75-BFE8-4180-924B-056A9B2D3E0F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8" creationId="{C6ADAB29-7F99-437F-83DF-DBF4963EE48A}"/>
          </ac:grpSpMkLst>
        </pc:grpChg>
        <pc:grpChg chg="add mod">
          <ac:chgData name="王 欣捷" userId="b965477fa0aef5e6" providerId="LiveId" clId="{CCC25DF9-4458-4252-A1FA-96CED2233F88}" dt="2021-04-22T07:34:55.753" v="107" actId="1076"/>
          <ac:grpSpMkLst>
            <pc:docMk/>
            <pc:sldMk cId="4090644917" sldId="946"/>
            <ac:grpSpMk id="89" creationId="{7C14ED04-91AD-41E0-8E07-C1861567D3E1}"/>
          </ac:grpSpMkLst>
        </pc:grpChg>
        <pc:grpChg chg="add mod">
          <ac:chgData name="王 欣捷" userId="b965477fa0aef5e6" providerId="LiveId" clId="{CCC25DF9-4458-4252-A1FA-96CED2233F88}" dt="2021-04-22T07:36:18.538" v="128" actId="1076"/>
          <ac:grpSpMkLst>
            <pc:docMk/>
            <pc:sldMk cId="4090644917" sldId="946"/>
            <ac:grpSpMk id="92" creationId="{CFBB732F-32C7-44BE-9B25-2B63D052E986}"/>
          </ac:grpSpMkLst>
        </pc:grpChg>
        <pc:grpChg chg="add mod">
          <ac:chgData name="王 欣捷" userId="b965477fa0aef5e6" providerId="LiveId" clId="{CCC25DF9-4458-4252-A1FA-96CED2233F88}" dt="2021-04-22T07:36:45.522" v="133" actId="164"/>
          <ac:grpSpMkLst>
            <pc:docMk/>
            <pc:sldMk cId="4090644917" sldId="946"/>
            <ac:grpSpMk id="93" creationId="{6C827C96-2FF9-4130-967B-DE2997090804}"/>
          </ac:grpSpMkLst>
        </pc:grpChg>
        <pc:picChg chg="del mod">
          <ac:chgData name="王 欣捷" userId="b965477fa0aef5e6" providerId="LiveId" clId="{CCC25DF9-4458-4252-A1FA-96CED2233F88}" dt="2021-04-22T07:34:09.532" v="91" actId="338"/>
          <ac:picMkLst>
            <pc:docMk/>
            <pc:sldMk cId="4090644917" sldId="946"/>
            <ac:picMk id="4" creationId="{04DA7B1D-F1CC-4874-A0B8-CEC1C2AA3D5C}"/>
          </ac:picMkLst>
        </pc:pic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4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4"/>
            <ac:spMk id="38914" creationId="{28CE3509-59E4-47BA-9778-C1625AFB2554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5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5"/>
            <ac:spMk id="21506" creationId="{1A8D6337-402C-4A74-BA01-903840EA0331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6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6"/>
            <ac:spMk id="31746" creationId="{CBA333DE-8DAC-4F1A-AD70-D8560F1B622C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7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7"/>
            <ac:spMk id="32770" creationId="{F43E01EE-F21F-4F34-A8C5-AE2648940F07}"/>
          </ac:spMkLst>
        </pc:spChg>
        <pc:graphicFrameChg chg="mod">
          <ac:chgData name="王 欣捷" userId="b965477fa0aef5e6" providerId="LiveId" clId="{CCC25DF9-4458-4252-A1FA-96CED2233F88}" dt="2021-04-22T07:40:54.916" v="140"/>
          <ac:graphicFrameMkLst>
            <pc:docMk/>
            <pc:sldMk cId="0" sldId="957"/>
            <ac:graphicFrameMk id="759811" creationId="{3A573865-75FB-4649-A787-E32A4AD8739F}"/>
          </ac:graphicFrameMkLst>
        </pc:graphicFrame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8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8"/>
            <ac:spMk id="33794" creationId="{BADD5867-6C8A-463B-A679-92EECEE31450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59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59"/>
            <ac:spMk id="35842" creationId="{4B434EC7-E5E0-48A1-9BDB-2E965D7B7BE3}"/>
          </ac:spMkLst>
        </pc:spChg>
      </pc:sldChg>
      <pc:sldChg chg="modSp add del">
        <pc:chgData name="王 欣捷" userId="b965477fa0aef5e6" providerId="LiveId" clId="{CCC25DF9-4458-4252-A1FA-96CED2233F88}" dt="2021-04-22T07:44:25.943" v="145"/>
        <pc:sldMkLst>
          <pc:docMk/>
          <pc:sldMk cId="0" sldId="960"/>
        </pc:sldMkLst>
        <pc:spChg chg="mod">
          <ac:chgData name="王 欣捷" userId="b965477fa0aef5e6" providerId="LiveId" clId="{CCC25DF9-4458-4252-A1FA-96CED2233F88}" dt="2021-04-22T07:40:54.916" v="140"/>
          <ac:spMkLst>
            <pc:docMk/>
            <pc:sldMk cId="0" sldId="960"/>
            <ac:spMk id="37890" creationId="{E7EC4258-DFAE-4969-959B-AD51D22B0F02}"/>
          </ac:spMkLst>
        </pc:spChg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96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2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3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3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5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7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3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8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8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3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4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5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6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8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09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3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4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5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6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0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1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13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2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0" sldId="1138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516213771" sldId="113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406512071" sldId="114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1844201406" sldId="114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4223351651" sldId="1145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962178428" sldId="115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2813883607" sldId="1158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740059661" sldId="115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618475896" sldId="1160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2042943240" sldId="1161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272006686" sldId="1162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2547034749" sldId="1163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771280182" sldId="1165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2692631" sldId="1166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628184232" sldId="1167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1528587018" sldId="1168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3168183637" sldId="1169"/>
        </pc:sldMkLst>
      </pc:sldChg>
      <pc:sldChg chg="del">
        <pc:chgData name="王 欣捷" userId="b965477fa0aef5e6" providerId="LiveId" clId="{CCC25DF9-4458-4252-A1FA-96CED2233F88}" dt="2021-04-22T07:28:31.744" v="22" actId="47"/>
        <pc:sldMkLst>
          <pc:docMk/>
          <pc:sldMk cId="1630523457" sldId="1170"/>
        </pc:sldMkLst>
      </pc:sldChg>
    </pc:docChg>
  </pc:docChgLst>
  <pc:docChgLst>
    <pc:chgData name="王 欣捷" userId="b965477fa0aef5e6" providerId="LiveId" clId="{6899589E-0934-405A-8A97-FC7BB6798B4D}"/>
    <pc:docChg chg="modSld">
      <pc:chgData name="王 欣捷" userId="b965477fa0aef5e6" providerId="LiveId" clId="{6899589E-0934-405A-8A97-FC7BB6798B4D}" dt="2023-05-24T07:09:50.201" v="3" actId="20577"/>
      <pc:docMkLst>
        <pc:docMk/>
      </pc:docMkLst>
      <pc:sldChg chg="modNotesTx">
        <pc:chgData name="王 欣捷" userId="b965477fa0aef5e6" providerId="LiveId" clId="{6899589E-0934-405A-8A97-FC7BB6798B4D}" dt="2023-05-24T07:09:50.201" v="3" actId="20577"/>
        <pc:sldMkLst>
          <pc:docMk/>
          <pc:sldMk cId="0" sldId="897"/>
        </pc:sldMkLst>
      </pc:sldChg>
    </pc:docChg>
  </pc:docChgLst>
  <pc:docChgLst>
    <pc:chgData name="欣捷 王" userId="b965477fa0aef5e6" providerId="LiveId" clId="{B486EF70-686A-4726-BD6A-1FC5EB0716FA}"/>
    <pc:docChg chg="modSld modMainMaster">
      <pc:chgData name="欣捷 王" userId="b965477fa0aef5e6" providerId="LiveId" clId="{B486EF70-686A-4726-BD6A-1FC5EB0716FA}" dt="2024-03-05T05:45:21.852" v="1"/>
      <pc:docMkLst>
        <pc:docMk/>
      </pc:docMkLst>
      <pc:sldChg chg="modSp">
        <pc:chgData name="欣捷 王" userId="b965477fa0aef5e6" providerId="LiveId" clId="{B486EF70-686A-4726-BD6A-1FC5EB0716FA}" dt="2024-03-05T05:40:23.676" v="0"/>
        <pc:sldMkLst>
          <pc:docMk/>
          <pc:sldMk cId="2470898374" sldId="25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2470898374" sldId="256"/>
            <ac:spMk id="3" creationId="{B9F7C19A-4716-4FDA-9AAE-2A3CD35E521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294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294"/>
            <ac:spMk id="49154" creationId="{9C3F7577-F293-44BB-8D1A-9085EF3B03E6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294"/>
            <ac:spMk id="49155" creationId="{8719F3ED-90E7-49FA-98A1-C09EDF5DAE1F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295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295"/>
            <ac:spMk id="53250" creationId="{0E588808-FA3E-4214-B929-43A5EF5CC82E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295"/>
            <ac:spMk id="53251" creationId="{BE5EDEB3-DB97-44C1-B6A5-0F09EA2422B5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45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452"/>
            <ac:spMk id="6146" creationId="{4D7804DC-6ED7-4E37-8FD8-82F6C66C1B55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452"/>
            <ac:spMk id="6147" creationId="{59D1B619-B81E-491D-AA55-BD209AC43E65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2"/>
            <ac:spMk id="5122" creationId="{67245576-FC9E-477A-8B98-F6A05EF6C6CE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2"/>
            <ac:spMk id="5123" creationId="{531F6F22-3F00-4E19-BA18-56FAEC4C6ED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3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3"/>
            <ac:spMk id="7170" creationId="{DD7154AD-4FBC-4BAF-AD29-215FCEF3B441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3"/>
            <ac:spMk id="7171" creationId="{511E122D-AFB6-46EF-8AA1-3C146D28CF80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4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4"/>
            <ac:spMk id="8194" creationId="{393D4275-C4D9-4E9D-95E4-AE54BCFAA42E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4"/>
            <ac:spMk id="811011" creationId="{9FBCD775-82E3-47FF-B92B-74CCBAEC2CC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5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5"/>
            <ac:spMk id="9218" creationId="{3B1C65E9-19CA-4152-8732-84E1B71A4210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5"/>
            <ac:spMk id="812035" creationId="{35AD03C4-C621-4790-864C-0E9B42AD5A7F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6"/>
            <ac:spMk id="10242" creationId="{679E640E-A028-4834-8E8D-5894CDEFFF54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6"/>
            <ac:spMk id="813059" creationId="{1936A8BD-4D94-49C5-8205-560D04D349CC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7"/>
            <ac:spMk id="11266" creationId="{D0BE969B-0189-4CDF-B164-10968C5AD088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7"/>
            <ac:spMk id="814083" creationId="{6915E909-9F20-40D8-A339-128E4B3BE500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8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8"/>
            <ac:spMk id="12290" creationId="{429A039C-ECB3-413C-82C5-08B582DB9D90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8"/>
            <ac:spMk id="12291" creationId="{0ECE88AD-6DE7-4297-9116-EECABB5AAD65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79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9"/>
            <ac:spMk id="13314" creationId="{B4650C0E-63D6-4F05-BAD6-B3C3A9DDCC33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79"/>
            <ac:spMk id="13315" creationId="{A9B7245C-1F37-4F73-A634-C2E3190B5629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1"/>
            <ac:spMk id="14338" creationId="{91297638-2500-40AD-9E0B-9B283DF0B6F5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1"/>
            <ac:spMk id="14339" creationId="{4F249163-278B-412D-B0F1-CBB0B02C5097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2"/>
            <ac:spMk id="15362" creationId="{B96C7ED0-F794-4E23-93F3-D46D8B327A23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2"/>
            <ac:spMk id="15363" creationId="{A06964D3-0DEC-4D61-9B0D-A9309A7BCE23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3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3"/>
            <ac:spMk id="16386" creationId="{FF400DDA-AAC8-472F-9468-A0AF16181502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3"/>
            <ac:spMk id="820227" creationId="{0AF8D4CB-BBBD-40F0-89E6-BD0F002DF5EF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4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4"/>
            <ac:spMk id="17410" creationId="{AE0306C8-4F8C-4ED0-B1D8-B5B7FF43056A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4"/>
            <ac:spMk id="821251" creationId="{AC44C097-4A0F-47B7-BABB-DE2E7AFF9E6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5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5"/>
            <ac:spMk id="18434" creationId="{53B55A9F-AD5B-4268-AFDF-B90ADDF76562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5"/>
            <ac:spMk id="18435" creationId="{A269CC3E-2571-4540-963B-A0B64503281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6"/>
            <ac:spMk id="20482" creationId="{8EBDFB8A-DE95-477A-9EDB-2F51B2E81FC1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6"/>
            <ac:spMk id="20483" creationId="{F9327BF1-6E4F-455F-88D8-2E801458CDBF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89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9"/>
            <ac:spMk id="21506" creationId="{CA717C32-4011-469A-95E1-41438C95B072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89"/>
            <ac:spMk id="21507" creationId="{6A842BFB-821E-4477-A120-FC1CDC78D83C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0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0"/>
            <ac:spMk id="22530" creationId="{5E6F5E9D-8AB8-4C61-8BF9-B408232D480A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0"/>
            <ac:spMk id="874499" creationId="{E4284BE5-DF6E-4F0D-B69E-DE20A34B4C58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1"/>
            <ac:spMk id="23554" creationId="{2F2F9C29-8AB5-4A43-999F-2709EDE995D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2"/>
            <ac:spMk id="24578" creationId="{83BBAB69-A836-4B3A-A533-1E64FA2186B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2"/>
            <ac:spMk id="24579" creationId="{A1DFE430-C3A8-4CA2-908F-E05CFB1E2D97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7"/>
            <ac:spMk id="28674" creationId="{CFD4456E-158D-4BCD-A6C9-BABB5B8DBBEB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7"/>
            <ac:spMk id="28675" creationId="{D529386B-5D66-4AE7-835C-B9CA941E672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8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8"/>
            <ac:spMk id="30722" creationId="{30EB9E75-CA62-406C-82DD-B48403BB4B4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8"/>
            <ac:spMk id="882691" creationId="{206CF704-4BE5-42FB-A0A8-FF5B13113BC2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899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9"/>
            <ac:spMk id="31746" creationId="{60850B82-7459-48A9-8BA0-0A470BAC4F15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899"/>
            <ac:spMk id="31747" creationId="{D463A1C5-8DD7-4141-8B19-DE8EE322BAF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00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00"/>
            <ac:spMk id="32770" creationId="{2CA5AB32-9BB4-4CC3-B7F4-ECE08586023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0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01"/>
            <ac:spMk id="33794" creationId="{961659BA-1640-4403-9900-D9E36EBB5E3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0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02"/>
            <ac:spMk id="34818" creationId="{6C4CA62C-7C92-4184-91F1-9145DAC54CF6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02"/>
            <ac:spMk id="886787" creationId="{C5BA297C-83AB-47D3-83F6-EF94725E8889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1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16"/>
            <ac:spMk id="3" creationId="{1BF7F54B-2CED-4E89-930F-070DEB518B05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16"/>
            <ac:spMk id="19458" creationId="{3B344CB6-D3E4-42DA-94B3-0508F2795DC5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648011815" sldId="91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648011815" sldId="917"/>
            <ac:spMk id="23554" creationId="{2F2F9C29-8AB5-4A43-999F-2709EDE995D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1957887882" sldId="918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1957887882" sldId="918"/>
            <ac:spMk id="28674" creationId="{CFD4456E-158D-4BCD-A6C9-BABB5B8DBBEB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1957887882" sldId="918"/>
            <ac:spMk id="28675" creationId="{D529386B-5D66-4AE7-835C-B9CA941E672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4007545427" sldId="920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4007545427" sldId="920"/>
            <ac:spMk id="32770" creationId="{2CA5AB32-9BB4-4CC3-B7F4-ECE085860231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568200143" sldId="92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568200143" sldId="921"/>
            <ac:spMk id="33794" creationId="{961659BA-1640-4403-9900-D9E36EBB5E3B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108036535" sldId="92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108036535" sldId="922"/>
            <ac:spMk id="34818" creationId="{6C4CA62C-7C92-4184-91F1-9145DAC54CF6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399032190" sldId="923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399032190" sldId="923"/>
            <ac:spMk id="34818" creationId="{6C4CA62C-7C92-4184-91F1-9145DAC54CF6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1809059029" sldId="925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1809059029" sldId="925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1809059029" sldId="925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168693475" sldId="92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168693475" sldId="926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3168693475" sldId="926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464356135" sldId="92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464356135" sldId="927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464356135" sldId="927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474024645" sldId="928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474024645" sldId="928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3474024645" sldId="928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06795369" sldId="929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06795369" sldId="929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206795369" sldId="929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44257054" sldId="930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44257054" sldId="930"/>
            <ac:spMk id="2" creationId="{F8672A59-69B1-4040-AA09-7425F372152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44257054" sldId="930"/>
            <ac:spMk id="3" creationId="{17952C89-5C7A-4439-BE62-54B7D3A96CD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190100003" sldId="93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190100003" sldId="931"/>
            <ac:spMk id="2" creationId="{F8672A59-69B1-4040-AA09-7425F372152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1496013796" sldId="93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1496013796" sldId="932"/>
            <ac:spMk id="2" creationId="{F8672A59-69B1-4040-AA09-7425F372152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073985740" sldId="933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073985740" sldId="933"/>
            <ac:spMk id="2" creationId="{F8672A59-69B1-4040-AA09-7425F372152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082063938" sldId="934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082063938" sldId="934"/>
            <ac:spMk id="15362" creationId="{B96C7ED0-F794-4E23-93F3-D46D8B327A23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2082063938" sldId="934"/>
            <ac:spMk id="15363" creationId="{A06964D3-0DEC-4D61-9B0D-A9309A7BCE23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1691911314" sldId="935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1691911314" sldId="935"/>
            <ac:spMk id="2" creationId="{8A868464-BCCE-5373-2D6A-8955723A4C9E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961065735" sldId="936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961065735" sldId="936"/>
            <ac:spMk id="2" creationId="{98C26498-828D-0E30-C2C6-3DC1C7139B4F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3961065735" sldId="936"/>
            <ac:spMk id="3" creationId="{D7328137-6807-7B9C-EB88-7DA7C2BB1459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4212675387" sldId="93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4212675387" sldId="937"/>
            <ac:spMk id="2" creationId="{71600F31-6D90-F1D8-2139-2B421D2DD0B6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4212675387" sldId="937"/>
            <ac:spMk id="3" creationId="{9567A39E-9D42-93EF-F381-6C24B9667748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739956894" sldId="938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739956894" sldId="938"/>
            <ac:spMk id="34818" creationId="{6C4CA62C-7C92-4184-91F1-9145DAC54CF6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981592437" sldId="939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981592437" sldId="939"/>
            <ac:spMk id="2" creationId="{9F78E4A2-EEF7-7882-61E8-749DEC1B47AD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981592437" sldId="939"/>
            <ac:spMk id="8" creationId="{03644F76-5F4F-E737-245D-45C8BFD6249A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40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0"/>
            <ac:spMk id="11266" creationId="{E7CF7A09-4889-421E-A103-032084FFD1E2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0"/>
            <ac:spMk id="779267" creationId="{45B0F469-C4A3-4A76-AB9E-1B86334D1F3E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4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1"/>
            <ac:spMk id="12290" creationId="{52729305-43C7-462B-8E7F-A07AC50D9FEE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42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2"/>
            <ac:spMk id="13314" creationId="{2225CAA5-CFE9-4C83-A049-49FC2E5FC90E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2"/>
            <ac:spMk id="13315" creationId="{D0271E9E-F4A8-4372-807B-3C1052B4E12D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0" sldId="943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3"/>
            <ac:spMk id="14338" creationId="{C558C2AE-31C5-4B87-83C4-C82A6318FB52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0" sldId="943"/>
            <ac:spMk id="14339" creationId="{CCE84035-3755-4772-89F3-27DB9D2BE912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2287451425" sldId="991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2287451425" sldId="991"/>
            <ac:spMk id="2" creationId="{13F1A875-CAB0-12E3-2F8D-9A1619456AA0}"/>
          </ac:spMkLst>
        </pc:spChg>
        <pc:spChg chg="mod">
          <ac:chgData name="欣捷 王" userId="b965477fa0aef5e6" providerId="LiveId" clId="{B486EF70-686A-4726-BD6A-1FC5EB0716FA}" dt="2024-03-05T05:40:23.676" v="0"/>
          <ac:spMkLst>
            <pc:docMk/>
            <pc:sldMk cId="2287451425" sldId="991"/>
            <ac:spMk id="3" creationId="{27BA0263-F036-B3CF-37AD-A4BB1B7A3D0A}"/>
          </ac:spMkLst>
        </pc:spChg>
      </pc:sldChg>
      <pc:sldChg chg="modSp">
        <pc:chgData name="欣捷 王" userId="b965477fa0aef5e6" providerId="LiveId" clId="{B486EF70-686A-4726-BD6A-1FC5EB0716FA}" dt="2024-03-05T05:40:23.676" v="0"/>
        <pc:sldMkLst>
          <pc:docMk/>
          <pc:sldMk cId="3076572127" sldId="1007"/>
        </pc:sldMkLst>
        <pc:spChg chg="mod">
          <ac:chgData name="欣捷 王" userId="b965477fa0aef5e6" providerId="LiveId" clId="{B486EF70-686A-4726-BD6A-1FC5EB0716FA}" dt="2024-03-05T05:40:23.676" v="0"/>
          <ac:spMkLst>
            <pc:docMk/>
            <pc:sldMk cId="3076572127" sldId="1007"/>
            <ac:spMk id="15362" creationId="{68E68055-61B8-409F-AA96-9791F112C891}"/>
          </ac:spMkLst>
        </pc:spChg>
      </pc:sldChg>
      <pc:sldMasterChg chg="addSp modSldLayout">
        <pc:chgData name="欣捷 王" userId="b965477fa0aef5e6" providerId="LiveId" clId="{B486EF70-686A-4726-BD6A-1FC5EB0716FA}" dt="2024-03-05T05:45:21.852" v="1"/>
        <pc:sldMasterMkLst>
          <pc:docMk/>
          <pc:sldMasterMk cId="3218709365" sldId="2147483687"/>
        </pc:sldMasterMkLst>
        <pc:spChg chg="add">
          <ac:chgData name="欣捷 王" userId="b965477fa0aef5e6" providerId="LiveId" clId="{B486EF70-686A-4726-BD6A-1FC5EB0716FA}" dt="2024-03-05T05:40:23.676" v="0"/>
          <ac:spMkLst>
            <pc:docMk/>
            <pc:sldMasterMk cId="3218709365" sldId="2147483687"/>
            <ac:spMk id="11" creationId="{BB1C74DB-FDEC-6A35-DF5F-3DFA5D600D8B}"/>
          </ac:spMkLst>
        </pc:spChg>
        <pc:sldLayoutChg chg="addSp">
          <pc:chgData name="欣捷 王" userId="b965477fa0aef5e6" providerId="LiveId" clId="{B486EF70-686A-4726-BD6A-1FC5EB0716FA}" dt="2024-03-05T05:40:23.676" v="0"/>
          <pc:sldLayoutMkLst>
            <pc:docMk/>
            <pc:sldMasterMk cId="3218709365" sldId="2147483687"/>
            <pc:sldLayoutMk cId="547028791" sldId="2147483688"/>
          </pc:sldLayoutMkLst>
          <pc:picChg chg="add">
            <ac:chgData name="欣捷 王" userId="b965477fa0aef5e6" providerId="LiveId" clId="{B486EF70-686A-4726-BD6A-1FC5EB0716FA}" dt="2024-03-05T05:40:23.676" v="0"/>
            <ac:picMkLst>
              <pc:docMk/>
              <pc:sldMasterMk cId="3218709365" sldId="2147483687"/>
              <pc:sldLayoutMk cId="547028791" sldId="2147483688"/>
              <ac:picMk id="4" creationId="{075C259C-2D78-1A03-5DD4-02EA4343CEFF}"/>
            </ac:picMkLst>
          </pc:picChg>
        </pc:sldLayoutChg>
        <pc:sldLayoutChg chg="addSp modSp">
          <pc:chgData name="欣捷 王" userId="b965477fa0aef5e6" providerId="LiveId" clId="{B486EF70-686A-4726-BD6A-1FC5EB0716FA}" dt="2024-03-05T05:45:21.852" v="1"/>
          <pc:sldLayoutMkLst>
            <pc:docMk/>
            <pc:sldMasterMk cId="3218709365" sldId="2147483687"/>
            <pc:sldLayoutMk cId="2951550315" sldId="2147483691"/>
          </pc:sldLayoutMkLst>
          <pc:spChg chg="add mod">
            <ac:chgData name="欣捷 王" userId="b965477fa0aef5e6" providerId="LiveId" clId="{B486EF70-686A-4726-BD6A-1FC5EB0716FA}" dt="2024-03-05T05:45:21.852" v="1"/>
            <ac:spMkLst>
              <pc:docMk/>
              <pc:sldMasterMk cId="3218709365" sldId="2147483687"/>
              <pc:sldLayoutMk cId="2951550315" sldId="2147483691"/>
              <ac:spMk id="5" creationId="{1C420F7A-C672-052F-2979-DB6939E634FC}"/>
            </ac:spMkLst>
          </pc:spChg>
          <pc:spChg chg="add mod">
            <ac:chgData name="欣捷 王" userId="b965477fa0aef5e6" providerId="LiveId" clId="{B486EF70-686A-4726-BD6A-1FC5EB0716FA}" dt="2024-03-05T05:45:21.852" v="1"/>
            <ac:spMkLst>
              <pc:docMk/>
              <pc:sldMasterMk cId="3218709365" sldId="2147483687"/>
              <pc:sldLayoutMk cId="2951550315" sldId="2147483691"/>
              <ac:spMk id="6" creationId="{374A354C-2766-8600-2D5D-3C932DD8FDA3}"/>
            </ac:spMkLst>
          </pc:spChg>
          <pc:spChg chg="add mod">
            <ac:chgData name="欣捷 王" userId="b965477fa0aef5e6" providerId="LiveId" clId="{B486EF70-686A-4726-BD6A-1FC5EB0716FA}" dt="2024-03-05T05:45:21.852" v="1"/>
            <ac:spMkLst>
              <pc:docMk/>
              <pc:sldMasterMk cId="3218709365" sldId="2147483687"/>
              <pc:sldLayoutMk cId="2951550315" sldId="2147483691"/>
              <ac:spMk id="7" creationId="{1B732843-DB73-1610-C09F-B79F9FC1DB26}"/>
            </ac:spMkLst>
          </pc:spChg>
        </pc:sldLayoutChg>
      </pc:sldMasterChg>
    </pc:docChg>
  </pc:docChgLst>
  <pc:docChgLst>
    <pc:chgData name="欣捷" userId="b965477fa0aef5e6" providerId="LiveId" clId="{2ADD1738-5529-41AF-BB92-065046DE9F8B}"/>
    <pc:docChg chg="undo custSel modSld sldOrd">
      <pc:chgData name="欣捷" userId="b965477fa0aef5e6" providerId="LiveId" clId="{2ADD1738-5529-41AF-BB92-065046DE9F8B}" dt="2021-05-26T10:30:00.848" v="68"/>
      <pc:docMkLst>
        <pc:docMk/>
      </pc:docMkLst>
      <pc:sldChg chg="ord">
        <pc:chgData name="欣捷" userId="b965477fa0aef5e6" providerId="LiveId" clId="{2ADD1738-5529-41AF-BB92-065046DE9F8B}" dt="2021-05-26T10:29:55.123" v="67"/>
        <pc:sldMkLst>
          <pc:docMk/>
          <pc:sldMk cId="2470898374" sldId="256"/>
        </pc:sldMkLst>
      </pc:sldChg>
      <pc:sldChg chg="modSp mod">
        <pc:chgData name="欣捷" userId="b965477fa0aef5e6" providerId="LiveId" clId="{2ADD1738-5529-41AF-BB92-065046DE9F8B}" dt="2021-05-26T08:33:26.878" v="2"/>
        <pc:sldMkLst>
          <pc:docMk/>
          <pc:sldMk cId="206795369" sldId="929"/>
        </pc:sldMkLst>
        <pc:spChg chg="mod">
          <ac:chgData name="欣捷" userId="b965477fa0aef5e6" providerId="LiveId" clId="{2ADD1738-5529-41AF-BB92-065046DE9F8B}" dt="2021-05-26T08:33:26.878" v="2"/>
          <ac:spMkLst>
            <pc:docMk/>
            <pc:sldMk cId="206795369" sldId="929"/>
            <ac:spMk id="3" creationId="{17952C89-5C7A-4439-BE62-54B7D3A96CDD}"/>
          </ac:spMkLst>
        </pc:spChg>
      </pc:sldChg>
      <pc:sldChg chg="modSp mod">
        <pc:chgData name="欣捷" userId="b965477fa0aef5e6" providerId="LiveId" clId="{2ADD1738-5529-41AF-BB92-065046DE9F8B}" dt="2021-05-26T10:30:00.848" v="68"/>
        <pc:sldMkLst>
          <pc:docMk/>
          <pc:sldMk cId="3190100003" sldId="931"/>
        </pc:sldMkLst>
        <pc:spChg chg="mod">
          <ac:chgData name="欣捷" userId="b965477fa0aef5e6" providerId="LiveId" clId="{2ADD1738-5529-41AF-BB92-065046DE9F8B}" dt="2021-05-26T10:30:00.848" v="68"/>
          <ac:spMkLst>
            <pc:docMk/>
            <pc:sldMk cId="3190100003" sldId="931"/>
            <ac:spMk id="3" creationId="{17952C89-5C7A-4439-BE62-54B7D3A96CDD}"/>
          </ac:spMkLst>
        </pc:spChg>
      </pc:sldChg>
      <pc:sldChg chg="modSp mod">
        <pc:chgData name="欣捷" userId="b965477fa0aef5e6" providerId="LiveId" clId="{2ADD1738-5529-41AF-BB92-065046DE9F8B}" dt="2021-05-26T08:34:57.275" v="52" actId="20577"/>
        <pc:sldMkLst>
          <pc:docMk/>
          <pc:sldMk cId="1496013796" sldId="932"/>
        </pc:sldMkLst>
        <pc:spChg chg="mod">
          <ac:chgData name="欣捷" userId="b965477fa0aef5e6" providerId="LiveId" clId="{2ADD1738-5529-41AF-BB92-065046DE9F8B}" dt="2021-05-26T08:34:57.275" v="52" actId="20577"/>
          <ac:spMkLst>
            <pc:docMk/>
            <pc:sldMk cId="1496013796" sldId="932"/>
            <ac:spMk id="3" creationId="{17952C89-5C7A-4439-BE62-54B7D3A96CDD}"/>
          </ac:spMkLst>
        </pc:spChg>
      </pc:sldChg>
    </pc:docChg>
  </pc:docChgLst>
  <pc:docChgLst>
    <pc:chgData name="欣捷" userId="b965477fa0aef5e6" providerId="LiveId" clId="{F58CB589-EA88-41E9-89B9-70387DC4BAF4}"/>
    <pc:docChg chg="undo redo custSel addSld delSld modSld sldOrd">
      <pc:chgData name="欣捷" userId="b965477fa0aef5e6" providerId="LiveId" clId="{F58CB589-EA88-41E9-89B9-70387DC4BAF4}" dt="2021-04-20T09:32:41.428" v="761" actId="47"/>
      <pc:docMkLst>
        <pc:docMk/>
      </pc:docMkLst>
      <pc:sldChg chg="modSp add mod">
        <pc:chgData name="欣捷" userId="b965477fa0aef5e6" providerId="LiveId" clId="{F58CB589-EA88-41E9-89B9-70387DC4BAF4}" dt="2021-04-20T08:43:06.926" v="315" actId="20577"/>
        <pc:sldMkLst>
          <pc:docMk/>
          <pc:sldMk cId="0" sldId="878"/>
        </pc:sldMkLst>
        <pc:spChg chg="mod">
          <ac:chgData name="欣捷" userId="b965477fa0aef5e6" providerId="LiveId" clId="{F58CB589-EA88-41E9-89B9-70387DC4BAF4}" dt="2021-04-20T08:42:31.133" v="283"/>
          <ac:spMkLst>
            <pc:docMk/>
            <pc:sldMk cId="0" sldId="878"/>
            <ac:spMk id="44034" creationId="{2F764B2D-AAD3-4E52-A4DE-87FB3D35D58E}"/>
          </ac:spMkLst>
        </pc:spChg>
        <pc:graphicFrameChg chg="modGraphic">
          <ac:chgData name="欣捷" userId="b965477fa0aef5e6" providerId="LiveId" clId="{F58CB589-EA88-41E9-89B9-70387DC4BAF4}" dt="2021-04-20T08:43:06.926" v="315" actId="20577"/>
          <ac:graphicFrameMkLst>
            <pc:docMk/>
            <pc:sldMk cId="0" sldId="878"/>
            <ac:graphicFrameMk id="7" creationId="{135E5BFB-71B3-42B0-9930-200A49BF224F}"/>
          </ac:graphicFrameMkLst>
        </pc:graphicFrameChg>
      </pc:sldChg>
      <pc:sldChg chg="modSp add mod ord">
        <pc:chgData name="欣捷" userId="b965477fa0aef5e6" providerId="LiveId" clId="{F58CB589-EA88-41E9-89B9-70387DC4BAF4}" dt="2021-04-20T08:18:54.864" v="3"/>
        <pc:sldMkLst>
          <pc:docMk/>
          <pc:sldMk cId="1458318623" sldId="897"/>
        </pc:sldMkLst>
        <pc:spChg chg="mod">
          <ac:chgData name="欣捷" userId="b965477fa0aef5e6" providerId="LiveId" clId="{F58CB589-EA88-41E9-89B9-70387DC4BAF4}" dt="2021-04-20T08:18:54.864" v="3"/>
          <ac:spMkLst>
            <pc:docMk/>
            <pc:sldMk cId="1458318623" sldId="897"/>
            <ac:spMk id="7170" creationId="{9A9ACD68-0B23-45C4-B0C9-40FDBDF97E94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18.266" v="712" actId="1076"/>
        <pc:sldMkLst>
          <pc:docMk/>
          <pc:sldMk cId="1691911314" sldId="935"/>
        </pc:sldMkLst>
        <pc:spChg chg="add del mod">
          <ac:chgData name="欣捷" userId="b965477fa0aef5e6" providerId="LiveId" clId="{F58CB589-EA88-41E9-89B9-70387DC4BAF4}" dt="2021-04-20T09:28:25.084" v="699" actId="700"/>
          <ac:spMkLst>
            <pc:docMk/>
            <pc:sldMk cId="1691911314" sldId="935"/>
            <ac:spMk id="3" creationId="{D8D72F99-1902-43C1-96CC-544A02791CFC}"/>
          </ac:spMkLst>
        </pc:spChg>
        <pc:spChg chg="mod ord">
          <ac:chgData name="欣捷" userId="b965477fa0aef5e6" providerId="LiveId" clId="{F58CB589-EA88-41E9-89B9-70387DC4BAF4}" dt="2021-04-20T09:28:25.084" v="699" actId="700"/>
          <ac:spMkLst>
            <pc:docMk/>
            <pc:sldMk cId="1691911314" sldId="935"/>
            <ac:spMk id="35842" creationId="{3F1FCD85-AFE0-44FE-91EA-9F43D88140F3}"/>
          </ac:spMkLst>
        </pc:spChg>
        <pc:spChg chg="mod ord">
          <ac:chgData name="欣捷" userId="b965477fa0aef5e6" providerId="LiveId" clId="{F58CB589-EA88-41E9-89B9-70387DC4BAF4}" dt="2021-04-20T09:28:25.084" v="699" actId="700"/>
          <ac:spMkLst>
            <pc:docMk/>
            <pc:sldMk cId="1691911314" sldId="935"/>
            <ac:spMk id="35843" creationId="{DD2CD120-D88C-4936-B639-EA3F45756FFC}"/>
          </ac:spMkLst>
        </pc:spChg>
        <pc:graphicFrameChg chg="add mod modGraphic">
          <ac:chgData name="欣捷" userId="b965477fa0aef5e6" providerId="LiveId" clId="{F58CB589-EA88-41E9-89B9-70387DC4BAF4}" dt="2021-04-20T09:29:18.266" v="712" actId="1076"/>
          <ac:graphicFrameMkLst>
            <pc:docMk/>
            <pc:sldMk cId="1691911314" sldId="935"/>
            <ac:graphicFrameMk id="7" creationId="{14047228-0994-4CE4-B5C7-286B8CCCD03C}"/>
          </ac:graphicFrameMkLst>
        </pc:graphicFrameChg>
        <pc:graphicFrameChg chg="del mod ord modGraphic">
          <ac:chgData name="欣捷" userId="b965477fa0aef5e6" providerId="LiveId" clId="{F58CB589-EA88-41E9-89B9-70387DC4BAF4}" dt="2021-04-20T09:28:22.793" v="698" actId="21"/>
          <ac:graphicFrameMkLst>
            <pc:docMk/>
            <pc:sldMk cId="1691911314" sldId="935"/>
            <ac:graphicFrameMk id="783364" creationId="{2CD61766-A36F-4367-BF2E-340875F01537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29:13.066" v="710" actId="1076"/>
        <pc:sldMkLst>
          <pc:docMk/>
          <pc:sldMk cId="3961065735" sldId="936"/>
        </pc:sldMkLst>
        <pc:spChg chg="add del mod">
          <ac:chgData name="欣捷" userId="b965477fa0aef5e6" providerId="LiveId" clId="{F58CB589-EA88-41E9-89B9-70387DC4BAF4}" dt="2021-04-20T09:28:37.305" v="703" actId="700"/>
          <ac:spMkLst>
            <pc:docMk/>
            <pc:sldMk cId="3961065735" sldId="936"/>
            <ac:spMk id="3" creationId="{3334AA24-3150-44F5-ACB7-7F4FA0712D26}"/>
          </ac:spMkLst>
        </pc:spChg>
        <pc:spChg chg="mod ord">
          <ac:chgData name="欣捷" userId="b965477fa0aef5e6" providerId="LiveId" clId="{F58CB589-EA88-41E9-89B9-70387DC4BAF4}" dt="2021-04-20T09:28:37.305" v="703" actId="700"/>
          <ac:spMkLst>
            <pc:docMk/>
            <pc:sldMk cId="3961065735" sldId="936"/>
            <ac:spMk id="36866" creationId="{CC176B41-8C6B-4568-9F39-1C53098D19A1}"/>
          </ac:spMkLst>
        </pc:spChg>
        <pc:spChg chg="mod ord">
          <ac:chgData name="欣捷" userId="b965477fa0aef5e6" providerId="LiveId" clId="{F58CB589-EA88-41E9-89B9-70387DC4BAF4}" dt="2021-04-20T09:28:37.305" v="703" actId="700"/>
          <ac:spMkLst>
            <pc:docMk/>
            <pc:sldMk cId="3961065735" sldId="936"/>
            <ac:spMk id="36867" creationId="{CA6CF9B2-D9C4-4052-9CF6-122F92F137A0}"/>
          </ac:spMkLst>
        </pc:spChg>
        <pc:graphicFrameChg chg="add mod">
          <ac:chgData name="欣捷" userId="b965477fa0aef5e6" providerId="LiveId" clId="{F58CB589-EA88-41E9-89B9-70387DC4BAF4}" dt="2021-04-20T09:29:13.066" v="710" actId="1076"/>
          <ac:graphicFrameMkLst>
            <pc:docMk/>
            <pc:sldMk cId="3961065735" sldId="936"/>
            <ac:graphicFrameMk id="7" creationId="{A8EF093F-1161-40FC-B097-F1786058D0E2}"/>
          </ac:graphicFrameMkLst>
        </pc:graphicFrameChg>
        <pc:graphicFrameChg chg="del mod ord modGraphic">
          <ac:chgData name="欣捷" userId="b965477fa0aef5e6" providerId="LiveId" clId="{F58CB589-EA88-41E9-89B9-70387DC4BAF4}" dt="2021-04-20T09:28:35.698" v="702" actId="21"/>
          <ac:graphicFrameMkLst>
            <pc:docMk/>
            <pc:sldMk cId="3961065735" sldId="936"/>
            <ac:graphicFrameMk id="784388" creationId="{F680B334-E214-437B-B5BC-B5A75D499C3B}"/>
          </ac:graphicFrameMkLst>
        </pc:graphicFrame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4212675387" sldId="937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4212675387" sldId="937"/>
            <ac:spMk id="39938" creationId="{66C17C57-4238-4E11-87E4-A7DB59424652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4212675387" sldId="937"/>
            <ac:spMk id="39939" creationId="{EFD542B9-22C8-47C3-9E4B-2B35A0FBCB48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05.674" v="709" actId="1076"/>
        <pc:sldMkLst>
          <pc:docMk/>
          <pc:sldMk cId="739956894" sldId="938"/>
        </pc:sldMkLst>
        <pc:spChg chg="add del mod ord">
          <ac:chgData name="欣捷" userId="b965477fa0aef5e6" providerId="LiveId" clId="{F58CB589-EA88-41E9-89B9-70387DC4BAF4}" dt="2021-04-20T09:28:59.800" v="707" actId="700"/>
          <ac:spMkLst>
            <pc:docMk/>
            <pc:sldMk cId="739956894" sldId="938"/>
            <ac:spMk id="3" creationId="{2570C479-E0B0-45D8-82D1-FFAFFFE83DCE}"/>
          </ac:spMkLst>
        </pc:spChg>
        <pc:spChg chg="mod ord">
          <ac:chgData name="欣捷" userId="b965477fa0aef5e6" providerId="LiveId" clId="{F58CB589-EA88-41E9-89B9-70387DC4BAF4}" dt="2021-04-20T09:28:59.800" v="707" actId="700"/>
          <ac:spMkLst>
            <pc:docMk/>
            <pc:sldMk cId="739956894" sldId="938"/>
            <ac:spMk id="40962" creationId="{E5F497B3-AE15-455C-8FD5-630849412C4E}"/>
          </ac:spMkLst>
        </pc:spChg>
        <pc:spChg chg="mod ord">
          <ac:chgData name="欣捷" userId="b965477fa0aef5e6" providerId="LiveId" clId="{F58CB589-EA88-41E9-89B9-70387DC4BAF4}" dt="2021-04-20T09:28:59.800" v="707" actId="700"/>
          <ac:spMkLst>
            <pc:docMk/>
            <pc:sldMk cId="739956894" sldId="938"/>
            <ac:spMk id="40963" creationId="{AA1BCB4F-3ACC-41BD-9192-DC089744DC71}"/>
          </ac:spMkLst>
        </pc:spChg>
        <pc:graphicFrameChg chg="add mod">
          <ac:chgData name="欣捷" userId="b965477fa0aef5e6" providerId="LiveId" clId="{F58CB589-EA88-41E9-89B9-70387DC4BAF4}" dt="2021-04-20T09:29:05.674" v="709" actId="1076"/>
          <ac:graphicFrameMkLst>
            <pc:docMk/>
            <pc:sldMk cId="739956894" sldId="938"/>
            <ac:graphicFrameMk id="7" creationId="{1AEB24AA-8E59-47F0-929D-E129A6BC77A7}"/>
          </ac:graphicFrameMkLst>
        </pc:graphicFrameChg>
        <pc:graphicFrameChg chg="del">
          <ac:chgData name="欣捷" userId="b965477fa0aef5e6" providerId="LiveId" clId="{F58CB589-EA88-41E9-89B9-70387DC4BAF4}" dt="2021-04-20T09:28:58.562" v="706" actId="21"/>
          <ac:graphicFrameMkLst>
            <pc:docMk/>
            <pc:sldMk cId="739956894" sldId="938"/>
            <ac:graphicFrameMk id="786436" creationId="{4E1FC6BA-BA6C-4342-A694-FE726826FF7F}"/>
          </ac:graphicFrameMkLst>
        </pc:graphicFrame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981592437" sldId="939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981592437" sldId="939"/>
            <ac:spMk id="44034" creationId="{5C5F09A1-3175-4E6C-BC53-847357086205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981592437" sldId="939"/>
            <ac:spMk id="44035" creationId="{E80D1BAE-6ED7-45F8-BBF2-FB2DC9A71975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31.533" v="716" actId="1076"/>
        <pc:sldMkLst>
          <pc:docMk/>
          <pc:sldMk cId="0" sldId="940"/>
        </pc:sldMkLst>
        <pc:spChg chg="add del mo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3" creationId="{7C8A43C2-B5D8-4C88-B1F8-DDC83C466F99}"/>
          </ac:spMkLst>
        </pc:spChg>
        <pc:spChg chg="mod or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45058" creationId="{68410505-4CDD-4821-B219-C1D4F48355B7}"/>
          </ac:spMkLst>
        </pc:spChg>
        <pc:spChg chg="mod or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45059" creationId="{A078D60B-B7C4-4035-A413-D98CCA8C38EE}"/>
          </ac:spMkLst>
        </pc:spChg>
        <pc:graphicFrameChg chg="add mod">
          <ac:chgData name="欣捷" userId="b965477fa0aef5e6" providerId="LiveId" clId="{F58CB589-EA88-41E9-89B9-70387DC4BAF4}" dt="2021-04-20T09:29:31.533" v="716" actId="1076"/>
          <ac:graphicFrameMkLst>
            <pc:docMk/>
            <pc:sldMk cId="0" sldId="940"/>
            <ac:graphicFrameMk id="7" creationId="{051C3A7A-3EEF-4092-93C7-06A7500C5840}"/>
          </ac:graphicFrameMkLst>
        </pc:graphicFrameChg>
        <pc:graphicFrameChg chg="del mod ord modGraphic">
          <ac:chgData name="欣捷" userId="b965477fa0aef5e6" providerId="LiveId" clId="{F58CB589-EA88-41E9-89B9-70387DC4BAF4}" dt="2021-04-20T09:29:26.142" v="713" actId="21"/>
          <ac:graphicFrameMkLst>
            <pc:docMk/>
            <pc:sldMk cId="0" sldId="940"/>
            <ac:graphicFrameMk id="788484" creationId="{CF651A95-3F37-47C7-8010-5787252D1415}"/>
          </ac:graphicFrameMkLst>
        </pc:graphicFrame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41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41"/>
            <ac:spMk id="48130" creationId="{20FCD967-1735-46AD-AF10-DE77433E750A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41"/>
            <ac:spMk id="48131" creationId="{8146994E-3211-451C-9001-FC8C0F290EA2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55.767" v="720" actId="1076"/>
        <pc:sldMkLst>
          <pc:docMk/>
          <pc:sldMk cId="0" sldId="942"/>
        </pc:sldMkLst>
        <pc:spChg chg="add del 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3" creationId="{19BDFC39-2B73-4152-BC5F-E65EB9198E33}"/>
          </ac:spMkLst>
        </pc:spChg>
        <pc:spChg chg="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49154" creationId="{82A848F7-BD75-4718-8AB4-41C4291473B4}"/>
          </ac:spMkLst>
        </pc:spChg>
        <pc:spChg chg="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49155" creationId="{74E74729-1903-4AAC-94FD-43208C91D0AF}"/>
          </ac:spMkLst>
        </pc:spChg>
        <pc:graphicFrameChg chg="add mod">
          <ac:chgData name="欣捷" userId="b965477fa0aef5e6" providerId="LiveId" clId="{F58CB589-EA88-41E9-89B9-70387DC4BAF4}" dt="2021-04-20T09:29:55.767" v="720" actId="1076"/>
          <ac:graphicFrameMkLst>
            <pc:docMk/>
            <pc:sldMk cId="0" sldId="942"/>
            <ac:graphicFrameMk id="7" creationId="{9DFA4563-1A89-4CFB-9CE6-2D6318C30693}"/>
          </ac:graphicFrameMkLst>
        </pc:graphicFrameChg>
        <pc:graphicFrameChg chg="del">
          <ac:chgData name="欣捷" userId="b965477fa0aef5e6" providerId="LiveId" clId="{F58CB589-EA88-41E9-89B9-70387DC4BAF4}" dt="2021-04-20T09:29:49.956" v="717" actId="21"/>
          <ac:graphicFrameMkLst>
            <pc:docMk/>
            <pc:sldMk cId="0" sldId="942"/>
            <ac:graphicFrameMk id="790532" creationId="{114D6DCF-38CD-4D23-9BEB-A4AFAF6CB72D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03.602" v="724" actId="1076"/>
        <pc:sldMkLst>
          <pc:docMk/>
          <pc:sldMk cId="0" sldId="943"/>
        </pc:sldMkLst>
        <pc:spChg chg="add del 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3" creationId="{CF28B272-30CB-419D-ADD6-EA7A465E2961}"/>
          </ac:spMkLst>
        </pc:spChg>
        <pc:spChg chg="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50178" creationId="{D383D92C-C777-4827-992D-4F9282E9B362}"/>
          </ac:spMkLst>
        </pc:spChg>
        <pc:spChg chg="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50179" creationId="{A4BD0771-387D-400F-A005-D4BFAC5841D5}"/>
          </ac:spMkLst>
        </pc:spChg>
        <pc:graphicFrameChg chg="add mod">
          <ac:chgData name="欣捷" userId="b965477fa0aef5e6" providerId="LiveId" clId="{F58CB589-EA88-41E9-89B9-70387DC4BAF4}" dt="2021-04-20T09:30:03.602" v="724" actId="1076"/>
          <ac:graphicFrameMkLst>
            <pc:docMk/>
            <pc:sldMk cId="0" sldId="943"/>
            <ac:graphicFrameMk id="7" creationId="{A8A8AEE3-CEB3-490D-9CC9-C72C6AE21AC8}"/>
          </ac:graphicFrameMkLst>
        </pc:graphicFrameChg>
        <pc:graphicFrameChg chg="del">
          <ac:chgData name="欣捷" userId="b965477fa0aef5e6" providerId="LiveId" clId="{F58CB589-EA88-41E9-89B9-70387DC4BAF4}" dt="2021-04-20T09:29:59.393" v="721" actId="21"/>
          <ac:graphicFrameMkLst>
            <pc:docMk/>
            <pc:sldMk cId="0" sldId="943"/>
            <ac:graphicFrameMk id="791556" creationId="{9AFDDFA7-C22A-405B-8C64-76DE7A009C22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13.214" v="728" actId="1076"/>
        <pc:sldMkLst>
          <pc:docMk/>
          <pc:sldMk cId="672076074" sldId="945"/>
        </pc:sldMkLst>
        <pc:spChg chg="add del mod ord">
          <ac:chgData name="欣捷" userId="b965477fa0aef5e6" providerId="LiveId" clId="{F58CB589-EA88-41E9-89B9-70387DC4BAF4}" dt="2021-04-20T09:30:10.552" v="726" actId="700"/>
          <ac:spMkLst>
            <pc:docMk/>
            <pc:sldMk cId="672076074" sldId="945"/>
            <ac:spMk id="3" creationId="{8420A0BF-25FF-40B7-9D30-E7F831AB89A7}"/>
          </ac:spMkLst>
        </pc:spChg>
        <pc:spChg chg="mod ord">
          <ac:chgData name="欣捷" userId="b965477fa0aef5e6" providerId="LiveId" clId="{F58CB589-EA88-41E9-89B9-70387DC4BAF4}" dt="2021-04-20T09:30:10.552" v="726" actId="700"/>
          <ac:spMkLst>
            <pc:docMk/>
            <pc:sldMk cId="672076074" sldId="945"/>
            <ac:spMk id="53250" creationId="{59778E7C-4F4C-4E60-89E0-C009491D7BB9}"/>
          </ac:spMkLst>
        </pc:spChg>
        <pc:spChg chg="mod ord">
          <ac:chgData name="欣捷" userId="b965477fa0aef5e6" providerId="LiveId" clId="{F58CB589-EA88-41E9-89B9-70387DC4BAF4}" dt="2021-04-20T09:30:10.552" v="726" actId="700"/>
          <ac:spMkLst>
            <pc:docMk/>
            <pc:sldMk cId="672076074" sldId="945"/>
            <ac:spMk id="53251" creationId="{FFC2FB96-DD5B-4096-9FCE-8B96CEADFCFD}"/>
          </ac:spMkLst>
        </pc:spChg>
        <pc:graphicFrameChg chg="add mod">
          <ac:chgData name="欣捷" userId="b965477fa0aef5e6" providerId="LiveId" clId="{F58CB589-EA88-41E9-89B9-70387DC4BAF4}" dt="2021-04-20T09:30:13.214" v="728" actId="1076"/>
          <ac:graphicFrameMkLst>
            <pc:docMk/>
            <pc:sldMk cId="672076074" sldId="945"/>
            <ac:graphicFrameMk id="7" creationId="{2A633B6D-9821-46AD-8075-675DAF84B3AB}"/>
          </ac:graphicFrameMkLst>
        </pc:graphicFrameChg>
        <pc:graphicFrameChg chg="del">
          <ac:chgData name="欣捷" userId="b965477fa0aef5e6" providerId="LiveId" clId="{F58CB589-EA88-41E9-89B9-70387DC4BAF4}" dt="2021-04-20T09:30:09.251" v="725" actId="21"/>
          <ac:graphicFrameMkLst>
            <pc:docMk/>
            <pc:sldMk cId="672076074" sldId="945"/>
            <ac:graphicFrameMk id="793604" creationId="{272B1C09-3416-479E-BDEF-51FC1EC0851D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22.742" v="732" actId="1076"/>
        <pc:sldMkLst>
          <pc:docMk/>
          <pc:sldMk cId="4090644917" sldId="946"/>
        </pc:sldMkLst>
        <pc:spChg chg="add del mod ord">
          <ac:chgData name="欣捷" userId="b965477fa0aef5e6" providerId="LiveId" clId="{F58CB589-EA88-41E9-89B9-70387DC4BAF4}" dt="2021-04-20T09:30:17.721" v="730" actId="700"/>
          <ac:spMkLst>
            <pc:docMk/>
            <pc:sldMk cId="4090644917" sldId="946"/>
            <ac:spMk id="3" creationId="{8BB8D787-5264-4BBF-B713-79C7285D17BB}"/>
          </ac:spMkLst>
        </pc:spChg>
        <pc:spChg chg="mod ord">
          <ac:chgData name="欣捷" userId="b965477fa0aef5e6" providerId="LiveId" clId="{F58CB589-EA88-41E9-89B9-70387DC4BAF4}" dt="2021-04-20T09:30:17.721" v="730" actId="700"/>
          <ac:spMkLst>
            <pc:docMk/>
            <pc:sldMk cId="4090644917" sldId="946"/>
            <ac:spMk id="54274" creationId="{4620D432-3B1F-4527-A912-CBE4FFB1A46E}"/>
          </ac:spMkLst>
        </pc:spChg>
        <pc:spChg chg="mod ord">
          <ac:chgData name="欣捷" userId="b965477fa0aef5e6" providerId="LiveId" clId="{F58CB589-EA88-41E9-89B9-70387DC4BAF4}" dt="2021-04-20T09:30:17.721" v="730" actId="700"/>
          <ac:spMkLst>
            <pc:docMk/>
            <pc:sldMk cId="4090644917" sldId="946"/>
            <ac:spMk id="54275" creationId="{25FEA818-AB3C-4193-ABC4-9B445518C07C}"/>
          </ac:spMkLst>
        </pc:spChg>
        <pc:graphicFrameChg chg="add mod">
          <ac:chgData name="欣捷" userId="b965477fa0aef5e6" providerId="LiveId" clId="{F58CB589-EA88-41E9-89B9-70387DC4BAF4}" dt="2021-04-20T09:30:22.742" v="732" actId="1076"/>
          <ac:graphicFrameMkLst>
            <pc:docMk/>
            <pc:sldMk cId="4090644917" sldId="946"/>
            <ac:graphicFrameMk id="7" creationId="{2EB0B3C3-306C-4653-B20C-3AF90F693C82}"/>
          </ac:graphicFrameMkLst>
        </pc:graphicFrameChg>
        <pc:graphicFrameChg chg="del">
          <ac:chgData name="欣捷" userId="b965477fa0aef5e6" providerId="LiveId" clId="{F58CB589-EA88-41E9-89B9-70387DC4BAF4}" dt="2021-04-20T09:30:16.249" v="729" actId="21"/>
          <ac:graphicFrameMkLst>
            <pc:docMk/>
            <pc:sldMk cId="4090644917" sldId="946"/>
            <ac:graphicFrameMk id="794628" creationId="{23ADA645-C1F1-40FA-9F8A-B11FD4CC26F4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35.228" v="736" actId="1076"/>
        <pc:sldMkLst>
          <pc:docMk/>
          <pc:sldMk cId="0" sldId="947"/>
        </pc:sldMkLst>
        <pc:spChg chg="add del 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3" creationId="{75620B76-8B6B-4433-AC9D-F01FFEFB699A}"/>
          </ac:spMkLst>
        </pc:spChg>
        <pc:spChg chg="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55298" creationId="{25B84DBE-FDAC-469B-966E-1B55B67026EF}"/>
          </ac:spMkLst>
        </pc:spChg>
        <pc:spChg chg="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55299" creationId="{6EB99E4A-5F8F-4592-9A68-D4D6AD804C71}"/>
          </ac:spMkLst>
        </pc:spChg>
        <pc:graphicFrameChg chg="add mod">
          <ac:chgData name="欣捷" userId="b965477fa0aef5e6" providerId="LiveId" clId="{F58CB589-EA88-41E9-89B9-70387DC4BAF4}" dt="2021-04-20T09:30:35.228" v="736" actId="1076"/>
          <ac:graphicFrameMkLst>
            <pc:docMk/>
            <pc:sldMk cId="0" sldId="947"/>
            <ac:graphicFrameMk id="7" creationId="{17F33DB7-41D1-4A76-BFF0-C925AE89057E}"/>
          </ac:graphicFrameMkLst>
        </pc:graphicFrameChg>
        <pc:graphicFrameChg chg="del">
          <ac:chgData name="欣捷" userId="b965477fa0aef5e6" providerId="LiveId" clId="{F58CB589-EA88-41E9-89B9-70387DC4BAF4}" dt="2021-04-20T09:30:30.723" v="733" actId="21"/>
          <ac:graphicFrameMkLst>
            <pc:docMk/>
            <pc:sldMk cId="0" sldId="947"/>
            <ac:graphicFrameMk id="795652" creationId="{2F90C4A7-1488-44D5-8AFC-71ED16E1862C}"/>
          </ac:graphicFrameMkLst>
        </pc:graphicFrameChg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8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9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0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1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2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3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4"/>
        </pc:sldMkLst>
      </pc:sldChg>
      <pc:sldChg chg="addSp delSp modSp mod modClrScheme chgLayout">
        <pc:chgData name="欣捷" userId="b965477fa0aef5e6" providerId="LiveId" clId="{F58CB589-EA88-41E9-89B9-70387DC4BAF4}" dt="2021-04-20T09:31:46.207" v="757" actId="6549"/>
        <pc:sldMkLst>
          <pc:docMk/>
          <pc:sldMk cId="0" sldId="955"/>
        </pc:sldMkLst>
        <pc:spChg chg="add del 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3" creationId="{DF735691-810C-46E7-8B9E-62C113A8B782}"/>
          </ac:spMkLst>
        </pc:spChg>
        <pc:spChg chg="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63490" creationId="{73F3C5B2-5674-4BD2-8922-57FA82D03FFB}"/>
          </ac:spMkLst>
        </pc:spChg>
        <pc:spChg chg="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63491" creationId="{AC915B67-164F-45F3-A0E7-AE3A08BA38E2}"/>
          </ac:spMkLst>
        </pc:spChg>
        <pc:graphicFrameChg chg="add mod modGraphic">
          <ac:chgData name="欣捷" userId="b965477fa0aef5e6" providerId="LiveId" clId="{F58CB589-EA88-41E9-89B9-70387DC4BAF4}" dt="2021-04-20T09:31:46.207" v="757" actId="6549"/>
          <ac:graphicFrameMkLst>
            <pc:docMk/>
            <pc:sldMk cId="0" sldId="955"/>
            <ac:graphicFrameMk id="7" creationId="{B82C7706-5A88-4F4C-BC2E-D88A3AE12F8A}"/>
          </ac:graphicFrameMkLst>
        </pc:graphicFrameChg>
        <pc:graphicFrameChg chg="del">
          <ac:chgData name="欣捷" userId="b965477fa0aef5e6" providerId="LiveId" clId="{F58CB589-EA88-41E9-89B9-70387DC4BAF4}" dt="2021-04-20T09:31:00.789" v="738" actId="21"/>
          <ac:graphicFrameMkLst>
            <pc:docMk/>
            <pc:sldMk cId="0" sldId="955"/>
            <ac:graphicFrameMk id="803844" creationId="{F9333E99-727B-459D-A553-525A32779C29}"/>
          </ac:graphicFrameMkLst>
        </pc:graphicFrameChg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2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2"/>
            <ac:spMk id="30722" creationId="{E2B84779-F6AC-4BAD-A1E5-A758C1532E65}"/>
          </ac:spMkLst>
        </pc:spChg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2"/>
            <ac:spMk id="30723" creationId="{A6CADA6A-23BE-40F6-B6A2-A7A29A15497B}"/>
          </ac:spMkLst>
        </pc:spChg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3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3"/>
            <ac:spMk id="31746" creationId="{124B4B88-D016-420E-A0F4-ED84D8000364}"/>
          </ac:spMkLst>
        </pc:spChg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3"/>
            <ac:spMk id="31747" creationId="{D641EE41-EDEE-42E2-B72A-0275BB543719}"/>
          </ac:spMkLst>
        </pc:sp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4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4"/>
            <ac:spMk id="37890" creationId="{05CEC941-958E-40EE-B4EF-BD325EC46649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4"/>
            <ac:spMk id="37891" creationId="{398D5208-1286-453D-BC42-8987F29FFBD0}"/>
          </ac:spMkLst>
        </pc:sp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5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5"/>
            <ac:spMk id="38914" creationId="{447A88AA-460F-464F-9C09-EFA6AC77A9E0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5"/>
            <ac:spMk id="38915" creationId="{86D25DEB-039B-4BDD-8AA2-EF47EB95F257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6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6"/>
            <ac:spMk id="41986" creationId="{F5F9C82B-361D-4D6C-BD2D-61E9E7717923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6"/>
            <ac:spMk id="41987" creationId="{2A862D9B-D8AD-495A-A8BB-4827958891A3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7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7"/>
            <ac:spMk id="43010" creationId="{52C2C5BC-E0F8-4237-804F-654F8B1DBD12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7"/>
            <ac:spMk id="43011" creationId="{46430E7B-3E49-4932-8907-1BF8C26773E7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8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8"/>
            <ac:spMk id="46082" creationId="{AA8E1E26-70C5-4320-BE4E-87D8D22925A0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8"/>
            <ac:spMk id="46083" creationId="{13AEAEF1-0CBC-4977-B889-9C2F076FC788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9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9"/>
            <ac:spMk id="47106" creationId="{A9E0D8F6-BB3B-43DC-8FA7-E1E04586C15D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9"/>
            <ac:spMk id="47107" creationId="{9E7A8AAA-1411-443A-AF44-0F6798EBCDD3}"/>
          </ac:spMkLst>
        </pc:spChg>
      </pc:sldChg>
      <pc:sldChg chg="modSp mod">
        <pc:chgData name="欣捷" userId="b965477fa0aef5e6" providerId="LiveId" clId="{F58CB589-EA88-41E9-89B9-70387DC4BAF4}" dt="2021-04-20T08:19:15.765" v="4" actId="403"/>
        <pc:sldMkLst>
          <pc:docMk/>
          <pc:sldMk cId="0" sldId="1029"/>
        </pc:sldMkLst>
        <pc:spChg chg="mod">
          <ac:chgData name="欣捷" userId="b965477fa0aef5e6" providerId="LiveId" clId="{F58CB589-EA88-41E9-89B9-70387DC4BAF4}" dt="2021-04-20T08:19:15.765" v="4" actId="403"/>
          <ac:spMkLst>
            <pc:docMk/>
            <pc:sldMk cId="0" sldId="1029"/>
            <ac:spMk id="6147" creationId="{625FC01B-17AB-4DAE-85D1-28316DB3B53C}"/>
          </ac:spMkLst>
        </pc:spChg>
      </pc:sldChg>
      <pc:sldChg chg="modSp mod">
        <pc:chgData name="欣捷" userId="b965477fa0aef5e6" providerId="LiveId" clId="{F58CB589-EA88-41E9-89B9-70387DC4BAF4}" dt="2021-04-20T08:19:27.321" v="5" actId="403"/>
        <pc:sldMkLst>
          <pc:docMk/>
          <pc:sldMk cId="0" sldId="1030"/>
        </pc:sldMkLst>
        <pc:spChg chg="mod">
          <ac:chgData name="欣捷" userId="b965477fa0aef5e6" providerId="LiveId" clId="{F58CB589-EA88-41E9-89B9-70387DC4BAF4}" dt="2021-04-20T08:19:27.321" v="5" actId="403"/>
          <ac:spMkLst>
            <pc:docMk/>
            <pc:sldMk cId="0" sldId="1030"/>
            <ac:spMk id="7171" creationId="{E605C392-3062-4E19-ABFB-43880A0217A2}"/>
          </ac:spMkLst>
        </pc:spChg>
      </pc:sldChg>
      <pc:sldChg chg="modSp mod">
        <pc:chgData name="欣捷" userId="b965477fa0aef5e6" providerId="LiveId" clId="{F58CB589-EA88-41E9-89B9-70387DC4BAF4}" dt="2021-04-20T08:24:15.236" v="34" actId="207"/>
        <pc:sldMkLst>
          <pc:docMk/>
          <pc:sldMk cId="0" sldId="1037"/>
        </pc:sldMkLst>
        <pc:spChg chg="mod">
          <ac:chgData name="欣捷" userId="b965477fa0aef5e6" providerId="LiveId" clId="{F58CB589-EA88-41E9-89B9-70387DC4BAF4}" dt="2021-04-20T08:24:15.236" v="34" actId="207"/>
          <ac:spMkLst>
            <pc:docMk/>
            <pc:sldMk cId="0" sldId="1037"/>
            <ac:spMk id="69635" creationId="{D90D0F4D-69E7-4E26-B164-3DA3AE13909B}"/>
          </ac:spMkLst>
        </pc:spChg>
      </pc:sldChg>
      <pc:sldChg chg="del">
        <pc:chgData name="欣捷" userId="b965477fa0aef5e6" providerId="LiveId" clId="{F58CB589-EA88-41E9-89B9-70387DC4BAF4}" dt="2021-04-20T09:32:41.428" v="761" actId="47"/>
        <pc:sldMkLst>
          <pc:docMk/>
          <pc:sldMk cId="0" sldId="1058"/>
        </pc:sldMkLst>
      </pc:sldChg>
      <pc:sldChg chg="modSp mod ord chgLayout">
        <pc:chgData name="欣捷" userId="b965477fa0aef5e6" providerId="LiveId" clId="{F58CB589-EA88-41E9-89B9-70387DC4BAF4}" dt="2021-04-20T09:12:15.268" v="475"/>
        <pc:sldMkLst>
          <pc:docMk/>
          <pc:sldMk cId="0" sldId="1080"/>
        </pc:sldMkLst>
        <pc:spChg chg="mod ord">
          <ac:chgData name="欣捷" userId="b965477fa0aef5e6" providerId="LiveId" clId="{F58CB589-EA88-41E9-89B9-70387DC4BAF4}" dt="2021-04-20T08:22:41.465" v="24" actId="700"/>
          <ac:spMkLst>
            <pc:docMk/>
            <pc:sldMk cId="0" sldId="1080"/>
            <ac:spMk id="15362" creationId="{4FFDB618-2ECF-4195-87DA-C33B9711CF22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68" creationId="{0AF61221-0C2D-42BC-96D9-BFE579CB64AB}"/>
          </ac:spMkLst>
        </pc:spChg>
        <pc:spChg chg="mod">
          <ac:chgData name="欣捷" userId="b965477fa0aef5e6" providerId="LiveId" clId="{F58CB589-EA88-41E9-89B9-70387DC4BAF4}" dt="2021-04-20T08:41:27.700" v="273" actId="207"/>
          <ac:spMkLst>
            <pc:docMk/>
            <pc:sldMk cId="0" sldId="1080"/>
            <ac:spMk id="15369" creationId="{DD45ABAE-774D-4ED5-9BFD-8DEDB21E1E48}"/>
          </ac:spMkLst>
        </pc:spChg>
        <pc:spChg chg="mod">
          <ac:chgData name="欣捷" userId="b965477fa0aef5e6" providerId="LiveId" clId="{F58CB589-EA88-41E9-89B9-70387DC4BAF4}" dt="2021-04-20T08:41:29.977" v="274" actId="207"/>
          <ac:spMkLst>
            <pc:docMk/>
            <pc:sldMk cId="0" sldId="1080"/>
            <ac:spMk id="15370" creationId="{5B4EB4C5-A268-4C4B-9908-45B5C60BBE77}"/>
          </ac:spMkLst>
        </pc:spChg>
        <pc:spChg chg="mod">
          <ac:chgData name="欣捷" userId="b965477fa0aef5e6" providerId="LiveId" clId="{F58CB589-EA88-41E9-89B9-70387DC4BAF4}" dt="2021-04-20T08:41:37.295" v="275" actId="208"/>
          <ac:spMkLst>
            <pc:docMk/>
            <pc:sldMk cId="0" sldId="1080"/>
            <ac:spMk id="15371" creationId="{5600B766-DAE7-4380-B17D-7C7536C9B669}"/>
          </ac:spMkLst>
        </pc:spChg>
        <pc:spChg chg="mod">
          <ac:chgData name="欣捷" userId="b965477fa0aef5e6" providerId="LiveId" clId="{F58CB589-EA88-41E9-89B9-70387DC4BAF4}" dt="2021-04-20T08:41:20.744" v="272" actId="113"/>
          <ac:spMkLst>
            <pc:docMk/>
            <pc:sldMk cId="0" sldId="1080"/>
            <ac:spMk id="15372" creationId="{C5F46AD6-9189-4BEE-BB0D-9BCE63F0A059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3" creationId="{16339D6B-A0F7-4C78-9A5F-DCE4ABD11D61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4" creationId="{C1409AB2-FD0D-419E-BD9B-52B375A2176C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5" creationId="{CCE9D793-8099-4993-AAEB-7A974E36944B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6" creationId="{DA6FE308-968D-4F01-8C84-DC59F886606D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7" creationId="{7B182DB1-6DA3-48A1-B79E-EBFC6E58F2E3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8" creationId="{762D761A-4074-4DC1-8CB0-B0984F9DED26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9" creationId="{81E8AD07-17D8-4E07-9FA4-927DD498FF5E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0" creationId="{40039F24-61D3-4732-80B0-6E6094CCD188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1" creationId="{BF140C31-8C19-4A9C-B18A-84A02B02D6BF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2" creationId="{8E6EFF30-7AFC-42AA-BC5D-7DDD4502BA56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3" creationId="{06E19790-0CB0-4C96-AFB2-C7FDED9EB84E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4" creationId="{4969B3A9-2A2C-4DC1-B4E1-C53B0A59CC53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5" creationId="{F7568C70-57DD-432E-BE6C-FF64367688F0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6" creationId="{ADB1EA02-AD40-43E0-B3A3-8F0863701C7A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7" creationId="{D1985793-788F-4277-9FDD-B681BFAF08B2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8" creationId="{F43F0105-0974-4050-94EF-FDCC8DE9C2BF}"/>
          </ac:spMkLst>
        </pc:spChg>
        <pc:spChg chg="mod ord">
          <ac:chgData name="欣捷" userId="b965477fa0aef5e6" providerId="LiveId" clId="{F58CB589-EA88-41E9-89B9-70387DC4BAF4}" dt="2021-04-20T08:22:41.465" v="24" actId="700"/>
          <ac:spMkLst>
            <pc:docMk/>
            <pc:sldMk cId="0" sldId="1080"/>
            <ac:spMk id="108547" creationId="{9984395E-34CA-4FDB-9FC5-4117962099B3}"/>
          </ac:spMkLst>
        </pc:spChg>
        <pc:grpChg chg="mod">
          <ac:chgData name="欣捷" userId="b965477fa0aef5e6" providerId="LiveId" clId="{F58CB589-EA88-41E9-89B9-70387DC4BAF4}" dt="2021-04-20T08:41:15.709" v="271" actId="113"/>
          <ac:grpSpMkLst>
            <pc:docMk/>
            <pc:sldMk cId="0" sldId="1080"/>
            <ac:grpSpMk id="15364" creationId="{859C4A9B-2DB6-44E3-8B8A-C9739E668715}"/>
          </ac:grpSpMkLst>
        </pc:grpChg>
        <pc:grpChg chg="mod">
          <ac:chgData name="欣捷" userId="b965477fa0aef5e6" providerId="LiveId" clId="{F58CB589-EA88-41E9-89B9-70387DC4BAF4}" dt="2021-04-20T08:22:47.514" v="25" actId="1076"/>
          <ac:grpSpMkLst>
            <pc:docMk/>
            <pc:sldMk cId="0" sldId="1080"/>
            <ac:grpSpMk id="15367" creationId="{AA2912E9-31CB-4AA0-AE74-CDF6326F08CE}"/>
          </ac:grpSpMkLst>
        </pc:grpChg>
        <pc:graphicFrameChg chg="mod">
          <ac:chgData name="欣捷" userId="b965477fa0aef5e6" providerId="LiveId" clId="{F58CB589-EA88-41E9-89B9-70387DC4BAF4}" dt="2021-04-20T08:22:47.514" v="25" actId="1076"/>
          <ac:graphicFrameMkLst>
            <pc:docMk/>
            <pc:sldMk cId="0" sldId="1080"/>
            <ac:graphicFrameMk id="15365" creationId="{B7F49CDA-EB1D-4F6E-8559-CA84B5FFB9DD}"/>
          </ac:graphicFrameMkLst>
        </pc:graphicFrameChg>
        <pc:graphicFrameChg chg="mod">
          <ac:chgData name="欣捷" userId="b965477fa0aef5e6" providerId="LiveId" clId="{F58CB589-EA88-41E9-89B9-70387DC4BAF4}" dt="2021-04-20T08:22:47.514" v="25" actId="1076"/>
          <ac:graphicFrameMkLst>
            <pc:docMk/>
            <pc:sldMk cId="0" sldId="1080"/>
            <ac:graphicFrameMk id="15366" creationId="{9F71241D-D3D1-44FE-A46A-480124D14AD6}"/>
          </ac:graphicFrameMkLst>
        </pc:graphicFrameChg>
      </pc:sldChg>
      <pc:sldChg chg="modSp mod ord chgLayout">
        <pc:chgData name="欣捷" userId="b965477fa0aef5e6" providerId="LiveId" clId="{F58CB589-EA88-41E9-89B9-70387DC4BAF4}" dt="2021-04-20T09:15:43.505" v="571" actId="113"/>
        <pc:sldMkLst>
          <pc:docMk/>
          <pc:sldMk cId="0" sldId="1081"/>
        </pc:sldMkLst>
        <pc:spChg chg="mod ord">
          <ac:chgData name="欣捷" userId="b965477fa0aef5e6" providerId="LiveId" clId="{F58CB589-EA88-41E9-89B9-70387DC4BAF4}" dt="2021-04-20T08:22:56.118" v="26" actId="700"/>
          <ac:spMkLst>
            <pc:docMk/>
            <pc:sldMk cId="0" sldId="1081"/>
            <ac:spMk id="16386" creationId="{DC76ACF5-1CBB-4E90-B010-F6D3DF9FB7ED}"/>
          </ac:spMkLst>
        </pc:spChg>
        <pc:spChg chg="mod ord">
          <ac:chgData name="欣捷" userId="b965477fa0aef5e6" providerId="LiveId" clId="{F58CB589-EA88-41E9-89B9-70387DC4BAF4}" dt="2021-04-20T09:15:43.505" v="571" actId="113"/>
          <ac:spMkLst>
            <pc:docMk/>
            <pc:sldMk cId="0" sldId="1081"/>
            <ac:spMk id="16387" creationId="{760C73B3-898C-42C8-891D-84B70F18D76B}"/>
          </ac:spMkLst>
        </pc:spChg>
      </pc:sldChg>
      <pc:sldChg chg="modSp mod chgLayout">
        <pc:chgData name="欣捷" userId="b965477fa0aef5e6" providerId="LiveId" clId="{F58CB589-EA88-41E9-89B9-70387DC4BAF4}" dt="2021-04-20T09:27:46.211" v="695" actId="403"/>
        <pc:sldMkLst>
          <pc:docMk/>
          <pc:sldMk cId="0" sldId="1082"/>
        </pc:sldMkLst>
        <pc:spChg chg="mod ord">
          <ac:chgData name="欣捷" userId="b965477fa0aef5e6" providerId="LiveId" clId="{F58CB589-EA88-41E9-89B9-70387DC4BAF4}" dt="2021-04-20T08:23:32.627" v="27" actId="700"/>
          <ac:spMkLst>
            <pc:docMk/>
            <pc:sldMk cId="0" sldId="1082"/>
            <ac:spMk id="28674" creationId="{5E9222B7-97C2-4FB5-8E52-C7FEDA8DA209}"/>
          </ac:spMkLst>
        </pc:spChg>
        <pc:spChg chg="mod ord">
          <ac:chgData name="欣捷" userId="b965477fa0aef5e6" providerId="LiveId" clId="{F58CB589-EA88-41E9-89B9-70387DC4BAF4}" dt="2021-04-20T09:27:46.211" v="695" actId="403"/>
          <ac:spMkLst>
            <pc:docMk/>
            <pc:sldMk cId="0" sldId="1082"/>
            <ac:spMk id="28675" creationId="{E976D685-D6C3-4D4C-91DE-96DA60F76F25}"/>
          </ac:spMkLst>
        </pc:spChg>
      </pc:sldChg>
      <pc:sldChg chg="modSp mod chgLayout">
        <pc:chgData name="欣捷" userId="b965477fa0aef5e6" providerId="LiveId" clId="{F58CB589-EA88-41E9-89B9-70387DC4BAF4}" dt="2021-04-20T09:27:57.886" v="697" actId="207"/>
        <pc:sldMkLst>
          <pc:docMk/>
          <pc:sldMk cId="0" sldId="1083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1083"/>
            <ac:spMk id="29698" creationId="{370B385F-9D81-4EFE-8FDA-1A06D5E9F2DF}"/>
          </ac:spMkLst>
        </pc:spChg>
        <pc:spChg chg="mod ord">
          <ac:chgData name="欣捷" userId="b965477fa0aef5e6" providerId="LiveId" clId="{F58CB589-EA88-41E9-89B9-70387DC4BAF4}" dt="2021-04-20T09:27:57.886" v="697" actId="207"/>
          <ac:spMkLst>
            <pc:docMk/>
            <pc:sldMk cId="0" sldId="1083"/>
            <ac:spMk id="29699" creationId="{36C3F7DC-D47E-475A-BC4A-4753EA6046F3}"/>
          </ac:spMkLst>
        </pc:spChg>
      </pc:sldChg>
      <pc:sldChg chg="del">
        <pc:chgData name="欣捷" userId="b965477fa0aef5e6" providerId="LiveId" clId="{F58CB589-EA88-41E9-89B9-70387DC4BAF4}" dt="2021-04-20T08:21:42.117" v="22" actId="47"/>
        <pc:sldMkLst>
          <pc:docMk/>
          <pc:sldMk cId="0" sldId="1084"/>
        </pc:sldMkLst>
      </pc:sldChg>
      <pc:sldChg chg="modSp mod chgLayout">
        <pc:chgData name="欣捷" userId="b965477fa0aef5e6" providerId="LiveId" clId="{F58CB589-EA88-41E9-89B9-70387DC4BAF4}" dt="2021-04-20T08:24:31.308" v="36" actId="700"/>
        <pc:sldMkLst>
          <pc:docMk/>
          <pc:sldMk cId="0" sldId="1090"/>
        </pc:sldMkLst>
        <pc:spChg chg="mod ord">
          <ac:chgData name="欣捷" userId="b965477fa0aef5e6" providerId="LiveId" clId="{F58CB589-EA88-41E9-89B9-70387DC4BAF4}" dt="2021-04-20T08:24:31.308" v="36" actId="700"/>
          <ac:spMkLst>
            <pc:docMk/>
            <pc:sldMk cId="0" sldId="1090"/>
            <ac:spMk id="72706" creationId="{D8B6B405-F101-4CA9-A251-6815C4615CDC}"/>
          </ac:spMkLst>
        </pc:spChg>
        <pc:spChg chg="mod ord">
          <ac:chgData name="欣捷" userId="b965477fa0aef5e6" providerId="LiveId" clId="{F58CB589-EA88-41E9-89B9-70387DC4BAF4}" dt="2021-04-20T08:24:31.308" v="36" actId="700"/>
          <ac:spMkLst>
            <pc:docMk/>
            <pc:sldMk cId="0" sldId="1090"/>
            <ac:spMk id="72707" creationId="{FEB2BB3A-81CC-4ABD-A121-E8ED803B6BA9}"/>
          </ac:spMkLst>
        </pc:spChg>
      </pc:sldChg>
      <pc:sldChg chg="modSp mod chgLayout">
        <pc:chgData name="欣捷" userId="b965477fa0aef5e6" providerId="LiveId" clId="{F58CB589-EA88-41E9-89B9-70387DC4BAF4}" dt="2021-04-20T09:32:19.053" v="758" actId="700"/>
        <pc:sldMkLst>
          <pc:docMk/>
          <pc:sldMk cId="0" sldId="1095"/>
        </pc:sldMkLst>
        <pc:spChg chg="mod ord">
          <ac:chgData name="欣捷" userId="b965477fa0aef5e6" providerId="LiveId" clId="{F58CB589-EA88-41E9-89B9-70387DC4BAF4}" dt="2021-04-20T09:32:19.053" v="758" actId="700"/>
          <ac:spMkLst>
            <pc:docMk/>
            <pc:sldMk cId="0" sldId="1095"/>
            <ac:spMk id="78850" creationId="{B96071DF-4A01-4081-8DD1-1F3C7BB8F426}"/>
          </ac:spMkLst>
        </pc:spChg>
        <pc:spChg chg="mod ord">
          <ac:chgData name="欣捷" userId="b965477fa0aef5e6" providerId="LiveId" clId="{F58CB589-EA88-41E9-89B9-70387DC4BAF4}" dt="2021-04-20T09:32:19.053" v="758" actId="700"/>
          <ac:spMkLst>
            <pc:docMk/>
            <pc:sldMk cId="0" sldId="1095"/>
            <ac:spMk id="78851" creationId="{AED1CE7F-080A-452A-B16A-65A42BCE1B43}"/>
          </ac:spMkLst>
        </pc:spChg>
      </pc:sldChg>
      <pc:sldChg chg="modSp mod chgLayout">
        <pc:chgData name="欣捷" userId="b965477fa0aef5e6" providerId="LiveId" clId="{F58CB589-EA88-41E9-89B9-70387DC4BAF4}" dt="2021-04-20T09:32:36.730" v="760" actId="1076"/>
        <pc:sldMkLst>
          <pc:docMk/>
          <pc:sldMk cId="0" sldId="1106"/>
        </pc:sldMkLst>
        <pc:spChg chg="mod ord">
          <ac:chgData name="欣捷" userId="b965477fa0aef5e6" providerId="LiveId" clId="{F58CB589-EA88-41E9-89B9-70387DC4BAF4}" dt="2021-04-20T09:32:30.684" v="759" actId="700"/>
          <ac:spMkLst>
            <pc:docMk/>
            <pc:sldMk cId="0" sldId="1106"/>
            <ac:spMk id="93186" creationId="{9DB5010B-BDF5-45ED-BDBE-193ACCA2DF0D}"/>
          </ac:spMkLst>
        </pc:spChg>
        <pc:spChg chg="mod ord">
          <ac:chgData name="欣捷" userId="b965477fa0aef5e6" providerId="LiveId" clId="{F58CB589-EA88-41E9-89B9-70387DC4BAF4}" dt="2021-04-20T09:32:30.684" v="759" actId="700"/>
          <ac:spMkLst>
            <pc:docMk/>
            <pc:sldMk cId="0" sldId="1106"/>
            <ac:spMk id="93187" creationId="{F5FD8CEB-F2C3-4D61-8ECB-F41F9C35CB6D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2" creationId="{2973C2F5-7F6D-4721-96AE-974A0786A0C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3" creationId="{DF8257AD-22C9-4BCB-AA4E-3031F40C2574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4" creationId="{7AE60E2A-A239-4E44-8236-93D4D284BA75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5" creationId="{5A25825A-4D0E-47D2-B85B-91760455CCBA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6" creationId="{E656516D-83E1-4472-BA5D-94DB749576B8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7" creationId="{5265B920-EA37-4A99-B1A3-C410CB0C7177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8" creationId="{E216EB96-3D62-4533-9342-F5B54D2A120B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9" creationId="{7B9FE9D1-D7F0-4160-A83F-297317BED9F3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0" creationId="{FDC8C460-25A2-4DFC-BAD4-A18312BD18F1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1" creationId="{0C9F8F5E-E21E-4D72-8A63-AA16F6AC1592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2" creationId="{2C9CDA63-350B-49C0-9BC6-38C7DB8825A8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3" creationId="{45D43B19-F729-42CF-A0AE-2FAD28799C06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4" creationId="{62903F58-417D-434D-8447-E9C45FC41F23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5" creationId="{8E5FDC99-6A85-4966-B140-80C798987BC2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6" creationId="{C4C537FA-097C-4CA2-9511-DEEEF66ADFA0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7" creationId="{83C4D508-1F91-486A-BC60-2B9DBC406794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8" creationId="{A959274E-0639-474D-8A1D-C1E6EC2290A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9" creationId="{91DEFC7B-4430-4C2B-B1AE-D1E61BCA8EB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0" creationId="{BAFFB8E9-55EB-44FB-8130-874E97828866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1" creationId="{5E0BE500-445A-4826-9B66-011CF60C707A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2" creationId="{0753FAE5-B92E-4128-94ED-5B255819BB33}"/>
          </ac:spMkLst>
        </pc:spChg>
        <pc:grpChg chg="mod">
          <ac:chgData name="欣捷" userId="b965477fa0aef5e6" providerId="LiveId" clId="{F58CB589-EA88-41E9-89B9-70387DC4BAF4}" dt="2021-04-20T09:32:36.730" v="760" actId="1076"/>
          <ac:grpSpMkLst>
            <pc:docMk/>
            <pc:sldMk cId="0" sldId="1106"/>
            <ac:grpSpMk id="93188" creationId="{CEAA116F-ACBF-4CFB-82A1-1DE3DFC3ED9D}"/>
          </ac:grpSpMkLst>
        </pc:grpChg>
        <pc:grpChg chg="mod">
          <ac:chgData name="欣捷" userId="b965477fa0aef5e6" providerId="LiveId" clId="{F58CB589-EA88-41E9-89B9-70387DC4BAF4}" dt="2021-04-20T09:32:36.730" v="760" actId="1076"/>
          <ac:grpSpMkLst>
            <pc:docMk/>
            <pc:sldMk cId="0" sldId="1106"/>
            <ac:grpSpMk id="93191" creationId="{E6BE6119-E002-45F3-971E-829EEE2E375E}"/>
          </ac:grpSpMkLst>
        </pc:grpChg>
        <pc:graphicFrameChg chg="mod">
          <ac:chgData name="欣捷" userId="b965477fa0aef5e6" providerId="LiveId" clId="{F58CB589-EA88-41E9-89B9-70387DC4BAF4}" dt="2021-04-20T09:32:36.730" v="760" actId="1076"/>
          <ac:graphicFrameMkLst>
            <pc:docMk/>
            <pc:sldMk cId="0" sldId="1106"/>
            <ac:graphicFrameMk id="93189" creationId="{CA9C7B45-8C7B-4DAD-A128-F392CC891B69}"/>
          </ac:graphicFrameMkLst>
        </pc:graphicFrameChg>
        <pc:graphicFrameChg chg="mod">
          <ac:chgData name="欣捷" userId="b965477fa0aef5e6" providerId="LiveId" clId="{F58CB589-EA88-41E9-89B9-70387DC4BAF4}" dt="2021-04-20T09:32:36.730" v="760" actId="1076"/>
          <ac:graphicFrameMkLst>
            <pc:docMk/>
            <pc:sldMk cId="0" sldId="1106"/>
            <ac:graphicFrameMk id="93190" creationId="{7B142E38-C3E0-4306-827F-4910D3B8600F}"/>
          </ac:graphicFrameMkLst>
        </pc:graphicFrameChg>
      </pc:sldChg>
      <pc:sldChg chg="modSp mod modClrScheme chgLayout">
        <pc:chgData name="欣捷" userId="b965477fa0aef5e6" providerId="LiveId" clId="{F58CB589-EA88-41E9-89B9-70387DC4BAF4}" dt="2021-04-20T08:23:47.487" v="29" actId="700"/>
        <pc:sldMkLst>
          <pc:docMk/>
          <pc:sldMk cId="0" sldId="1110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1110"/>
            <ac:spMk id="34818" creationId="{2F8428C9-B4B0-404F-ADD7-FF5E4E1FBAC3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1110"/>
            <ac:spMk id="34819" creationId="{9766E0A3-CF43-4A15-8C12-C54C607CCC6D}"/>
          </ac:spMkLst>
        </pc:spChg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1"/>
        </pc:sldMkLst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2"/>
        </pc:sldMkLst>
      </pc:sldChg>
      <pc:sldChg chg="addSp delSp modSp mod modClrScheme chgLayout">
        <pc:chgData name="欣捷" userId="b965477fa0aef5e6" providerId="LiveId" clId="{F58CB589-EA88-41E9-89B9-70387DC4BAF4}" dt="2021-04-20T09:23:35.738" v="630" actId="1036"/>
        <pc:sldMkLst>
          <pc:docMk/>
          <pc:sldMk cId="0" sldId="1127"/>
        </pc:sldMkLst>
        <pc:spChg chg="add del 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3" creationId="{FAB0E3B7-ADFE-4B86-8D1B-8FC760A03743}"/>
          </ac:spMkLst>
        </pc:spChg>
        <pc:spChg chg="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21506" creationId="{7F276C87-6320-4D5F-8A4C-223F7B50BEAD}"/>
          </ac:spMkLst>
        </pc:spChg>
        <pc:spChg chg="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21507" creationId="{1E076508-5590-4656-B6DE-09DB6B6FFB57}"/>
          </ac:spMkLst>
        </pc:spChg>
        <pc:graphicFrameChg chg="add mod">
          <ac:chgData name="欣捷" userId="b965477fa0aef5e6" providerId="LiveId" clId="{F58CB589-EA88-41E9-89B9-70387DC4BAF4}" dt="2021-04-20T09:23:35.738" v="630" actId="1036"/>
          <ac:graphicFrameMkLst>
            <pc:docMk/>
            <pc:sldMk cId="0" sldId="1127"/>
            <ac:graphicFrameMk id="7" creationId="{B53CAE73-8446-4346-AD74-E034238D0ED7}"/>
          </ac:graphicFrameMkLst>
        </pc:graphicFrameChg>
        <pc:graphicFrameChg chg="del">
          <ac:chgData name="欣捷" userId="b965477fa0aef5e6" providerId="LiveId" clId="{F58CB589-EA88-41E9-89B9-70387DC4BAF4}" dt="2021-04-20T09:23:18.580" v="623" actId="21"/>
          <ac:graphicFrameMkLst>
            <pc:docMk/>
            <pc:sldMk cId="0" sldId="1127"/>
            <ac:graphicFrameMk id="796676" creationId="{EFF87FC0-F9FF-40B5-BB42-A0510131B19E}"/>
          </ac:graphicFrameMkLst>
        </pc:graphicFrameChg>
      </pc:sldChg>
      <pc:sldChg chg="del">
        <pc:chgData name="欣捷" userId="b965477fa0aef5e6" providerId="LiveId" clId="{F58CB589-EA88-41E9-89B9-70387DC4BAF4}" dt="2021-04-20T09:22:15.350" v="607" actId="47"/>
        <pc:sldMkLst>
          <pc:docMk/>
          <pc:sldMk cId="0" sldId="1128"/>
        </pc:sldMkLst>
      </pc:sldChg>
      <pc:sldChg chg="del">
        <pc:chgData name="欣捷" userId="b965477fa0aef5e6" providerId="LiveId" clId="{F58CB589-EA88-41E9-89B9-70387DC4BAF4}" dt="2021-04-20T09:25:36.833" v="639" actId="47"/>
        <pc:sldMkLst>
          <pc:docMk/>
          <pc:sldMk cId="0" sldId="1129"/>
        </pc:sldMkLst>
      </pc:sldChg>
      <pc:sldChg chg="del">
        <pc:chgData name="欣捷" userId="b965477fa0aef5e6" providerId="LiveId" clId="{F58CB589-EA88-41E9-89B9-70387DC4BAF4}" dt="2021-04-20T09:22:14.137" v="606" actId="47"/>
        <pc:sldMkLst>
          <pc:docMk/>
          <pc:sldMk cId="0" sldId="1130"/>
        </pc:sldMkLst>
      </pc:sldChg>
      <pc:sldChg chg="addSp delSp modSp mod modClrScheme modAnim chgLayout">
        <pc:chgData name="欣捷" userId="b965477fa0aef5e6" providerId="LiveId" clId="{F58CB589-EA88-41E9-89B9-70387DC4BAF4}" dt="2021-04-20T09:22:44.424" v="618" actId="6549"/>
        <pc:sldMkLst>
          <pc:docMk/>
          <pc:sldMk cId="0" sldId="1131"/>
        </pc:sldMkLst>
        <pc:spChg chg="add del mod">
          <ac:chgData name="欣捷" userId="b965477fa0aef5e6" providerId="LiveId" clId="{F58CB589-EA88-41E9-89B9-70387DC4BAF4}" dt="2021-04-20T09:21:58.692" v="601" actId="21"/>
          <ac:spMkLst>
            <pc:docMk/>
            <pc:sldMk cId="0" sldId="1131"/>
            <ac:spMk id="3" creationId="{DD033D68-BBD9-45B0-A1E6-CF2C13AEB8F1}"/>
          </ac:spMkLst>
        </pc:spChg>
        <pc:spChg chg="add del mo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4" creationId="{DBB6E14D-0C3F-4FEA-8F86-BB512FACE28F}"/>
          </ac:spMkLst>
        </pc:spChg>
        <pc:spChg chg="add del mo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5" creationId="{86D17A36-AA68-4E88-AE61-C98015EE1248}"/>
          </ac:spMkLst>
        </pc:spChg>
        <pc:spChg chg="add del mod or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6" creationId="{6B9014D5-E716-48D7-AF67-895A4D8796B2}"/>
          </ac:spMkLst>
        </pc:spChg>
        <pc:spChg chg="add del 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8" creationId="{1B295B76-24BC-407E-AAEF-9B6E2E81CD73}"/>
          </ac:spMkLst>
        </pc:spChg>
        <pc:spChg chg="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19458" creationId="{2D390A57-AC1B-4F2A-B1FE-3A7AB367BB6B}"/>
          </ac:spMkLst>
        </pc:spChg>
        <pc:spChg chg="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19459" creationId="{84804259-279B-4FCA-B6AC-D01533EDF1EA}"/>
          </ac:spMkLst>
        </pc:spChg>
        <pc:graphicFrameChg chg="add mod modGraphic">
          <ac:chgData name="欣捷" userId="b965477fa0aef5e6" providerId="LiveId" clId="{F58CB589-EA88-41E9-89B9-70387DC4BAF4}" dt="2021-04-20T09:22:44.424" v="618" actId="6549"/>
          <ac:graphicFrameMkLst>
            <pc:docMk/>
            <pc:sldMk cId="0" sldId="1131"/>
            <ac:graphicFrameMk id="12" creationId="{392FF57F-B253-4DAC-BFB1-4445AAB528F9}"/>
          </ac:graphicFrameMkLst>
        </pc:graphicFrameChg>
        <pc:graphicFrameChg chg="add del mod modGraphic">
          <ac:chgData name="欣捷" userId="b965477fa0aef5e6" providerId="LiveId" clId="{F58CB589-EA88-41E9-89B9-70387DC4BAF4}" dt="2021-04-20T09:22:00.268" v="602" actId="21"/>
          <ac:graphicFrameMkLst>
            <pc:docMk/>
            <pc:sldMk cId="0" sldId="1131"/>
            <ac:graphicFrameMk id="796676" creationId="{B1F3D8F9-DA9D-4569-A016-281B2885BE60}"/>
          </ac:graphicFrameMkLst>
        </pc:graphicFrameChg>
      </pc:sldChg>
      <pc:sldChg chg="del">
        <pc:chgData name="欣捷" userId="b965477fa0aef5e6" providerId="LiveId" clId="{F58CB589-EA88-41E9-89B9-70387DC4BAF4}" dt="2021-04-20T09:23:13.894" v="622" actId="47"/>
        <pc:sldMkLst>
          <pc:docMk/>
          <pc:sldMk cId="0" sldId="1132"/>
        </pc:sldMkLst>
      </pc:sldChg>
      <pc:sldChg chg="del">
        <pc:chgData name="欣捷" userId="b965477fa0aef5e6" providerId="LiveId" clId="{F58CB589-EA88-41E9-89B9-70387DC4BAF4}" dt="2021-04-20T09:25:37.789" v="640" actId="47"/>
        <pc:sldMkLst>
          <pc:docMk/>
          <pc:sldMk cId="0" sldId="1133"/>
        </pc:sldMkLst>
      </pc:sldChg>
      <pc:sldChg chg="addSp delSp modSp mod modClrScheme chgLayout">
        <pc:chgData name="欣捷" userId="b965477fa0aef5e6" providerId="LiveId" clId="{F58CB589-EA88-41E9-89B9-70387DC4BAF4}" dt="2021-04-20T09:27:02.367" v="678" actId="6549"/>
        <pc:sldMkLst>
          <pc:docMk/>
          <pc:sldMk cId="0" sldId="1134"/>
        </pc:sldMkLst>
        <pc:spChg chg="add del 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3" creationId="{E950FFE8-E96A-4218-8E89-7064AA588AFC}"/>
          </ac:spMkLst>
        </pc:spChg>
        <pc:spChg chg="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27650" creationId="{22D8A731-AE74-4746-A3B8-8256FFF194A2}"/>
          </ac:spMkLst>
        </pc:spChg>
        <pc:spChg chg="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27651" creationId="{A1741382-F451-48A5-8D5C-85D947507B87}"/>
          </ac:spMkLst>
        </pc:spChg>
        <pc:graphicFrameChg chg="add mod modGraphic">
          <ac:chgData name="欣捷" userId="b965477fa0aef5e6" providerId="LiveId" clId="{F58CB589-EA88-41E9-89B9-70387DC4BAF4}" dt="2021-04-20T09:27:02.367" v="678" actId="6549"/>
          <ac:graphicFrameMkLst>
            <pc:docMk/>
            <pc:sldMk cId="0" sldId="1134"/>
            <ac:graphicFrameMk id="7" creationId="{37CC3D40-8AD9-46E1-AFAB-E74C336F4304}"/>
          </ac:graphicFrameMkLst>
        </pc:graphicFrameChg>
        <pc:graphicFrameChg chg="del">
          <ac:chgData name="欣捷" userId="b965477fa0aef5e6" providerId="LiveId" clId="{F58CB589-EA88-41E9-89B9-70387DC4BAF4}" dt="2021-04-20T09:24:45.940" v="635" actId="21"/>
          <ac:graphicFrameMkLst>
            <pc:docMk/>
            <pc:sldMk cId="0" sldId="1134"/>
            <ac:graphicFrameMk id="796676" creationId="{2CE792A0-7F05-43E0-8EB3-154CFC449AD0}"/>
          </ac:graphicFrameMkLst>
        </pc:graphicFrameChg>
      </pc:sldChg>
      <pc:sldChg chg="del">
        <pc:chgData name="欣捷" userId="b965477fa0aef5e6" providerId="LiveId" clId="{F58CB589-EA88-41E9-89B9-70387DC4BAF4}" dt="2021-04-20T09:25:38.455" v="641" actId="47"/>
        <pc:sldMkLst>
          <pc:docMk/>
          <pc:sldMk cId="0" sldId="1135"/>
        </pc:sldMkLst>
      </pc:sldChg>
      <pc:sldChg chg="del">
        <pc:chgData name="欣捷" userId="b965477fa0aef5e6" providerId="LiveId" clId="{F58CB589-EA88-41E9-89B9-70387DC4BAF4}" dt="2021-04-20T09:25:39.106" v="642" actId="47"/>
        <pc:sldMkLst>
          <pc:docMk/>
          <pc:sldMk cId="0" sldId="1136"/>
        </pc:sldMkLst>
      </pc:sldChg>
      <pc:sldChg chg="del">
        <pc:chgData name="欣捷" userId="b965477fa0aef5e6" providerId="LiveId" clId="{F58CB589-EA88-41E9-89B9-70387DC4BAF4}" dt="2021-04-20T09:25:39.786" v="643" actId="47"/>
        <pc:sldMkLst>
          <pc:docMk/>
          <pc:sldMk cId="0" sldId="1137"/>
        </pc:sldMkLst>
      </pc:sldChg>
      <pc:sldChg chg="delSp modSp mod modClrScheme chgLayout">
        <pc:chgData name="欣捷" userId="b965477fa0aef5e6" providerId="LiveId" clId="{F58CB589-EA88-41E9-89B9-70387DC4BAF4}" dt="2021-04-20T08:24:26.586" v="35" actId="700"/>
        <pc:sldMkLst>
          <pc:docMk/>
          <pc:sldMk cId="0" sldId="1138"/>
        </pc:sldMkLst>
        <pc:spChg chg="mod ord">
          <ac:chgData name="欣捷" userId="b965477fa0aef5e6" providerId="LiveId" clId="{F58CB589-EA88-41E9-89B9-70387DC4BAF4}" dt="2021-04-20T08:24:26.586" v="35" actId="700"/>
          <ac:spMkLst>
            <pc:docMk/>
            <pc:sldMk cId="0" sldId="1138"/>
            <ac:spMk id="70658" creationId="{B4FE0C36-53DB-4B67-9CF8-265577BFA0B4}"/>
          </ac:spMkLst>
        </pc:spChg>
        <pc:spChg chg="del">
          <ac:chgData name="欣捷" userId="b965477fa0aef5e6" providerId="LiveId" clId="{F58CB589-EA88-41E9-89B9-70387DC4BAF4}" dt="2021-04-20T08:24:26.586" v="35" actId="700"/>
          <ac:spMkLst>
            <pc:docMk/>
            <pc:sldMk cId="0" sldId="1138"/>
            <ac:spMk id="70659" creationId="{61CA1518-5BF8-4C27-8956-4DC5A979F54C}"/>
          </ac:spMkLst>
        </pc:spChg>
      </pc:sldChg>
      <pc:sldChg chg="modSp add mod">
        <pc:chgData name="欣捷" userId="b965477fa0aef5e6" providerId="LiveId" clId="{F58CB589-EA88-41E9-89B9-70387DC4BAF4}" dt="2021-04-20T09:06:56.490" v="327" actId="20577"/>
        <pc:sldMkLst>
          <pc:docMk/>
          <pc:sldMk cId="516213771" sldId="1139"/>
        </pc:sldMkLst>
        <pc:spChg chg="mod">
          <ac:chgData name="欣捷" userId="b965477fa0aef5e6" providerId="LiveId" clId="{F58CB589-EA88-41E9-89B9-70387DC4BAF4}" dt="2021-04-20T08:21:06.719" v="7"/>
          <ac:spMkLst>
            <pc:docMk/>
            <pc:sldMk cId="516213771" sldId="1139"/>
            <ac:spMk id="7170" creationId="{9A9ACD68-0B23-45C4-B0C9-40FDBDF97E94}"/>
          </ac:spMkLst>
        </pc:spChg>
        <pc:spChg chg="mod">
          <ac:chgData name="欣捷" userId="b965477fa0aef5e6" providerId="LiveId" clId="{F58CB589-EA88-41E9-89B9-70387DC4BAF4}" dt="2021-04-20T09:06:56.490" v="327" actId="20577"/>
          <ac:spMkLst>
            <pc:docMk/>
            <pc:sldMk cId="516213771" sldId="1139"/>
            <ac:spMk id="7171" creationId="{7B9851B1-3ED8-4584-9FD6-F58A8B0C36C4}"/>
          </ac:spMkLst>
        </pc:spChg>
      </pc:sldChg>
      <pc:sldChg chg="addSp delSp modSp add del mod modClrScheme chgLayout">
        <pc:chgData name="欣捷" userId="b965477fa0aef5e6" providerId="LiveId" clId="{F58CB589-EA88-41E9-89B9-70387DC4BAF4}" dt="2021-04-20T09:24:36.270" v="634" actId="47"/>
        <pc:sldMkLst>
          <pc:docMk/>
          <pc:sldMk cId="2084196931" sldId="1140"/>
        </pc:sldMkLst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2" creationId="{09FD4063-D82E-494C-BBA5-8C2F3650867B}"/>
          </ac:spMkLst>
        </pc:spChg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3" creationId="{170ED53A-6903-462B-B734-1AA9804F4405}"/>
          </ac:spMkLst>
        </pc:spChg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4" creationId="{17D87055-AF78-4490-A4BB-B5278648C207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5" creationId="{6ED1B4AB-5EFC-4845-B472-6929590971FA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6" creationId="{ED66D295-7E88-4E34-93C0-0C6D98D977CD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7" creationId="{B29077F0-225A-4850-9B10-31EE5EB0D6D5}"/>
          </ac:spMkLst>
        </pc:spChg>
        <pc:spChg chg="add del mod">
          <ac:chgData name="欣捷" userId="b965477fa0aef5e6" providerId="LiveId" clId="{F58CB589-EA88-41E9-89B9-70387DC4BAF4}" dt="2021-04-20T08:32:21.876" v="136" actId="478"/>
          <ac:spMkLst>
            <pc:docMk/>
            <pc:sldMk cId="2084196931" sldId="1140"/>
            <ac:spMk id="9" creationId="{A8777EF9-1B4A-49CC-8266-E20409114DFC}"/>
          </ac:spMkLst>
        </pc:spChg>
        <pc:spChg chg="add del mod">
          <ac:chgData name="欣捷" userId="b965477fa0aef5e6" providerId="LiveId" clId="{F58CB589-EA88-41E9-89B9-70387DC4BAF4}" dt="2021-04-20T08:32:29.020" v="140" actId="478"/>
          <ac:spMkLst>
            <pc:docMk/>
            <pc:sldMk cId="2084196931" sldId="1140"/>
            <ac:spMk id="11" creationId="{55453775-1CD5-4F21-BB1E-94C7F951594D}"/>
          </ac:spMkLst>
        </pc:spChg>
        <pc:spChg chg="add del mod">
          <ac:chgData name="欣捷" userId="b965477fa0aef5e6" providerId="LiveId" clId="{F58CB589-EA88-41E9-89B9-70387DC4BAF4}" dt="2021-04-20T08:32:31.262" v="142" actId="6264"/>
          <ac:spMkLst>
            <pc:docMk/>
            <pc:sldMk cId="2084196931" sldId="1140"/>
            <ac:spMk id="12" creationId="{9E0575A2-89C0-4D5E-B569-C56D65840E3B}"/>
          </ac:spMkLst>
        </pc:spChg>
        <pc:spChg chg="add del mod ord">
          <ac:chgData name="欣捷" userId="b965477fa0aef5e6" providerId="LiveId" clId="{F58CB589-EA88-41E9-89B9-70387DC4BAF4}" dt="2021-04-20T08:32:32.908" v="143" actId="700"/>
          <ac:spMkLst>
            <pc:docMk/>
            <pc:sldMk cId="2084196931" sldId="1140"/>
            <ac:spMk id="13" creationId="{27A5A5B8-C1B7-48A9-90A8-A15AE157834F}"/>
          </ac:spMkLst>
        </pc:spChg>
        <pc:spChg chg="add del mod ord">
          <ac:chgData name="欣捷" userId="b965477fa0aef5e6" providerId="LiveId" clId="{F58CB589-EA88-41E9-89B9-70387DC4BAF4}" dt="2021-04-20T08:32:32.908" v="143" actId="700"/>
          <ac:spMkLst>
            <pc:docMk/>
            <pc:sldMk cId="2084196931" sldId="1140"/>
            <ac:spMk id="14" creationId="{C0334030-F0D0-4559-8A09-A8C92A184C31}"/>
          </ac:spMkLst>
        </pc:spChg>
        <pc:spChg chg="del mod topLvl">
          <ac:chgData name="欣捷" userId="b965477fa0aef5e6" providerId="LiveId" clId="{F58CB589-EA88-41E9-89B9-70387DC4BAF4}" dt="2021-04-20T08:34:39.099" v="161" actId="478"/>
          <ac:spMkLst>
            <pc:docMk/>
            <pc:sldMk cId="2084196931" sldId="1140"/>
            <ac:spMk id="17" creationId="{6C070E3C-0EDC-4CF2-AD62-54B4F268A4F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18" creationId="{990096CB-399E-4A48-9B9F-AA706D6E650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19" creationId="{D13BFECB-BA4C-4171-9EB2-81653D51BB9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0" creationId="{2C4F9C7F-A218-4FD3-B7AA-614E6967A9B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1" creationId="{8AE39139-5C0C-4CBA-B9C0-119A3BCAFB50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2" creationId="{479D3984-B200-4B6B-9BE8-8A9E8B079AA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3" creationId="{DF1AB77B-0740-4490-AC70-A90BD4D8647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4" creationId="{60E44381-C56D-4377-8B60-534C96292EC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5" creationId="{8E97D0D5-5540-4D52-B479-18CCD954A13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6" creationId="{782C12D4-8EFA-4ACC-B8E9-E8A1EC1A5F2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7" creationId="{88FC1D0C-1800-451F-B968-63646E523247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8" creationId="{29FF0EF0-E864-430E-B887-468A6A8C37F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9" creationId="{EDC7654E-B31E-42B9-841E-4DACDD118CF4}"/>
          </ac:spMkLst>
        </pc:spChg>
        <pc:spChg chg="del mod topLvl">
          <ac:chgData name="欣捷" userId="b965477fa0aef5e6" providerId="LiveId" clId="{F58CB589-EA88-41E9-89B9-70387DC4BAF4}" dt="2021-04-20T08:34:40.562" v="162" actId="478"/>
          <ac:spMkLst>
            <pc:docMk/>
            <pc:sldMk cId="2084196931" sldId="1140"/>
            <ac:spMk id="30" creationId="{89DAA2F9-8BA2-4092-9046-CF78BA87A1B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1" creationId="{34EC647A-2865-4D2D-8062-BBE9259C9B7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2" creationId="{0A9D9217-5B69-4102-BAED-E7AD915EFF4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3" creationId="{F19973AC-53F8-4759-8A1C-5441E8B4E91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4" creationId="{480B8D0F-DB0A-4AB1-A421-6F85818B174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5" creationId="{63E9813B-8E70-455C-AF9C-24D7DFB8DD5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6" creationId="{432A673C-05C8-434A-83C1-00101FE8FB1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7" creationId="{0DC43796-23E3-4FC1-B312-F842EEC31B4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8" creationId="{47369906-5A70-45C5-8C26-5860E5C15DD2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9" creationId="{FC3E10DC-DBBB-4B0C-ADCC-2412D43B0CD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0" creationId="{D27B7B17-C82C-40B5-85CE-BDDD47C23C7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1" creationId="{D70C3005-66AD-4477-B960-84E5B72BECA2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2" creationId="{FAAA089C-0C35-4340-897B-6EE6D2F59BC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3" creationId="{1B730836-913D-4809-B25D-E87423FB77E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4" creationId="{A090E350-D2EA-42C8-BD30-D8950D8CFBA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5" creationId="{090209E5-EDF6-4994-9E1D-9B907B1C952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6" creationId="{3294D2AF-1CFA-4668-BC50-4CA9E4E996D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7" creationId="{35B9F52E-7C30-4618-9E5C-557E14F96DC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8" creationId="{9FEE1C55-80E5-4A7C-9992-DF91E8879B5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9" creationId="{C2DFED79-E90D-4797-973D-258E2C8322F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0" creationId="{E3D73A83-2BC0-48B5-A0A9-01F827F8A1D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1" creationId="{B11E8B17-A260-47E9-944C-1695DBEC377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2" creationId="{8C660B31-71B8-492B-9DBD-E82D83E9B7F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3" creationId="{4B9B856A-D2C7-49BB-8135-6CB3E26B6C7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4" creationId="{C0668A55-0421-41A8-9550-2941C043B69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5" creationId="{1D4E0F43-802E-42FB-9662-814273F5F96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6" creationId="{40B1D172-F1D8-46CA-BCFD-61645F881DD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7" creationId="{D319B0A1-4DC2-447D-9221-4ACA4CC4954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8" creationId="{9C76B2D2-D460-4BD8-A59C-1E2F388FCBC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9" creationId="{FA4C3552-7BD2-47DF-A49A-1B6BF4541FB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0" creationId="{7454A136-89AF-4CCA-B669-061A5469C3E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1" creationId="{993CEEEA-4E47-4222-AFE2-7DF40B9CCF94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2" creationId="{DD680952-EE38-46BD-B4E1-0FADDBABF144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3" creationId="{E9588DA7-8E3B-42F0-8B31-FEBABEBC86D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28" creationId="{ACBB9E42-3119-40A2-9BB9-577F193778B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29" creationId="{C893F699-333E-4CFB-8126-E7C0B7F1755F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130" creationId="{949D2EBE-2749-42D3-A96B-BD8D029957A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1" creationId="{80D818DA-7874-43AF-965B-0FF0444EFA42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2" creationId="{E2268C84-9A04-4A01-A50A-19CB473EB6E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3" creationId="{32184E32-7B39-48B2-B140-C0CFFD847DED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4" creationId="{E768CD59-FB8E-41E5-9711-998ED4F6A974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135" creationId="{BB70872B-FA81-4ACF-A0BC-49A5DAE82A8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6" creationId="{1AD98ECE-3B44-463A-BDD7-D2FE49D2291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7" creationId="{1D6A1929-52A1-45E5-8E06-194D9FFE600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8" creationId="{5FE5B3B1-AE4F-4120-B701-C78F1BA3A02A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9" creationId="{48DF8359-8BA6-430A-814A-2D5AA990E2A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0" creationId="{2F2E6AC7-5B33-47F2-8612-C3C9E49CD342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1" creationId="{309DA1E0-3521-48EF-A0BD-9113BCD974C5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2" creationId="{9CED8663-45ED-49AD-AB1C-A48C2AAF362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3" creationId="{1148B228-E4FB-4B2D-9430-B0CB08B7DE9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4" creationId="{96ED52D0-E4BD-4BF2-8DAF-CCF92DB1DAE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5" creationId="{2C4A28BC-C70A-4AD7-AB0A-4BDFD3B2DBA2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6" creationId="{1169FA3C-0624-4C7B-AC4E-1CDB3F095FD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7" creationId="{90B7A6F0-411E-41EC-BC85-219879E9327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8" creationId="{57EEE5CF-66A5-4808-939D-ECA1F1FD344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9" creationId="{B53BA7AF-50F5-42B7-84B2-6E99C748944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0" creationId="{4096853F-3651-4F43-89CB-8F9A198BD81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1" creationId="{00ED6994-BD82-43C2-B83B-5E00A89F29C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2" creationId="{94171912-5D76-48CF-BF93-49A41C103AF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4" creationId="{0DA00F13-3BDC-4371-9ACD-B6317C04451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5" creationId="{C2F79DEE-25FA-4D96-8E08-CA69B6DDE955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6" creationId="{43B143D3-5B31-4F51-9587-73AE3ADE9DC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7" creationId="{C03E2DB0-225D-48BA-A931-93029B8A1342}"/>
          </ac:spMkLst>
        </pc:spChg>
        <pc:spChg chg="add del mod">
          <ac:chgData name="欣捷" userId="b965477fa0aef5e6" providerId="LiveId" clId="{F58CB589-EA88-41E9-89B9-70387DC4BAF4}" dt="2021-04-20T08:38:31.344" v="209"/>
          <ac:spMkLst>
            <pc:docMk/>
            <pc:sldMk cId="2084196931" sldId="1140"/>
            <ac:spMk id="222" creationId="{90448716-0054-43F0-9438-71D411CE205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48" creationId="{9AB42482-0FB4-4022-AAA9-E12A2B88533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49" creationId="{AADEA6EF-4118-4ADC-B2B6-A6D3784CEF09}"/>
          </ac:spMkLst>
        </pc:spChg>
        <pc:spChg chg="del mod ord">
          <ac:chgData name="欣捷" userId="b965477fa0aef5e6" providerId="LiveId" clId="{F58CB589-EA88-41E9-89B9-70387DC4BAF4}" dt="2021-04-20T08:32:27.724" v="139" actId="478"/>
          <ac:spMkLst>
            <pc:docMk/>
            <pc:sldMk cId="2084196931" sldId="1140"/>
            <ac:spMk id="27650" creationId="{22D8A731-AE74-4746-A3B8-8256FFF194A2}"/>
          </ac:spMkLst>
        </pc:spChg>
        <pc:spChg chg="del mod ord">
          <ac:chgData name="欣捷" userId="b965477fa0aef5e6" providerId="LiveId" clId="{F58CB589-EA88-41E9-89B9-70387DC4BAF4}" dt="2021-04-20T08:32:20.703" v="135" actId="478"/>
          <ac:spMkLst>
            <pc:docMk/>
            <pc:sldMk cId="2084196931" sldId="1140"/>
            <ac:spMk id="27651" creationId="{A1741382-F451-48A5-8D5C-85D947507B8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2" creationId="{0675A7EC-4182-4E2E-B799-490FF2D0C4D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3" creationId="{D124B643-ADA9-4C1D-B1A4-EE0FCCF8C00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4" creationId="{F52A0775-3921-4B9E-894C-8946AEE013D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5" creationId="{AE2BDF92-4250-4E78-BB4B-5DF8816F613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6" creationId="{5E08A299-3730-4E47-AEC4-F7A98BC44E9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7" creationId="{8BB893E7-6B85-4C6D-804E-8DA396FBC30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8" creationId="{38AE8709-E8B4-4FA1-BA7E-5791D4848D6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9" creationId="{8CEAC50C-2463-4567-AC21-F2E17C1B4FE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0" creationId="{D92A57B2-A370-4951-BEF2-EF9F556C6CA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1" creationId="{1303F82C-0DF7-4904-948A-C7E1A50EC16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2" creationId="{B591A4D3-11B7-4A0A-978E-B7404311D43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3" creationId="{40854B9E-3CC8-4573-94FA-FDC5543917A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4" creationId="{52F97B77-AD66-41E8-A4CF-ADBDAD509EB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5" creationId="{DD591CFB-D2B6-45A1-9182-1109BE7A4F01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6" creationId="{EAE8332E-AEF1-45D1-9FF0-BC0C72E40AB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7" creationId="{84F72BD9-4495-44BA-B034-DEFAA3F282D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8" creationId="{3570717C-5482-4393-AE62-0B651181B8F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9" creationId="{61CFB8A1-863C-43A8-A312-E85DD1453CE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0" creationId="{261FAB30-4784-4B01-AB4D-78B72180AF4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1" creationId="{89E11B95-B12F-41E0-A5F5-229921D61A2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2" creationId="{A41F3814-B37A-483E-AC85-561512A1CF8C}"/>
          </ac:spMkLst>
        </pc:spChg>
        <pc:spChg chg="del mod topLvl">
          <ac:chgData name="欣捷" userId="b965477fa0aef5e6" providerId="LiveId" clId="{F58CB589-EA88-41E9-89B9-70387DC4BAF4}" dt="2021-04-20T08:39:14.620" v="234" actId="478"/>
          <ac:spMkLst>
            <pc:docMk/>
            <pc:sldMk cId="2084196931" sldId="1140"/>
            <ac:spMk id="27675" creationId="{2D2B0E7D-B232-4ED3-B11E-ED2FA727280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6" creationId="{EDC4339A-730A-4A60-9428-5C1FF420A31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7" creationId="{2FE4938B-6E75-4516-8029-D3F64BFFC7E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8" creationId="{90F82F32-3030-41A8-9917-91EDE602BA5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9" creationId="{FDBEB512-6073-4D16-A282-C27913F232F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0" creationId="{D7CF920A-2625-4F67-B7A7-DD69AEB8BC1A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1" creationId="{119992FE-74B5-4607-8ECA-3B66615EC02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2" creationId="{C3416165-52F0-4FB6-9018-59824F93E41A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3" creationId="{17904733-901C-4F1D-A34C-5EC575BCAAD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4" creationId="{0B2A0D7E-12D9-49E9-8B3F-1C08759487E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5" creationId="{4A7B5E34-E71D-42FD-8FBE-9DEE1829A02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6" creationId="{B908B9C5-170A-4728-838B-58D21CDC2DB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7" creationId="{6C8EE377-96A6-4595-A104-A574B0F04A2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8" creationId="{CE1620D9-B7C7-47D4-BB58-6B8542693F9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9" creationId="{0DD1B6B7-A256-4138-8207-93B50B16E72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0" creationId="{1280F89F-9F9E-4175-95DD-A9F8C78C570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1" creationId="{938C8997-8198-43AC-AE51-BB9D3E3EA71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2" creationId="{B7A71541-79DB-474A-8363-F82AE235D923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3" creationId="{99E21538-28DD-4E25-9F4F-46150DFEB63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4" creationId="{E0C41D6E-0DD0-4A5A-8DD9-D98ED5CC41D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5" creationId="{E30BFB60-A44D-4B71-9136-BD0B8D6E274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6" creationId="{7EF9AD88-2548-4A4D-8741-61F8BD2F9CCF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27697" creationId="{6638A69E-8CE5-4B80-B1D4-9C416313296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8" creationId="{424D77C7-F763-4DA4-87B2-98591E5A7F6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9" creationId="{0FC91A88-80FD-4255-AB24-4FEE808301B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0" creationId="{E548A71B-C5A5-4179-9706-8449760AFFDE}"/>
          </ac:spMkLst>
        </pc:spChg>
        <pc:spChg chg="del mod topLvl">
          <ac:chgData name="欣捷" userId="b965477fa0aef5e6" providerId="LiveId" clId="{F58CB589-EA88-41E9-89B9-70387DC4BAF4}" dt="2021-04-20T08:40:11.931" v="263" actId="478"/>
          <ac:spMkLst>
            <pc:docMk/>
            <pc:sldMk cId="2084196931" sldId="1140"/>
            <ac:spMk id="27701" creationId="{429FD192-05AE-416F-8946-091B57ACF6EA}"/>
          </ac:spMkLst>
        </pc:spChg>
        <pc:spChg chg="del mod topLvl">
          <ac:chgData name="欣捷" userId="b965477fa0aef5e6" providerId="LiveId" clId="{F58CB589-EA88-41E9-89B9-70387DC4BAF4}" dt="2021-04-20T08:40:14.234" v="264" actId="478"/>
          <ac:spMkLst>
            <pc:docMk/>
            <pc:sldMk cId="2084196931" sldId="1140"/>
            <ac:spMk id="27702" creationId="{1FDD9E0E-EC49-4E72-BF89-59BE9485390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3" creationId="{685123BF-B092-4E35-9E49-C212DCB62212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27704" creationId="{22B8A322-DC60-4667-B803-1917C2CA2EC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5" creationId="{6A0EF870-A8C9-4AE8-BC6F-001320DBC983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6" creationId="{69CB5C3F-7C51-49B6-97FF-5DF0BB104A2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7" creationId="{7DDCCD7A-C85C-473B-A108-91066129527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8" creationId="{63361C24-63EA-4A09-BF1E-13025D7FB30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9" creationId="{1A899114-9F3D-4AEF-AE63-029FF97DA8F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10" creationId="{EE7625A9-A6EF-4000-8769-B95CDD8C91E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11" creationId="{8CBF2A64-99DF-4ABD-BE12-80AEDAC0FD8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2" creationId="{3C615480-E8E0-4E3C-ADCE-0956BF3AA4D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3" creationId="{82BC8D6C-EC85-4DC9-90A5-7DFD8C5DFA5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4" creationId="{D1B79503-F9D6-4CB0-9A35-AD0A8C8B18C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5" creationId="{20B1DB67-4F76-4A0F-A94A-E15D0E8FD14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7" creationId="{07E6083A-0A7E-48BA-8AB7-40BCA2D6415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8" creationId="{AAC94C53-56DD-4AE7-BD77-367D8A3F3DF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9" creationId="{1485FE1A-AD8A-4B33-AADA-3A2F34FA3B8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0" creationId="{F34A539B-533F-44EA-87CA-123D97EF5A5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1" creationId="{01A673C3-0A3B-4205-98EE-088E656AD0E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2" creationId="{6E9AD4D9-B998-436D-AF8D-7C9D7406D97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3" creationId="{1281A13F-432C-4858-ABEE-F70DF594664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4" creationId="{1ABEBD1A-A672-4997-B3B5-AC2A6C4FCF8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5" creationId="{1793C9CD-BDC3-438C-BA58-1488A4E08D9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6" creationId="{36F24F60-912E-4401-B307-25171F5E899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7" creationId="{3ED2B60E-DBF0-4E27-82D3-1882C896B70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8" creationId="{E7FE7D76-31EE-4DDD-8CFB-0144EA0961D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9" creationId="{89EE6942-2050-48AA-8BD5-4121F65CD7A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90" creationId="{BEE3FD69-ADD4-47BC-8F5E-7173E904100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91" creationId="{04651A8B-AB6E-4638-A2F5-F4E3ACC07C6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4" creationId="{6A3F93EC-A487-4DD4-BFCA-597C16D3D8D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5" creationId="{1C5422F0-20AD-4733-9A4B-CF34A4D676A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6" creationId="{BCB76E87-BB51-4332-BB1D-A34B213DFD8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7" creationId="{888109B5-BBC3-4C3C-8FAB-055BBA6EECE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8" creationId="{1E604884-7CF3-4A46-8BAF-4CF508A4552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9" creationId="{71AE3061-3737-4542-A012-ABA6F4BFCBF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0" creationId="{B6A0A71C-0E33-4322-BA3B-3082F4DA495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1" creationId="{82084C78-4B7A-418B-BD92-539ECC1B7E7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2" creationId="{184AF1B4-F5DB-4CCF-A065-75FCF6ED53F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3" creationId="{00C7C8B5-E937-4C82-808D-86D0F0425C6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4" creationId="{628747B7-78BD-4105-9023-28C1B936750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5" creationId="{2A072FC6-C69D-4BBC-A3E4-C98079610DC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6" creationId="{AFC33C4D-B7FA-4DDD-96EF-FEE07B447A4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7" creationId="{E92749C0-E05E-48F6-A1DC-53601CA48B7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8" creationId="{1CD19E41-FF29-4EFF-BA26-F012F7F3A7F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9" creationId="{363ECB4F-A3D5-4A41-A591-B0949A0D857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0" creationId="{907B9D84-AA73-4E13-88C8-5D5B45BEAB0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1" creationId="{334E52B2-35BD-4FA0-9C4A-3D3891B0202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2" creationId="{BD8261D2-AFF2-412A-A294-777F466755C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3" creationId="{2F5D3E1A-B7A9-48CC-9753-FF4F84527FC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4" creationId="{CA8DFB38-80D5-4057-88C7-30838CDF7EB2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5" creationId="{B9ED31BF-33E7-48FB-BA31-B417421ACFC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6" creationId="{C4CD47C2-183C-4119-B48F-E5481488D20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7" creationId="{55D53407-4674-41DD-903B-4E7E4557BCA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8" creationId="{DED46C1B-23DA-4D1A-81EC-1B121586C6D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9" creationId="{913565FA-0A90-43CC-B142-08320B2D366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0" creationId="{6DC0DCFF-074E-4556-96E1-5802F39DCEB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1" creationId="{02CA37EC-844B-4FBD-A9A9-663C01928D61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2" creationId="{BD5EB224-17F3-4075-BAE5-FFD7127B75B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3" creationId="{E76E93AD-110D-4333-BFA5-EFE0D7E20B9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4" creationId="{FC067A0F-5D32-4975-91F4-43038763AE4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5" creationId="{71EE9FDC-7AE1-4E56-91C8-DE87BF9C376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6" creationId="{C1E05D32-A794-47C3-8824-C570D3C3069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7" creationId="{0F0FB431-96B9-48C7-BBF6-335C4C37805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8" creationId="{43EEAB5B-7568-42D9-996D-3EECE931CD4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9" creationId="{A24D7442-D8C9-459D-AA6C-04D0B536550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0" creationId="{4D85336E-DAEF-4F9B-A700-A4DE7DF7BCB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1" creationId="{FD4749F3-4968-42CE-9E0A-8F6D840E83C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2" creationId="{AA430231-FE4E-4BC3-A09D-C098801674D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3" creationId="{562D4640-542E-44CD-BCF4-6CB636B3B91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4" creationId="{E327D9F8-ACF6-48BA-BD1E-BD415EB674E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5" creationId="{215C24B6-4F73-4F5D-AD9B-163E92E2845A}"/>
          </ac:spMkLst>
        </pc:spChg>
        <pc:grpChg chg="mod">
          <ac:chgData name="欣捷" userId="b965477fa0aef5e6" providerId="LiveId" clId="{F58CB589-EA88-41E9-89B9-70387DC4BAF4}" dt="2021-04-20T08:37:39.193" v="187" actId="338"/>
          <ac:grpSpMkLst>
            <pc:docMk/>
            <pc:sldMk cId="2084196931" sldId="1140"/>
            <ac:grpSpMk id="1" creationId="{00000000-0000-0000-0000-000000000000}"/>
          </ac:grpSpMkLst>
        </pc:grpChg>
        <pc:grpChg chg="del mod">
          <ac:chgData name="欣捷" userId="b965477fa0aef5e6" providerId="LiveId" clId="{F58CB589-EA88-41E9-89B9-70387DC4BAF4}" dt="2021-04-20T08:33:07.901" v="153" actId="165"/>
          <ac:grpSpMkLst>
            <pc:docMk/>
            <pc:sldMk cId="2084196931" sldId="1140"/>
            <ac:grpSpMk id="16" creationId="{0AA0B6C1-5784-4A3B-913E-A5D43E5C7F0D}"/>
          </ac:grpSpMkLst>
        </pc:grpChg>
        <pc:grpChg chg="add mod">
          <ac:chgData name="欣捷" userId="b965477fa0aef5e6" providerId="LiveId" clId="{F58CB589-EA88-41E9-89B9-70387DC4BAF4}" dt="2021-04-20T09:19:00.211" v="588" actId="164"/>
          <ac:grpSpMkLst>
            <pc:docMk/>
            <pc:sldMk cId="2084196931" sldId="1140"/>
            <ac:grpSpMk id="158" creationId="{4F2A07DC-3070-4A73-A680-EF00BA215452}"/>
          </ac:grpSpMkLst>
        </pc:grpChg>
        <pc:grpChg chg="add mod">
          <ac:chgData name="欣捷" userId="b965477fa0aef5e6" providerId="LiveId" clId="{F58CB589-EA88-41E9-89B9-70387DC4BAF4}" dt="2021-04-20T09:24:21.014" v="633" actId="1076"/>
          <ac:grpSpMkLst>
            <pc:docMk/>
            <pc:sldMk cId="2084196931" sldId="1140"/>
            <ac:grpSpMk id="159" creationId="{302500A7-CABA-4A3B-B293-8FB35E959879}"/>
          </ac:grpSpMkLst>
        </pc:grpChg>
        <pc:grpChg chg="add del mod">
          <ac:chgData name="欣捷" userId="b965477fa0aef5e6" providerId="LiveId" clId="{F58CB589-EA88-41E9-89B9-70387DC4BAF4}" dt="2021-04-20T08:37:54.109" v="190" actId="165"/>
          <ac:grpSpMkLst>
            <pc:docMk/>
            <pc:sldMk cId="2084196931" sldId="1140"/>
            <ac:grpSpMk id="27674" creationId="{6F9ED73E-6E6D-454A-8A45-8BF3190B9403}"/>
          </ac:grpSpMkLst>
        </pc:grpChg>
        <pc:grpChg chg="mod">
          <ac:chgData name="欣捷" userId="b965477fa0aef5e6" providerId="LiveId" clId="{F58CB589-EA88-41E9-89B9-70387DC4BAF4}" dt="2021-04-20T08:34:23.220" v="157" actId="27803"/>
          <ac:grpSpMkLst>
            <pc:docMk/>
            <pc:sldMk cId="2084196931" sldId="1140"/>
            <ac:grpSpMk id="796693" creationId="{5135B971-7EDE-4C6F-B6CB-717CB83778E6}"/>
          </ac:grpSpMkLst>
        </pc:grpChg>
        <pc:graphicFrameChg chg="add del mod modGraphic">
          <ac:chgData name="欣捷" userId="b965477fa0aef5e6" providerId="LiveId" clId="{F58CB589-EA88-41E9-89B9-70387DC4BAF4}" dt="2021-04-20T08:36:59.036" v="185" actId="478"/>
          <ac:graphicFrameMkLst>
            <pc:docMk/>
            <pc:sldMk cId="2084196931" sldId="1140"/>
            <ac:graphicFrameMk id="153" creationId="{569675CF-1CDB-4468-9FEE-05268D60742C}"/>
          </ac:graphicFrameMkLst>
        </pc:graphicFrameChg>
        <pc:graphicFrameChg chg="del mod ord modGraphic">
          <ac:chgData name="欣捷" userId="b965477fa0aef5e6" providerId="LiveId" clId="{F58CB589-EA88-41E9-89B9-70387DC4BAF4}" dt="2021-04-20T08:32:59.957" v="150" actId="478"/>
          <ac:graphicFrameMkLst>
            <pc:docMk/>
            <pc:sldMk cId="2084196931" sldId="1140"/>
            <ac:graphicFrameMk id="796676" creationId="{2CE792A0-7F05-43E0-8EB3-154CFC449AD0}"/>
          </ac:graphicFrameMkLst>
        </pc:graphicFrameChg>
        <pc:picChg chg="del mod">
          <ac:chgData name="欣捷" userId="b965477fa0aef5e6" providerId="LiveId" clId="{F58CB589-EA88-41E9-89B9-70387DC4BAF4}" dt="2021-04-20T08:33:05.169" v="152" actId="338"/>
          <ac:picMkLst>
            <pc:docMk/>
            <pc:sldMk cId="2084196931" sldId="1140"/>
            <ac:picMk id="15" creationId="{39923434-3199-4E5C-8885-0A16537EC27F}"/>
          </ac:picMkLst>
        </pc:picChg>
        <pc:picChg chg="del mod">
          <ac:chgData name="欣捷" userId="b965477fa0aef5e6" providerId="LiveId" clId="{F58CB589-EA88-41E9-89B9-70387DC4BAF4}" dt="2021-04-20T08:37:39.193" v="187" actId="338"/>
          <ac:picMkLst>
            <pc:docMk/>
            <pc:sldMk cId="2084196931" sldId="1140"/>
            <ac:picMk id="27673" creationId="{F2604261-F4AA-4CA7-916D-3597C41AE10F}"/>
          </ac:picMkLst>
        </pc:picChg>
        <pc:picChg chg="add del mod">
          <ac:chgData name="欣捷" userId="b965477fa0aef5e6" providerId="LiveId" clId="{F58CB589-EA88-41E9-89B9-70387DC4BAF4}" dt="2021-04-20T08:34:30.782" v="160"/>
          <ac:picMkLst>
            <pc:docMk/>
            <pc:sldMk cId="2084196931" sldId="1140"/>
            <ac:picMk id="796692" creationId="{5135B971-7EDE-4C6F-B6CB-717CB83778E6}"/>
          </ac:picMkLst>
        </pc:picChg>
      </pc:sldChg>
      <pc:sldChg chg="addSp delSp modSp add del mod">
        <pc:chgData name="欣捷" userId="b965477fa0aef5e6" providerId="LiveId" clId="{F58CB589-EA88-41E9-89B9-70387DC4BAF4}" dt="2021-04-20T08:31:51.743" v="129" actId="47"/>
        <pc:sldMkLst>
          <pc:docMk/>
          <pc:sldMk cId="3335640676" sldId="1140"/>
        </pc:sldMkLst>
        <pc:spChg chg="add del mod">
          <ac:chgData name="欣捷" userId="b965477fa0aef5e6" providerId="LiveId" clId="{F58CB589-EA88-41E9-89B9-70387DC4BAF4}" dt="2021-04-20T08:29:16.484" v="107" actId="478"/>
          <ac:spMkLst>
            <pc:docMk/>
            <pc:sldMk cId="3335640676" sldId="1140"/>
            <ac:spMk id="4" creationId="{E199887C-8D04-404A-B212-CB50FD274941}"/>
          </ac:spMkLst>
        </pc:spChg>
        <pc:spChg chg="del mod topLvl">
          <ac:chgData name="欣捷" userId="b965477fa0aef5e6" providerId="LiveId" clId="{F58CB589-EA88-41E9-89B9-70387DC4BAF4}" dt="2021-04-20T08:31:07.915" v="117" actId="478"/>
          <ac:spMkLst>
            <pc:docMk/>
            <pc:sldMk cId="3335640676" sldId="1140"/>
            <ac:spMk id="6" creationId="{F3162E43-8023-4258-B59C-3701EAEE716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" creationId="{47099B26-5DBE-426F-A746-CA3AA12FF86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8" creationId="{CE639810-C6DF-495B-AF2C-DB3035CA4E0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9" creationId="{0331189F-7402-46BC-98BA-079E5C0F5CB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0" creationId="{72FE8E68-F687-4B00-9C94-D011D62C36E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1" creationId="{F7742764-27F0-4D26-8293-916FA1DB861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2" creationId="{A89F6AFC-3249-432D-BE29-EA9A488D425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3" creationId="{C4A7F38A-892E-45F7-87C9-A0EEBAF03F6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4" creationId="{45B8E040-7396-4DDA-9009-F256F7F2A9D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5" creationId="{0E1E4599-DDA4-46BC-89D7-F83412A0E39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6" creationId="{2D06B77C-1153-441E-8AC8-1FB0176007F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7" creationId="{49B2D0A6-1BFC-40A1-92CE-21071609D6F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8" creationId="{EC453792-87D6-4112-93E2-268F57A4DD0F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9" creationId="{D5AC5D89-3AE5-4401-A4B4-FE1EF5C203F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0" creationId="{5D9920AD-B297-42F2-ABE0-F9C248E06A3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1" creationId="{1BCDF671-9978-4CD6-B7EF-C4CBFCCF3E0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2" creationId="{6CE98483-AAB2-4265-8684-BAF0571082C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3" creationId="{952A6E4E-2028-41CA-A19C-B019D5C97651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4" creationId="{215803A1-AE95-4DCC-8E04-56C719B574D0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5" creationId="{EA36C7AA-B7DA-408D-A9A3-A1D7346BDDD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6" creationId="{93679D01-25B7-49FA-B4C0-6B4C8AC5F5D5}"/>
          </ac:spMkLst>
        </pc:spChg>
        <pc:spChg chg="mod topLvl">
          <ac:chgData name="欣捷" userId="b965477fa0aef5e6" providerId="LiveId" clId="{F58CB589-EA88-41E9-89B9-70387DC4BAF4}" dt="2021-04-20T08:31:47.996" v="126" actId="20577"/>
          <ac:spMkLst>
            <pc:docMk/>
            <pc:sldMk cId="3335640676" sldId="1140"/>
            <ac:spMk id="27" creationId="{40BBC041-F638-44E7-8661-3975F5B2B758}"/>
          </ac:spMkLst>
        </pc:spChg>
        <pc:spChg chg="del mod topLvl">
          <ac:chgData name="欣捷" userId="b965477fa0aef5e6" providerId="LiveId" clId="{F58CB589-EA88-41E9-89B9-70387DC4BAF4}" dt="2021-04-20T08:31:48.988" v="128"/>
          <ac:spMkLst>
            <pc:docMk/>
            <pc:sldMk cId="3335640676" sldId="1140"/>
            <ac:spMk id="28" creationId="{3DCB356E-C4FB-4FDD-B7B6-C09490AB118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9" creationId="{5FC9DE7B-1D64-4D2F-80CD-31537F8473B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0" creationId="{A6620DE4-8426-4063-A1C4-C57723FFE08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1" creationId="{83CEA704-C51B-4D25-9739-12E8E713BAC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2" creationId="{C37A03C9-832D-4A3A-9B31-7FB8FAFDF25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3" creationId="{E917F4FA-94E7-410E-A805-6419ECE892A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4" creationId="{956F54D9-8F21-403D-A418-2E70B1B0C9B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5" creationId="{D81F22FE-9531-45DB-A343-6694979F29E1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6" creationId="{0535EBAA-245C-46A6-876B-F2BE4F01687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7" creationId="{98A472CA-F427-4700-9127-796B5330180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8" creationId="{7CC80323-7BAF-487E-855D-1FA8BB7D5FC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9" creationId="{CA03A9D9-4E17-481D-9B68-53E98CC2DED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0" creationId="{D5AB4475-0FA1-43B0-A51F-B8EBFDD662A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1" creationId="{542CE809-2C12-4ABE-A307-E5FD58160E9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2" creationId="{C74B0B13-D32D-485E-8381-7FF27D0376F5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3" creationId="{C05E46DA-C1D1-4B0D-8B73-BACA2B6DECE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4" creationId="{784ACCF4-C0BC-473D-96CD-91C22539FAD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5" creationId="{E08A642F-397E-4B16-8E4A-E46AFC4A0E9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6" creationId="{92BDADBD-870B-411C-A06B-E3FC2FDE169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7" creationId="{5892DC19-A53F-488E-8E70-1499E0067D1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8" creationId="{5AD264BE-82A1-4D87-A884-52807EFA5A5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9" creationId="{09F6E2B2-DD7A-4833-9E12-873775F81B6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0" creationId="{622CE4B1-73FC-4173-8E73-EB5D7418728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1" creationId="{E99DA34D-EC2D-4CD0-9BB6-2BF3A3C5FDF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2" creationId="{4D1FC76C-6A04-4232-A5E6-6C705ADF9A0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3" creationId="{9B14EB21-B6DA-476F-8B67-BED757D09CF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4" creationId="{98A44339-5431-4467-84A5-AA3F4E01273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5" creationId="{31795774-06CC-4BDA-BB0A-25130FB34C9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6" creationId="{924CF561-E300-49A5-9509-9DC02D76921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7" creationId="{371F4C99-A360-472F-9A0E-72E2317C791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8" creationId="{E1831656-12BA-4B2F-A23E-9E854A2F93C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9" creationId="{A77E68B7-62BD-4E88-A344-4CDD0E9E455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0" creationId="{C6B23C15-1163-4026-9930-9CAC9182BC9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1" creationId="{279AAC55-B69E-49C0-9CA8-26FE0A2A06B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2" creationId="{E6DDF4F9-CB76-4C12-871E-9B39E4F3A27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3" creationId="{3DBA2254-23AE-49E3-B3CB-E19D873B2955}"/>
          </ac:spMkLst>
        </pc:spChg>
        <pc:spChg chg="mod">
          <ac:chgData name="欣捷" userId="b965477fa0aef5e6" providerId="LiveId" clId="{F58CB589-EA88-41E9-89B9-70387DC4BAF4}" dt="2021-04-20T08:29:32.442" v="109" actId="338"/>
          <ac:spMkLst>
            <pc:docMk/>
            <pc:sldMk cId="3335640676" sldId="1140"/>
            <ac:spMk id="27650" creationId="{22D8A731-AE74-4746-A3B8-8256FFF194A2}"/>
          </ac:spMkLst>
        </pc:spChg>
        <pc:spChg chg="mod">
          <ac:chgData name="欣捷" userId="b965477fa0aef5e6" providerId="LiveId" clId="{F58CB589-EA88-41E9-89B9-70387DC4BAF4}" dt="2021-04-20T08:29:32.442" v="109" actId="338"/>
          <ac:spMkLst>
            <pc:docMk/>
            <pc:sldMk cId="3335640676" sldId="1140"/>
            <ac:spMk id="27651" creationId="{A1741382-F451-48A5-8D5C-85D947507B8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2" creationId="{45CCF506-4242-4750-BB00-47CEBABA8EB0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3" creationId="{934375D6-09C2-4330-A4FC-7B0675F077A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4" creationId="{5EF06DB7-396D-418E-85E6-9A8BD200F5B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5" creationId="{E9D97DFC-580E-477E-87CA-753B9FAFBF3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7" creationId="{8BC9FD79-3F2D-4D21-AD53-70A0BBA7079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8" creationId="{378BC636-B755-4CCC-B0B4-CC4FEC8AF42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9" creationId="{CDFE7ED5-1713-438E-9F1F-1E1CBB5A0FC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80" creationId="{A5FAF263-9B61-4237-8B55-8F218C822368}"/>
          </ac:spMkLst>
        </pc:spChg>
        <pc:grpChg chg="mod">
          <ac:chgData name="欣捷" userId="b965477fa0aef5e6" providerId="LiveId" clId="{F58CB589-EA88-41E9-89B9-70387DC4BAF4}" dt="2021-04-20T08:29:32.442" v="109" actId="338"/>
          <ac:grpSpMkLst>
            <pc:docMk/>
            <pc:sldMk cId="3335640676" sldId="1140"/>
            <ac:grpSpMk id="1" creationId="{00000000-0000-0000-0000-000000000000}"/>
          </ac:grpSpMkLst>
        </pc:grpChg>
        <pc:grpChg chg="del mod">
          <ac:chgData name="欣捷" userId="b965477fa0aef5e6" providerId="LiveId" clId="{F58CB589-EA88-41E9-89B9-70387DC4BAF4}" dt="2021-04-20T08:29:40.732" v="110" actId="165"/>
          <ac:grpSpMkLst>
            <pc:docMk/>
            <pc:sldMk cId="3335640676" sldId="1140"/>
            <ac:grpSpMk id="5" creationId="{33F4AC69-DA0C-44C9-B730-9F07169AB268}"/>
          </ac:grpSpMkLst>
        </pc:grpChg>
        <pc:graphicFrameChg chg="del">
          <ac:chgData name="欣捷" userId="b965477fa0aef5e6" providerId="LiveId" clId="{F58CB589-EA88-41E9-89B9-70387DC4BAF4}" dt="2021-04-20T08:29:13.270" v="106" actId="478"/>
          <ac:graphicFrameMkLst>
            <pc:docMk/>
            <pc:sldMk cId="3335640676" sldId="1140"/>
            <ac:graphicFrameMk id="796676" creationId="{2CE792A0-7F05-43E0-8EB3-154CFC449AD0}"/>
          </ac:graphicFrameMkLst>
        </pc:graphicFrameChg>
        <pc:picChg chg="del mod">
          <ac:chgData name="欣捷" userId="b965477fa0aef5e6" providerId="LiveId" clId="{F58CB589-EA88-41E9-89B9-70387DC4BAF4}" dt="2021-04-20T08:29:32.442" v="109" actId="338"/>
          <ac:picMkLst>
            <pc:docMk/>
            <pc:sldMk cId="3335640676" sldId="1140"/>
            <ac:picMk id="2" creationId="{B26A3A9E-B520-4094-984F-8690F35DA745}"/>
          </ac:picMkLst>
        </pc:picChg>
      </pc:sldChg>
      <pc:sldChg chg="modSp add mod">
        <pc:chgData name="欣捷" userId="b965477fa0aef5e6" providerId="LiveId" clId="{F58CB589-EA88-41E9-89B9-70387DC4BAF4}" dt="2021-04-20T09:06:39.328" v="324" actId="113"/>
        <pc:sldMkLst>
          <pc:docMk/>
          <pc:sldMk cId="406512071" sldId="1141"/>
        </pc:sldMkLst>
        <pc:spChg chg="mod">
          <ac:chgData name="欣捷" userId="b965477fa0aef5e6" providerId="LiveId" clId="{F58CB589-EA88-41E9-89B9-70387DC4BAF4}" dt="2021-04-20T09:06:28.271" v="318"/>
          <ac:spMkLst>
            <pc:docMk/>
            <pc:sldMk cId="406512071" sldId="1141"/>
            <ac:spMk id="7170" creationId="{9A9ACD68-0B23-45C4-B0C9-40FDBDF97E94}"/>
          </ac:spMkLst>
        </pc:spChg>
        <pc:spChg chg="mod">
          <ac:chgData name="欣捷" userId="b965477fa0aef5e6" providerId="LiveId" clId="{F58CB589-EA88-41E9-89B9-70387DC4BAF4}" dt="2021-04-20T09:06:39.328" v="324" actId="113"/>
          <ac:spMkLst>
            <pc:docMk/>
            <pc:sldMk cId="406512071" sldId="1141"/>
            <ac:spMk id="7171" creationId="{7B9851B1-3ED8-4584-9FD6-F58A8B0C36C4}"/>
          </ac:spMkLst>
        </pc:spChg>
      </pc:sldChg>
      <pc:sldChg chg="modSp new mod modAnim">
        <pc:chgData name="欣捷" userId="b965477fa0aef5e6" providerId="LiveId" clId="{F58CB589-EA88-41E9-89B9-70387DC4BAF4}" dt="2021-04-20T09:12:09.602" v="473"/>
        <pc:sldMkLst>
          <pc:docMk/>
          <pc:sldMk cId="1844201406" sldId="1142"/>
        </pc:sldMkLst>
        <pc:spChg chg="mod">
          <ac:chgData name="欣捷" userId="b965477fa0aef5e6" providerId="LiveId" clId="{F58CB589-EA88-41E9-89B9-70387DC4BAF4}" dt="2021-04-20T09:09:20.224" v="329"/>
          <ac:spMkLst>
            <pc:docMk/>
            <pc:sldMk cId="1844201406" sldId="1142"/>
            <ac:spMk id="2" creationId="{126B5D20-E9F6-44DA-AB18-82250B28E792}"/>
          </ac:spMkLst>
        </pc:spChg>
        <pc:spChg chg="mod">
          <ac:chgData name="欣捷" userId="b965477fa0aef5e6" providerId="LiveId" clId="{F58CB589-EA88-41E9-89B9-70387DC4BAF4}" dt="2021-04-20T09:11:58.891" v="471"/>
          <ac:spMkLst>
            <pc:docMk/>
            <pc:sldMk cId="1844201406" sldId="1142"/>
            <ac:spMk id="3" creationId="{7F185FF3-18D6-4AAC-B1C5-F75BCA35F67C}"/>
          </ac:spMkLst>
        </pc:spChg>
      </pc:sldChg>
      <pc:sldChg chg="modSp add mod">
        <pc:chgData name="欣捷" userId="b965477fa0aef5e6" providerId="LiveId" clId="{F58CB589-EA88-41E9-89B9-70387DC4BAF4}" dt="2021-04-20T09:22:54.495" v="619" actId="6549"/>
        <pc:sldMkLst>
          <pc:docMk/>
          <pc:sldMk cId="3037729556" sldId="1143"/>
        </pc:sldMkLst>
        <pc:graphicFrameChg chg="modGraphic">
          <ac:chgData name="欣捷" userId="b965477fa0aef5e6" providerId="LiveId" clId="{F58CB589-EA88-41E9-89B9-70387DC4BAF4}" dt="2021-04-20T09:22:54.495" v="619" actId="6549"/>
          <ac:graphicFrameMkLst>
            <pc:docMk/>
            <pc:sldMk cId="3037729556" sldId="1143"/>
            <ac:graphicFrameMk id="12" creationId="{392FF57F-B253-4DAC-BFB1-4445AAB528F9}"/>
          </ac:graphicFrameMkLst>
        </pc:graphicFrameChg>
      </pc:sldChg>
      <pc:sldChg chg="add">
        <pc:chgData name="欣捷" userId="b965477fa0aef5e6" providerId="LiveId" clId="{F58CB589-EA88-41E9-89B9-70387DC4BAF4}" dt="2021-04-20T09:22:19.763" v="609"/>
        <pc:sldMkLst>
          <pc:docMk/>
          <pc:sldMk cId="546972322" sldId="1144"/>
        </pc:sldMkLst>
      </pc:sldChg>
      <pc:sldChg chg="modSp add">
        <pc:chgData name="欣捷" userId="b965477fa0aef5e6" providerId="LiveId" clId="{F58CB589-EA88-41E9-89B9-70387DC4BAF4}" dt="2021-04-20T09:23:11.343" v="621"/>
        <pc:sldMkLst>
          <pc:docMk/>
          <pc:sldMk cId="4223351651" sldId="1145"/>
        </pc:sldMkLst>
        <pc:graphicFrameChg chg="mod">
          <ac:chgData name="欣捷" userId="b965477fa0aef5e6" providerId="LiveId" clId="{F58CB589-EA88-41E9-89B9-70387DC4BAF4}" dt="2021-04-20T09:23:11.343" v="621"/>
          <ac:graphicFrameMkLst>
            <pc:docMk/>
            <pc:sldMk cId="4223351651" sldId="1145"/>
            <ac:graphicFrameMk id="12" creationId="{392FF57F-B253-4DAC-BFB1-4445AAB528F9}"/>
          </ac:graphicFrameMkLst>
        </pc:graphicFrameChg>
      </pc:sldChg>
      <pc:sldChg chg="modSp add mod">
        <pc:chgData name="欣捷" userId="b965477fa0aef5e6" providerId="LiveId" clId="{F58CB589-EA88-41E9-89B9-70387DC4BAF4}" dt="2021-04-20T09:27:13.884" v="685" actId="20577"/>
        <pc:sldMkLst>
          <pc:docMk/>
          <pc:sldMk cId="1246412149" sldId="1146"/>
        </pc:sldMkLst>
        <pc:graphicFrameChg chg="modGraphic">
          <ac:chgData name="欣捷" userId="b965477fa0aef5e6" providerId="LiveId" clId="{F58CB589-EA88-41E9-89B9-70387DC4BAF4}" dt="2021-04-20T09:27:13.884" v="685" actId="20577"/>
          <ac:graphicFrameMkLst>
            <pc:docMk/>
            <pc:sldMk cId="1246412149" sldId="1146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18.394" v="687" actId="20577"/>
        <pc:sldMkLst>
          <pc:docMk/>
          <pc:sldMk cId="1563518926" sldId="1147"/>
        </pc:sldMkLst>
        <pc:graphicFrameChg chg="modGraphic">
          <ac:chgData name="欣捷" userId="b965477fa0aef5e6" providerId="LiveId" clId="{F58CB589-EA88-41E9-89B9-70387DC4BAF4}" dt="2021-04-20T09:27:18.394" v="687" actId="20577"/>
          <ac:graphicFrameMkLst>
            <pc:docMk/>
            <pc:sldMk cId="1563518926" sldId="1147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22.409" v="689" actId="20577"/>
        <pc:sldMkLst>
          <pc:docMk/>
          <pc:sldMk cId="3006853834" sldId="1148"/>
        </pc:sldMkLst>
        <pc:graphicFrameChg chg="modGraphic">
          <ac:chgData name="欣捷" userId="b965477fa0aef5e6" providerId="LiveId" clId="{F58CB589-EA88-41E9-89B9-70387DC4BAF4}" dt="2021-04-20T09:27:22.409" v="689" actId="20577"/>
          <ac:graphicFrameMkLst>
            <pc:docMk/>
            <pc:sldMk cId="3006853834" sldId="1148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26.586" v="691" actId="20577"/>
        <pc:sldMkLst>
          <pc:docMk/>
          <pc:sldMk cId="2869246556" sldId="1149"/>
        </pc:sldMkLst>
        <pc:graphicFrameChg chg="modGraphic">
          <ac:chgData name="欣捷" userId="b965477fa0aef5e6" providerId="LiveId" clId="{F58CB589-EA88-41E9-89B9-70387DC4BAF4}" dt="2021-04-20T09:27:26.586" v="691" actId="20577"/>
          <ac:graphicFrameMkLst>
            <pc:docMk/>
            <pc:sldMk cId="2869246556" sldId="1149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31.804" v="693" actId="20577"/>
        <pc:sldMkLst>
          <pc:docMk/>
          <pc:sldMk cId="500657596" sldId="1150"/>
        </pc:sldMkLst>
        <pc:graphicFrameChg chg="modGraphic">
          <ac:chgData name="欣捷" userId="b965477fa0aef5e6" providerId="LiveId" clId="{F58CB589-EA88-41E9-89B9-70387DC4BAF4}" dt="2021-04-20T09:27:31.804" v="693" actId="20577"/>
          <ac:graphicFrameMkLst>
            <pc:docMk/>
            <pc:sldMk cId="500657596" sldId="1150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37.737" v="694" actId="20577"/>
        <pc:sldMkLst>
          <pc:docMk/>
          <pc:sldMk cId="3962178428" sldId="1151"/>
        </pc:sldMkLst>
        <pc:graphicFrameChg chg="modGraphic">
          <ac:chgData name="欣捷" userId="b965477fa0aef5e6" providerId="LiveId" clId="{F58CB589-EA88-41E9-89B9-70387DC4BAF4}" dt="2021-04-20T09:27:37.737" v="694" actId="20577"/>
          <ac:graphicFrameMkLst>
            <pc:docMk/>
            <pc:sldMk cId="3962178428" sldId="1151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31:43.160" v="756" actId="6549"/>
        <pc:sldMkLst>
          <pc:docMk/>
          <pc:sldMk cId="389650025" sldId="1152"/>
        </pc:sldMkLst>
        <pc:graphicFrameChg chg="modGraphic">
          <ac:chgData name="欣捷" userId="b965477fa0aef5e6" providerId="LiveId" clId="{F58CB589-EA88-41E9-89B9-70387DC4BAF4}" dt="2021-04-20T09:31:43.160" v="756" actId="6549"/>
          <ac:graphicFrameMkLst>
            <pc:docMk/>
            <pc:sldMk cId="389650025" sldId="1152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40.862" v="755" actId="6549"/>
        <pc:sldMkLst>
          <pc:docMk/>
          <pc:sldMk cId="235929361" sldId="1153"/>
        </pc:sldMkLst>
        <pc:graphicFrameChg chg="modGraphic">
          <ac:chgData name="欣捷" userId="b965477fa0aef5e6" providerId="LiveId" clId="{F58CB589-EA88-41E9-89B9-70387DC4BAF4}" dt="2021-04-20T09:31:40.862" v="755" actId="6549"/>
          <ac:graphicFrameMkLst>
            <pc:docMk/>
            <pc:sldMk cId="235929361" sldId="1153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8.269" v="754" actId="6549"/>
        <pc:sldMkLst>
          <pc:docMk/>
          <pc:sldMk cId="4207039851" sldId="1154"/>
        </pc:sldMkLst>
        <pc:graphicFrameChg chg="modGraphic">
          <ac:chgData name="欣捷" userId="b965477fa0aef5e6" providerId="LiveId" clId="{F58CB589-EA88-41E9-89B9-70387DC4BAF4}" dt="2021-04-20T09:31:38.269" v="754" actId="6549"/>
          <ac:graphicFrameMkLst>
            <pc:docMk/>
            <pc:sldMk cId="4207039851" sldId="1154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5.597" v="753" actId="6549"/>
        <pc:sldMkLst>
          <pc:docMk/>
          <pc:sldMk cId="77711967" sldId="1155"/>
        </pc:sldMkLst>
        <pc:graphicFrameChg chg="modGraphic">
          <ac:chgData name="欣捷" userId="b965477fa0aef5e6" providerId="LiveId" clId="{F58CB589-EA88-41E9-89B9-70387DC4BAF4}" dt="2021-04-20T09:31:35.597" v="753" actId="6549"/>
          <ac:graphicFrameMkLst>
            <pc:docMk/>
            <pc:sldMk cId="77711967" sldId="1155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3.341" v="752" actId="6549"/>
        <pc:sldMkLst>
          <pc:docMk/>
          <pc:sldMk cId="1749343738" sldId="1156"/>
        </pc:sldMkLst>
        <pc:graphicFrameChg chg="modGraphic">
          <ac:chgData name="欣捷" userId="b965477fa0aef5e6" providerId="LiveId" clId="{F58CB589-EA88-41E9-89B9-70387DC4BAF4}" dt="2021-04-20T09:31:33.341" v="752" actId="6549"/>
          <ac:graphicFrameMkLst>
            <pc:docMk/>
            <pc:sldMk cId="1749343738" sldId="1156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0.622" v="751" actId="6549"/>
        <pc:sldMkLst>
          <pc:docMk/>
          <pc:sldMk cId="3747700626" sldId="1157"/>
        </pc:sldMkLst>
        <pc:graphicFrameChg chg="modGraphic">
          <ac:chgData name="欣捷" userId="b965477fa0aef5e6" providerId="LiveId" clId="{F58CB589-EA88-41E9-89B9-70387DC4BAF4}" dt="2021-04-20T09:31:30.622" v="751" actId="6549"/>
          <ac:graphicFrameMkLst>
            <pc:docMk/>
            <pc:sldMk cId="3747700626" sldId="1157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27.771" v="750" actId="6549"/>
        <pc:sldMkLst>
          <pc:docMk/>
          <pc:sldMk cId="2813883607" sldId="1158"/>
        </pc:sldMkLst>
        <pc:graphicFrameChg chg="modGraphic">
          <ac:chgData name="欣捷" userId="b965477fa0aef5e6" providerId="LiveId" clId="{F58CB589-EA88-41E9-89B9-70387DC4BAF4}" dt="2021-04-20T09:31:27.771" v="750" actId="6549"/>
          <ac:graphicFrameMkLst>
            <pc:docMk/>
            <pc:sldMk cId="2813883607" sldId="1158"/>
            <ac:graphicFrameMk id="7" creationId="{B82C7706-5A88-4F4C-BC2E-D88A3AE12F8A}"/>
          </ac:graphicFrameMkLst>
        </pc:graphicFrameChg>
      </pc:sldChg>
    </pc:docChg>
  </pc:docChgLst>
  <pc:docChgLst>
    <pc:chgData name="王 欣捷" userId="b965477fa0aef5e6" providerId="LiveId" clId="{E61DA78F-10FD-4C3B-A1B8-B5A9834326F4}"/>
    <pc:docChg chg="undo custSel addSld modSld">
      <pc:chgData name="王 欣捷" userId="b965477fa0aef5e6" providerId="LiveId" clId="{E61DA78F-10FD-4C3B-A1B8-B5A9834326F4}" dt="2023-05-30T03:05:34.413" v="141" actId="20577"/>
      <pc:docMkLst>
        <pc:docMk/>
      </pc:docMkLst>
      <pc:sldChg chg="modNotesTx">
        <pc:chgData name="王 欣捷" userId="b965477fa0aef5e6" providerId="LiveId" clId="{E61DA78F-10FD-4C3B-A1B8-B5A9834326F4}" dt="2023-05-30T03:05:34.413" v="141" actId="20577"/>
        <pc:sldMkLst>
          <pc:docMk/>
          <pc:sldMk cId="1957887882" sldId="918"/>
        </pc:sldMkLst>
      </pc:sldChg>
      <pc:sldChg chg="addSp delSp modSp new mod chgLayout">
        <pc:chgData name="王 欣捷" userId="b965477fa0aef5e6" providerId="LiveId" clId="{E61DA78F-10FD-4C3B-A1B8-B5A9834326F4}" dt="2023-05-29T10:59:25.221" v="99"/>
        <pc:sldMkLst>
          <pc:docMk/>
          <pc:sldMk cId="981592437" sldId="939"/>
        </pc:sldMkLst>
        <pc:spChg chg="mod ord">
          <ac:chgData name="王 欣捷" userId="b965477fa0aef5e6" providerId="LiveId" clId="{E61DA78F-10FD-4C3B-A1B8-B5A9834326F4}" dt="2023-05-29T10:58:45.110" v="42" actId="700"/>
          <ac:spMkLst>
            <pc:docMk/>
            <pc:sldMk cId="981592437" sldId="939"/>
            <ac:spMk id="2" creationId="{9F78E4A2-EEF7-7882-61E8-749DEC1B47AD}"/>
          </ac:spMkLst>
        </pc:spChg>
        <pc:spChg chg="del mod">
          <ac:chgData name="王 欣捷" userId="b965477fa0aef5e6" providerId="LiveId" clId="{E61DA78F-10FD-4C3B-A1B8-B5A9834326F4}" dt="2023-05-29T10:58:08.594" v="29" actId="478"/>
          <ac:spMkLst>
            <pc:docMk/>
            <pc:sldMk cId="981592437" sldId="939"/>
            <ac:spMk id="3" creationId="{15866458-3C67-DE1F-FB67-E6874541E8B6}"/>
          </ac:spMkLst>
        </pc:spChg>
        <pc:spChg chg="add mod">
          <ac:chgData name="王 欣捷" userId="b965477fa0aef5e6" providerId="LiveId" clId="{E61DA78F-10FD-4C3B-A1B8-B5A9834326F4}" dt="2023-05-30T01:02:24.964" v="140" actId="14100"/>
          <ac:spMkLst>
            <pc:docMk/>
            <pc:sldMk cId="981592437" sldId="939"/>
            <ac:spMk id="3" creationId="{571C0E7F-46DD-E253-0652-A9505054D089}"/>
          </ac:spMkLst>
        </pc:spChg>
        <pc:spChg chg="add del mod">
          <ac:chgData name="王 欣捷" userId="b965477fa0aef5e6" providerId="LiveId" clId="{E61DA78F-10FD-4C3B-A1B8-B5A9834326F4}" dt="2023-05-29T10:57:53.714" v="27" actId="22"/>
          <ac:spMkLst>
            <pc:docMk/>
            <pc:sldMk cId="981592437" sldId="939"/>
            <ac:spMk id="5" creationId="{46D063F4-47BC-90C1-5D2A-D68EF24FE26F}"/>
          </ac:spMkLst>
        </pc:spChg>
        <pc:spChg chg="add mod">
          <ac:chgData name="王 欣捷" userId="b965477fa0aef5e6" providerId="LiveId" clId="{E61DA78F-10FD-4C3B-A1B8-B5A9834326F4}" dt="2023-05-29T10:59:09.280" v="84" actId="1076"/>
          <ac:spMkLst>
            <pc:docMk/>
            <pc:sldMk cId="981592437" sldId="939"/>
            <ac:spMk id="7" creationId="{4AA82014-9FA5-6F9A-C777-6B8B5267E4A7}"/>
          </ac:spMkLst>
        </pc:spChg>
        <pc:spChg chg="add mod ord">
          <ac:chgData name="王 欣捷" userId="b965477fa0aef5e6" providerId="LiveId" clId="{E61DA78F-10FD-4C3B-A1B8-B5A9834326F4}" dt="2023-05-29T10:59:25.221" v="99"/>
          <ac:spMkLst>
            <pc:docMk/>
            <pc:sldMk cId="981592437" sldId="939"/>
            <ac:spMk id="8" creationId="{03644F76-5F4F-E737-245D-45C8BFD6249A}"/>
          </ac:spMkLst>
        </pc:spChg>
      </pc:sldChg>
    </pc:docChg>
  </pc:docChgLst>
  <pc:docChgLst>
    <pc:chgData name="欣捷 王" userId="b965477fa0aef5e6" providerId="LiveId" clId="{3458F2B8-D32E-42CE-A58F-4B65478D9FA6}"/>
    <pc:docChg chg="undo custSel addSld delSld modSld">
      <pc:chgData name="欣捷 王" userId="b965477fa0aef5e6" providerId="LiveId" clId="{3458F2B8-D32E-42CE-A58F-4B65478D9FA6}" dt="2024-05-31T02:02:49.526" v="3983"/>
      <pc:docMkLst>
        <pc:docMk/>
      </pc:docMkLst>
      <pc:sldChg chg="addSp delSp modSp del mod modClrScheme chgLayout modNotesTx">
        <pc:chgData name="欣捷 王" userId="b965477fa0aef5e6" providerId="LiveId" clId="{3458F2B8-D32E-42CE-A58F-4B65478D9FA6}" dt="2024-05-30T01:38:03.558" v="98" actId="47"/>
        <pc:sldMkLst>
          <pc:docMk/>
          <pc:sldMk cId="0" sldId="891"/>
        </pc:sldMkLst>
        <pc:spChg chg="mod ord">
          <ac:chgData name="欣捷 王" userId="b965477fa0aef5e6" providerId="LiveId" clId="{3458F2B8-D32E-42CE-A58F-4B65478D9FA6}" dt="2024-05-30T01:29:16.303" v="25" actId="700"/>
          <ac:spMkLst>
            <pc:docMk/>
            <pc:sldMk cId="0" sldId="891"/>
            <ac:spMk id="2" creationId="{E49BDADD-4D43-26D4-8F02-51E306AAEBA6}"/>
          </ac:spMkLst>
        </pc:spChg>
        <pc:spChg chg="mod ord">
          <ac:chgData name="欣捷 王" userId="b965477fa0aef5e6" providerId="LiveId" clId="{3458F2B8-D32E-42CE-A58F-4B65478D9FA6}" dt="2024-05-30T01:29:16.303" v="25" actId="700"/>
          <ac:spMkLst>
            <pc:docMk/>
            <pc:sldMk cId="0" sldId="891"/>
            <ac:spMk id="3" creationId="{381996C7-D029-78B8-F875-A4879E591563}"/>
          </ac:spMkLst>
        </pc:spChg>
        <pc:spChg chg="mod ord">
          <ac:chgData name="欣捷 王" userId="b965477fa0aef5e6" providerId="LiveId" clId="{3458F2B8-D32E-42CE-A58F-4B65478D9FA6}" dt="2024-05-30T01:29:16.303" v="25" actId="700"/>
          <ac:spMkLst>
            <pc:docMk/>
            <pc:sldMk cId="0" sldId="891"/>
            <ac:spMk id="4" creationId="{53BAA51E-86EE-034B-EEA7-1360159E5B40}"/>
          </ac:spMkLst>
        </pc:spChg>
        <pc:spChg chg="add del">
          <ac:chgData name="欣捷 王" userId="b965477fa0aef5e6" providerId="LiveId" clId="{3458F2B8-D32E-42CE-A58F-4B65478D9FA6}" dt="2024-05-30T01:23:46.110" v="12" actId="22"/>
          <ac:spMkLst>
            <pc:docMk/>
            <pc:sldMk cId="0" sldId="891"/>
            <ac:spMk id="6" creationId="{7F2A8467-DCA7-19B0-AB75-A7EF6A2C8D18}"/>
          </ac:spMkLst>
        </pc:spChg>
        <pc:spChg chg="add mod">
          <ac:chgData name="欣捷 王" userId="b965477fa0aef5e6" providerId="LiveId" clId="{3458F2B8-D32E-42CE-A58F-4B65478D9FA6}" dt="2024-05-30T01:26:00.739" v="15" actId="571"/>
          <ac:spMkLst>
            <pc:docMk/>
            <pc:sldMk cId="0" sldId="891"/>
            <ac:spMk id="7" creationId="{686D672B-7591-7875-D6D0-7559D57A9205}"/>
          </ac:spMkLst>
        </pc:spChg>
        <pc:spChg chg="mod ord">
          <ac:chgData name="欣捷 王" userId="b965477fa0aef5e6" providerId="LiveId" clId="{3458F2B8-D32E-42CE-A58F-4B65478D9FA6}" dt="2024-05-30T01:29:16.303" v="25" actId="700"/>
          <ac:spMkLst>
            <pc:docMk/>
            <pc:sldMk cId="0" sldId="891"/>
            <ac:spMk id="23554" creationId="{2F2F9C29-8AB5-4A43-999F-2709EDE995DB}"/>
          </ac:spMkLst>
        </pc:spChg>
        <pc:spChg chg="del mod">
          <ac:chgData name="欣捷 王" userId="b965477fa0aef5e6" providerId="LiveId" clId="{3458F2B8-D32E-42CE-A58F-4B65478D9FA6}" dt="2024-05-30T01:29:16.303" v="25" actId="700"/>
          <ac:spMkLst>
            <pc:docMk/>
            <pc:sldMk cId="0" sldId="891"/>
            <ac:spMk id="875523" creationId="{5205ADD9-7FF6-4B6B-86D0-902C195BFAD9}"/>
          </ac:spMkLst>
        </pc:spChg>
        <pc:picChg chg="add mod">
          <ac:chgData name="欣捷 王" userId="b965477fa0aef5e6" providerId="LiveId" clId="{3458F2B8-D32E-42CE-A58F-4B65478D9FA6}" dt="2024-05-30T01:26:00.739" v="15" actId="571"/>
          <ac:picMkLst>
            <pc:docMk/>
            <pc:sldMk cId="0" sldId="891"/>
            <ac:picMk id="8" creationId="{7C684A25-4172-66BB-6918-1906F19E5CA2}"/>
          </ac:picMkLst>
        </pc:picChg>
        <pc:picChg chg="add del mod">
          <ac:chgData name="欣捷 王" userId="b965477fa0aef5e6" providerId="LiveId" clId="{3458F2B8-D32E-42CE-A58F-4B65478D9FA6}" dt="2024-05-30T01:36:18.293" v="43" actId="21"/>
          <ac:picMkLst>
            <pc:docMk/>
            <pc:sldMk cId="0" sldId="891"/>
            <ac:picMk id="1026" creationId="{40F31614-2C86-3CA6-AEB5-4B9EEAEB0F7A}"/>
          </ac:picMkLst>
        </pc:picChg>
      </pc:sldChg>
      <pc:sldChg chg="addSp modSp mod modAnim modNotesTx">
        <pc:chgData name="欣捷 王" userId="b965477fa0aef5e6" providerId="LiveId" clId="{3458F2B8-D32E-42CE-A58F-4B65478D9FA6}" dt="2024-05-30T10:09:30.685" v="3829"/>
        <pc:sldMkLst>
          <pc:docMk/>
          <pc:sldMk cId="0" sldId="892"/>
        </pc:sldMkLst>
        <pc:spChg chg="mod">
          <ac:chgData name="欣捷 王" userId="b965477fa0aef5e6" providerId="LiveId" clId="{3458F2B8-D32E-42CE-A58F-4B65478D9FA6}" dt="2024-05-30T01:37:35.733" v="96" actId="14100"/>
          <ac:spMkLst>
            <pc:docMk/>
            <pc:sldMk cId="0" sldId="892"/>
            <ac:spMk id="24579" creationId="{A1DFE430-C3A8-4CA2-908F-E05CFB1E2D97}"/>
          </ac:spMkLst>
        </pc:spChg>
        <pc:picChg chg="add mod">
          <ac:chgData name="欣捷 王" userId="b965477fa0aef5e6" providerId="LiveId" clId="{3458F2B8-D32E-42CE-A58F-4B65478D9FA6}" dt="2024-05-30T01:37:25.683" v="94" actId="1036"/>
          <ac:picMkLst>
            <pc:docMk/>
            <pc:sldMk cId="0" sldId="892"/>
            <ac:picMk id="1026" creationId="{40F31614-2C86-3CA6-AEB5-4B9EEAEB0F7A}"/>
          </ac:picMkLst>
        </pc:picChg>
      </pc:sldChg>
      <pc:sldChg chg="modSp mod modAnim">
        <pc:chgData name="欣捷 王" userId="b965477fa0aef5e6" providerId="LiveId" clId="{3458F2B8-D32E-42CE-A58F-4B65478D9FA6}" dt="2024-05-30T01:40:14.749" v="110"/>
        <pc:sldMkLst>
          <pc:docMk/>
          <pc:sldMk cId="0" sldId="897"/>
        </pc:sldMkLst>
        <pc:spChg chg="mod">
          <ac:chgData name="欣捷 王" userId="b965477fa0aef5e6" providerId="LiveId" clId="{3458F2B8-D32E-42CE-A58F-4B65478D9FA6}" dt="2024-05-30T01:40:00.692" v="107" actId="207"/>
          <ac:spMkLst>
            <pc:docMk/>
            <pc:sldMk cId="0" sldId="897"/>
            <ac:spMk id="28675" creationId="{D529386B-5D66-4AE7-835C-B9CA941E6721}"/>
          </ac:spMkLst>
        </pc:spChg>
      </pc:sldChg>
      <pc:sldChg chg="addSp modSp mod modAnim">
        <pc:chgData name="欣捷 王" userId="b965477fa0aef5e6" providerId="LiveId" clId="{3458F2B8-D32E-42CE-A58F-4B65478D9FA6}" dt="2024-05-30T04:38:02.091" v="426"/>
        <pc:sldMkLst>
          <pc:docMk/>
          <pc:sldMk cId="0" sldId="898"/>
        </pc:sldMkLst>
        <pc:spChg chg="add mod">
          <ac:chgData name="欣捷 王" userId="b965477fa0aef5e6" providerId="LiveId" clId="{3458F2B8-D32E-42CE-A58F-4B65478D9FA6}" dt="2024-05-30T02:06:34.861" v="361" actId="14100"/>
          <ac:spMkLst>
            <pc:docMk/>
            <pc:sldMk cId="0" sldId="898"/>
            <ac:spMk id="6" creationId="{9BAA6FBB-62E3-B10B-D3D4-5754A4CA0468}"/>
          </ac:spMkLst>
        </pc:spChg>
        <pc:spChg chg="add mod">
          <ac:chgData name="欣捷 王" userId="b965477fa0aef5e6" providerId="LiveId" clId="{3458F2B8-D32E-42CE-A58F-4B65478D9FA6}" dt="2024-05-30T02:07:03.843" v="397" actId="1076"/>
          <ac:spMkLst>
            <pc:docMk/>
            <pc:sldMk cId="0" sldId="898"/>
            <ac:spMk id="10" creationId="{4B78B17F-4FB6-8F21-5F42-6A427C48592B}"/>
          </ac:spMkLst>
        </pc:spChg>
        <pc:spChg chg="add mod">
          <ac:chgData name="欣捷 王" userId="b965477fa0aef5e6" providerId="LiveId" clId="{3458F2B8-D32E-42CE-A58F-4B65478D9FA6}" dt="2024-05-30T02:07:09.701" v="404" actId="1035"/>
          <ac:spMkLst>
            <pc:docMk/>
            <pc:sldMk cId="0" sldId="898"/>
            <ac:spMk id="12" creationId="{5D11FFD4-7AFB-BC04-9A5D-888C8BAA90B4}"/>
          </ac:spMkLst>
        </pc:spChg>
        <pc:spChg chg="mod">
          <ac:chgData name="欣捷 王" userId="b965477fa0aef5e6" providerId="LiveId" clId="{3458F2B8-D32E-42CE-A58F-4B65478D9FA6}" dt="2024-05-30T02:06:53.259" v="391" actId="207"/>
          <ac:spMkLst>
            <pc:docMk/>
            <pc:sldMk cId="0" sldId="898"/>
            <ac:spMk id="882691" creationId="{206CF704-4BE5-42FB-A0A8-FF5B13113BC2}"/>
          </ac:spMkLst>
        </pc:spChg>
        <pc:cxnChg chg="add mod">
          <ac:chgData name="欣捷 王" userId="b965477fa0aef5e6" providerId="LiveId" clId="{3458F2B8-D32E-42CE-A58F-4B65478D9FA6}" dt="2024-05-30T02:06:22.950" v="360" actId="1038"/>
          <ac:cxnSpMkLst>
            <pc:docMk/>
            <pc:sldMk cId="0" sldId="898"/>
            <ac:cxnSpMk id="5" creationId="{22DACE3B-B2BD-54F2-CF84-AFADDF430B5E}"/>
          </ac:cxnSpMkLst>
        </pc:cxnChg>
        <pc:cxnChg chg="add mod">
          <ac:chgData name="欣捷 王" userId="b965477fa0aef5e6" providerId="LiveId" clId="{3458F2B8-D32E-42CE-A58F-4B65478D9FA6}" dt="2024-05-30T02:07:03.843" v="397" actId="1076"/>
          <ac:cxnSpMkLst>
            <pc:docMk/>
            <pc:sldMk cId="0" sldId="898"/>
            <ac:cxnSpMk id="9" creationId="{5D4EA3D5-16F8-7FF2-D1FE-6A07E387C504}"/>
          </ac:cxnSpMkLst>
        </pc:cxnChg>
        <pc:cxnChg chg="add mod">
          <ac:chgData name="欣捷 王" userId="b965477fa0aef5e6" providerId="LiveId" clId="{3458F2B8-D32E-42CE-A58F-4B65478D9FA6}" dt="2024-05-30T02:07:09.701" v="404" actId="1035"/>
          <ac:cxnSpMkLst>
            <pc:docMk/>
            <pc:sldMk cId="0" sldId="898"/>
            <ac:cxnSpMk id="11" creationId="{ECDC830D-F5D6-6C05-8F4A-0C1904F95B06}"/>
          </ac:cxnSpMkLst>
        </pc:cxnChg>
      </pc:sldChg>
      <pc:sldChg chg="del">
        <pc:chgData name="欣捷 王" userId="b965477fa0aef5e6" providerId="LiveId" clId="{3458F2B8-D32E-42CE-A58F-4B65478D9FA6}" dt="2024-05-30T05:59:02.045" v="1253" actId="47"/>
        <pc:sldMkLst>
          <pc:docMk/>
          <pc:sldMk cId="0" sldId="899"/>
        </pc:sldMkLst>
      </pc:sldChg>
      <pc:sldChg chg="addSp modSp mod modAnim">
        <pc:chgData name="欣捷 王" userId="b965477fa0aef5e6" providerId="LiveId" clId="{3458F2B8-D32E-42CE-A58F-4B65478D9FA6}" dt="2024-05-30T04:56:16.107" v="690"/>
        <pc:sldMkLst>
          <pc:docMk/>
          <pc:sldMk cId="0" sldId="900"/>
        </pc:sldMkLst>
        <pc:spChg chg="add mod">
          <ac:chgData name="欣捷 王" userId="b965477fa0aef5e6" providerId="LiveId" clId="{3458F2B8-D32E-42CE-A58F-4B65478D9FA6}" dt="2024-05-30T04:43:03.579" v="484" actId="1076"/>
          <ac:spMkLst>
            <pc:docMk/>
            <pc:sldMk cId="0" sldId="900"/>
            <ac:spMk id="6" creationId="{6634926C-8258-51CC-803B-BA4F53EFE8F7}"/>
          </ac:spMkLst>
        </pc:spChg>
        <pc:spChg chg="add mod">
          <ac:chgData name="欣捷 王" userId="b965477fa0aef5e6" providerId="LiveId" clId="{3458F2B8-D32E-42CE-A58F-4B65478D9FA6}" dt="2024-05-30T04:52:40.541" v="549" actId="14100"/>
          <ac:spMkLst>
            <pc:docMk/>
            <pc:sldMk cId="0" sldId="900"/>
            <ac:spMk id="8" creationId="{D410F9C5-38C0-7324-CA93-9A466D403A87}"/>
          </ac:spMkLst>
        </pc:spChg>
        <pc:spChg chg="add mod">
          <ac:chgData name="欣捷 王" userId="b965477fa0aef5e6" providerId="LiveId" clId="{3458F2B8-D32E-42CE-A58F-4B65478D9FA6}" dt="2024-05-30T04:55:06.136" v="659" actId="1036"/>
          <ac:spMkLst>
            <pc:docMk/>
            <pc:sldMk cId="0" sldId="900"/>
            <ac:spMk id="10" creationId="{2E891C8B-F8D0-E9B5-5F3D-2682F74BB5C3}"/>
          </ac:spMkLst>
        </pc:spChg>
        <pc:spChg chg="add mod">
          <ac:chgData name="欣捷 王" userId="b965477fa0aef5e6" providerId="LiveId" clId="{3458F2B8-D32E-42CE-A58F-4B65478D9FA6}" dt="2024-05-30T04:54:58.416" v="647" actId="1036"/>
          <ac:spMkLst>
            <pc:docMk/>
            <pc:sldMk cId="0" sldId="900"/>
            <ac:spMk id="13" creationId="{F1931417-F11D-C067-1A04-E320836FB929}"/>
          </ac:spMkLst>
        </pc:spChg>
        <pc:spChg chg="add mod">
          <ac:chgData name="欣捷 王" userId="b965477fa0aef5e6" providerId="LiveId" clId="{3458F2B8-D32E-42CE-A58F-4B65478D9FA6}" dt="2024-05-30T04:55:30.559" v="682" actId="1037"/>
          <ac:spMkLst>
            <pc:docMk/>
            <pc:sldMk cId="0" sldId="900"/>
            <ac:spMk id="15" creationId="{7A0EEFC0-898A-6B87-CE80-9249CD4F7F41}"/>
          </ac:spMkLst>
        </pc:spChg>
        <pc:spChg chg="mod">
          <ac:chgData name="欣捷 王" userId="b965477fa0aef5e6" providerId="LiveId" clId="{3458F2B8-D32E-42CE-A58F-4B65478D9FA6}" dt="2024-05-30T04:55:19.961" v="669" actId="207"/>
          <ac:spMkLst>
            <pc:docMk/>
            <pc:sldMk cId="0" sldId="900"/>
            <ac:spMk id="32771" creationId="{AD06E39D-8392-4C90-8F38-36E79CC2FD64}"/>
          </ac:spMkLst>
        </pc:spChg>
        <pc:spChg chg="mod">
          <ac:chgData name="欣捷 王" userId="b965477fa0aef5e6" providerId="LiveId" clId="{3458F2B8-D32E-42CE-A58F-4B65478D9FA6}" dt="2024-05-30T04:53:09.911" v="551" actId="208"/>
          <ac:spMkLst>
            <pc:docMk/>
            <pc:sldMk cId="0" sldId="900"/>
            <ac:spMk id="32774" creationId="{6156374B-507E-4B8A-87CB-8519EE1E6AF1}"/>
          </ac:spMkLst>
        </pc:spChg>
        <pc:grpChg chg="mod">
          <ac:chgData name="欣捷 王" userId="b965477fa0aef5e6" providerId="LiveId" clId="{3458F2B8-D32E-42CE-A58F-4B65478D9FA6}" dt="2024-05-30T04:53:05.734" v="550" actId="207"/>
          <ac:grpSpMkLst>
            <pc:docMk/>
            <pc:sldMk cId="0" sldId="900"/>
            <ac:grpSpMk id="32772" creationId="{49D4267A-BC39-46B9-98D1-CDF5335C4109}"/>
          </ac:grpSpMkLst>
        </pc:grpChg>
        <pc:cxnChg chg="add mod">
          <ac:chgData name="欣捷 王" userId="b965477fa0aef5e6" providerId="LiveId" clId="{3458F2B8-D32E-42CE-A58F-4B65478D9FA6}" dt="2024-05-30T04:43:03.579" v="484" actId="1076"/>
          <ac:cxnSpMkLst>
            <pc:docMk/>
            <pc:sldMk cId="0" sldId="900"/>
            <ac:cxnSpMk id="5" creationId="{5D99BE6D-BAFD-E38E-4030-8855C540BB0F}"/>
          </ac:cxnSpMkLst>
        </pc:cxnChg>
        <pc:cxnChg chg="add mod">
          <ac:chgData name="欣捷 王" userId="b965477fa0aef5e6" providerId="LiveId" clId="{3458F2B8-D32E-42CE-A58F-4B65478D9FA6}" dt="2024-05-30T04:55:06.136" v="659" actId="1036"/>
          <ac:cxnSpMkLst>
            <pc:docMk/>
            <pc:sldMk cId="0" sldId="900"/>
            <ac:cxnSpMk id="9" creationId="{3212A0CF-FE1A-2062-2C28-DB7F0406F286}"/>
          </ac:cxnSpMkLst>
        </pc:cxnChg>
        <pc:cxnChg chg="add mod">
          <ac:chgData name="欣捷 王" userId="b965477fa0aef5e6" providerId="LiveId" clId="{3458F2B8-D32E-42CE-A58F-4B65478D9FA6}" dt="2024-05-30T04:54:58.416" v="647" actId="1036"/>
          <ac:cxnSpMkLst>
            <pc:docMk/>
            <pc:sldMk cId="0" sldId="900"/>
            <ac:cxnSpMk id="12" creationId="{A1B3730D-4644-C9E7-FFEE-41AE72F46A3E}"/>
          </ac:cxnSpMkLst>
        </pc:cxnChg>
        <pc:cxnChg chg="add mod">
          <ac:chgData name="欣捷 王" userId="b965477fa0aef5e6" providerId="LiveId" clId="{3458F2B8-D32E-42CE-A58F-4B65478D9FA6}" dt="2024-05-30T04:55:30.559" v="682" actId="1037"/>
          <ac:cxnSpMkLst>
            <pc:docMk/>
            <pc:sldMk cId="0" sldId="900"/>
            <ac:cxnSpMk id="14" creationId="{7D1C7D89-451D-F33B-9526-573B041C0AE8}"/>
          </ac:cxnSpMkLst>
        </pc:cxnChg>
      </pc:sldChg>
      <pc:sldChg chg="del">
        <pc:chgData name="欣捷 王" userId="b965477fa0aef5e6" providerId="LiveId" clId="{3458F2B8-D32E-42CE-A58F-4B65478D9FA6}" dt="2024-05-30T05:45:19.324" v="1201" actId="47"/>
        <pc:sldMkLst>
          <pc:docMk/>
          <pc:sldMk cId="0" sldId="901"/>
        </pc:sldMkLst>
      </pc:sldChg>
      <pc:sldChg chg="addSp modSp mod modAnim">
        <pc:chgData name="欣捷 王" userId="b965477fa0aef5e6" providerId="LiveId" clId="{3458F2B8-D32E-42CE-A58F-4B65478D9FA6}" dt="2024-05-30T05:59:42.031" v="1254"/>
        <pc:sldMkLst>
          <pc:docMk/>
          <pc:sldMk cId="0" sldId="902"/>
        </pc:sldMkLst>
        <pc:spChg chg="mod">
          <ac:chgData name="欣捷 王" userId="b965477fa0aef5e6" providerId="LiveId" clId="{3458F2B8-D32E-42CE-A58F-4B65478D9FA6}" dt="2024-05-30T05:46:55.945" v="1231" actId="108"/>
          <ac:spMkLst>
            <pc:docMk/>
            <pc:sldMk cId="0" sldId="902"/>
            <ac:spMk id="6" creationId="{7D13F412-98E4-88A6-13D3-CA08781F2B9B}"/>
          </ac:spMkLst>
        </pc:spChg>
        <pc:spChg chg="mod">
          <ac:chgData name="欣捷 王" userId="b965477fa0aef5e6" providerId="LiveId" clId="{3458F2B8-D32E-42CE-A58F-4B65478D9FA6}" dt="2024-05-30T05:46:18.266" v="1208"/>
          <ac:spMkLst>
            <pc:docMk/>
            <pc:sldMk cId="0" sldId="902"/>
            <ac:spMk id="8" creationId="{F6E1F593-D588-C4D1-7969-52D45347677D}"/>
          </ac:spMkLst>
        </pc:spChg>
        <pc:spChg chg="add mod">
          <ac:chgData name="欣捷 王" userId="b965477fa0aef5e6" providerId="LiveId" clId="{3458F2B8-D32E-42CE-A58F-4B65478D9FA6}" dt="2024-05-30T05:57:16.745" v="1242" actId="1076"/>
          <ac:spMkLst>
            <pc:docMk/>
            <pc:sldMk cId="0" sldId="902"/>
            <ac:spMk id="11" creationId="{466ACE40-AABE-1045-B924-1C429310F0EF}"/>
          </ac:spMkLst>
        </pc:spChg>
        <pc:spChg chg="mod">
          <ac:chgData name="欣捷 王" userId="b965477fa0aef5e6" providerId="LiveId" clId="{3458F2B8-D32E-42CE-A58F-4B65478D9FA6}" dt="2024-05-30T05:56:59.572" v="1239" actId="207"/>
          <ac:spMkLst>
            <pc:docMk/>
            <pc:sldMk cId="0" sldId="902"/>
            <ac:spMk id="886787" creationId="{C5BA297C-83AB-47D3-83F6-EF94725E8889}"/>
          </ac:spMkLst>
        </pc:spChg>
        <pc:grpChg chg="add mod">
          <ac:chgData name="欣捷 王" userId="b965477fa0aef5e6" providerId="LiveId" clId="{3458F2B8-D32E-42CE-A58F-4B65478D9FA6}" dt="2024-05-30T05:47:04.317" v="1233" actId="1076"/>
          <ac:grpSpMkLst>
            <pc:docMk/>
            <pc:sldMk cId="0" sldId="902"/>
            <ac:grpSpMk id="5" creationId="{124D904D-B947-2443-24C6-D5F6F80516A1}"/>
          </ac:grpSpMkLst>
        </pc:grpChg>
        <pc:grpChg chg="mod">
          <ac:chgData name="欣捷 王" userId="b965477fa0aef5e6" providerId="LiveId" clId="{3458F2B8-D32E-42CE-A58F-4B65478D9FA6}" dt="2024-05-30T05:46:18.266" v="1208"/>
          <ac:grpSpMkLst>
            <pc:docMk/>
            <pc:sldMk cId="0" sldId="902"/>
            <ac:grpSpMk id="7" creationId="{7071B6C1-6FA7-EF48-554B-283F7510FAED}"/>
          </ac:grpSpMkLst>
        </pc:grpChg>
        <pc:picChg chg="mod">
          <ac:chgData name="欣捷 王" userId="b965477fa0aef5e6" providerId="LiveId" clId="{3458F2B8-D32E-42CE-A58F-4B65478D9FA6}" dt="2024-05-30T05:46:18.266" v="1208"/>
          <ac:picMkLst>
            <pc:docMk/>
            <pc:sldMk cId="0" sldId="902"/>
            <ac:picMk id="9" creationId="{E0DCC68F-B62F-5A48-C180-4D355D77CECE}"/>
          </ac:picMkLst>
        </pc:picChg>
        <pc:cxnChg chg="add mod">
          <ac:chgData name="欣捷 王" userId="b965477fa0aef5e6" providerId="LiveId" clId="{3458F2B8-D32E-42CE-A58F-4B65478D9FA6}" dt="2024-05-30T05:57:16.745" v="1242" actId="1076"/>
          <ac:cxnSpMkLst>
            <pc:docMk/>
            <pc:sldMk cId="0" sldId="902"/>
            <ac:cxnSpMk id="10" creationId="{B9046B53-CBA6-35BE-57DC-30DD2A46939A}"/>
          </ac:cxnSpMkLst>
        </pc:cxnChg>
      </pc:sldChg>
      <pc:sldChg chg="modNotesTx">
        <pc:chgData name="欣捷 王" userId="b965477fa0aef5e6" providerId="LiveId" clId="{3458F2B8-D32E-42CE-A58F-4B65478D9FA6}" dt="2024-05-30T02:02:20.152" v="292" actId="20577"/>
        <pc:sldMkLst>
          <pc:docMk/>
          <pc:sldMk cId="3648011815" sldId="917"/>
        </pc:sldMkLst>
      </pc:sldChg>
      <pc:sldChg chg="del modNotesTx">
        <pc:chgData name="欣捷 王" userId="b965477fa0aef5e6" providerId="LiveId" clId="{3458F2B8-D32E-42CE-A58F-4B65478D9FA6}" dt="2024-05-30T01:40:24.218" v="111" actId="47"/>
        <pc:sldMkLst>
          <pc:docMk/>
          <pc:sldMk cId="1957887882" sldId="918"/>
        </pc:sldMkLst>
      </pc:sldChg>
      <pc:sldChg chg="addSp delSp modSp mod modClrScheme modAnim chgLayout">
        <pc:chgData name="欣捷 王" userId="b965477fa0aef5e6" providerId="LiveId" clId="{3458F2B8-D32E-42CE-A58F-4B65478D9FA6}" dt="2024-05-30T10:10:29.704" v="3830"/>
        <pc:sldMkLst>
          <pc:docMk/>
          <pc:sldMk cId="4007545427" sldId="920"/>
        </pc:sldMkLst>
        <pc:spChg chg="mod ord">
          <ac:chgData name="欣捷 王" userId="b965477fa0aef5e6" providerId="LiveId" clId="{3458F2B8-D32E-42CE-A58F-4B65478D9FA6}" dt="2024-05-30T05:45:09.159" v="1200" actId="700"/>
          <ac:spMkLst>
            <pc:docMk/>
            <pc:sldMk cId="4007545427" sldId="920"/>
            <ac:spMk id="2" creationId="{F8250571-EFB5-E4FC-2983-D6024AF51A37}"/>
          </ac:spMkLst>
        </pc:spChg>
        <pc:spChg chg="mod ord">
          <ac:chgData name="欣捷 王" userId="b965477fa0aef5e6" providerId="LiveId" clId="{3458F2B8-D32E-42CE-A58F-4B65478D9FA6}" dt="2024-05-30T05:45:09.159" v="1200" actId="700"/>
          <ac:spMkLst>
            <pc:docMk/>
            <pc:sldMk cId="4007545427" sldId="920"/>
            <ac:spMk id="3" creationId="{C77E44DD-5F73-259D-2629-1C0C172ABD5A}"/>
          </ac:spMkLst>
        </pc:spChg>
        <pc:spChg chg="mod ord">
          <ac:chgData name="欣捷 王" userId="b965477fa0aef5e6" providerId="LiveId" clId="{3458F2B8-D32E-42CE-A58F-4B65478D9FA6}" dt="2024-05-30T05:45:09.159" v="1200" actId="700"/>
          <ac:spMkLst>
            <pc:docMk/>
            <pc:sldMk cId="4007545427" sldId="920"/>
            <ac:spMk id="4" creationId="{1CF45157-2991-862B-91CB-21670DA52297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0" creationId="{6CE758B0-BC7D-A423-5CB2-52F5B6EF3733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1" creationId="{05BE88E4-5761-B1AE-6754-C7A4B37028CF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4" creationId="{B1766127-63BC-FE14-2DD0-18EC35E1ADFA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5" creationId="{9A7A306B-39A3-64BB-90F9-D1F700E3FF2B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6" creationId="{609D2F88-2E66-1BDC-6643-65141A276142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7" creationId="{287D7FEB-1B42-DAAF-C754-17325DBD1470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19" creationId="{C5AAB41A-BC78-C04D-076D-C4488AE2A804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20" creationId="{6A78E2E7-FE0D-90B7-E54A-F778FC0C74BC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23" creationId="{786DE217-D5A6-59B8-17B0-61D626C936E5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24" creationId="{4C74F196-7F7F-7AA2-775C-69DB7FAF7802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25" creationId="{0D3418D0-7394-C5FF-9A2D-E24BC992F651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26" creationId="{816F8550-2211-FB78-3338-3263AC99200D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1" creationId="{5BAE27A1-8683-814E-1281-F04464979CEF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2" creationId="{7D6FDD40-C8A6-81A4-6EBA-4AA79AA5AF4F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3" creationId="{0059E4D3-FA95-3850-B06B-666FFA8B94D2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4" creationId="{DBDE6ECE-2A1D-840B-9FC6-7409F5A6A1C7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5" creationId="{3FB0FE03-8722-D55F-80F5-C9A8C8461075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6" creationId="{BA43E027-26AB-0113-27F9-D180BE9A54CF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7" creationId="{C53A6BAA-5F10-4437-D554-F2E0C7AE8C06}"/>
          </ac:spMkLst>
        </pc:spChg>
        <pc:spChg chg="mod">
          <ac:chgData name="欣捷 王" userId="b965477fa0aef5e6" providerId="LiveId" clId="{3458F2B8-D32E-42CE-A58F-4B65478D9FA6}" dt="2024-05-30T05:07:41.670" v="699"/>
          <ac:spMkLst>
            <pc:docMk/>
            <pc:sldMk cId="4007545427" sldId="920"/>
            <ac:spMk id="38" creationId="{08FC2FCA-1F9C-6572-0D3C-7AC7FBE59BBE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0" creationId="{AB9EAA24-C69E-08FE-8F45-2839821E4484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1" creationId="{1ECEE4F4-F09F-7B76-6B81-B86010A16068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2" creationId="{19E936A5-2DF0-E224-2893-E4EFD738B9C7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3" creationId="{059DBB5B-F308-FED2-C1BF-5F3B550C2F93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4" creationId="{1365D2F1-C240-6910-C398-BA2B24B404BD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5" creationId="{4E880B4E-902C-825D-DB95-9E6CC79A476A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6" creationId="{94A77CEB-71BD-98EB-039F-A7FED8188061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7" creationId="{8DAC636F-5CE7-F261-B47F-F0F60F5B6DA2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8" creationId="{283E87A5-7F48-4942-4B3D-C23818D8D70A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49" creationId="{1454F90E-D530-3BDA-3144-3FCAA62D68E2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0" creationId="{578F8975-8A13-691F-2CF2-DE8EC10BC67A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1" creationId="{45F4BFDD-DDC4-03F6-4D4D-8F2A61665AD4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2" creationId="{774E4171-92D7-9E90-C115-49342C6E0AA2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3" creationId="{2D21AD3F-42C8-1475-4A20-3D3BD900A740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4" creationId="{DE936A4E-F427-2679-C7C7-7233D76EC0A8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5" creationId="{1493CB97-8021-E0B8-4BED-EE6B0FC99772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6" creationId="{67A890C3-531E-B415-4DD3-EC0667678FAE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7" creationId="{5A281322-5893-0CF0-912F-86615CBA354D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59" creationId="{0883088F-5636-1E03-4614-A8CD99E76A03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60" creationId="{924C9770-DBF0-1945-C4FF-0A21A079C707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61" creationId="{E5BA3061-72EC-EEE9-5444-9796A26A4157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62" creationId="{8BB1B201-DB29-8580-6D8A-49B7F05B270B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63" creationId="{A62968E1-B806-D68F-BA6B-8B144D5744C1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32768" creationId="{C2BB11AB-4C7B-F4A5-1D1F-731524AAFE46}"/>
          </ac:spMkLst>
        </pc:spChg>
        <pc:spChg chg="mod ord">
          <ac:chgData name="欣捷 王" userId="b965477fa0aef5e6" providerId="LiveId" clId="{3458F2B8-D32E-42CE-A58F-4B65478D9FA6}" dt="2024-05-30T05:45:09.159" v="1200" actId="700"/>
          <ac:spMkLst>
            <pc:docMk/>
            <pc:sldMk cId="4007545427" sldId="920"/>
            <ac:spMk id="32770" creationId="{2CA5AB32-9BB4-4CC3-B7F4-ECE085860231}"/>
          </ac:spMkLst>
        </pc:spChg>
        <pc:spChg chg="add del mod">
          <ac:chgData name="欣捷 王" userId="b965477fa0aef5e6" providerId="LiveId" clId="{3458F2B8-D32E-42CE-A58F-4B65478D9FA6}" dt="2024-05-30T05:45:03.433" v="1199" actId="478"/>
          <ac:spMkLst>
            <pc:docMk/>
            <pc:sldMk cId="4007545427" sldId="920"/>
            <ac:spMk id="32771" creationId="{AD06E39D-8392-4C90-8F38-36E79CC2FD64}"/>
          </ac:spMkLst>
        </pc:spChg>
        <pc:spChg chg="mod">
          <ac:chgData name="欣捷 王" userId="b965477fa0aef5e6" providerId="LiveId" clId="{3458F2B8-D32E-42CE-A58F-4B65478D9FA6}" dt="2024-05-30T05:43:49.977" v="1179"/>
          <ac:spMkLst>
            <pc:docMk/>
            <pc:sldMk cId="4007545427" sldId="920"/>
            <ac:spMk id="32775" creationId="{4C4C420F-C4CA-EFCB-5220-B1CEBDA53086}"/>
          </ac:spMkLst>
        </pc:spChg>
        <pc:spChg chg="mod">
          <ac:chgData name="欣捷 王" userId="b965477fa0aef5e6" providerId="LiveId" clId="{3458F2B8-D32E-42CE-A58F-4B65478D9FA6}" dt="2024-05-30T05:43:49.977" v="1179"/>
          <ac:spMkLst>
            <pc:docMk/>
            <pc:sldMk cId="4007545427" sldId="920"/>
            <ac:spMk id="32777" creationId="{DB625A22-2C2A-668E-538C-80CD790288C5}"/>
          </ac:spMkLst>
        </pc:spChg>
        <pc:spChg chg="mod">
          <ac:chgData name="欣捷 王" userId="b965477fa0aef5e6" providerId="LiveId" clId="{3458F2B8-D32E-42CE-A58F-4B65478D9FA6}" dt="2024-05-30T05:43:49.977" v="1179"/>
          <ac:spMkLst>
            <pc:docMk/>
            <pc:sldMk cId="4007545427" sldId="920"/>
            <ac:spMk id="32778" creationId="{5619DC0A-F0C7-3D5F-E89B-2DBFA4297B91}"/>
          </ac:spMkLst>
        </pc:spChg>
        <pc:spChg chg="mod">
          <ac:chgData name="欣捷 王" userId="b965477fa0aef5e6" providerId="LiveId" clId="{3458F2B8-D32E-42CE-A58F-4B65478D9FA6}" dt="2024-05-30T05:16:23.475" v="871" actId="207"/>
          <ac:spMkLst>
            <pc:docMk/>
            <pc:sldMk cId="4007545427" sldId="920"/>
            <ac:spMk id="32779" creationId="{961E7905-85C7-FD77-9584-35EAD6FF98B5}"/>
          </ac:spMkLst>
        </pc:spChg>
        <pc:spChg chg="mod">
          <ac:chgData name="欣捷 王" userId="b965477fa0aef5e6" providerId="LiveId" clId="{3458F2B8-D32E-42CE-A58F-4B65478D9FA6}" dt="2024-05-30T05:16:12.009" v="869" actId="165"/>
          <ac:spMkLst>
            <pc:docMk/>
            <pc:sldMk cId="4007545427" sldId="920"/>
            <ac:spMk id="32781" creationId="{6FEE9CC7-7F07-3086-0992-B3CBD4368553}"/>
          </ac:spMkLst>
        </pc:spChg>
        <pc:spChg chg="mod">
          <ac:chgData name="欣捷 王" userId="b965477fa0aef5e6" providerId="LiveId" clId="{3458F2B8-D32E-42CE-A58F-4B65478D9FA6}" dt="2024-05-30T05:16:12.009" v="869" actId="165"/>
          <ac:spMkLst>
            <pc:docMk/>
            <pc:sldMk cId="4007545427" sldId="920"/>
            <ac:spMk id="32782" creationId="{C6F47EB0-0331-2111-6058-2EA0A480B06D}"/>
          </ac:spMkLst>
        </pc:spChg>
        <pc:spChg chg="mod">
          <ac:chgData name="欣捷 王" userId="b965477fa0aef5e6" providerId="LiveId" clId="{3458F2B8-D32E-42CE-A58F-4B65478D9FA6}" dt="2024-05-30T05:16:29.778" v="874" actId="207"/>
          <ac:spMkLst>
            <pc:docMk/>
            <pc:sldMk cId="4007545427" sldId="920"/>
            <ac:spMk id="32783" creationId="{0702A49E-720B-C282-94C9-F616C325D496}"/>
          </ac:spMkLst>
        </pc:spChg>
        <pc:spChg chg="mod">
          <ac:chgData name="欣捷 王" userId="b965477fa0aef5e6" providerId="LiveId" clId="{3458F2B8-D32E-42CE-A58F-4B65478D9FA6}" dt="2024-05-30T05:16:12.009" v="869" actId="165"/>
          <ac:spMkLst>
            <pc:docMk/>
            <pc:sldMk cId="4007545427" sldId="920"/>
            <ac:spMk id="32785" creationId="{C24C61D1-C436-C266-E046-AFA85ADEA605}"/>
          </ac:spMkLst>
        </pc:spChg>
        <pc:spChg chg="mod">
          <ac:chgData name="欣捷 王" userId="b965477fa0aef5e6" providerId="LiveId" clId="{3458F2B8-D32E-42CE-A58F-4B65478D9FA6}" dt="2024-05-30T05:16:12.009" v="869" actId="165"/>
          <ac:spMkLst>
            <pc:docMk/>
            <pc:sldMk cId="4007545427" sldId="920"/>
            <ac:spMk id="32786" creationId="{79287E1B-E6AB-8E04-AAFB-C20B59AFCA8C}"/>
          </ac:spMkLst>
        </pc:spChg>
        <pc:spChg chg="del mod topLvl">
          <ac:chgData name="欣捷 王" userId="b965477fa0aef5e6" providerId="LiveId" clId="{3458F2B8-D32E-42CE-A58F-4B65478D9FA6}" dt="2024-05-30T05:10:14.055" v="713" actId="478"/>
          <ac:spMkLst>
            <pc:docMk/>
            <pc:sldMk cId="4007545427" sldId="920"/>
            <ac:spMk id="32790" creationId="{44B2452E-C85D-41E8-78E3-1BD87306AA1F}"/>
          </ac:spMkLst>
        </pc:spChg>
        <pc:spChg chg="mod topLvl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32791" creationId="{3C9C9EB9-F15B-55A8-9C27-C3315EC91401}"/>
          </ac:spMkLst>
        </pc:spChg>
        <pc:spChg chg="del mod topLvl">
          <ac:chgData name="欣捷 王" userId="b965477fa0aef5e6" providerId="LiveId" clId="{3458F2B8-D32E-42CE-A58F-4B65478D9FA6}" dt="2024-05-30T05:10:14.055" v="713" actId="478"/>
          <ac:spMkLst>
            <pc:docMk/>
            <pc:sldMk cId="4007545427" sldId="920"/>
            <ac:spMk id="32792" creationId="{BC8AAB05-BEBE-5F08-C129-A6C8A7FE543C}"/>
          </ac:spMkLst>
        </pc:spChg>
        <pc:spChg chg="del mod topLvl">
          <ac:chgData name="欣捷 王" userId="b965477fa0aef5e6" providerId="LiveId" clId="{3458F2B8-D32E-42CE-A58F-4B65478D9FA6}" dt="2024-05-30T05:10:14.055" v="713" actId="478"/>
          <ac:spMkLst>
            <pc:docMk/>
            <pc:sldMk cId="4007545427" sldId="920"/>
            <ac:spMk id="32793" creationId="{6F1BC15C-2940-3BFB-8505-2D23DD5EC423}"/>
          </ac:spMkLst>
        </pc:spChg>
        <pc:spChg chg="del mod topLvl">
          <ac:chgData name="欣捷 王" userId="b965477fa0aef5e6" providerId="LiveId" clId="{3458F2B8-D32E-42CE-A58F-4B65478D9FA6}" dt="2024-05-30T05:12:08.310" v="737" actId="478"/>
          <ac:spMkLst>
            <pc:docMk/>
            <pc:sldMk cId="4007545427" sldId="920"/>
            <ac:spMk id="32796" creationId="{9BFE23B7-C6B7-3841-B109-106A76A4919B}"/>
          </ac:spMkLst>
        </pc:spChg>
        <pc:spChg chg="del mod topLvl">
          <ac:chgData name="欣捷 王" userId="b965477fa0aef5e6" providerId="LiveId" clId="{3458F2B8-D32E-42CE-A58F-4B65478D9FA6}" dt="2024-05-30T05:14:31.224" v="827" actId="478"/>
          <ac:spMkLst>
            <pc:docMk/>
            <pc:sldMk cId="4007545427" sldId="920"/>
            <ac:spMk id="32798" creationId="{D78DFD41-FBC3-F7B4-1F6A-7C4B6284DBC0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32799" creationId="{83BA99C0-12A7-3841-9BF0-68319F7CE627}"/>
          </ac:spMkLst>
        </pc:spChg>
        <pc:spChg chg="mod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32800" creationId="{8F07811A-786F-8857-7E5B-6C9900A987C2}"/>
          </ac:spMkLst>
        </pc:spChg>
        <pc:spChg chg="add mod topLvl">
          <ac:chgData name="欣捷 王" userId="b965477fa0aef5e6" providerId="LiveId" clId="{3458F2B8-D32E-42CE-A58F-4B65478D9FA6}" dt="2024-05-30T05:24:36.407" v="996" actId="1076"/>
          <ac:spMkLst>
            <pc:docMk/>
            <pc:sldMk cId="4007545427" sldId="920"/>
            <ac:spMk id="32801" creationId="{DFD960C7-FE20-CEDE-6C52-A54BEB1C9D75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04" creationId="{463F8B51-5456-8862-BD4A-95FB961CB39C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06" creationId="{3336AFE3-8FBE-3BB2-96C5-08C77CA35B5B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07" creationId="{A74E9B60-6FF0-74D1-4240-A264517C331E}"/>
          </ac:spMkLst>
        </pc:spChg>
        <pc:spChg chg="mod">
          <ac:chgData name="欣捷 王" userId="b965477fa0aef5e6" providerId="LiveId" clId="{3458F2B8-D32E-42CE-A58F-4B65478D9FA6}" dt="2024-05-30T05:29:42.707" v="1080" actId="165"/>
          <ac:spMkLst>
            <pc:docMk/>
            <pc:sldMk cId="4007545427" sldId="920"/>
            <ac:spMk id="32809" creationId="{A891239A-BF49-B24E-E439-B63B3DBEB60C}"/>
          </ac:spMkLst>
        </pc:spChg>
        <pc:spChg chg="mod">
          <ac:chgData name="欣捷 王" userId="b965477fa0aef5e6" providerId="LiveId" clId="{3458F2B8-D32E-42CE-A58F-4B65478D9FA6}" dt="2024-05-30T05:29:42.707" v="1080" actId="165"/>
          <ac:spMkLst>
            <pc:docMk/>
            <pc:sldMk cId="4007545427" sldId="920"/>
            <ac:spMk id="32810" creationId="{D010D5CF-E18E-6A8D-4679-119C7D9DCCE6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14" creationId="{2D99A4D3-A805-A824-C4DB-6D335080C193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16" creationId="{199AFA3C-86A6-8818-6B74-CAFE63E8D8B1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17" creationId="{33BFC9D2-F675-C720-A326-27D8E6DFF16A}"/>
          </ac:spMkLst>
        </pc:spChg>
        <pc:spChg chg="mod">
          <ac:chgData name="欣捷 王" userId="b965477fa0aef5e6" providerId="LiveId" clId="{3458F2B8-D32E-42CE-A58F-4B65478D9FA6}" dt="2024-05-30T05:44:13.693" v="1183" actId="1076"/>
          <ac:spMkLst>
            <pc:docMk/>
            <pc:sldMk cId="4007545427" sldId="920"/>
            <ac:spMk id="32821" creationId="{4D43052F-61CC-A008-7FC9-3CCF20CE6579}"/>
          </ac:spMkLst>
        </pc:spChg>
        <pc:spChg chg="mod">
          <ac:chgData name="欣捷 王" userId="b965477fa0aef5e6" providerId="LiveId" clId="{3458F2B8-D32E-42CE-A58F-4B65478D9FA6}" dt="2024-05-30T05:44:13.693" v="1183" actId="1076"/>
          <ac:spMkLst>
            <pc:docMk/>
            <pc:sldMk cId="4007545427" sldId="920"/>
            <ac:spMk id="32822" creationId="{66E4290E-7A6A-0F95-D523-7F2EF82FB000}"/>
          </ac:spMkLst>
        </pc:spChg>
        <pc:spChg chg="mod">
          <ac:chgData name="欣捷 王" userId="b965477fa0aef5e6" providerId="LiveId" clId="{3458F2B8-D32E-42CE-A58F-4B65478D9FA6}" dt="2024-05-30T05:44:13.693" v="1183" actId="1076"/>
          <ac:spMkLst>
            <pc:docMk/>
            <pc:sldMk cId="4007545427" sldId="920"/>
            <ac:spMk id="32823" creationId="{A4745E83-D1C4-94BA-48B6-DDD2C32EED55}"/>
          </ac:spMkLst>
        </pc:spChg>
        <pc:spChg chg="mod">
          <ac:chgData name="欣捷 王" userId="b965477fa0aef5e6" providerId="LiveId" clId="{3458F2B8-D32E-42CE-A58F-4B65478D9FA6}" dt="2024-05-30T05:44:13.693" v="1183" actId="1076"/>
          <ac:spMkLst>
            <pc:docMk/>
            <pc:sldMk cId="4007545427" sldId="920"/>
            <ac:spMk id="32825" creationId="{2AAF0533-D459-0E90-A909-8C3DDA117DFF}"/>
          </ac:spMkLst>
        </pc:spChg>
        <pc:spChg chg="mod">
          <ac:chgData name="欣捷 王" userId="b965477fa0aef5e6" providerId="LiveId" clId="{3458F2B8-D32E-42CE-A58F-4B65478D9FA6}" dt="2024-05-30T05:44:13.693" v="1183" actId="1076"/>
          <ac:spMkLst>
            <pc:docMk/>
            <pc:sldMk cId="4007545427" sldId="920"/>
            <ac:spMk id="32826" creationId="{9B359B48-98FB-F6B2-9C57-3C60A88F5589}"/>
          </ac:spMkLst>
        </pc:spChg>
        <pc:spChg chg="add del mod">
          <ac:chgData name="欣捷 王" userId="b965477fa0aef5e6" providerId="LiveId" clId="{3458F2B8-D32E-42CE-A58F-4B65478D9FA6}" dt="2024-05-30T05:27:17.110" v="1067" actId="478"/>
          <ac:spMkLst>
            <pc:docMk/>
            <pc:sldMk cId="4007545427" sldId="920"/>
            <ac:spMk id="32828" creationId="{EBEB1D94-0F40-34F3-6888-36E4ECDA9327}"/>
          </ac:spMkLst>
        </pc:spChg>
        <pc:spChg chg="add mod">
          <ac:chgData name="欣捷 王" userId="b965477fa0aef5e6" providerId="LiveId" clId="{3458F2B8-D32E-42CE-A58F-4B65478D9FA6}" dt="2024-05-30T05:41:50.841" v="1132" actId="1076"/>
          <ac:spMkLst>
            <pc:docMk/>
            <pc:sldMk cId="4007545427" sldId="920"/>
            <ac:spMk id="32829" creationId="{70CC9876-F3DF-B593-417D-2C444567F983}"/>
          </ac:spMkLst>
        </pc:spChg>
        <pc:spChg chg="mod">
          <ac:chgData name="欣捷 王" userId="b965477fa0aef5e6" providerId="LiveId" clId="{3458F2B8-D32E-42CE-A58F-4B65478D9FA6}" dt="2024-05-30T05:30:47.455" v="1093" actId="1076"/>
          <ac:spMkLst>
            <pc:docMk/>
            <pc:sldMk cId="4007545427" sldId="920"/>
            <ac:spMk id="32831" creationId="{49C17761-42BA-9676-4CB8-6393F9CD65EE}"/>
          </ac:spMkLst>
        </pc:spChg>
        <pc:spChg chg="mod">
          <ac:chgData name="欣捷 王" userId="b965477fa0aef5e6" providerId="LiveId" clId="{3458F2B8-D32E-42CE-A58F-4B65478D9FA6}" dt="2024-05-30T05:30:47.455" v="1093" actId="1076"/>
          <ac:spMkLst>
            <pc:docMk/>
            <pc:sldMk cId="4007545427" sldId="920"/>
            <ac:spMk id="32832" creationId="{99D4FFC5-C554-8DA8-AEDA-D279D144C502}"/>
          </ac:spMkLst>
        </pc:spChg>
        <pc:spChg chg="mod">
          <ac:chgData name="欣捷 王" userId="b965477fa0aef5e6" providerId="LiveId" clId="{3458F2B8-D32E-42CE-A58F-4B65478D9FA6}" dt="2024-05-30T05:42:14.719" v="1135" actId="465"/>
          <ac:spMkLst>
            <pc:docMk/>
            <pc:sldMk cId="4007545427" sldId="920"/>
            <ac:spMk id="32834" creationId="{48905B34-7141-6287-3F03-EDBFD3D7E535}"/>
          </ac:spMkLst>
        </pc:spChg>
        <pc:spChg chg="mod">
          <ac:chgData name="欣捷 王" userId="b965477fa0aef5e6" providerId="LiveId" clId="{3458F2B8-D32E-42CE-A58F-4B65478D9FA6}" dt="2024-05-30T05:42:14.719" v="1135" actId="465"/>
          <ac:spMkLst>
            <pc:docMk/>
            <pc:sldMk cId="4007545427" sldId="920"/>
            <ac:spMk id="32836" creationId="{20D35FE8-450F-38B8-B8B0-17E84BEB496F}"/>
          </ac:spMkLst>
        </pc:spChg>
        <pc:spChg chg="mod">
          <ac:chgData name="欣捷 王" userId="b965477fa0aef5e6" providerId="LiveId" clId="{3458F2B8-D32E-42CE-A58F-4B65478D9FA6}" dt="2024-05-30T05:42:14.719" v="1135" actId="465"/>
          <ac:spMkLst>
            <pc:docMk/>
            <pc:sldMk cId="4007545427" sldId="920"/>
            <ac:spMk id="32837" creationId="{BF631729-48D4-ABB7-572E-8C12CB9380F6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39" creationId="{1F9362B5-A1E6-C1C7-F953-B36C0AE10A79}"/>
          </ac:spMkLst>
        </pc:spChg>
        <pc:spChg chg="mod">
          <ac:chgData name="欣捷 王" userId="b965477fa0aef5e6" providerId="LiveId" clId="{3458F2B8-D32E-42CE-A58F-4B65478D9FA6}" dt="2024-05-30T05:43:54.525" v="1181"/>
          <ac:spMkLst>
            <pc:docMk/>
            <pc:sldMk cId="4007545427" sldId="920"/>
            <ac:spMk id="32840" creationId="{42334315-0E99-CB7E-679D-FDE5B2EB1E4B}"/>
          </ac:spMkLst>
        </pc:spChg>
        <pc:spChg chg="mod">
          <ac:chgData name="欣捷 王" userId="b965477fa0aef5e6" providerId="LiveId" clId="{3458F2B8-D32E-42CE-A58F-4B65478D9FA6}" dt="2024-05-30T05:39:49.625" v="1105"/>
          <ac:spMkLst>
            <pc:docMk/>
            <pc:sldMk cId="4007545427" sldId="920"/>
            <ac:spMk id="32842" creationId="{EDD3AF93-343F-638F-9A15-0FFAE5AC1CA4}"/>
          </ac:spMkLst>
        </pc:spChg>
        <pc:spChg chg="mod">
          <ac:chgData name="欣捷 王" userId="b965477fa0aef5e6" providerId="LiveId" clId="{3458F2B8-D32E-42CE-A58F-4B65478D9FA6}" dt="2024-05-30T05:39:49.625" v="1105"/>
          <ac:spMkLst>
            <pc:docMk/>
            <pc:sldMk cId="4007545427" sldId="920"/>
            <ac:spMk id="32844" creationId="{7D0B05D7-8988-4CA8-624C-A66F3A853F96}"/>
          </ac:spMkLst>
        </pc:spChg>
        <pc:spChg chg="mod">
          <ac:chgData name="欣捷 王" userId="b965477fa0aef5e6" providerId="LiveId" clId="{3458F2B8-D32E-42CE-A58F-4B65478D9FA6}" dt="2024-05-30T05:39:49.625" v="1105"/>
          <ac:spMkLst>
            <pc:docMk/>
            <pc:sldMk cId="4007545427" sldId="920"/>
            <ac:spMk id="32845" creationId="{1F0320A5-6AE1-FC37-795F-B118FD3432FC}"/>
          </ac:spMkLst>
        </pc:spChg>
        <pc:spChg chg="add mod">
          <ac:chgData name="欣捷 王" userId="b965477fa0aef5e6" providerId="LiveId" clId="{3458F2B8-D32E-42CE-A58F-4B65478D9FA6}" dt="2024-05-30T05:42:21.163" v="1136" actId="1076"/>
          <ac:spMkLst>
            <pc:docMk/>
            <pc:sldMk cId="4007545427" sldId="920"/>
            <ac:spMk id="32846" creationId="{73F4E2D2-FE7B-F61B-20C8-EF7465419F4C}"/>
          </ac:spMkLst>
        </pc:spChg>
        <pc:spChg chg="add mod">
          <ac:chgData name="欣捷 王" userId="b965477fa0aef5e6" providerId="LiveId" clId="{3458F2B8-D32E-42CE-A58F-4B65478D9FA6}" dt="2024-05-30T05:43:39.677" v="1177" actId="113"/>
          <ac:spMkLst>
            <pc:docMk/>
            <pc:sldMk cId="4007545427" sldId="920"/>
            <ac:spMk id="32848" creationId="{2C349ECD-27CE-6887-685D-15A7B6129FA0}"/>
          </ac:spMkLst>
        </pc:spChg>
        <pc:spChg chg="add del mod">
          <ac:chgData name="欣捷 王" userId="b965477fa0aef5e6" providerId="LiveId" clId="{3458F2B8-D32E-42CE-A58F-4B65478D9FA6}" dt="2024-05-30T05:45:09.159" v="1200" actId="700"/>
          <ac:spMkLst>
            <pc:docMk/>
            <pc:sldMk cId="4007545427" sldId="920"/>
            <ac:spMk id="32854" creationId="{078DA200-C8A4-002E-769E-FA18DB664D06}"/>
          </ac:spMkLst>
        </pc:spChg>
        <pc:grpChg chg="add 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5" creationId="{DF9C8A9A-656B-4079-EB65-F947852D4CD2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6" creationId="{1D303736-1E4D-A454-1467-6FA1DB79815D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7" creationId="{7DAF8293-E421-25E4-3B17-EFDA0BBA7E53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8" creationId="{59736E99-5A36-E559-34ED-9B2CC742C252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9" creationId="{D22C7B19-6968-5234-C694-16AC7B5D70F4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12" creationId="{0BF0CCB0-46CA-DE5E-ED75-F5B2B4C9EA8B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13" creationId="{598D22F0-A7F2-1688-80C6-492B95620589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18" creationId="{C458702F-0A66-FBE5-771E-F07A4EE27C78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21" creationId="{AA90508C-0456-FF25-E963-2F2FA6B747FD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22" creationId="{14FCE8FC-4FD3-5947-4156-D6AE7B79FF91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27" creationId="{55A08DC0-F1A0-DEB2-F879-5AF0B512EF75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28" creationId="{A70B622A-29E1-7154-55E8-1001C9B55111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29" creationId="{C5173362-7884-0C76-9F7E-AFFF40611A38}"/>
          </ac:grpSpMkLst>
        </pc:grpChg>
        <pc:grpChg chg="mod">
          <ac:chgData name="欣捷 王" userId="b965477fa0aef5e6" providerId="LiveId" clId="{3458F2B8-D32E-42CE-A58F-4B65478D9FA6}" dt="2024-05-30T05:07:41.670" v="699"/>
          <ac:grpSpMkLst>
            <pc:docMk/>
            <pc:sldMk cId="4007545427" sldId="920"/>
            <ac:grpSpMk id="30" creationId="{7B8C1EE0-9BD2-55B0-260A-8F4124C263C2}"/>
          </ac:grpSpMkLst>
        </pc:grpChg>
        <pc:grpChg chg="add mod topLvl">
          <ac:chgData name="欣捷 王" userId="b965477fa0aef5e6" providerId="LiveId" clId="{3458F2B8-D32E-42CE-A58F-4B65478D9FA6}" dt="2024-05-30T05:24:36.407" v="996" actId="1076"/>
          <ac:grpSpMkLst>
            <pc:docMk/>
            <pc:sldMk cId="4007545427" sldId="920"/>
            <ac:grpSpMk id="39" creationId="{39FA1F06-2EC3-16FD-896D-4E45D4B8F41D}"/>
          </ac:grpSpMkLst>
        </pc:grpChg>
        <pc:grpChg chg="add mod ord topLvl">
          <ac:chgData name="欣捷 王" userId="b965477fa0aef5e6" providerId="LiveId" clId="{3458F2B8-D32E-42CE-A58F-4B65478D9FA6}" dt="2024-05-30T05:24:36.407" v="996" actId="1076"/>
          <ac:grpSpMkLst>
            <pc:docMk/>
            <pc:sldMk cId="4007545427" sldId="920"/>
            <ac:grpSpMk id="58" creationId="{22ABA6F0-E909-055A-4300-CB24297E1410}"/>
          </ac:grpSpMkLst>
        </pc:grpChg>
        <pc:grpChg chg="add del mod">
          <ac:chgData name="欣捷 王" userId="b965477fa0aef5e6" providerId="LiveId" clId="{3458F2B8-D32E-42CE-A58F-4B65478D9FA6}" dt="2024-05-30T05:16:12.009" v="869" actId="165"/>
          <ac:grpSpMkLst>
            <pc:docMk/>
            <pc:sldMk cId="4007545427" sldId="920"/>
            <ac:grpSpMk id="32769" creationId="{69AC1ACD-9F5B-3AE5-CC38-9883144B6CE0}"/>
          </ac:grpSpMkLst>
        </pc:grpChg>
        <pc:grpChg chg="del mod topLvl">
          <ac:chgData name="欣捷 王" userId="b965477fa0aef5e6" providerId="LiveId" clId="{3458F2B8-D32E-42CE-A58F-4B65478D9FA6}" dt="2024-05-30T05:17:11.078" v="892" actId="478"/>
          <ac:grpSpMkLst>
            <pc:docMk/>
            <pc:sldMk cId="4007545427" sldId="920"/>
            <ac:grpSpMk id="32772" creationId="{3CD5E8C9-D2EB-775C-B25F-A90FC4DD24A9}"/>
          </ac:grpSpMkLst>
        </pc:grpChg>
        <pc:grpChg chg="del mod topLvl">
          <ac:chgData name="欣捷 王" userId="b965477fa0aef5e6" providerId="LiveId" clId="{3458F2B8-D32E-42CE-A58F-4B65478D9FA6}" dt="2024-05-30T05:17:11.078" v="892" actId="478"/>
          <ac:grpSpMkLst>
            <pc:docMk/>
            <pc:sldMk cId="4007545427" sldId="920"/>
            <ac:grpSpMk id="32773" creationId="{3ABF0CFC-FEA8-42D1-FACF-9A8722E3F401}"/>
          </ac:grpSpMkLst>
        </pc:grpChg>
        <pc:grpChg chg="mod topLvl">
          <ac:chgData name="欣捷 王" userId="b965477fa0aef5e6" providerId="LiveId" clId="{3458F2B8-D32E-42CE-A58F-4B65478D9FA6}" dt="2024-05-30T05:44:15.603" v="1184" actId="164"/>
          <ac:grpSpMkLst>
            <pc:docMk/>
            <pc:sldMk cId="4007545427" sldId="920"/>
            <ac:grpSpMk id="32774" creationId="{BA7EBF81-15CC-FD40-7AF6-3AC06A0174B1}"/>
          </ac:grpSpMkLst>
        </pc:grpChg>
        <pc:grpChg chg="mod">
          <ac:chgData name="欣捷 王" userId="b965477fa0aef5e6" providerId="LiveId" clId="{3458F2B8-D32E-42CE-A58F-4B65478D9FA6}" dt="2024-05-30T05:43:49.977" v="1179"/>
          <ac:grpSpMkLst>
            <pc:docMk/>
            <pc:sldMk cId="4007545427" sldId="920"/>
            <ac:grpSpMk id="32776" creationId="{15FF8E17-E11D-89CF-027B-B2800042E786}"/>
          </ac:grpSpMkLst>
        </pc:grpChg>
        <pc:grpChg chg="mod">
          <ac:chgData name="欣捷 王" userId="b965477fa0aef5e6" providerId="LiveId" clId="{3458F2B8-D32E-42CE-A58F-4B65478D9FA6}" dt="2024-05-30T05:16:12.009" v="869" actId="165"/>
          <ac:grpSpMkLst>
            <pc:docMk/>
            <pc:sldMk cId="4007545427" sldId="920"/>
            <ac:grpSpMk id="32780" creationId="{95CC79F7-E982-DEE9-6939-0372C47831A8}"/>
          </ac:grpSpMkLst>
        </pc:grpChg>
        <pc:grpChg chg="mod">
          <ac:chgData name="欣捷 王" userId="b965477fa0aef5e6" providerId="LiveId" clId="{3458F2B8-D32E-42CE-A58F-4B65478D9FA6}" dt="2024-05-30T05:16:12.009" v="869" actId="165"/>
          <ac:grpSpMkLst>
            <pc:docMk/>
            <pc:sldMk cId="4007545427" sldId="920"/>
            <ac:grpSpMk id="32784" creationId="{ADAC677F-865C-D42F-F865-068FB4092D0B}"/>
          </ac:grpSpMkLst>
        </pc:grpChg>
        <pc:grpChg chg="add del mod">
          <ac:chgData name="欣捷 王" userId="b965477fa0aef5e6" providerId="LiveId" clId="{3458F2B8-D32E-42CE-A58F-4B65478D9FA6}" dt="2024-05-30T05:09:54.510" v="706" actId="165"/>
          <ac:grpSpMkLst>
            <pc:docMk/>
            <pc:sldMk cId="4007545427" sldId="920"/>
            <ac:grpSpMk id="32787" creationId="{3DAEFBFB-F339-ABF9-B318-643A0827AFA1}"/>
          </ac:grpSpMkLst>
        </pc:grpChg>
        <pc:grpChg chg="del mod topLvl">
          <ac:chgData name="欣捷 王" userId="b965477fa0aef5e6" providerId="LiveId" clId="{3458F2B8-D32E-42CE-A58F-4B65478D9FA6}" dt="2024-05-30T05:10:11.835" v="712" actId="165"/>
          <ac:grpSpMkLst>
            <pc:docMk/>
            <pc:sldMk cId="4007545427" sldId="920"/>
            <ac:grpSpMk id="32788" creationId="{D8394B97-9744-A848-DF88-26088FD5AF21}"/>
          </ac:grpSpMkLst>
        </pc:grpChg>
        <pc:grpChg chg="add del mod">
          <ac:chgData name="欣捷 王" userId="b965477fa0aef5e6" providerId="LiveId" clId="{3458F2B8-D32E-42CE-A58F-4B65478D9FA6}" dt="2024-05-30T05:12:04.357" v="736" actId="165"/>
          <ac:grpSpMkLst>
            <pc:docMk/>
            <pc:sldMk cId="4007545427" sldId="920"/>
            <ac:grpSpMk id="32794" creationId="{920A3F10-F7E6-4FB4-8EAF-209DFA8B7189}"/>
          </ac:grpSpMkLst>
        </pc:grpChg>
        <pc:grpChg chg="del mod topLvl">
          <ac:chgData name="欣捷 王" userId="b965477fa0aef5e6" providerId="LiveId" clId="{3458F2B8-D32E-42CE-A58F-4B65478D9FA6}" dt="2024-05-30T05:12:12.507" v="738" actId="165"/>
          <ac:grpSpMkLst>
            <pc:docMk/>
            <pc:sldMk cId="4007545427" sldId="920"/>
            <ac:grpSpMk id="32795" creationId="{253EFFE2-607C-24D8-9FC2-87630122509B}"/>
          </ac:grpSpMkLst>
        </pc:grpChg>
        <pc:grpChg chg="mod topLvl">
          <ac:chgData name="欣捷 王" userId="b965477fa0aef5e6" providerId="LiveId" clId="{3458F2B8-D32E-42CE-A58F-4B65478D9FA6}" dt="2024-05-30T05:24:36.407" v="996" actId="1076"/>
          <ac:grpSpMkLst>
            <pc:docMk/>
            <pc:sldMk cId="4007545427" sldId="920"/>
            <ac:grpSpMk id="32797" creationId="{FBA4D0F2-971A-E07E-94C4-9FBC9C098223}"/>
          </ac:grpSpMkLst>
        </pc:grpChg>
        <pc:grpChg chg="add del mod">
          <ac:chgData name="欣捷 王" userId="b965477fa0aef5e6" providerId="LiveId" clId="{3458F2B8-D32E-42CE-A58F-4B65478D9FA6}" dt="2024-05-30T05:20:41.473" v="942" actId="165"/>
          <ac:grpSpMkLst>
            <pc:docMk/>
            <pc:sldMk cId="4007545427" sldId="920"/>
            <ac:grpSpMk id="32802" creationId="{90A5CB57-AEED-7E7F-3514-5B438A3C0802}"/>
          </ac:grpSpMkLst>
        </pc:grpChg>
        <pc:grpChg chg="add mod topLvl">
          <ac:chgData name="欣捷 王" userId="b965477fa0aef5e6" providerId="LiveId" clId="{3458F2B8-D32E-42CE-A58F-4B65478D9FA6}" dt="2024-05-30T05:43:54.525" v="1181"/>
          <ac:grpSpMkLst>
            <pc:docMk/>
            <pc:sldMk cId="4007545427" sldId="920"/>
            <ac:grpSpMk id="32803" creationId="{0DA2292A-7424-08A6-4328-BF94B0D26549}"/>
          </ac:grpSpMkLst>
        </pc:grpChg>
        <pc:grpChg chg="mod">
          <ac:chgData name="欣捷 王" userId="b965477fa0aef5e6" providerId="LiveId" clId="{3458F2B8-D32E-42CE-A58F-4B65478D9FA6}" dt="2024-05-30T05:43:54.525" v="1181"/>
          <ac:grpSpMkLst>
            <pc:docMk/>
            <pc:sldMk cId="4007545427" sldId="920"/>
            <ac:grpSpMk id="32805" creationId="{DE690441-17B1-9EF2-FDED-3816417AE334}"/>
          </ac:grpSpMkLst>
        </pc:grpChg>
        <pc:grpChg chg="add del mod topLvl">
          <ac:chgData name="欣捷 王" userId="b965477fa0aef5e6" providerId="LiveId" clId="{3458F2B8-D32E-42CE-A58F-4B65478D9FA6}" dt="2024-05-30T05:29:49.093" v="1081" actId="478"/>
          <ac:grpSpMkLst>
            <pc:docMk/>
            <pc:sldMk cId="4007545427" sldId="920"/>
            <ac:grpSpMk id="32808" creationId="{6DDC3747-2B24-E041-8AED-2ED1CA52A0E5}"/>
          </ac:grpSpMkLst>
        </pc:grpChg>
        <pc:grpChg chg="add mod">
          <ac:chgData name="欣捷 王" userId="b965477fa0aef5e6" providerId="LiveId" clId="{3458F2B8-D32E-42CE-A58F-4B65478D9FA6}" dt="2024-05-30T05:24:36.407" v="996" actId="1076"/>
          <ac:grpSpMkLst>
            <pc:docMk/>
            <pc:sldMk cId="4007545427" sldId="920"/>
            <ac:grpSpMk id="32811" creationId="{2B52A9B9-E1CC-5A9D-505A-27BD2B60068F}"/>
          </ac:grpSpMkLst>
        </pc:grpChg>
        <pc:grpChg chg="add del mod">
          <ac:chgData name="欣捷 王" userId="b965477fa0aef5e6" providerId="LiveId" clId="{3458F2B8-D32E-42CE-A58F-4B65478D9FA6}" dt="2024-05-30T05:29:42.707" v="1080" actId="165"/>
          <ac:grpSpMkLst>
            <pc:docMk/>
            <pc:sldMk cId="4007545427" sldId="920"/>
            <ac:grpSpMk id="32812" creationId="{B6201407-2EE6-550B-E0E1-D544FB2E1A04}"/>
          </ac:grpSpMkLst>
        </pc:grpChg>
        <pc:grpChg chg="add mod">
          <ac:chgData name="欣捷 王" userId="b965477fa0aef5e6" providerId="LiveId" clId="{3458F2B8-D32E-42CE-A58F-4B65478D9FA6}" dt="2024-05-30T05:44:49.280" v="1195" actId="164"/>
          <ac:grpSpMkLst>
            <pc:docMk/>
            <pc:sldMk cId="4007545427" sldId="920"/>
            <ac:grpSpMk id="32813" creationId="{CA380CC3-BEAF-4683-9BD3-4C691BBE9983}"/>
          </ac:grpSpMkLst>
        </pc:grpChg>
        <pc:grpChg chg="mod">
          <ac:chgData name="欣捷 王" userId="b965477fa0aef5e6" providerId="LiveId" clId="{3458F2B8-D32E-42CE-A58F-4B65478D9FA6}" dt="2024-05-30T05:43:54.525" v="1181"/>
          <ac:grpSpMkLst>
            <pc:docMk/>
            <pc:sldMk cId="4007545427" sldId="920"/>
            <ac:grpSpMk id="32815" creationId="{43771719-DE78-C6C6-DA08-F7F861A5C8CE}"/>
          </ac:grpSpMkLst>
        </pc:grpChg>
        <pc:grpChg chg="add mod">
          <ac:chgData name="欣捷 王" userId="b965477fa0aef5e6" providerId="LiveId" clId="{3458F2B8-D32E-42CE-A58F-4B65478D9FA6}" dt="2024-05-30T05:44:15.603" v="1184" actId="164"/>
          <ac:grpSpMkLst>
            <pc:docMk/>
            <pc:sldMk cId="4007545427" sldId="920"/>
            <ac:grpSpMk id="32818" creationId="{BF7F1325-F3A0-67F0-615C-1A387EDE7E7D}"/>
          </ac:grpSpMkLst>
        </pc:grpChg>
        <pc:grpChg chg="mod">
          <ac:chgData name="欣捷 王" userId="b965477fa0aef5e6" providerId="LiveId" clId="{3458F2B8-D32E-42CE-A58F-4B65478D9FA6}" dt="2024-05-30T05:44:13.693" v="1183" actId="1076"/>
          <ac:grpSpMkLst>
            <pc:docMk/>
            <pc:sldMk cId="4007545427" sldId="920"/>
            <ac:grpSpMk id="32819" creationId="{1EEC3CC8-38A2-64FB-1EE1-C29D7EE67753}"/>
          </ac:grpSpMkLst>
        </pc:grpChg>
        <pc:grpChg chg="mod">
          <ac:chgData name="欣捷 王" userId="b965477fa0aef5e6" providerId="LiveId" clId="{3458F2B8-D32E-42CE-A58F-4B65478D9FA6}" dt="2024-05-30T05:44:13.693" v="1183" actId="1076"/>
          <ac:grpSpMkLst>
            <pc:docMk/>
            <pc:sldMk cId="4007545427" sldId="920"/>
            <ac:grpSpMk id="32820" creationId="{4FB173C3-D857-1B8D-EFB3-E15BE5782677}"/>
          </ac:grpSpMkLst>
        </pc:grpChg>
        <pc:grpChg chg="mod">
          <ac:chgData name="欣捷 王" userId="b965477fa0aef5e6" providerId="LiveId" clId="{3458F2B8-D32E-42CE-A58F-4B65478D9FA6}" dt="2024-05-30T05:44:13.693" v="1183" actId="1076"/>
          <ac:grpSpMkLst>
            <pc:docMk/>
            <pc:sldMk cId="4007545427" sldId="920"/>
            <ac:grpSpMk id="32824" creationId="{77A2DF4B-FFF0-78FD-3E1B-E5618332EE60}"/>
          </ac:grpSpMkLst>
        </pc:grpChg>
        <pc:grpChg chg="add mod">
          <ac:chgData name="欣捷 王" userId="b965477fa0aef5e6" providerId="LiveId" clId="{3458F2B8-D32E-42CE-A58F-4B65478D9FA6}" dt="2024-05-30T05:44:34.449" v="1190" actId="164"/>
          <ac:grpSpMkLst>
            <pc:docMk/>
            <pc:sldMk cId="4007545427" sldId="920"/>
            <ac:grpSpMk id="32830" creationId="{3D34C9E4-0067-8EAE-43F5-487910E24CEB}"/>
          </ac:grpSpMkLst>
        </pc:grpChg>
        <pc:grpChg chg="add mod">
          <ac:chgData name="欣捷 王" userId="b965477fa0aef5e6" providerId="LiveId" clId="{3458F2B8-D32E-42CE-A58F-4B65478D9FA6}" dt="2024-05-30T05:44:34.449" v="1190" actId="164"/>
          <ac:grpSpMkLst>
            <pc:docMk/>
            <pc:sldMk cId="4007545427" sldId="920"/>
            <ac:grpSpMk id="32833" creationId="{E99C9480-8643-3D8A-7F82-8C5019BEB885}"/>
          </ac:grpSpMkLst>
        </pc:grpChg>
        <pc:grpChg chg="mod">
          <ac:chgData name="欣捷 王" userId="b965477fa0aef5e6" providerId="LiveId" clId="{3458F2B8-D32E-42CE-A58F-4B65478D9FA6}" dt="2024-05-30T05:42:14.719" v="1135" actId="465"/>
          <ac:grpSpMkLst>
            <pc:docMk/>
            <pc:sldMk cId="4007545427" sldId="920"/>
            <ac:grpSpMk id="32835" creationId="{6DCC16D6-9869-8CB6-6447-B2F58533CA56}"/>
          </ac:grpSpMkLst>
        </pc:grpChg>
        <pc:grpChg chg="add mod">
          <ac:chgData name="欣捷 王" userId="b965477fa0aef5e6" providerId="LiveId" clId="{3458F2B8-D32E-42CE-A58F-4B65478D9FA6}" dt="2024-05-30T05:43:54.525" v="1181"/>
          <ac:grpSpMkLst>
            <pc:docMk/>
            <pc:sldMk cId="4007545427" sldId="920"/>
            <ac:grpSpMk id="32838" creationId="{E74B166E-4B35-5C4F-2EF9-8C188863058A}"/>
          </ac:grpSpMkLst>
        </pc:grpChg>
        <pc:grpChg chg="add mod">
          <ac:chgData name="欣捷 王" userId="b965477fa0aef5e6" providerId="LiveId" clId="{3458F2B8-D32E-42CE-A58F-4B65478D9FA6}" dt="2024-05-30T05:44:35.938" v="1191" actId="164"/>
          <ac:grpSpMkLst>
            <pc:docMk/>
            <pc:sldMk cId="4007545427" sldId="920"/>
            <ac:grpSpMk id="32841" creationId="{B96B0155-FDA1-0640-5A21-C3F1EACC4D8F}"/>
          </ac:grpSpMkLst>
        </pc:grpChg>
        <pc:grpChg chg="mod">
          <ac:chgData name="欣捷 王" userId="b965477fa0aef5e6" providerId="LiveId" clId="{3458F2B8-D32E-42CE-A58F-4B65478D9FA6}" dt="2024-05-30T05:39:49.625" v="1105"/>
          <ac:grpSpMkLst>
            <pc:docMk/>
            <pc:sldMk cId="4007545427" sldId="920"/>
            <ac:grpSpMk id="32843" creationId="{BA712696-9C1C-1F27-6D37-491B959CA9B4}"/>
          </ac:grpSpMkLst>
        </pc:grpChg>
        <pc:grpChg chg="add mod">
          <ac:chgData name="欣捷 王" userId="b965477fa0aef5e6" providerId="LiveId" clId="{3458F2B8-D32E-42CE-A58F-4B65478D9FA6}" dt="2024-05-30T05:44:49.280" v="1195" actId="164"/>
          <ac:grpSpMkLst>
            <pc:docMk/>
            <pc:sldMk cId="4007545427" sldId="920"/>
            <ac:grpSpMk id="32847" creationId="{318FCCD9-665D-CEDF-9015-ACB17DC3383F}"/>
          </ac:grpSpMkLst>
        </pc:grpChg>
        <pc:grpChg chg="add mod">
          <ac:chgData name="欣捷 王" userId="b965477fa0aef5e6" providerId="LiveId" clId="{3458F2B8-D32E-42CE-A58F-4B65478D9FA6}" dt="2024-05-30T05:44:15.603" v="1184" actId="164"/>
          <ac:grpSpMkLst>
            <pc:docMk/>
            <pc:sldMk cId="4007545427" sldId="920"/>
            <ac:grpSpMk id="32849" creationId="{B3336159-881A-636A-3A84-36878B989C06}"/>
          </ac:grpSpMkLst>
        </pc:grpChg>
        <pc:grpChg chg="add mod">
          <ac:chgData name="欣捷 王" userId="b965477fa0aef5e6" providerId="LiveId" clId="{3458F2B8-D32E-42CE-A58F-4B65478D9FA6}" dt="2024-05-30T05:44:35.938" v="1191" actId="164"/>
          <ac:grpSpMkLst>
            <pc:docMk/>
            <pc:sldMk cId="4007545427" sldId="920"/>
            <ac:grpSpMk id="32850" creationId="{2795CE29-B9D7-03A8-4820-01874425B888}"/>
          </ac:grpSpMkLst>
        </pc:grpChg>
        <pc:grpChg chg="add mod">
          <ac:chgData name="欣捷 王" userId="b965477fa0aef5e6" providerId="LiveId" clId="{3458F2B8-D32E-42CE-A58F-4B65478D9FA6}" dt="2024-05-30T05:44:35.938" v="1191" actId="164"/>
          <ac:grpSpMkLst>
            <pc:docMk/>
            <pc:sldMk cId="4007545427" sldId="920"/>
            <ac:grpSpMk id="32851" creationId="{15DDD3DF-9905-CE62-94CA-E32A01445213}"/>
          </ac:grpSpMkLst>
        </pc:grpChg>
        <pc:grpChg chg="add mod">
          <ac:chgData name="欣捷 王" userId="b965477fa0aef5e6" providerId="LiveId" clId="{3458F2B8-D32E-42CE-A58F-4B65478D9FA6}" dt="2024-05-30T05:44:49.280" v="1195" actId="164"/>
          <ac:grpSpMkLst>
            <pc:docMk/>
            <pc:sldMk cId="4007545427" sldId="920"/>
            <ac:grpSpMk id="32852" creationId="{15F9B7C1-0242-4DB2-D118-6514F802CFC9}"/>
          </ac:grpSpMkLst>
        </pc:grpChg>
        <pc:graphicFrameChg chg="add del mod ord">
          <ac:chgData name="欣捷 王" userId="b965477fa0aef5e6" providerId="LiveId" clId="{3458F2B8-D32E-42CE-A58F-4B65478D9FA6}" dt="2024-05-30T04:57:36.895" v="698" actId="26606"/>
          <ac:graphicFrameMkLst>
            <pc:docMk/>
            <pc:sldMk cId="4007545427" sldId="920"/>
            <ac:graphicFrameMk id="32773" creationId="{6F00020D-C1B8-1AC2-4641-A3143AE4560E}"/>
          </ac:graphicFrameMkLst>
        </pc:graphicFrameChg>
        <pc:cxnChg chg="del mod topLvl">
          <ac:chgData name="欣捷 王" userId="b965477fa0aef5e6" providerId="LiveId" clId="{3458F2B8-D32E-42CE-A58F-4B65478D9FA6}" dt="2024-05-30T05:17:17.782" v="893" actId="478"/>
          <ac:cxnSpMkLst>
            <pc:docMk/>
            <pc:sldMk cId="4007545427" sldId="920"/>
            <ac:cxnSpMk id="32789" creationId="{2BF10EE0-DF78-529B-5139-CD8839241367}"/>
          </ac:cxnSpMkLst>
        </pc:cxnChg>
      </pc:sldChg>
      <pc:sldChg chg="modSp mod">
        <pc:chgData name="欣捷 王" userId="b965477fa0aef5e6" providerId="LiveId" clId="{3458F2B8-D32E-42CE-A58F-4B65478D9FA6}" dt="2024-05-30T05:45:47.277" v="1207" actId="1076"/>
        <pc:sldMkLst>
          <pc:docMk/>
          <pc:sldMk cId="2568200143" sldId="921"/>
        </pc:sldMkLst>
        <pc:spChg chg="mod">
          <ac:chgData name="欣捷 王" userId="b965477fa0aef5e6" providerId="LiveId" clId="{3458F2B8-D32E-42CE-A58F-4B65478D9FA6}" dt="2024-05-30T05:45:41.652" v="1206" actId="12789"/>
          <ac:spMkLst>
            <pc:docMk/>
            <pc:sldMk cId="2568200143" sldId="921"/>
            <ac:spMk id="18" creationId="{4B4F6ADD-9479-4982-AF1D-E261330ABCC7}"/>
          </ac:spMkLst>
        </pc:spChg>
        <pc:spChg chg="mod">
          <ac:chgData name="欣捷 王" userId="b965477fa0aef5e6" providerId="LiveId" clId="{3458F2B8-D32E-42CE-A58F-4B65478D9FA6}" dt="2024-05-30T05:45:41.652" v="1206" actId="12789"/>
          <ac:spMkLst>
            <pc:docMk/>
            <pc:sldMk cId="2568200143" sldId="921"/>
            <ac:spMk id="34" creationId="{5D3DA245-E0D8-4579-8056-83E752AA7328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56" creationId="{F5340EC8-A080-4A2E-A4F2-5D276181C548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57" creationId="{F665DBAF-CFAC-46FB-B468-076B5B28FC2A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59" creationId="{30335D38-106E-41B2-A0CA-FDB435E6BBBF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0" creationId="{A3307581-0917-4051-8D1A-9BB2694EDC37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2" creationId="{7F377B38-759E-4203-A713-4BFE3C396778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3" creationId="{0985F58C-BAB4-42F4-B802-B89B5EBA4FAD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5" creationId="{5C4966BF-E867-4F45-A09C-A153671A2D4B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6" creationId="{3CC6FD14-EC5B-451B-9519-4A6FBC5DDB82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8" creationId="{053F04AC-DCAB-49FA-B181-BB383B169AF6}"/>
          </ac:spMkLst>
        </pc:spChg>
        <pc:spChg chg="mod">
          <ac:chgData name="欣捷 王" userId="b965477fa0aef5e6" providerId="LiveId" clId="{3458F2B8-D32E-42CE-A58F-4B65478D9FA6}" dt="2024-05-30T05:45:39.093" v="1205" actId="1076"/>
          <ac:spMkLst>
            <pc:docMk/>
            <pc:sldMk cId="2568200143" sldId="921"/>
            <ac:spMk id="69" creationId="{70B9B657-7C19-45AA-84EC-5BBEEF57150E}"/>
          </ac:spMkLst>
        </pc:spChg>
        <pc:spChg chg="mod">
          <ac:chgData name="欣捷 王" userId="b965477fa0aef5e6" providerId="LiveId" clId="{3458F2B8-D32E-42CE-A58F-4B65478D9FA6}" dt="2024-05-30T05:45:47.277" v="1207" actId="1076"/>
          <ac:spMkLst>
            <pc:docMk/>
            <pc:sldMk cId="2568200143" sldId="921"/>
            <ac:spMk id="76" creationId="{DC1DB106-AC1E-4C52-AEB5-7FAEA196FC4D}"/>
          </ac:spMkLst>
        </pc:spChg>
        <pc:spChg chg="mod">
          <ac:chgData name="欣捷 王" userId="b965477fa0aef5e6" providerId="LiveId" clId="{3458F2B8-D32E-42CE-A58F-4B65478D9FA6}" dt="2024-05-30T05:45:29.720" v="1203" actId="207"/>
          <ac:spMkLst>
            <pc:docMk/>
            <pc:sldMk cId="2568200143" sldId="921"/>
            <ac:spMk id="885763" creationId="{74B80DFA-22A8-4838-8E10-D958ADA62CAF}"/>
          </ac:spMkLst>
        </pc:s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31" creationId="{420A2495-DD42-44A4-8EC6-FE62E5599759}"/>
          </ac:grpSpMkLst>
        </pc:gr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55" creationId="{914AEEFA-F4CC-4DD0-BA4B-1989D882DF68}"/>
          </ac:grpSpMkLst>
        </pc:gr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58" creationId="{33F711AB-4D45-4650-AC48-3FC6AC999714}"/>
          </ac:grpSpMkLst>
        </pc:gr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61" creationId="{EEB611AB-07CA-4333-8188-3969344670AB}"/>
          </ac:grpSpMkLst>
        </pc:gr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64" creationId="{30EF5586-184B-46BB-8D33-7A6B238EC758}"/>
          </ac:grpSpMkLst>
        </pc:grpChg>
        <pc:grpChg chg="mod">
          <ac:chgData name="欣捷 王" userId="b965477fa0aef5e6" providerId="LiveId" clId="{3458F2B8-D32E-42CE-A58F-4B65478D9FA6}" dt="2024-05-30T05:45:39.093" v="1205" actId="1076"/>
          <ac:grpSpMkLst>
            <pc:docMk/>
            <pc:sldMk cId="2568200143" sldId="921"/>
            <ac:grpSpMk id="67" creationId="{9DBD43F4-EBA7-4D3F-9CDF-5259CB57C584}"/>
          </ac:grpSpMkLst>
        </pc:grpChg>
      </pc:sldChg>
      <pc:sldChg chg="addSp modSp mod modAnim chgLayout modNotesTx">
        <pc:chgData name="欣捷 王" userId="b965477fa0aef5e6" providerId="LiveId" clId="{3458F2B8-D32E-42CE-A58F-4B65478D9FA6}" dt="2024-05-30T06:04:08.677" v="1303" actId="207"/>
        <pc:sldMkLst>
          <pc:docMk/>
          <pc:sldMk cId="3108036535" sldId="922"/>
        </pc:sldMkLst>
        <pc:spChg chg="mod ord">
          <ac:chgData name="欣捷 王" userId="b965477fa0aef5e6" providerId="LiveId" clId="{3458F2B8-D32E-42CE-A58F-4B65478D9FA6}" dt="2024-05-30T06:01:27.510" v="1260" actId="700"/>
          <ac:spMkLst>
            <pc:docMk/>
            <pc:sldMk cId="3108036535" sldId="922"/>
            <ac:spMk id="2" creationId="{D60AB70F-65BF-E64A-BAAF-733992859286}"/>
          </ac:spMkLst>
        </pc:spChg>
        <pc:spChg chg="mod ord">
          <ac:chgData name="欣捷 王" userId="b965477fa0aef5e6" providerId="LiveId" clId="{3458F2B8-D32E-42CE-A58F-4B65478D9FA6}" dt="2024-05-30T06:01:27.510" v="1260" actId="700"/>
          <ac:spMkLst>
            <pc:docMk/>
            <pc:sldMk cId="3108036535" sldId="922"/>
            <ac:spMk id="3" creationId="{55357369-1606-434A-5773-225FB8B31E69}"/>
          </ac:spMkLst>
        </pc:spChg>
        <pc:spChg chg="mod ord">
          <ac:chgData name="欣捷 王" userId="b965477fa0aef5e6" providerId="LiveId" clId="{3458F2B8-D32E-42CE-A58F-4B65478D9FA6}" dt="2024-05-30T06:01:27.510" v="1260" actId="700"/>
          <ac:spMkLst>
            <pc:docMk/>
            <pc:sldMk cId="3108036535" sldId="922"/>
            <ac:spMk id="4" creationId="{5F97616F-CC44-9D85-78BB-4AAB1165C45B}"/>
          </ac:spMkLst>
        </pc:spChg>
        <pc:spChg chg="add mod">
          <ac:chgData name="欣捷 王" userId="b965477fa0aef5e6" providerId="LiveId" clId="{3458F2B8-D32E-42CE-A58F-4B65478D9FA6}" dt="2024-05-30T06:02:20.581" v="1290" actId="1076"/>
          <ac:spMkLst>
            <pc:docMk/>
            <pc:sldMk cId="3108036535" sldId="922"/>
            <ac:spMk id="6" creationId="{6746F433-3E8B-48F9-316E-E0D863CAC2F7}"/>
          </ac:spMkLst>
        </pc:spChg>
        <pc:spChg chg="mod">
          <ac:chgData name="欣捷 王" userId="b965477fa0aef5e6" providerId="LiveId" clId="{3458F2B8-D32E-42CE-A58F-4B65478D9FA6}" dt="2024-05-30T06:01:42.798" v="1270"/>
          <ac:spMkLst>
            <pc:docMk/>
            <pc:sldMk cId="3108036535" sldId="922"/>
            <ac:spMk id="7" creationId="{80389BC7-0E3A-D9FD-8C95-C33CF6A534BE}"/>
          </ac:spMkLst>
        </pc:spChg>
        <pc:spChg chg="mod">
          <ac:chgData name="欣捷 王" userId="b965477fa0aef5e6" providerId="LiveId" clId="{3458F2B8-D32E-42CE-A58F-4B65478D9FA6}" dt="2024-05-30T06:04:08.677" v="1303" actId="207"/>
          <ac:spMkLst>
            <pc:docMk/>
            <pc:sldMk cId="3108036535" sldId="922"/>
            <ac:spMk id="10" creationId="{C21A7B6F-C381-B7A0-DDA8-5D6004604173}"/>
          </ac:spMkLst>
        </pc:spChg>
        <pc:spChg chg="mod ord">
          <ac:chgData name="欣捷 王" userId="b965477fa0aef5e6" providerId="LiveId" clId="{3458F2B8-D32E-42CE-A58F-4B65478D9FA6}" dt="2024-05-30T06:01:27.510" v="1260" actId="700"/>
          <ac:spMkLst>
            <pc:docMk/>
            <pc:sldMk cId="3108036535" sldId="922"/>
            <ac:spMk id="34818" creationId="{6C4CA62C-7C92-4184-91F1-9145DAC54CF6}"/>
          </ac:spMkLst>
        </pc:spChg>
        <pc:spChg chg="mod ord">
          <ac:chgData name="欣捷 王" userId="b965477fa0aef5e6" providerId="LiveId" clId="{3458F2B8-D32E-42CE-A58F-4B65478D9FA6}" dt="2024-05-30T06:02:12.847" v="1284" actId="207"/>
          <ac:spMkLst>
            <pc:docMk/>
            <pc:sldMk cId="3108036535" sldId="922"/>
            <ac:spMk id="886787" creationId="{C5BA297C-83AB-47D3-83F6-EF94725E8889}"/>
          </ac:spMkLst>
        </pc:spChg>
        <pc:cxnChg chg="add mod">
          <ac:chgData name="欣捷 王" userId="b965477fa0aef5e6" providerId="LiveId" clId="{3458F2B8-D32E-42CE-A58F-4B65478D9FA6}" dt="2024-05-30T06:03:03.385" v="1300" actId="1035"/>
          <ac:cxnSpMkLst>
            <pc:docMk/>
            <pc:sldMk cId="3108036535" sldId="922"/>
            <ac:cxnSpMk id="5" creationId="{A06F0592-FCCB-860B-ACCA-3C3DA6C40CF9}"/>
          </ac:cxnSpMkLst>
        </pc:cxnChg>
      </pc:sldChg>
      <pc:sldChg chg="modSp mod modAnim">
        <pc:chgData name="欣捷 王" userId="b965477fa0aef5e6" providerId="LiveId" clId="{3458F2B8-D32E-42CE-A58F-4B65478D9FA6}" dt="2024-05-30T06:05:43.953" v="1324"/>
        <pc:sldMkLst>
          <pc:docMk/>
          <pc:sldMk cId="2399032190" sldId="923"/>
        </pc:sldMkLst>
        <pc:spChg chg="mod">
          <ac:chgData name="欣捷 王" userId="b965477fa0aef5e6" providerId="LiveId" clId="{3458F2B8-D32E-42CE-A58F-4B65478D9FA6}" dt="2024-05-30T06:05:31.037" v="1323" actId="207"/>
          <ac:spMkLst>
            <pc:docMk/>
            <pc:sldMk cId="2399032190" sldId="923"/>
            <ac:spMk id="886787" creationId="{C5BA297C-83AB-47D3-83F6-EF94725E8889}"/>
          </ac:spMkLst>
        </pc:spChg>
      </pc:sldChg>
      <pc:sldChg chg="addSp delSp modSp mod modAnim">
        <pc:chgData name="欣捷 王" userId="b965477fa0aef5e6" providerId="LiveId" clId="{3458F2B8-D32E-42CE-A58F-4B65478D9FA6}" dt="2024-05-30T01:53:09.173" v="241"/>
        <pc:sldMkLst>
          <pc:docMk/>
          <pc:sldMk cId="464356135" sldId="927"/>
        </pc:sldMkLst>
        <pc:spChg chg="mod">
          <ac:chgData name="欣捷 王" userId="b965477fa0aef5e6" providerId="LiveId" clId="{3458F2B8-D32E-42CE-A58F-4B65478D9FA6}" dt="2024-05-30T01:43:33.659" v="129" actId="207"/>
          <ac:spMkLst>
            <pc:docMk/>
            <pc:sldMk cId="464356135" sldId="927"/>
            <ac:spMk id="3" creationId="{17952C89-5C7A-4439-BE62-54B7D3A96CDD}"/>
          </ac:spMkLst>
        </pc:spChg>
        <pc:spChg chg="add mod">
          <ac:chgData name="欣捷 王" userId="b965477fa0aef5e6" providerId="LiveId" clId="{3458F2B8-D32E-42CE-A58F-4B65478D9FA6}" dt="2024-05-30T01:43:07.359" v="120" actId="1076"/>
          <ac:spMkLst>
            <pc:docMk/>
            <pc:sldMk cId="464356135" sldId="927"/>
            <ac:spMk id="9" creationId="{189FD99C-FF16-22CC-48E3-AFBB7FA09303}"/>
          </ac:spMkLst>
        </pc:spChg>
        <pc:spChg chg="add del">
          <ac:chgData name="欣捷 王" userId="b965477fa0aef5e6" providerId="LiveId" clId="{3458F2B8-D32E-42CE-A58F-4B65478D9FA6}" dt="2024-05-30T01:43:11.212" v="122" actId="22"/>
          <ac:spMkLst>
            <pc:docMk/>
            <pc:sldMk cId="464356135" sldId="927"/>
            <ac:spMk id="12" creationId="{222EC001-1830-E61F-CF82-8656FCD781DD}"/>
          </ac:spMkLst>
        </pc:spChg>
        <pc:spChg chg="add mod">
          <ac:chgData name="欣捷 王" userId="b965477fa0aef5e6" providerId="LiveId" clId="{3458F2B8-D32E-42CE-A58F-4B65478D9FA6}" dt="2024-05-30T01:43:43.395" v="130" actId="1076"/>
          <ac:spMkLst>
            <pc:docMk/>
            <pc:sldMk cId="464356135" sldId="927"/>
            <ac:spMk id="14" creationId="{0A4B027A-4163-C86D-206F-EB4FFFEBEC0A}"/>
          </ac:spMkLst>
        </pc:spChg>
        <pc:cxnChg chg="add mod">
          <ac:chgData name="欣捷 王" userId="b965477fa0aef5e6" providerId="LiveId" clId="{3458F2B8-D32E-42CE-A58F-4B65478D9FA6}" dt="2024-05-30T01:43:07.359" v="120" actId="1076"/>
          <ac:cxnSpMkLst>
            <pc:docMk/>
            <pc:sldMk cId="464356135" sldId="927"/>
            <ac:cxnSpMk id="8" creationId="{28F048F9-098C-AC0E-5DF9-D13F07A71B7C}"/>
          </ac:cxnSpMkLst>
        </pc:cxnChg>
        <pc:cxnChg chg="add mod">
          <ac:chgData name="欣捷 王" userId="b965477fa0aef5e6" providerId="LiveId" clId="{3458F2B8-D32E-42CE-A58F-4B65478D9FA6}" dt="2024-05-30T01:44:29.432" v="142" actId="1035"/>
          <ac:cxnSpMkLst>
            <pc:docMk/>
            <pc:sldMk cId="464356135" sldId="927"/>
            <ac:cxnSpMk id="13" creationId="{84ACA94A-C683-B5B7-3784-3BB62EA341D6}"/>
          </ac:cxnSpMkLst>
        </pc:cxnChg>
      </pc:sldChg>
      <pc:sldChg chg="addSp modSp mod modAnim">
        <pc:chgData name="欣捷 王" userId="b965477fa0aef5e6" providerId="LiveId" clId="{3458F2B8-D32E-42CE-A58F-4B65478D9FA6}" dt="2024-05-30T01:52:57.168" v="238"/>
        <pc:sldMkLst>
          <pc:docMk/>
          <pc:sldMk cId="3474024645" sldId="928"/>
        </pc:sldMkLst>
        <pc:spChg chg="mod">
          <ac:chgData name="欣捷 王" userId="b965477fa0aef5e6" providerId="LiveId" clId="{3458F2B8-D32E-42CE-A58F-4B65478D9FA6}" dt="2024-05-30T01:51:53.962" v="214" actId="207"/>
          <ac:spMkLst>
            <pc:docMk/>
            <pc:sldMk cId="3474024645" sldId="928"/>
            <ac:spMk id="3" creationId="{17952C89-5C7A-4439-BE62-54B7D3A96CDD}"/>
          </ac:spMkLst>
        </pc:spChg>
        <pc:spChg chg="add mod">
          <ac:chgData name="欣捷 王" userId="b965477fa0aef5e6" providerId="LiveId" clId="{3458F2B8-D32E-42CE-A58F-4B65478D9FA6}" dt="2024-05-30T01:45:21.547" v="166" actId="1076"/>
          <ac:spMkLst>
            <pc:docMk/>
            <pc:sldMk cId="3474024645" sldId="928"/>
            <ac:spMk id="9" creationId="{D5696F95-946F-DE00-0AB6-2412B8AA8AC1}"/>
          </ac:spMkLst>
        </pc:spChg>
        <pc:spChg chg="add mod">
          <ac:chgData name="欣捷 王" userId="b965477fa0aef5e6" providerId="LiveId" clId="{3458F2B8-D32E-42CE-A58F-4B65478D9FA6}" dt="2024-05-30T01:52:16.565" v="231" actId="1037"/>
          <ac:spMkLst>
            <pc:docMk/>
            <pc:sldMk cId="3474024645" sldId="928"/>
            <ac:spMk id="11" creationId="{65A8ECE0-68EC-3E13-5E70-B200D7CAF691}"/>
          </ac:spMkLst>
        </pc:spChg>
        <pc:cxnChg chg="add mod">
          <ac:chgData name="欣捷 王" userId="b965477fa0aef5e6" providerId="LiveId" clId="{3458F2B8-D32E-42CE-A58F-4B65478D9FA6}" dt="2024-05-30T01:45:21.547" v="166" actId="1076"/>
          <ac:cxnSpMkLst>
            <pc:docMk/>
            <pc:sldMk cId="3474024645" sldId="928"/>
            <ac:cxnSpMk id="8" creationId="{62F42096-83D9-B31D-3223-E79A72084EDF}"/>
          </ac:cxnSpMkLst>
        </pc:cxnChg>
        <pc:cxnChg chg="add mod">
          <ac:chgData name="欣捷 王" userId="b965477fa0aef5e6" providerId="LiveId" clId="{3458F2B8-D32E-42CE-A58F-4B65478D9FA6}" dt="2024-05-30T01:52:16.565" v="231" actId="1037"/>
          <ac:cxnSpMkLst>
            <pc:docMk/>
            <pc:sldMk cId="3474024645" sldId="928"/>
            <ac:cxnSpMk id="10" creationId="{52308757-36D0-4FF6-313C-5FCD3E2FBD36}"/>
          </ac:cxnSpMkLst>
        </pc:cxnChg>
      </pc:sldChg>
      <pc:sldChg chg="modSp del modAnim">
        <pc:chgData name="欣捷 王" userId="b965477fa0aef5e6" providerId="LiveId" clId="{3458F2B8-D32E-42CE-A58F-4B65478D9FA6}" dt="2024-05-30T01:49:19.854" v="178" actId="47"/>
        <pc:sldMkLst>
          <pc:docMk/>
          <pc:sldMk cId="206795369" sldId="929"/>
        </pc:sldMkLst>
        <pc:spChg chg="mod">
          <ac:chgData name="欣捷 王" userId="b965477fa0aef5e6" providerId="LiveId" clId="{3458F2B8-D32E-42CE-A58F-4B65478D9FA6}" dt="2024-05-30T01:49:15.714" v="177" actId="6549"/>
          <ac:spMkLst>
            <pc:docMk/>
            <pc:sldMk cId="206795369" sldId="929"/>
            <ac:spMk id="3" creationId="{17952C89-5C7A-4439-BE62-54B7D3A96CDD}"/>
          </ac:spMkLst>
        </pc:spChg>
      </pc:sldChg>
      <pc:sldChg chg="modSp mod modAnim">
        <pc:chgData name="欣捷 王" userId="b965477fa0aef5e6" providerId="LiveId" clId="{3458F2B8-D32E-42CE-A58F-4B65478D9FA6}" dt="2024-05-30T01:53:35.805" v="243"/>
        <pc:sldMkLst>
          <pc:docMk/>
          <pc:sldMk cId="44257054" sldId="930"/>
        </pc:sldMkLst>
        <pc:spChg chg="mod">
          <ac:chgData name="欣捷 王" userId="b965477fa0aef5e6" providerId="LiveId" clId="{3458F2B8-D32E-42CE-A58F-4B65478D9FA6}" dt="2024-05-30T01:49:53.267" v="183" actId="207"/>
          <ac:spMkLst>
            <pc:docMk/>
            <pc:sldMk cId="44257054" sldId="930"/>
            <ac:spMk id="3" creationId="{17952C89-5C7A-4439-BE62-54B7D3A96CDD}"/>
          </ac:spMkLst>
        </pc:spChg>
        <pc:graphicFrameChg chg="mod">
          <ac:chgData name="欣捷 王" userId="b965477fa0aef5e6" providerId="LiveId" clId="{3458F2B8-D32E-42CE-A58F-4B65478D9FA6}" dt="2024-05-30T01:52:29.174" v="232" actId="1076"/>
          <ac:graphicFrameMkLst>
            <pc:docMk/>
            <pc:sldMk cId="44257054" sldId="930"/>
            <ac:graphicFrameMk id="6" creationId="{C31FD9E5-8B13-42D6-91B5-8038A568E3F2}"/>
          </ac:graphicFrameMkLst>
        </pc:graphicFrameChg>
      </pc:sldChg>
      <pc:sldChg chg="modSp mod modAnim">
        <pc:chgData name="欣捷 王" userId="b965477fa0aef5e6" providerId="LiveId" clId="{3458F2B8-D32E-42CE-A58F-4B65478D9FA6}" dt="2024-05-30T02:04:16.857" v="310" actId="1076"/>
        <pc:sldMkLst>
          <pc:docMk/>
          <pc:sldMk cId="3190100003" sldId="931"/>
        </pc:sldMkLst>
        <pc:spChg chg="mod">
          <ac:chgData name="欣捷 王" userId="b965477fa0aef5e6" providerId="LiveId" clId="{3458F2B8-D32E-42CE-A58F-4B65478D9FA6}" dt="2024-05-30T02:03:34.772" v="307"/>
          <ac:spMkLst>
            <pc:docMk/>
            <pc:sldMk cId="3190100003" sldId="931"/>
            <ac:spMk id="3" creationId="{17952C89-5C7A-4439-BE62-54B7D3A96CDD}"/>
          </ac:spMkLst>
        </pc:spChg>
        <pc:spChg chg="mod">
          <ac:chgData name="欣捷 王" userId="b965477fa0aef5e6" providerId="LiveId" clId="{3458F2B8-D32E-42CE-A58F-4B65478D9FA6}" dt="2024-05-30T02:04:16.857" v="310" actId="1076"/>
          <ac:spMkLst>
            <pc:docMk/>
            <pc:sldMk cId="3190100003" sldId="931"/>
            <ac:spMk id="4" creationId="{2D02CE70-5411-426F-9A69-8DC61C2DAECD}"/>
          </ac:spMkLst>
        </pc:spChg>
      </pc:sldChg>
      <pc:sldChg chg="addSp modSp mod modAnim modNotesTx">
        <pc:chgData name="欣捷 王" userId="b965477fa0aef5e6" providerId="LiveId" clId="{3458F2B8-D32E-42CE-A58F-4B65478D9FA6}" dt="2024-05-30T10:09:08.851" v="3828"/>
        <pc:sldMkLst>
          <pc:docMk/>
          <pc:sldMk cId="1496013796" sldId="932"/>
        </pc:sldMkLst>
        <pc:spChg chg="mod">
          <ac:chgData name="欣捷 王" userId="b965477fa0aef5e6" providerId="LiveId" clId="{3458F2B8-D32E-42CE-A58F-4B65478D9FA6}" dt="2024-05-30T01:55:55.417" v="281" actId="207"/>
          <ac:spMkLst>
            <pc:docMk/>
            <pc:sldMk cId="1496013796" sldId="932"/>
            <ac:spMk id="3" creationId="{17952C89-5C7A-4439-BE62-54B7D3A96CDD}"/>
          </ac:spMkLst>
        </pc:spChg>
        <pc:spChg chg="add mod">
          <ac:chgData name="欣捷 王" userId="b965477fa0aef5e6" providerId="LiveId" clId="{3458F2B8-D32E-42CE-A58F-4B65478D9FA6}" dt="2024-05-30T01:51:11.588" v="213" actId="1076"/>
          <ac:spMkLst>
            <pc:docMk/>
            <pc:sldMk cId="1496013796" sldId="932"/>
            <ac:spMk id="8" creationId="{19FD02E4-0EAE-E8A4-BD12-CCA62E9F3368}"/>
          </ac:spMkLst>
        </pc:spChg>
        <pc:spChg chg="add mod">
          <ac:chgData name="欣捷 王" userId="b965477fa0aef5e6" providerId="LiveId" clId="{3458F2B8-D32E-42CE-A58F-4B65478D9FA6}" dt="2024-05-30T01:56:03.499" v="287" actId="1035"/>
          <ac:spMkLst>
            <pc:docMk/>
            <pc:sldMk cId="1496013796" sldId="932"/>
            <ac:spMk id="10" creationId="{AA9662C8-3B5D-9BBC-2059-83CDC34C9B2F}"/>
          </ac:spMkLst>
        </pc:spChg>
        <pc:cxnChg chg="add mod">
          <ac:chgData name="欣捷 王" userId="b965477fa0aef5e6" providerId="LiveId" clId="{3458F2B8-D32E-42CE-A58F-4B65478D9FA6}" dt="2024-05-30T01:51:11.588" v="213" actId="1076"/>
          <ac:cxnSpMkLst>
            <pc:docMk/>
            <pc:sldMk cId="1496013796" sldId="932"/>
            <ac:cxnSpMk id="7" creationId="{0218721B-C475-4BA1-3F63-5901141836FB}"/>
          </ac:cxnSpMkLst>
        </pc:cxnChg>
        <pc:cxnChg chg="add mod">
          <ac:chgData name="欣捷 王" userId="b965477fa0aef5e6" providerId="LiveId" clId="{3458F2B8-D32E-42CE-A58F-4B65478D9FA6}" dt="2024-05-30T01:56:03.499" v="287" actId="1035"/>
          <ac:cxnSpMkLst>
            <pc:docMk/>
            <pc:sldMk cId="1496013796" sldId="932"/>
            <ac:cxnSpMk id="9" creationId="{87AACB83-5734-FE0B-F771-8D907CC8CB07}"/>
          </ac:cxnSpMkLst>
        </pc:cxnChg>
      </pc:sldChg>
      <pc:sldChg chg="modSp mod">
        <pc:chgData name="欣捷 王" userId="b965477fa0aef5e6" providerId="LiveId" clId="{3458F2B8-D32E-42CE-A58F-4B65478D9FA6}" dt="2024-05-30T02:03:13.319" v="304" actId="207"/>
        <pc:sldMkLst>
          <pc:docMk/>
          <pc:sldMk cId="2073985740" sldId="933"/>
        </pc:sldMkLst>
        <pc:spChg chg="mod">
          <ac:chgData name="欣捷 王" userId="b965477fa0aef5e6" providerId="LiveId" clId="{3458F2B8-D32E-42CE-A58F-4B65478D9FA6}" dt="2024-05-30T02:03:13.319" v="304" actId="207"/>
          <ac:spMkLst>
            <pc:docMk/>
            <pc:sldMk cId="2073985740" sldId="933"/>
            <ac:spMk id="3" creationId="{17952C89-5C7A-4439-BE62-54B7D3A96CDD}"/>
          </ac:spMkLst>
        </pc:spChg>
      </pc:sldChg>
      <pc:sldChg chg="modSp del mod">
        <pc:chgData name="欣捷 王" userId="b965477fa0aef5e6" providerId="LiveId" clId="{3458F2B8-D32E-42CE-A58F-4B65478D9FA6}" dt="2024-05-30T02:02:21.512" v="293" actId="47"/>
        <pc:sldMkLst>
          <pc:docMk/>
          <pc:sldMk cId="4212675387" sldId="937"/>
        </pc:sldMkLst>
        <pc:spChg chg="mod">
          <ac:chgData name="欣捷 王" userId="b965477fa0aef5e6" providerId="LiveId" clId="{3458F2B8-D32E-42CE-A58F-4B65478D9FA6}" dt="2024-05-30T02:02:14.482" v="288" actId="21"/>
          <ac:spMkLst>
            <pc:docMk/>
            <pc:sldMk cId="4212675387" sldId="937"/>
            <ac:spMk id="3" creationId="{9567A39E-9D42-93EF-F381-6C24B9667748}"/>
          </ac:spMkLst>
        </pc:spChg>
      </pc:sldChg>
      <pc:sldChg chg="modSp mod modAnim chgLayout">
        <pc:chgData name="欣捷 王" userId="b965477fa0aef5e6" providerId="LiveId" clId="{3458F2B8-D32E-42CE-A58F-4B65478D9FA6}" dt="2024-05-30T10:11:03.577" v="3831"/>
        <pc:sldMkLst>
          <pc:docMk/>
          <pc:sldMk cId="739956894" sldId="938"/>
        </pc:sldMkLst>
        <pc:spChg chg="mod ord">
          <ac:chgData name="欣捷 王" userId="b965477fa0aef5e6" providerId="LiveId" clId="{3458F2B8-D32E-42CE-A58F-4B65478D9FA6}" dt="2024-05-30T06:04:31.522" v="1313" actId="700"/>
          <ac:spMkLst>
            <pc:docMk/>
            <pc:sldMk cId="739956894" sldId="938"/>
            <ac:spMk id="2" creationId="{C35D9472-ED81-E51A-31E4-A2BDD7CC88D1}"/>
          </ac:spMkLst>
        </pc:spChg>
        <pc:spChg chg="mod ord">
          <ac:chgData name="欣捷 王" userId="b965477fa0aef5e6" providerId="LiveId" clId="{3458F2B8-D32E-42CE-A58F-4B65478D9FA6}" dt="2024-05-30T06:04:31.522" v="1313" actId="700"/>
          <ac:spMkLst>
            <pc:docMk/>
            <pc:sldMk cId="739956894" sldId="938"/>
            <ac:spMk id="3" creationId="{60975157-6E3C-F409-51AA-468543144B4A}"/>
          </ac:spMkLst>
        </pc:spChg>
        <pc:spChg chg="mod">
          <ac:chgData name="欣捷 王" userId="b965477fa0aef5e6" providerId="LiveId" clId="{3458F2B8-D32E-42CE-A58F-4B65478D9FA6}" dt="2024-05-30T06:04:42.990" v="1317"/>
          <ac:spMkLst>
            <pc:docMk/>
            <pc:sldMk cId="739956894" sldId="938"/>
            <ac:spMk id="4" creationId="{1A4F2965-21C5-D939-CF12-230713AA0693}"/>
          </ac:spMkLst>
        </pc:spChg>
        <pc:spChg chg="mod">
          <ac:chgData name="欣捷 王" userId="b965477fa0aef5e6" providerId="LiveId" clId="{3458F2B8-D32E-42CE-A58F-4B65478D9FA6}" dt="2024-05-30T06:04:42.991" v="1319"/>
          <ac:spMkLst>
            <pc:docMk/>
            <pc:sldMk cId="739956894" sldId="938"/>
            <ac:spMk id="5" creationId="{B89B2539-6B19-7A61-8727-2279D290D618}"/>
          </ac:spMkLst>
        </pc:spChg>
        <pc:spChg chg="mod ord">
          <ac:chgData name="欣捷 王" userId="b965477fa0aef5e6" providerId="LiveId" clId="{3458F2B8-D32E-42CE-A58F-4B65478D9FA6}" dt="2024-05-30T06:04:31.522" v="1313" actId="700"/>
          <ac:spMkLst>
            <pc:docMk/>
            <pc:sldMk cId="739956894" sldId="938"/>
            <ac:spMk id="6" creationId="{AB6A13D3-D8B9-6DA7-B4DC-8AEFFFDBCBF9}"/>
          </ac:spMkLst>
        </pc:spChg>
        <pc:spChg chg="mod ord">
          <ac:chgData name="欣捷 王" userId="b965477fa0aef5e6" providerId="LiveId" clId="{3458F2B8-D32E-42CE-A58F-4B65478D9FA6}" dt="2024-05-30T06:04:31.522" v="1313" actId="700"/>
          <ac:spMkLst>
            <pc:docMk/>
            <pc:sldMk cId="739956894" sldId="938"/>
            <ac:spMk id="34818" creationId="{6C4CA62C-7C92-4184-91F1-9145DAC54CF6}"/>
          </ac:spMkLst>
        </pc:spChg>
        <pc:spChg chg="mod ord">
          <ac:chgData name="欣捷 王" userId="b965477fa0aef5e6" providerId="LiveId" clId="{3458F2B8-D32E-42CE-A58F-4B65478D9FA6}" dt="2024-05-30T06:05:28.146" v="1322" actId="207"/>
          <ac:spMkLst>
            <pc:docMk/>
            <pc:sldMk cId="739956894" sldId="938"/>
            <ac:spMk id="886787" creationId="{C5BA297C-83AB-47D3-83F6-EF94725E8889}"/>
          </ac:spMkLst>
        </pc:spChg>
      </pc:sldChg>
      <pc:sldChg chg="modAnim">
        <pc:chgData name="欣捷 王" userId="b965477fa0aef5e6" providerId="LiveId" clId="{3458F2B8-D32E-42CE-A58F-4B65478D9FA6}" dt="2024-05-31T01:38:38.399" v="3863"/>
        <pc:sldMkLst>
          <pc:docMk/>
          <pc:sldMk cId="210972523" sldId="993"/>
        </pc:sldMkLst>
      </pc:sldChg>
      <pc:sldChg chg="addSp modSp mod">
        <pc:chgData name="欣捷 王" userId="b965477fa0aef5e6" providerId="LiveId" clId="{3458F2B8-D32E-42CE-A58F-4B65478D9FA6}" dt="2024-05-31T02:02:49.526" v="3983"/>
        <pc:sldMkLst>
          <pc:docMk/>
          <pc:sldMk cId="2521660780" sldId="1008"/>
        </pc:sldMkLst>
        <pc:spChg chg="add mod ord">
          <ac:chgData name="欣捷 王" userId="b965477fa0aef5e6" providerId="LiveId" clId="{3458F2B8-D32E-42CE-A58F-4B65478D9FA6}" dt="2024-05-31T01:41:31.321" v="3910" actId="207"/>
          <ac:spMkLst>
            <pc:docMk/>
            <pc:sldMk cId="2521660780" sldId="1008"/>
            <ac:spMk id="2" creationId="{99FE25D3-1269-BA95-3151-707775B02024}"/>
          </ac:spMkLst>
        </pc:spChg>
        <pc:spChg chg="ord">
          <ac:chgData name="欣捷 王" userId="b965477fa0aef5e6" providerId="LiveId" clId="{3458F2B8-D32E-42CE-A58F-4B65478D9FA6}" dt="2024-05-31T01:40:46.778" v="3883" actId="166"/>
          <ac:spMkLst>
            <pc:docMk/>
            <pc:sldMk cId="2521660780" sldId="1008"/>
            <ac:spMk id="18" creationId="{7528C42F-D0FA-0A73-0618-AD7A2E5A988E}"/>
          </ac:spMkLst>
        </pc:spChg>
        <pc:spChg chg="mod">
          <ac:chgData name="欣捷 王" userId="b965477fa0aef5e6" providerId="LiveId" clId="{3458F2B8-D32E-42CE-A58F-4B65478D9FA6}" dt="2024-05-31T02:02:49.526" v="3980"/>
          <ac:spMkLst>
            <pc:docMk/>
            <pc:sldMk cId="2521660780" sldId="1008"/>
            <ac:spMk id="19" creationId="{369D2863-E1D1-8743-2E8F-02BDB637CD35}"/>
          </ac:spMkLst>
        </pc:spChg>
        <pc:spChg chg="mod">
          <ac:chgData name="欣捷 王" userId="b965477fa0aef5e6" providerId="LiveId" clId="{3458F2B8-D32E-42CE-A58F-4B65478D9FA6}" dt="2024-05-31T02:02:49.525" v="3979"/>
          <ac:spMkLst>
            <pc:docMk/>
            <pc:sldMk cId="2521660780" sldId="1008"/>
            <ac:spMk id="20" creationId="{8C44953A-CAD5-720B-825F-235087949928}"/>
          </ac:spMkLst>
        </pc:spChg>
        <pc:spChg chg="mod">
          <ac:chgData name="欣捷 王" userId="b965477fa0aef5e6" providerId="LiveId" clId="{3458F2B8-D32E-42CE-A58F-4B65478D9FA6}" dt="2024-05-31T02:02:49.525" v="3979"/>
          <ac:spMkLst>
            <pc:docMk/>
            <pc:sldMk cId="2521660780" sldId="1008"/>
            <ac:spMk id="21" creationId="{DD3B478E-B1BA-9B34-2972-EA8DAA9913F1}"/>
          </ac:spMkLst>
        </pc:spChg>
        <pc:spChg chg="mod">
          <ac:chgData name="欣捷 王" userId="b965477fa0aef5e6" providerId="LiveId" clId="{3458F2B8-D32E-42CE-A58F-4B65478D9FA6}" dt="2024-05-31T02:02:49.525" v="3979"/>
          <ac:spMkLst>
            <pc:docMk/>
            <pc:sldMk cId="2521660780" sldId="1008"/>
            <ac:spMk id="22" creationId="{E4E90C0F-B162-41EF-555E-9F8C891ACFE2}"/>
          </ac:spMkLst>
        </pc:spChg>
        <pc:spChg chg="mod">
          <ac:chgData name="欣捷 王" userId="b965477fa0aef5e6" providerId="LiveId" clId="{3458F2B8-D32E-42CE-A58F-4B65478D9FA6}" dt="2024-05-31T01:41:31.321" v="3910" actId="207"/>
          <ac:spMkLst>
            <pc:docMk/>
            <pc:sldMk cId="2521660780" sldId="1008"/>
            <ac:spMk id="27" creationId="{0EE6C50F-412D-3D1D-4A1D-3C6E4F75FFED}"/>
          </ac:spMkLst>
        </pc:spChg>
        <pc:grpChg chg="mod">
          <ac:chgData name="欣捷 王" userId="b965477fa0aef5e6" providerId="LiveId" clId="{3458F2B8-D32E-42CE-A58F-4B65478D9FA6}" dt="2024-05-31T02:02:49.526" v="3981"/>
          <ac:grpSpMkLst>
            <pc:docMk/>
            <pc:sldMk cId="2521660780" sldId="1008"/>
            <ac:grpSpMk id="23" creationId="{C6E9EAFA-6611-9DF8-7290-0AEFDD48586E}"/>
          </ac:grpSpMkLst>
        </pc:grpChg>
        <pc:picChg chg="mod ord">
          <ac:chgData name="欣捷 王" userId="b965477fa0aef5e6" providerId="LiveId" clId="{3458F2B8-D32E-42CE-A58F-4B65478D9FA6}" dt="2024-05-31T02:02:49.526" v="3983"/>
          <ac:picMkLst>
            <pc:docMk/>
            <pc:sldMk cId="2521660780" sldId="1008"/>
            <ac:picMk id="8" creationId="{3DF4BF50-E5A5-5CC9-39F7-245D3161F54B}"/>
          </ac:picMkLst>
        </pc:picChg>
      </pc:sldChg>
      <pc:sldChg chg="modSp mod">
        <pc:chgData name="欣捷 王" userId="b965477fa0aef5e6" providerId="LiveId" clId="{3458F2B8-D32E-42CE-A58F-4B65478D9FA6}" dt="2024-05-31T01:51:17.349" v="3944"/>
        <pc:sldMkLst>
          <pc:docMk/>
          <pc:sldMk cId="2907989389" sldId="1014"/>
        </pc:sldMkLst>
        <pc:spChg chg="mod">
          <ac:chgData name="欣捷 王" userId="b965477fa0aef5e6" providerId="LiveId" clId="{3458F2B8-D32E-42CE-A58F-4B65478D9FA6}" dt="2024-05-30T04:39:03.755" v="452" actId="947"/>
          <ac:spMkLst>
            <pc:docMk/>
            <pc:sldMk cId="2907989389" sldId="1014"/>
            <ac:spMk id="8" creationId="{DBA193A4-8211-B2D0-4718-925AC070B6BB}"/>
          </ac:spMkLst>
        </pc:spChg>
        <pc:spChg chg="mod">
          <ac:chgData name="欣捷 王" userId="b965477fa0aef5e6" providerId="LiveId" clId="{3458F2B8-D32E-42CE-A58F-4B65478D9FA6}" dt="2024-05-31T01:51:17.348" v="3941"/>
          <ac:spMkLst>
            <pc:docMk/>
            <pc:sldMk cId="2907989389" sldId="1014"/>
            <ac:spMk id="18" creationId="{73BE98A3-8BC5-1AFD-232C-F4A7B7B272F2}"/>
          </ac:spMkLst>
        </pc:spChg>
        <pc:spChg chg="mod">
          <ac:chgData name="欣捷 王" userId="b965477fa0aef5e6" providerId="LiveId" clId="{3458F2B8-D32E-42CE-A58F-4B65478D9FA6}" dt="2024-05-31T01:51:17.348" v="3940"/>
          <ac:spMkLst>
            <pc:docMk/>
            <pc:sldMk cId="2907989389" sldId="1014"/>
            <ac:spMk id="19" creationId="{CB0009CD-B92A-4AC9-EBC5-DBE1BE536227}"/>
          </ac:spMkLst>
        </pc:spChg>
        <pc:spChg chg="mod">
          <ac:chgData name="欣捷 王" userId="b965477fa0aef5e6" providerId="LiveId" clId="{3458F2B8-D32E-42CE-A58F-4B65478D9FA6}" dt="2024-05-31T01:51:17.348" v="3940"/>
          <ac:spMkLst>
            <pc:docMk/>
            <pc:sldMk cId="2907989389" sldId="1014"/>
            <ac:spMk id="20" creationId="{962BFE63-AD11-44E0-56C5-AE5389141663}"/>
          </ac:spMkLst>
        </pc:spChg>
        <pc:spChg chg="mod">
          <ac:chgData name="欣捷 王" userId="b965477fa0aef5e6" providerId="LiveId" clId="{3458F2B8-D32E-42CE-A58F-4B65478D9FA6}" dt="2024-05-31T01:51:17.348" v="3940"/>
          <ac:spMkLst>
            <pc:docMk/>
            <pc:sldMk cId="2907989389" sldId="1014"/>
            <ac:spMk id="21" creationId="{06D9A636-F255-36ED-B563-AC3269809648}"/>
          </ac:spMkLst>
        </pc:spChg>
        <pc:grpChg chg="mod">
          <ac:chgData name="欣捷 王" userId="b965477fa0aef5e6" providerId="LiveId" clId="{3458F2B8-D32E-42CE-A58F-4B65478D9FA6}" dt="2024-05-31T01:51:17.349" v="3942"/>
          <ac:grpSpMkLst>
            <pc:docMk/>
            <pc:sldMk cId="2907989389" sldId="1014"/>
            <ac:grpSpMk id="22" creationId="{C0923686-30F5-6107-BEF9-23EDE3DA153C}"/>
          </ac:grpSpMkLst>
        </pc:grpChg>
        <pc:picChg chg="mod ord">
          <ac:chgData name="欣捷 王" userId="b965477fa0aef5e6" providerId="LiveId" clId="{3458F2B8-D32E-42CE-A58F-4B65478D9FA6}" dt="2024-05-31T01:51:17.349" v="3944"/>
          <ac:picMkLst>
            <pc:docMk/>
            <pc:sldMk cId="2907989389" sldId="1014"/>
            <ac:picMk id="7" creationId="{DA67EBE4-840A-0979-BD33-0EB846B74BB7}"/>
          </ac:picMkLst>
        </pc:picChg>
      </pc:sldChg>
      <pc:sldChg chg="modSp mod replTag">
        <pc:chgData name="欣捷 王" userId="b965477fa0aef5e6" providerId="LiveId" clId="{3458F2B8-D32E-42CE-A58F-4B65478D9FA6}" dt="2024-05-31T01:51:25.529" v="3965" actId="20577"/>
        <pc:sldMkLst>
          <pc:docMk/>
          <pc:sldMk cId="422434503" sldId="1015"/>
        </pc:sldMkLst>
        <pc:spChg chg="mod">
          <ac:chgData name="欣捷 王" userId="b965477fa0aef5e6" providerId="LiveId" clId="{3458F2B8-D32E-42CE-A58F-4B65478D9FA6}" dt="2024-05-31T01:51:25.525" v="3952"/>
          <ac:spMkLst>
            <pc:docMk/>
            <pc:sldMk cId="422434503" sldId="1015"/>
            <ac:spMk id="9" creationId="{B5A21E9C-98FA-FAC9-DF73-FCB8CAE44CB7}"/>
          </ac:spMkLst>
        </pc:spChg>
        <pc:spChg chg="mod">
          <ac:chgData name="欣捷 王" userId="b965477fa0aef5e6" providerId="LiveId" clId="{3458F2B8-D32E-42CE-A58F-4B65478D9FA6}" dt="2024-05-31T01:51:25.525" v="3951"/>
          <ac:spMkLst>
            <pc:docMk/>
            <pc:sldMk cId="422434503" sldId="1015"/>
            <ac:spMk id="10" creationId="{0C819203-902A-6E3D-E8EB-46E21EFD562F}"/>
          </ac:spMkLst>
        </pc:spChg>
        <pc:spChg chg="mod">
          <ac:chgData name="欣捷 王" userId="b965477fa0aef5e6" providerId="LiveId" clId="{3458F2B8-D32E-42CE-A58F-4B65478D9FA6}" dt="2024-05-31T01:51:25.525" v="3951"/>
          <ac:spMkLst>
            <pc:docMk/>
            <pc:sldMk cId="422434503" sldId="1015"/>
            <ac:spMk id="11" creationId="{EDB78210-9914-E62C-9A48-A7A46BFCCB0A}"/>
          </ac:spMkLst>
        </pc:spChg>
        <pc:spChg chg="mod">
          <ac:chgData name="欣捷 王" userId="b965477fa0aef5e6" providerId="LiveId" clId="{3458F2B8-D32E-42CE-A58F-4B65478D9FA6}" dt="2024-05-31T01:51:25.525" v="3951"/>
          <ac:spMkLst>
            <pc:docMk/>
            <pc:sldMk cId="422434503" sldId="1015"/>
            <ac:spMk id="12" creationId="{7810791C-2900-8033-B576-F8248C680B98}"/>
          </ac:spMkLst>
        </pc:spChg>
        <pc:spChg chg="mod">
          <ac:chgData name="欣捷 王" userId="b965477fa0aef5e6" providerId="LiveId" clId="{3458F2B8-D32E-42CE-A58F-4B65478D9FA6}" dt="2024-05-31T01:51:25.527" v="3959"/>
          <ac:spMkLst>
            <pc:docMk/>
            <pc:sldMk cId="422434503" sldId="1015"/>
            <ac:spMk id="15" creationId="{EA84FD62-827C-3ADA-D9BB-7309D7133799}"/>
          </ac:spMkLst>
        </pc:spChg>
        <pc:spChg chg="mod">
          <ac:chgData name="欣捷 王" userId="b965477fa0aef5e6" providerId="LiveId" clId="{3458F2B8-D32E-42CE-A58F-4B65478D9FA6}" dt="2024-05-31T01:51:25.529" v="3965" actId="20577"/>
          <ac:spMkLst>
            <pc:docMk/>
            <pc:sldMk cId="422434503" sldId="1015"/>
            <ac:spMk id="18" creationId="{D002247D-8DA9-9FE3-C4AE-1F1054FF0022}"/>
          </ac:spMkLst>
        </pc:spChg>
        <pc:spChg chg="mod">
          <ac:chgData name="欣捷 王" userId="b965477fa0aef5e6" providerId="LiveId" clId="{3458F2B8-D32E-42CE-A58F-4B65478D9FA6}" dt="2024-05-31T01:51:25.528" v="3963"/>
          <ac:spMkLst>
            <pc:docMk/>
            <pc:sldMk cId="422434503" sldId="1015"/>
            <ac:spMk id="21" creationId="{DD4B7B63-EB7D-9446-29DB-720E5F1D180F}"/>
          </ac:spMkLst>
        </pc:spChg>
        <pc:grpChg chg="mod">
          <ac:chgData name="欣捷 王" userId="b965477fa0aef5e6" providerId="LiveId" clId="{3458F2B8-D32E-42CE-A58F-4B65478D9FA6}" dt="2024-05-31T01:51:25.525" v="3953"/>
          <ac:grpSpMkLst>
            <pc:docMk/>
            <pc:sldMk cId="422434503" sldId="1015"/>
            <ac:grpSpMk id="13" creationId="{E5E95152-7538-C70D-62AD-1B819DD16501}"/>
          </ac:grpSpMkLst>
        </pc:grpChg>
        <pc:picChg chg="mod ord">
          <ac:chgData name="欣捷 王" userId="b965477fa0aef5e6" providerId="LiveId" clId="{3458F2B8-D32E-42CE-A58F-4B65478D9FA6}" dt="2024-05-31T01:51:25.526" v="3955"/>
          <ac:picMkLst>
            <pc:docMk/>
            <pc:sldMk cId="422434503" sldId="1015"/>
            <ac:picMk id="6" creationId="{9107BD77-7A9E-C42A-6E3A-1EED06796D95}"/>
          </ac:picMkLst>
        </pc:picChg>
      </pc:sldChg>
      <pc:sldChg chg="modSp mod">
        <pc:chgData name="欣捷 王" userId="b965477fa0aef5e6" providerId="LiveId" clId="{3458F2B8-D32E-42CE-A58F-4B65478D9FA6}" dt="2024-05-31T02:02:22.154" v="3971"/>
        <pc:sldMkLst>
          <pc:docMk/>
          <pc:sldMk cId="524904732" sldId="1016"/>
        </pc:sldMkLst>
        <pc:spChg chg="del mod">
          <ac:chgData name="欣捷 王" userId="b965477fa0aef5e6" providerId="LiveId" clId="{3458F2B8-D32E-42CE-A58F-4B65478D9FA6}" dt="2024-05-30T06:06:20.710" v="1326"/>
          <ac:spMkLst>
            <pc:docMk/>
            <pc:sldMk cId="524904732" sldId="1016"/>
            <ac:spMk id="2" creationId="{D7BA35AC-5835-FF0F-09DD-4C5486B1E96D}"/>
          </ac:spMkLst>
        </pc:spChg>
        <pc:spChg chg="del mod">
          <ac:chgData name="欣捷 王" userId="b965477fa0aef5e6" providerId="LiveId" clId="{3458F2B8-D32E-42CE-A58F-4B65478D9FA6}" dt="2024-05-30T06:06:20.710" v="1326"/>
          <ac:spMkLst>
            <pc:docMk/>
            <pc:sldMk cId="524904732" sldId="1016"/>
            <ac:spMk id="3" creationId="{F64E9B4C-A43C-BE9C-0B7D-794C7922FDAC}"/>
          </ac:spMkLst>
        </pc:spChg>
        <pc:spChg chg="mod">
          <ac:chgData name="欣捷 王" userId="b965477fa0aef5e6" providerId="LiveId" clId="{3458F2B8-D32E-42CE-A58F-4B65478D9FA6}" dt="2024-05-30T06:06:20.710" v="1326"/>
          <ac:spMkLst>
            <pc:docMk/>
            <pc:sldMk cId="524904732" sldId="1016"/>
            <ac:spMk id="4" creationId="{19B41E1E-A33E-8F23-29FA-5350EC567627}"/>
          </ac:spMkLst>
        </pc:spChg>
        <pc:spChg chg="mod">
          <ac:chgData name="欣捷 王" userId="b965477fa0aef5e6" providerId="LiveId" clId="{3458F2B8-D32E-42CE-A58F-4B65478D9FA6}" dt="2024-05-30T06:06:20.710" v="1326"/>
          <ac:spMkLst>
            <pc:docMk/>
            <pc:sldMk cId="524904732" sldId="1016"/>
            <ac:spMk id="5" creationId="{6A82B176-5467-EE4E-1358-96C4B7AD292F}"/>
          </ac:spMkLst>
        </pc:spChg>
        <pc:spChg chg="mod">
          <ac:chgData name="欣捷 王" userId="b965477fa0aef5e6" providerId="LiveId" clId="{3458F2B8-D32E-42CE-A58F-4B65478D9FA6}" dt="2024-05-30T06:06:20.710" v="1326"/>
          <ac:spMkLst>
            <pc:docMk/>
            <pc:sldMk cId="524904732" sldId="1016"/>
            <ac:spMk id="6" creationId="{B3A4C4FF-74D9-61FC-9451-0B76165670DB}"/>
          </ac:spMkLst>
        </pc:spChg>
        <pc:spChg chg="add mod replST">
          <ac:chgData name="欣捷 王" userId="b965477fa0aef5e6" providerId="LiveId" clId="{3458F2B8-D32E-42CE-A58F-4B65478D9FA6}" dt="2024-05-30T06:26:39.529" v="2177" actId="2711"/>
          <ac:spMkLst>
            <pc:docMk/>
            <pc:sldMk cId="524904732" sldId="1016"/>
            <ac:spMk id="9" creationId="{2F45D6AD-FDD1-583F-BDF3-E3394BF0CBDC}"/>
          </ac:spMkLst>
        </pc:spChg>
        <pc:spChg chg="add mod replST">
          <ac:chgData name="欣捷 王" userId="b965477fa0aef5e6" providerId="LiveId" clId="{3458F2B8-D32E-42CE-A58F-4B65478D9FA6}" dt="2024-05-30T06:31:04.974" v="2657" actId="1076"/>
          <ac:spMkLst>
            <pc:docMk/>
            <pc:sldMk cId="524904732" sldId="1016"/>
            <ac:spMk id="10" creationId="{2D34C4F4-D20F-5599-6EC6-49A265E8424F}"/>
          </ac:spMkLst>
        </pc:spChg>
        <pc:spChg chg="add mod replST">
          <ac:chgData name="欣捷 王" userId="b965477fa0aef5e6" providerId="LiveId" clId="{3458F2B8-D32E-42CE-A58F-4B65478D9FA6}" dt="2024-05-30T06:30:21.954" v="2566" actId="1076"/>
          <ac:spMkLst>
            <pc:docMk/>
            <pc:sldMk cId="524904732" sldId="1016"/>
            <ac:spMk id="11" creationId="{F39EBD38-58E8-F12B-DBF8-AA4DDF37D61E}"/>
          </ac:spMkLst>
        </pc:spChg>
        <pc:spChg chg="add mod replST">
          <ac:chgData name="欣捷 王" userId="b965477fa0aef5e6" providerId="LiveId" clId="{3458F2B8-D32E-42CE-A58F-4B65478D9FA6}" dt="2024-05-30T06:30:57.346" v="2632" actId="1076"/>
          <ac:spMkLst>
            <pc:docMk/>
            <pc:sldMk cId="524904732" sldId="1016"/>
            <ac:spMk id="12" creationId="{466667CE-15A8-C8CB-8652-5DB3D6E57E7B}"/>
          </ac:spMkLst>
        </pc:spChg>
        <pc:spChg chg="add mod replST">
          <ac:chgData name="欣捷 王" userId="b965477fa0aef5e6" providerId="LiveId" clId="{3458F2B8-D32E-42CE-A58F-4B65478D9FA6}" dt="2024-05-30T06:30:54.218" v="2631" actId="1076"/>
          <ac:spMkLst>
            <pc:docMk/>
            <pc:sldMk cId="524904732" sldId="1016"/>
            <ac:spMk id="13" creationId="{CAB05495-FCEC-48E5-2E94-182FFC8054FB}"/>
          </ac:spMkLst>
        </pc:spChg>
        <pc:spChg chg="add mod replST">
          <ac:chgData name="欣捷 王" userId="b965477fa0aef5e6" providerId="LiveId" clId="{3458F2B8-D32E-42CE-A58F-4B65478D9FA6}" dt="2024-05-30T06:31:04.974" v="2657" actId="1076"/>
          <ac:spMkLst>
            <pc:docMk/>
            <pc:sldMk cId="524904732" sldId="1016"/>
            <ac:spMk id="14" creationId="{434695F7-3BAD-48D2-F15E-60BDFE11C744}"/>
          </ac:spMkLst>
        </pc:spChg>
        <pc:spChg chg="add mod replST">
          <ac:chgData name="欣捷 王" userId="b965477fa0aef5e6" providerId="LiveId" clId="{3458F2B8-D32E-42CE-A58F-4B65478D9FA6}" dt="2024-05-30T06:30:21.954" v="2566" actId="1076"/>
          <ac:spMkLst>
            <pc:docMk/>
            <pc:sldMk cId="524904732" sldId="1016"/>
            <ac:spMk id="15" creationId="{0632D261-E93C-6025-961A-864D8ADFA213}"/>
          </ac:spMkLst>
        </pc:spChg>
        <pc:spChg chg="add mod replST">
          <ac:chgData name="欣捷 王" userId="b965477fa0aef5e6" providerId="LiveId" clId="{3458F2B8-D32E-42CE-A58F-4B65478D9FA6}" dt="2024-05-30T06:30:57.346" v="2632" actId="1076"/>
          <ac:spMkLst>
            <pc:docMk/>
            <pc:sldMk cId="524904732" sldId="1016"/>
            <ac:spMk id="16" creationId="{75291A8F-1121-A6AB-C8AF-9194C3816BC7}"/>
          </ac:spMkLst>
        </pc:spChg>
        <pc:spChg chg="add mod replST">
          <ac:chgData name="欣捷 王" userId="b965477fa0aef5e6" providerId="LiveId" clId="{3458F2B8-D32E-42CE-A58F-4B65478D9FA6}" dt="2024-05-30T06:30:54.218" v="2631" actId="1076"/>
          <ac:spMkLst>
            <pc:docMk/>
            <pc:sldMk cId="524904732" sldId="1016"/>
            <ac:spMk id="17" creationId="{E908B40B-76BD-1095-C46C-83F52E58C73F}"/>
          </ac:spMkLst>
        </pc:spChg>
        <pc:spChg chg="add mod replST">
          <ac:chgData name="欣捷 王" userId="b965477fa0aef5e6" providerId="LiveId" clId="{3458F2B8-D32E-42CE-A58F-4B65478D9FA6}" dt="2024-05-30T06:30:14.694" v="2559" actId="1076"/>
          <ac:spMkLst>
            <pc:docMk/>
            <pc:sldMk cId="524904732" sldId="1016"/>
            <ac:spMk id="18" creationId="{DAC373BF-1E7B-EE10-FC4D-B9E5166B6092}"/>
          </ac:spMkLst>
        </pc:spChg>
        <pc:spChg chg="mod">
          <ac:chgData name="欣捷 王" userId="b965477fa0aef5e6" providerId="LiveId" clId="{3458F2B8-D32E-42CE-A58F-4B65478D9FA6}" dt="2024-05-31T02:02:22.153" v="3968"/>
          <ac:spMkLst>
            <pc:docMk/>
            <pc:sldMk cId="524904732" sldId="1016"/>
            <ac:spMk id="19" creationId="{A37BD15C-E4CE-4551-B523-851529D8D4A4}"/>
          </ac:spMkLst>
        </pc:spChg>
        <pc:spChg chg="mod">
          <ac:chgData name="欣捷 王" userId="b965477fa0aef5e6" providerId="LiveId" clId="{3458F2B8-D32E-42CE-A58F-4B65478D9FA6}" dt="2024-05-31T02:02:22.153" v="3967"/>
          <ac:spMkLst>
            <pc:docMk/>
            <pc:sldMk cId="524904732" sldId="1016"/>
            <ac:spMk id="20" creationId="{E3432851-61BF-992A-3AB4-0465BC85912E}"/>
          </ac:spMkLst>
        </pc:spChg>
        <pc:spChg chg="mod">
          <ac:chgData name="欣捷 王" userId="b965477fa0aef5e6" providerId="LiveId" clId="{3458F2B8-D32E-42CE-A58F-4B65478D9FA6}" dt="2024-05-31T02:02:22.153" v="3967"/>
          <ac:spMkLst>
            <pc:docMk/>
            <pc:sldMk cId="524904732" sldId="1016"/>
            <ac:spMk id="21" creationId="{CB588928-1EF1-4170-5BD7-351300461718}"/>
          </ac:spMkLst>
        </pc:spChg>
        <pc:spChg chg="mod">
          <ac:chgData name="欣捷 王" userId="b965477fa0aef5e6" providerId="LiveId" clId="{3458F2B8-D32E-42CE-A58F-4B65478D9FA6}" dt="2024-05-31T02:02:22.153" v="3967"/>
          <ac:spMkLst>
            <pc:docMk/>
            <pc:sldMk cId="524904732" sldId="1016"/>
            <ac:spMk id="22" creationId="{EFFB0892-2E12-1FEB-5DD2-99656859F1F0}"/>
          </ac:spMkLst>
        </pc:spChg>
        <pc:spChg chg="add del mod ord replST">
          <ac:chgData name="欣捷 王" userId="b965477fa0aef5e6" providerId="LiveId" clId="{3458F2B8-D32E-42CE-A58F-4B65478D9FA6}" dt="2024-05-30T06:21:43.161" v="1775"/>
          <ac:spMkLst>
            <pc:docMk/>
            <pc:sldMk cId="524904732" sldId="1016"/>
            <ac:spMk id="24" creationId="{07B882B0-8AE9-43B9-0376-DD22200EF1EA}"/>
          </ac:spMkLst>
        </pc:spChg>
        <pc:spChg chg="mod">
          <ac:chgData name="欣捷 王" userId="b965477fa0aef5e6" providerId="LiveId" clId="{3458F2B8-D32E-42CE-A58F-4B65478D9FA6}" dt="2024-05-30T06:23:28.003" v="1964" actId="207"/>
          <ac:spMkLst>
            <pc:docMk/>
            <pc:sldMk cId="524904732" sldId="1016"/>
            <ac:spMk id="26" creationId="{EFC3D439-EDA0-006E-08CA-4EE21795CF25}"/>
          </ac:spMkLst>
        </pc:spChg>
        <pc:spChg chg="mod">
          <ac:chgData name="欣捷 王" userId="b965477fa0aef5e6" providerId="LiveId" clId="{3458F2B8-D32E-42CE-A58F-4B65478D9FA6}" dt="2024-05-30T06:23:20.201" v="1957" actId="1076"/>
          <ac:spMkLst>
            <pc:docMk/>
            <pc:sldMk cId="524904732" sldId="1016"/>
            <ac:spMk id="27" creationId="{573A9FC7-2D48-9A10-1250-F0223D02D26E}"/>
          </ac:spMkLst>
        </pc:spChg>
        <pc:grpChg chg="mod">
          <ac:chgData name="欣捷 王" userId="b965477fa0aef5e6" providerId="LiveId" clId="{3458F2B8-D32E-42CE-A58F-4B65478D9FA6}" dt="2024-05-31T02:02:22.154" v="3969"/>
          <ac:grpSpMkLst>
            <pc:docMk/>
            <pc:sldMk cId="524904732" sldId="1016"/>
            <ac:grpSpMk id="23" creationId="{6A370EFD-A259-D444-DF89-E297CC0B38A8}"/>
          </ac:grpSpMkLst>
        </pc:grpChg>
        <pc:grpChg chg="add mod">
          <ac:chgData name="欣捷 王" userId="b965477fa0aef5e6" providerId="LiveId" clId="{3458F2B8-D32E-42CE-A58F-4B65478D9FA6}" dt="2024-05-30T06:26:39.529" v="2177" actId="2711"/>
          <ac:grpSpMkLst>
            <pc:docMk/>
            <pc:sldMk cId="524904732" sldId="1016"/>
            <ac:grpSpMk id="25" creationId="{DE827914-6DA4-2CCF-06DD-C1C83F3D753C}"/>
          </ac:grpSpMkLst>
        </pc:grpChg>
        <pc:picChg chg="mod ord">
          <ac:chgData name="欣捷 王" userId="b965477fa0aef5e6" providerId="LiveId" clId="{3458F2B8-D32E-42CE-A58F-4B65478D9FA6}" dt="2024-05-31T02:02:22.154" v="3971"/>
          <ac:picMkLst>
            <pc:docMk/>
            <pc:sldMk cId="524904732" sldId="1016"/>
            <ac:picMk id="8" creationId="{0A1B0C1A-391B-E7DD-802A-8FEEEB95E15F}"/>
          </ac:picMkLst>
        </pc:picChg>
      </pc:sldChg>
      <pc:sldChg chg="addSp delSp modSp add mod modAnim replTag modNotesTx">
        <pc:chgData name="欣捷 王" userId="b965477fa0aef5e6" providerId="LiveId" clId="{3458F2B8-D32E-42CE-A58F-4B65478D9FA6}" dt="2024-05-31T02:02:24.211" v="3977"/>
        <pc:sldMkLst>
          <pc:docMk/>
          <pc:sldMk cId="877558421" sldId="1017"/>
        </pc:sldMkLst>
        <pc:spChg chg="mod">
          <ac:chgData name="欣捷 王" userId="b965477fa0aef5e6" providerId="LiveId" clId="{3458F2B8-D32E-42CE-A58F-4B65478D9FA6}" dt="2024-05-30T06:31:24.226" v="2665"/>
          <ac:spMkLst>
            <pc:docMk/>
            <pc:sldMk cId="877558421" sldId="1017"/>
            <ac:spMk id="2" creationId="{53C7AB4C-3B31-0F03-C1D2-AA2F5DDE2BC3}"/>
          </ac:spMkLst>
        </pc:spChg>
        <pc:spChg chg="mod">
          <ac:chgData name="欣捷 王" userId="b965477fa0aef5e6" providerId="LiveId" clId="{3458F2B8-D32E-42CE-A58F-4B65478D9FA6}" dt="2024-05-30T06:31:24.226" v="2665"/>
          <ac:spMkLst>
            <pc:docMk/>
            <pc:sldMk cId="877558421" sldId="1017"/>
            <ac:spMk id="3" creationId="{80222683-27A4-C5FF-EC08-73F7E29DC4A0}"/>
          </ac:spMkLst>
        </pc:spChg>
        <pc:spChg chg="mod">
          <ac:chgData name="欣捷 王" userId="b965477fa0aef5e6" providerId="LiveId" clId="{3458F2B8-D32E-42CE-A58F-4B65478D9FA6}" dt="2024-05-30T06:31:24.226" v="2665"/>
          <ac:spMkLst>
            <pc:docMk/>
            <pc:sldMk cId="877558421" sldId="1017"/>
            <ac:spMk id="4" creationId="{372E631E-3C4A-B7FA-DE61-A71848065B67}"/>
          </ac:spMkLst>
        </pc:spChg>
        <pc:spChg chg="add mod replST">
          <ac:chgData name="欣捷 王" userId="b965477fa0aef5e6" providerId="LiveId" clId="{3458F2B8-D32E-42CE-A58F-4B65478D9FA6}" dt="2024-05-30T06:38:47.792" v="3526"/>
          <ac:spMkLst>
            <pc:docMk/>
            <pc:sldMk cId="877558421" sldId="1017"/>
            <ac:spMk id="7" creationId="{AF0D8300-9466-722E-ABBE-1BA09549C90D}"/>
          </ac:spMkLst>
        </pc:spChg>
        <pc:spChg chg="add mod replST">
          <ac:chgData name="欣捷 王" userId="b965477fa0aef5e6" providerId="LiveId" clId="{3458F2B8-D32E-42CE-A58F-4B65478D9FA6}" dt="2024-05-30T06:39:02.287" v="3545" actId="20577"/>
          <ac:spMkLst>
            <pc:docMk/>
            <pc:sldMk cId="877558421" sldId="1017"/>
            <ac:spMk id="8" creationId="{734B8637-6949-101A-30A2-D8C10C683DD3}"/>
          </ac:spMkLst>
        </pc:spChg>
        <pc:spChg chg="add mod replST">
          <ac:chgData name="欣捷 王" userId="b965477fa0aef5e6" providerId="LiveId" clId="{3458F2B8-D32E-42CE-A58F-4B65478D9FA6}" dt="2024-05-30T06:39:24.197" v="3589" actId="20577"/>
          <ac:spMkLst>
            <pc:docMk/>
            <pc:sldMk cId="877558421" sldId="1017"/>
            <ac:spMk id="9" creationId="{49637124-0FE3-B1E5-D07D-37E44B3CAD50}"/>
          </ac:spMkLst>
        </pc:spChg>
        <pc:spChg chg="add mod replST">
          <ac:chgData name="欣捷 王" userId="b965477fa0aef5e6" providerId="LiveId" clId="{3458F2B8-D32E-42CE-A58F-4B65478D9FA6}" dt="2024-05-30T06:39:49.847" v="3639" actId="114"/>
          <ac:spMkLst>
            <pc:docMk/>
            <pc:sldMk cId="877558421" sldId="1017"/>
            <ac:spMk id="10" creationId="{9E758E64-AB2D-975C-48D7-3A6C4B64CC33}"/>
          </ac:spMkLst>
        </pc:spChg>
        <pc:spChg chg="add mod replST">
          <ac:chgData name="欣捷 王" userId="b965477fa0aef5e6" providerId="LiveId" clId="{3458F2B8-D32E-42CE-A58F-4B65478D9FA6}" dt="2024-05-30T06:40:13.478" v="3704" actId="20577"/>
          <ac:spMkLst>
            <pc:docMk/>
            <pc:sldMk cId="877558421" sldId="1017"/>
            <ac:spMk id="11" creationId="{4AEC4E3B-2D45-D88C-D394-4B40F0167329}"/>
          </ac:spMkLst>
        </pc:spChg>
        <pc:spChg chg="add mod replST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12" creationId="{B5C291AD-894E-E224-070B-44B8D88E131C}"/>
          </ac:spMkLst>
        </pc:spChg>
        <pc:spChg chg="add mod replST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13" creationId="{16583DC8-1F84-8F36-86E4-8242F32F5488}"/>
          </ac:spMkLst>
        </pc:spChg>
        <pc:spChg chg="add mod replST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14" creationId="{F6D77591-239E-847B-7B60-7E0B2CCB6C27}"/>
          </ac:spMkLst>
        </pc:spChg>
        <pc:spChg chg="add mod replST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15" creationId="{CEC1D0D9-5609-4268-8798-98C35BC5B11F}"/>
          </ac:spMkLst>
        </pc:spChg>
        <pc:spChg chg="add mod replST">
          <ac:chgData name="欣捷 王" userId="b965477fa0aef5e6" providerId="LiveId" clId="{3458F2B8-D32E-42CE-A58F-4B65478D9FA6}" dt="2024-05-30T06:40:03.800" v="3684" actId="1076"/>
          <ac:spMkLst>
            <pc:docMk/>
            <pc:sldMk cId="877558421" sldId="1017"/>
            <ac:spMk id="16" creationId="{9A19A1AE-FE65-1E6B-4820-A354D2E57EA8}"/>
          </ac:spMkLst>
        </pc:spChg>
        <pc:spChg chg="add mod replST">
          <ac:chgData name="欣捷 王" userId="b965477fa0aef5e6" providerId="LiveId" clId="{3458F2B8-D32E-42CE-A58F-4B65478D9FA6}" dt="2024-05-31T02:02:24.211" v="3974"/>
          <ac:spMkLst>
            <pc:docMk/>
            <pc:sldMk cId="877558421" sldId="1017"/>
            <ac:spMk id="17" creationId="{5E2F276D-09EE-ACDD-D268-4C5D318DD01E}"/>
          </ac:spMkLst>
        </pc:spChg>
        <pc:spChg chg="add mod replST">
          <ac:chgData name="欣捷 王" userId="b965477fa0aef5e6" providerId="LiveId" clId="{3458F2B8-D32E-42CE-A58F-4B65478D9FA6}" dt="2024-05-31T02:02:24.210" v="3973"/>
          <ac:spMkLst>
            <pc:docMk/>
            <pc:sldMk cId="877558421" sldId="1017"/>
            <ac:spMk id="18" creationId="{54DE3F89-B541-11D4-B89C-8BB19786DACD}"/>
          </ac:spMkLst>
        </pc:spChg>
        <pc:spChg chg="add mod replST">
          <ac:chgData name="欣捷 王" userId="b965477fa0aef5e6" providerId="LiveId" clId="{3458F2B8-D32E-42CE-A58F-4B65478D9FA6}" dt="2024-05-31T02:02:24.210" v="3973"/>
          <ac:spMkLst>
            <pc:docMk/>
            <pc:sldMk cId="877558421" sldId="1017"/>
            <ac:spMk id="19" creationId="{64F9080B-DB8B-C85B-9362-2597F2977719}"/>
          </ac:spMkLst>
        </pc:spChg>
        <pc:spChg chg="add mod replST">
          <ac:chgData name="欣捷 王" userId="b965477fa0aef5e6" providerId="LiveId" clId="{3458F2B8-D32E-42CE-A58F-4B65478D9FA6}" dt="2024-05-31T02:02:24.210" v="3973"/>
          <ac:spMkLst>
            <pc:docMk/>
            <pc:sldMk cId="877558421" sldId="1017"/>
            <ac:spMk id="20" creationId="{15C315BD-646B-6716-61DF-5CB8813B1F67}"/>
          </ac:spMkLst>
        </pc:spChg>
        <pc:spChg chg="add del mod ord replST">
          <ac:chgData name="欣捷 王" userId="b965477fa0aef5e6" providerId="LiveId" clId="{3458F2B8-D32E-42CE-A58F-4B65478D9FA6}" dt="2024-05-30T06:33:48.540" v="3230"/>
          <ac:spMkLst>
            <pc:docMk/>
            <pc:sldMk cId="877558421" sldId="1017"/>
            <ac:spMk id="22" creationId="{5697CE19-A183-E4CF-7C13-19F1766BF677}"/>
          </ac:spMkLst>
        </pc:spChg>
        <pc:spChg chg="add mod">
          <ac:chgData name="欣捷 王" userId="b965477fa0aef5e6" providerId="LiveId" clId="{3458F2B8-D32E-42CE-A58F-4B65478D9FA6}" dt="2024-05-30T06:32:37.483" v="3143"/>
          <ac:spMkLst>
            <pc:docMk/>
            <pc:sldMk cId="877558421" sldId="1017"/>
            <ac:spMk id="23" creationId="{ACBCA476-AF20-4490-F6A1-69A477EE73E3}"/>
          </ac:spMkLst>
        </pc:spChg>
        <pc:spChg chg="add mod">
          <ac:chgData name="欣捷 王" userId="b965477fa0aef5e6" providerId="LiveId" clId="{3458F2B8-D32E-42CE-A58F-4B65478D9FA6}" dt="2024-05-30T06:32:37.483" v="3143"/>
          <ac:spMkLst>
            <pc:docMk/>
            <pc:sldMk cId="877558421" sldId="1017"/>
            <ac:spMk id="24" creationId="{36DBE666-A351-7FB0-B95A-DE6E268003CA}"/>
          </ac:spMkLst>
        </pc:spChg>
        <pc:spChg chg="add mod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25" creationId="{6D5A3B61-CBE1-B22C-EA49-FA5DCA19C3B8}"/>
          </ac:spMkLst>
        </pc:spChg>
        <pc:spChg chg="add mod">
          <ac:chgData name="欣捷 王" userId="b965477fa0aef5e6" providerId="LiveId" clId="{3458F2B8-D32E-42CE-A58F-4B65478D9FA6}" dt="2024-05-30T06:37:31.955" v="3432" actId="2711"/>
          <ac:spMkLst>
            <pc:docMk/>
            <pc:sldMk cId="877558421" sldId="1017"/>
            <ac:spMk id="26" creationId="{2047CC58-8C6E-FEA6-AD4F-97B1BDC6D33A}"/>
          </ac:spMkLst>
        </pc:spChg>
        <pc:grpChg chg="add mod replST">
          <ac:chgData name="欣捷 王" userId="b965477fa0aef5e6" providerId="LiveId" clId="{3458F2B8-D32E-42CE-A58F-4B65478D9FA6}" dt="2024-05-31T02:02:24.211" v="3975"/>
          <ac:grpSpMkLst>
            <pc:docMk/>
            <pc:sldMk cId="877558421" sldId="1017"/>
            <ac:grpSpMk id="21" creationId="{A8A52299-A51F-2DD9-07EC-52BCC193CEE1}"/>
          </ac:grpSpMkLst>
        </pc:grpChg>
        <pc:picChg chg="add mod ord replST">
          <ac:chgData name="欣捷 王" userId="b965477fa0aef5e6" providerId="LiveId" clId="{3458F2B8-D32E-42CE-A58F-4B65478D9FA6}" dt="2024-05-31T02:02:24.211" v="3977"/>
          <ac:picMkLst>
            <pc:docMk/>
            <pc:sldMk cId="877558421" sldId="1017"/>
            <ac:picMk id="6" creationId="{9C7A2C64-25E5-073F-472E-DB952B1E45D9}"/>
          </ac:picMkLst>
        </pc:picChg>
        <pc:picChg chg="add mod">
          <ac:chgData name="欣捷 王" userId="b965477fa0aef5e6" providerId="LiveId" clId="{3458F2B8-D32E-42CE-A58F-4B65478D9FA6}" dt="2024-05-30T06:37:31.955" v="3432" actId="2711"/>
          <ac:picMkLst>
            <pc:docMk/>
            <pc:sldMk cId="877558421" sldId="1017"/>
            <ac:picMk id="27" creationId="{2650171E-FBB4-7C2C-0CC0-16E2BC46B59D}"/>
          </ac:picMkLst>
        </pc:picChg>
        <pc:picChg chg="add mod">
          <ac:chgData name="欣捷 王" userId="b965477fa0aef5e6" providerId="LiveId" clId="{3458F2B8-D32E-42CE-A58F-4B65478D9FA6}" dt="2024-05-30T06:37:31.955" v="3432" actId="2711"/>
          <ac:picMkLst>
            <pc:docMk/>
            <pc:sldMk cId="877558421" sldId="1017"/>
            <ac:picMk id="28" creationId="{B760B8EA-97A7-7766-1B86-DD9A731D6F37}"/>
          </ac:picMkLst>
        </pc:picChg>
      </pc:sldChg>
      <pc:sldChg chg="new del">
        <pc:chgData name="欣捷 王" userId="b965477fa0aef5e6" providerId="LiveId" clId="{3458F2B8-D32E-42CE-A58F-4B65478D9FA6}" dt="2024-05-31T01:13:57.917" v="3839" actId="680"/>
        <pc:sldMkLst>
          <pc:docMk/>
          <pc:sldMk cId="3494866470" sldId="1019"/>
        </pc:sldMkLst>
      </pc:sldChg>
    </pc:docChg>
  </pc:docChgLst>
  <pc:docChgLst>
    <pc:chgData name="欣捷 王" userId="b965477fa0aef5e6" providerId="LiveId" clId="{3AB12DA9-D255-4A43-8E46-41EA37F6CFDB}"/>
    <pc:docChg chg="custSel delSld modSld">
      <pc:chgData name="欣捷 王" userId="b965477fa0aef5e6" providerId="LiveId" clId="{3AB12DA9-D255-4A43-8E46-41EA37F6CFDB}" dt="2024-06-07T07:31:14.460" v="73"/>
      <pc:docMkLst>
        <pc:docMk/>
      </pc:docMkLst>
      <pc:sldChg chg="modSp mod">
        <pc:chgData name="欣捷 王" userId="b965477fa0aef5e6" providerId="LiveId" clId="{3AB12DA9-D255-4A43-8E46-41EA37F6CFDB}" dt="2024-06-07T07:29:59.077" v="25"/>
        <pc:sldMkLst>
          <pc:docMk/>
          <pc:sldMk cId="2521660780" sldId="1008"/>
        </pc:sldMkLst>
        <pc:spChg chg="mod">
          <ac:chgData name="欣捷 王" userId="b965477fa0aef5e6" providerId="LiveId" clId="{3AB12DA9-D255-4A43-8E46-41EA37F6CFDB}" dt="2024-06-07T07:29:59.076" v="22"/>
          <ac:spMkLst>
            <pc:docMk/>
            <pc:sldMk cId="2521660780" sldId="1008"/>
            <ac:spMk id="19" creationId="{369D2863-E1D1-8743-2E8F-02BDB637CD35}"/>
          </ac:spMkLst>
        </pc:spChg>
        <pc:spChg chg="mod">
          <ac:chgData name="欣捷 王" userId="b965477fa0aef5e6" providerId="LiveId" clId="{3AB12DA9-D255-4A43-8E46-41EA37F6CFDB}" dt="2024-06-07T07:29:59.075" v="21"/>
          <ac:spMkLst>
            <pc:docMk/>
            <pc:sldMk cId="2521660780" sldId="1008"/>
            <ac:spMk id="20" creationId="{8C44953A-CAD5-720B-825F-235087949928}"/>
          </ac:spMkLst>
        </pc:spChg>
        <pc:spChg chg="mod">
          <ac:chgData name="欣捷 王" userId="b965477fa0aef5e6" providerId="LiveId" clId="{3AB12DA9-D255-4A43-8E46-41EA37F6CFDB}" dt="2024-06-07T07:29:59.075" v="21"/>
          <ac:spMkLst>
            <pc:docMk/>
            <pc:sldMk cId="2521660780" sldId="1008"/>
            <ac:spMk id="21" creationId="{DD3B478E-B1BA-9B34-2972-EA8DAA9913F1}"/>
          </ac:spMkLst>
        </pc:spChg>
        <pc:spChg chg="mod">
          <ac:chgData name="欣捷 王" userId="b965477fa0aef5e6" providerId="LiveId" clId="{3AB12DA9-D255-4A43-8E46-41EA37F6CFDB}" dt="2024-06-07T07:29:59.075" v="21"/>
          <ac:spMkLst>
            <pc:docMk/>
            <pc:sldMk cId="2521660780" sldId="1008"/>
            <ac:spMk id="22" creationId="{E4E90C0F-B162-41EF-555E-9F8C891ACFE2}"/>
          </ac:spMkLst>
        </pc:spChg>
        <pc:grpChg chg="mod">
          <ac:chgData name="欣捷 王" userId="b965477fa0aef5e6" providerId="LiveId" clId="{3AB12DA9-D255-4A43-8E46-41EA37F6CFDB}" dt="2024-06-07T07:29:59.076" v="23"/>
          <ac:grpSpMkLst>
            <pc:docMk/>
            <pc:sldMk cId="2521660780" sldId="1008"/>
            <ac:grpSpMk id="23" creationId="{C6E9EAFA-6611-9DF8-7290-0AEFDD48586E}"/>
          </ac:grpSpMkLst>
        </pc:grpChg>
        <pc:picChg chg="mod ord">
          <ac:chgData name="欣捷 王" userId="b965477fa0aef5e6" providerId="LiveId" clId="{3AB12DA9-D255-4A43-8E46-41EA37F6CFDB}" dt="2024-06-07T07:29:59.077" v="25"/>
          <ac:picMkLst>
            <pc:docMk/>
            <pc:sldMk cId="2521660780" sldId="1008"/>
            <ac:picMk id="8" creationId="{3DF4BF50-E5A5-5CC9-39F7-245D3161F54B}"/>
          </ac:picMkLst>
        </pc:picChg>
      </pc:sldChg>
      <pc:sldChg chg="del">
        <pc:chgData name="欣捷 王" userId="b965477fa0aef5e6" providerId="LiveId" clId="{3AB12DA9-D255-4A43-8E46-41EA37F6CFDB}" dt="2024-06-07T07:29:58.086" v="19" actId="47"/>
        <pc:sldMkLst>
          <pc:docMk/>
          <pc:sldMk cId="1991517479" sldId="1010"/>
        </pc:sldMkLst>
      </pc:sldChg>
      <pc:sldChg chg="del">
        <pc:chgData name="欣捷 王" userId="b965477fa0aef5e6" providerId="LiveId" clId="{3AB12DA9-D255-4A43-8E46-41EA37F6CFDB}" dt="2024-06-07T07:29:58.086" v="19" actId="47"/>
        <pc:sldMkLst>
          <pc:docMk/>
          <pc:sldMk cId="1557359038" sldId="1011"/>
        </pc:sldMkLst>
      </pc:sldChg>
      <pc:sldChg chg="modSp mod">
        <pc:chgData name="欣捷 王" userId="b965477fa0aef5e6" providerId="LiveId" clId="{3AB12DA9-D255-4A43-8E46-41EA37F6CFDB}" dt="2024-06-07T07:31:14.460" v="73"/>
        <pc:sldMkLst>
          <pc:docMk/>
          <pc:sldMk cId="524904732" sldId="1016"/>
        </pc:sldMkLst>
        <pc:spChg chg="mod">
          <ac:chgData name="欣捷 王" userId="b965477fa0aef5e6" providerId="LiveId" clId="{3AB12DA9-D255-4A43-8E46-41EA37F6CFDB}" dt="2024-06-07T07:31:14.459" v="70"/>
          <ac:spMkLst>
            <pc:docMk/>
            <pc:sldMk cId="524904732" sldId="1016"/>
            <ac:spMk id="19" creationId="{A37BD15C-E4CE-4551-B523-851529D8D4A4}"/>
          </ac:spMkLst>
        </pc:spChg>
        <pc:spChg chg="mod">
          <ac:chgData name="欣捷 王" userId="b965477fa0aef5e6" providerId="LiveId" clId="{3AB12DA9-D255-4A43-8E46-41EA37F6CFDB}" dt="2024-06-07T07:31:14.459" v="69"/>
          <ac:spMkLst>
            <pc:docMk/>
            <pc:sldMk cId="524904732" sldId="1016"/>
            <ac:spMk id="20" creationId="{E3432851-61BF-992A-3AB4-0465BC85912E}"/>
          </ac:spMkLst>
        </pc:spChg>
        <pc:spChg chg="mod">
          <ac:chgData name="欣捷 王" userId="b965477fa0aef5e6" providerId="LiveId" clId="{3AB12DA9-D255-4A43-8E46-41EA37F6CFDB}" dt="2024-06-07T07:31:14.459" v="69"/>
          <ac:spMkLst>
            <pc:docMk/>
            <pc:sldMk cId="524904732" sldId="1016"/>
            <ac:spMk id="21" creationId="{CB588928-1EF1-4170-5BD7-351300461718}"/>
          </ac:spMkLst>
        </pc:spChg>
        <pc:spChg chg="mod">
          <ac:chgData name="欣捷 王" userId="b965477fa0aef5e6" providerId="LiveId" clId="{3AB12DA9-D255-4A43-8E46-41EA37F6CFDB}" dt="2024-06-07T07:31:14.459" v="69"/>
          <ac:spMkLst>
            <pc:docMk/>
            <pc:sldMk cId="524904732" sldId="1016"/>
            <ac:spMk id="22" creationId="{EFFB0892-2E12-1FEB-5DD2-99656859F1F0}"/>
          </ac:spMkLst>
        </pc:spChg>
        <pc:grpChg chg="mod">
          <ac:chgData name="欣捷 王" userId="b965477fa0aef5e6" providerId="LiveId" clId="{3AB12DA9-D255-4A43-8E46-41EA37F6CFDB}" dt="2024-06-07T07:31:14.459" v="71"/>
          <ac:grpSpMkLst>
            <pc:docMk/>
            <pc:sldMk cId="524904732" sldId="1016"/>
            <ac:grpSpMk id="23" creationId="{6A370EFD-A259-D444-DF89-E297CC0B38A8}"/>
          </ac:grpSpMkLst>
        </pc:grpChg>
        <pc:picChg chg="mod ord">
          <ac:chgData name="欣捷 王" userId="b965477fa0aef5e6" providerId="LiveId" clId="{3AB12DA9-D255-4A43-8E46-41EA37F6CFDB}" dt="2024-06-07T07:31:14.460" v="73"/>
          <ac:picMkLst>
            <pc:docMk/>
            <pc:sldMk cId="524904732" sldId="1016"/>
            <ac:picMk id="8" creationId="{0A1B0C1A-391B-E7DD-802A-8FEEEB95E15F}"/>
          </ac:picMkLst>
        </pc:picChg>
      </pc:sldChg>
      <pc:sldChg chg="modSp del mod">
        <pc:chgData name="欣捷 王" userId="b965477fa0aef5e6" providerId="LiveId" clId="{3AB12DA9-D255-4A43-8E46-41EA37F6CFDB}" dt="2024-06-07T07:29:07.559" v="6" actId="47"/>
        <pc:sldMkLst>
          <pc:docMk/>
          <pc:sldMk cId="877558421" sldId="1017"/>
        </pc:sldMkLst>
        <pc:spChg chg="mod">
          <ac:chgData name="欣捷 王" userId="b965477fa0aef5e6" providerId="LiveId" clId="{3AB12DA9-D255-4A43-8E46-41EA37F6CFDB}" dt="2024-06-07T07:29:06.045" v="2"/>
          <ac:spMkLst>
            <pc:docMk/>
            <pc:sldMk cId="877558421" sldId="1017"/>
            <ac:spMk id="17" creationId="{5E2F276D-09EE-ACDD-D268-4C5D318DD01E}"/>
          </ac:spMkLst>
        </pc:spChg>
        <pc:spChg chg="mod">
          <ac:chgData name="欣捷 王" userId="b965477fa0aef5e6" providerId="LiveId" clId="{3AB12DA9-D255-4A43-8E46-41EA37F6CFDB}" dt="2024-06-07T07:29:06.045" v="1"/>
          <ac:spMkLst>
            <pc:docMk/>
            <pc:sldMk cId="877558421" sldId="1017"/>
            <ac:spMk id="18" creationId="{54DE3F89-B541-11D4-B89C-8BB19786DACD}"/>
          </ac:spMkLst>
        </pc:spChg>
        <pc:spChg chg="mod">
          <ac:chgData name="欣捷 王" userId="b965477fa0aef5e6" providerId="LiveId" clId="{3AB12DA9-D255-4A43-8E46-41EA37F6CFDB}" dt="2024-06-07T07:29:06.045" v="1"/>
          <ac:spMkLst>
            <pc:docMk/>
            <pc:sldMk cId="877558421" sldId="1017"/>
            <ac:spMk id="19" creationId="{64F9080B-DB8B-C85B-9362-2597F2977719}"/>
          </ac:spMkLst>
        </pc:spChg>
        <pc:spChg chg="mod">
          <ac:chgData name="欣捷 王" userId="b965477fa0aef5e6" providerId="LiveId" clId="{3AB12DA9-D255-4A43-8E46-41EA37F6CFDB}" dt="2024-06-07T07:29:06.045" v="1"/>
          <ac:spMkLst>
            <pc:docMk/>
            <pc:sldMk cId="877558421" sldId="1017"/>
            <ac:spMk id="20" creationId="{15C315BD-646B-6716-61DF-5CB8813B1F67}"/>
          </ac:spMkLst>
        </pc:spChg>
        <pc:grpChg chg="mod">
          <ac:chgData name="欣捷 王" userId="b965477fa0aef5e6" providerId="LiveId" clId="{3AB12DA9-D255-4A43-8E46-41EA37F6CFDB}" dt="2024-06-07T07:29:06.045" v="3"/>
          <ac:grpSpMkLst>
            <pc:docMk/>
            <pc:sldMk cId="877558421" sldId="1017"/>
            <ac:grpSpMk id="21" creationId="{A8A52299-A51F-2DD9-07EC-52BCC193CEE1}"/>
          </ac:grpSpMkLst>
        </pc:grpChg>
        <pc:picChg chg="mod ord">
          <ac:chgData name="欣捷 王" userId="b965477fa0aef5e6" providerId="LiveId" clId="{3AB12DA9-D255-4A43-8E46-41EA37F6CFDB}" dt="2024-06-07T07:29:06.046" v="5"/>
          <ac:picMkLst>
            <pc:docMk/>
            <pc:sldMk cId="877558421" sldId="1017"/>
            <ac:picMk id="6" creationId="{9C7A2C64-25E5-073F-472E-DB952B1E45D9}"/>
          </ac:picMkLst>
        </pc:picChg>
      </pc:sldChg>
    </pc:docChg>
  </pc:docChgLst>
  <pc:docChgLst>
    <pc:chgData name="王 欣捷" userId="b965477fa0aef5e6" providerId="LiveId" clId="{6B25E3A0-8D13-427B-91C6-98F6CF017510}"/>
    <pc:docChg chg="undo redo custSel addSld delSld modSld sldOrd">
      <pc:chgData name="王 欣捷" userId="b965477fa0aef5e6" providerId="LiveId" clId="{6B25E3A0-8D13-427B-91C6-98F6CF017510}" dt="2021-04-20T14:19:47.465" v="1513" actId="20577"/>
      <pc:docMkLst>
        <pc:docMk/>
      </pc:docMkLst>
      <pc:sldChg chg="del">
        <pc:chgData name="王 欣捷" userId="b965477fa0aef5e6" providerId="LiveId" clId="{6B25E3A0-8D13-427B-91C6-98F6CF017510}" dt="2021-04-20T13:08:17.013" v="389" actId="47"/>
        <pc:sldMkLst>
          <pc:docMk/>
          <pc:sldMk cId="1691911314" sldId="935"/>
        </pc:sldMkLst>
      </pc:sldChg>
      <pc:sldChg chg="del">
        <pc:chgData name="王 欣捷" userId="b965477fa0aef5e6" providerId="LiveId" clId="{6B25E3A0-8D13-427B-91C6-98F6CF017510}" dt="2021-04-20T13:08:18.638" v="390" actId="47"/>
        <pc:sldMkLst>
          <pc:docMk/>
          <pc:sldMk cId="3961065735" sldId="936"/>
        </pc:sldMkLst>
      </pc:sldChg>
      <pc:sldChg chg="del">
        <pc:chgData name="王 欣捷" userId="b965477fa0aef5e6" providerId="LiveId" clId="{6B25E3A0-8D13-427B-91C6-98F6CF017510}" dt="2021-04-20T13:55:36.044" v="1045" actId="47"/>
        <pc:sldMkLst>
          <pc:docMk/>
          <pc:sldMk cId="739956894" sldId="938"/>
        </pc:sldMkLst>
      </pc:sldChg>
      <pc:sldChg chg="del">
        <pc:chgData name="王 欣捷" userId="b965477fa0aef5e6" providerId="LiveId" clId="{6B25E3A0-8D13-427B-91C6-98F6CF017510}" dt="2021-04-20T14:09:57.154" v="1318" actId="47"/>
        <pc:sldMkLst>
          <pc:docMk/>
          <pc:sldMk cId="0" sldId="940"/>
        </pc:sldMkLst>
      </pc:sldChg>
      <pc:sldChg chg="del">
        <pc:chgData name="王 欣捷" userId="b965477fa0aef5e6" providerId="LiveId" clId="{6B25E3A0-8D13-427B-91C6-98F6CF017510}" dt="2021-04-20T14:13:44.761" v="1393" actId="47"/>
        <pc:sldMkLst>
          <pc:docMk/>
          <pc:sldMk cId="0" sldId="942"/>
        </pc:sldMkLst>
      </pc:sldChg>
      <pc:sldChg chg="add del">
        <pc:chgData name="王 欣捷" userId="b965477fa0aef5e6" providerId="LiveId" clId="{6B25E3A0-8D13-427B-91C6-98F6CF017510}" dt="2021-04-20T14:13:45.610" v="1394" actId="47"/>
        <pc:sldMkLst>
          <pc:docMk/>
          <pc:sldMk cId="0" sldId="943"/>
        </pc:sldMkLst>
      </pc:sldChg>
      <pc:sldChg chg="del">
        <pc:chgData name="王 欣捷" userId="b965477fa0aef5e6" providerId="LiveId" clId="{6B25E3A0-8D13-427B-91C6-98F6CF017510}" dt="2021-04-20T14:16:03.024" v="1439" actId="47"/>
        <pc:sldMkLst>
          <pc:docMk/>
          <pc:sldMk cId="672076074" sldId="945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4090644917" sldId="946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0" sldId="947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0" sldId="955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6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7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8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9"/>
        </pc:sldMkLst>
      </pc:sldChg>
      <pc:sldChg chg="addSp delSp modSp mod modClrScheme modAnim chgLayout">
        <pc:chgData name="王 欣捷" userId="b965477fa0aef5e6" providerId="LiveId" clId="{6B25E3A0-8D13-427B-91C6-98F6CF017510}" dt="2021-04-20T13:16:49.922" v="491"/>
        <pc:sldMkLst>
          <pc:docMk/>
          <pc:sldMk cId="0" sldId="960"/>
        </pc:sldMkLst>
        <pc:spChg chg="add del mod">
          <ac:chgData name="王 欣捷" userId="b965477fa0aef5e6" providerId="LiveId" clId="{6B25E3A0-8D13-427B-91C6-98F6CF017510}" dt="2021-04-20T13:14:27.936" v="429" actId="21"/>
          <ac:spMkLst>
            <pc:docMk/>
            <pc:sldMk cId="0" sldId="960"/>
            <ac:spMk id="3" creationId="{EC2DE26E-C153-475E-96BD-E1ACC12C1A3B}"/>
          </ac:spMkLst>
        </pc:spChg>
        <pc:spChg chg="add del mod ord">
          <ac:chgData name="王 欣捷" userId="b965477fa0aef5e6" providerId="LiveId" clId="{6B25E3A0-8D13-427B-91C6-98F6CF017510}" dt="2021-04-20T13:14:30.960" v="431" actId="700"/>
          <ac:spMkLst>
            <pc:docMk/>
            <pc:sldMk cId="0" sldId="960"/>
            <ac:spMk id="5" creationId="{75E2B365-DCB2-45C8-9654-7596D4B3F946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1" creationId="{4E961AEC-201E-4F11-9D73-4FA4A459A03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2" creationId="{2A4AD180-0A46-4F9F-9860-CE446D8D87E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3" creationId="{2D4BADC1-3083-4136-B29B-FED17956ED8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4" creationId="{ADD2B8ED-215E-440F-9418-9D1601C6405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5" creationId="{8A473652-BE70-40F5-8D6B-A9CB3BA128F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6" creationId="{83D08D61-7479-4AB5-9A93-B05F9354D40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7" creationId="{7CFE2769-90E3-4D4E-8437-E6F70B78E54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8" creationId="{E8EE1921-8059-426F-AD0A-70B922417AE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9" creationId="{60DBD097-0429-4A85-87EE-5CC9E526E22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0" creationId="{FCC67AA0-3874-4B0A-B6B8-0DA27CD7FCB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1" creationId="{9F61E2F5-8958-43D4-9BC2-F395DF2AAF6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2" creationId="{D42A2DFB-7081-46A8-B4BF-3A4F66DD880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3" creationId="{11D0E16B-AA22-4EDB-86C9-1CB848013BB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4" creationId="{6D9634A7-6DE0-4521-A06C-D3F68BF1862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5" creationId="{8F6F6D84-10B1-4EDD-BA50-7E5A969BA758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6" creationId="{6FB112A1-0D58-44FE-9D58-E458E052E570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7" creationId="{8D4970C0-4EE2-4767-946C-E1C06598972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9" creationId="{47D93BFC-9A2F-420F-8949-7475BF3B336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0" creationId="{983FABFC-7944-44F7-B307-0B4A9B909DC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1" creationId="{BECFDE40-87FD-411B-A970-B54BD6D98E4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2" creationId="{DD509894-70EB-4641-9CDC-C7C6B656E0E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3" creationId="{D21D6F19-7871-4716-839F-1A9AF050722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4" creationId="{0D1A953A-43FD-49B8-9FA6-0BEFDA69F47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5" creationId="{2C03B295-C59E-431A-BBD5-AFDBA535344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7" creationId="{E66B0C42-51B2-4B79-AE72-D9B6F7A0121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8" creationId="{485A96A2-6202-43BD-A980-7A0A2A1C958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9" creationId="{EC556852-201F-4F72-A59E-0A2359FFE9A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0" creationId="{9FF7E9B2-7167-4E52-BB92-1CB3293CD6A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1" creationId="{A3150FF1-836E-4A6C-8814-D49DF14CCFB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2" creationId="{E2A247F2-DB99-4BBB-B18D-57DE4572260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3" creationId="{274A9CE3-C7C5-454E-9A3D-3BCA8B3694C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5" creationId="{CC6D98C4-E285-4D95-A140-6C298DFFB07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6" creationId="{91ED5100-7E64-4954-8FDB-4F5044C9DEF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7" creationId="{1D5E413D-0695-4999-A696-F9133ACA8FA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8" creationId="{57DA407F-5D90-40EA-9DD1-B63223DE3CB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9" creationId="{0A4A00B3-99C6-459A-A4EA-DB8E8505602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0" creationId="{271328D4-7934-4FDB-BCCE-858F65AE7B0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1" creationId="{2B2AA360-AB13-4541-BEDE-A6CF7ED1C2C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2" creationId="{2B71E3CB-6AEF-4991-ACD0-FAA9FA8B61F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3" creationId="{8BC59514-D7F5-49FC-AF57-55407971A79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5" creationId="{932D12F9-96E5-475A-A1EA-8D2C537A099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6" creationId="{6935D018-BBB5-432C-85D7-F47DC4B1E4D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7" creationId="{538E43DD-D6C0-4F05-860B-440D8C1931A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8" creationId="{34CCB015-09F3-498E-900A-333ECFD6E66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9" creationId="{82E8783D-5DED-4367-B439-5215B0B1E62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0" creationId="{81B3E52B-5B19-4A20-9D3A-C60EFC3298C6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1" creationId="{FB3A8741-5E2A-4AB6-A24A-23DF1F80DB6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2" creationId="{FD05EA31-CFE6-420A-8CD5-99F3DFC728E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3" creationId="{C906D85F-3F08-42A6-A1FF-99FE2D68D21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5" creationId="{CC727957-BB36-4F57-AEF4-05AD65279A1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6" creationId="{61F2B5BB-604A-48DA-8AC4-D6AC006D7A1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7" creationId="{F3811991-9313-45A6-B485-6C96D4BC204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8" creationId="{008052FF-8121-41E7-8512-AC35713659C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9" creationId="{9F855086-18FE-4240-AB31-0C8E24E5476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70" creationId="{CB2032B3-1301-4FFA-9F31-E69FCCE8E6DE}"/>
          </ac:spMkLst>
        </pc:spChg>
        <pc:spChg chg="mod ord">
          <ac:chgData name="王 欣捷" userId="b965477fa0aef5e6" providerId="LiveId" clId="{6B25E3A0-8D13-427B-91C6-98F6CF017510}" dt="2021-04-20T13:14:30.960" v="431" actId="700"/>
          <ac:spMkLst>
            <pc:docMk/>
            <pc:sldMk cId="0" sldId="960"/>
            <ac:spMk id="68610" creationId="{FCF627FA-E208-40D5-97E0-90077863FC2F}"/>
          </ac:spMkLst>
        </pc:spChg>
        <pc:spChg chg="mod ord">
          <ac:chgData name="王 欣捷" userId="b965477fa0aef5e6" providerId="LiveId" clId="{6B25E3A0-8D13-427B-91C6-98F6CF017510}" dt="2021-04-20T13:16:22.068" v="487" actId="20577"/>
          <ac:spMkLst>
            <pc:docMk/>
            <pc:sldMk cId="0" sldId="960"/>
            <ac:spMk id="68611" creationId="{C45CFE14-D59E-4A35-936E-710342AAD8D2}"/>
          </ac:spMkLst>
        </pc:s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10" creationId="{2EB6E117-BA42-4CD3-8F97-5023A1EE6503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28" creationId="{BFFAA2BB-CF42-4ACF-AEE1-42F3C3A1FEC7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36" creationId="{EA9D4878-E46D-41FE-B2AA-E67E473AA3CE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44" creationId="{56A048D7-3ECC-412E-8C98-74F9BBF60D5D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54" creationId="{DB87A4B4-0D58-459B-B37D-C5A4D3959BE3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64" creationId="{9F6E0258-BFAE-48F1-A7FB-45FE4D4A6750}"/>
          </ac:grpSpMkLst>
        </pc:grpChg>
        <pc:graphicFrameChg chg="add del mod modGraphic">
          <ac:chgData name="王 欣捷" userId="b965477fa0aef5e6" providerId="LiveId" clId="{6B25E3A0-8D13-427B-91C6-98F6CF017510}" dt="2021-04-20T13:16:07.440" v="483" actId="478"/>
          <ac:graphicFrameMkLst>
            <pc:docMk/>
            <pc:sldMk cId="0" sldId="960"/>
            <ac:graphicFrameMk id="9" creationId="{D436AF82-9558-4D93-B393-C8EA6D421FE5}"/>
          </ac:graphicFrameMkLst>
        </pc:graphicFrameChg>
        <pc:graphicFrameChg chg="add del">
          <ac:chgData name="王 欣捷" userId="b965477fa0aef5e6" providerId="LiveId" clId="{6B25E3A0-8D13-427B-91C6-98F6CF017510}" dt="2021-04-20T13:14:29.111" v="430" actId="21"/>
          <ac:graphicFrameMkLst>
            <pc:docMk/>
            <pc:sldMk cId="0" sldId="960"/>
            <ac:graphicFrameMk id="808964" creationId="{40242341-B7B6-4C26-BD47-3939901F14D1}"/>
          </ac:graphicFrameMkLst>
        </pc:graphicFrameChg>
      </pc:sldChg>
      <pc:sldChg chg="addSp delSp modSp mod chgLayout">
        <pc:chgData name="王 欣捷" userId="b965477fa0aef5e6" providerId="LiveId" clId="{6B25E3A0-8D13-427B-91C6-98F6CF017510}" dt="2021-04-20T13:47:13.753" v="879" actId="113"/>
        <pc:sldMkLst>
          <pc:docMk/>
          <pc:sldMk cId="0" sldId="962"/>
        </pc:sldMkLst>
        <pc:spChg chg="add del mo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2" creationId="{ACED3F01-2387-446E-AC6A-E6878A7021AD}"/>
          </ac:spMkLst>
        </pc:spChg>
        <pc:spChg chg="add del mo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3" creationId="{0AED8BB3-6BCC-465A-8C6C-1A8D3ABAE78B}"/>
          </ac:spMkLst>
        </pc:spChg>
        <pc:spChg chg="mod or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30722" creationId="{E2B84779-F6AC-4BAD-A1E5-A758C1532E65}"/>
          </ac:spMkLst>
        </pc:spChg>
        <pc:spChg chg="mod ord">
          <ac:chgData name="王 欣捷" userId="b965477fa0aef5e6" providerId="LiveId" clId="{6B25E3A0-8D13-427B-91C6-98F6CF017510}" dt="2021-04-20T13:47:13.753" v="879" actId="113"/>
          <ac:spMkLst>
            <pc:docMk/>
            <pc:sldMk cId="0" sldId="962"/>
            <ac:spMk id="30723" creationId="{A6CADA6A-23BE-40F6-B6A2-A7A29A15497B}"/>
          </ac:spMkLst>
        </pc:spChg>
      </pc:sldChg>
      <pc:sldChg chg="del ord">
        <pc:chgData name="王 欣捷" userId="b965477fa0aef5e6" providerId="LiveId" clId="{6B25E3A0-8D13-427B-91C6-98F6CF017510}" dt="2021-04-20T13:46:29.446" v="864" actId="47"/>
        <pc:sldMkLst>
          <pc:docMk/>
          <pc:sldMk cId="0" sldId="963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4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5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6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7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8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9"/>
        </pc:sldMkLst>
      </pc:sldChg>
      <pc:sldChg chg="del">
        <pc:chgData name="王 欣捷" userId="b965477fa0aef5e6" providerId="LiveId" clId="{6B25E3A0-8D13-427B-91C6-98F6CF017510}" dt="2021-04-20T14:14:04.852" v="1396" actId="47"/>
        <pc:sldMkLst>
          <pc:docMk/>
          <pc:sldMk cId="0" sldId="971"/>
        </pc:sldMkLst>
      </pc:sldChg>
      <pc:sldChg chg="modSp mod">
        <pc:chgData name="王 欣捷" userId="b965477fa0aef5e6" providerId="LiveId" clId="{6B25E3A0-8D13-427B-91C6-98F6CF017510}" dt="2021-04-20T13:22:53.797" v="527" actId="113"/>
        <pc:sldMkLst>
          <pc:docMk/>
          <pc:sldMk cId="0" sldId="1080"/>
        </pc:sldMkLst>
        <pc:spChg chg="mod">
          <ac:chgData name="王 欣捷" userId="b965477fa0aef5e6" providerId="LiveId" clId="{6B25E3A0-8D13-427B-91C6-98F6CF017510}" dt="2021-04-20T13:22:53.797" v="527" actId="113"/>
          <ac:spMkLst>
            <pc:docMk/>
            <pc:sldMk cId="0" sldId="1080"/>
            <ac:spMk id="15368" creationId="{0AF61221-0C2D-42BC-96D9-BFE579CB64AB}"/>
          </ac:spMkLst>
        </pc:spChg>
      </pc:sldChg>
      <pc:sldChg chg="modSp mod">
        <pc:chgData name="王 欣捷" userId="b965477fa0aef5e6" providerId="LiveId" clId="{6B25E3A0-8D13-427B-91C6-98F6CF017510}" dt="2021-04-20T13:17:08.689" v="492" actId="2710"/>
        <pc:sldMkLst>
          <pc:docMk/>
          <pc:sldMk cId="0" sldId="1090"/>
        </pc:sldMkLst>
        <pc:spChg chg="mod">
          <ac:chgData name="王 欣捷" userId="b965477fa0aef5e6" providerId="LiveId" clId="{6B25E3A0-8D13-427B-91C6-98F6CF017510}" dt="2021-04-20T13:17:08.689" v="492" actId="2710"/>
          <ac:spMkLst>
            <pc:docMk/>
            <pc:sldMk cId="0" sldId="1090"/>
            <ac:spMk id="72707" creationId="{FEB2BB3A-81CC-4ABD-A121-E8ED803B6BA9}"/>
          </ac:spMkLst>
        </pc:spChg>
      </pc:sldChg>
      <pc:sldChg chg="modSp mod chgLayout">
        <pc:chgData name="王 欣捷" userId="b965477fa0aef5e6" providerId="LiveId" clId="{6B25E3A0-8D13-427B-91C6-98F6CF017510}" dt="2021-04-20T13:17:45.153" v="497" actId="207"/>
        <pc:sldMkLst>
          <pc:docMk/>
          <pc:sldMk cId="0" sldId="1092"/>
        </pc:sldMkLst>
        <pc:spChg chg="mod ord">
          <ac:chgData name="王 欣捷" userId="b965477fa0aef5e6" providerId="LiveId" clId="{6B25E3A0-8D13-427B-91C6-98F6CF017510}" dt="2021-04-20T13:17:21.597" v="493" actId="700"/>
          <ac:spMkLst>
            <pc:docMk/>
            <pc:sldMk cId="0" sldId="1092"/>
            <ac:spMk id="75778" creationId="{8FC5D2F0-42F8-4D25-9C9E-A2DB00142697}"/>
          </ac:spMkLst>
        </pc:spChg>
        <pc:spChg chg="mod ord">
          <ac:chgData name="王 欣捷" userId="b965477fa0aef5e6" providerId="LiveId" clId="{6B25E3A0-8D13-427B-91C6-98F6CF017510}" dt="2021-04-20T13:17:45.153" v="497" actId="207"/>
          <ac:spMkLst>
            <pc:docMk/>
            <pc:sldMk cId="0" sldId="1092"/>
            <ac:spMk id="75779" creationId="{2491CD41-39E6-48BE-B085-53D39C99FC27}"/>
          </ac:spMkLst>
        </pc:spChg>
      </pc:sldChg>
      <pc:sldChg chg="modSp mod chgLayout">
        <pc:chgData name="王 欣捷" userId="b965477fa0aef5e6" providerId="LiveId" clId="{6B25E3A0-8D13-427B-91C6-98F6CF017510}" dt="2021-04-20T13:18:26.576" v="507" actId="207"/>
        <pc:sldMkLst>
          <pc:docMk/>
          <pc:sldMk cId="0" sldId="1093"/>
        </pc:sldMkLst>
        <pc:spChg chg="mod ord">
          <ac:chgData name="王 欣捷" userId="b965477fa0aef5e6" providerId="LiveId" clId="{6B25E3A0-8D13-427B-91C6-98F6CF017510}" dt="2021-04-20T13:17:48.513" v="498" actId="700"/>
          <ac:spMkLst>
            <pc:docMk/>
            <pc:sldMk cId="0" sldId="1093"/>
            <ac:spMk id="76802" creationId="{1F95A803-F7B1-47C3-8501-B610AFD2B071}"/>
          </ac:spMkLst>
        </pc:spChg>
        <pc:spChg chg="mod ord">
          <ac:chgData name="王 欣捷" userId="b965477fa0aef5e6" providerId="LiveId" clId="{6B25E3A0-8D13-427B-91C6-98F6CF017510}" dt="2021-04-20T13:18:26.576" v="507" actId="207"/>
          <ac:spMkLst>
            <pc:docMk/>
            <pc:sldMk cId="0" sldId="1093"/>
            <ac:spMk id="660483" creationId="{83D08FC5-AE32-4DA5-BEC8-B16EF53D22AF}"/>
          </ac:spMkLst>
        </pc:spChg>
      </pc:sldChg>
      <pc:sldChg chg="modSp mod">
        <pc:chgData name="王 欣捷" userId="b965477fa0aef5e6" providerId="LiveId" clId="{6B25E3A0-8D13-427B-91C6-98F6CF017510}" dt="2021-04-20T13:21:17.780" v="520" actId="2711"/>
        <pc:sldMkLst>
          <pc:docMk/>
          <pc:sldMk cId="0" sldId="1094"/>
        </pc:sldMkLst>
        <pc:spChg chg="mod">
          <ac:chgData name="王 欣捷" userId="b965477fa0aef5e6" providerId="LiveId" clId="{6B25E3A0-8D13-427B-91C6-98F6CF017510}" dt="2021-04-20T13:21:17.780" v="520" actId="2711"/>
          <ac:spMkLst>
            <pc:docMk/>
            <pc:sldMk cId="0" sldId="1094"/>
            <ac:spMk id="77827" creationId="{8F605914-E625-45C7-A58F-385FE658FC2A}"/>
          </ac:spMkLst>
        </pc:spChg>
      </pc:sldChg>
      <pc:sldChg chg="modSp mod">
        <pc:chgData name="王 欣捷" userId="b965477fa0aef5e6" providerId="LiveId" clId="{6B25E3A0-8D13-427B-91C6-98F6CF017510}" dt="2021-04-20T13:20:58.834" v="519" actId="2711"/>
        <pc:sldMkLst>
          <pc:docMk/>
          <pc:sldMk cId="0" sldId="1096"/>
        </pc:sldMkLst>
        <pc:spChg chg="mod">
          <ac:chgData name="王 欣捷" userId="b965477fa0aef5e6" providerId="LiveId" clId="{6B25E3A0-8D13-427B-91C6-98F6CF017510}" dt="2021-04-20T13:20:38.376" v="518" actId="122"/>
          <ac:spMkLst>
            <pc:docMk/>
            <pc:sldMk cId="0" sldId="1096"/>
            <ac:spMk id="2" creationId="{99ED042A-F14E-476D-B5D3-627CBB3BA417}"/>
          </ac:spMkLst>
        </pc:spChg>
        <pc:spChg chg="mod">
          <ac:chgData name="王 欣捷" userId="b965477fa0aef5e6" providerId="LiveId" clId="{6B25E3A0-8D13-427B-91C6-98F6CF017510}" dt="2021-04-20T13:20:58.834" v="519" actId="2711"/>
          <ac:spMkLst>
            <pc:docMk/>
            <pc:sldMk cId="0" sldId="1096"/>
            <ac:spMk id="79875" creationId="{3496AE12-4685-49D3-872D-64D9360A2947}"/>
          </ac:spMkLst>
        </pc:spChg>
      </pc:sldChg>
      <pc:sldChg chg="modSp mod">
        <pc:chgData name="王 欣捷" userId="b965477fa0aef5e6" providerId="LiveId" clId="{6B25E3A0-8D13-427B-91C6-98F6CF017510}" dt="2021-04-20T13:21:27" v="521" actId="2711"/>
        <pc:sldMkLst>
          <pc:docMk/>
          <pc:sldMk cId="0" sldId="1097"/>
        </pc:sldMkLst>
        <pc:spChg chg="mod">
          <ac:chgData name="王 欣捷" userId="b965477fa0aef5e6" providerId="LiveId" clId="{6B25E3A0-8D13-427B-91C6-98F6CF017510}" dt="2021-04-20T13:21:27" v="521" actId="2711"/>
          <ac:spMkLst>
            <pc:docMk/>
            <pc:sldMk cId="0" sldId="1097"/>
            <ac:spMk id="80899" creationId="{886A2E01-BA02-493A-8D7E-74202C05C196}"/>
          </ac:spMkLst>
        </pc:spChg>
      </pc:sldChg>
      <pc:sldChg chg="modSp">
        <pc:chgData name="王 欣捷" userId="b965477fa0aef5e6" providerId="LiveId" clId="{6B25E3A0-8D13-427B-91C6-98F6CF017510}" dt="2021-04-20T14:19:47.465" v="1513" actId="20577"/>
        <pc:sldMkLst>
          <pc:docMk/>
          <pc:sldMk cId="0" sldId="1100"/>
        </pc:sldMkLst>
        <pc:spChg chg="mod">
          <ac:chgData name="王 欣捷" userId="b965477fa0aef5e6" providerId="LiveId" clId="{6B25E3A0-8D13-427B-91C6-98F6CF017510}" dt="2021-04-20T14:19:47.465" v="1513" actId="20577"/>
          <ac:spMkLst>
            <pc:docMk/>
            <pc:sldMk cId="0" sldId="1100"/>
            <ac:spMk id="664579" creationId="{387D2C00-D05F-4898-866E-38BF31F11C44}"/>
          </ac:spMkLst>
        </pc:spChg>
      </pc:sldChg>
      <pc:sldChg chg="modSp mod">
        <pc:chgData name="王 欣捷" userId="b965477fa0aef5e6" providerId="LiveId" clId="{6B25E3A0-8D13-427B-91C6-98F6CF017510}" dt="2021-04-20T13:22:13.687" v="523" actId="207"/>
        <pc:sldMkLst>
          <pc:docMk/>
          <pc:sldMk cId="0" sldId="1105"/>
        </pc:sldMkLst>
        <pc:spChg chg="mod">
          <ac:chgData name="王 欣捷" userId="b965477fa0aef5e6" providerId="LiveId" clId="{6B25E3A0-8D13-427B-91C6-98F6CF017510}" dt="2021-04-20T13:22:13.687" v="523" actId="207"/>
          <ac:spMkLst>
            <pc:docMk/>
            <pc:sldMk cId="0" sldId="1105"/>
            <ac:spMk id="92163" creationId="{FB5C61FF-92E8-4488-ACF5-2C334AD85128}"/>
          </ac:spMkLst>
        </pc:spChg>
      </pc:sldChg>
      <pc:sldChg chg="modSp mod">
        <pc:chgData name="王 欣捷" userId="b965477fa0aef5e6" providerId="LiveId" clId="{6B25E3A0-8D13-427B-91C6-98F6CF017510}" dt="2021-04-20T13:22:27.178" v="526" actId="113"/>
        <pc:sldMkLst>
          <pc:docMk/>
          <pc:sldMk cId="0" sldId="1106"/>
        </pc:sldMkLst>
        <pc:spChg chg="mod">
          <ac:chgData name="王 欣捷" userId="b965477fa0aef5e6" providerId="LiveId" clId="{6B25E3A0-8D13-427B-91C6-98F6CF017510}" dt="2021-04-20T13:22:27.178" v="526" actId="113"/>
          <ac:spMkLst>
            <pc:docMk/>
            <pc:sldMk cId="0" sldId="1106"/>
            <ac:spMk id="93192" creationId="{2973C2F5-7F6D-4721-96AE-974A0786A0CF}"/>
          </ac:spMkLst>
        </pc:spChg>
        <pc:spChg chg="mod">
          <ac:chgData name="王 欣捷" userId="b965477fa0aef5e6" providerId="LiveId" clId="{6B25E3A0-8D13-427B-91C6-98F6CF017510}" dt="2021-04-20T13:22:25.122" v="525" actId="113"/>
          <ac:spMkLst>
            <pc:docMk/>
            <pc:sldMk cId="0" sldId="1106"/>
            <ac:spMk id="93196" creationId="{E656516D-83E1-4472-BA5D-94DB749576B8}"/>
          </ac:spMkLst>
        </pc:spChg>
        <pc:grpChg chg="mod">
          <ac:chgData name="王 欣捷" userId="b965477fa0aef5e6" providerId="LiveId" clId="{6B25E3A0-8D13-427B-91C6-98F6CF017510}" dt="2021-04-20T13:22:21.152" v="524" actId="113"/>
          <ac:grpSpMkLst>
            <pc:docMk/>
            <pc:sldMk cId="0" sldId="1106"/>
            <ac:grpSpMk id="93188" creationId="{CEAA116F-ACBF-4CFB-82A1-1DE3DFC3ED9D}"/>
          </ac:grpSpMkLst>
        </pc:grpChg>
      </pc:sldChg>
      <pc:sldChg chg="del">
        <pc:chgData name="王 欣捷" userId="b965477fa0aef5e6" providerId="LiveId" clId="{6B25E3A0-8D13-427B-91C6-98F6CF017510}" dt="2021-04-20T12:53:00.742" v="214" actId="47"/>
        <pc:sldMkLst>
          <pc:docMk/>
          <pc:sldMk cId="0" sldId="1108"/>
        </pc:sldMkLst>
      </pc:sldChg>
      <pc:sldChg chg="del">
        <pc:chgData name="王 欣捷" userId="b965477fa0aef5e6" providerId="LiveId" clId="{6B25E3A0-8D13-427B-91C6-98F6CF017510}" dt="2021-04-20T12:53:02.021" v="215" actId="47"/>
        <pc:sldMkLst>
          <pc:docMk/>
          <pc:sldMk cId="0" sldId="1109"/>
        </pc:sldMkLst>
      </pc:sldChg>
      <pc:sldChg chg="modSp mod">
        <pc:chgData name="王 欣捷" userId="b965477fa0aef5e6" providerId="LiveId" clId="{6B25E3A0-8D13-427B-91C6-98F6CF017510}" dt="2021-04-20T13:48:04.755" v="885" actId="207"/>
        <pc:sldMkLst>
          <pc:docMk/>
          <pc:sldMk cId="0" sldId="1110"/>
        </pc:sldMkLst>
        <pc:spChg chg="mod">
          <ac:chgData name="王 欣捷" userId="b965477fa0aef5e6" providerId="LiveId" clId="{6B25E3A0-8D13-427B-91C6-98F6CF017510}" dt="2021-04-20T13:48:04.755" v="885" actId="207"/>
          <ac:spMkLst>
            <pc:docMk/>
            <pc:sldMk cId="0" sldId="1110"/>
            <ac:spMk id="34819" creationId="{9766E0A3-CF43-4A15-8C12-C54C607CCC6D}"/>
          </ac:spMkLst>
        </pc:spChg>
      </pc:sldChg>
      <pc:sldChg chg="addSp delSp modSp mod modAnim">
        <pc:chgData name="王 欣捷" userId="b965477fa0aef5e6" providerId="LiveId" clId="{6B25E3A0-8D13-427B-91C6-98F6CF017510}" dt="2021-04-20T12:51:49.274" v="212" actId="478"/>
        <pc:sldMkLst>
          <pc:docMk/>
          <pc:sldMk cId="0" sldId="1127"/>
        </pc:sldMkLst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9" creationId="{ADC7BF6F-64E4-4509-899E-B05E98EA8C94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0" creationId="{43C79F51-6634-4969-B9AA-F9D45B6501F3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1" creationId="{B70855AA-3A00-42B0-8B0C-21D9E8E74ACB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2" creationId="{9FE7472B-ECCC-435A-BA17-E4DAFF53AD19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3" creationId="{F7380227-1460-4D4A-8644-2CDEBAD9069F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4" creationId="{AD9024D7-948C-44F2-85C0-3D57E118DBCF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5" creationId="{CD139EBB-A1D1-4747-8705-1E29D4D4AD31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6" creationId="{07C74E1D-1876-4CEE-9A5F-23CDDE646963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7" creationId="{EFE95AFA-2302-4623-93ED-C34A55E899BB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8" creationId="{5FB66948-B365-411C-A0B6-4F30EF71FBE9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9" creationId="{8A9099A3-D129-4864-98E2-4DC4E2657738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0" creationId="{A09BF38F-57E1-4A34-B687-823E4A4B7A75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1" creationId="{3856BBA1-C268-43C7-82C7-DD7453D46E86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3" creationId="{F9CADBB2-49D7-4174-9287-683619CFBEB2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4" creationId="{785F10A3-D1C9-48FF-B3EF-2EBE26542554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5" creationId="{626018B3-4CE4-4F37-A427-EC37F55F355E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6" creationId="{88777663-BFEA-4CFE-B351-6D6314D76078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7" creationId="{1AE343B6-C106-4CE6-AC6E-306DE41C4B1C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9" creationId="{FC72B653-2250-469C-9815-AB9C221F49D2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0" creationId="{99D673BA-96E9-4EAA-8B40-3484A1B462F6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1" creationId="{0B26CAE1-56AF-4D91-9118-48B943A8A541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2" creationId="{130657CF-40F9-4BF4-B768-6CEDF879FDA5}"/>
          </ac:spMkLst>
        </pc:spChg>
        <pc:spChg chg="mod">
          <ac:chgData name="王 欣捷" userId="b965477fa0aef5e6" providerId="LiveId" clId="{6B25E3A0-8D13-427B-91C6-98F6CF017510}" dt="2021-04-20T12:51:46.002" v="211" actId="14100"/>
          <ac:spMkLst>
            <pc:docMk/>
            <pc:sldMk cId="0" sldId="1127"/>
            <ac:spMk id="33" creationId="{16E006BD-103C-494A-9C39-E6997770B976}"/>
          </ac:spMkLst>
        </pc:s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6" creationId="{9AFE3641-BD0A-484C-9391-CA1EA4B44988}"/>
          </ac:grpSpMkLst>
        </pc:grpChg>
        <pc:grpChg chg="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8" creationId="{086B66DC-B186-4618-8473-6A792E9AB2CB}"/>
          </ac:grpSpMkLst>
        </pc:gr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22" creationId="{5A4D2AA1-1379-4447-B031-00615D25AF28}"/>
          </ac:grpSpMkLst>
        </pc:gr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28" creationId="{E2D1B4D7-2815-4BDF-8634-5217291177F7}"/>
          </ac:grpSpMkLst>
        </pc:grpChg>
        <pc:graphicFrameChg chg="add del">
          <ac:chgData name="王 欣捷" userId="b965477fa0aef5e6" providerId="LiveId" clId="{6B25E3A0-8D13-427B-91C6-98F6CF017510}" dt="2021-04-20T12:51:49.274" v="212" actId="478"/>
          <ac:graphicFrameMkLst>
            <pc:docMk/>
            <pc:sldMk cId="0" sldId="1127"/>
            <ac:graphicFrameMk id="7" creationId="{B53CAE73-8446-4346-AD74-E034238D0ED7}"/>
          </ac:graphicFrameMkLst>
        </pc:graphicFrameChg>
        <pc:picChg chg="del">
          <ac:chgData name="王 欣捷" userId="b965477fa0aef5e6" providerId="LiveId" clId="{6B25E3A0-8D13-427B-91C6-98F6CF017510}" dt="2021-04-20T12:49:07.025" v="154" actId="21"/>
          <ac:picMkLst>
            <pc:docMk/>
            <pc:sldMk cId="0" sldId="1127"/>
            <ac:picMk id="2" creationId="{6852CA44-06EC-4409-ABDB-770EDB6FBABD}"/>
          </ac:picMkLst>
        </pc:picChg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0" sldId="1131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0" sldId="1134"/>
        </pc:sldMkLst>
      </pc:sldChg>
      <pc:sldChg chg="modSp mod">
        <pc:chgData name="王 欣捷" userId="b965477fa0aef5e6" providerId="LiveId" clId="{6B25E3A0-8D13-427B-91C6-98F6CF017510}" dt="2021-04-20T13:25:06.203" v="565" actId="1076"/>
        <pc:sldMkLst>
          <pc:docMk/>
          <pc:sldMk cId="0" sldId="1138"/>
        </pc:sldMkLst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2" creationId="{215DB379-6B76-4B15-B59B-60D7E3158723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3" creationId="{C6815A7C-2017-4D92-9FF7-3CBFE389E5CD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1" creationId="{4E430021-1B93-4738-8EB0-125553B808A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6" creationId="{C92C0DBF-231F-4D93-A624-DA3835FF143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7" creationId="{02EC6C33-F195-4F3C-B057-63E033F6670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8" creationId="{E01AA107-3E51-4021-B9B9-0E87299961C7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9" creationId="{9ACE13EE-2524-4518-B688-B7FCF1EE8DD4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0" creationId="{FE764426-3417-4B09-AC15-5B3C8A0E315A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1" creationId="{FC570D42-9295-4F67-9F0B-374D2F076373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2" creationId="{BB7C9AFE-F44B-4D16-B5D0-2BBC6C29548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3" creationId="{B7EE1778-2D42-4C6F-9740-7755A0BCFCFB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4" creationId="{D0CC222F-9DBC-490D-BCFB-8630F536A8F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5" creationId="{072E2AEE-F9EF-4A81-BF87-97C8F663190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6" creationId="{1793BDA6-F319-4778-8A22-24848D8A47CD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7" creationId="{54CB2333-3380-42E8-AA8C-2DDF68909CF9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8" creationId="{73BDFA85-B4EE-4E79-AE65-EBEC4DF647E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9" creationId="{C8D89988-BDDB-47F2-B71B-0C6348EFB772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80" creationId="{1036D0D2-5ECE-4B5B-AC5B-529D83D1FB1D}"/>
          </ac:spMkLst>
        </pc:spChg>
        <pc:grpChg chg="mod">
          <ac:chgData name="王 欣捷" userId="b965477fa0aef5e6" providerId="LiveId" clId="{6B25E3A0-8D13-427B-91C6-98F6CF017510}" dt="2021-04-20T13:25:06.203" v="565" actId="1076"/>
          <ac:grpSpMkLst>
            <pc:docMk/>
            <pc:sldMk cId="0" sldId="1138"/>
            <ac:grpSpMk id="70660" creationId="{43F0CDB2-9975-434A-A6D1-11FAECBA2EAE}"/>
          </ac:grpSpMkLst>
        </pc:grpChg>
        <pc:graphicFrameChg chg="mod">
          <ac:chgData name="王 欣捷" userId="b965477fa0aef5e6" providerId="LiveId" clId="{6B25E3A0-8D13-427B-91C6-98F6CF017510}" dt="2021-04-20T13:25:06.203" v="565" actId="1076"/>
          <ac:graphicFrameMkLst>
            <pc:docMk/>
            <pc:sldMk cId="0" sldId="1138"/>
            <ac:graphicFrameMk id="70664" creationId="{08F7A6F4-BDD0-4236-B091-A7E7F5478700}"/>
          </ac:graphicFrameMkLst>
        </pc:graphicFrameChg>
        <pc:graphicFrameChg chg="mod">
          <ac:chgData name="王 欣捷" userId="b965477fa0aef5e6" providerId="LiveId" clId="{6B25E3A0-8D13-427B-91C6-98F6CF017510}" dt="2021-04-20T13:25:06.203" v="565" actId="1076"/>
          <ac:graphicFrameMkLst>
            <pc:docMk/>
            <pc:sldMk cId="0" sldId="1138"/>
            <ac:graphicFrameMk id="70665" creationId="{9E4B6C3F-D78D-425C-AEAF-483F5A53FE9B}"/>
          </ac:graphicFrameMkLst>
        </pc:graphicFrameChg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3037729556" sldId="1143"/>
        </pc:sldMkLst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546972322" sldId="1144"/>
        </pc:sldMkLst>
      </pc:sldChg>
      <pc:sldChg chg="addSp delSp modSp mod modAnim">
        <pc:chgData name="王 欣捷" userId="b965477fa0aef5e6" providerId="LiveId" clId="{6B25E3A0-8D13-427B-91C6-98F6CF017510}" dt="2021-04-20T12:48:37.970" v="153"/>
        <pc:sldMkLst>
          <pc:docMk/>
          <pc:sldMk cId="4223351651" sldId="1145"/>
        </pc:sldMkLst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6" creationId="{E816E282-6E14-44D6-9F1B-185C03A02BA8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7" creationId="{AA968B43-6AC7-415B-AB82-AE031A8955A6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8" creationId="{1E11C49A-8B9D-4850-A432-A035D13B1F32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9" creationId="{95288199-4F80-4EB0-9468-4D554CBC4CBD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1" creationId="{042F000E-9537-40B8-AB2B-EE12429A1A53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3" creationId="{72920BD0-CF5C-4C80-8B5C-18444312A829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4" creationId="{1601E740-D0DC-4278-B448-C255D1381288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5" creationId="{074FCEF3-4DD1-4C9F-9650-4B2BF180336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6" creationId="{4299C181-FEE6-4891-8FD7-79576CD6658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7" creationId="{89DFD75C-137A-415A-9920-84B2F5E800B3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8" creationId="{4B5BAA2B-EAAE-416D-AD31-6729498DB2AF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9" creationId="{28235BFC-A33D-414E-A05E-26D817E775E1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0" creationId="{83A6CD15-C218-48A9-BFBF-F2346AEC935A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1" creationId="{3DD87448-6566-439B-B420-F93F7A5D989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2" creationId="{0B33D86B-2204-451B-879B-07C5B8E48C3D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3" creationId="{EB9EDC62-77D7-406B-BDB2-F4562B890AA2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4" creationId="{4391258E-0648-49F5-BF97-A9685B52935F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5" creationId="{C81F25E7-0768-4586-B3F4-C5E9B958FEC1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6" creationId="{2F8CBA80-275E-4ED8-B958-10AB49D1300B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8" creationId="{A70D4044-6683-48F7-BFD6-239A48DED41A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9" creationId="{49CB8784-FB11-420E-98B6-068C1C31EC04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0" creationId="{ECBCB893-9A90-4356-950E-30F77A4638E1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1" creationId="{93395F97-8345-4C91-BB8A-D5425ADA485B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2" creationId="{21B36750-3BEF-415C-8AD4-B4186F44A04E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4" creationId="{910D0C15-91D3-4F0F-BC71-1D82EE7E0D7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5" creationId="{02885FF5-028D-4957-BDC2-ACD8EA779052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6" creationId="{1EB74ED8-BBE0-4481-96F8-3871CEE2D1F0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7" creationId="{68B1425C-3F91-46D2-A77A-C61FF4B077A5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8" creationId="{A6551B8C-D806-4241-BC86-4C457BF207E6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9" creationId="{0A9D0469-C42D-4B9B-BA83-5194847D01DE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0" creationId="{110868F3-33DF-4813-822C-7E184389171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1" creationId="{ADDCCCC9-2050-4EEB-8BC5-B1BEC11FF7E0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3" creationId="{1B97987A-6129-4B4D-9FB3-10D35C495DFF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4" creationId="{CF1289E4-6462-419B-87DA-2BD3BF7DDD1C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5" creationId="{15B935A2-58CC-4F49-AE5B-41847BA69474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6" creationId="{05BA7A1B-54EB-4112-B62C-39E3F30E18FC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7" creationId="{8E0A8E59-8B36-4E3C-8949-C4843097AA99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9" creationId="{AF68A049-04CC-4460-9D68-9572F39A5C0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0" creationId="{EA0EB2A3-32D9-460E-BAC6-8C5569E1D77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1" creationId="{CE2022A0-9309-4815-ADF6-829A62898068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2" creationId="{7725A59C-D740-4DA7-82E9-DE1915EE40FF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3" creationId="{9560F8A9-48FA-4595-BD4A-9F6E8CDDE0B0}"/>
          </ac:spMkLst>
        </pc:spChg>
        <pc:spChg chg="mod">
          <ac:chgData name="王 欣捷" userId="b965477fa0aef5e6" providerId="LiveId" clId="{6B25E3A0-8D13-427B-91C6-98F6CF017510}" dt="2021-04-20T12:40:53.706" v="62" actId="1076"/>
          <ac:spMkLst>
            <pc:docMk/>
            <pc:sldMk cId="4223351651" sldId="1145"/>
            <ac:spMk id="19459" creationId="{84804259-279B-4FCA-B6AC-D01533EDF1EA}"/>
          </ac:spMkLst>
        </pc:spChg>
        <pc:grpChg chg="add mod">
          <ac:chgData name="王 欣捷" userId="b965477fa0aef5e6" providerId="LiveId" clId="{6B25E3A0-8D13-427B-91C6-98F6CF017510}" dt="2021-04-20T12:47:21.499" v="143" actId="164"/>
          <ac:grpSpMkLst>
            <pc:docMk/>
            <pc:sldMk cId="4223351651" sldId="1145"/>
            <ac:grpSpMk id="2" creationId="{D00D2C4C-5FCE-478B-AB41-63D1D3084235}"/>
          </ac:grpSpMkLst>
        </pc:grpChg>
        <pc:grpChg chg="add mod">
          <ac:chgData name="王 欣捷" userId="b965477fa0aef5e6" providerId="LiveId" clId="{6B25E3A0-8D13-427B-91C6-98F6CF017510}" dt="2021-04-20T12:47:49.891" v="147" actId="164"/>
          <ac:grpSpMkLst>
            <pc:docMk/>
            <pc:sldMk cId="4223351651" sldId="1145"/>
            <ac:grpSpMk id="3" creationId="{430113AB-2ED3-4B16-A886-67D9FCC715CF}"/>
          </ac:grpSpMkLst>
        </pc:grpChg>
        <pc:grpChg chg="add mod">
          <ac:chgData name="王 欣捷" userId="b965477fa0aef5e6" providerId="LiveId" clId="{6B25E3A0-8D13-427B-91C6-98F6CF017510}" dt="2021-04-20T12:48:05.109" v="149" actId="164"/>
          <ac:grpSpMkLst>
            <pc:docMk/>
            <pc:sldMk cId="4223351651" sldId="1145"/>
            <ac:grpSpMk id="4" creationId="{3D7B2E2C-1184-4D6A-8746-1A24685A1412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5" creationId="{201AC808-CBC9-46FA-949C-4E98A0EAEEA2}"/>
          </ac:grpSpMkLst>
        </pc:grpChg>
        <pc:grpChg chg="add del mod">
          <ac:chgData name="王 欣捷" userId="b965477fa0aef5e6" providerId="LiveId" clId="{6B25E3A0-8D13-427B-91C6-98F6CF017510}" dt="2021-04-20T12:47:59.453" v="148" actId="165"/>
          <ac:grpSpMkLst>
            <pc:docMk/>
            <pc:sldMk cId="4223351651" sldId="1145"/>
            <ac:grpSpMk id="10" creationId="{55031842-C23E-4D7E-A75F-2723FF9AF09C}"/>
          </ac:grpSpMkLst>
        </pc:grpChg>
        <pc:grpChg chg="add del mod">
          <ac:chgData name="王 欣捷" userId="b965477fa0aef5e6" providerId="LiveId" clId="{6B25E3A0-8D13-427B-91C6-98F6CF017510}" dt="2021-04-20T12:46:58.099" v="137" actId="165"/>
          <ac:grpSpMkLst>
            <pc:docMk/>
            <pc:sldMk cId="4223351651" sldId="1145"/>
            <ac:grpSpMk id="27" creationId="{1F598C29-5966-470C-B199-C86FD3AFFEC9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33" creationId="{26E11089-A7E8-40F1-86DF-EF8BEAB98CFC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42" creationId="{8F19FD9C-0008-4930-8147-8A22368EE1A5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48" creationId="{85F8E78A-CA89-40C8-85DC-ECC329921623}"/>
          </ac:grpSpMkLst>
        </pc:grpChg>
        <pc:grpChg chg="add mod">
          <ac:chgData name="王 欣捷" userId="b965477fa0aef5e6" providerId="LiveId" clId="{6B25E3A0-8D13-427B-91C6-98F6CF017510}" dt="2021-04-20T12:48:10.053" v="150" actId="164"/>
          <ac:grpSpMkLst>
            <pc:docMk/>
            <pc:sldMk cId="4223351651" sldId="1145"/>
            <ac:grpSpMk id="54" creationId="{37306968-F8D9-4E49-9070-0952C1E300B8}"/>
          </ac:grpSpMkLst>
        </pc:grpChg>
        <pc:graphicFrameChg chg="del">
          <ac:chgData name="王 欣捷" userId="b965477fa0aef5e6" providerId="LiveId" clId="{6B25E3A0-8D13-427B-91C6-98F6CF017510}" dt="2021-04-20T12:40:56.825" v="63" actId="478"/>
          <ac:graphicFrameMkLst>
            <pc:docMk/>
            <pc:sldMk cId="4223351651" sldId="1145"/>
            <ac:graphicFrameMk id="12" creationId="{392FF57F-B253-4DAC-BFB1-4445AAB528F9}"/>
          </ac:graphicFrameMkLst>
        </pc:graphicFrameChg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246412149" sldId="1146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563518926" sldId="1147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3006853834" sldId="1148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2869246556" sldId="1149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500657596" sldId="1150"/>
        </pc:sldMkLst>
      </pc:sldChg>
      <pc:sldChg chg="addSp delSp modSp mod modAnim">
        <pc:chgData name="王 欣捷" userId="b965477fa0aef5e6" providerId="LiveId" clId="{6B25E3A0-8D13-427B-91C6-98F6CF017510}" dt="2021-04-20T12:46:20.433" v="136" actId="165"/>
        <pc:sldMkLst>
          <pc:docMk/>
          <pc:sldMk cId="3962178428" sldId="1151"/>
        </pc:sldMkLst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6" creationId="{F556C620-7642-4DFF-A7FE-0E4E9C9BC2F2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8" creationId="{364C5D8F-AA30-461F-9D3A-49CC16CC26F5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9" creationId="{92B4D63B-37A2-43F7-BABD-9C2742A1F31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0" creationId="{B7AD20A9-0206-4A68-AD22-7D58E22DE5A2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1" creationId="{38BB3EFE-80CA-4A7E-82C7-8A556064D797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2" creationId="{3B6F6461-53C0-4EC4-86F5-D684E16025DA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3" creationId="{6EF7C43E-B1D5-4C08-8E97-64E5CECF4D21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4" creationId="{8DAE8AEB-336F-42A2-A229-25E6EC6686AD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5" creationId="{5C78F57F-FD4A-4203-A4F7-73BDEDD0480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6" creationId="{F9082716-0824-413A-89E4-DBD1D0E35D8F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7" creationId="{2CBFE379-8989-4EE0-9D14-F47948269EA6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8" creationId="{1EB102D9-B2F9-461F-ACB4-58CBB2D0BE34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9" creationId="{78EF777D-67B1-4995-A2F8-010B559AAAC0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0" creationId="{23291D87-5209-40A3-A623-7CAFC5A73A1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1" creationId="{AA834F10-9185-40F6-9235-50708B087794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2" creationId="{1C2B8D77-C112-461D-9F6E-581F768985AB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3" creationId="{08105F0B-A4AF-4AEF-B457-D21298FABCD5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4" creationId="{F2ACD645-EFCA-4EEB-81D0-0B9DFFD4D9EE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5" creationId="{0798F7E3-BBBF-4C75-A163-D84F8D662B3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7" creationId="{85B72F7E-D8EF-4A08-9E7E-DDF7A08F575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8" creationId="{733090CD-C4CC-49B3-9A0D-71B51DEAE12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9" creationId="{F8ACD87B-61F1-4712-86DE-60F3161AF0F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0" creationId="{6D90D3A7-BE94-4C64-AC65-C110BFA1E303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1" creationId="{49E9A198-0E68-4332-8F15-DA891EA8AE53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3" creationId="{A5F44F6A-89A5-4C3C-82DF-17B8F436CF8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4" creationId="{FD47502E-D26B-4306-88C3-A62711532CC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5" creationId="{4797C87D-E9C8-4275-8D36-78CBF29E12CB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6" creationId="{E4AADAB4-87A5-468B-812F-2076F9EEA5F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7" creationId="{6BA8FA4F-DB5B-4C8C-8A39-E2FCAD675675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8" creationId="{DF8F8D86-7937-4BA2-871C-E53E4CE3EE2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0" creationId="{CAC66CA3-069A-4709-B317-433092EAEFE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1" creationId="{51936E15-8EB8-4C58-9D38-4B07FA7C75BF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2" creationId="{5A070B85-A79C-49F4-AC10-4A2D8B66BA9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3" creationId="{A5321B99-D029-4A28-A4E4-33F91D1F0D4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4" creationId="{CD50304E-EC65-4F83-A0B8-7DA6FDDDC7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5" creationId="{07AE3AF7-F9B5-404E-AF89-CB21050A24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6" creationId="{52168A40-E8C8-44FA-ABC7-D668989AC70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7" creationId="{FB971963-DA25-4D15-A2C0-68A98602A0AD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8" creationId="{50354DC2-93A5-4B6F-9D75-04E91A5EB1D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9" creationId="{6C9ABDB8-9186-4D68-9D8C-505E939FBD8B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0" creationId="{9B0630B2-C06A-474A-96F6-00B08D6E76A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1" creationId="{105C1BA9-D586-4289-83DF-892E9C3F4C2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3" creationId="{1C640FE5-81A5-4873-9181-82204ABAA47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4" creationId="{111686AA-F77B-448F-ACE1-F09F407A1BA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5" creationId="{DF77D712-A321-42F0-A122-F1D5545058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6" creationId="{CA81FC1E-04AA-465F-B68E-72D1AE152244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7" creationId="{CB37E2D3-F243-4A00-97BA-8DB30C16F6E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9" creationId="{8E606150-DAB5-4E78-91B7-0905539B397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0" creationId="{4E9CE3DE-44F6-4893-B8DC-A8D555784D3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1" creationId="{8EBF5566-CBB7-4DF1-B16E-80467F071DD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2" creationId="{0D1FB9BB-66E3-4DB3-B42E-2363D650044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3" creationId="{964310BB-3FD7-433F-91A7-6B550E4D217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5" creationId="{90F3D4C1-4135-43D8-89B1-A97CE3E3FD0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6" creationId="{1E4E581A-F0D6-4E54-8CC1-19B2968D2ECC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7" creationId="{2C1DE7EF-BD23-4D92-BBF2-A7DA7E2DB0CC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8" creationId="{7498768A-AF0B-4F73-AC84-5388FF2784B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9" creationId="{C432BA34-8F41-4398-B3BB-CA7B2B62605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0" creationId="{A6394B0A-0537-41EE-8024-C189128AD7A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1" creationId="{FA0F82B2-DC6C-4916-B831-4EE2259F200D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3" creationId="{B933F08E-4C55-4ECC-8B4E-31EB5954C6B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4" creationId="{6480D471-C9EF-4AA1-92D8-C7C824B03D2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5" creationId="{1D693205-83E2-4ED3-8E7E-AF5ED02E92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6" creationId="{9CB4F452-3F7A-4591-A213-05B564B497F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7" creationId="{6102D344-8210-450A-9AAB-3B8F99A5981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8" creationId="{CDF69332-FFB7-495F-A136-3FA7CD6A126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9" creationId="{9660B224-45DE-47F0-A73F-EC712DEAA6F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0" creationId="{17BE8EC3-1116-4310-B644-31EAE5AB8DC4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1" creationId="{9AF6CB48-8D7F-4572-BEF5-175E763A0EAF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3" creationId="{C2A11174-B91D-4F35-A672-F82C6BE44A15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4" creationId="{12B73149-6FC3-4AC1-8B39-2F3CE439AA6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5" creationId="{741FAE90-A3C1-41C9-AC70-D49B2421DDA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6" creationId="{2AC672B0-3FC2-484C-BB16-1B70B543700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88" creationId="{D0D812BF-CFC8-40CA-A3DE-45AAFC6C552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89" creationId="{50C216B3-FC16-47FA-A934-31D45510DB1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0" creationId="{22A6A3F7-3E33-48B9-A07C-BAC2D5B9F6A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1" creationId="{2FBD5107-6131-42A6-83BF-9ECC393F240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2" creationId="{9E1D7BB7-12EF-4A30-8416-53FEDAD2609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3" creationId="{06AA2713-6751-4094-B858-24D7165B7F6D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4" creationId="{6B2286F2-7C41-46D4-B0AD-8371A6BBBDB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5" creationId="{FB36574F-7CA3-4DD8-8F38-17CC753A2E4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6" creationId="{86F29178-8EBF-4397-BACF-716074B95859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7" creationId="{747C0A1C-68F2-40D9-9EC6-E7B13E768A2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8" creationId="{2FDE1D8C-B0BA-48A8-9637-5367887C4CA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9" creationId="{D21E1271-E81B-4ED3-9293-DBD4FC1CF63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0" creationId="{DFBAFF4A-FCBD-4CA1-8499-260E1931760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1" creationId="{2EC5CBE7-9E80-401E-A860-3C3DD35F078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2" creationId="{03C3D52F-3D6C-4A64-9554-2DE1655D66A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3" creationId="{BCD83F07-0548-4107-BEFB-E628325C83A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4" creationId="{481368CA-2723-4934-BAEE-51047FB7031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5" creationId="{FFF796DB-B65A-488F-9117-A9AF4B9F507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6" creationId="{7BCB1E07-18B6-47DB-911B-214B9CBD146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8" creationId="{590E3D1E-0082-4587-AB64-10508248008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9" creationId="{9D821E5F-A2E2-4329-81D7-3CB5D00D1CF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0" creationId="{2E098AC9-7B04-4B1D-AFC4-9F72C02A24B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1" creationId="{8F833855-17F0-43FB-927D-17BEBDBE1B6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2" creationId="{DF508352-3274-486D-B8C6-8A86A9B9234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4" creationId="{0A20CBFC-CC09-4ED4-A751-1FBF985F8336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5" creationId="{ECAC39C2-9844-4DBB-9942-6F6EC28D49B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6" creationId="{32F42853-01EB-4B38-B47C-AECD945314E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7" creationId="{BA209989-FE8C-43FE-A0C4-7AF5769FDD8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8" creationId="{A6696086-43CC-45AF-B6DC-0335D66B837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9" creationId="{AFFDAF0A-BC14-4D87-B784-2E4A0DB57B3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1" creationId="{F17BBAD7-FEC4-4D07-83EE-0C03A1B8813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2" creationId="{EB55517B-A0BA-4162-BD9C-BF335B0A0B6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3" creationId="{EA2767B5-C69C-487F-9B10-4E5E553A374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4" creationId="{D94AA661-D4AF-4928-AC75-AA0C183BFA0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5" creationId="{622833A3-7E60-4FF0-B5DA-340FE5A4CA7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6" creationId="{3B6AB823-F068-4614-B7B7-6B9CF755B14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7" creationId="{21AA4A0B-580D-4FB8-BAC2-1202BA29B67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8" creationId="{D005E6CE-FD0B-4CA9-9EDF-2889395BA73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9" creationId="{F7055559-10DE-4E81-AEA9-2D1D567DFB3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0" creationId="{3730B0CE-126B-463E-8AD4-C5B334B08FA6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1" creationId="{FB561B56-6BE6-4FFD-B84B-170410B2737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2" creationId="{4CDB3DBF-5316-4434-A2D9-8A3901D41EF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4" creationId="{533CB14E-4738-442A-B7BE-8FEB0590864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5" creationId="{125723CE-10A9-40A1-9BF8-E2506360150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6" creationId="{7514DD14-81F5-422E-9580-6BCAB663A3C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7" creationId="{6BAC118E-7659-48E6-9964-73BF4CEEB629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8" creationId="{27AF6A3B-3708-4EC9-AEDD-5B58D823EB4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0" creationId="{3E5D5DF7-24DE-43E7-BB74-23D956B7ED6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1" creationId="{BE8BEF37-A69F-48B2-9DF5-64EF841671C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2" creationId="{E4367F2C-A41A-4A18-A51B-4BA998004B2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3" creationId="{EA738760-E052-4F31-B5FB-CF91D25376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4" creationId="{19B3B719-58D1-4DCF-872F-748D501596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6" creationId="{CD5CB0F0-F643-43CE-A70F-BD667AD2BBD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7" creationId="{25363D25-F061-482A-8CF0-06E2CD7140C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8" creationId="{2579407A-075B-47F5-9C9F-209031AF4AA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9" creationId="{88971E5B-1335-4261-AD86-3489F365F0B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0" creationId="{1FD7E716-687B-48CD-867B-A0305FCABF8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1" creationId="{7CB8F326-EAD0-404D-933D-FB1BAA679234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2" creationId="{2B361A65-7471-49FF-A5D1-A454B0288EE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4" creationId="{1F29E06D-B752-4853-9858-A84F5825AD7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5" creationId="{865AF193-F009-4DC6-B3A4-8BBCDFA94B8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6" creationId="{343AA9B6-C54C-495D-9109-05A0039AFD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7" creationId="{217DB3A0-EB13-482B-89A8-F2C2578A363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8" creationId="{F3BDF021-7CC5-43D4-8083-8CA6D491050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9" creationId="{498CF40D-2197-4FE7-98D4-151FE62FBEA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0" creationId="{D4DED95E-52AC-4761-A863-2F99855AFA9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1" creationId="{9C50FA59-C89C-48CC-9C18-C795ABB6E62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2" creationId="{A8FC2625-012E-4037-BF53-337588C65A3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4" creationId="{2AF22BEE-DD51-43F6-B6C7-15C9D58714B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5" creationId="{5E11335A-0267-45A9-8158-355909011EB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6" creationId="{A089B174-DC17-46E9-91E1-F645B707FED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7" creationId="{DC245B5C-8B32-452A-BB80-FC888DD62256}"/>
          </ac:spMkLst>
        </pc:spChg>
        <pc:grpChg chg="add del mod">
          <ac:chgData name="王 欣捷" userId="b965477fa0aef5e6" providerId="LiveId" clId="{6B25E3A0-8D13-427B-91C6-98F6CF017510}" dt="2021-04-20T12:46:20.433" v="136" actId="165"/>
          <ac:grpSpMkLst>
            <pc:docMk/>
            <pc:sldMk cId="3962178428" sldId="1151"/>
            <ac:grpSpMk id="5" creationId="{8779CF0B-5CF3-41F0-8A21-814877D304D9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26" creationId="{CED4C457-9594-40BB-842E-516DA4309DC2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32" creationId="{6593A3DC-FCA4-4B58-A11C-3B7CD45D33F7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39" creationId="{438FA4A8-7FE0-4B40-887F-6B27CB8AAA67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52" creationId="{6829D49F-A00C-4CD5-BEF5-6CD3D8C268E0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58" creationId="{8C6DA2BD-BBBC-45AE-945A-D162E0957CE9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64" creationId="{F6065E79-8514-48E9-B225-7045C8775A35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72" creationId="{75E83635-F1C1-4D6A-AEEB-90743CABEC21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82" creationId="{08A9888D-DAA6-4B0E-A4BE-0337FD9844F4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87" creationId="{CCB15F41-BCCD-4468-8CCA-3CE29E558A3C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07" creationId="{DEA66F76-CD4D-4AA4-AC0D-F1BDDA0FCCD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13" creationId="{5C6334AE-B9F5-4A08-8D2D-AE98B57FC48A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20" creationId="{31E2A1BF-A327-465F-9303-C71E9127A60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33" creationId="{32FB4794-88E9-4CDB-8E3F-BFC7C0FDC2C3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39" creationId="{3CADEBE2-0CFB-464F-BAE1-B1D80338CE3A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45" creationId="{DB3DE3E1-8EC1-44BA-BC12-2268A6D8E59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53" creationId="{8E17C25B-741C-4D33-9672-B034E0420D24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63" creationId="{5EADA9DA-54CE-414A-AD23-957CFF152A93}"/>
          </ac:grpSpMkLst>
        </pc:grpChg>
        <pc:graphicFrameChg chg="del">
          <ac:chgData name="王 欣捷" userId="b965477fa0aef5e6" providerId="LiveId" clId="{6B25E3A0-8D13-427B-91C6-98F6CF017510}" dt="2021-04-20T12:44:55.923" v="123" actId="478"/>
          <ac:graphicFrameMkLst>
            <pc:docMk/>
            <pc:sldMk cId="3962178428" sldId="1151"/>
            <ac:graphicFrameMk id="7" creationId="{37CC3D40-8AD9-46E1-AFAB-E74C336F4304}"/>
          </ac:graphicFrameMkLst>
        </pc:graphicFrameChg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89650025" sldId="1152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235929361" sldId="1153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4207039851" sldId="1154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77711967" sldId="1155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1749343738" sldId="1156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747700626" sldId="1157"/>
        </pc:sldMkLst>
      </pc:sldChg>
      <pc:sldChg chg="addSp delSp modSp mod modAnim">
        <pc:chgData name="王 欣捷" userId="b965477fa0aef5e6" providerId="LiveId" clId="{6B25E3A0-8D13-427B-91C6-98F6CF017510}" dt="2021-04-20T13:13:38.770" v="425"/>
        <pc:sldMkLst>
          <pc:docMk/>
          <pc:sldMk cId="2813883607" sldId="1158"/>
        </pc:sldMkLst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" creationId="{DD145251-593C-4F9D-8EA4-695E70D9227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" creationId="{B609BAE8-70EB-48BC-B0C7-C471690899D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" creationId="{73BC54D1-3449-47D1-AA8B-A1C6A9E3A1E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0" creationId="{F79FC59F-9A98-4697-85EB-6224BDFAB2A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1" creationId="{51208A13-7171-4FDE-855B-E1F22823E70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2" creationId="{974769A5-2093-4ECE-AA5A-DD9A76E1760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3" creationId="{3A81D15C-B869-474F-A0A5-9A5E9B46914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4" creationId="{FCE93488-653E-453B-ACBE-0D41285628B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5" creationId="{E0A2963A-C77D-4477-BE4D-893D082F529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6" creationId="{932A0489-29DF-4E08-A2AB-3B6EB32EE8B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7" creationId="{3A3AC747-3975-4406-A6F7-CC68A815D39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8" creationId="{CC541C46-A64A-4289-9049-190A88A834A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9" creationId="{966A7A09-40F8-4680-9C30-5D936FD1AEF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0" creationId="{417909A3-608A-4EBE-8A7F-EB48569AC6C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1" creationId="{46157996-D1F7-4F33-98A1-A9487771871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2" creationId="{8390626D-3E15-4554-B651-C44BAC5C04D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3" creationId="{47B443C8-2826-4BD0-BDE4-DCAB2E0086E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4" creationId="{0EE7F19C-C1B2-4401-87AE-2F41C1B86E5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5" creationId="{A4D21CAE-07E1-4281-A15F-F58E028362D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7" creationId="{A76D61BA-852E-4208-8AC9-34DC3E03281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8" creationId="{4A5F3211-F09E-4408-9B96-67D6B8643C8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9" creationId="{0B40763E-DC56-4456-A2FC-78FB8C40E634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0" creationId="{91FE3428-09FB-45C0-A497-E252C5350AF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1" creationId="{29175CE8-97B9-43B0-AE5F-639C7094DD9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2" creationId="{49CC09C9-1102-400F-B824-FAC53C253F3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3" creationId="{5848940A-51E4-49D2-B3FC-1AA450114E7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4" creationId="{AFEC15BB-FDDB-41DE-A25B-9BA00F2B423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6" creationId="{917E9758-EAFD-43D5-8DB2-373CBCB6DD8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7" creationId="{6A82897E-AA1D-4770-8881-08A0054E51E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8" creationId="{6DC54AFD-292E-449B-8BFA-BAE56B2F136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9" creationId="{D2AAF3D6-9BCC-478A-A72B-4B483294574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0" creationId="{54C390D6-FBEB-45F6-BAE6-295E80B818A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2" creationId="{FD05C830-5FFA-4880-879E-5B7EB9101944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3" creationId="{917D9642-1810-4C24-9C37-FF9BAD9B0AC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4" creationId="{3F71213D-261E-4E3F-8C4E-AB843B84E2B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5" creationId="{FFE8A506-8744-4F5B-B848-C4B2567C26A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6" creationId="{2C4014EB-8E76-4158-B5D7-B0F95C6C0D0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7" creationId="{32CD5B7A-901E-4CEA-A7D3-2397FCBDB19F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8" creationId="{AAA5CAE3-EF9E-49C7-A281-4D88E3777F6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0" creationId="{CB5602BF-3E13-4E2B-A478-BD2FECC7CDB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1" creationId="{9772F3A6-A341-4657-8768-D00E1128870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2" creationId="{92DFEFA6-8DB1-47C2-8104-09F1ADCD7A7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3" creationId="{18B9614C-66F5-490B-9CFF-20E55B18B60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4" creationId="{FBA7B3EA-835C-48DD-9950-D69194E1E29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5" creationId="{11AF9C4D-09FA-40E1-B9B5-8B2BFE170C3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6" creationId="{52E4F73B-54CC-4E9D-8636-A04FA9265C5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8" creationId="{5BB3C939-761D-4D82-99E6-D9D0627E98A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9" creationId="{EF1B6BC8-DE52-4078-B653-7C2B08940DD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0" creationId="{73E5C9FE-5CFC-43D9-8E34-909D5B6BDA4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1" creationId="{A11D857E-6213-4D92-8F4D-D24A9D982A2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2" creationId="{07421CF0-957D-44E4-BF73-10D189F821D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3" creationId="{086C0466-E825-424E-AB92-17EE26068B9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4" creationId="{C1988FBE-54ED-43DC-A12D-F1E8399212A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6" creationId="{4046A51A-742D-4825-9AF0-52BD74784C0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7" creationId="{8AF3A1D8-C588-45D9-A707-442BC0758F1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8" creationId="{563A6B22-D532-47FE-BB41-7092C034D1C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9" creationId="{526B3BF5-3713-4A39-81F0-ABCF85F6B50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0" creationId="{BE701583-D19D-403F-9EA3-1C4DCCECC6C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1" creationId="{BD8C0832-BC4C-470A-824F-81AFE4B637F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2" creationId="{8EE9C29C-3052-41A1-AB33-7ED525B090B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3" creationId="{EDB36A1D-F6D1-42D0-80C4-514C805B8D62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4" creationId="{599A2E6F-96F8-42E2-92D5-DA9EB6EFB76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6" creationId="{1C018342-BB55-48DC-9F4D-692D63F975E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7" creationId="{D6764B74-4059-4190-8902-673146531E4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8" creationId="{F809FC3E-1DC0-4FC7-ACC5-7D9ABE08230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9" creationId="{F974F4F6-7D41-42EA-B50C-BDF94CB2A93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0" creationId="{67E0EBA6-B194-414B-B486-692999CA4822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1" creationId="{1C48B1FF-118E-4FD6-8B34-ADCC9C1A0F1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2" creationId="{378F5EB9-D427-49C2-8503-CF02A6F3C4E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3" creationId="{1FAE17F0-132B-47F5-8443-C629392426C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4" creationId="{6A3F8850-9B2C-4858-87E1-6A0CE42DEB9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5" creationId="{A35737E7-E55A-4825-A3DF-A4578101FAE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7" creationId="{E082024E-644A-4158-94F9-F17CBA31B43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8" creationId="{AC43D38E-73D7-4077-B45A-3C19C20F349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9" creationId="{5FC1DE2E-D2EB-4CE8-82C0-337822EF224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0" creationId="{24E89575-4F2E-4CCA-BA30-49F3AC1B642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1" creationId="{0F851425-E829-4D8D-B75A-2C5BF44EECF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2" creationId="{CC2A2390-989C-4AD5-ABDF-3478761D61C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3" creationId="{9F014D5B-960F-45CB-A368-AD1A73FC7EB1}"/>
          </ac:spMkLst>
        </pc:s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5" creationId="{93E5C8D7-BB27-4002-9759-1508BEE7B16B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26" creationId="{691B8DCA-9C23-4712-9FE8-B35114C3B407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35" creationId="{F8B6DDA0-7A01-43E3-90B6-A8F34B4A549C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41" creationId="{3DCA4A4D-481C-4456-88D3-CA25422520BA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49" creationId="{9014CFB2-A52D-4C35-8D5E-419B03D3B109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57" creationId="{24865291-C9A5-4BDC-8AA4-144E02496B55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65" creationId="{0A3588D9-AC70-4C7F-B379-EC59BB5A6B9D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75" creationId="{70C1A52A-56A3-4B57-B219-64350EF269C7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86" creationId="{8076CE1E-DC25-4846-A96F-07435DCDAA94}"/>
          </ac:grpSpMkLst>
        </pc:grpChg>
        <pc:graphicFrameChg chg="del">
          <ac:chgData name="王 欣捷" userId="b965477fa0aef5e6" providerId="LiveId" clId="{6B25E3A0-8D13-427B-91C6-98F6CF017510}" dt="2021-04-20T13:12:54.126" v="416" actId="478"/>
          <ac:graphicFrameMkLst>
            <pc:docMk/>
            <pc:sldMk cId="2813883607" sldId="1158"/>
            <ac:graphicFrameMk id="7" creationId="{B82C7706-5A88-4F4C-BC2E-D88A3AE12F8A}"/>
          </ac:graphicFrameMkLst>
        </pc:graphicFrameChg>
      </pc:sldChg>
      <pc:sldChg chg="add del">
        <pc:chgData name="王 欣捷" userId="b965477fa0aef5e6" providerId="LiveId" clId="{6B25E3A0-8D13-427B-91C6-98F6CF017510}" dt="2021-04-20T12:53:35.214" v="217"/>
        <pc:sldMkLst>
          <pc:docMk/>
          <pc:sldMk cId="3340373905" sldId="1159"/>
        </pc:sldMkLst>
      </pc:sldChg>
      <pc:sldChg chg="addSp delSp modSp add del mod modAnim">
        <pc:chgData name="王 欣捷" userId="b965477fa0aef5e6" providerId="LiveId" clId="{6B25E3A0-8D13-427B-91C6-98F6CF017510}" dt="2021-04-20T12:41:17.754" v="67" actId="47"/>
        <pc:sldMkLst>
          <pc:docMk/>
          <pc:sldMk cId="3468514126" sldId="1159"/>
        </pc:sldMkLst>
        <pc:spChg chg="add del mod">
          <ac:chgData name="王 欣捷" userId="b965477fa0aef5e6" providerId="LiveId" clId="{6B25E3A0-8D13-427B-91C6-98F6CF017510}" dt="2021-04-20T12:36:24.807" v="3" actId="478"/>
          <ac:spMkLst>
            <pc:docMk/>
            <pc:sldMk cId="3468514126" sldId="1159"/>
            <ac:spMk id="3" creationId="{BD0B5B0F-54AA-41FC-8CB2-72EAA6770E1E}"/>
          </ac:spMkLst>
        </pc:spChg>
        <pc:spChg chg="add del mod">
          <ac:chgData name="王 欣捷" userId="b965477fa0aef5e6" providerId="LiveId" clId="{6B25E3A0-8D13-427B-91C6-98F6CF017510}" dt="2021-04-20T12:36:25.809" v="4" actId="478"/>
          <ac:spMkLst>
            <pc:docMk/>
            <pc:sldMk cId="3468514126" sldId="1159"/>
            <ac:spMk id="5" creationId="{EAC23BD4-80BA-44FC-98AB-192D25927CAA}"/>
          </ac:spMkLst>
        </pc:spChg>
        <pc:spChg chg="del mod topLvl">
          <ac:chgData name="王 欣捷" userId="b965477fa0aef5e6" providerId="LiveId" clId="{6B25E3A0-8D13-427B-91C6-98F6CF017510}" dt="2021-04-20T12:37:40.469" v="20" actId="478"/>
          <ac:spMkLst>
            <pc:docMk/>
            <pc:sldMk cId="3468514126" sldId="1159"/>
            <ac:spMk id="9" creationId="{DFFF1D81-C3BB-4C8D-8FBF-51242FEF858B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1" creationId="{949D52E9-9D14-4F37-87A3-113C8857AB99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3" creationId="{FF470F31-F62F-48C6-B15E-137EACC21CF1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4" creationId="{68EEA0D4-9CB9-4C52-90FE-7A93A0FBA749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5" creationId="{5195372E-3694-4BC7-9606-CE0986373EB2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6" creationId="{793E50F2-1D87-496B-AEC1-C83E7808A80F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7" creationId="{C1E483F5-CFA8-4E46-8128-4203467DAE7C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8" creationId="{E310A895-35BD-43E3-BB2C-5B942397A8C4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9" creationId="{50DA5790-A733-4321-BD34-6EB0FC57A493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0" creationId="{E8B9A858-3F57-45AD-BC0B-76D048F1FBF5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1" creationId="{0831431B-8CFB-4FCB-97B3-E72EF1B4FA17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2" creationId="{138AB171-5308-4E47-BCBA-E0F17DFD5894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3" creationId="{DC042C32-90D4-4510-8D82-B68DB6E0B566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4" creationId="{85A35706-C9EA-4234-8051-B68E38BFA2AF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5" creationId="{9EB8CA8E-E232-4C41-BA36-9DD1AD4E7074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6" creationId="{1FEEA1A0-65D1-4F72-B16B-E9D713B75E98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7" creationId="{F4AC8AD8-6D92-4632-85F0-6FC82BD87613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8" creationId="{911A585F-96F7-476D-AF2B-9EDF5D6CD6A6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9" creationId="{534B7C20-7199-4CD7-9677-277B89FB07D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0" creationId="{FB654B10-D1AE-4FEE-AB1D-15B2D3F55A82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1" creationId="{36F859F0-B0F1-4C63-BA90-3A0889B758B6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2" creationId="{323E389E-731A-40A3-987C-5A508EA189B9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3" creationId="{403899A9-511A-4026-BAAA-96FBBAD50151}"/>
          </ac:spMkLst>
        </pc:spChg>
        <pc:spChg chg="add del 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34" creationId="{9B234005-DFF8-469E-B517-4CB6FE14ED5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5" creationId="{C36F5B4C-74B0-424A-9317-0DE6A077D555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6" creationId="{BA3DDD87-5BB4-41A6-B017-7794FF051EFF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7" creationId="{45FCFFD7-5836-4C0F-B6D3-80E22076786E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8" creationId="{458E3FAB-0971-42F3-805B-C61DF959831B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9" creationId="{BE07FFA6-9C92-4E8B-BFDE-D8BB5A5FB152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0" creationId="{A1D972E1-B7AC-4E7E-8FD5-0EE5D95436CD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1" creationId="{CE76552D-A8A7-4033-9BDC-3344298C22B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2" creationId="{E31537E7-6CA6-4D06-A504-D1EC9E748A90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3" creationId="{3A62C931-5C74-4673-A4C0-DDDAA463306F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4" creationId="{704F0207-70B4-4108-A293-C611BE9E24BC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5" creationId="{E3932E51-CC80-4A94-8BA7-43047EFED68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6" creationId="{76D3E69D-4826-4821-A235-745660CD1ED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7" creationId="{BE97D667-53A8-4FE5-AC5D-3861997D517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8" creationId="{63EE61E0-AEF8-425C-9025-4797B1D32CD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9" creationId="{3F622C90-885C-48F6-9797-C4E0FA1EC434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0" creationId="{5E1940AD-DD56-4A5A-81DA-F4FA5662026D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1" creationId="{D32435CA-CAB3-4F02-B8F4-FCA83C908AA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2" creationId="{DA9DFA4C-E13D-43F7-B543-BFB7B0BBD2A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3" creationId="{B68894BC-07DF-40D1-A2B9-2A00A0636373}"/>
          </ac:spMkLst>
        </pc:spChg>
        <pc:spChg chg="del">
          <ac:chgData name="王 欣捷" userId="b965477fa0aef5e6" providerId="LiveId" clId="{6B25E3A0-8D13-427B-91C6-98F6CF017510}" dt="2021-04-20T12:36:21.884" v="1" actId="478"/>
          <ac:spMkLst>
            <pc:docMk/>
            <pc:sldMk cId="3468514126" sldId="1159"/>
            <ac:spMk id="19458" creationId="{2D390A57-AC1B-4F2A-B1FE-3A7AB367BB6B}"/>
          </ac:spMkLst>
        </pc:spChg>
        <pc:spChg chg="del">
          <ac:chgData name="王 欣捷" userId="b965477fa0aef5e6" providerId="LiveId" clId="{6B25E3A0-8D13-427B-91C6-98F6CF017510}" dt="2021-04-20T12:36:23.726" v="2" actId="478"/>
          <ac:spMkLst>
            <pc:docMk/>
            <pc:sldMk cId="3468514126" sldId="1159"/>
            <ac:spMk id="19459" creationId="{84804259-279B-4FCA-B6AC-D01533EDF1EA}"/>
          </ac:spMkLst>
        </pc:spChg>
        <pc:grpChg chg="mod">
          <ac:chgData name="王 欣捷" userId="b965477fa0aef5e6" providerId="LiveId" clId="{6B25E3A0-8D13-427B-91C6-98F6CF017510}" dt="2021-04-20T12:37:33.805" v="18" actId="338"/>
          <ac:grpSpMkLst>
            <pc:docMk/>
            <pc:sldMk cId="3468514126" sldId="1159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2:37:37.816" v="19" actId="165"/>
          <ac:grpSpMkLst>
            <pc:docMk/>
            <pc:sldMk cId="3468514126" sldId="1159"/>
            <ac:grpSpMk id="8" creationId="{71A3BA77-A0BA-4652-9CBC-71E82BE6FB98}"/>
          </ac:grpSpMkLst>
        </pc:grpChg>
        <pc:grpChg chg="add del mod">
          <ac:chgData name="王 欣捷" userId="b965477fa0aef5e6" providerId="LiveId" clId="{6B25E3A0-8D13-427B-91C6-98F6CF017510}" dt="2021-04-20T12:39:01.975" v="36" actId="164"/>
          <ac:grpSpMkLst>
            <pc:docMk/>
            <pc:sldMk cId="3468514126" sldId="1159"/>
            <ac:grpSpMk id="54" creationId="{996AEEB6-EA2A-49EE-8686-E2E09DD6DC89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5" creationId="{B7446ACA-1C80-4CD7-8BB2-D69DF94AAFE5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6" creationId="{222BD3D0-D24D-48EC-B5BF-14657968D2B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7" creationId="{53939524-D422-4765-9544-30E431EEAA1E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8" creationId="{B20F4317-3DB1-4F63-A2E3-47D4CA5652A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9" creationId="{09036289-839D-40C4-A04B-D6214649FE3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60" creationId="{A17FD1F8-1D88-47F7-A3BE-14F5597F14AA}"/>
          </ac:grpSpMkLst>
        </pc:grpChg>
        <pc:graphicFrameChg chg="add del mod">
          <ac:chgData name="王 欣捷" userId="b965477fa0aef5e6" providerId="LiveId" clId="{6B25E3A0-8D13-427B-91C6-98F6CF017510}" dt="2021-04-20T12:37:17.122" v="14"/>
          <ac:graphicFrameMkLst>
            <pc:docMk/>
            <pc:sldMk cId="3468514126" sldId="1159"/>
            <ac:graphicFrameMk id="10" creationId="{A00D8D3E-BD3D-45E5-BB85-61D1D5E7D07C}"/>
          </ac:graphicFrameMkLst>
        </pc:graphicFrameChg>
        <pc:graphicFrameChg chg="del modGraphic">
          <ac:chgData name="王 欣捷" userId="b965477fa0aef5e6" providerId="LiveId" clId="{6B25E3A0-8D13-427B-91C6-98F6CF017510}" dt="2021-04-20T12:37:28.615" v="16" actId="478"/>
          <ac:graphicFrameMkLst>
            <pc:docMk/>
            <pc:sldMk cId="3468514126" sldId="1159"/>
            <ac:graphicFrameMk id="12" creationId="{392FF57F-B253-4DAC-BFB1-4445AAB528F9}"/>
          </ac:graphicFrameMkLst>
        </pc:graphicFrameChg>
        <pc:picChg chg="del mod">
          <ac:chgData name="王 欣捷" userId="b965477fa0aef5e6" providerId="LiveId" clId="{6B25E3A0-8D13-427B-91C6-98F6CF017510}" dt="2021-04-20T12:36:57.935" v="8" actId="478"/>
          <ac:picMkLst>
            <pc:docMk/>
            <pc:sldMk cId="3468514126" sldId="1159"/>
            <ac:picMk id="6" creationId="{D4B1B450-310F-4E0F-8FA6-DCED841FB1BA}"/>
          </ac:picMkLst>
        </pc:picChg>
        <pc:picChg chg="del mod">
          <ac:chgData name="王 欣捷" userId="b965477fa0aef5e6" providerId="LiveId" clId="{6B25E3A0-8D13-427B-91C6-98F6CF017510}" dt="2021-04-20T12:37:33.805" v="18" actId="338"/>
          <ac:picMkLst>
            <pc:docMk/>
            <pc:sldMk cId="3468514126" sldId="1159"/>
            <ac:picMk id="7" creationId="{30E1733D-5E5F-43B6-B880-06D08B247422}"/>
          </ac:picMkLst>
        </pc:picChg>
      </pc:sldChg>
      <pc:sldChg chg="addSp delSp modSp add del mod">
        <pc:chgData name="王 欣捷" userId="b965477fa0aef5e6" providerId="LiveId" clId="{6B25E3A0-8D13-427B-91C6-98F6CF017510}" dt="2021-04-20T12:45:23.395" v="126" actId="47"/>
        <pc:sldMkLst>
          <pc:docMk/>
          <pc:sldMk cId="3608272575" sldId="1159"/>
        </pc:sldMkLst>
        <pc:spChg chg="add del mod">
          <ac:chgData name="王 欣捷" userId="b965477fa0aef5e6" providerId="LiveId" clId="{6B25E3A0-8D13-427B-91C6-98F6CF017510}" dt="2021-04-20T12:43:07.526" v="87" actId="478"/>
          <ac:spMkLst>
            <pc:docMk/>
            <pc:sldMk cId="3608272575" sldId="1159"/>
            <ac:spMk id="3" creationId="{E49095C7-B729-49FB-A2B3-589FEF8BA262}"/>
          </ac:spMkLst>
        </pc:spChg>
        <pc:spChg chg="add del mod">
          <ac:chgData name="王 欣捷" userId="b965477fa0aef5e6" providerId="LiveId" clId="{6B25E3A0-8D13-427B-91C6-98F6CF017510}" dt="2021-04-20T12:43:09.286" v="89" actId="478"/>
          <ac:spMkLst>
            <pc:docMk/>
            <pc:sldMk cId="3608272575" sldId="1159"/>
            <ac:spMk id="5" creationId="{2471348C-1DE5-417A-AFEE-AA8D3BFCB6A3}"/>
          </ac:spMkLst>
        </pc:spChg>
        <pc:spChg chg="del mod topLvl">
          <ac:chgData name="王 欣捷" userId="b965477fa0aef5e6" providerId="LiveId" clId="{6B25E3A0-8D13-427B-91C6-98F6CF017510}" dt="2021-04-20T12:43:34.049" v="95" actId="478"/>
          <ac:spMkLst>
            <pc:docMk/>
            <pc:sldMk cId="3608272575" sldId="1159"/>
            <ac:spMk id="9" creationId="{7F3CE5A3-986D-4B49-B488-B1F27029449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0" creationId="{68001BAE-BEF4-4656-87AA-926DF16DC96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1" creationId="{534D6338-7F0D-4D06-835A-2DFA1750BBB9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2" creationId="{91AB09D3-517F-4DB0-B1F4-376AC018525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3" creationId="{B63415E9-80F1-4078-A128-896803002656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4" creationId="{D2A5399C-787A-45A6-96AC-D1CDB1442D0C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5" creationId="{224A42C6-CBDE-4DC4-B65C-6948EA818EA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6" creationId="{A0AA9E98-49A1-40E4-8429-FF2EE8723763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7" creationId="{707D0844-6F98-4E2C-9B6E-57132C412ADA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8" creationId="{E745EBC3-A831-40BD-81AD-76E718BC123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9" creationId="{D72AFE9F-A7AB-485E-95FD-7E257FB11FDC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0" creationId="{A5BFC52A-D12F-43A7-8CA1-5E477677B3DE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1" creationId="{92850269-6FE3-449B-962C-1806047ABD56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2" creationId="{71E06E6D-D952-4B90-84BC-48136DE3F8BB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3" creationId="{4894D3CA-57A9-4E58-A9A0-0BCF9243A48D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4" creationId="{95499559-D4A5-4DE7-8DA3-D0BB188E0DEA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5" creationId="{EC5B7CD5-9796-4C3F-804D-58BD407923ED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6" creationId="{40C80291-9E80-4A7B-A091-3649BAE07554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7" creationId="{594DA38D-0AF1-4B21-BA99-2DD1132D5C5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8" creationId="{78A8EDA9-424C-4059-8D15-94F4D85D3D8F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29" creationId="{C63B2B7B-9DA8-4223-A8F1-CD3055D9E446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0" creationId="{AAE3D4FC-9BF9-425D-8B22-CA3D92A38423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1" creationId="{ABBF3086-49E0-4340-AAA0-788F4F99ED55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2" creationId="{66D3B714-BC12-4A38-BAF4-B6B65E0B167C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3" creationId="{5C449F22-D6C2-44E9-9240-03DF07C45D15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4" creationId="{9E4EDE77-9265-4BB9-9A5B-3F87E3FDFE4C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5" creationId="{2A937BD4-5AC1-40C6-85BE-421FD96AAB12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6" creationId="{D7B68A19-0B02-4780-9862-056895C49688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7" creationId="{6D35C6A7-1534-491A-AD3F-D5E131050F95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8" creationId="{98E5E973-593B-4136-829A-27031C21D312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9" creationId="{45CEA639-652A-4796-8F57-8C2758A5A8AD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0" creationId="{B2F736A6-8D91-4194-9E84-67770DDCA9FF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1" creationId="{A4FE67B8-9069-46F0-9165-C1384C141B87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2" creationId="{F685AA16-CE3B-40E3-974C-15F1F1C21FFC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3" creationId="{7CA4E481-CBD0-43C8-B5A8-06987DD34DA5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4" creationId="{81C2CEE3-DE3B-4B0F-A692-1A0CD45BC861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5" creationId="{26FA4F18-452E-4E60-BE3E-6F63D26CF1AA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6" creationId="{2A2AFF7E-B0CD-4341-BCB6-4FB10652189C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7" creationId="{D7A46575-9C6F-4708-90E1-0F30C7E2B86A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8" creationId="{D1DAB47E-3589-4A19-BEBF-1CA3E183F8B3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9" creationId="{27D68966-4DBE-4FA7-92A0-069E5B691DE9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50" creationId="{430C9105-8F5D-48D1-B82C-B89826CD284E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51" creationId="{B1B1DF46-1CFE-4940-AC9E-879AEC8F6406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2" creationId="{E1A0918B-E393-4B6F-BD38-F1BCFD9D900B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3" creationId="{1CECDA0A-4A7A-4E17-9D24-C484EB830C69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4" creationId="{7F711060-9801-4C10-967B-FA9AB59B459A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5" creationId="{491B27AA-F717-41E1-882F-4423DD83EBFA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6" creationId="{0A8E9B3F-679F-4CF9-9004-DD11A9DFF7BE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7" creationId="{9AA3C847-F42F-44D4-948F-474BFCA6B16A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8" creationId="{7D1E2803-65E3-4F91-A57C-6D0E43CF45EB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9" creationId="{573A4581-0E12-4926-A2F4-8230D24403C8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60" creationId="{15173139-B1AA-4A93-AE84-4D49313142D5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61" creationId="{D4C1C61A-5198-45DA-B1EC-C09FCF0A2964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62" creationId="{CE8A8DFA-196C-4F98-82A2-AB574B9F1023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63" creationId="{8F5E5EC0-08E3-4387-A7E5-50FAF7895267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48" creationId="{85C4929B-601C-4744-A667-2FE61D00AB04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49" creationId="{34DC35B9-AA56-4CBF-9AF2-E11E39C4B5D2}"/>
          </ac:spMkLst>
        </pc:spChg>
        <pc:spChg chg="del">
          <ac:chgData name="王 欣捷" userId="b965477fa0aef5e6" providerId="LiveId" clId="{6B25E3A0-8D13-427B-91C6-98F6CF017510}" dt="2021-04-20T12:43:06.022" v="86" actId="478"/>
          <ac:spMkLst>
            <pc:docMk/>
            <pc:sldMk cId="3608272575" sldId="1159"/>
            <ac:spMk id="27650" creationId="{22D8A731-AE74-4746-A3B8-8256FFF194A2}"/>
          </ac:spMkLst>
        </pc:spChg>
        <pc:spChg chg="del">
          <ac:chgData name="王 欣捷" userId="b965477fa0aef5e6" providerId="LiveId" clId="{6B25E3A0-8D13-427B-91C6-98F6CF017510}" dt="2021-04-20T12:43:08.681" v="88" actId="478"/>
          <ac:spMkLst>
            <pc:docMk/>
            <pc:sldMk cId="3608272575" sldId="1159"/>
            <ac:spMk id="27651" creationId="{A1741382-F451-48A5-8D5C-85D947507B87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2" creationId="{97C5F3BC-F178-4554-9904-0F1C98CA0026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3" creationId="{DC87161D-C191-4F55-99FA-78D51B60063E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4" creationId="{694293E0-14F1-4BF6-9F1C-155B4222CB8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5" creationId="{62238E28-EC90-4FA5-B0A6-1B3949746239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6" creationId="{C9CAC330-2609-49F8-AEA7-1E2CF93574B0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7" creationId="{F719900D-3244-4C28-839D-64C7AAE1ACDB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8" creationId="{DAEED9DD-7AEB-47BE-8168-0890A22B8A0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9" creationId="{460FBCD6-4A22-4462-9440-60FBD3E1C3F0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0" creationId="{6E7CFE3B-0FC4-4CB7-8640-96670EAAAC7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1" creationId="{E81D328E-96F6-495C-A4DE-C651C9378508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2" creationId="{64A9FDFA-B633-4BA0-A002-0C7CCE062A32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3" creationId="{831B6EBD-A5D2-4E9A-A989-CF06601F7B31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4" creationId="{98570073-8707-4CEF-BB2A-1271A2A2EC2F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5" creationId="{8D32A4EE-1190-4F42-AAEA-2831A5CEC193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6" creationId="{A5A8C8D3-1164-4C03-B05B-5A8745B7A212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7" creationId="{F4547934-E50D-4703-ADA7-33B2F305B599}"/>
          </ac:spMkLst>
        </pc:spChg>
        <pc:grpChg chg="mod">
          <ac:chgData name="王 欣捷" userId="b965477fa0aef5e6" providerId="LiveId" clId="{6B25E3A0-8D13-427B-91C6-98F6CF017510}" dt="2021-04-20T12:43:27.377" v="93" actId="338"/>
          <ac:grpSpMkLst>
            <pc:docMk/>
            <pc:sldMk cId="3608272575" sldId="1159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2:43:32.299" v="94" actId="165"/>
          <ac:grpSpMkLst>
            <pc:docMk/>
            <pc:sldMk cId="3608272575" sldId="1159"/>
            <ac:grpSpMk id="8" creationId="{3A59DDF0-BFEF-40A2-991C-0718D334C2B4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68" creationId="{5A8B7893-A583-412B-91DD-6DBC48613EC3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69" creationId="{100BCC49-B407-489C-9194-8F1C54961181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0" creationId="{CF53A74A-5141-4EAD-AB9F-A8978E0B48AB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1" creationId="{A656803A-659F-40E7-9EFE-CE3567AF6916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2" creationId="{19E004FE-01AB-4062-81F5-7BA03A206552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3" creationId="{C7B9A1A6-6D24-4B8A-900E-1C1B428CCC7D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4" creationId="{2CA2087D-F0D8-46D1-B464-5B004B0A5D18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5" creationId="{5291D6CB-B9BB-4F89-A5E6-B86A0051A0DF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6" creationId="{94B963E5-42E6-423F-A482-FC8924B9B14D}"/>
          </ac:grpSpMkLst>
        </pc:grpChg>
        <pc:graphicFrameChg chg="del">
          <ac:chgData name="王 欣捷" userId="b965477fa0aef5e6" providerId="LiveId" clId="{6B25E3A0-8D13-427B-91C6-98F6CF017510}" dt="2021-04-20T12:43:20.677" v="91" actId="478"/>
          <ac:graphicFrameMkLst>
            <pc:docMk/>
            <pc:sldMk cId="3608272575" sldId="1159"/>
            <ac:graphicFrameMk id="7" creationId="{37CC3D40-8AD9-46E1-AFAB-E74C336F4304}"/>
          </ac:graphicFrameMkLst>
        </pc:graphicFrameChg>
        <pc:picChg chg="del mod">
          <ac:chgData name="王 欣捷" userId="b965477fa0aef5e6" providerId="LiveId" clId="{6B25E3A0-8D13-427B-91C6-98F6CF017510}" dt="2021-04-20T12:43:27.377" v="93" actId="338"/>
          <ac:picMkLst>
            <pc:docMk/>
            <pc:sldMk cId="3608272575" sldId="1159"/>
            <ac:picMk id="6" creationId="{BDBF54DD-2413-41B9-8EE1-59155E95194F}"/>
          </ac:picMkLst>
        </pc:picChg>
      </pc:sldChg>
      <pc:sldChg chg="addSp delSp modSp add mod">
        <pc:chgData name="王 欣捷" userId="b965477fa0aef5e6" providerId="LiveId" clId="{6B25E3A0-8D13-427B-91C6-98F6CF017510}" dt="2021-04-20T13:52:59.633" v="961" actId="20577"/>
        <pc:sldMkLst>
          <pc:docMk/>
          <pc:sldMk cId="3740059661" sldId="1159"/>
        </pc:sldMkLst>
        <pc:spChg chg="add mod topLvl">
          <ac:chgData name="王 欣捷" userId="b965477fa0aef5e6" providerId="LiveId" clId="{6B25E3A0-8D13-427B-91C6-98F6CF017510}" dt="2021-04-20T13:05:21.351" v="335" actId="13822"/>
          <ac:spMkLst>
            <pc:docMk/>
            <pc:sldMk cId="3740059661" sldId="1159"/>
            <ac:spMk id="4" creationId="{2D6D69E9-30F5-4972-B258-9703CCCF1091}"/>
          </ac:spMkLst>
        </pc:spChg>
        <pc:spChg chg="add del">
          <ac:chgData name="王 欣捷" userId="b965477fa0aef5e6" providerId="LiveId" clId="{6B25E3A0-8D13-427B-91C6-98F6CF017510}" dt="2021-04-20T12:57:57.214" v="258" actId="22"/>
          <ac:spMkLst>
            <pc:docMk/>
            <pc:sldMk cId="3740059661" sldId="1159"/>
            <ac:spMk id="6" creationId="{4FD36CD6-297C-4B97-A42F-7CE35CC2BF3B}"/>
          </ac:spMkLst>
        </pc:spChg>
        <pc:spChg chg="add del mod ord topLvl">
          <ac:chgData name="王 欣捷" userId="b965477fa0aef5e6" providerId="LiveId" clId="{6B25E3A0-8D13-427B-91C6-98F6CF017510}" dt="2021-04-20T13:02:47.128" v="308" actId="478"/>
          <ac:spMkLst>
            <pc:docMk/>
            <pc:sldMk cId="3740059661" sldId="1159"/>
            <ac:spMk id="8" creationId="{531E3D35-0D17-400E-92AD-D0144A769524}"/>
          </ac:spMkLst>
        </pc:spChg>
        <pc:spChg chg="add del">
          <ac:chgData name="王 欣捷" userId="b965477fa0aef5e6" providerId="LiveId" clId="{6B25E3A0-8D13-427B-91C6-98F6CF017510}" dt="2021-04-20T13:02:53.580" v="310" actId="22"/>
          <ac:spMkLst>
            <pc:docMk/>
            <pc:sldMk cId="3740059661" sldId="1159"/>
            <ac:spMk id="12" creationId="{0E90971D-7017-4486-BA77-FF3A3DB62D46}"/>
          </ac:spMkLst>
        </pc:spChg>
        <pc:spChg chg="add mod">
          <ac:chgData name="王 欣捷" userId="b965477fa0aef5e6" providerId="LiveId" clId="{6B25E3A0-8D13-427B-91C6-98F6CF017510}" dt="2021-04-20T13:04:51.963" v="334" actId="13822"/>
          <ac:spMkLst>
            <pc:docMk/>
            <pc:sldMk cId="3740059661" sldId="1159"/>
            <ac:spMk id="14" creationId="{966EB8AA-1E5F-4CEF-BA18-76CA834BF6A1}"/>
          </ac:spMkLst>
        </pc:spChg>
        <pc:spChg chg="mod">
          <ac:chgData name="王 欣捷" userId="b965477fa0aef5e6" providerId="LiveId" clId="{6B25E3A0-8D13-427B-91C6-98F6CF017510}" dt="2021-04-20T13:05:28.980" v="336"/>
          <ac:spMkLst>
            <pc:docMk/>
            <pc:sldMk cId="3740059661" sldId="1159"/>
            <ac:spMk id="17" creationId="{64F0E1EF-5044-4787-8B65-C24990700814}"/>
          </ac:spMkLst>
        </pc:spChg>
        <pc:spChg chg="mod">
          <ac:chgData name="王 欣捷" userId="b965477fa0aef5e6" providerId="LiveId" clId="{6B25E3A0-8D13-427B-91C6-98F6CF017510}" dt="2021-04-20T13:05:28.980" v="336"/>
          <ac:spMkLst>
            <pc:docMk/>
            <pc:sldMk cId="3740059661" sldId="1159"/>
            <ac:spMk id="18" creationId="{AB147B9F-7976-44D6-9565-772F9C07D51D}"/>
          </ac:spMkLst>
        </pc:spChg>
        <pc:spChg chg="mod">
          <ac:chgData name="王 欣捷" userId="b965477fa0aef5e6" providerId="LiveId" clId="{6B25E3A0-8D13-427B-91C6-98F6CF017510}" dt="2021-04-20T13:06:01.855" v="339"/>
          <ac:spMkLst>
            <pc:docMk/>
            <pc:sldMk cId="3740059661" sldId="1159"/>
            <ac:spMk id="20" creationId="{505B9F61-0BE6-4034-8EB4-366AD8C41A3D}"/>
          </ac:spMkLst>
        </pc:spChg>
        <pc:spChg chg="mod">
          <ac:chgData name="王 欣捷" userId="b965477fa0aef5e6" providerId="LiveId" clId="{6B25E3A0-8D13-427B-91C6-98F6CF017510}" dt="2021-04-20T13:06:17.214" v="349" actId="20577"/>
          <ac:spMkLst>
            <pc:docMk/>
            <pc:sldMk cId="3740059661" sldId="1159"/>
            <ac:spMk id="21" creationId="{4A0E9327-64DA-4391-81D1-5B371665F767}"/>
          </ac:spMkLst>
        </pc:spChg>
        <pc:spChg chg="mod">
          <ac:chgData name="王 欣捷" userId="b965477fa0aef5e6" providerId="LiveId" clId="{6B25E3A0-8D13-427B-91C6-98F6CF017510}" dt="2021-04-20T13:06:49.267" v="373"/>
          <ac:spMkLst>
            <pc:docMk/>
            <pc:sldMk cId="3740059661" sldId="1159"/>
            <ac:spMk id="23" creationId="{09E85927-6EFD-4294-8961-8164D5AD2FBB}"/>
          </ac:spMkLst>
        </pc:spChg>
        <pc:spChg chg="mod">
          <ac:chgData name="王 欣捷" userId="b965477fa0aef5e6" providerId="LiveId" clId="{6B25E3A0-8D13-427B-91C6-98F6CF017510}" dt="2021-04-20T13:06:53.703" v="375" actId="20577"/>
          <ac:spMkLst>
            <pc:docMk/>
            <pc:sldMk cId="3740059661" sldId="1159"/>
            <ac:spMk id="24" creationId="{C42AC6DD-4DCA-414F-BA1E-9B50D344DF52}"/>
          </ac:spMkLst>
        </pc:spChg>
        <pc:spChg chg="mod">
          <ac:chgData name="王 欣捷" userId="b965477fa0aef5e6" providerId="LiveId" clId="{6B25E3A0-8D13-427B-91C6-98F6CF017510}" dt="2021-04-20T13:06:54.958" v="376"/>
          <ac:spMkLst>
            <pc:docMk/>
            <pc:sldMk cId="3740059661" sldId="1159"/>
            <ac:spMk id="26" creationId="{F3BF02C9-6271-4B0A-95A4-8B6D7E7397CF}"/>
          </ac:spMkLst>
        </pc:spChg>
        <pc:spChg chg="mod">
          <ac:chgData name="王 欣捷" userId="b965477fa0aef5e6" providerId="LiveId" clId="{6B25E3A0-8D13-427B-91C6-98F6CF017510}" dt="2021-04-20T13:07:00.366" v="378" actId="20577"/>
          <ac:spMkLst>
            <pc:docMk/>
            <pc:sldMk cId="3740059661" sldId="1159"/>
            <ac:spMk id="27" creationId="{899C9EB7-0F46-41C7-9D01-AFEEFE8C6EC9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29" creationId="{EED59A44-C997-4A58-8AB9-D2067151B054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0" creationId="{9A099D5A-B311-46FF-82B4-CE3096978441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2" creationId="{C9555EF1-EF48-43DC-8501-612DFF88C37E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3" creationId="{AE2FA770-C381-4CC2-9F79-CFD9006772A3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5" creationId="{3EBB6A16-FBD1-4A95-BB5E-13306DC5B584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6" creationId="{C6D4DECE-0286-4436-8883-C78F5DA27982}"/>
          </ac:spMkLst>
        </pc:spChg>
        <pc:spChg chg="mod">
          <ac:chgData name="王 欣捷" userId="b965477fa0aef5e6" providerId="LiveId" clId="{6B25E3A0-8D13-427B-91C6-98F6CF017510}" dt="2021-04-20T13:48:46.172" v="921"/>
          <ac:spMkLst>
            <pc:docMk/>
            <pc:sldMk cId="3740059661" sldId="1159"/>
            <ac:spMk id="44035" creationId="{5D1D868F-8DD2-453C-A53C-A9E8EF698509}"/>
          </ac:spMkLst>
        </pc:spChg>
        <pc:grpChg chg="add del mod">
          <ac:chgData name="王 欣捷" userId="b965477fa0aef5e6" providerId="LiveId" clId="{6B25E3A0-8D13-427B-91C6-98F6CF017510}" dt="2021-04-20T13:02:47.128" v="308" actId="478"/>
          <ac:grpSpMkLst>
            <pc:docMk/>
            <pc:sldMk cId="3740059661" sldId="1159"/>
            <ac:grpSpMk id="5" creationId="{5C45A7FA-6DE5-4E72-8FAF-E5C5B3DD23D9}"/>
          </ac:grpSpMkLst>
        </pc:grpChg>
        <pc:grpChg chg="add mod">
          <ac:chgData name="王 欣捷" userId="b965477fa0aef5e6" providerId="LiveId" clId="{6B25E3A0-8D13-427B-91C6-98F6CF017510}" dt="2021-04-20T13:06:39.612" v="369" actId="1036"/>
          <ac:grpSpMkLst>
            <pc:docMk/>
            <pc:sldMk cId="3740059661" sldId="1159"/>
            <ac:grpSpMk id="11" creationId="{02C0B712-15B4-4AE4-B152-3902F38B3FEC}"/>
          </ac:grpSpMkLst>
        </pc:grpChg>
        <pc:grpChg chg="add mod">
          <ac:chgData name="王 欣捷" userId="b965477fa0aef5e6" providerId="LiveId" clId="{6B25E3A0-8D13-427B-91C6-98F6CF017510}" dt="2021-04-20T13:06:35.077" v="364" actId="1036"/>
          <ac:grpSpMkLst>
            <pc:docMk/>
            <pc:sldMk cId="3740059661" sldId="1159"/>
            <ac:grpSpMk id="16" creationId="{4E4115BC-DABB-46C4-A1CF-F8410C1465BD}"/>
          </ac:grpSpMkLst>
        </pc:grpChg>
        <pc:grpChg chg="add mod">
          <ac:chgData name="王 欣捷" userId="b965477fa0aef5e6" providerId="LiveId" clId="{6B25E3A0-8D13-427B-91C6-98F6CF017510}" dt="2021-04-20T13:06:42.939" v="372" actId="1036"/>
          <ac:grpSpMkLst>
            <pc:docMk/>
            <pc:sldMk cId="3740059661" sldId="1159"/>
            <ac:grpSpMk id="19" creationId="{3F4B44F9-127A-4F25-81C7-D3572C375A3C}"/>
          </ac:grpSpMkLst>
        </pc:grpChg>
        <pc:grpChg chg="add mod">
          <ac:chgData name="王 欣捷" userId="b965477fa0aef5e6" providerId="LiveId" clId="{6B25E3A0-8D13-427B-91C6-98F6CF017510}" dt="2021-04-20T13:06:52.372" v="374" actId="1076"/>
          <ac:grpSpMkLst>
            <pc:docMk/>
            <pc:sldMk cId="3740059661" sldId="1159"/>
            <ac:grpSpMk id="22" creationId="{69F55667-9F22-4C84-96B6-664503EFAE53}"/>
          </ac:grpSpMkLst>
        </pc:grpChg>
        <pc:grpChg chg="add mod">
          <ac:chgData name="王 欣捷" userId="b965477fa0aef5e6" providerId="LiveId" clId="{6B25E3A0-8D13-427B-91C6-98F6CF017510}" dt="2021-04-20T13:06:59.061" v="377" actId="1076"/>
          <ac:grpSpMkLst>
            <pc:docMk/>
            <pc:sldMk cId="3740059661" sldId="1159"/>
            <ac:grpSpMk id="25" creationId="{173E6166-5837-4BCF-ACBA-FB600D1A14E4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28" creationId="{665B71ED-C5C7-4C81-9A0C-396F95AE1517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31" creationId="{54A68B26-51CD-423D-80F0-360506345D8D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34" creationId="{C23310F7-AAAF-4ECB-8B01-EC19945991A0}"/>
          </ac:grpSpMkLst>
        </pc:grpChg>
        <pc:graphicFrameChg chg="mod modGraphic">
          <ac:chgData name="王 欣捷" userId="b965477fa0aef5e6" providerId="LiveId" clId="{6B25E3A0-8D13-427B-91C6-98F6CF017510}" dt="2021-04-20T13:52:59.633" v="961" actId="20577"/>
          <ac:graphicFrameMkLst>
            <pc:docMk/>
            <pc:sldMk cId="3740059661" sldId="1159"/>
            <ac:graphicFrameMk id="7" creationId="{135E5BFB-71B3-42B0-9930-200A49BF224F}"/>
          </ac:graphicFrameMkLst>
        </pc:graphicFrameChg>
      </pc:sldChg>
      <pc:sldChg chg="addSp delSp modSp new del mod modClrScheme modAnim chgLayout">
        <pc:chgData name="王 欣捷" userId="b965477fa0aef5e6" providerId="LiveId" clId="{6B25E3A0-8D13-427B-91C6-98F6CF017510}" dt="2021-04-20T12:51:53.712" v="213" actId="47"/>
        <pc:sldMkLst>
          <pc:docMk/>
          <pc:sldMk cId="3959990060" sldId="1159"/>
        </pc:sldMkLst>
        <pc:spChg chg="del">
          <ac:chgData name="王 欣捷" userId="b965477fa0aef5e6" providerId="LiveId" clId="{6B25E3A0-8D13-427B-91C6-98F6CF017510}" dt="2021-04-20T12:49:10.471" v="156" actId="700"/>
          <ac:spMkLst>
            <pc:docMk/>
            <pc:sldMk cId="3959990060" sldId="1159"/>
            <ac:spMk id="2" creationId="{1F3953F7-F522-4C31-A437-506DE25AD3E6}"/>
          </ac:spMkLst>
        </pc:spChg>
        <pc:spChg chg="del">
          <ac:chgData name="王 欣捷" userId="b965477fa0aef5e6" providerId="LiveId" clId="{6B25E3A0-8D13-427B-91C6-98F6CF017510}" dt="2021-04-20T12:49:10.471" v="156" actId="700"/>
          <ac:spMkLst>
            <pc:docMk/>
            <pc:sldMk cId="3959990060" sldId="1159"/>
            <ac:spMk id="3" creationId="{90D06857-0CBD-4F09-A016-B564E3733D71}"/>
          </ac:spMkLst>
        </pc:spChg>
        <pc:spChg chg="del mod topLvl">
          <ac:chgData name="王 欣捷" userId="b965477fa0aef5e6" providerId="LiveId" clId="{6B25E3A0-8D13-427B-91C6-98F6CF017510}" dt="2021-04-20T12:49:22.970" v="162" actId="478"/>
          <ac:spMkLst>
            <pc:docMk/>
            <pc:sldMk cId="3959990060" sldId="1159"/>
            <ac:spMk id="6" creationId="{C81E2C07-BDEA-4172-9C7B-C779D7DBF50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7" creationId="{908821D6-A4AC-4D44-B9F8-9BFDFA3804C4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8" creationId="{C478BE34-4163-46E9-A7FE-2CA29FA2350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9" creationId="{1E765E2C-48A9-4F95-9113-5A769E9D1F83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0" creationId="{4BBADB0D-FDA5-4723-ACB9-DA22DFCBC5EF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1" creationId="{738F3CEB-3A70-4CD4-92B2-F9A3B58266A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2" creationId="{35348026-0052-4E0E-9416-6F93C47B5457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3" creationId="{83350AB6-A2A0-4747-AEE7-5E402FD22B54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4" creationId="{3E0F9D79-B635-445B-B953-F929607BF98B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5" creationId="{7798B67B-1C63-4386-B135-F3DAA268DD12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6" creationId="{D21E1069-B698-4DF2-B6D6-ABC721ED7BC4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7" creationId="{989622AF-85B4-46D6-B562-ADB7ECF672E5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8" creationId="{C64038D5-7687-4B77-9FD5-B861B807C1EE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9" creationId="{466D878D-CB47-40FB-9588-F412F09A2D5C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0" creationId="{5C19E946-5D49-4D7B-9558-6CFC2A824907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1" creationId="{447339C2-64F4-4DE6-859B-DA8492E852F3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2" creationId="{9A2BB69A-6CE9-471D-BDE0-BF48A8B2E086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3" creationId="{5D282EE6-59AA-448F-A969-767A8F1D3AE6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4" creationId="{527B71CE-44E3-4FDC-AECF-759D9EFFB71D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5" creationId="{154CF1BD-0259-4862-9149-EAC4ACE05478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6" creationId="{5BF79738-6E55-4B3B-9108-1136FB15F1C7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7" creationId="{2F6FA5DC-7733-4917-9407-3A7E50600808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8" creationId="{49774D48-1C38-4089-BB61-4D53743BB687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29" creationId="{0DB4029A-3055-4241-8431-137EB599F917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0" creationId="{06F57136-5ED0-43BB-B022-4AA1A8C74A2C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1" creationId="{17DCBA05-741D-4B2C-9F21-7A83A0BF3B99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2" creationId="{91C8CA32-2D29-4C9E-B7A4-7332E6A2F58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3" creationId="{184C0AE3-CA7E-42BC-93FC-CCC7DE37259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4" creationId="{929F8D05-9F5F-491E-BCDF-F6EDC781FC1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5" creationId="{5069B6FE-8BA4-449F-AEE3-1DCA789F324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6" creationId="{338117F1-8248-494A-AF35-6BAAB301042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7" creationId="{25E249CC-8D07-4AAC-BD4D-0E69B5BC1500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8" creationId="{5BBA4D4E-2C69-44D1-9E7D-AB43F127912B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9" creationId="{B1EA6FFC-9E40-4C05-ABD0-1DBCCA2F69B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0" creationId="{C2CB2B83-A6E0-452E-8526-C5C91781728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1" creationId="{6B125984-267E-449E-A5FA-8F939B816CB4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2" creationId="{81C533ED-B1F4-4BB9-AAFE-6EA441887778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3" creationId="{62B8A86F-D75F-4108-B203-074AA20D9562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4" creationId="{11808D52-3E04-4EF0-BEAA-FEECCA479CAB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5" creationId="{F2C9DD7A-69B5-4477-A3B9-E0BFE10F0DC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6" creationId="{BC93F4C0-4EA6-4004-A30C-02F47FE3E56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7" creationId="{37F1018C-74E0-4465-8780-C7CB415AF460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8" creationId="{47DFEF31-A309-497B-9C62-00F4631E96D2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9" creationId="{BCF49C23-2D08-4B71-8A3E-236204AFDBC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0" creationId="{F9711E93-4EA9-4B56-8F7E-4149A8724C18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1" creationId="{334751B5-FFCE-4A96-BE26-918FAB8EF964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2" creationId="{DD66A05A-6910-4BA3-A021-1D13B4566825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3" creationId="{CE9830CA-F002-438E-8FE6-CBC68A689D1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4" creationId="{88ED87F6-7418-48F4-82A7-EC3CD84734AF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5" creationId="{A4E37AEC-4BB6-46A7-A461-3A551CD9DD49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6" creationId="{D21BC199-B1FF-48D2-8D52-E71C35E13B9C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7" creationId="{68052BC2-62F4-46F1-96F2-C32FB9065B2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8" creationId="{C8544BE3-58DC-4CB5-965D-13CA58E3C19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9" creationId="{E7A35663-3C41-41C2-8344-01CC5835C1E9}"/>
          </ac:spMkLst>
        </pc:spChg>
        <pc:spChg chg="add del">
          <ac:chgData name="王 欣捷" userId="b965477fa0aef5e6" providerId="LiveId" clId="{6B25E3A0-8D13-427B-91C6-98F6CF017510}" dt="2021-04-20T12:49:44.077" v="165" actId="22"/>
          <ac:spMkLst>
            <pc:docMk/>
            <pc:sldMk cId="3959990060" sldId="1159"/>
            <ac:spMk id="61" creationId="{716EB5A9-3B8A-4E40-A758-B13F0CD7B209}"/>
          </ac:spMkLst>
        </pc:spChg>
        <pc:spChg chg="add mod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63" creationId="{D5CC323A-3808-49D1-833F-7BAAA6E468B3}"/>
          </ac:spMkLst>
        </pc:spChg>
        <pc:grpChg chg="mod">
          <ac:chgData name="王 欣捷" userId="b965477fa0aef5e6" providerId="LiveId" clId="{6B25E3A0-8D13-427B-91C6-98F6CF017510}" dt="2021-04-20T12:49:15.202" v="158" actId="338"/>
          <ac:grpSpMkLst>
            <pc:docMk/>
            <pc:sldMk cId="3959990060" sldId="1159"/>
            <ac:grpSpMk id="1" creationId="{00000000-0000-0000-0000-000000000000}"/>
          </ac:grpSpMkLst>
        </pc:grpChg>
        <pc:grpChg chg="add del mod">
          <ac:chgData name="王 欣捷" userId="b965477fa0aef5e6" providerId="LiveId" clId="{6B25E3A0-8D13-427B-91C6-98F6CF017510}" dt="2021-04-20T12:49:21.049" v="161" actId="165"/>
          <ac:grpSpMkLst>
            <pc:docMk/>
            <pc:sldMk cId="3959990060" sldId="1159"/>
            <ac:grpSpMk id="5" creationId="{C4843BAA-3697-4511-9E1A-71E94D84F26D}"/>
          </ac:grpSpMkLst>
        </pc:grpChg>
        <pc:grpChg chg="add mod">
          <ac:chgData name="王 欣捷" userId="b965477fa0aef5e6" providerId="LiveId" clId="{6B25E3A0-8D13-427B-91C6-98F6CF017510}" dt="2021-04-20T12:50:42.559" v="192" actId="164"/>
          <ac:grpSpMkLst>
            <pc:docMk/>
            <pc:sldMk cId="3959990060" sldId="1159"/>
            <ac:grpSpMk id="64" creationId="{873CFAB2-BC7A-45B4-83E7-006A0E3C30C9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5" creationId="{9F0DB484-FCC3-4C13-8593-10174E0CAC99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6" creationId="{A7A61818-9548-4713-88DE-0F79507358E4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7" creationId="{E6BEA52D-C7AD-4C6D-8569-F8BBBB4209CA}"/>
          </ac:grpSpMkLst>
        </pc:grpChg>
        <pc:picChg chg="add del mod">
          <ac:chgData name="王 欣捷" userId="b965477fa0aef5e6" providerId="LiveId" clId="{6B25E3A0-8D13-427B-91C6-98F6CF017510}" dt="2021-04-20T12:49:15.202" v="158" actId="338"/>
          <ac:picMkLst>
            <pc:docMk/>
            <pc:sldMk cId="3959990060" sldId="1159"/>
            <ac:picMk id="4" creationId="{95D6E8DA-D7AF-4D52-8C2B-65B6AAB9D438}"/>
          </ac:picMkLst>
        </pc:picChg>
      </pc:sldChg>
      <pc:sldChg chg="addSp delSp modSp new del mod modClrScheme chgLayout">
        <pc:chgData name="王 欣捷" userId="b965477fa0aef5e6" providerId="LiveId" clId="{6B25E3A0-8D13-427B-91C6-98F6CF017510}" dt="2021-04-20T13:12:57.235" v="417" actId="47"/>
        <pc:sldMkLst>
          <pc:docMk/>
          <pc:sldMk cId="1241390852" sldId="1160"/>
        </pc:sldMkLst>
        <pc:spChg chg="del">
          <ac:chgData name="王 欣捷" userId="b965477fa0aef5e6" providerId="LiveId" clId="{6B25E3A0-8D13-427B-91C6-98F6CF017510}" dt="2021-04-20T13:11:21.744" v="392" actId="700"/>
          <ac:spMkLst>
            <pc:docMk/>
            <pc:sldMk cId="1241390852" sldId="1160"/>
            <ac:spMk id="2" creationId="{7BED2FC7-E9AA-4ADD-BAD2-04B03B866B4C}"/>
          </ac:spMkLst>
        </pc:spChg>
        <pc:spChg chg="del">
          <ac:chgData name="王 欣捷" userId="b965477fa0aef5e6" providerId="LiveId" clId="{6B25E3A0-8D13-427B-91C6-98F6CF017510}" dt="2021-04-20T13:11:21.744" v="392" actId="700"/>
          <ac:spMkLst>
            <pc:docMk/>
            <pc:sldMk cId="1241390852" sldId="1160"/>
            <ac:spMk id="3" creationId="{310EFBFC-02CC-4373-B933-0F2FD4876EB1}"/>
          </ac:spMkLst>
        </pc:spChg>
        <pc:spChg chg="del mod topLvl">
          <ac:chgData name="王 欣捷" userId="b965477fa0aef5e6" providerId="LiveId" clId="{6B25E3A0-8D13-427B-91C6-98F6CF017510}" dt="2021-04-20T13:11:39.985" v="397" actId="478"/>
          <ac:spMkLst>
            <pc:docMk/>
            <pc:sldMk cId="1241390852" sldId="1160"/>
            <ac:spMk id="7" creationId="{65182B52-BC69-4062-B376-DA9AF5629F29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8" creationId="{D418D79A-10BB-42EC-99BA-AB9A072540E7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9" creationId="{CD5B9256-F365-4094-AE97-FA88E09B165B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0" creationId="{EEEF6793-CA29-4F60-9288-6ACDC11DB245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1" creationId="{F9B8FE37-3F2D-4F98-9E3D-E35164F40F7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2" creationId="{027045E1-D640-42C4-939F-D6EF87B994F2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3" creationId="{E5C6C03A-10F2-49DA-82FF-92E370BCC0AC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4" creationId="{74BFE5F4-64CF-4F69-BCEE-847AF6F41B6C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5" creationId="{E893D34F-5821-4D80-81EA-30FDF3AFDFE6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6" creationId="{96BFB150-3AC5-43A1-92E6-3FAB38865A21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7" creationId="{7CAFF147-A5C8-4C74-823F-D6C251A70C78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8" creationId="{211A8AEF-70D5-4272-95FC-61EF253EBE26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9" creationId="{1C4F9E28-B6DE-4FA7-BF76-A0D98B42E857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0" creationId="{75256A82-3D86-49C4-898F-FD7215CDF98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1" creationId="{426BCCAC-F9CF-44D0-90B8-47EC4A1382D2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2" creationId="{93EA94F5-5C27-4848-9DBD-DE82D48A78A1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3" creationId="{4FCEB341-C48E-4FDD-B6D4-5D194FCB87D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4" creationId="{78D6C6FC-B318-40F4-86F4-7078D7BC3FC9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5" creationId="{DFBA668E-FF07-4B00-9C34-E7709AFACE70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6" creationId="{5333780D-E697-4DE5-A5BA-F24C6A7416A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7" creationId="{1122AA0D-C5E5-410C-9212-ED1B1DA92191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8" creationId="{5B14BF93-22B8-42AB-B1F2-C59EF8924C40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9" creationId="{B98AA9E2-413A-46EF-A988-C994B23377F5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0" creationId="{A4D2E1D9-F643-4CBC-824F-7CF96E605BE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1" creationId="{D67A71D2-FF76-4646-81A6-516DEE412AB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2" creationId="{A4EAF62A-3F3C-4F69-B0ED-AC9254A3C9AC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3" creationId="{C48B2143-AD45-4E72-8A71-84968EA53C83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4" creationId="{E7999584-DDB3-4781-887E-69FAEE05F96C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5" creationId="{D6D74182-4634-4033-BC1E-CD6B121012E5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6" creationId="{B1F96D56-B877-4717-973D-8D9288A5CC84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7" creationId="{4BD49858-4A50-4E2A-AFE6-327C4043445C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8" creationId="{6A47B5D5-E550-4B84-B4AF-AE3676A1BBEF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9" creationId="{3FDCBA8E-509F-4FA2-8F86-090EE17D478B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0" creationId="{BC040121-C43E-4E13-9B7A-983A61A2E881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1" creationId="{F255BAC1-AC9A-435F-9329-D9C49A73F20F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2" creationId="{EAD7C302-A1C1-4AB6-B05F-9F64A7E5BF0E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3" creationId="{C599C0FE-ABEF-4346-9BB1-9D474FCEAAE4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4" creationId="{4CCDE7B3-29CE-4265-9190-F238B3E2B6BD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5" creationId="{27250A5C-E95D-409E-BF6B-6D795582EA5F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6" creationId="{AF88BD2D-CD33-4C84-B050-97261C29A949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7" creationId="{E4958145-0DFC-4934-A39C-07F923BDE3DD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8" creationId="{0A9E0C5F-6B8D-4F33-A085-F884D3AB63A5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9" creationId="{A47CA84C-3DD4-4FBE-B373-721AC81E3B96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0" creationId="{08DB28A0-32DC-4293-B0DD-3F68DF975EE4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1" creationId="{0408E558-4361-4269-8D4D-292177556875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2" creationId="{5A57DB3B-10A8-4261-B3BC-F5FEE7D1E36A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3" creationId="{9902797F-F946-4C38-AD45-0234A7713A71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4" creationId="{D1F58877-50D5-4820-B208-E5C51AA9D6E1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5" creationId="{B91C8A13-6FC7-448B-8890-2995B58283B3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6" creationId="{F879F511-7442-4F72-9D41-8BEC9146FDD5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7" creationId="{3BBDF4F8-62D5-435C-9200-9C30AAFAFAA7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8" creationId="{56FC78D4-BE7B-4DF0-91D7-619045CF1F1C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9" creationId="{29AB2E60-F9AC-497C-BE17-9225C5A122FB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60" creationId="{EAB33403-70A6-41F2-8BC1-3511818B0B7C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1" creationId="{D6E36449-5119-4206-8C1E-4F519E257F41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2" creationId="{F127C98F-DE9F-46F5-A61A-948DD35C5CCD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3" creationId="{80EDC932-2D0F-4CE6-B38B-9F332D3BE673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4" creationId="{099821FD-2900-49C5-99F0-C66C2A0D6B62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5" creationId="{F0AD5E84-89BD-43BB-B79B-19D6F50CA559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6" creationId="{BB7C4AE0-2971-4070-9CC1-4758F4DA2EFA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7" creationId="{F2CDE4DB-DD7C-43BC-A7CC-F1EE2ABFCBB8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8" creationId="{070586D3-9A34-43A8-B29F-822842F7D7BF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9" creationId="{C2EF58CE-A27C-433C-B254-B15508BF5F8E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0" creationId="{2213A4BB-0A3F-4C73-9640-197876D8A5C5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1" creationId="{3780F02C-E1E2-4B03-89D4-A620BC0BF4C5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2" creationId="{67F67789-C653-4263-93D8-951A374763D1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3" creationId="{1A8FB957-27FA-425A-A43B-BF69FBF62174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4" creationId="{42C221C8-C46C-47B4-8649-67A34FA0BB4C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5" creationId="{FACF32DC-7B9B-4A02-8F5B-AE9F1D2F31D6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6" creationId="{5A540191-5056-43C2-B203-9F65DFC0F909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7" creationId="{FF6725E2-0C7C-4954-886B-D27AA031120C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8" creationId="{64B99AF7-92C8-4762-B3C2-59B4179F3A8E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9" creationId="{CB175E98-5191-48D2-8C54-BD700F94675F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0" creationId="{3B732B5E-DB95-4ED3-A295-A54620E409D6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1" creationId="{875EE5E1-F38C-4343-B7D7-470F6F0566AA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2" creationId="{23CE17A0-0CEF-407C-8CF8-E074723B7793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3" creationId="{7768C3B9-5181-4541-B9EA-F5073DA115FF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4" creationId="{C2F2F310-E55F-4043-9F6E-C4F10503FC79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5" creationId="{F3585811-8B64-46CA-B30A-847D152CD34A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6" creationId="{E7D6F0A0-1DEF-4DCE-8367-1A4DF20EFEBD}"/>
          </ac:spMkLst>
        </pc:spChg>
        <pc:grpChg chg="mod">
          <ac:chgData name="王 欣捷" userId="b965477fa0aef5e6" providerId="LiveId" clId="{6B25E3A0-8D13-427B-91C6-98F6CF017510}" dt="2021-04-20T13:11:34.290" v="395" actId="338"/>
          <ac:grpSpMkLst>
            <pc:docMk/>
            <pc:sldMk cId="1241390852" sldId="1160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3:11:37.301" v="396" actId="165"/>
          <ac:grpSpMkLst>
            <pc:docMk/>
            <pc:sldMk cId="1241390852" sldId="1160"/>
            <ac:grpSpMk id="6" creationId="{3FFFCC5E-0925-4F9A-ACC1-7592574082AE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7" creationId="{90D8E497-6E30-41ED-9223-562E883CA463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8" creationId="{9F5E5D1E-A0F9-4F83-9BD0-466CB8A8935F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9" creationId="{0F1444BF-AEB1-4258-90BF-ED0EA2BB3ACD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0" creationId="{8FCAA0C1-0E5C-4F3D-8174-A023C83A661C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1" creationId="{F4588346-2510-412C-8A1F-B1973B6E2D4A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2" creationId="{17498FCE-1D6A-4B37-AE37-FD05EEC8FB81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3" creationId="{008A0D72-0DC6-47A3-8DBF-0463B420A6E0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4" creationId="{B641BACB-1ACA-444A-8DC3-88B5FC06A554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5" creationId="{DBC6B210-C9A5-4CB1-AF1C-8518BA115AE8}"/>
          </ac:grpSpMkLst>
        </pc:grpChg>
        <pc:graphicFrameChg chg="add del mod">
          <ac:chgData name="王 欣捷" userId="b965477fa0aef5e6" providerId="LiveId" clId="{6B25E3A0-8D13-427B-91C6-98F6CF017510}" dt="2021-04-20T13:11:24.845" v="394"/>
          <ac:graphicFrameMkLst>
            <pc:docMk/>
            <pc:sldMk cId="1241390852" sldId="1160"/>
            <ac:graphicFrameMk id="4" creationId="{D1662A7B-45BA-4B36-88D5-355C34D78D36}"/>
          </ac:graphicFrameMkLst>
        </pc:graphicFrameChg>
        <pc:picChg chg="del mod">
          <ac:chgData name="王 欣捷" userId="b965477fa0aef5e6" providerId="LiveId" clId="{6B25E3A0-8D13-427B-91C6-98F6CF017510}" dt="2021-04-20T13:11:34.290" v="395" actId="338"/>
          <ac:picMkLst>
            <pc:docMk/>
            <pc:sldMk cId="1241390852" sldId="1160"/>
            <ac:picMk id="5" creationId="{D069D2B6-938E-4DE6-99B4-F3584B1F6864}"/>
          </ac:picMkLst>
        </pc:picChg>
      </pc:sldChg>
      <pc:sldChg chg="addSp delSp modSp new del mod modClrScheme chgLayout">
        <pc:chgData name="王 欣捷" userId="b965477fa0aef5e6" providerId="LiveId" clId="{6B25E3A0-8D13-427B-91C6-98F6CF017510}" dt="2021-04-20T13:16:15.430" v="484" actId="47"/>
        <pc:sldMkLst>
          <pc:docMk/>
          <pc:sldMk cId="1640109929" sldId="1160"/>
        </pc:sldMkLst>
        <pc:spChg chg="del">
          <ac:chgData name="王 欣捷" userId="b965477fa0aef5e6" providerId="LiveId" clId="{6B25E3A0-8D13-427B-91C6-98F6CF017510}" dt="2021-04-20T13:15:10.962" v="448" actId="700"/>
          <ac:spMkLst>
            <pc:docMk/>
            <pc:sldMk cId="1640109929" sldId="1160"/>
            <ac:spMk id="2" creationId="{5F5A38B1-E9CC-4318-86B3-F2DD26EEDBDB}"/>
          </ac:spMkLst>
        </pc:spChg>
        <pc:spChg chg="del">
          <ac:chgData name="王 欣捷" userId="b965477fa0aef5e6" providerId="LiveId" clId="{6B25E3A0-8D13-427B-91C6-98F6CF017510}" dt="2021-04-20T13:15:10.962" v="448" actId="700"/>
          <ac:spMkLst>
            <pc:docMk/>
            <pc:sldMk cId="1640109929" sldId="1160"/>
            <ac:spMk id="3" creationId="{7F3A7BD8-542D-46F9-8084-392AB6269DD5}"/>
          </ac:spMkLst>
        </pc:spChg>
        <pc:spChg chg="add del mod ord">
          <ac:chgData name="王 欣捷" userId="b965477fa0aef5e6" providerId="LiveId" clId="{6B25E3A0-8D13-427B-91C6-98F6CF017510}" dt="2021-04-20T13:15:12.283" v="449" actId="700"/>
          <ac:spMkLst>
            <pc:docMk/>
            <pc:sldMk cId="1640109929" sldId="1160"/>
            <ac:spMk id="4" creationId="{FE7F0E8B-63AC-411E-931B-016600C39E78}"/>
          </ac:spMkLst>
        </pc:spChg>
        <pc:spChg chg="add del mod ord">
          <ac:chgData name="王 欣捷" userId="b965477fa0aef5e6" providerId="LiveId" clId="{6B25E3A0-8D13-427B-91C6-98F6CF017510}" dt="2021-04-20T13:15:12.283" v="449" actId="700"/>
          <ac:spMkLst>
            <pc:docMk/>
            <pc:sldMk cId="1640109929" sldId="1160"/>
            <ac:spMk id="5" creationId="{DD2D3A15-BCF3-4955-9A5B-E3E84D97A247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8" creationId="{7BA47E14-3143-48C0-861C-84920DDFB1E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9" creationId="{C9B0A672-6C0D-426C-A5DA-BA751662FEF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0" creationId="{A347F7A2-1417-45C3-9F2A-1715C527EC8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1" creationId="{B9A8E8C1-EC80-4E90-8632-8758A5A4332D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2" creationId="{7AF931D0-D456-4126-A140-452EC1A5CBF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3" creationId="{D0428F9A-3252-44CF-A661-766675A21868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4" creationId="{909085BC-56D0-4F61-B215-6A715961CC2B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5" creationId="{E6708EEC-199A-4F92-9520-3BC56C5FCEB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6" creationId="{AC9132B2-05A0-4A89-91D6-96BB8125178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7" creationId="{87A66A62-F6FE-44AF-A987-EE4E2518B97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8" creationId="{4AB6FCB1-3599-4030-8089-B28DB629D88B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9" creationId="{4CF52AB2-6987-46EA-A2D8-AC6D6C06F43C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0" creationId="{FF57C4B4-4442-405F-81D5-9FE9DADBDB27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1" creationId="{A5705C94-429E-42D4-AADF-5B378DDC6314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2" creationId="{C09E50AC-6873-4431-8278-A0BF59B22149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3" creationId="{F3F2FA56-4F79-4529-801A-6615F924808F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4" creationId="{7F3F657B-A1DD-487C-A6AC-620040B3CB99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5" creationId="{85BD94F6-E3BA-4606-BD16-F41BCDF071D4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6" creationId="{5E888DD5-59AF-40F6-A735-7A8B210BC736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7" creationId="{3661E5ED-EBF1-4E5B-B82A-9F0483D5BD02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8" creationId="{CEDF4B70-498F-461A-A3A9-0E87C2D1CEB3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9" creationId="{2D27DDF4-B019-4595-B2D5-27671EAB60C8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30" creationId="{543B5085-757E-427C-A5F2-42A9DDCD8EDE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31" creationId="{8EB47F33-DFC8-448B-87DE-363B2BBF9D91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2" creationId="{63BB4AF6-E4E6-4864-BBB9-8BC3CA9FDACF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3" creationId="{6269C98B-E6E8-4EB4-8B7D-F7551AE19C1F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4" creationId="{02AAD2DA-10DA-4140-B2FF-5C980CC1627C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5" creationId="{DD1F281B-7895-460D-ADAD-C91B3791694A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6" creationId="{AA591779-3F03-4B7C-B8E5-7F2320B9407C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7" creationId="{FE7E19EA-972A-402F-A7A9-17A06F5461DB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8" creationId="{9019F361-D141-43E2-A5ED-595BA8AE81F9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39" creationId="{65EB8A62-1A0D-4E50-A378-F320A7DB24A4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0" creationId="{688D894E-542E-4F7D-A86B-B8BD7BB8284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1" creationId="{787F9991-98C2-4DAA-9A37-06E427B892C0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2" creationId="{1562DF2B-8867-410F-B511-7607DE3663E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3" creationId="{96759300-1165-4CAB-ACE4-10F95E80ACB5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4" creationId="{2BB4273D-6ECB-4558-A251-3B5BEA94FA35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5" creationId="{6A933D38-6965-434A-92B9-AFE885694CCB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6" creationId="{D4A120FA-D32B-4484-9EA4-8E59C983158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7" creationId="{472046FA-1B13-49E4-97EC-2A736E3A542D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48" creationId="{5E516FBC-E4E0-43F8-9178-CBA1A4F88BB0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49" creationId="{50B4E5E2-8719-4D63-9638-4D4E0A5EC20C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0" creationId="{8B7AD12D-8343-473A-8085-1B5A029ED94C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1" creationId="{97A6D99B-7EAD-4CD2-B05E-59C8B36BEDB3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2" creationId="{0B1D903C-0734-4AE9-8B6A-392DF50C5E1D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3" creationId="{9C72EBE3-2EB2-433E-AF76-0367CF1A8BFB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4" creationId="{3FF28543-49A4-478B-A32B-FBF55E923576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5" creationId="{CC3953F8-BD23-458F-809A-8204100563A8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6" creationId="{77E2FC36-2C29-4DAC-B55D-3E92CA3DCAB1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7" creationId="{99D0574A-5501-4394-B30A-F7CFE57F398B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8" creationId="{DEA43612-0435-445C-9736-325F8DA3D560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9" creationId="{332C8096-06A6-47F5-B429-8D34A428DA44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0" creationId="{DF489B13-E05A-4F76-99D3-8F84B3FC6717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1" creationId="{4A749D18-4A49-46CE-A1B8-E0B58CE710A9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2" creationId="{066FC43A-5DE3-4E0B-9F8C-0671326D09B2}"/>
          </ac:spMkLst>
        </pc:spChg>
        <pc:grpChg chg="mod">
          <ac:chgData name="王 欣捷" userId="b965477fa0aef5e6" providerId="LiveId" clId="{6B25E3A0-8D13-427B-91C6-98F6CF017510}" dt="2021-04-20T13:15:18.488" v="450" actId="338"/>
          <ac:grpSpMkLst>
            <pc:docMk/>
            <pc:sldMk cId="1640109929" sldId="1160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3:15:20.413" v="451" actId="165"/>
          <ac:grpSpMkLst>
            <pc:docMk/>
            <pc:sldMk cId="1640109929" sldId="1160"/>
            <ac:grpSpMk id="7" creationId="{9EB48B85-D647-453C-BC8D-5D2445DCC5ED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3" creationId="{DE09C850-00F0-40DD-AC62-7049EE920EC9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4" creationId="{F5D6A683-D9BC-41DC-83FE-1D6184AD2FEF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5" creationId="{75D9C078-3589-4B52-9E86-A1C1188F5C2C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6" creationId="{CA75D316-BCDF-4D2C-B3DB-9ECB373940BC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7" creationId="{11769DE4-08BE-4233-9876-F9F456F7CB40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8" creationId="{60675601-2FE7-49FB-B863-7DBB606B44D5}"/>
          </ac:grpSpMkLst>
        </pc:grpChg>
        <pc:picChg chg="del mod">
          <ac:chgData name="王 欣捷" userId="b965477fa0aef5e6" providerId="LiveId" clId="{6B25E3A0-8D13-427B-91C6-98F6CF017510}" dt="2021-04-20T13:15:18.488" v="450" actId="338"/>
          <ac:picMkLst>
            <pc:docMk/>
            <pc:sldMk cId="1640109929" sldId="1160"/>
            <ac:picMk id="6" creationId="{853A3FB1-44D7-4878-8152-A09010E47A1F}"/>
          </ac:picMkLst>
        </pc:picChg>
      </pc:sldChg>
      <pc:sldChg chg="addSp delSp modSp new mod modClrScheme chgLayout">
        <pc:chgData name="王 欣捷" userId="b965477fa0aef5e6" providerId="LiveId" clId="{6B25E3A0-8D13-427B-91C6-98F6CF017510}" dt="2021-04-20T13:50:15.390" v="923" actId="207"/>
        <pc:sldMkLst>
          <pc:docMk/>
          <pc:sldMk cId="3618475896" sldId="1160"/>
        </pc:sldMkLst>
        <pc:spChg chg="del mod ord">
          <ac:chgData name="王 欣捷" userId="b965477fa0aef5e6" providerId="LiveId" clId="{6B25E3A0-8D13-427B-91C6-98F6CF017510}" dt="2021-04-20T13:30:54.746" v="581" actId="700"/>
          <ac:spMkLst>
            <pc:docMk/>
            <pc:sldMk cId="3618475896" sldId="1160"/>
            <ac:spMk id="2" creationId="{DE0A6DB1-3384-4520-AA48-5094D3DE7291}"/>
          </ac:spMkLst>
        </pc:spChg>
        <pc:spChg chg="del">
          <ac:chgData name="王 欣捷" userId="b965477fa0aef5e6" providerId="LiveId" clId="{6B25E3A0-8D13-427B-91C6-98F6CF017510}" dt="2021-04-20T13:30:54.746" v="581" actId="700"/>
          <ac:spMkLst>
            <pc:docMk/>
            <pc:sldMk cId="3618475896" sldId="1160"/>
            <ac:spMk id="3" creationId="{DB402691-335D-453D-A312-A56E06C43F0B}"/>
          </ac:spMkLst>
        </pc:spChg>
        <pc:spChg chg="add mod ord">
          <ac:chgData name="王 欣捷" userId="b965477fa0aef5e6" providerId="LiveId" clId="{6B25E3A0-8D13-427B-91C6-98F6CF017510}" dt="2021-04-20T13:31:06.348" v="584" actId="700"/>
          <ac:spMkLst>
            <pc:docMk/>
            <pc:sldMk cId="3618475896" sldId="1160"/>
            <ac:spMk id="4" creationId="{30D10347-CB13-4B04-8DD8-D37D83DF2C2D}"/>
          </ac:spMkLst>
        </pc:spChg>
        <pc:spChg chg="add mod ord">
          <ac:chgData name="王 欣捷" userId="b965477fa0aef5e6" providerId="LiveId" clId="{6B25E3A0-8D13-427B-91C6-98F6CF017510}" dt="2021-04-20T13:42:34.741" v="830" actId="1076"/>
          <ac:spMkLst>
            <pc:docMk/>
            <pc:sldMk cId="3618475896" sldId="1160"/>
            <ac:spMk id="5" creationId="{8B8675DA-9B21-4D44-B0BB-889B47A13F24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6" creationId="{8C0A194A-FE45-43A7-A056-59B50109DE7B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7" creationId="{43FAFECB-C844-4CB0-97F3-0B7C4C304FAD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8" creationId="{DA57C6C0-FD63-4D6C-B67B-E9E3E329195D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9" creationId="{E82CBD8C-9337-430B-A433-CAC9D181EE55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0" creationId="{98CED294-57E3-4BDA-ADF7-8AEC28A311D8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1" creationId="{0E83CC08-AA82-4E14-8AB4-A22DE7008ACB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2" creationId="{4287D078-374E-4ADA-9FC0-CFAA5D71067F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3" creationId="{D524F843-209A-4920-BD4D-B296228FF1CC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4" creationId="{62B457C2-FBE4-4E73-A0CC-399F04A2333F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5" creationId="{B05F56D3-A425-4F51-BFBF-FF8C4A157E90}"/>
          </ac:spMkLst>
        </pc:spChg>
      </pc:sldChg>
      <pc:sldChg chg="modSp add mod">
        <pc:chgData name="王 欣捷" userId="b965477fa0aef5e6" providerId="LiveId" clId="{6B25E3A0-8D13-427B-91C6-98F6CF017510}" dt="2021-04-20T14:01:41.766" v="1174" actId="207"/>
        <pc:sldMkLst>
          <pc:docMk/>
          <pc:sldMk cId="2042943240" sldId="1161"/>
        </pc:sldMkLst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6" creationId="{8C0A194A-FE45-43A7-A056-59B50109DE7B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8" creationId="{DA57C6C0-FD63-4D6C-B67B-E9E3E329195D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9" creationId="{E82CBD8C-9337-430B-A433-CAC9D181EE55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0" creationId="{98CED294-57E3-4BDA-ADF7-8AEC28A311D8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11" creationId="{0E83CC08-AA82-4E14-8AB4-A22DE7008ACB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2" creationId="{4287D078-374E-4ADA-9FC0-CFAA5D71067F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3" creationId="{D524F843-209A-4920-BD4D-B296228FF1CC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4" creationId="{62B457C2-FBE4-4E73-A0CC-399F04A2333F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5" creationId="{B05F56D3-A425-4F51-BFBF-FF8C4A157E90}"/>
          </ac:spMkLst>
        </pc:spChg>
      </pc:sldChg>
      <pc:sldChg chg="addSp delSp modSp add mod chgLayout">
        <pc:chgData name="王 欣捷" userId="b965477fa0aef5e6" providerId="LiveId" clId="{6B25E3A0-8D13-427B-91C6-98F6CF017510}" dt="2021-04-20T14:10:21.546" v="1320"/>
        <pc:sldMkLst>
          <pc:docMk/>
          <pc:sldMk cId="3272006686" sldId="1162"/>
        </pc:sldMkLst>
        <pc:spChg chg="mod">
          <ac:chgData name="王 欣捷" userId="b965477fa0aef5e6" providerId="LiveId" clId="{6B25E3A0-8D13-427B-91C6-98F6CF017510}" dt="2021-04-20T14:02:57.118" v="1192" actId="108"/>
          <ac:spMkLst>
            <pc:docMk/>
            <pc:sldMk cId="3272006686" sldId="1162"/>
            <ac:spMk id="38" creationId="{2B9F4046-28A3-483A-A418-339D934F468C}"/>
          </ac:spMkLst>
        </pc:spChg>
        <pc:spChg chg="mod">
          <ac:chgData name="王 欣捷" userId="b965477fa0aef5e6" providerId="LiveId" clId="{6B25E3A0-8D13-427B-91C6-98F6CF017510}" dt="2021-04-20T13:52:17.432" v="950" actId="20577"/>
          <ac:spMkLst>
            <pc:docMk/>
            <pc:sldMk cId="3272006686" sldId="1162"/>
            <ac:spMk id="39" creationId="{814F3998-30B5-42E0-8FFE-0C430CA2EFB0}"/>
          </ac:spMkLst>
        </pc:spChg>
        <pc:spChg chg="mod">
          <ac:chgData name="王 欣捷" userId="b965477fa0aef5e6" providerId="LiveId" clId="{6B25E3A0-8D13-427B-91C6-98F6CF017510}" dt="2021-04-20T14:02:54.551" v="1191" actId="108"/>
          <ac:spMkLst>
            <pc:docMk/>
            <pc:sldMk cId="3272006686" sldId="1162"/>
            <ac:spMk id="41" creationId="{8B37B2C7-A4E9-4591-A33A-FF261DCF1510}"/>
          </ac:spMkLst>
        </pc:spChg>
        <pc:spChg chg="mod">
          <ac:chgData name="王 欣捷" userId="b965477fa0aef5e6" providerId="LiveId" clId="{6B25E3A0-8D13-427B-91C6-98F6CF017510}" dt="2021-04-20T13:53:11.346" v="964"/>
          <ac:spMkLst>
            <pc:docMk/>
            <pc:sldMk cId="3272006686" sldId="1162"/>
            <ac:spMk id="42" creationId="{E76F7241-C71D-4AA9-8D7D-8E18E551257E}"/>
          </ac:spMkLst>
        </pc:spChg>
        <pc:spChg chg="mod">
          <ac:chgData name="王 欣捷" userId="b965477fa0aef5e6" providerId="LiveId" clId="{6B25E3A0-8D13-427B-91C6-98F6CF017510}" dt="2021-04-20T14:02:51.078" v="1190" actId="108"/>
          <ac:spMkLst>
            <pc:docMk/>
            <pc:sldMk cId="3272006686" sldId="1162"/>
            <ac:spMk id="44" creationId="{ECE44928-AF86-4410-9F2B-160878A43944}"/>
          </ac:spMkLst>
        </pc:spChg>
        <pc:spChg chg="mod">
          <ac:chgData name="王 欣捷" userId="b965477fa0aef5e6" providerId="LiveId" clId="{6B25E3A0-8D13-427B-91C6-98F6CF017510}" dt="2021-04-20T13:53:36.036" v="971"/>
          <ac:spMkLst>
            <pc:docMk/>
            <pc:sldMk cId="3272006686" sldId="1162"/>
            <ac:spMk id="45" creationId="{568B3DA6-B941-4D74-B9B5-DE8802BC74BD}"/>
          </ac:spMkLst>
        </pc:spChg>
        <pc:spChg chg="mod">
          <ac:chgData name="王 欣捷" userId="b965477fa0aef5e6" providerId="LiveId" clId="{6B25E3A0-8D13-427B-91C6-98F6CF017510}" dt="2021-04-20T14:02:48.973" v="1189" actId="108"/>
          <ac:spMkLst>
            <pc:docMk/>
            <pc:sldMk cId="3272006686" sldId="1162"/>
            <ac:spMk id="47" creationId="{AD9269AA-B566-40D7-93C7-692CEDA114DD}"/>
          </ac:spMkLst>
        </pc:spChg>
        <pc:spChg chg="mod">
          <ac:chgData name="王 欣捷" userId="b965477fa0aef5e6" providerId="LiveId" clId="{6B25E3A0-8D13-427B-91C6-98F6CF017510}" dt="2021-04-20T13:53:36.036" v="971"/>
          <ac:spMkLst>
            <pc:docMk/>
            <pc:sldMk cId="3272006686" sldId="1162"/>
            <ac:spMk id="48" creationId="{E3FB57F8-17D9-4DE6-92A6-7AAEFD0B0FFB}"/>
          </ac:spMkLst>
        </pc:spChg>
        <pc:spChg chg="mod">
          <ac:chgData name="王 欣捷" userId="b965477fa0aef5e6" providerId="LiveId" clId="{6B25E3A0-8D13-427B-91C6-98F6CF017510}" dt="2021-04-20T14:02:46.804" v="1188" actId="108"/>
          <ac:spMkLst>
            <pc:docMk/>
            <pc:sldMk cId="3272006686" sldId="1162"/>
            <ac:spMk id="50" creationId="{3D646818-57D1-4B50-8184-1311095C77AF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51" creationId="{B501EF4B-A82F-4EE2-8A9F-556EA85F931D}"/>
          </ac:spMkLst>
        </pc:spChg>
        <pc:spChg chg="mod">
          <ac:chgData name="王 欣捷" userId="b965477fa0aef5e6" providerId="LiveId" clId="{6B25E3A0-8D13-427B-91C6-98F6CF017510}" dt="2021-04-20T14:02:44.466" v="1187" actId="108"/>
          <ac:spMkLst>
            <pc:docMk/>
            <pc:sldMk cId="3272006686" sldId="1162"/>
            <ac:spMk id="53" creationId="{5D56F690-7B1E-4A68-82B2-88DCDF985D70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54" creationId="{D1623BE1-249A-43B9-8E45-B70DBB6C3741}"/>
          </ac:spMkLst>
        </pc:spChg>
        <pc:spChg chg="mod">
          <ac:chgData name="王 欣捷" userId="b965477fa0aef5e6" providerId="LiveId" clId="{6B25E3A0-8D13-427B-91C6-98F6CF017510}" dt="2021-04-20T14:02:40.742" v="1186" actId="108"/>
          <ac:spMkLst>
            <pc:docMk/>
            <pc:sldMk cId="3272006686" sldId="1162"/>
            <ac:spMk id="56" creationId="{CC7B33AC-8473-402C-BDFE-C6D4EC98FB84}"/>
          </ac:spMkLst>
        </pc:spChg>
        <pc:spChg chg="mod">
          <ac:chgData name="王 欣捷" userId="b965477fa0aef5e6" providerId="LiveId" clId="{6B25E3A0-8D13-427B-91C6-98F6CF017510}" dt="2021-04-20T14:02:38.019" v="1185" actId="108"/>
          <ac:spMkLst>
            <pc:docMk/>
            <pc:sldMk cId="3272006686" sldId="1162"/>
            <ac:spMk id="57" creationId="{5A6457EF-9E61-4052-8BD2-AF0F6083ACAF}"/>
          </ac:spMkLst>
        </pc:spChg>
        <pc:spChg chg="mod">
          <ac:chgData name="王 欣捷" userId="b965477fa0aef5e6" providerId="LiveId" clId="{6B25E3A0-8D13-427B-91C6-98F6CF017510}" dt="2021-04-20T14:02:29.681" v="1179" actId="108"/>
          <ac:spMkLst>
            <pc:docMk/>
            <pc:sldMk cId="3272006686" sldId="1162"/>
            <ac:spMk id="59" creationId="{08C6631D-9015-482B-AB23-AF8CE46FF286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60" creationId="{364AF797-BCD2-4DBD-9F66-F3FBB1C8F249}"/>
          </ac:spMkLst>
        </pc:spChg>
        <pc:spChg chg="mod">
          <ac:chgData name="王 欣捷" userId="b965477fa0aef5e6" providerId="LiveId" clId="{6B25E3A0-8D13-427B-91C6-98F6CF017510}" dt="2021-04-20T14:02:27.597" v="1178" actId="108"/>
          <ac:spMkLst>
            <pc:docMk/>
            <pc:sldMk cId="3272006686" sldId="1162"/>
            <ac:spMk id="62" creationId="{05E23247-22B9-4CB3-9763-1E4085E5B5F5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02:24.734" v="1177" actId="108"/>
          <ac:spMkLst>
            <pc:docMk/>
            <pc:sldMk cId="3272006686" sldId="1162"/>
            <ac:spMk id="65" creationId="{466089FD-1875-4827-9FE9-6D8AAC862654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6" creationId="{1C6E2429-62C5-4F21-885D-3C9AF35E8CDB}"/>
          </ac:spMkLst>
        </pc:spChg>
        <pc:spChg chg="mod">
          <ac:chgData name="王 欣捷" userId="b965477fa0aef5e6" providerId="LiveId" clId="{6B25E3A0-8D13-427B-91C6-98F6CF017510}" dt="2021-04-20T14:02:11.808" v="1176" actId="207"/>
          <ac:spMkLst>
            <pc:docMk/>
            <pc:sldMk cId="3272006686" sldId="1162"/>
            <ac:spMk id="68" creationId="{81B3DF3E-BF74-4640-8FD0-3AF39CE4BCFF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9" creationId="{66B0A8B5-A666-4821-9F40-85E79E5C1160}"/>
          </ac:spMkLst>
        </pc:spChg>
        <pc:spChg chg="mod">
          <ac:chgData name="王 欣捷" userId="b965477fa0aef5e6" providerId="LiveId" clId="{6B25E3A0-8D13-427B-91C6-98F6CF017510}" dt="2021-04-20T14:03:02.141" v="1193" actId="108"/>
          <ac:spMkLst>
            <pc:docMk/>
            <pc:sldMk cId="3272006686" sldId="1162"/>
            <ac:spMk id="71" creationId="{2258FEB1-C254-420F-AABA-E093E021B3E7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72" creationId="{AF0C8832-5C45-4FB3-948A-A873142DCB37}"/>
          </ac:spMkLst>
        </pc:spChg>
        <pc:spChg chg="mod ord">
          <ac:chgData name="王 欣捷" userId="b965477fa0aef5e6" providerId="LiveId" clId="{6B25E3A0-8D13-427B-91C6-98F6CF017510}" dt="2021-04-20T13:58:53.842" v="1129" actId="700"/>
          <ac:spMkLst>
            <pc:docMk/>
            <pc:sldMk cId="3272006686" sldId="1162"/>
            <ac:spMk id="44034" creationId="{2F764B2D-AAD3-4E52-A4DE-87FB3D35D58E}"/>
          </ac:spMkLst>
        </pc:spChg>
        <pc:spChg chg="mod ord">
          <ac:chgData name="王 欣捷" userId="b965477fa0aef5e6" providerId="LiveId" clId="{6B25E3A0-8D13-427B-91C6-98F6CF017510}" dt="2021-04-20T13:59:00.644" v="1130"/>
          <ac:spMkLst>
            <pc:docMk/>
            <pc:sldMk cId="3272006686" sldId="1162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1" creationId="{02C0B712-15B4-4AE4-B152-3902F38B3FEC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6" creationId="{4E4115BC-DABB-46C4-A1CF-F8410C1465BD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9" creationId="{3F4B44F9-127A-4F25-81C7-D3572C375A3C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2" creationId="{69F55667-9F22-4C84-96B6-664503EFAE53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5" creationId="{173E6166-5837-4BCF-ACBA-FB600D1A14E4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8" creationId="{665B71ED-C5C7-4C81-9A0C-396F95AE1517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31" creationId="{54A68B26-51CD-423D-80F0-360506345D8D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34" creationId="{C23310F7-AAAF-4ECB-8B01-EC19945991A0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37" creationId="{E232A05F-35E9-4B86-8F01-41CA588AF014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0" creationId="{32117D2B-A7C0-4FE2-8439-CC9179C3EF0E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3" creationId="{7E40C44B-9BAF-467F-948C-01831923BFAF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6" creationId="{82DD4A26-E10B-45F8-954A-D1BDEFDA713A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9" creationId="{216209EA-2F00-411B-BFB7-28DE0609EF57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2" creationId="{D15D4C85-6150-4AE1-AE38-482388DB41A6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5" creationId="{28187C55-AB44-4FAF-A9BD-025F828857AF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8" creationId="{C142F7B5-05BB-429C-96A8-FCF5385249C5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1" creationId="{B1D2E3F8-59D2-4A8E-96DB-1AE6A91F1037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4" creationId="{705DA6B0-1170-475E-8054-4AFACF912733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7" creationId="{9918594F-7989-4876-9A89-ACC735EF71B6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70" creationId="{1AB95211-F910-4CA5-9C15-34BBDF7F8AF6}"/>
          </ac:grpSpMkLst>
        </pc:grpChg>
        <pc:graphicFrameChg chg="add del mod modGraphic">
          <ac:chgData name="王 欣捷" userId="b965477fa0aef5e6" providerId="LiveId" clId="{6B25E3A0-8D13-427B-91C6-98F6CF017510}" dt="2021-04-20T14:10:21.546" v="1320"/>
          <ac:graphicFrameMkLst>
            <pc:docMk/>
            <pc:sldMk cId="3272006686" sldId="1162"/>
            <ac:graphicFrameMk id="7" creationId="{135E5BFB-71B3-42B0-9930-200A49BF224F}"/>
          </ac:graphicFrameMkLst>
        </pc:graphicFrameChg>
      </pc:sldChg>
      <pc:sldChg chg="modSp add mod">
        <pc:chgData name="王 欣捷" userId="b965477fa0aef5e6" providerId="LiveId" clId="{6B25E3A0-8D13-427B-91C6-98F6CF017510}" dt="2021-04-20T13:57:35.694" v="1077" actId="207"/>
        <pc:sldMkLst>
          <pc:docMk/>
          <pc:sldMk cId="2547034749" sldId="1163"/>
        </pc:sldMkLst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6" creationId="{8C0A194A-FE45-43A7-A056-59B50109DE7B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8" creationId="{DA57C6C0-FD63-4D6C-B67B-E9E3E329195D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9" creationId="{E82CBD8C-9337-430B-A433-CAC9D181EE55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11" creationId="{0E83CC08-AA82-4E14-8AB4-A22DE7008ACB}"/>
          </ac:spMkLst>
        </pc:spChg>
      </pc:sldChg>
      <pc:sldChg chg="add del">
        <pc:chgData name="王 欣捷" userId="b965477fa0aef5e6" providerId="LiveId" clId="{6B25E3A0-8D13-427B-91C6-98F6CF017510}" dt="2021-04-20T13:55:52.842" v="1047"/>
        <pc:sldMkLst>
          <pc:docMk/>
          <pc:sldMk cId="2822785792" sldId="1163"/>
        </pc:sldMkLst>
      </pc:sldChg>
      <pc:sldChg chg="modSp add del mod">
        <pc:chgData name="王 欣捷" userId="b965477fa0aef5e6" providerId="LiveId" clId="{6B25E3A0-8D13-427B-91C6-98F6CF017510}" dt="2021-04-20T13:59:18.004" v="1149" actId="47"/>
        <pc:sldMkLst>
          <pc:docMk/>
          <pc:sldMk cId="791380091" sldId="1164"/>
        </pc:sldMkLst>
        <pc:spChg chg="mod">
          <ac:chgData name="王 欣捷" userId="b965477fa0aef5e6" providerId="LiveId" clId="{6B25E3A0-8D13-427B-91C6-98F6CF017510}" dt="2021-04-20T13:58:13.864" v="1097" actId="20577"/>
          <ac:spMkLst>
            <pc:docMk/>
            <pc:sldMk cId="791380091" sldId="1164"/>
            <ac:spMk id="44035" creationId="{5D1D868F-8DD2-453C-A53C-A9E8EF698509}"/>
          </ac:spMkLst>
        </pc:spChg>
      </pc:sldChg>
      <pc:sldChg chg="addSp delSp modSp add mod">
        <pc:chgData name="王 欣捷" userId="b965477fa0aef5e6" providerId="LiveId" clId="{6B25E3A0-8D13-427B-91C6-98F6CF017510}" dt="2021-04-20T14:10:29.027" v="1322"/>
        <pc:sldMkLst>
          <pc:docMk/>
          <pc:sldMk cId="771280182" sldId="1165"/>
        </pc:sldMkLst>
        <pc:spChg chg="mod">
          <ac:chgData name="王 欣捷" userId="b965477fa0aef5e6" providerId="LiveId" clId="{6B25E3A0-8D13-427B-91C6-98F6CF017510}" dt="2021-04-20T14:03:24.597" v="1198" actId="207"/>
          <ac:spMkLst>
            <pc:docMk/>
            <pc:sldMk cId="771280182" sldId="1165"/>
            <ac:spMk id="62" creationId="{05E23247-22B9-4CB3-9763-1E4085E5B5F5}"/>
          </ac:spMkLst>
        </pc:spChg>
        <pc:spChg chg="mod">
          <ac:chgData name="王 欣捷" userId="b965477fa0aef5e6" providerId="LiveId" clId="{6B25E3A0-8D13-427B-91C6-98F6CF017510}" dt="2021-04-20T13:59:43.365" v="1159" actId="114"/>
          <ac:spMkLst>
            <pc:docMk/>
            <pc:sldMk cId="771280182" sldId="1165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03:22.910" v="1197" actId="207"/>
          <ac:spMkLst>
            <pc:docMk/>
            <pc:sldMk cId="771280182" sldId="1165"/>
            <ac:spMk id="65" creationId="{466089FD-1875-4827-9FE9-6D8AAC862654}"/>
          </ac:spMkLst>
        </pc:spChg>
        <pc:spChg chg="mod">
          <ac:chgData name="王 欣捷" userId="b965477fa0aef5e6" providerId="LiveId" clId="{6B25E3A0-8D13-427B-91C6-98F6CF017510}" dt="2021-04-20T13:59:47.026" v="1161" actId="20577"/>
          <ac:spMkLst>
            <pc:docMk/>
            <pc:sldMk cId="771280182" sldId="1165"/>
            <ac:spMk id="66" creationId="{1C6E2429-62C5-4F21-885D-3C9AF35E8CDB}"/>
          </ac:spMkLst>
        </pc:spChg>
        <pc:spChg chg="mod">
          <ac:chgData name="王 欣捷" userId="b965477fa0aef5e6" providerId="LiveId" clId="{6B25E3A0-8D13-427B-91C6-98F6CF017510}" dt="2021-04-20T14:03:21.326" v="1196" actId="207"/>
          <ac:spMkLst>
            <pc:docMk/>
            <pc:sldMk cId="771280182" sldId="1165"/>
            <ac:spMk id="68" creationId="{81B3DF3E-BF74-4640-8FD0-3AF39CE4BCFF}"/>
          </ac:spMkLst>
        </pc:spChg>
        <pc:spChg chg="mod">
          <ac:chgData name="王 欣捷" userId="b965477fa0aef5e6" providerId="LiveId" clId="{6B25E3A0-8D13-427B-91C6-98F6CF017510}" dt="2021-04-20T13:59:50.407" v="1163" actId="20577"/>
          <ac:spMkLst>
            <pc:docMk/>
            <pc:sldMk cId="771280182" sldId="1165"/>
            <ac:spMk id="69" creationId="{66B0A8B5-A666-4821-9F40-85E79E5C1160}"/>
          </ac:spMkLst>
        </pc:spChg>
        <pc:spChg chg="mod">
          <ac:chgData name="王 欣捷" userId="b965477fa0aef5e6" providerId="LiveId" clId="{6B25E3A0-8D13-427B-91C6-98F6CF017510}" dt="2021-04-20T14:03:19.595" v="1195" actId="207"/>
          <ac:spMkLst>
            <pc:docMk/>
            <pc:sldMk cId="771280182" sldId="1165"/>
            <ac:spMk id="71" creationId="{2258FEB1-C254-420F-AABA-E093E021B3E7}"/>
          </ac:spMkLst>
        </pc:spChg>
        <pc:spChg chg="mod">
          <ac:chgData name="王 欣捷" userId="b965477fa0aef5e6" providerId="LiveId" clId="{6B25E3A0-8D13-427B-91C6-98F6CF017510}" dt="2021-04-20T13:59:53.015" v="1165" actId="20577"/>
          <ac:spMkLst>
            <pc:docMk/>
            <pc:sldMk cId="771280182" sldId="1165"/>
            <ac:spMk id="72" creationId="{AF0C8832-5C45-4FB3-948A-A873142DCB37}"/>
          </ac:spMkLst>
        </pc:spChg>
        <pc:spChg chg="mod">
          <ac:chgData name="王 欣捷" userId="b965477fa0aef5e6" providerId="LiveId" clId="{6B25E3A0-8D13-427B-91C6-98F6CF017510}" dt="2021-04-20T14:03:17.746" v="1194" actId="207"/>
          <ac:spMkLst>
            <pc:docMk/>
            <pc:sldMk cId="771280182" sldId="1165"/>
            <ac:spMk id="74" creationId="{14B42BA5-9532-43A8-9D1C-988CF92D5827}"/>
          </ac:spMkLst>
        </pc:spChg>
        <pc:spChg chg="mod">
          <ac:chgData name="王 欣捷" userId="b965477fa0aef5e6" providerId="LiveId" clId="{6B25E3A0-8D13-427B-91C6-98F6CF017510}" dt="2021-04-20T13:59:56.244" v="1166"/>
          <ac:spMkLst>
            <pc:docMk/>
            <pc:sldMk cId="771280182" sldId="1165"/>
            <ac:spMk id="75" creationId="{43601592-BA20-4289-9EFB-E8814460DB56}"/>
          </ac:spMkLst>
        </pc:spChg>
        <pc:spChg chg="mod">
          <ac:chgData name="王 欣捷" userId="b965477fa0aef5e6" providerId="LiveId" clId="{6B25E3A0-8D13-427B-91C6-98F6CF017510}" dt="2021-04-20T13:59:24.987" v="1151" actId="1076"/>
          <ac:spMkLst>
            <pc:docMk/>
            <pc:sldMk cId="771280182" sldId="1165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37" creationId="{E232A05F-35E9-4B86-8F01-41CA588AF014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0" creationId="{32117D2B-A7C0-4FE2-8439-CC9179C3EF0E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3" creationId="{7E40C44B-9BAF-467F-948C-01831923BFAF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6" creationId="{82DD4A26-E10B-45F8-954A-D1BDEFDA713A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9" creationId="{216209EA-2F00-411B-BFB7-28DE0609EF57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2" creationId="{D15D4C85-6150-4AE1-AE38-482388DB41A6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5" creationId="{28187C55-AB44-4FAF-A9BD-025F828857AF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8" creationId="{C142F7B5-05BB-429C-96A8-FCF5385249C5}"/>
          </ac:grpSpMkLst>
        </pc:grpChg>
        <pc:grpChg chg="mod">
          <ac:chgData name="王 欣捷" userId="b965477fa0aef5e6" providerId="LiveId" clId="{6B25E3A0-8D13-427B-91C6-98F6CF017510}" dt="2021-04-20T13:59:37.633" v="1156" actId="1076"/>
          <ac:grpSpMkLst>
            <pc:docMk/>
            <pc:sldMk cId="771280182" sldId="1165"/>
            <ac:grpSpMk id="61" creationId="{B1D2E3F8-59D2-4A8E-96DB-1AE6A91F1037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64" creationId="{705DA6B0-1170-475E-8054-4AFACF912733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67" creationId="{9918594F-7989-4876-9A89-ACC735EF71B6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70" creationId="{1AB95211-F910-4CA5-9C15-34BBDF7F8AF6}"/>
          </ac:grpSpMkLst>
        </pc:grpChg>
        <pc:grpChg chg="add mod">
          <ac:chgData name="王 欣捷" userId="b965477fa0aef5e6" providerId="LiveId" clId="{6B25E3A0-8D13-427B-91C6-98F6CF017510}" dt="2021-04-20T14:00:03.058" v="1172" actId="1036"/>
          <ac:grpSpMkLst>
            <pc:docMk/>
            <pc:sldMk cId="771280182" sldId="1165"/>
            <ac:grpSpMk id="73" creationId="{6477B3CD-F149-4E33-B299-0BD13C578A12}"/>
          </ac:grpSpMkLst>
        </pc:grpChg>
        <pc:graphicFrameChg chg="del mod">
          <ac:chgData name="王 欣捷" userId="b965477fa0aef5e6" providerId="LiveId" clId="{6B25E3A0-8D13-427B-91C6-98F6CF017510}" dt="2021-04-20T14:06:35.642" v="1206" actId="478"/>
          <ac:graphicFrameMkLst>
            <pc:docMk/>
            <pc:sldMk cId="771280182" sldId="1165"/>
            <ac:graphicFrameMk id="7" creationId="{135E5BFB-71B3-42B0-9930-200A49BF224F}"/>
          </ac:graphicFrameMkLst>
        </pc:graphicFrameChg>
        <pc:graphicFrameChg chg="add del mod modGraphic">
          <ac:chgData name="王 欣捷" userId="b965477fa0aef5e6" providerId="LiveId" clId="{6B25E3A0-8D13-427B-91C6-98F6CF017510}" dt="2021-04-20T14:07:04.278" v="1211" actId="478"/>
          <ac:graphicFrameMkLst>
            <pc:docMk/>
            <pc:sldMk cId="771280182" sldId="1165"/>
            <ac:graphicFrameMk id="76" creationId="{87B7DA29-FB2E-4793-A904-95F3DB478514}"/>
          </ac:graphicFrameMkLst>
        </pc:graphicFrameChg>
        <pc:graphicFrameChg chg="add del mod modGraphic">
          <ac:chgData name="王 欣捷" userId="b965477fa0aef5e6" providerId="LiveId" clId="{6B25E3A0-8D13-427B-91C6-98F6CF017510}" dt="2021-04-20T14:07:56.392" v="1218" actId="478"/>
          <ac:graphicFrameMkLst>
            <pc:docMk/>
            <pc:sldMk cId="771280182" sldId="1165"/>
            <ac:graphicFrameMk id="77" creationId="{0F4A9B7F-CE02-4ED1-AAE6-BEFA5B14A098}"/>
          </ac:graphicFrameMkLst>
        </pc:graphicFrameChg>
        <pc:graphicFrameChg chg="add mod modGraphic">
          <ac:chgData name="王 欣捷" userId="b965477fa0aef5e6" providerId="LiveId" clId="{6B25E3A0-8D13-427B-91C6-98F6CF017510}" dt="2021-04-20T14:10:29.027" v="1322"/>
          <ac:graphicFrameMkLst>
            <pc:docMk/>
            <pc:sldMk cId="771280182" sldId="1165"/>
            <ac:graphicFrameMk id="78" creationId="{427A8EA7-8856-4774-BA77-D0E32B48574B}"/>
          </ac:graphicFrameMkLst>
        </pc:graphicFrameChg>
      </pc:sldChg>
      <pc:sldChg chg="modSp add mod">
        <pc:chgData name="王 欣捷" userId="b965477fa0aef5e6" providerId="LiveId" clId="{6B25E3A0-8D13-427B-91C6-98F6CF017510}" dt="2021-04-20T14:11:02.150" v="1325" actId="207"/>
        <pc:sldMkLst>
          <pc:docMk/>
          <pc:sldMk cId="2692631" sldId="1166"/>
        </pc:sldMkLst>
        <pc:spChg chg="mod">
          <ac:chgData name="王 欣捷" userId="b965477fa0aef5e6" providerId="LiveId" clId="{6B25E3A0-8D13-427B-91C6-98F6CF017510}" dt="2021-04-20T14:11:02.150" v="1325" actId="207"/>
          <ac:spMkLst>
            <pc:docMk/>
            <pc:sldMk cId="2692631" sldId="1166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11:02.150" v="1325" actId="207"/>
          <ac:spMkLst>
            <pc:docMk/>
            <pc:sldMk cId="2692631" sldId="1166"/>
            <ac:spMk id="12" creationId="{4287D078-374E-4ADA-9FC0-CFAA5D71067F}"/>
          </ac:spMkLst>
        </pc:spChg>
      </pc:sldChg>
      <pc:sldChg chg="addSp delSp modSp add mod">
        <pc:chgData name="王 欣捷" userId="b965477fa0aef5e6" providerId="LiveId" clId="{6B25E3A0-8D13-427B-91C6-98F6CF017510}" dt="2021-04-20T14:13:34.792" v="1390" actId="1076"/>
        <pc:sldMkLst>
          <pc:docMk/>
          <pc:sldMk cId="3628184232" sldId="1167"/>
        </pc:sldMkLst>
        <pc:spChg chg="mod">
          <ac:chgData name="王 欣捷" userId="b965477fa0aef5e6" providerId="LiveId" clId="{6B25E3A0-8D13-427B-91C6-98F6CF017510}" dt="2021-04-20T14:13:22.300" v="1385"/>
          <ac:spMkLst>
            <pc:docMk/>
            <pc:sldMk cId="3628184232" sldId="1167"/>
            <ac:spMk id="21" creationId="{840261F3-53EC-4C0E-8BEB-31E826B31825}"/>
          </ac:spMkLst>
        </pc:spChg>
        <pc:spChg chg="mod">
          <ac:chgData name="王 欣捷" userId="b965477fa0aef5e6" providerId="LiveId" clId="{6B25E3A0-8D13-427B-91C6-98F6CF017510}" dt="2021-04-20T14:13:22.300" v="1385"/>
          <ac:spMkLst>
            <pc:docMk/>
            <pc:sldMk cId="3628184232" sldId="1167"/>
            <ac:spMk id="22" creationId="{F5C7F8A8-2447-4892-9B8F-FA77D3FA7A40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4" creationId="{51E4AFE4-A825-4FC7-9C9A-D34D0BBFF4D3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5" creationId="{9B91708F-592C-42E4-B850-C0CDCA979B43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7" creationId="{9B332F57-090A-4C12-8F23-25B7B7209D3F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8" creationId="{41E5B335-2B28-40FE-A80C-59777ED97D0C}"/>
          </ac:spMkLst>
        </pc:spChg>
        <pc:spChg chg="mod">
          <ac:chgData name="王 欣捷" userId="b965477fa0aef5e6" providerId="LiveId" clId="{6B25E3A0-8D13-427B-91C6-98F6CF017510}" dt="2021-04-20T14:12:41.905" v="1371" actId="20577"/>
          <ac:spMkLst>
            <pc:docMk/>
            <pc:sldMk cId="3628184232" sldId="1167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13:28.656" v="1388" actId="1076"/>
          <ac:spMkLst>
            <pc:docMk/>
            <pc:sldMk cId="3628184232" sldId="1167"/>
            <ac:spMk id="44035" creationId="{5D1D868F-8DD2-453C-A53C-A9E8EF698509}"/>
          </ac:spMkLst>
        </pc:spChg>
        <pc:grpChg chg="add mod">
          <ac:chgData name="王 欣捷" userId="b965477fa0aef5e6" providerId="LiveId" clId="{6B25E3A0-8D13-427B-91C6-98F6CF017510}" dt="2021-04-20T14:13:27.068" v="1386" actId="1076"/>
          <ac:grpSpMkLst>
            <pc:docMk/>
            <pc:sldMk cId="3628184232" sldId="1167"/>
            <ac:grpSpMk id="20" creationId="{2E54E37D-83CA-46F1-8320-158D90E24A0D}"/>
          </ac:grpSpMkLst>
        </pc:grpChg>
        <pc:grpChg chg="add mod">
          <ac:chgData name="王 欣捷" userId="b965477fa0aef5e6" providerId="LiveId" clId="{6B25E3A0-8D13-427B-91C6-98F6CF017510}" dt="2021-04-20T14:13:34.792" v="1390" actId="1076"/>
          <ac:grpSpMkLst>
            <pc:docMk/>
            <pc:sldMk cId="3628184232" sldId="1167"/>
            <ac:grpSpMk id="23" creationId="{2E232AA2-EE75-4682-9F58-F4B0C530A5F2}"/>
          </ac:grpSpMkLst>
        </pc:grpChg>
        <pc:grpChg chg="add mod">
          <ac:chgData name="王 欣捷" userId="b965477fa0aef5e6" providerId="LiveId" clId="{6B25E3A0-8D13-427B-91C6-98F6CF017510}" dt="2021-04-20T14:13:34.792" v="1390" actId="1076"/>
          <ac:grpSpMkLst>
            <pc:docMk/>
            <pc:sldMk cId="3628184232" sldId="1167"/>
            <ac:grpSpMk id="26" creationId="{3C258695-706C-474C-A62C-C603C4BA8F14}"/>
          </ac:grpSpMkLst>
        </pc:grpChg>
        <pc:grpChg chg="mod">
          <ac:chgData name="王 欣捷" userId="b965477fa0aef5e6" providerId="LiveId" clId="{6B25E3A0-8D13-427B-91C6-98F6CF017510}" dt="2021-04-20T14:13:21.678" v="1384" actId="1076"/>
          <ac:grpSpMkLst>
            <pc:docMk/>
            <pc:sldMk cId="3628184232" sldId="1167"/>
            <ac:grpSpMk id="61" creationId="{B1D2E3F8-59D2-4A8E-96DB-1AE6A91F1037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64" creationId="{705DA6B0-1170-475E-8054-4AFACF912733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67" creationId="{9918594F-7989-4876-9A89-ACC735EF71B6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70" creationId="{1AB95211-F910-4CA5-9C15-34BBDF7F8AF6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73" creationId="{6477B3CD-F149-4E33-B299-0BD13C578A12}"/>
          </ac:grpSpMkLst>
        </pc:grpChg>
        <pc:graphicFrameChg chg="mod modGraphic">
          <ac:chgData name="王 欣捷" userId="b965477fa0aef5e6" providerId="LiveId" clId="{6B25E3A0-8D13-427B-91C6-98F6CF017510}" dt="2021-04-20T14:13:12.759" v="1383" actId="20577"/>
          <ac:graphicFrameMkLst>
            <pc:docMk/>
            <pc:sldMk cId="3628184232" sldId="1167"/>
            <ac:graphicFrameMk id="78" creationId="{427A8EA7-8856-4774-BA77-D0E32B48574B}"/>
          </ac:graphicFrameMkLst>
        </pc:graphicFrameChg>
      </pc:sldChg>
      <pc:sldChg chg="modSp add mod">
        <pc:chgData name="王 欣捷" userId="b965477fa0aef5e6" providerId="LiveId" clId="{6B25E3A0-8D13-427B-91C6-98F6CF017510}" dt="2021-04-20T14:14:16.613" v="1399" actId="207"/>
        <pc:sldMkLst>
          <pc:docMk/>
          <pc:sldMk cId="1528587018" sldId="1168"/>
        </pc:sldMkLst>
        <pc:spChg chg="mod">
          <ac:chgData name="王 欣捷" userId="b965477fa0aef5e6" providerId="LiveId" clId="{6B25E3A0-8D13-427B-91C6-98F6CF017510}" dt="2021-04-20T14:14:16.613" v="1399" actId="207"/>
          <ac:spMkLst>
            <pc:docMk/>
            <pc:sldMk cId="1528587018" sldId="1168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14:13.157" v="1398" actId="207"/>
          <ac:spMkLst>
            <pc:docMk/>
            <pc:sldMk cId="1528587018" sldId="1168"/>
            <ac:spMk id="12" creationId="{4287D078-374E-4ADA-9FC0-CFAA5D71067F}"/>
          </ac:spMkLst>
        </pc:spChg>
      </pc:sldChg>
      <pc:sldChg chg="delSp modSp add mod">
        <pc:chgData name="王 欣捷" userId="b965477fa0aef5e6" providerId="LiveId" clId="{6B25E3A0-8D13-427B-91C6-98F6CF017510}" dt="2021-04-20T14:15:57.598" v="1438" actId="1076"/>
        <pc:sldMkLst>
          <pc:docMk/>
          <pc:sldMk cId="3168183637" sldId="1169"/>
        </pc:sldMkLst>
        <pc:spChg chg="mod">
          <ac:chgData name="王 欣捷" userId="b965477fa0aef5e6" providerId="LiveId" clId="{6B25E3A0-8D13-427B-91C6-98F6CF017510}" dt="2021-04-20T14:14:39.377" v="1406" actId="20577"/>
          <ac:spMkLst>
            <pc:docMk/>
            <pc:sldMk cId="3168183637" sldId="1169"/>
            <ac:spMk id="25" creationId="{9B91708F-592C-42E4-B850-C0CDCA979B43}"/>
          </ac:spMkLst>
        </pc:spChg>
        <pc:grpChg chg="del mod">
          <ac:chgData name="王 欣捷" userId="b965477fa0aef5e6" providerId="LiveId" clId="{6B25E3A0-8D13-427B-91C6-98F6CF017510}" dt="2021-04-20T14:14:34.176" v="1402" actId="478"/>
          <ac:grpSpMkLst>
            <pc:docMk/>
            <pc:sldMk cId="3168183637" sldId="1169"/>
            <ac:grpSpMk id="20" creationId="{2E54E37D-83CA-46F1-8320-158D90E24A0D}"/>
          </ac:grpSpMkLst>
        </pc:grpChg>
        <pc:grpChg chg="mod">
          <ac:chgData name="王 欣捷" userId="b965477fa0aef5e6" providerId="LiveId" clId="{6B25E3A0-8D13-427B-91C6-98F6CF017510}" dt="2021-04-20T14:15:57.598" v="1438" actId="1076"/>
          <ac:grpSpMkLst>
            <pc:docMk/>
            <pc:sldMk cId="3168183637" sldId="1169"/>
            <ac:grpSpMk id="23" creationId="{2E232AA2-EE75-4682-9F58-F4B0C530A5F2}"/>
          </ac:grpSpMkLst>
        </pc:grpChg>
        <pc:grpChg chg="del mod">
          <ac:chgData name="王 欣捷" userId="b965477fa0aef5e6" providerId="LiveId" clId="{6B25E3A0-8D13-427B-91C6-98F6CF017510}" dt="2021-04-20T14:14:34.176" v="1402" actId="478"/>
          <ac:grpSpMkLst>
            <pc:docMk/>
            <pc:sldMk cId="3168183637" sldId="1169"/>
            <ac:grpSpMk id="26" creationId="{3C258695-706C-474C-A62C-C603C4BA8F14}"/>
          </ac:grpSpMkLst>
        </pc:grpChg>
        <pc:grpChg chg="del mod">
          <ac:chgData name="王 欣捷" userId="b965477fa0aef5e6" providerId="LiveId" clId="{6B25E3A0-8D13-427B-91C6-98F6CF017510}" dt="2021-04-20T14:14:35.329" v="1403" actId="478"/>
          <ac:grpSpMkLst>
            <pc:docMk/>
            <pc:sldMk cId="3168183637" sldId="1169"/>
            <ac:grpSpMk id="61" creationId="{B1D2E3F8-59D2-4A8E-96DB-1AE6A91F1037}"/>
          </ac:grpSpMkLst>
        </pc:grpChg>
        <pc:graphicFrameChg chg="mod modGraphic">
          <ac:chgData name="王 欣捷" userId="b965477fa0aef5e6" providerId="LiveId" clId="{6B25E3A0-8D13-427B-91C6-98F6CF017510}" dt="2021-04-20T14:15:44.905" v="1437" actId="20577"/>
          <ac:graphicFrameMkLst>
            <pc:docMk/>
            <pc:sldMk cId="3168183637" sldId="1169"/>
            <ac:graphicFrameMk id="78" creationId="{427A8EA7-8856-4774-BA77-D0E32B48574B}"/>
          </ac:graphicFrameMkLst>
        </pc:graphicFrameChg>
      </pc:sldChg>
      <pc:sldChg chg="addSp delSp modSp add mod">
        <pc:chgData name="王 欣捷" userId="b965477fa0aef5e6" providerId="LiveId" clId="{6B25E3A0-8D13-427B-91C6-98F6CF017510}" dt="2021-04-20T14:18:18.007" v="1511" actId="20577"/>
        <pc:sldMkLst>
          <pc:docMk/>
          <pc:sldMk cId="1630523457" sldId="1170"/>
        </pc:sldMkLst>
        <pc:spChg chg="mod">
          <ac:chgData name="王 欣捷" userId="b965477fa0aef5e6" providerId="LiveId" clId="{6B25E3A0-8D13-427B-91C6-98F6CF017510}" dt="2021-04-20T14:16:50.905" v="1441"/>
          <ac:spMkLst>
            <pc:docMk/>
            <pc:sldMk cId="1630523457" sldId="1170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1" creationId="{02C0B712-15B4-4AE4-B152-3902F38B3FEC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6" creationId="{4E4115BC-DABB-46C4-A1CF-F8410C1465BD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9" creationId="{3F4B44F9-127A-4F25-81C7-D3572C375A3C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2" creationId="{69F55667-9F22-4C84-96B6-664503EFAE53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5" creationId="{173E6166-5837-4BCF-ACBA-FB600D1A14E4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8" creationId="{665B71ED-C5C7-4C81-9A0C-396F95AE1517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31" creationId="{54A68B26-51CD-423D-80F0-360506345D8D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34" creationId="{C23310F7-AAAF-4ECB-8B01-EC19945991A0}"/>
          </ac:grpSpMkLst>
        </pc:grpChg>
        <pc:graphicFrameChg chg="del">
          <ac:chgData name="王 欣捷" userId="b965477fa0aef5e6" providerId="LiveId" clId="{6B25E3A0-8D13-427B-91C6-98F6CF017510}" dt="2021-04-20T14:17:06.345" v="1469" actId="478"/>
          <ac:graphicFrameMkLst>
            <pc:docMk/>
            <pc:sldMk cId="1630523457" sldId="1170"/>
            <ac:graphicFrameMk id="7" creationId="{135E5BFB-71B3-42B0-9930-200A49BF224F}"/>
          </ac:graphicFrameMkLst>
        </pc:graphicFrameChg>
        <pc:graphicFrameChg chg="add mod modGraphic">
          <ac:chgData name="王 欣捷" userId="b965477fa0aef5e6" providerId="LiveId" clId="{6B25E3A0-8D13-427B-91C6-98F6CF017510}" dt="2021-04-20T14:18:18.007" v="1511" actId="20577"/>
          <ac:graphicFrameMkLst>
            <pc:docMk/>
            <pc:sldMk cId="1630523457" sldId="1170"/>
            <ac:graphicFrameMk id="37" creationId="{C877EAE4-E73F-4EB3-841D-C9F96CEF561F}"/>
          </ac:graphicFrameMkLst>
        </pc:graphicFrameChg>
      </pc:sldChg>
    </pc:docChg>
  </pc:docChgLst>
  <pc:docChgLst>
    <pc:chgData name="王 欣捷" userId="b965477fa0aef5e6" providerId="LiveId" clId="{F5C7CE7F-4255-4272-BB66-E36156271E14}"/>
    <pc:docChg chg="undo custSel addSld delSld modSld">
      <pc:chgData name="王 欣捷" userId="b965477fa0aef5e6" providerId="LiveId" clId="{F5C7CE7F-4255-4272-BB66-E36156271E14}" dt="2021-04-22T08:09:02.941" v="399" actId="47"/>
      <pc:docMkLst>
        <pc:docMk/>
      </pc:docMkLst>
      <pc:sldChg chg="modSp mod">
        <pc:chgData name="王 欣捷" userId="b965477fa0aef5e6" providerId="LiveId" clId="{F5C7CE7F-4255-4272-BB66-E36156271E14}" dt="2021-04-22T07:45:16.840" v="0" actId="20577"/>
        <pc:sldMkLst>
          <pc:docMk/>
          <pc:sldMk cId="2470898374" sldId="256"/>
        </pc:sldMkLst>
        <pc:spChg chg="mod">
          <ac:chgData name="王 欣捷" userId="b965477fa0aef5e6" providerId="LiveId" clId="{F5C7CE7F-4255-4272-BB66-E36156271E14}" dt="2021-04-22T07:45:16.840" v="0" actId="20577"/>
          <ac:spMkLst>
            <pc:docMk/>
            <pc:sldMk cId="2470898374" sldId="256"/>
            <ac:spMk id="2" creationId="{E7DC3515-54D4-4A44-A409-1AD3C10C63ED}"/>
          </ac:spMkLst>
        </pc:sp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0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07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0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0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0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1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3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4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5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7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1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20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21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22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3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37"/>
        </pc:sldMkLst>
      </pc:sldChg>
      <pc:sldChg chg="modSp add del mod">
        <pc:chgData name="王 欣捷" userId="b965477fa0aef5e6" providerId="LiveId" clId="{F5C7CE7F-4255-4272-BB66-E36156271E14}" dt="2021-04-22T08:09:02.941" v="399" actId="47"/>
        <pc:sldMkLst>
          <pc:docMk/>
          <pc:sldMk cId="0" sldId="850"/>
        </pc:sldMkLst>
        <pc:spChg chg="mod">
          <ac:chgData name="王 欣捷" userId="b965477fa0aef5e6" providerId="LiveId" clId="{F5C7CE7F-4255-4272-BB66-E36156271E14}" dt="2021-04-22T07:45:53.773" v="27" actId="20577"/>
          <ac:spMkLst>
            <pc:docMk/>
            <pc:sldMk cId="0" sldId="850"/>
            <ac:spMk id="82947" creationId="{C3C55446-C30E-4D75-85C4-61BB3BCD703D}"/>
          </ac:spMkLst>
        </pc:sp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1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2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3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4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5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7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5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0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1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2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3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4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5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7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6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0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1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2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3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4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5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6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7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7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880"/>
        </pc:sldMkLst>
      </pc:sldChg>
      <pc:sldChg chg="modSp add mod">
        <pc:chgData name="王 欣捷" userId="b965477fa0aef5e6" providerId="LiveId" clId="{F5C7CE7F-4255-4272-BB66-E36156271E14}" dt="2021-04-22T07:48:21.138" v="58" actId="1076"/>
        <pc:sldMkLst>
          <pc:docMk/>
          <pc:sldMk cId="0" sldId="882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882"/>
            <ac:spMk id="14338" creationId="{C558C2AE-31C5-4B87-83C4-C82A6318FB52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14360" creationId="{9E817A83-F5D3-4AF3-B154-B9495E19B20A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14361" creationId="{E5D14ADA-B64E-406B-8E99-F6A23758A6EC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14362" creationId="{B1D3DA79-9C08-4D87-B854-9D85C32091D7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14363" creationId="{1CA11271-3DB4-45D2-97EE-8869F25D91B7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719900" creationId="{69B64300-981B-45E1-82D1-149E217FAA2E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719915" creationId="{398CF2F8-0CD4-4C87-849F-EDD2319D5E6B}"/>
          </ac:spMkLst>
        </pc:spChg>
        <pc:spChg chg="mod">
          <ac:chgData name="王 欣捷" userId="b965477fa0aef5e6" providerId="LiveId" clId="{F5C7CE7F-4255-4272-BB66-E36156271E14}" dt="2021-04-22T07:48:21.138" v="58" actId="1076"/>
          <ac:spMkLst>
            <pc:docMk/>
            <pc:sldMk cId="0" sldId="882"/>
            <ac:spMk id="719916" creationId="{50258E63-E4E0-4929-850C-04BCD700C8E7}"/>
          </ac:spMkLst>
        </pc:spChg>
        <pc:graphicFrameChg chg="mod">
          <ac:chgData name="王 欣捷" userId="b965477fa0aef5e6" providerId="LiveId" clId="{F5C7CE7F-4255-4272-BB66-E36156271E14}" dt="2021-04-22T07:48:21.138" v="58" actId="1076"/>
          <ac:graphicFrameMkLst>
            <pc:docMk/>
            <pc:sldMk cId="0" sldId="882"/>
            <ac:graphicFrameMk id="719876" creationId="{9611EF40-2874-4E45-8A5A-48DCF39587BD}"/>
          </ac:graphicFrameMkLst>
        </pc:graphicFrameChg>
        <pc:graphicFrameChg chg="mod">
          <ac:chgData name="王 欣捷" userId="b965477fa0aef5e6" providerId="LiveId" clId="{F5C7CE7F-4255-4272-BB66-E36156271E14}" dt="2021-04-22T07:48:21.138" v="58" actId="1076"/>
          <ac:graphicFrameMkLst>
            <pc:docMk/>
            <pc:sldMk cId="0" sldId="882"/>
            <ac:graphicFrameMk id="719901" creationId="{46F2AA55-FA96-4B50-80E9-49EC59DC5C5F}"/>
          </ac:graphicFrameMkLst>
        </pc:graphicFrame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909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910"/>
        </pc:sldMkLst>
      </pc:sldChg>
      <pc:sldChg chg="modSp add del mod">
        <pc:chgData name="王 欣捷" userId="b965477fa0aef5e6" providerId="LiveId" clId="{F5C7CE7F-4255-4272-BB66-E36156271E14}" dt="2021-04-22T08:05:46.768" v="231" actId="207"/>
        <pc:sldMkLst>
          <pc:docMk/>
          <pc:sldMk cId="0" sldId="911"/>
        </pc:sldMkLst>
        <pc:spChg chg="mod">
          <ac:chgData name="王 欣捷" userId="b965477fa0aef5e6" providerId="LiveId" clId="{F5C7CE7F-4255-4272-BB66-E36156271E14}" dt="2021-04-22T08:05:46.768" v="231" actId="207"/>
          <ac:spMkLst>
            <pc:docMk/>
            <pc:sldMk cId="0" sldId="911"/>
            <ac:spMk id="5123" creationId="{0825F792-2DAB-45BD-BF51-1963C1BB04BC}"/>
          </ac:spMkLst>
        </pc:spChg>
      </pc:sldChg>
      <pc:sldChg chg="addSp delSp modSp add del mod modClrScheme chgLayout">
        <pc:chgData name="王 欣捷" userId="b965477fa0aef5e6" providerId="LiveId" clId="{F5C7CE7F-4255-4272-BB66-E36156271E14}" dt="2021-04-22T07:46:23.493" v="37" actId="1076"/>
        <pc:sldMkLst>
          <pc:docMk/>
          <pc:sldMk cId="0" sldId="912"/>
        </pc:sldMkLst>
        <pc:spChg chg="add del mod ord">
          <ac:chgData name="王 欣捷" userId="b965477fa0aef5e6" providerId="LiveId" clId="{F5C7CE7F-4255-4272-BB66-E36156271E14}" dt="2021-04-22T07:46:20.243" v="35" actId="700"/>
          <ac:spMkLst>
            <pc:docMk/>
            <pc:sldMk cId="0" sldId="912"/>
            <ac:spMk id="3" creationId="{D3515DFA-35B8-4A04-957C-05F5DF2D2754}"/>
          </ac:spMkLst>
        </pc:spChg>
        <pc:spChg chg="mod ord">
          <ac:chgData name="王 欣捷" userId="b965477fa0aef5e6" providerId="LiveId" clId="{F5C7CE7F-4255-4272-BB66-E36156271E14}" dt="2021-04-22T07:46:20.243" v="35" actId="700"/>
          <ac:spMkLst>
            <pc:docMk/>
            <pc:sldMk cId="0" sldId="912"/>
            <ac:spMk id="6146" creationId="{E67E1E32-7BC1-4DFD-AEAD-CB7986FE5345}"/>
          </ac:spMkLst>
        </pc:spChg>
        <pc:spChg chg="mod ord">
          <ac:chgData name="王 欣捷" userId="b965477fa0aef5e6" providerId="LiveId" clId="{F5C7CE7F-4255-4272-BB66-E36156271E14}" dt="2021-04-22T07:46:20.243" v="35" actId="700"/>
          <ac:spMkLst>
            <pc:docMk/>
            <pc:sldMk cId="0" sldId="912"/>
            <ac:spMk id="6147" creationId="{0A3DBC12-63A0-45A8-ACB1-148DC33F5F1B}"/>
          </ac:spMkLst>
        </pc:spChg>
        <pc:graphicFrameChg chg="add mod">
          <ac:chgData name="王 欣捷" userId="b965477fa0aef5e6" providerId="LiveId" clId="{F5C7CE7F-4255-4272-BB66-E36156271E14}" dt="2021-04-22T07:46:23.493" v="37" actId="1076"/>
          <ac:graphicFrameMkLst>
            <pc:docMk/>
            <pc:sldMk cId="0" sldId="912"/>
            <ac:graphicFrameMk id="7" creationId="{CB13B682-316B-4F63-91E2-5ECE1FE8D86A}"/>
          </ac:graphicFrameMkLst>
        </pc:graphicFrameChg>
        <pc:graphicFrameChg chg="del">
          <ac:chgData name="王 欣捷" userId="b965477fa0aef5e6" providerId="LiveId" clId="{F5C7CE7F-4255-4272-BB66-E36156271E14}" dt="2021-04-22T07:46:18.823" v="34" actId="21"/>
          <ac:graphicFrameMkLst>
            <pc:docMk/>
            <pc:sldMk cId="0" sldId="912"/>
            <ac:graphicFrameMk id="739332" creationId="{E278C1DE-E891-4C78-A7D2-EF9D5ACF6411}"/>
          </ac:graphicFrameMkLst>
        </pc:graphicFrameChg>
      </pc:sldChg>
      <pc:sldChg chg="modSp add del mod">
        <pc:chgData name="王 欣捷" userId="b965477fa0aef5e6" providerId="LiveId" clId="{F5C7CE7F-4255-4272-BB66-E36156271E14}" dt="2021-04-22T07:46:32.919" v="39" actId="207"/>
        <pc:sldMkLst>
          <pc:docMk/>
          <pc:sldMk cId="0" sldId="913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13"/>
            <ac:spMk id="7170" creationId="{6D88CABC-901D-443A-A7EA-C849089D5E26}"/>
          </ac:spMkLst>
        </pc:spChg>
        <pc:spChg chg="mod">
          <ac:chgData name="王 欣捷" userId="b965477fa0aef5e6" providerId="LiveId" clId="{F5C7CE7F-4255-4272-BB66-E36156271E14}" dt="2021-04-22T07:46:32.919" v="39" actId="207"/>
          <ac:spMkLst>
            <pc:docMk/>
            <pc:sldMk cId="0" sldId="913"/>
            <ac:spMk id="7171" creationId="{34FE0FE6-EE90-4135-9D11-1318671494D0}"/>
          </ac:spMkLst>
        </pc:spChg>
      </pc:sldChg>
      <pc:sldChg chg="modSp add del mod">
        <pc:chgData name="王 欣捷" userId="b965477fa0aef5e6" providerId="LiveId" clId="{F5C7CE7F-4255-4272-BB66-E36156271E14}" dt="2021-04-22T07:46:40.576" v="41" actId="207"/>
        <pc:sldMkLst>
          <pc:docMk/>
          <pc:sldMk cId="0" sldId="914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14"/>
            <ac:spMk id="8194" creationId="{22596C9B-FBBE-4990-8CD0-B3122F557809}"/>
          </ac:spMkLst>
        </pc:spChg>
        <pc:spChg chg="mod">
          <ac:chgData name="王 欣捷" userId="b965477fa0aef5e6" providerId="LiveId" clId="{F5C7CE7F-4255-4272-BB66-E36156271E14}" dt="2021-04-22T07:46:40.576" v="41" actId="207"/>
          <ac:spMkLst>
            <pc:docMk/>
            <pc:sldMk cId="0" sldId="914"/>
            <ac:spMk id="8195" creationId="{EC409D0B-44CA-4D0F-8363-32D415F90BA0}"/>
          </ac:spMkLst>
        </pc:spChg>
      </pc:sldChg>
      <pc:sldChg chg="modSp add del">
        <pc:chgData name="王 欣捷" userId="b965477fa0aef5e6" providerId="LiveId" clId="{F5C7CE7F-4255-4272-BB66-E36156271E14}" dt="2021-04-22T08:06:07.938" v="232" actId="113"/>
        <pc:sldMkLst>
          <pc:docMk/>
          <pc:sldMk cId="0" sldId="915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15"/>
            <ac:spMk id="9218" creationId="{C4523237-B2C4-4555-B4A2-9CF5723C9267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1" creationId="{058F7B79-0BE8-49AA-BE02-15A261457A84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2" creationId="{67C60DF7-E777-412E-908A-F3E0511107A2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3" creationId="{45D0BC3E-A1D9-4BAD-A102-FE9C6B3BE18D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4" creationId="{8DCD2773-03AA-4511-B634-799439373C0A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5" creationId="{6B454C20-4E08-41D4-B7B0-706391F7C8ED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6" creationId="{FDE23AD7-7711-47A8-A81E-AF48D12D384E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7" creationId="{89BF06F4-17A2-422D-803E-C34CF707CFC5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8" creationId="{6B27AF12-E12E-4FBD-9DC7-38090E3FB6EC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29" creationId="{DA112A48-B6E7-491C-9E5D-01FAF760ABBC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0" creationId="{2C04E279-E496-4C9B-9904-485571163EB3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1" creationId="{D95A98EF-F632-4039-88B6-F7CA6629DB3C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2" creationId="{A565280D-0748-4106-9B7A-EDE812300C99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3" creationId="{D9FFE972-670E-47A3-9DDA-BA209B14A9E6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4" creationId="{0D0DE820-D12F-4C73-AA2C-AC857ACFBD09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5" creationId="{1069EB20-7256-4297-9950-3DA2EA07596C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6" creationId="{121D425D-A961-4F17-9311-C9E88E3370FC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7" creationId="{E4F7BE0B-B6B9-4E39-A4C6-84F07F49A0E6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8" creationId="{E808FB52-31F7-4461-B599-43D327FAA7B0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39" creationId="{E0F20D2A-391B-4F8A-A06B-E137A685FE63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0" creationId="{A87B850A-1DBA-4286-A459-20E7C43A65AA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1" creationId="{71A63C1B-12A4-4B14-ADB4-C12A5FAD8F27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2" creationId="{A154CC21-F1D6-444B-BC68-2F6AABF9F16E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3" creationId="{56F67E5F-0D1D-4687-A14E-53471C5E4545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4" creationId="{620CE6B5-8850-407D-8224-2465B9901FEE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5" creationId="{F9219B4A-758D-40BF-89FD-1DCB262FA2A1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6" creationId="{8DA6619E-168A-4DBC-81E3-D6AC58C2FA89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7" creationId="{D86C66A6-5A30-4DED-B678-C39B40932714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8" creationId="{D8773AEA-5274-4249-9300-42DE2E1F9CF5}"/>
          </ac:spMkLst>
        </pc:spChg>
        <pc:spChg chg="mod">
          <ac:chgData name="王 欣捷" userId="b965477fa0aef5e6" providerId="LiveId" clId="{F5C7CE7F-4255-4272-BB66-E36156271E14}" dt="2021-04-22T07:46:46.142" v="42" actId="1076"/>
          <ac:spMkLst>
            <pc:docMk/>
            <pc:sldMk cId="0" sldId="915"/>
            <ac:spMk id="9249" creationId="{FF474374-BFFB-4E59-B004-46FE0290E223}"/>
          </ac:spMkLst>
        </pc:spChg>
        <pc:grpChg chg="mod">
          <ac:chgData name="王 欣捷" userId="b965477fa0aef5e6" providerId="LiveId" clId="{F5C7CE7F-4255-4272-BB66-E36156271E14}" dt="2021-04-22T08:06:07.938" v="232" actId="113"/>
          <ac:grpSpMkLst>
            <pc:docMk/>
            <pc:sldMk cId="0" sldId="915"/>
            <ac:grpSpMk id="9220" creationId="{EBA1B704-4389-4561-A1A0-AE805326C3D9}"/>
          </ac:grpSpMkLst>
        </pc:grpChg>
      </pc:sldChg>
      <pc:sldChg chg="modSp add del mod">
        <pc:chgData name="王 欣捷" userId="b965477fa0aef5e6" providerId="LiveId" clId="{F5C7CE7F-4255-4272-BB66-E36156271E14}" dt="2021-04-22T08:08:51.979" v="396"/>
        <pc:sldMkLst>
          <pc:docMk/>
          <pc:sldMk cId="0" sldId="916"/>
        </pc:sldMkLst>
        <pc:spChg chg="mod">
          <ac:chgData name="王 欣捷" userId="b965477fa0aef5e6" providerId="LiveId" clId="{F5C7CE7F-4255-4272-BB66-E36156271E14}" dt="2021-04-22T08:08:51.979" v="396"/>
          <ac:spMkLst>
            <pc:docMk/>
            <pc:sldMk cId="0" sldId="916"/>
            <ac:spMk id="15363" creationId="{DEFF9564-584C-4AEF-8E61-A05598651E6B}"/>
          </ac:spMkLst>
        </pc:spChg>
      </pc:sldChg>
      <pc:sldChg chg="modSp add del">
        <pc:chgData name="王 欣捷" userId="b965477fa0aef5e6" providerId="LiveId" clId="{F5C7CE7F-4255-4272-BB66-E36156271E14}" dt="2021-04-22T07:46:07.334" v="28"/>
        <pc:sldMkLst>
          <pc:docMk/>
          <pc:sldMk cId="3648011815" sldId="917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3648011815" sldId="917"/>
            <ac:spMk id="10242" creationId="{EEAEFEAC-308C-4235-B1A9-1EEB5F99C025}"/>
          </ac:spMkLst>
        </pc:sp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1957887882" sldId="918"/>
        </pc:sldMkLst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0" sldId="919"/>
        </pc:sldMkLst>
      </pc:sldChg>
      <pc:sldChg chg="modSp add del">
        <pc:chgData name="王 欣捷" userId="b965477fa0aef5e6" providerId="LiveId" clId="{F5C7CE7F-4255-4272-BB66-E36156271E14}" dt="2021-04-22T08:06:16.934" v="233" actId="113"/>
        <pc:sldMkLst>
          <pc:docMk/>
          <pc:sldMk cId="4007545427" sldId="920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4007545427" sldId="920"/>
            <ac:spMk id="11266" creationId="{E7CF7A09-4889-421E-A103-032084FFD1E2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1" creationId="{8E920730-48F9-4097-B300-7DC9C478180F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2" creationId="{959FD486-443E-4360-8575-9AF273E815FF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3" creationId="{D9FB1706-B645-4036-AA5B-AF707974315A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4" creationId="{78423FB0-46DA-4A72-8083-F8FBE30870C9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5" creationId="{81148567-ED79-4089-B25E-D15900544FA4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6" creationId="{A53AD497-F7C1-4ED2-A105-482A5EE1C9AE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7" creationId="{638AA16A-31A2-4643-BEE6-0D30909BC5EB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8" creationId="{B6151BD0-F3EA-492C-BDD4-1F683A455DFE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79" creationId="{B9F51088-457E-4197-ACCB-C88D87CDF53D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0" creationId="{9427540B-6EF7-455E-BD52-07241BA0BD30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1" creationId="{DD655759-5EC9-4249-8EFD-63DD4535D12D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2" creationId="{97E2AD4A-56C7-4A25-902A-3446BE4DA242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3" creationId="{09F3EEE7-916F-42FF-934B-6C036D066553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4" creationId="{F415852A-41BB-4C4E-97D2-B868E3EB45D5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5" creationId="{14D4D715-A135-4A02-B20A-69A035723349}"/>
          </ac:spMkLst>
        </pc:spChg>
        <pc:spChg chg="mod">
          <ac:chgData name="王 欣捷" userId="b965477fa0aef5e6" providerId="LiveId" clId="{F5C7CE7F-4255-4272-BB66-E36156271E14}" dt="2021-04-22T07:46:52.958" v="43" actId="1076"/>
          <ac:spMkLst>
            <pc:docMk/>
            <pc:sldMk cId="4007545427" sldId="920"/>
            <ac:spMk id="11286" creationId="{8E21B797-A087-4A8A-B8CB-EF75489A7E5C}"/>
          </ac:spMkLst>
        </pc:spChg>
        <pc:grpChg chg="mod">
          <ac:chgData name="王 欣捷" userId="b965477fa0aef5e6" providerId="LiveId" clId="{F5C7CE7F-4255-4272-BB66-E36156271E14}" dt="2021-04-22T08:06:16.934" v="233" actId="113"/>
          <ac:grpSpMkLst>
            <pc:docMk/>
            <pc:sldMk cId="4007545427" sldId="920"/>
            <ac:grpSpMk id="2" creationId="{8778EE16-433B-45C7-8AE3-1C4BB0CC295D}"/>
          </ac:grpSpMkLst>
        </pc:grpChg>
        <pc:grpChg chg="mod">
          <ac:chgData name="王 欣捷" userId="b965477fa0aef5e6" providerId="LiveId" clId="{F5C7CE7F-4255-4272-BB66-E36156271E14}" dt="2021-04-22T07:46:52.958" v="43" actId="1076"/>
          <ac:grpSpMkLst>
            <pc:docMk/>
            <pc:sldMk cId="4007545427" sldId="920"/>
            <ac:grpSpMk id="11269" creationId="{5DAADACC-BBFA-4AE1-81C8-B54B03BA78EA}"/>
          </ac:grpSpMkLst>
        </pc:grpChg>
        <pc:grpChg chg="mod">
          <ac:chgData name="王 欣捷" userId="b965477fa0aef5e6" providerId="LiveId" clId="{F5C7CE7F-4255-4272-BB66-E36156271E14}" dt="2021-04-22T07:46:52.958" v="43" actId="1076"/>
          <ac:grpSpMkLst>
            <pc:docMk/>
            <pc:sldMk cId="4007545427" sldId="920"/>
            <ac:grpSpMk id="11270" creationId="{F8CC7959-ACD7-4C57-97DA-90057B4EB565}"/>
          </ac:grpSpMkLst>
        </pc:grpChg>
      </pc:sldChg>
      <pc:sldChg chg="delSp modSp add del mod modClrScheme chgLayout">
        <pc:chgData name="王 欣捷" userId="b965477fa0aef5e6" providerId="LiveId" clId="{F5C7CE7F-4255-4272-BB66-E36156271E14}" dt="2021-04-22T07:47:47.494" v="49" actId="1076"/>
        <pc:sldMkLst>
          <pc:docMk/>
          <pc:sldMk cId="2568200143" sldId="921"/>
        </pc:sldMkLst>
        <pc:spChg chg="mod ord">
          <ac:chgData name="王 欣捷" userId="b965477fa0aef5e6" providerId="LiveId" clId="{F5C7CE7F-4255-4272-BB66-E36156271E14}" dt="2021-04-22T07:46:55.990" v="44" actId="700"/>
          <ac:spMkLst>
            <pc:docMk/>
            <pc:sldMk cId="2568200143" sldId="921"/>
            <ac:spMk id="12290" creationId="{52729305-43C7-462B-8E7F-A07AC50D9FEE}"/>
          </ac:spMkLst>
        </pc:spChg>
        <pc:spChg chg="del">
          <ac:chgData name="王 欣捷" userId="b965477fa0aef5e6" providerId="LiveId" clId="{F5C7CE7F-4255-4272-BB66-E36156271E14}" dt="2021-04-22T07:46:55.990" v="44" actId="700"/>
          <ac:spMkLst>
            <pc:docMk/>
            <pc:sldMk cId="2568200143" sldId="921"/>
            <ac:spMk id="12291" creationId="{0293206D-9363-4418-9310-2CD4B81CCAEB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3" creationId="{1291C139-6018-4B7D-8041-236DCF18F5D0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4" creationId="{34A4BBD9-A298-483A-AC38-AC392AF117B5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5" creationId="{1A38DEC0-6364-45BD-892F-6BB41D8BB9F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6" creationId="{79685B7F-2BF3-4A2A-AB4C-C4FFE40828BA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7" creationId="{67B94A59-3633-4B08-AEB2-610AF053CC0F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8" creationId="{CB9FE9AF-CF88-4656-98C5-42C791CA65C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299" creationId="{18BA9632-E422-4133-B17E-3C0847CC594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0" creationId="{7A60CAE6-B66F-40F7-9476-196C6F95F71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1" creationId="{99975B88-A3B3-43FD-ACCE-68B5F389B4DF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2" creationId="{C730A043-6B74-461E-8A63-7132428E30A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3" creationId="{E9140A7B-1579-4A31-BC0A-1ECBC27324CE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4" creationId="{F2089FD4-FE19-42D1-BE8E-8EA0881B82AE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5" creationId="{7C7537B6-B727-431D-BEEF-6CF2DB32B1B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6" creationId="{E6654F2D-D209-4D30-B46C-782BDBEC2CB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7" creationId="{41FFCCEC-BDF0-451A-84DE-801A7EC38E2F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8" creationId="{E32ABB06-CC76-4B13-A476-3C12C26BF85F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09" creationId="{EAE14F87-4A69-4A05-AE87-B2AC29180050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0" creationId="{C74A2AE8-62F5-4172-AF05-424B6E9416E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1" creationId="{EB9C69FF-E6A5-46DF-B2D4-E4FA2A38A51D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2" creationId="{F92AC1E1-030D-44E6-8E63-ABD7FEB4AEE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3" creationId="{6509ED33-50C0-42B5-BD57-27699E1994E3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4" creationId="{C1899698-4AD4-4553-B415-43EE4A0BD8FC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5" creationId="{6B03A4E9-40CD-4044-8B36-F9458D1FE37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6" creationId="{C85EC447-4113-49E7-B494-205BEF25E0C1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17" creationId="{0F0CA34F-5367-4C2B-81BB-C663F15D9CD3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3" creationId="{93455655-8FDF-45A8-AB69-E1FC0030F295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4" creationId="{2B1B7032-BA68-4056-8DE1-E5445185C59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5" creationId="{3964CC18-C7C6-44C5-BCC4-3F0AE114516A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6" creationId="{AF6281D9-33F4-4736-83B7-A4BA16E1EE8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7" creationId="{9B36AC1D-5695-417C-8093-5905E20B1C7E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8" creationId="{00521182-A335-4608-9A16-FEFFD995CF8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29" creationId="{337CB30D-42CD-4E76-891C-DD408B24AA7B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0" creationId="{8531B1A4-60C7-4802-83BF-3284AE614D63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1" creationId="{A82A11D8-5A61-48DF-A523-4E27EB864919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2" creationId="{F55C787B-F871-4918-87ED-E735C1958959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3" creationId="{158A9B59-6A38-47FC-BE1A-017CA455E580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4" creationId="{0209B82F-0703-4025-B194-8664AE6FB98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5" creationId="{A70184A4-DBAD-4C68-837D-CFC45D154FD7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6" creationId="{2117DFE0-4E61-4855-ACA7-831974E6CF3B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7" creationId="{7514CFBE-D00A-4C5D-8F39-CAB39575D679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8" creationId="{1FA35D5E-F165-4289-9D2E-4B2BB6AB6A51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39" creationId="{428D49D0-BCC0-40C9-A513-3D9822CDAB26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0" creationId="{E194D8D3-200F-4DA8-9447-4CF7D7B84424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1" creationId="{FD537C8C-F69F-49B9-84E2-B7D27013C80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2" creationId="{60FA8110-FA3A-4FFC-820B-8A52D3C741D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3" creationId="{2AAA576D-5861-44A7-9668-2466B0BD6912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4" creationId="{68878233-38D4-4DB9-8A3A-342CA2DFAC58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5" creationId="{5247D6E0-8FAF-4422-9643-63ADDC0D62FE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6" creationId="{057D5F92-FC4B-4374-BC16-23966B59B968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7" creationId="{1692739B-DEB1-4BE7-BC8E-DB0C434400EE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8" creationId="{45F0DF17-E232-4EE1-A6D5-A33DEE2D78AF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49" creationId="{0D5A02EB-AC41-415A-B103-4FA2B0507F84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0" creationId="{0A15F697-1099-4802-8D08-901DEAEE244A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1" creationId="{6041E2C6-EE93-412B-8ED9-C6AB3441BC09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2" creationId="{3A6238CD-5EEB-413E-8FAB-A3749AAB5F51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3" creationId="{D3C4679A-C14F-4BBF-8363-4B712B74DE9D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4" creationId="{E251D8BC-318F-456F-951D-D98FD5C92BF5}"/>
          </ac:spMkLst>
        </pc:spChg>
        <pc:spChg chg="mod">
          <ac:chgData name="王 欣捷" userId="b965477fa0aef5e6" providerId="LiveId" clId="{F5C7CE7F-4255-4272-BB66-E36156271E14}" dt="2021-04-22T07:47:47.494" v="49" actId="1076"/>
          <ac:spMkLst>
            <pc:docMk/>
            <pc:sldMk cId="2568200143" sldId="921"/>
            <ac:spMk id="12355" creationId="{86774A81-680A-4DCC-9FCB-EFE4F4B88629}"/>
          </ac:spMkLst>
        </pc:s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292" creationId="{38FCE6E4-A916-4528-9A9E-3439963143E3}"/>
          </ac:grpSpMkLst>
        </pc:gr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318" creationId="{8005941F-EDD2-4408-A653-A78273683755}"/>
          </ac:grpSpMkLst>
        </pc:gr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319" creationId="{5DDE239B-ADCA-444D-8508-9064DAE4D067}"/>
          </ac:grpSpMkLst>
        </pc:gr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320" creationId="{8386344A-2333-4A1D-A154-D792B21F5D32}"/>
          </ac:grpSpMkLst>
        </pc:gr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321" creationId="{FAB2E2AD-F3E8-40D1-8607-C5872EAC522D}"/>
          </ac:grpSpMkLst>
        </pc:grpChg>
        <pc:grpChg chg="mod">
          <ac:chgData name="王 欣捷" userId="b965477fa0aef5e6" providerId="LiveId" clId="{F5C7CE7F-4255-4272-BB66-E36156271E14}" dt="2021-04-22T07:47:47.494" v="49" actId="1076"/>
          <ac:grpSpMkLst>
            <pc:docMk/>
            <pc:sldMk cId="2568200143" sldId="921"/>
            <ac:grpSpMk id="12322" creationId="{B5CC359D-9F84-4387-85A9-442142402226}"/>
          </ac:grpSpMkLst>
        </pc:gr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3108036535" sldId="922"/>
        </pc:sldMkLst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2399032190" sldId="923"/>
        </pc:sldMkLst>
      </pc:sldChg>
      <pc:sldChg chg="addSp delSp modSp add mod modClrScheme chgLayout">
        <pc:chgData name="王 欣捷" userId="b965477fa0aef5e6" providerId="LiveId" clId="{F5C7CE7F-4255-4272-BB66-E36156271E14}" dt="2021-04-22T07:53:32.326" v="62" actId="1076"/>
        <pc:sldMkLst>
          <pc:docMk/>
          <pc:sldMk cId="0" sldId="924"/>
        </pc:sldMkLst>
        <pc:spChg chg="add del mod ord">
          <ac:chgData name="王 欣捷" userId="b965477fa0aef5e6" providerId="LiveId" clId="{F5C7CE7F-4255-4272-BB66-E36156271E14}" dt="2021-04-22T07:53:29.115" v="60" actId="700"/>
          <ac:spMkLst>
            <pc:docMk/>
            <pc:sldMk cId="0" sldId="924"/>
            <ac:spMk id="3" creationId="{D6F37336-9F67-40DC-8D4D-21D0EC3E87FF}"/>
          </ac:spMkLst>
        </pc:spChg>
        <pc:spChg chg="mod ord">
          <ac:chgData name="王 欣捷" userId="b965477fa0aef5e6" providerId="LiveId" clId="{F5C7CE7F-4255-4272-BB66-E36156271E14}" dt="2021-04-22T07:53:29.115" v="60" actId="700"/>
          <ac:spMkLst>
            <pc:docMk/>
            <pc:sldMk cId="0" sldId="924"/>
            <ac:spMk id="18434" creationId="{83CF4C8F-A729-47D2-948B-6ED12A6CAB50}"/>
          </ac:spMkLst>
        </pc:spChg>
        <pc:spChg chg="mod ord">
          <ac:chgData name="王 欣捷" userId="b965477fa0aef5e6" providerId="LiveId" clId="{F5C7CE7F-4255-4272-BB66-E36156271E14}" dt="2021-04-22T07:53:29.115" v="60" actId="700"/>
          <ac:spMkLst>
            <pc:docMk/>
            <pc:sldMk cId="0" sldId="924"/>
            <ac:spMk id="18435" creationId="{69037B72-7D04-4E42-A636-1D5F1F1B50EF}"/>
          </ac:spMkLst>
        </pc:spChg>
        <pc:graphicFrameChg chg="add mod">
          <ac:chgData name="王 欣捷" userId="b965477fa0aef5e6" providerId="LiveId" clId="{F5C7CE7F-4255-4272-BB66-E36156271E14}" dt="2021-04-22T07:53:32.326" v="62" actId="1076"/>
          <ac:graphicFrameMkLst>
            <pc:docMk/>
            <pc:sldMk cId="0" sldId="924"/>
            <ac:graphicFrameMk id="7" creationId="{7BF88492-DD18-41E4-9F2B-17BD7377B394}"/>
          </ac:graphicFrameMkLst>
        </pc:graphicFrameChg>
        <pc:graphicFrameChg chg="del mod">
          <ac:chgData name="王 欣捷" userId="b965477fa0aef5e6" providerId="LiveId" clId="{F5C7CE7F-4255-4272-BB66-E36156271E14}" dt="2021-04-22T07:53:27.282" v="59" actId="21"/>
          <ac:graphicFrameMkLst>
            <pc:docMk/>
            <pc:sldMk cId="0" sldId="924"/>
            <ac:graphicFrameMk id="735236" creationId="{0231EEFE-1372-4F1C-B2E3-89D5B7F71DF0}"/>
          </ac:graphicFrameMkLst>
        </pc:graphicFrame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1809059029" sldId="925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1809059029" sldId="925"/>
            <ac:spMk id="19458" creationId="{1D4FDB3B-2CB1-404A-AEC9-750861463A0C}"/>
          </ac:spMkLst>
        </pc:s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3168693475" sldId="926"/>
        </pc:sldMkLst>
      </pc:sldChg>
      <pc:sldChg chg="modSp add mod">
        <pc:chgData name="王 欣捷" userId="b965477fa0aef5e6" providerId="LiveId" clId="{F5C7CE7F-4255-4272-BB66-E36156271E14}" dt="2021-04-22T07:53:57.456" v="69" actId="14100"/>
        <pc:sldMkLst>
          <pc:docMk/>
          <pc:sldMk cId="464356135" sldId="927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464356135" sldId="927"/>
            <ac:spMk id="23554" creationId="{FE76B30E-F944-491B-A1B6-DD61A57EE9C0}"/>
          </ac:spMkLst>
        </pc:spChg>
        <pc:spChg chg="mod">
          <ac:chgData name="王 欣捷" userId="b965477fa0aef5e6" providerId="LiveId" clId="{F5C7CE7F-4255-4272-BB66-E36156271E14}" dt="2021-04-22T07:53:57.456" v="69" actId="14100"/>
          <ac:spMkLst>
            <pc:docMk/>
            <pc:sldMk cId="464356135" sldId="927"/>
            <ac:spMk id="733187" creationId="{7BF7B0CB-846F-4C1F-A776-EB175D2C0C36}"/>
          </ac:spMkLst>
        </pc:spChg>
      </pc:sldChg>
      <pc:sldChg chg="modSp add mod">
        <pc:chgData name="王 欣捷" userId="b965477fa0aef5e6" providerId="LiveId" clId="{F5C7CE7F-4255-4272-BB66-E36156271E14}" dt="2021-04-22T07:53:46.505" v="66" actId="27636"/>
        <pc:sldMkLst>
          <pc:docMk/>
          <pc:sldMk cId="3474024645" sldId="928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3474024645" sldId="928"/>
            <ac:spMk id="25602" creationId="{B39EE8F2-F575-4DEC-A9A4-4D820E41A47D}"/>
          </ac:spMkLst>
        </pc:spChg>
        <pc:spChg chg="mod">
          <ac:chgData name="王 欣捷" userId="b965477fa0aef5e6" providerId="LiveId" clId="{F5C7CE7F-4255-4272-BB66-E36156271E14}" dt="2021-04-22T07:53:46.505" v="66" actId="27636"/>
          <ac:spMkLst>
            <pc:docMk/>
            <pc:sldMk cId="3474024645" sldId="928"/>
            <ac:spMk id="734211" creationId="{7E5CF601-1112-4CC4-BCD9-404BB87BD16A}"/>
          </ac:spMkLst>
        </pc:spChg>
      </pc:sldChg>
      <pc:sldChg chg="addSp delSp modSp add">
        <pc:chgData name="王 欣捷" userId="b965477fa0aef5e6" providerId="LiveId" clId="{F5C7CE7F-4255-4272-BB66-E36156271E14}" dt="2021-04-22T07:54:34.364" v="81"/>
        <pc:sldMkLst>
          <pc:docMk/>
          <pc:sldMk cId="206795369" sldId="929"/>
        </pc:sldMkLst>
        <pc:spChg chg="mod">
          <ac:chgData name="王 欣捷" userId="b965477fa0aef5e6" providerId="LiveId" clId="{F5C7CE7F-4255-4272-BB66-E36156271E14}" dt="2021-04-22T07:54:34.364" v="81"/>
          <ac:spMkLst>
            <pc:docMk/>
            <pc:sldMk cId="206795369" sldId="929"/>
            <ac:spMk id="9" creationId="{D7E9B51C-894D-412E-B9DA-7B7BF71651D2}"/>
          </ac:spMkLst>
        </pc:spChg>
        <pc:spChg chg="mod">
          <ac:chgData name="王 欣捷" userId="b965477fa0aef5e6" providerId="LiveId" clId="{F5C7CE7F-4255-4272-BB66-E36156271E14}" dt="2021-04-22T07:54:34.364" v="81"/>
          <ac:spMkLst>
            <pc:docMk/>
            <pc:sldMk cId="206795369" sldId="929"/>
            <ac:spMk id="10" creationId="{E4C85C31-C698-4CC9-B85C-BDCA882E90BB}"/>
          </ac:spMkLst>
        </pc:spChg>
        <pc:spChg chg="mod">
          <ac:chgData name="王 欣捷" userId="b965477fa0aef5e6" providerId="LiveId" clId="{F5C7CE7F-4255-4272-BB66-E36156271E14}" dt="2021-04-22T07:54:34.364" v="81"/>
          <ac:spMkLst>
            <pc:docMk/>
            <pc:sldMk cId="206795369" sldId="929"/>
            <ac:spMk id="11" creationId="{2E8EA7C4-DC9F-444E-BCF5-CFB5DF1694F9}"/>
          </ac:spMkLst>
        </pc:spChg>
        <pc:spChg chg="mod">
          <ac:chgData name="王 欣捷" userId="b965477fa0aef5e6" providerId="LiveId" clId="{F5C7CE7F-4255-4272-BB66-E36156271E14}" dt="2021-04-22T07:46:07.334" v="28"/>
          <ac:spMkLst>
            <pc:docMk/>
            <pc:sldMk cId="206795369" sldId="929"/>
            <ac:spMk id="26626" creationId="{5BA64F75-0864-4190-A001-AE9A0A19AFA5}"/>
          </ac:spMkLst>
        </pc:spChg>
        <pc:spChg chg="mod">
          <ac:chgData name="王 欣捷" userId="b965477fa0aef5e6" providerId="LiveId" clId="{F5C7CE7F-4255-4272-BB66-E36156271E14}" dt="2021-04-22T07:54:30.423" v="79" actId="1076"/>
          <ac:spMkLst>
            <pc:docMk/>
            <pc:sldMk cId="206795369" sldId="929"/>
            <ac:spMk id="26629" creationId="{D55A4826-1333-477A-8A00-236B0D66100A}"/>
          </ac:spMkLst>
        </pc:spChg>
        <pc:spChg chg="mod">
          <ac:chgData name="王 欣捷" userId="b965477fa0aef5e6" providerId="LiveId" clId="{F5C7CE7F-4255-4272-BB66-E36156271E14}" dt="2021-04-22T07:54:30.423" v="79" actId="1076"/>
          <ac:spMkLst>
            <pc:docMk/>
            <pc:sldMk cId="206795369" sldId="929"/>
            <ac:spMk id="26630" creationId="{C78523D2-0482-4E92-8E75-D3DE21A0B392}"/>
          </ac:spMkLst>
        </pc:spChg>
        <pc:spChg chg="mod">
          <ac:chgData name="王 欣捷" userId="b965477fa0aef5e6" providerId="LiveId" clId="{F5C7CE7F-4255-4272-BB66-E36156271E14}" dt="2021-04-22T07:54:30.423" v="79" actId="1076"/>
          <ac:spMkLst>
            <pc:docMk/>
            <pc:sldMk cId="206795369" sldId="929"/>
            <ac:spMk id="26631" creationId="{3877A5F4-E8CA-4FEC-A25F-0866FBBD4421}"/>
          </ac:spMkLst>
        </pc:spChg>
        <pc:grpChg chg="add mod">
          <ac:chgData name="王 欣捷" userId="b965477fa0aef5e6" providerId="LiveId" clId="{F5C7CE7F-4255-4272-BB66-E36156271E14}" dt="2021-04-22T07:54:34.364" v="81"/>
          <ac:grpSpMkLst>
            <pc:docMk/>
            <pc:sldMk cId="206795369" sldId="929"/>
            <ac:grpSpMk id="8" creationId="{7F0462F6-7283-4372-AA74-89DDA70002A3}"/>
          </ac:grpSpMkLst>
        </pc:grpChg>
        <pc:grpChg chg="del mod">
          <ac:chgData name="王 欣捷" userId="b965477fa0aef5e6" providerId="LiveId" clId="{F5C7CE7F-4255-4272-BB66-E36156271E14}" dt="2021-04-22T07:54:31.512" v="80" actId="478"/>
          <ac:grpSpMkLst>
            <pc:docMk/>
            <pc:sldMk cId="206795369" sldId="929"/>
            <ac:grpSpMk id="26628" creationId="{321C7773-D4E1-4AF1-B3E8-451B74C4FB26}"/>
          </ac:grpSpMkLst>
        </pc:grpChg>
      </pc:sldChg>
      <pc:sldChg chg="addSp delSp modSp add mod modClrScheme chgLayout">
        <pc:chgData name="王 欣捷" userId="b965477fa0aef5e6" providerId="LiveId" clId="{F5C7CE7F-4255-4272-BB66-E36156271E14}" dt="2021-04-22T07:54:26.499" v="78" actId="1076"/>
        <pc:sldMkLst>
          <pc:docMk/>
          <pc:sldMk cId="44257054" sldId="930"/>
        </pc:sldMkLst>
        <pc:spChg chg="add del mod ord">
          <ac:chgData name="王 欣捷" userId="b965477fa0aef5e6" providerId="LiveId" clId="{F5C7CE7F-4255-4272-BB66-E36156271E14}" dt="2021-04-22T07:54:19.481" v="75" actId="700"/>
          <ac:spMkLst>
            <pc:docMk/>
            <pc:sldMk cId="44257054" sldId="930"/>
            <ac:spMk id="3" creationId="{7EEA55B6-B02C-42ED-BC06-A398E5F895F3}"/>
          </ac:spMkLst>
        </pc:spChg>
        <pc:spChg chg="mod ord">
          <ac:chgData name="王 欣捷" userId="b965477fa0aef5e6" providerId="LiveId" clId="{F5C7CE7F-4255-4272-BB66-E36156271E14}" dt="2021-04-22T07:54:19.481" v="75" actId="700"/>
          <ac:spMkLst>
            <pc:docMk/>
            <pc:sldMk cId="44257054" sldId="930"/>
            <ac:spMk id="27650" creationId="{D96A7554-869F-4BC2-91D4-4922F581D664}"/>
          </ac:spMkLst>
        </pc:spChg>
        <pc:spChg chg="mod ord">
          <ac:chgData name="王 欣捷" userId="b965477fa0aef5e6" providerId="LiveId" clId="{F5C7CE7F-4255-4272-BB66-E36156271E14}" dt="2021-04-22T07:54:19.481" v="75" actId="700"/>
          <ac:spMkLst>
            <pc:docMk/>
            <pc:sldMk cId="44257054" sldId="930"/>
            <ac:spMk id="27651" creationId="{76C5056D-A9CA-4810-852B-F9078C4282A9}"/>
          </ac:spMkLst>
        </pc:spChg>
        <pc:spChg chg="mod">
          <ac:chgData name="王 欣捷" userId="b965477fa0aef5e6" providerId="LiveId" clId="{F5C7CE7F-4255-4272-BB66-E36156271E14}" dt="2021-04-22T07:54:23.676" v="77" actId="1076"/>
          <ac:spMkLst>
            <pc:docMk/>
            <pc:sldMk cId="44257054" sldId="930"/>
            <ac:spMk id="27673" creationId="{551DD204-5365-4A76-8AA2-C09460F555C5}"/>
          </ac:spMkLst>
        </pc:spChg>
        <pc:spChg chg="mod">
          <ac:chgData name="王 欣捷" userId="b965477fa0aef5e6" providerId="LiveId" clId="{F5C7CE7F-4255-4272-BB66-E36156271E14}" dt="2021-04-22T07:54:23.676" v="77" actId="1076"/>
          <ac:spMkLst>
            <pc:docMk/>
            <pc:sldMk cId="44257054" sldId="930"/>
            <ac:spMk id="27674" creationId="{547FB3B7-7F2B-47C1-A5D5-89C6E1053540}"/>
          </ac:spMkLst>
        </pc:spChg>
        <pc:spChg chg="mod">
          <ac:chgData name="王 欣捷" userId="b965477fa0aef5e6" providerId="LiveId" clId="{F5C7CE7F-4255-4272-BB66-E36156271E14}" dt="2021-04-22T07:54:23.676" v="77" actId="1076"/>
          <ac:spMkLst>
            <pc:docMk/>
            <pc:sldMk cId="44257054" sldId="930"/>
            <ac:spMk id="27675" creationId="{4ACDB197-5300-40D7-939D-95825CDCDD87}"/>
          </ac:spMkLst>
        </pc:spChg>
        <pc:grpChg chg="mod">
          <ac:chgData name="王 欣捷" userId="b965477fa0aef5e6" providerId="LiveId" clId="{F5C7CE7F-4255-4272-BB66-E36156271E14}" dt="2021-04-22T07:54:23.676" v="77" actId="1076"/>
          <ac:grpSpMkLst>
            <pc:docMk/>
            <pc:sldMk cId="44257054" sldId="930"/>
            <ac:grpSpMk id="27652" creationId="{C367D114-4B79-44A7-AAF8-713BD40C9676}"/>
          </ac:grpSpMkLst>
        </pc:grpChg>
        <pc:graphicFrameChg chg="add mod">
          <ac:chgData name="王 欣捷" userId="b965477fa0aef5e6" providerId="LiveId" clId="{F5C7CE7F-4255-4272-BB66-E36156271E14}" dt="2021-04-22T07:54:26.499" v="78" actId="1076"/>
          <ac:graphicFrameMkLst>
            <pc:docMk/>
            <pc:sldMk cId="44257054" sldId="930"/>
            <ac:graphicFrameMk id="11" creationId="{02845651-38C0-42E0-9918-34FCDA12D108}"/>
          </ac:graphicFrameMkLst>
        </pc:graphicFrameChg>
        <pc:graphicFrameChg chg="del mod">
          <ac:chgData name="王 欣捷" userId="b965477fa0aef5e6" providerId="LiveId" clId="{F5C7CE7F-4255-4272-BB66-E36156271E14}" dt="2021-04-22T07:54:18.106" v="74" actId="21"/>
          <ac:graphicFrameMkLst>
            <pc:docMk/>
            <pc:sldMk cId="44257054" sldId="930"/>
            <ac:graphicFrameMk id="757768" creationId="{6312AE14-D852-41AA-9687-39D62594B0EE}"/>
          </ac:graphicFrameMkLst>
        </pc:graphicFrame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3190100003" sldId="931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3190100003" sldId="931"/>
            <ac:spMk id="28674" creationId="{ABBC9EF1-739E-43C6-87BD-C3E7C58E6D23}"/>
          </ac:spMkLst>
        </pc:spChg>
      </pc:sldChg>
      <pc:sldChg chg="modSp add mod">
        <pc:chgData name="王 欣捷" userId="b965477fa0aef5e6" providerId="LiveId" clId="{F5C7CE7F-4255-4272-BB66-E36156271E14}" dt="2021-04-22T07:54:45.552" v="82" actId="2710"/>
        <pc:sldMkLst>
          <pc:docMk/>
          <pc:sldMk cId="1496013796" sldId="932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1496013796" sldId="932"/>
            <ac:spMk id="29698" creationId="{EF949056-A1E6-4B07-91FC-A72A83283728}"/>
          </ac:spMkLst>
        </pc:spChg>
        <pc:spChg chg="mod">
          <ac:chgData name="王 欣捷" userId="b965477fa0aef5e6" providerId="LiveId" clId="{F5C7CE7F-4255-4272-BB66-E36156271E14}" dt="2021-04-22T07:54:45.552" v="82" actId="2710"/>
          <ac:spMkLst>
            <pc:docMk/>
            <pc:sldMk cId="1496013796" sldId="932"/>
            <ac:spMk id="29699" creationId="{072E0373-2EC0-4DD4-820F-2A190CB38B2E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4212675387" sldId="937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4212675387" sldId="937"/>
            <ac:spMk id="13314" creationId="{2225CAA5-CFE9-4C83-A049-49FC2E5FC90E}"/>
          </ac:spMkLst>
        </pc:spChg>
      </pc:sldChg>
      <pc:sldChg chg="addSp delSp modSp add del mod modClrScheme chgLayout">
        <pc:chgData name="王 欣捷" userId="b965477fa0aef5e6" providerId="LiveId" clId="{F5C7CE7F-4255-4272-BB66-E36156271E14}" dt="2021-04-22T07:55:06.652" v="91" actId="1076"/>
        <pc:sldMkLst>
          <pc:docMk/>
          <pc:sldMk cId="739956894" sldId="938"/>
        </pc:sldMkLst>
        <pc:spChg chg="add del mod ord">
          <ac:chgData name="王 欣捷" userId="b965477fa0aef5e6" providerId="LiveId" clId="{F5C7CE7F-4255-4272-BB66-E36156271E14}" dt="2021-04-22T07:54:54.314" v="84" actId="700"/>
          <ac:spMkLst>
            <pc:docMk/>
            <pc:sldMk cId="739956894" sldId="938"/>
            <ac:spMk id="3" creationId="{A7EBB4EA-C989-49A9-8000-847FCB55E818}"/>
          </ac:spMkLst>
        </pc:spChg>
        <pc:spChg chg="add mod ord">
          <ac:chgData name="王 欣捷" userId="b965477fa0aef5e6" providerId="LiveId" clId="{F5C7CE7F-4255-4272-BB66-E36156271E14}" dt="2021-04-22T07:54:59.613" v="89"/>
          <ac:spMkLst>
            <pc:docMk/>
            <pc:sldMk cId="739956894" sldId="938"/>
            <ac:spMk id="4" creationId="{2402D789-4B60-4C67-9827-BE44F21ED7D1}"/>
          </ac:spMkLst>
        </pc:spChg>
        <pc:spChg chg="mod ord">
          <ac:chgData name="王 欣捷" userId="b965477fa0aef5e6" providerId="LiveId" clId="{F5C7CE7F-4255-4272-BB66-E36156271E14}" dt="2021-04-22T07:54:54.314" v="84" actId="700"/>
          <ac:spMkLst>
            <pc:docMk/>
            <pc:sldMk cId="739956894" sldId="938"/>
            <ac:spMk id="32770" creationId="{F43E01EE-F21F-4F34-A8C5-AE2648940F07}"/>
          </ac:spMkLst>
        </pc:spChg>
        <pc:spChg chg="del mod">
          <ac:chgData name="王 欣捷" userId="b965477fa0aef5e6" providerId="LiveId" clId="{F5C7CE7F-4255-4272-BB66-E36156271E14}" dt="2021-04-22T07:55:02.594" v="90" actId="478"/>
          <ac:spMkLst>
            <pc:docMk/>
            <pc:sldMk cId="739956894" sldId="938"/>
            <ac:spMk id="32800" creationId="{8B55168E-E75C-4FA3-A8B9-5F45AC9BAD76}"/>
          </ac:spMkLst>
        </pc:spChg>
        <pc:graphicFrameChg chg="add del mod">
          <ac:chgData name="王 欣捷" userId="b965477fa0aef5e6" providerId="LiveId" clId="{F5C7CE7F-4255-4272-BB66-E36156271E14}" dt="2021-04-22T07:54:55.785" v="86"/>
          <ac:graphicFrameMkLst>
            <pc:docMk/>
            <pc:sldMk cId="739956894" sldId="938"/>
            <ac:graphicFrameMk id="8" creationId="{A667569D-E4B0-4EB3-9E71-837BA468CAFE}"/>
          </ac:graphicFrameMkLst>
        </pc:graphicFrameChg>
        <pc:graphicFrameChg chg="add mod">
          <ac:chgData name="王 欣捷" userId="b965477fa0aef5e6" providerId="LiveId" clId="{F5C7CE7F-4255-4272-BB66-E36156271E14}" dt="2021-04-22T07:55:06.652" v="91" actId="1076"/>
          <ac:graphicFrameMkLst>
            <pc:docMk/>
            <pc:sldMk cId="739956894" sldId="938"/>
            <ac:graphicFrameMk id="9" creationId="{2FDD7282-7D87-4CC6-B09C-619E69D6C408}"/>
          </ac:graphicFrameMkLst>
        </pc:graphicFrameChg>
        <pc:graphicFrameChg chg="del mod">
          <ac:chgData name="王 欣捷" userId="b965477fa0aef5e6" providerId="LiveId" clId="{F5C7CE7F-4255-4272-BB66-E36156271E14}" dt="2021-04-22T07:54:51.855" v="83" actId="21"/>
          <ac:graphicFrameMkLst>
            <pc:docMk/>
            <pc:sldMk cId="739956894" sldId="938"/>
            <ac:graphicFrameMk id="759811" creationId="{3A573865-75FB-4649-A787-E32A4AD8739F}"/>
          </ac:graphicFrameMkLst>
        </pc:graphicFrame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981592437" sldId="939"/>
        </pc:sldMkLst>
      </pc:sldChg>
      <pc:sldChg chg="modSp add del mod">
        <pc:chgData name="王 欣捷" userId="b965477fa0aef5e6" providerId="LiveId" clId="{F5C7CE7F-4255-4272-BB66-E36156271E14}" dt="2021-04-22T07:55:33.283" v="93" actId="2710"/>
        <pc:sldMkLst>
          <pc:docMk/>
          <pc:sldMk cId="0" sldId="940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40"/>
            <ac:spMk id="35842" creationId="{4B434EC7-E5E0-48A1-9BDB-2E965D7B7BE3}"/>
          </ac:spMkLst>
        </pc:spChg>
        <pc:spChg chg="mod">
          <ac:chgData name="王 欣捷" userId="b965477fa0aef5e6" providerId="LiveId" clId="{F5C7CE7F-4255-4272-BB66-E36156271E14}" dt="2021-04-22T07:55:33.283" v="93" actId="2710"/>
          <ac:spMkLst>
            <pc:docMk/>
            <pc:sldMk cId="0" sldId="940"/>
            <ac:spMk id="35843" creationId="{AC693914-0EC1-4D66-A5A5-842390755AE1}"/>
          </ac:spMkLst>
        </pc:spChg>
      </pc:sldChg>
      <pc:sldChg chg="delSp modSp add del mod modClrScheme chgLayout">
        <pc:chgData name="王 欣捷" userId="b965477fa0aef5e6" providerId="LiveId" clId="{F5C7CE7F-4255-4272-BB66-E36156271E14}" dt="2021-04-22T07:56:32.447" v="111" actId="14100"/>
        <pc:sldMkLst>
          <pc:docMk/>
          <pc:sldMk cId="0" sldId="941"/>
        </pc:sldMkLst>
        <pc:spChg chg="mod ord">
          <ac:chgData name="王 欣捷" userId="b965477fa0aef5e6" providerId="LiveId" clId="{F5C7CE7F-4255-4272-BB66-E36156271E14}" dt="2021-04-22T07:55:38.676" v="94" actId="700"/>
          <ac:spMkLst>
            <pc:docMk/>
            <pc:sldMk cId="0" sldId="941"/>
            <ac:spMk id="37890" creationId="{E7EC4258-DFAE-4969-959B-AD51D22B0F02}"/>
          </ac:spMkLst>
        </pc:spChg>
        <pc:spChg chg="del">
          <ac:chgData name="王 欣捷" userId="b965477fa0aef5e6" providerId="LiveId" clId="{F5C7CE7F-4255-4272-BB66-E36156271E14}" dt="2021-04-22T07:55:38.676" v="94" actId="700"/>
          <ac:spMkLst>
            <pc:docMk/>
            <pc:sldMk cId="0" sldId="941"/>
            <ac:spMk id="37891" creationId="{B58C7D39-E5EE-4BAC-899D-203E89D7FE7F}"/>
          </ac:spMkLst>
        </pc:spChg>
        <pc:spChg chg="mod">
          <ac:chgData name="王 欣捷" userId="b965477fa0aef5e6" providerId="LiveId" clId="{F5C7CE7F-4255-4272-BB66-E36156271E14}" dt="2021-04-22T07:55:53.960" v="99" actId="207"/>
          <ac:spMkLst>
            <pc:docMk/>
            <pc:sldMk cId="0" sldId="941"/>
            <ac:spMk id="37893" creationId="{1651B2DC-58AD-48C8-924A-C691CECC60A4}"/>
          </ac:spMkLst>
        </pc:spChg>
        <pc:spChg chg="mod">
          <ac:chgData name="王 欣捷" userId="b965477fa0aef5e6" providerId="LiveId" clId="{F5C7CE7F-4255-4272-BB66-E36156271E14}" dt="2021-04-22T07:56:10.162" v="106" actId="113"/>
          <ac:spMkLst>
            <pc:docMk/>
            <pc:sldMk cId="0" sldId="941"/>
            <ac:spMk id="37894" creationId="{8A6D194A-1606-4558-812D-CFA0CB5DFB2E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895" creationId="{8F8D11FA-E74B-40D1-B779-2161408BAF49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896" creationId="{768F973A-5635-4730-A1D9-E01C8E2B16A5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897" creationId="{77335E88-84F8-4263-BBCB-1CA71A64602A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898" creationId="{CDDFDDE6-B0BC-4DF5-8E9C-B8C39CE2E5AD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899" creationId="{A3979506-5B98-4531-8F6B-28E7184C61BE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0" creationId="{2F63596A-C4C2-40C0-8146-72AE39E8A5D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1" creationId="{92093ED6-B545-427C-88DB-42B0E54E46E1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2" creationId="{CC01470A-738D-4E07-A490-4994DE0F24D7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3" creationId="{7CA505D7-E0C2-444B-AAC9-3A91F5AB640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4" creationId="{D7040B94-0D88-4FB1-ACF4-D420BBBCD8D6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5" creationId="{CBEAD00E-A3D7-4247-94F3-B1F3D2C64281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6" creationId="{3406CB45-8A0E-411B-9388-6E1ED0B9B3F9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07" creationId="{54F04DC2-B700-4D12-BBD8-3CEF3EF8D66D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3" creationId="{4855E992-4922-4EC8-ADBA-CB7537557537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4" creationId="{C4FF6D80-304B-46F6-8036-B5AC64900689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5" creationId="{54352D21-1A3E-4D9D-B681-2EEB16AA9484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6" creationId="{B5D190BC-2A11-4A4C-A1C5-6E3BCEC09B4D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7" creationId="{3CB85B0D-F3DB-451A-B454-FC1254B5BED1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8" creationId="{A3CA9918-434F-4F5B-9F7B-2E418521A1E2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19" creationId="{6E457E0C-5537-4114-9BB4-DD25CD3B591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0" creationId="{83EACAC5-79C2-4E4D-95C4-0A6D65794434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1" creationId="{3B9A1F9D-2F4C-470A-9C31-67A167107F4E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2" creationId="{2DBB8FB8-7C0E-40F0-B6E0-25F1282A201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3" creationId="{61BC1250-28D0-4F40-841E-BBAFE010A497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4" creationId="{2E1A1EC1-5FC2-441A-912A-869BEF8DA7D9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5" creationId="{8A301EFA-5921-46A4-B649-91C07AD9E8B5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6" creationId="{5ED001C2-6DCC-44C8-8A83-D297397157D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7" creationId="{8BCF5472-A34E-4431-B9DE-700F807541F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8" creationId="{0D8DC683-F738-485D-9A54-AE8170C84761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29" creationId="{46F06279-3190-453D-BE68-BA908F90CB9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0" creationId="{29F30488-B8D0-4F1A-8FCF-585D9B02C04F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1" creationId="{F49C0630-E864-47BD-B97F-B3E13748D1BA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2" creationId="{E29008FC-ED2E-432E-A511-B81D434C49C4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3" creationId="{CC278D2A-2CD7-4A4F-986B-5EA4E5D5149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4" creationId="{284B5278-E337-4BDF-ACAF-D1EC97A0D99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5" creationId="{753567D5-512F-4483-84D2-1A86791AFBD8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6" creationId="{BDAD3378-AFE2-4E2A-A39C-73FAF964A82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7" creationId="{2B5BADCF-6767-4169-9259-B6FEE018459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8" creationId="{D3A984CC-70C9-4D5E-9437-6BF491ACC61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39" creationId="{FDF2FC37-58FE-4D99-856A-D50FE64DD5F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0" creationId="{D27DCE21-330D-4B3B-8AFE-9706F45C6522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1" creationId="{BECB7153-774A-4AB2-9DAC-F0953ED33A9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2" creationId="{43527870-D088-4916-8BB8-6BD5DF85BDE6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3" creationId="{1384B819-20EA-4A85-8E9F-54DDBFF239C5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4" creationId="{A8661101-EC1D-4471-9BB3-4AFC638F2F60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5" creationId="{309B45D6-76E9-4D1F-AC6C-0CF72251A09A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6" creationId="{90653E8E-6677-4222-8FD2-54CF4A293C5F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7" creationId="{B680B7BE-0331-4E66-8CDB-D4436C85B0F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8" creationId="{75BDEEE2-4E5E-4A5D-AA82-0357947FCE98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49" creationId="{B37C43F6-8A65-49CC-AAA1-732C4334636C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50" creationId="{928C64E4-EA74-4989-9ABE-A51B7820177B}"/>
          </ac:spMkLst>
        </pc:spChg>
        <pc:spChg chg="mod">
          <ac:chgData name="王 欣捷" userId="b965477fa0aef5e6" providerId="LiveId" clId="{F5C7CE7F-4255-4272-BB66-E36156271E14}" dt="2021-04-22T07:56:32.447" v="111" actId="14100"/>
          <ac:spMkLst>
            <pc:docMk/>
            <pc:sldMk cId="0" sldId="941"/>
            <ac:spMk id="37951" creationId="{902111D8-1807-418B-BD79-630012BB0387}"/>
          </ac:spMkLst>
        </pc:s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892" creationId="{5D49A9D8-280B-4C51-8607-5D889DBCED0E}"/>
          </ac:grpSpMkLst>
        </pc:gr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908" creationId="{9AE0F257-BCAD-4CE0-841D-5FAD105922FB}"/>
          </ac:grpSpMkLst>
        </pc:gr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909" creationId="{BD70E6A4-3F38-4A89-94DD-3D5BDD15C512}"/>
          </ac:grpSpMkLst>
        </pc:gr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910" creationId="{1A04DF34-867F-4BEA-A23A-AA036AE5F1F6}"/>
          </ac:grpSpMkLst>
        </pc:gr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911" creationId="{763524C3-491F-4B36-8367-99F1AE885995}"/>
          </ac:grpSpMkLst>
        </pc:grpChg>
        <pc:grpChg chg="mod">
          <ac:chgData name="王 欣捷" userId="b965477fa0aef5e6" providerId="LiveId" clId="{F5C7CE7F-4255-4272-BB66-E36156271E14}" dt="2021-04-22T07:56:32.447" v="111" actId="14100"/>
          <ac:grpSpMkLst>
            <pc:docMk/>
            <pc:sldMk cId="0" sldId="941"/>
            <ac:grpSpMk id="37912" creationId="{B1D8E8F4-3E26-42DE-BD33-CDFBB5AE2572}"/>
          </ac:grpSpMkLst>
        </pc:gr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0" sldId="942"/>
        </pc:sldMkLst>
      </pc:sldChg>
      <pc:sldChg chg="modSp add del mod chgLayout">
        <pc:chgData name="王 欣捷" userId="b965477fa0aef5e6" providerId="LiveId" clId="{F5C7CE7F-4255-4272-BB66-E36156271E14}" dt="2021-04-22T07:56:42.362" v="112" actId="700"/>
        <pc:sldMkLst>
          <pc:docMk/>
          <pc:sldMk cId="0" sldId="943"/>
        </pc:sldMkLst>
        <pc:spChg chg="mod ord">
          <ac:chgData name="王 欣捷" userId="b965477fa0aef5e6" providerId="LiveId" clId="{F5C7CE7F-4255-4272-BB66-E36156271E14}" dt="2021-04-22T07:56:42.362" v="112" actId="700"/>
          <ac:spMkLst>
            <pc:docMk/>
            <pc:sldMk cId="0" sldId="943"/>
            <ac:spMk id="40962" creationId="{937D7A32-C08A-4556-9272-33FC3BA83100}"/>
          </ac:spMkLst>
        </pc:spChg>
        <pc:spChg chg="mod ord">
          <ac:chgData name="王 欣捷" userId="b965477fa0aef5e6" providerId="LiveId" clId="{F5C7CE7F-4255-4272-BB66-E36156271E14}" dt="2021-04-22T07:56:42.362" v="112" actId="700"/>
          <ac:spMkLst>
            <pc:docMk/>
            <pc:sldMk cId="0" sldId="943"/>
            <ac:spMk id="40963" creationId="{1C371895-72B3-417E-B365-0E7313CA4B6E}"/>
          </ac:spMkLst>
        </pc:spChg>
      </pc:sldChg>
      <pc:sldChg chg="modSp add del mod chgLayout">
        <pc:chgData name="王 欣捷" userId="b965477fa0aef5e6" providerId="LiveId" clId="{F5C7CE7F-4255-4272-BB66-E36156271E14}" dt="2021-04-22T07:56:45.269" v="113" actId="700"/>
        <pc:sldMkLst>
          <pc:docMk/>
          <pc:sldMk cId="0" sldId="944"/>
        </pc:sldMkLst>
        <pc:spChg chg="mod ord">
          <ac:chgData name="王 欣捷" userId="b965477fa0aef5e6" providerId="LiveId" clId="{F5C7CE7F-4255-4272-BB66-E36156271E14}" dt="2021-04-22T07:56:45.269" v="113" actId="700"/>
          <ac:spMkLst>
            <pc:docMk/>
            <pc:sldMk cId="0" sldId="944"/>
            <ac:spMk id="41986" creationId="{79E50752-58A5-42FD-A3C0-0EE2B3658F9A}"/>
          </ac:spMkLst>
        </pc:spChg>
        <pc:spChg chg="mod ord">
          <ac:chgData name="王 欣捷" userId="b965477fa0aef5e6" providerId="LiveId" clId="{F5C7CE7F-4255-4272-BB66-E36156271E14}" dt="2021-04-22T07:56:45.269" v="113" actId="700"/>
          <ac:spMkLst>
            <pc:docMk/>
            <pc:sldMk cId="0" sldId="944"/>
            <ac:spMk id="41987" creationId="{F7E276D3-CA95-4631-BDE3-E1A8150A432B}"/>
          </ac:spMkLst>
        </pc:spChg>
      </pc:sldChg>
      <pc:sldChg chg="modSp add mod chgLayout">
        <pc:chgData name="王 欣捷" userId="b965477fa0aef5e6" providerId="LiveId" clId="{F5C7CE7F-4255-4272-BB66-E36156271E14}" dt="2021-04-22T07:56:48.751" v="114" actId="700"/>
        <pc:sldMkLst>
          <pc:docMk/>
          <pc:sldMk cId="0" sldId="945"/>
        </pc:sldMkLst>
        <pc:spChg chg="mod ord">
          <ac:chgData name="王 欣捷" userId="b965477fa0aef5e6" providerId="LiveId" clId="{F5C7CE7F-4255-4272-BB66-E36156271E14}" dt="2021-04-22T07:56:48.751" v="114" actId="700"/>
          <ac:spMkLst>
            <pc:docMk/>
            <pc:sldMk cId="0" sldId="945"/>
            <ac:spMk id="44034" creationId="{9DBECCEA-C13B-44A3-A957-874B5C9B2B75}"/>
          </ac:spMkLst>
        </pc:spChg>
        <pc:spChg chg="mod ord">
          <ac:chgData name="王 欣捷" userId="b965477fa0aef5e6" providerId="LiveId" clId="{F5C7CE7F-4255-4272-BB66-E36156271E14}" dt="2021-04-22T07:56:48.751" v="114" actId="700"/>
          <ac:spMkLst>
            <pc:docMk/>
            <pc:sldMk cId="0" sldId="945"/>
            <ac:spMk id="44035" creationId="{A98C9C03-EDF2-451B-A2D2-CA4874D52190}"/>
          </ac:spMkLst>
        </pc:sp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672076074" sldId="945"/>
        </pc:sldMkLst>
      </pc:sldChg>
      <pc:sldChg chg="modSp add mod chgLayout">
        <pc:chgData name="王 欣捷" userId="b965477fa0aef5e6" providerId="LiveId" clId="{F5C7CE7F-4255-4272-BB66-E36156271E14}" dt="2021-04-22T07:56:53.090" v="115" actId="700"/>
        <pc:sldMkLst>
          <pc:docMk/>
          <pc:sldMk cId="0" sldId="946"/>
        </pc:sldMkLst>
        <pc:spChg chg="mod ord">
          <ac:chgData name="王 欣捷" userId="b965477fa0aef5e6" providerId="LiveId" clId="{F5C7CE7F-4255-4272-BB66-E36156271E14}" dt="2021-04-22T07:56:53.090" v="115" actId="700"/>
          <ac:spMkLst>
            <pc:docMk/>
            <pc:sldMk cId="0" sldId="946"/>
            <ac:spMk id="45058" creationId="{C2BD70CB-4F81-4B7E-A552-3B5626A392E0}"/>
          </ac:spMkLst>
        </pc:spChg>
        <pc:spChg chg="mod ord">
          <ac:chgData name="王 欣捷" userId="b965477fa0aef5e6" providerId="LiveId" clId="{F5C7CE7F-4255-4272-BB66-E36156271E14}" dt="2021-04-22T07:56:53.090" v="115" actId="700"/>
          <ac:spMkLst>
            <pc:docMk/>
            <pc:sldMk cId="0" sldId="946"/>
            <ac:spMk id="45059" creationId="{4887D188-49F0-4FC6-A4F3-471D4A8B577A}"/>
          </ac:spMkLst>
        </pc:spChg>
      </pc:sldChg>
      <pc:sldChg chg="del">
        <pc:chgData name="王 欣捷" userId="b965477fa0aef5e6" providerId="LiveId" clId="{F5C7CE7F-4255-4272-BB66-E36156271E14}" dt="2021-04-22T07:45:21.335" v="1" actId="47"/>
        <pc:sldMkLst>
          <pc:docMk/>
          <pc:sldMk cId="4090644917" sldId="946"/>
        </pc:sldMkLst>
      </pc:sldChg>
      <pc:sldChg chg="modSp add mod delCm chgLayout">
        <pc:chgData name="王 欣捷" userId="b965477fa0aef5e6" providerId="LiveId" clId="{F5C7CE7F-4255-4272-BB66-E36156271E14}" dt="2021-04-22T07:58:43.486" v="137" actId="1076"/>
        <pc:sldMkLst>
          <pc:docMk/>
          <pc:sldMk cId="0" sldId="947"/>
        </pc:sldMkLst>
        <pc:spChg chg="mod">
          <ac:chgData name="王 欣捷" userId="b965477fa0aef5e6" providerId="LiveId" clId="{F5C7CE7F-4255-4272-BB66-E36156271E14}" dt="2021-04-22T07:58:36.696" v="136" actId="14100"/>
          <ac:spMkLst>
            <pc:docMk/>
            <pc:sldMk cId="0" sldId="947"/>
            <ac:spMk id="2" creationId="{BC74696E-4CC3-4B45-ACD1-5FAA0D5653F1}"/>
          </ac:spMkLst>
        </pc:spChg>
        <pc:spChg chg="mod ord">
          <ac:chgData name="王 欣捷" userId="b965477fa0aef5e6" providerId="LiveId" clId="{F5C7CE7F-4255-4272-BB66-E36156271E14}" dt="2021-04-22T07:57:03.671" v="116" actId="700"/>
          <ac:spMkLst>
            <pc:docMk/>
            <pc:sldMk cId="0" sldId="947"/>
            <ac:spMk id="46082" creationId="{B1BECD15-288A-4387-ABC3-A162B58E4D88}"/>
          </ac:spMkLst>
        </pc:spChg>
        <pc:spChg chg="mod ord">
          <ac:chgData name="王 欣捷" userId="b965477fa0aef5e6" providerId="LiveId" clId="{F5C7CE7F-4255-4272-BB66-E36156271E14}" dt="2021-04-22T07:58:22.325" v="132" actId="20577"/>
          <ac:spMkLst>
            <pc:docMk/>
            <pc:sldMk cId="0" sldId="947"/>
            <ac:spMk id="46083" creationId="{85CA459E-B109-441D-B237-C220B3851F52}"/>
          </ac:spMkLst>
        </pc:spChg>
        <pc:spChg chg="mod">
          <ac:chgData name="王 欣捷" userId="b965477fa0aef5e6" providerId="LiveId" clId="{F5C7CE7F-4255-4272-BB66-E36156271E14}" dt="2021-04-22T07:58:43.486" v="137" actId="1076"/>
          <ac:spMkLst>
            <pc:docMk/>
            <pc:sldMk cId="0" sldId="947"/>
            <ac:spMk id="46084" creationId="{A9F07166-1280-43D7-8567-3F652437ED07}"/>
          </ac:spMkLst>
        </pc:s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0" sldId="948"/>
        </pc:sldMkLst>
      </pc:sldChg>
      <pc:sldChg chg="modSp add mod">
        <pc:chgData name="王 欣捷" userId="b965477fa0aef5e6" providerId="LiveId" clId="{F5C7CE7F-4255-4272-BB66-E36156271E14}" dt="2021-04-22T07:46:07.394" v="29" actId="27636"/>
        <pc:sldMkLst>
          <pc:docMk/>
          <pc:sldMk cId="0" sldId="949"/>
        </pc:sldMkLst>
        <pc:spChg chg="mod">
          <ac:chgData name="王 欣捷" userId="b965477fa0aef5e6" providerId="LiveId" clId="{F5C7CE7F-4255-4272-BB66-E36156271E14}" dt="2021-04-22T07:46:07.394" v="29" actId="27636"/>
          <ac:spMkLst>
            <pc:docMk/>
            <pc:sldMk cId="0" sldId="949"/>
            <ac:spMk id="48130" creationId="{D7C886A1-2D90-4E30-AA63-95C839DE1ADA}"/>
          </ac:spMkLst>
        </pc:spChg>
      </pc:sldChg>
      <pc:sldChg chg="modSp add mod">
        <pc:chgData name="王 欣捷" userId="b965477fa0aef5e6" providerId="LiveId" clId="{F5C7CE7F-4255-4272-BB66-E36156271E14}" dt="2021-04-22T07:46:07.404" v="31" actId="27636"/>
        <pc:sldMkLst>
          <pc:docMk/>
          <pc:sldMk cId="0" sldId="950"/>
        </pc:sldMkLst>
        <pc:spChg chg="mod">
          <ac:chgData name="王 欣捷" userId="b965477fa0aef5e6" providerId="LiveId" clId="{F5C7CE7F-4255-4272-BB66-E36156271E14}" dt="2021-04-22T07:46:07.404" v="31" actId="27636"/>
          <ac:spMkLst>
            <pc:docMk/>
            <pc:sldMk cId="0" sldId="950"/>
            <ac:spMk id="50178" creationId="{EB7DB6A1-7D33-4EA5-876C-23833C385080}"/>
          </ac:spMkLst>
        </pc:spChg>
      </pc:sldChg>
      <pc:sldChg chg="modSp add mod">
        <pc:chgData name="王 欣捷" userId="b965477fa0aef5e6" providerId="LiveId" clId="{F5C7CE7F-4255-4272-BB66-E36156271E14}" dt="2021-04-22T07:46:07.410" v="32" actId="27636"/>
        <pc:sldMkLst>
          <pc:docMk/>
          <pc:sldMk cId="0" sldId="951"/>
        </pc:sldMkLst>
        <pc:spChg chg="mod">
          <ac:chgData name="王 欣捷" userId="b965477fa0aef5e6" providerId="LiveId" clId="{F5C7CE7F-4255-4272-BB66-E36156271E14}" dt="2021-04-22T07:46:07.410" v="32" actId="27636"/>
          <ac:spMkLst>
            <pc:docMk/>
            <pc:sldMk cId="0" sldId="951"/>
            <ac:spMk id="51202" creationId="{7D4206A2-E539-45DD-B899-7118DA70E1CD}"/>
          </ac:spMkLst>
        </pc:spChg>
      </pc:sldChg>
      <pc:sldChg chg="modSp add mod">
        <pc:chgData name="王 欣捷" userId="b965477fa0aef5e6" providerId="LiveId" clId="{F5C7CE7F-4255-4272-BB66-E36156271E14}" dt="2021-04-22T07:46:07.414" v="33" actId="27636"/>
        <pc:sldMkLst>
          <pc:docMk/>
          <pc:sldMk cId="0" sldId="952"/>
        </pc:sldMkLst>
        <pc:spChg chg="mod">
          <ac:chgData name="王 欣捷" userId="b965477fa0aef5e6" providerId="LiveId" clId="{F5C7CE7F-4255-4272-BB66-E36156271E14}" dt="2021-04-22T07:46:07.414" v="33" actId="27636"/>
          <ac:spMkLst>
            <pc:docMk/>
            <pc:sldMk cId="0" sldId="952"/>
            <ac:spMk id="52226" creationId="{44DEF7A9-7C9E-4CAB-B3E6-8E3165D36818}"/>
          </ac:spMkLst>
        </pc:spChg>
      </pc:sldChg>
      <pc:sldChg chg="modSp add mod">
        <pc:chgData name="王 欣捷" userId="b965477fa0aef5e6" providerId="LiveId" clId="{F5C7CE7F-4255-4272-BB66-E36156271E14}" dt="2021-04-22T07:46:07.394" v="30" actId="27636"/>
        <pc:sldMkLst>
          <pc:docMk/>
          <pc:sldMk cId="0" sldId="953"/>
        </pc:sldMkLst>
        <pc:spChg chg="mod">
          <ac:chgData name="王 欣捷" userId="b965477fa0aef5e6" providerId="LiveId" clId="{F5C7CE7F-4255-4272-BB66-E36156271E14}" dt="2021-04-22T07:46:07.394" v="30" actId="27636"/>
          <ac:spMkLst>
            <pc:docMk/>
            <pc:sldMk cId="0" sldId="953"/>
            <ac:spMk id="49154" creationId="{7CC95FA4-0A2C-4094-B7A1-0CB0CF12BBB5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54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54"/>
            <ac:spMk id="38914" creationId="{28CE3509-59E4-47BA-9778-C1625AFB2554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55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55"/>
            <ac:spMk id="21506" creationId="{1A8D6337-402C-4A74-BA01-903840EA0331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56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56"/>
            <ac:spMk id="31746" creationId="{CBA333DE-8DAC-4F1A-AD70-D8560F1B622C}"/>
          </ac:spMkLst>
        </pc:spChg>
      </pc:sldChg>
      <pc:sldChg chg="modSp add mod">
        <pc:chgData name="王 欣捷" userId="b965477fa0aef5e6" providerId="LiveId" clId="{F5C7CE7F-4255-4272-BB66-E36156271E14}" dt="2021-04-22T07:55:30.579" v="92" actId="2710"/>
        <pc:sldMkLst>
          <pc:docMk/>
          <pc:sldMk cId="0" sldId="957"/>
        </pc:sldMkLst>
        <pc:spChg chg="mod">
          <ac:chgData name="王 欣捷" userId="b965477fa0aef5e6" providerId="LiveId" clId="{F5C7CE7F-4255-4272-BB66-E36156271E14}" dt="2021-04-22T07:55:30.579" v="92" actId="2710"/>
          <ac:spMkLst>
            <pc:docMk/>
            <pc:sldMk cId="0" sldId="957"/>
            <ac:spMk id="29699" creationId="{97F1380E-93B4-477E-89F1-6FD4390CBE49}"/>
          </ac:spMkLst>
        </pc:spChg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57"/>
            <ac:spMk id="33794" creationId="{BADD5867-6C8A-463B-A679-92EECEE31450}"/>
          </ac:spMkLst>
        </pc:spChg>
      </pc:sldChg>
      <pc:sldChg chg="modSp add mod">
        <pc:chgData name="王 欣捷" userId="b965477fa0aef5e6" providerId="LiveId" clId="{F5C7CE7F-4255-4272-BB66-E36156271E14}" dt="2021-04-22T07:45:46.273" v="24" actId="20577"/>
        <pc:sldMkLst>
          <pc:docMk/>
          <pc:sldMk cId="0" sldId="958"/>
        </pc:sldMkLst>
        <pc:spChg chg="mod">
          <ac:chgData name="王 欣捷" userId="b965477fa0aef5e6" providerId="LiveId" clId="{F5C7CE7F-4255-4272-BB66-E36156271E14}" dt="2021-04-22T07:45:46.273" v="24" actId="20577"/>
          <ac:spMkLst>
            <pc:docMk/>
            <pc:sldMk cId="0" sldId="958"/>
            <ac:spMk id="83971" creationId="{9962C48C-A917-4966-8525-EA4C6F5BAB3B}"/>
          </ac:spMkLst>
        </pc:spChg>
      </pc:sldChg>
      <pc:sldChg chg="modSp add mod chgLayout">
        <pc:chgData name="王 欣捷" userId="b965477fa0aef5e6" providerId="LiveId" clId="{F5C7CE7F-4255-4272-BB66-E36156271E14}" dt="2021-04-22T07:58:57.143" v="138" actId="700"/>
        <pc:sldMkLst>
          <pc:docMk/>
          <pc:sldMk cId="0" sldId="959"/>
        </pc:sldMkLst>
        <pc:spChg chg="mod ord">
          <ac:chgData name="王 欣捷" userId="b965477fa0aef5e6" providerId="LiveId" clId="{F5C7CE7F-4255-4272-BB66-E36156271E14}" dt="2021-04-22T07:58:57.143" v="138" actId="700"/>
          <ac:spMkLst>
            <pc:docMk/>
            <pc:sldMk cId="0" sldId="959"/>
            <ac:spMk id="53250" creationId="{0ED2F82B-3BD7-4147-80CA-C3972EFED76D}"/>
          </ac:spMkLst>
        </pc:spChg>
        <pc:spChg chg="mod ord">
          <ac:chgData name="王 欣捷" userId="b965477fa0aef5e6" providerId="LiveId" clId="{F5C7CE7F-4255-4272-BB66-E36156271E14}" dt="2021-04-22T07:58:57.143" v="138" actId="700"/>
          <ac:spMkLst>
            <pc:docMk/>
            <pc:sldMk cId="0" sldId="959"/>
            <ac:spMk id="53251" creationId="{C1289424-9741-4801-9CB3-334737FC30E4}"/>
          </ac:spMkLst>
        </pc:spChg>
      </pc:sldChg>
      <pc:sldChg chg="modSp add mod chgLayout">
        <pc:chgData name="王 欣捷" userId="b965477fa0aef5e6" providerId="LiveId" clId="{F5C7CE7F-4255-4272-BB66-E36156271E14}" dt="2021-04-22T07:58:59.510" v="139" actId="700"/>
        <pc:sldMkLst>
          <pc:docMk/>
          <pc:sldMk cId="0" sldId="960"/>
        </pc:sldMkLst>
        <pc:spChg chg="mod ord">
          <ac:chgData name="王 欣捷" userId="b965477fa0aef5e6" providerId="LiveId" clId="{F5C7CE7F-4255-4272-BB66-E36156271E14}" dt="2021-04-22T07:58:59.510" v="139" actId="700"/>
          <ac:spMkLst>
            <pc:docMk/>
            <pc:sldMk cId="0" sldId="960"/>
            <ac:spMk id="54274" creationId="{6832BD47-54E5-4AC3-A144-7CABE87567F1}"/>
          </ac:spMkLst>
        </pc:spChg>
        <pc:spChg chg="mod ord">
          <ac:chgData name="王 欣捷" userId="b965477fa0aef5e6" providerId="LiveId" clId="{F5C7CE7F-4255-4272-BB66-E36156271E14}" dt="2021-04-22T07:58:59.510" v="139" actId="700"/>
          <ac:spMkLst>
            <pc:docMk/>
            <pc:sldMk cId="0" sldId="960"/>
            <ac:spMk id="54275" creationId="{FF4306E4-AB2C-485D-8030-65A936EB0A35}"/>
          </ac:spMkLst>
        </pc:spChg>
      </pc:sldChg>
      <pc:sldChg chg="modSp add mod chgLayout">
        <pc:chgData name="王 欣捷" userId="b965477fa0aef5e6" providerId="LiveId" clId="{F5C7CE7F-4255-4272-BB66-E36156271E14}" dt="2021-04-22T07:59:03.625" v="140" actId="700"/>
        <pc:sldMkLst>
          <pc:docMk/>
          <pc:sldMk cId="0" sldId="961"/>
        </pc:sldMkLst>
        <pc:spChg chg="mod ord">
          <ac:chgData name="王 欣捷" userId="b965477fa0aef5e6" providerId="LiveId" clId="{F5C7CE7F-4255-4272-BB66-E36156271E14}" dt="2021-04-22T07:59:03.625" v="140" actId="700"/>
          <ac:spMkLst>
            <pc:docMk/>
            <pc:sldMk cId="0" sldId="961"/>
            <ac:spMk id="55298" creationId="{B7E579B4-509E-4E15-87CF-47C9241A66F6}"/>
          </ac:spMkLst>
        </pc:spChg>
        <pc:spChg chg="mod ord">
          <ac:chgData name="王 欣捷" userId="b965477fa0aef5e6" providerId="LiveId" clId="{F5C7CE7F-4255-4272-BB66-E36156271E14}" dt="2021-04-22T07:59:03.625" v="140" actId="700"/>
          <ac:spMkLst>
            <pc:docMk/>
            <pc:sldMk cId="0" sldId="961"/>
            <ac:spMk id="55299" creationId="{60A75A9D-1AB2-4DCA-B0C3-67B08767EF36}"/>
          </ac:spMkLst>
        </pc:spChg>
      </pc:sldChg>
      <pc:sldChg chg="modSp add mod">
        <pc:chgData name="王 欣捷" userId="b965477fa0aef5e6" providerId="LiveId" clId="{F5C7CE7F-4255-4272-BB66-E36156271E14}" dt="2021-04-22T07:46:07.334" v="28"/>
        <pc:sldMkLst>
          <pc:docMk/>
          <pc:sldMk cId="0" sldId="962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62"/>
            <ac:spMk id="56322" creationId="{0E5DF000-26AD-489B-92D9-7058BC764641}"/>
          </ac:spMkLst>
        </pc:spChg>
      </pc:sldChg>
      <pc:sldChg chg="modSp add mod">
        <pc:chgData name="王 欣捷" userId="b965477fa0aef5e6" providerId="LiveId" clId="{F5C7CE7F-4255-4272-BB66-E36156271E14}" dt="2021-04-22T07:46:07.334" v="28"/>
        <pc:sldMkLst>
          <pc:docMk/>
          <pc:sldMk cId="0" sldId="963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63"/>
            <ac:spMk id="57346" creationId="{0C72012C-4EB2-44F4-A2C2-964A9AF21900}"/>
          </ac:spMkLst>
        </pc:s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0" sldId="964"/>
        </pc:sldMkLst>
      </pc:sldChg>
      <pc:sldChg chg="modSp add mod modClrScheme chgLayout">
        <pc:chgData name="王 欣捷" userId="b965477fa0aef5e6" providerId="LiveId" clId="{F5C7CE7F-4255-4272-BB66-E36156271E14}" dt="2021-04-22T07:59:28.872" v="141" actId="700"/>
        <pc:sldMkLst>
          <pc:docMk/>
          <pc:sldMk cId="0" sldId="965"/>
        </pc:sldMkLst>
        <pc:spChg chg="mod ord">
          <ac:chgData name="王 欣捷" userId="b965477fa0aef5e6" providerId="LiveId" clId="{F5C7CE7F-4255-4272-BB66-E36156271E14}" dt="2021-04-22T07:59:28.872" v="141" actId="700"/>
          <ac:spMkLst>
            <pc:docMk/>
            <pc:sldMk cId="0" sldId="965"/>
            <ac:spMk id="59394" creationId="{7C137121-1DB1-4A7A-B757-2E7DF5CEE57C}"/>
          </ac:spMkLst>
        </pc:spChg>
        <pc:spChg chg="mod ord">
          <ac:chgData name="王 欣捷" userId="b965477fa0aef5e6" providerId="LiveId" clId="{F5C7CE7F-4255-4272-BB66-E36156271E14}" dt="2021-04-22T07:59:28.872" v="141" actId="700"/>
          <ac:spMkLst>
            <pc:docMk/>
            <pc:sldMk cId="0" sldId="965"/>
            <ac:spMk id="59395" creationId="{3182F309-8208-4013-9496-4C0D38F9D002}"/>
          </ac:spMkLst>
        </pc:spChg>
        <pc:graphicFrameChg chg="mod ord modGraphic">
          <ac:chgData name="王 欣捷" userId="b965477fa0aef5e6" providerId="LiveId" clId="{F5C7CE7F-4255-4272-BB66-E36156271E14}" dt="2021-04-22T07:59:28.872" v="141" actId="700"/>
          <ac:graphicFrameMkLst>
            <pc:docMk/>
            <pc:sldMk cId="0" sldId="965"/>
            <ac:graphicFrameMk id="1092612" creationId="{C78FBF46-BD1B-44EE-AB6D-479369878325}"/>
          </ac:graphicFrameMkLst>
        </pc:graphicFrameChg>
      </pc:sldChg>
      <pc:sldChg chg="modSp add mod modClrScheme chgLayout">
        <pc:chgData name="王 欣捷" userId="b965477fa0aef5e6" providerId="LiveId" clId="{F5C7CE7F-4255-4272-BB66-E36156271E14}" dt="2021-04-22T07:59:49.914" v="143" actId="1076"/>
        <pc:sldMkLst>
          <pc:docMk/>
          <pc:sldMk cId="0" sldId="966"/>
        </pc:sldMkLst>
        <pc:spChg chg="mod ord">
          <ac:chgData name="王 欣捷" userId="b965477fa0aef5e6" providerId="LiveId" clId="{F5C7CE7F-4255-4272-BB66-E36156271E14}" dt="2021-04-22T07:59:38.708" v="142" actId="700"/>
          <ac:spMkLst>
            <pc:docMk/>
            <pc:sldMk cId="0" sldId="966"/>
            <ac:spMk id="60418" creationId="{0B93DF12-ABDF-40FB-80F9-4908E12A6092}"/>
          </ac:spMkLst>
        </pc:spChg>
        <pc:spChg chg="mod ord">
          <ac:chgData name="王 欣捷" userId="b965477fa0aef5e6" providerId="LiveId" clId="{F5C7CE7F-4255-4272-BB66-E36156271E14}" dt="2021-04-22T07:59:38.708" v="142" actId="700"/>
          <ac:spMkLst>
            <pc:docMk/>
            <pc:sldMk cId="0" sldId="966"/>
            <ac:spMk id="60419" creationId="{C0E6AE34-5C10-4ED1-B02D-C747F1B47A69}"/>
          </ac:spMkLst>
        </pc:spChg>
        <pc:graphicFrameChg chg="mod ord modGraphic">
          <ac:chgData name="王 欣捷" userId="b965477fa0aef5e6" providerId="LiveId" clId="{F5C7CE7F-4255-4272-BB66-E36156271E14}" dt="2021-04-22T07:59:38.708" v="142" actId="700"/>
          <ac:graphicFrameMkLst>
            <pc:docMk/>
            <pc:sldMk cId="0" sldId="966"/>
            <ac:graphicFrameMk id="1092612" creationId="{6BA6D76E-5ACF-4D15-80B1-A8D0BF509864}"/>
          </ac:graphicFrameMkLst>
        </pc:graphicFrameChg>
        <pc:picChg chg="mod">
          <ac:chgData name="王 欣捷" userId="b965477fa0aef5e6" providerId="LiveId" clId="{F5C7CE7F-4255-4272-BB66-E36156271E14}" dt="2021-04-22T07:59:49.914" v="143" actId="1076"/>
          <ac:picMkLst>
            <pc:docMk/>
            <pc:sldMk cId="0" sldId="966"/>
            <ac:picMk id="2" creationId="{C81E3761-F124-4B93-A088-C544DA425BE5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0:53.894" v="160" actId="1076"/>
        <pc:sldMkLst>
          <pc:docMk/>
          <pc:sldMk cId="0" sldId="967"/>
        </pc:sldMkLst>
        <pc:spChg chg="mod ord">
          <ac:chgData name="王 欣捷" userId="b965477fa0aef5e6" providerId="LiveId" clId="{F5C7CE7F-4255-4272-BB66-E36156271E14}" dt="2021-04-22T07:59:55.196" v="144" actId="700"/>
          <ac:spMkLst>
            <pc:docMk/>
            <pc:sldMk cId="0" sldId="967"/>
            <ac:spMk id="61442" creationId="{526B7AD8-15D0-436C-86B0-DA6C6DE75D0E}"/>
          </ac:spMkLst>
        </pc:spChg>
        <pc:spChg chg="mod ord">
          <ac:chgData name="王 欣捷" userId="b965477fa0aef5e6" providerId="LiveId" clId="{F5C7CE7F-4255-4272-BB66-E36156271E14}" dt="2021-04-22T07:59:55.196" v="144" actId="700"/>
          <ac:spMkLst>
            <pc:docMk/>
            <pc:sldMk cId="0" sldId="967"/>
            <ac:spMk id="61443" creationId="{ED4C3E18-7C29-4D64-A33A-B9F5CCE09E69}"/>
          </ac:spMkLst>
        </pc:spChg>
        <pc:graphicFrameChg chg="mod ord modGraphic">
          <ac:chgData name="王 欣捷" userId="b965477fa0aef5e6" providerId="LiveId" clId="{F5C7CE7F-4255-4272-BB66-E36156271E14}" dt="2021-04-22T07:59:55.196" v="144" actId="700"/>
          <ac:graphicFrameMkLst>
            <pc:docMk/>
            <pc:sldMk cId="0" sldId="967"/>
            <ac:graphicFrameMk id="1092612" creationId="{DB01E2CF-F5DD-4C86-BA1A-010F49CF7E95}"/>
          </ac:graphicFrameMkLst>
        </pc:graphicFrameChg>
        <pc:picChg chg="mod">
          <ac:chgData name="王 欣捷" userId="b965477fa0aef5e6" providerId="LiveId" clId="{F5C7CE7F-4255-4272-BB66-E36156271E14}" dt="2021-04-22T08:00:53.894" v="160" actId="1076"/>
          <ac:picMkLst>
            <pc:docMk/>
            <pc:sldMk cId="0" sldId="967"/>
            <ac:picMk id="2" creationId="{8EEA20D2-22DD-44D8-B51E-6CDC46BCC580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0:12.274" v="147" actId="700"/>
        <pc:sldMkLst>
          <pc:docMk/>
          <pc:sldMk cId="0" sldId="968"/>
        </pc:sldMkLst>
        <pc:spChg chg="mod ord">
          <ac:chgData name="王 欣捷" userId="b965477fa0aef5e6" providerId="LiveId" clId="{F5C7CE7F-4255-4272-BB66-E36156271E14}" dt="2021-04-22T08:00:12.274" v="147" actId="700"/>
          <ac:spMkLst>
            <pc:docMk/>
            <pc:sldMk cId="0" sldId="968"/>
            <ac:spMk id="62466" creationId="{061E6331-0837-4230-AB41-29872762B4A1}"/>
          </ac:spMkLst>
        </pc:spChg>
        <pc:spChg chg="mod ord">
          <ac:chgData name="王 欣捷" userId="b965477fa0aef5e6" providerId="LiveId" clId="{F5C7CE7F-4255-4272-BB66-E36156271E14}" dt="2021-04-22T08:00:12.274" v="147" actId="700"/>
          <ac:spMkLst>
            <pc:docMk/>
            <pc:sldMk cId="0" sldId="968"/>
            <ac:spMk id="62467" creationId="{DC9DE542-A193-4642-BDD5-5A132EDDD123}"/>
          </ac:spMkLst>
        </pc:spChg>
        <pc:graphicFrameChg chg="mod ord modGraphic">
          <ac:chgData name="王 欣捷" userId="b965477fa0aef5e6" providerId="LiveId" clId="{F5C7CE7F-4255-4272-BB66-E36156271E14}" dt="2021-04-22T08:00:12.274" v="147" actId="700"/>
          <ac:graphicFrameMkLst>
            <pc:docMk/>
            <pc:sldMk cId="0" sldId="968"/>
            <ac:graphicFrameMk id="1092612" creationId="{7CB942D5-A8F0-429D-A57F-BA8CA5949A58}"/>
          </ac:graphicFrameMkLst>
        </pc:graphicFrameChg>
      </pc:sldChg>
      <pc:sldChg chg="modSp add mod modClrScheme chgLayout">
        <pc:chgData name="王 欣捷" userId="b965477fa0aef5e6" providerId="LiveId" clId="{F5C7CE7F-4255-4272-BB66-E36156271E14}" dt="2021-04-22T08:01:02.763" v="163" actId="1037"/>
        <pc:sldMkLst>
          <pc:docMk/>
          <pc:sldMk cId="0" sldId="969"/>
        </pc:sldMkLst>
        <pc:spChg chg="mod ord">
          <ac:chgData name="王 欣捷" userId="b965477fa0aef5e6" providerId="LiveId" clId="{F5C7CE7F-4255-4272-BB66-E36156271E14}" dt="2021-04-22T08:00:19.525" v="148" actId="700"/>
          <ac:spMkLst>
            <pc:docMk/>
            <pc:sldMk cId="0" sldId="969"/>
            <ac:spMk id="63490" creationId="{5DD282C1-9117-468A-A423-2B5400A15D1D}"/>
          </ac:spMkLst>
        </pc:spChg>
        <pc:spChg chg="mod ord">
          <ac:chgData name="王 欣捷" userId="b965477fa0aef5e6" providerId="LiveId" clId="{F5C7CE7F-4255-4272-BB66-E36156271E14}" dt="2021-04-22T08:00:19.525" v="148" actId="700"/>
          <ac:spMkLst>
            <pc:docMk/>
            <pc:sldMk cId="0" sldId="969"/>
            <ac:spMk id="63491" creationId="{345B61BE-DB23-4A58-A350-FEE0DB3A464F}"/>
          </ac:spMkLst>
        </pc:spChg>
        <pc:graphicFrameChg chg="mod ord modGraphic">
          <ac:chgData name="王 欣捷" userId="b965477fa0aef5e6" providerId="LiveId" clId="{F5C7CE7F-4255-4272-BB66-E36156271E14}" dt="2021-04-22T08:00:19.525" v="148" actId="700"/>
          <ac:graphicFrameMkLst>
            <pc:docMk/>
            <pc:sldMk cId="0" sldId="969"/>
            <ac:graphicFrameMk id="1092612" creationId="{84DCCB4E-52ED-4180-9AD2-656A7E88AA5D}"/>
          </ac:graphicFrameMkLst>
        </pc:graphicFrameChg>
        <pc:picChg chg="mod">
          <ac:chgData name="王 欣捷" userId="b965477fa0aef5e6" providerId="LiveId" clId="{F5C7CE7F-4255-4272-BB66-E36156271E14}" dt="2021-04-22T08:01:02.763" v="163" actId="1037"/>
          <ac:picMkLst>
            <pc:docMk/>
            <pc:sldMk cId="0" sldId="969"/>
            <ac:picMk id="5" creationId="{A3531B62-D7E3-499B-BF61-131A874FEE59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1:12.249" v="167" actId="1076"/>
        <pc:sldMkLst>
          <pc:docMk/>
          <pc:sldMk cId="0" sldId="970"/>
        </pc:sldMkLst>
        <pc:spChg chg="mod ord">
          <ac:chgData name="王 欣捷" userId="b965477fa0aef5e6" providerId="LiveId" clId="{F5C7CE7F-4255-4272-BB66-E36156271E14}" dt="2021-04-22T08:01:07.345" v="164" actId="700"/>
          <ac:spMkLst>
            <pc:docMk/>
            <pc:sldMk cId="0" sldId="970"/>
            <ac:spMk id="64514" creationId="{AE135442-105F-4A70-97A4-1FAA20F97F53}"/>
          </ac:spMkLst>
        </pc:spChg>
        <pc:spChg chg="mod ord">
          <ac:chgData name="王 欣捷" userId="b965477fa0aef5e6" providerId="LiveId" clId="{F5C7CE7F-4255-4272-BB66-E36156271E14}" dt="2021-04-22T08:01:07.345" v="164" actId="700"/>
          <ac:spMkLst>
            <pc:docMk/>
            <pc:sldMk cId="0" sldId="970"/>
            <ac:spMk id="64515" creationId="{D19B6013-7F91-4291-87DA-ED735FB6BA7A}"/>
          </ac:spMkLst>
        </pc:spChg>
        <pc:graphicFrameChg chg="mod ord modGraphic">
          <ac:chgData name="王 欣捷" userId="b965477fa0aef5e6" providerId="LiveId" clId="{F5C7CE7F-4255-4272-BB66-E36156271E14}" dt="2021-04-22T08:01:07.345" v="164" actId="700"/>
          <ac:graphicFrameMkLst>
            <pc:docMk/>
            <pc:sldMk cId="0" sldId="970"/>
            <ac:graphicFrameMk id="1092612" creationId="{C4332ECD-976F-4AD4-9EE5-FA16E00B91A3}"/>
          </ac:graphicFrameMkLst>
        </pc:graphicFrameChg>
        <pc:picChg chg="mod">
          <ac:chgData name="王 欣捷" userId="b965477fa0aef5e6" providerId="LiveId" clId="{F5C7CE7F-4255-4272-BB66-E36156271E14}" dt="2021-04-22T08:01:12.249" v="167" actId="1076"/>
          <ac:picMkLst>
            <pc:docMk/>
            <pc:sldMk cId="0" sldId="970"/>
            <ac:picMk id="2" creationId="{FFAD5925-967C-43C3-A3EA-92394A7FA53D}"/>
          </ac:picMkLst>
        </pc:picChg>
      </pc:sldChg>
      <pc:sldChg chg="modSp add mod chgLayout">
        <pc:chgData name="王 欣捷" userId="b965477fa0aef5e6" providerId="LiveId" clId="{F5C7CE7F-4255-4272-BB66-E36156271E14}" dt="2021-04-22T08:01:19.016" v="168" actId="700"/>
        <pc:sldMkLst>
          <pc:docMk/>
          <pc:sldMk cId="0" sldId="971"/>
        </pc:sldMkLst>
        <pc:spChg chg="mod ord">
          <ac:chgData name="王 欣捷" userId="b965477fa0aef5e6" providerId="LiveId" clId="{F5C7CE7F-4255-4272-BB66-E36156271E14}" dt="2021-04-22T08:01:19.016" v="168" actId="700"/>
          <ac:spMkLst>
            <pc:docMk/>
            <pc:sldMk cId="0" sldId="971"/>
            <ac:spMk id="66562" creationId="{7B26D7B2-85E4-4289-8EF7-F0BC7828DE94}"/>
          </ac:spMkLst>
        </pc:spChg>
        <pc:spChg chg="mod ord">
          <ac:chgData name="王 欣捷" userId="b965477fa0aef5e6" providerId="LiveId" clId="{F5C7CE7F-4255-4272-BB66-E36156271E14}" dt="2021-04-22T08:01:19.016" v="168" actId="700"/>
          <ac:spMkLst>
            <pc:docMk/>
            <pc:sldMk cId="0" sldId="971"/>
            <ac:spMk id="66563" creationId="{71B958FA-E942-404A-82D5-B5574E0EBBF4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72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72"/>
            <ac:spMk id="67586" creationId="{B8731A6B-E416-4C70-9BA5-2DD16785813E}"/>
          </ac:spMkLst>
        </pc:spChg>
      </pc:sldChg>
      <pc:sldChg chg="add">
        <pc:chgData name="王 欣捷" userId="b965477fa0aef5e6" providerId="LiveId" clId="{F5C7CE7F-4255-4272-BB66-E36156271E14}" dt="2021-04-22T07:45:22.033" v="2"/>
        <pc:sldMkLst>
          <pc:docMk/>
          <pc:sldMk cId="0" sldId="973"/>
        </pc:sldMkLst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74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74"/>
            <ac:spMk id="69634" creationId="{CC41547A-76FB-4974-AFD6-29FFEB10597B}"/>
          </ac:spMkLst>
        </pc:sp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75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75"/>
            <ac:spMk id="70658" creationId="{82B4FEA2-4586-4E3E-A9A4-7E8C4670C62C}"/>
          </ac:spMkLst>
        </pc:spChg>
      </pc:sldChg>
      <pc:sldChg chg="modSp add mod modClrScheme chgLayout">
        <pc:chgData name="王 欣捷" userId="b965477fa0aef5e6" providerId="LiveId" clId="{F5C7CE7F-4255-4272-BB66-E36156271E14}" dt="2021-04-22T08:01:28.550" v="169" actId="700"/>
        <pc:sldMkLst>
          <pc:docMk/>
          <pc:sldMk cId="0" sldId="976"/>
        </pc:sldMkLst>
        <pc:spChg chg="mod ord">
          <ac:chgData name="王 欣捷" userId="b965477fa0aef5e6" providerId="LiveId" clId="{F5C7CE7F-4255-4272-BB66-E36156271E14}" dt="2021-04-22T08:01:28.550" v="169" actId="700"/>
          <ac:spMkLst>
            <pc:docMk/>
            <pc:sldMk cId="0" sldId="976"/>
            <ac:spMk id="71682" creationId="{1DAA1ED2-1E0C-4252-B988-C4D531454F08}"/>
          </ac:spMkLst>
        </pc:spChg>
        <pc:graphicFrameChg chg="mod ord modGraphic">
          <ac:chgData name="王 欣捷" userId="b965477fa0aef5e6" providerId="LiveId" clId="{F5C7CE7F-4255-4272-BB66-E36156271E14}" dt="2021-04-22T08:01:28.550" v="169" actId="700"/>
          <ac:graphicFrameMkLst>
            <pc:docMk/>
            <pc:sldMk cId="0" sldId="976"/>
            <ac:graphicFrameMk id="796675" creationId="{D87A2459-133D-40F5-8822-6924EF3BF7BB}"/>
          </ac:graphicFrameMkLst>
        </pc:graphicFrameChg>
      </pc:sldChg>
      <pc:sldChg chg="modSp add">
        <pc:chgData name="王 欣捷" userId="b965477fa0aef5e6" providerId="LiveId" clId="{F5C7CE7F-4255-4272-BB66-E36156271E14}" dt="2021-04-22T08:01:35.388" v="170" actId="1076"/>
        <pc:sldMkLst>
          <pc:docMk/>
          <pc:sldMk cId="0" sldId="977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77"/>
            <ac:spMk id="72706" creationId="{889BC278-C3EF-4C08-AF5C-1A8AEBB5F9D8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09" creationId="{08D29688-4515-41BD-877B-60B3FDA8596D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0" creationId="{6F75AB64-C47F-4BC2-B1B9-DB876404EAC6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1" creationId="{BED69252-A597-45E9-98E5-DE241D5C025B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2" creationId="{9ADF8D9B-DF18-4BF1-8986-32A84F20B049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3" creationId="{9E1D1370-F593-4102-9053-34DB65B6F511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4" creationId="{C3417279-F451-4B65-838B-1272AC652FBD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5" creationId="{6E2AB4C2-C213-4F36-97D1-2C90EA45AD3A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6" creationId="{F093168A-81A6-497D-AC45-60BCD6F9B5F8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7" creationId="{0B385FEC-A90A-495B-9E85-992D8AADAA5C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8" creationId="{26316D90-31CC-41D5-838D-212A4FD19C29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19" creationId="{45668A27-CF0A-4705-B230-F3C197B6A833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0" creationId="{98F1B7C7-02D1-49E1-8225-46825C2F28A1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1" creationId="{94BBB580-6BAD-46F0-A059-C2C19C28CB77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2" creationId="{BE403D5B-AECB-45F5-B647-165210019A56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3" creationId="{3829EBED-1BE2-4FCE-AB39-71DEE24ADF1F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4" creationId="{EE642CC5-2C09-4C07-A657-FBA075EB13E1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5" creationId="{734AB1FD-F58C-4937-9AAB-710B6DCAB359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6" creationId="{C3C0CEA0-82DD-4392-A7B5-D1635740F749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7" creationId="{04F8BC03-0C32-4908-A850-1DA1B4327F05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8" creationId="{A5982111-E841-49C2-AD1C-629D915BB232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29" creationId="{CB79F87C-5FB2-4B2D-97C6-1761C06B5D84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0" creationId="{C0950CB9-EFF3-4FB8-A25F-DD26D41A0C2D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1" creationId="{FC1C9BD6-4038-40AF-B8E5-4032FDB32BC2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2" creationId="{04405BC7-F19E-4DD9-825C-7D6ED84D0BC6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3" creationId="{3002A206-7CA2-49B7-984F-E12225C43B71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4" creationId="{84F93AAB-2DC4-4768-9003-19DEBAF2D4A6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5" creationId="{4FEAB4C4-8B85-453F-ACED-11C53B7567BE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6" creationId="{48987A64-4277-480B-A4CD-AADAF65AD9FA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7" creationId="{FF733A66-A50A-4B67-98F7-F018FB2FA797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8" creationId="{08546E7B-EDEF-489C-9394-862CDBFAE8BF}"/>
          </ac:spMkLst>
        </pc:spChg>
        <pc:spChg chg="mod">
          <ac:chgData name="王 欣捷" userId="b965477fa0aef5e6" providerId="LiveId" clId="{F5C7CE7F-4255-4272-BB66-E36156271E14}" dt="2021-04-22T08:01:35.388" v="170" actId="1076"/>
          <ac:spMkLst>
            <pc:docMk/>
            <pc:sldMk cId="0" sldId="977"/>
            <ac:spMk id="72739" creationId="{4631662B-A9CD-460D-9F84-8170CFCF400A}"/>
          </ac:spMkLst>
        </pc:spChg>
        <pc:grpChg chg="mod">
          <ac:chgData name="王 欣捷" userId="b965477fa0aef5e6" providerId="LiveId" clId="{F5C7CE7F-4255-4272-BB66-E36156271E14}" dt="2021-04-22T08:01:35.388" v="170" actId="1076"/>
          <ac:grpSpMkLst>
            <pc:docMk/>
            <pc:sldMk cId="0" sldId="977"/>
            <ac:grpSpMk id="72708" creationId="{8CA88EAA-D0FF-4707-AA5F-872AE4BA8221}"/>
          </ac:grpSpMkLst>
        </pc:grpChg>
      </pc:sldChg>
      <pc:sldChg chg="modSp add mod modClrScheme chgLayout">
        <pc:chgData name="王 欣捷" userId="b965477fa0aef5e6" providerId="LiveId" clId="{F5C7CE7F-4255-4272-BB66-E36156271E14}" dt="2021-04-22T08:01:37.821" v="171" actId="700"/>
        <pc:sldMkLst>
          <pc:docMk/>
          <pc:sldMk cId="0" sldId="978"/>
        </pc:sldMkLst>
        <pc:spChg chg="mod ord">
          <ac:chgData name="王 欣捷" userId="b965477fa0aef5e6" providerId="LiveId" clId="{F5C7CE7F-4255-4272-BB66-E36156271E14}" dt="2021-04-22T08:01:37.821" v="171" actId="700"/>
          <ac:spMkLst>
            <pc:docMk/>
            <pc:sldMk cId="0" sldId="978"/>
            <ac:spMk id="73730" creationId="{924373F7-52C5-4E9D-8940-726CA813D13E}"/>
          </ac:spMkLst>
        </pc:spChg>
        <pc:graphicFrameChg chg="mod ord modGraphic">
          <ac:chgData name="王 欣捷" userId="b965477fa0aef5e6" providerId="LiveId" clId="{F5C7CE7F-4255-4272-BB66-E36156271E14}" dt="2021-04-22T08:01:37.821" v="171" actId="700"/>
          <ac:graphicFrameMkLst>
            <pc:docMk/>
            <pc:sldMk cId="0" sldId="978"/>
            <ac:graphicFrameMk id="798723" creationId="{694D0C50-BF02-4C77-84B0-F19B06D6ACEF}"/>
          </ac:graphicFrameMkLst>
        </pc:graphicFrameChg>
      </pc:sldChg>
      <pc:sldChg chg="addSp delSp modSp add mod modClrScheme chgLayout">
        <pc:chgData name="王 欣捷" userId="b965477fa0aef5e6" providerId="LiveId" clId="{F5C7CE7F-4255-4272-BB66-E36156271E14}" dt="2021-04-22T08:03:26.278" v="198" actId="1076"/>
        <pc:sldMkLst>
          <pc:docMk/>
          <pc:sldMk cId="0" sldId="979"/>
        </pc:sldMkLst>
        <pc:spChg chg="add del mod">
          <ac:chgData name="王 欣捷" userId="b965477fa0aef5e6" providerId="LiveId" clId="{F5C7CE7F-4255-4272-BB66-E36156271E14}" dt="2021-04-22T08:02:24.769" v="186" actId="21"/>
          <ac:spMkLst>
            <pc:docMk/>
            <pc:sldMk cId="0" sldId="979"/>
            <ac:spMk id="3" creationId="{9084F032-2B94-43BD-8C20-87863133309E}"/>
          </ac:spMkLst>
        </pc:spChg>
        <pc:spChg chg="mod ord">
          <ac:chgData name="王 欣捷" userId="b965477fa0aef5e6" providerId="LiveId" clId="{F5C7CE7F-4255-4272-BB66-E36156271E14}" dt="2021-04-22T08:02:24.091" v="185" actId="700"/>
          <ac:spMkLst>
            <pc:docMk/>
            <pc:sldMk cId="0" sldId="979"/>
            <ac:spMk id="74754" creationId="{CF5076B6-5FA8-49C8-B59C-FDBC8919F0F6}"/>
          </ac:spMkLst>
        </pc:spChg>
        <pc:graphicFrameChg chg="add del mod modGraphic">
          <ac:chgData name="王 欣捷" userId="b965477fa0aef5e6" providerId="LiveId" clId="{F5C7CE7F-4255-4272-BB66-E36156271E14}" dt="2021-04-22T08:02:23.384" v="184"/>
          <ac:graphicFrameMkLst>
            <pc:docMk/>
            <pc:sldMk cId="0" sldId="979"/>
            <ac:graphicFrameMk id="7" creationId="{137A79AF-95C5-4ADD-8280-FDDB508DDECD}"/>
          </ac:graphicFrameMkLst>
        </pc:graphicFrameChg>
        <pc:graphicFrameChg chg="add del mod ord modGraphic">
          <ac:chgData name="王 欣捷" userId="b965477fa0aef5e6" providerId="LiveId" clId="{F5C7CE7F-4255-4272-BB66-E36156271E14}" dt="2021-04-22T08:02:36.049" v="188" actId="1076"/>
          <ac:graphicFrameMkLst>
            <pc:docMk/>
            <pc:sldMk cId="0" sldId="979"/>
            <ac:graphicFrameMk id="799747" creationId="{B400C597-5B18-4E8D-95F6-F52B8DE1E774}"/>
          </ac:graphicFrameMkLst>
        </pc:graphicFrameChg>
        <pc:picChg chg="mod">
          <ac:chgData name="王 欣捷" userId="b965477fa0aef5e6" providerId="LiveId" clId="{F5C7CE7F-4255-4272-BB66-E36156271E14}" dt="2021-04-22T08:03:26.278" v="198" actId="1076"/>
          <ac:picMkLst>
            <pc:docMk/>
            <pc:sldMk cId="0" sldId="979"/>
            <ac:picMk id="74784" creationId="{C72FF325-C1A3-4A9C-83EE-EF800ED94C17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3:08.435" v="195" actId="1076"/>
        <pc:sldMkLst>
          <pc:docMk/>
          <pc:sldMk cId="0" sldId="980"/>
        </pc:sldMkLst>
        <pc:spChg chg="mod ord">
          <ac:chgData name="王 欣捷" userId="b965477fa0aef5e6" providerId="LiveId" clId="{F5C7CE7F-4255-4272-BB66-E36156271E14}" dt="2021-04-22T08:02:47.775" v="190" actId="700"/>
          <ac:spMkLst>
            <pc:docMk/>
            <pc:sldMk cId="0" sldId="980"/>
            <ac:spMk id="75778" creationId="{9782B048-AA66-4791-9F2F-4E06E8BD1607}"/>
          </ac:spMkLst>
        </pc:spChg>
        <pc:graphicFrameChg chg="mod ord modGraphic">
          <ac:chgData name="王 欣捷" userId="b965477fa0aef5e6" providerId="LiveId" clId="{F5C7CE7F-4255-4272-BB66-E36156271E14}" dt="2021-04-22T08:02:59.798" v="194" actId="207"/>
          <ac:graphicFrameMkLst>
            <pc:docMk/>
            <pc:sldMk cId="0" sldId="980"/>
            <ac:graphicFrameMk id="800771" creationId="{AFA8BE1B-6972-4582-924F-A94F317EACAC}"/>
          </ac:graphicFrameMkLst>
        </pc:graphicFrameChg>
        <pc:picChg chg="mod">
          <ac:chgData name="王 欣捷" userId="b965477fa0aef5e6" providerId="LiveId" clId="{F5C7CE7F-4255-4272-BB66-E36156271E14}" dt="2021-04-22T08:03:08.435" v="195" actId="1076"/>
          <ac:picMkLst>
            <pc:docMk/>
            <pc:sldMk cId="0" sldId="980"/>
            <ac:picMk id="75808" creationId="{0BAB7B2D-99BE-4EC1-9775-56EDC4A3863D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3:51.731" v="205" actId="1076"/>
        <pc:sldMkLst>
          <pc:docMk/>
          <pc:sldMk cId="0" sldId="981"/>
        </pc:sldMkLst>
        <pc:spChg chg="mod ord">
          <ac:chgData name="王 欣捷" userId="b965477fa0aef5e6" providerId="LiveId" clId="{F5C7CE7F-4255-4272-BB66-E36156271E14}" dt="2021-04-22T08:03:34.684" v="199" actId="700"/>
          <ac:spMkLst>
            <pc:docMk/>
            <pc:sldMk cId="0" sldId="981"/>
            <ac:spMk id="76802" creationId="{3783FCEC-A143-4A70-8D79-606C2CE03310}"/>
          </ac:spMkLst>
        </pc:spChg>
        <pc:graphicFrameChg chg="mod ord modGraphic">
          <ac:chgData name="王 欣捷" userId="b965477fa0aef5e6" providerId="LiveId" clId="{F5C7CE7F-4255-4272-BB66-E36156271E14}" dt="2021-04-22T08:03:49.737" v="204" actId="207"/>
          <ac:graphicFrameMkLst>
            <pc:docMk/>
            <pc:sldMk cId="0" sldId="981"/>
            <ac:graphicFrameMk id="801795" creationId="{75ACAA91-5124-439E-8BC9-33269105F863}"/>
          </ac:graphicFrameMkLst>
        </pc:graphicFrameChg>
        <pc:picChg chg="mod">
          <ac:chgData name="王 欣捷" userId="b965477fa0aef5e6" providerId="LiveId" clId="{F5C7CE7F-4255-4272-BB66-E36156271E14}" dt="2021-04-22T08:03:51.731" v="205" actId="1076"/>
          <ac:picMkLst>
            <pc:docMk/>
            <pc:sldMk cId="0" sldId="981"/>
            <ac:picMk id="76832" creationId="{F608B3A9-9A39-4F69-BF7F-56D064C8E7FE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4:06.141" v="215" actId="1036"/>
        <pc:sldMkLst>
          <pc:docMk/>
          <pc:sldMk cId="0" sldId="982"/>
        </pc:sldMkLst>
        <pc:spChg chg="mod ord">
          <ac:chgData name="王 欣捷" userId="b965477fa0aef5e6" providerId="LiveId" clId="{F5C7CE7F-4255-4272-BB66-E36156271E14}" dt="2021-04-22T08:03:56.718" v="206" actId="700"/>
          <ac:spMkLst>
            <pc:docMk/>
            <pc:sldMk cId="0" sldId="982"/>
            <ac:spMk id="77826" creationId="{4037354C-BA32-4F96-919D-26EAD72C45F1}"/>
          </ac:spMkLst>
        </pc:spChg>
        <pc:graphicFrameChg chg="mod ord modGraphic">
          <ac:chgData name="王 欣捷" userId="b965477fa0aef5e6" providerId="LiveId" clId="{F5C7CE7F-4255-4272-BB66-E36156271E14}" dt="2021-04-22T08:04:00.956" v="208" actId="207"/>
          <ac:graphicFrameMkLst>
            <pc:docMk/>
            <pc:sldMk cId="0" sldId="982"/>
            <ac:graphicFrameMk id="802819" creationId="{F518A96A-1BD1-4B17-8B3C-3F72D43878AA}"/>
          </ac:graphicFrameMkLst>
        </pc:graphicFrameChg>
        <pc:picChg chg="mod">
          <ac:chgData name="王 欣捷" userId="b965477fa0aef5e6" providerId="LiveId" clId="{F5C7CE7F-4255-4272-BB66-E36156271E14}" dt="2021-04-22T08:04:06.141" v="215" actId="1036"/>
          <ac:picMkLst>
            <pc:docMk/>
            <pc:sldMk cId="0" sldId="982"/>
            <ac:picMk id="77856" creationId="{B377813E-78D3-4199-8319-E41A4D46121A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4:56.979" v="222" actId="1076"/>
        <pc:sldMkLst>
          <pc:docMk/>
          <pc:sldMk cId="0" sldId="983"/>
        </pc:sldMkLst>
        <pc:spChg chg="mod ord">
          <ac:chgData name="王 欣捷" userId="b965477fa0aef5e6" providerId="LiveId" clId="{F5C7CE7F-4255-4272-BB66-E36156271E14}" dt="2021-04-22T08:04:30.556" v="216" actId="700"/>
          <ac:spMkLst>
            <pc:docMk/>
            <pc:sldMk cId="0" sldId="983"/>
            <ac:spMk id="78850" creationId="{280BA24E-472F-4949-B5AF-7DB5D1152E26}"/>
          </ac:spMkLst>
        </pc:spChg>
        <pc:graphicFrameChg chg="mod ord modGraphic">
          <ac:chgData name="王 欣捷" userId="b965477fa0aef5e6" providerId="LiveId" clId="{F5C7CE7F-4255-4272-BB66-E36156271E14}" dt="2021-04-22T08:04:36.039" v="220" actId="207"/>
          <ac:graphicFrameMkLst>
            <pc:docMk/>
            <pc:sldMk cId="0" sldId="983"/>
            <ac:graphicFrameMk id="803843" creationId="{2FBE3983-F3DD-49BD-9ADD-94E6DB535E46}"/>
          </ac:graphicFrameMkLst>
        </pc:graphicFrameChg>
        <pc:picChg chg="mod">
          <ac:chgData name="王 欣捷" userId="b965477fa0aef5e6" providerId="LiveId" clId="{F5C7CE7F-4255-4272-BB66-E36156271E14}" dt="2021-04-22T08:04:56.979" v="222" actId="1076"/>
          <ac:picMkLst>
            <pc:docMk/>
            <pc:sldMk cId="0" sldId="983"/>
            <ac:picMk id="78880" creationId="{E1D92147-506F-48DA-9006-7ACBBEDA8983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5:10.290" v="226" actId="1076"/>
        <pc:sldMkLst>
          <pc:docMk/>
          <pc:sldMk cId="0" sldId="984"/>
        </pc:sldMkLst>
        <pc:spChg chg="mod ord">
          <ac:chgData name="王 欣捷" userId="b965477fa0aef5e6" providerId="LiveId" clId="{F5C7CE7F-4255-4272-BB66-E36156271E14}" dt="2021-04-22T08:05:00.367" v="223" actId="700"/>
          <ac:spMkLst>
            <pc:docMk/>
            <pc:sldMk cId="0" sldId="984"/>
            <ac:spMk id="79874" creationId="{D416AA9F-13A6-4A36-B233-A914E7F23D52}"/>
          </ac:spMkLst>
        </pc:spChg>
        <pc:graphicFrameChg chg="mod ord modGraphic">
          <ac:chgData name="王 欣捷" userId="b965477fa0aef5e6" providerId="LiveId" clId="{F5C7CE7F-4255-4272-BB66-E36156271E14}" dt="2021-04-22T08:05:05.505" v="225" actId="207"/>
          <ac:graphicFrameMkLst>
            <pc:docMk/>
            <pc:sldMk cId="0" sldId="984"/>
            <ac:graphicFrameMk id="804867" creationId="{E9967B4F-2C17-4454-A22E-C56C761A552B}"/>
          </ac:graphicFrameMkLst>
        </pc:graphicFrameChg>
        <pc:picChg chg="mod">
          <ac:chgData name="王 欣捷" userId="b965477fa0aef5e6" providerId="LiveId" clId="{F5C7CE7F-4255-4272-BB66-E36156271E14}" dt="2021-04-22T08:05:10.290" v="226" actId="1076"/>
          <ac:picMkLst>
            <pc:docMk/>
            <pc:sldMk cId="0" sldId="984"/>
            <ac:picMk id="79904" creationId="{671BC68C-D0B8-4023-97E5-B9615E27D472}"/>
          </ac:picMkLst>
        </pc:picChg>
      </pc:sldChg>
      <pc:sldChg chg="modSp add mod modClrScheme chgLayout">
        <pc:chgData name="王 欣捷" userId="b965477fa0aef5e6" providerId="LiveId" clId="{F5C7CE7F-4255-4272-BB66-E36156271E14}" dt="2021-04-22T08:05:34.382" v="229" actId="1076"/>
        <pc:sldMkLst>
          <pc:docMk/>
          <pc:sldMk cId="0" sldId="985"/>
        </pc:sldMkLst>
        <pc:spChg chg="mod ord">
          <ac:chgData name="王 欣捷" userId="b965477fa0aef5e6" providerId="LiveId" clId="{F5C7CE7F-4255-4272-BB66-E36156271E14}" dt="2021-04-22T08:05:22.935" v="227" actId="700"/>
          <ac:spMkLst>
            <pc:docMk/>
            <pc:sldMk cId="0" sldId="985"/>
            <ac:spMk id="80898" creationId="{AE602FCC-CFD4-47D9-BC10-4BF8FCF010CD}"/>
          </ac:spMkLst>
        </pc:spChg>
        <pc:graphicFrameChg chg="mod ord modGraphic">
          <ac:chgData name="王 欣捷" userId="b965477fa0aef5e6" providerId="LiveId" clId="{F5C7CE7F-4255-4272-BB66-E36156271E14}" dt="2021-04-22T08:05:25.962" v="228" actId="207"/>
          <ac:graphicFrameMkLst>
            <pc:docMk/>
            <pc:sldMk cId="0" sldId="985"/>
            <ac:graphicFrameMk id="805891" creationId="{71F20C75-B17C-441B-BC9A-0AD7AB457572}"/>
          </ac:graphicFrameMkLst>
        </pc:graphicFrameChg>
        <pc:picChg chg="mod">
          <ac:chgData name="王 欣捷" userId="b965477fa0aef5e6" providerId="LiveId" clId="{F5C7CE7F-4255-4272-BB66-E36156271E14}" dt="2021-04-22T08:05:34.382" v="229" actId="1076"/>
          <ac:picMkLst>
            <pc:docMk/>
            <pc:sldMk cId="0" sldId="985"/>
            <ac:picMk id="80928" creationId="{037321C4-3088-4562-A65D-024E59AAA347}"/>
          </ac:picMkLst>
        </pc:picChg>
      </pc:sldChg>
      <pc:sldChg chg="modSp add">
        <pc:chgData name="王 欣捷" userId="b965477fa0aef5e6" providerId="LiveId" clId="{F5C7CE7F-4255-4272-BB66-E36156271E14}" dt="2021-04-22T07:46:07.334" v="28"/>
        <pc:sldMkLst>
          <pc:docMk/>
          <pc:sldMk cId="0" sldId="986"/>
        </pc:sldMkLst>
        <pc:spChg chg="mod">
          <ac:chgData name="王 欣捷" userId="b965477fa0aef5e6" providerId="LiveId" clId="{F5C7CE7F-4255-4272-BB66-E36156271E14}" dt="2021-04-22T07:46:07.334" v="28"/>
          <ac:spMkLst>
            <pc:docMk/>
            <pc:sldMk cId="0" sldId="986"/>
            <ac:spMk id="81922" creationId="{D76B2CCB-9382-41C3-A50C-6F71D30C9B80}"/>
          </ac:spMkLst>
        </pc:spChg>
      </pc:sldChg>
      <pc:sldChg chg="modSp add mod">
        <pc:chgData name="王 欣捷" userId="b965477fa0aef5e6" providerId="LiveId" clId="{F5C7CE7F-4255-4272-BB66-E36156271E14}" dt="2021-04-22T08:09:01.701" v="398"/>
        <pc:sldMkLst>
          <pc:docMk/>
          <pc:sldMk cId="3597084887" sldId="987"/>
        </pc:sldMkLst>
        <pc:spChg chg="mod">
          <ac:chgData name="王 欣捷" userId="b965477fa0aef5e6" providerId="LiveId" clId="{F5C7CE7F-4255-4272-BB66-E36156271E14}" dt="2021-04-22T08:09:01.701" v="398"/>
          <ac:spMkLst>
            <pc:docMk/>
            <pc:sldMk cId="3597084887" sldId="987"/>
            <ac:spMk id="15362" creationId="{68E68055-61B8-409F-AA96-9791F112C891}"/>
          </ac:spMkLst>
        </pc:spChg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4032245241" sldId="98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8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287451425" sldId="99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2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10972523" sldId="99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6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7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99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2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6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3076572127" sldId="1007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521660780" sldId="100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0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1991517479" sldId="101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1557359038" sldId="101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724535368" sldId="1012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402318248" sldId="101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2293417546" sldId="101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422434503" sldId="101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524904732" sldId="1016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877558421" sldId="1017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879329264" sldId="101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1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2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2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22"/>
        </pc:sldMkLst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23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23"/>
            <ac:spMk id="48130" creationId="{D7C886A1-2D90-4E30-AA63-95C839DE1ADA}"/>
          </ac:spMkLst>
        </pc:spChg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24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24"/>
            <ac:spMk id="49154" creationId="{7CC95FA4-0A2C-4094-B7A1-0CB0CF12BBB5}"/>
          </ac:spMkLst>
        </pc:spChg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25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25"/>
            <ac:spMk id="50178" creationId="{EB7DB6A1-7D33-4EA5-876C-23833C385080}"/>
          </ac:spMkLst>
        </pc:spChg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26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26"/>
            <ac:spMk id="51202" creationId="{7D4206A2-E539-45DD-B899-7118DA70E1CD}"/>
          </ac:spMkLst>
        </pc:spChg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27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27"/>
            <ac:spMk id="52226" creationId="{44DEF7A9-7C9E-4CAB-B3E6-8E3165D36818}"/>
          </ac:spMkLst>
        </pc:spChg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2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2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0"/>
        </pc:sldMkLst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31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31"/>
            <ac:spMk id="56322" creationId="{0E5DF000-26AD-489B-92D9-7058BC764641}"/>
          </ac:spMkLst>
        </pc:spChg>
      </pc:sldChg>
      <pc:sldChg chg="modSp add del mod">
        <pc:chgData name="王 欣捷" userId="b965477fa0aef5e6" providerId="LiveId" clId="{F5C7CE7F-4255-4272-BB66-E36156271E14}" dt="2021-04-22T07:45:30.559" v="19"/>
        <pc:sldMkLst>
          <pc:docMk/>
          <pc:sldMk cId="0" sldId="1032"/>
        </pc:sldMkLst>
        <pc:spChg chg="mod">
          <ac:chgData name="王 欣捷" userId="b965477fa0aef5e6" providerId="LiveId" clId="{F5C7CE7F-4255-4272-BB66-E36156271E14}" dt="2021-04-22T07:45:30.559" v="19"/>
          <ac:spMkLst>
            <pc:docMk/>
            <pc:sldMk cId="0" sldId="1032"/>
            <ac:spMk id="57346" creationId="{0C72012C-4EB2-44F4-A2C2-964A9AF21900}"/>
          </ac:spMkLst>
        </pc:spChg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6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7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3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2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6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7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8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49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0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1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2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3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4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5"/>
        </pc:sldMkLst>
      </pc:sldChg>
      <pc:sldChg chg="add del">
        <pc:chgData name="王 欣捷" userId="b965477fa0aef5e6" providerId="LiveId" clId="{F5C7CE7F-4255-4272-BB66-E36156271E14}" dt="2021-04-22T07:45:30.559" v="19"/>
        <pc:sldMkLst>
          <pc:docMk/>
          <pc:sldMk cId="0" sldId="1056"/>
        </pc:sldMkLst>
      </pc:sldChg>
      <pc:sldMasterChg chg="delSldLayout">
        <pc:chgData name="王 欣捷" userId="b965477fa0aef5e6" providerId="LiveId" clId="{F5C7CE7F-4255-4272-BB66-E36156271E14}" dt="2021-04-22T07:45:21.335" v="1" actId="47"/>
        <pc:sldMasterMkLst>
          <pc:docMk/>
          <pc:sldMasterMk cId="2602849841" sldId="2147483673"/>
        </pc:sldMasterMkLst>
        <pc:sldLayoutChg chg="del">
          <pc:chgData name="王 欣捷" userId="b965477fa0aef5e6" providerId="LiveId" clId="{F5C7CE7F-4255-4272-BB66-E36156271E14}" dt="2021-04-22T07:45:21.335" v="1" actId="47"/>
          <pc:sldLayoutMkLst>
            <pc:docMk/>
            <pc:sldMasterMk cId="2602849841" sldId="2147483673"/>
            <pc:sldLayoutMk cId="3282724221" sldId="2147483685"/>
          </pc:sldLayoutMkLst>
        </pc:sldLayoutChg>
        <pc:sldLayoutChg chg="del">
          <pc:chgData name="王 欣捷" userId="b965477fa0aef5e6" providerId="LiveId" clId="{F5C7CE7F-4255-4272-BB66-E36156271E14}" dt="2021-04-22T07:45:21.335" v="1" actId="47"/>
          <pc:sldLayoutMkLst>
            <pc:docMk/>
            <pc:sldMasterMk cId="2602849841" sldId="2147483673"/>
            <pc:sldLayoutMk cId="3869728626" sldId="2147483686"/>
          </pc:sldLayoutMkLst>
        </pc:sldLayoutChg>
      </pc:sldMasterChg>
    </pc:docChg>
  </pc:docChgLst>
  <pc:docChgLst>
    <pc:chgData name="欣捷 王" userId="b965477fa0aef5e6" providerId="LiveId" clId="{0FBEE970-746D-47CB-AB82-0F73702F4F8D}"/>
    <pc:docChg chg="undo redo custSel addSld delSld modSld sldOrd">
      <pc:chgData name="欣捷 王" userId="b965477fa0aef5e6" providerId="LiveId" clId="{0FBEE970-746D-47CB-AB82-0F73702F4F8D}" dt="2024-06-06T15:37:50.393" v="7166"/>
      <pc:docMkLst>
        <pc:docMk/>
      </pc:docMkLst>
      <pc:sldChg chg="addSp delSp modSp mod modClrScheme chgLayout">
        <pc:chgData name="欣捷 王" userId="b965477fa0aef5e6" providerId="LiveId" clId="{0FBEE970-746D-47CB-AB82-0F73702F4F8D}" dt="2024-05-27T18:07:30.256" v="6408" actId="1076"/>
        <pc:sldMkLst>
          <pc:docMk/>
          <pc:sldMk cId="0" sldId="294"/>
        </pc:sldMkLst>
        <pc:spChg chg="mod ord">
          <ac:chgData name="欣捷 王" userId="b965477fa0aef5e6" providerId="LiveId" clId="{0FBEE970-746D-47CB-AB82-0F73702F4F8D}" dt="2024-05-27T18:07:20.614" v="6402" actId="700"/>
          <ac:spMkLst>
            <pc:docMk/>
            <pc:sldMk cId="0" sldId="294"/>
            <ac:spMk id="2" creationId="{D3E526D0-7DB3-87DE-7AC3-2243B154C01E}"/>
          </ac:spMkLst>
        </pc:spChg>
        <pc:spChg chg="mod ord">
          <ac:chgData name="欣捷 王" userId="b965477fa0aef5e6" providerId="LiveId" clId="{0FBEE970-746D-47CB-AB82-0F73702F4F8D}" dt="2024-05-27T18:07:20.614" v="6402" actId="700"/>
          <ac:spMkLst>
            <pc:docMk/>
            <pc:sldMk cId="0" sldId="294"/>
            <ac:spMk id="3" creationId="{06EE8CBC-A1C1-C36C-895F-B6D2D8102636}"/>
          </ac:spMkLst>
        </pc:spChg>
        <pc:spChg chg="mod ord">
          <ac:chgData name="欣捷 王" userId="b965477fa0aef5e6" providerId="LiveId" clId="{0FBEE970-746D-47CB-AB82-0F73702F4F8D}" dt="2024-05-27T18:07:20.614" v="6402" actId="700"/>
          <ac:spMkLst>
            <pc:docMk/>
            <pc:sldMk cId="0" sldId="294"/>
            <ac:spMk id="4" creationId="{3C59405C-3FA7-54CE-4F14-4362FCFC2DDD}"/>
          </ac:spMkLst>
        </pc:spChg>
        <pc:spChg chg="add del mod">
          <ac:chgData name="欣捷 王" userId="b965477fa0aef5e6" providerId="LiveId" clId="{0FBEE970-746D-47CB-AB82-0F73702F4F8D}" dt="2024-05-27T18:07:20.614" v="6402" actId="700"/>
          <ac:spMkLst>
            <pc:docMk/>
            <pc:sldMk cId="0" sldId="294"/>
            <ac:spMk id="6" creationId="{0F1DBC74-B500-DEC3-60D2-4748130174EF}"/>
          </ac:spMkLst>
        </pc:spChg>
        <pc:spChg chg="mod ord">
          <ac:chgData name="欣捷 王" userId="b965477fa0aef5e6" providerId="LiveId" clId="{0FBEE970-746D-47CB-AB82-0F73702F4F8D}" dt="2024-05-27T18:07:20.614" v="6402" actId="700"/>
          <ac:spMkLst>
            <pc:docMk/>
            <pc:sldMk cId="0" sldId="294"/>
            <ac:spMk id="49154" creationId="{9C3F7577-F293-44BB-8D1A-9085EF3B03E6}"/>
          </ac:spMkLst>
        </pc:spChg>
        <pc:spChg chg="del mod">
          <ac:chgData name="欣捷 王" userId="b965477fa0aef5e6" providerId="LiveId" clId="{0FBEE970-746D-47CB-AB82-0F73702F4F8D}" dt="2024-05-27T18:07:15.793" v="6401" actId="478"/>
          <ac:spMkLst>
            <pc:docMk/>
            <pc:sldMk cId="0" sldId="294"/>
            <ac:spMk id="49155" creationId="{8719F3ED-90E7-49FA-98A1-C09EDF5DAE1F}"/>
          </ac:spMkLst>
        </pc:spChg>
        <pc:picChg chg="add mod ord">
          <ac:chgData name="欣捷 王" userId="b965477fa0aef5e6" providerId="LiveId" clId="{0FBEE970-746D-47CB-AB82-0F73702F4F8D}" dt="2024-05-27T18:07:30.256" v="6408" actId="1076"/>
          <ac:picMkLst>
            <pc:docMk/>
            <pc:sldMk cId="0" sldId="294"/>
            <ac:picMk id="8" creationId="{51D5A924-48CD-0475-1380-0068430B57B6}"/>
          </ac:picMkLst>
        </pc:picChg>
      </pc:sldChg>
      <pc:sldChg chg="modSp mod">
        <pc:chgData name="欣捷 王" userId="b965477fa0aef5e6" providerId="LiveId" clId="{0FBEE970-746D-47CB-AB82-0F73702F4F8D}" dt="2024-05-30T14:17:09.548" v="6676" actId="113"/>
        <pc:sldMkLst>
          <pc:docMk/>
          <pc:sldMk cId="0" sldId="295"/>
        </pc:sldMkLst>
        <pc:spChg chg="mod">
          <ac:chgData name="欣捷 王" userId="b965477fa0aef5e6" providerId="LiveId" clId="{0FBEE970-746D-47CB-AB82-0F73702F4F8D}" dt="2024-05-30T14:17:09.548" v="6676" actId="113"/>
          <ac:spMkLst>
            <pc:docMk/>
            <pc:sldMk cId="0" sldId="295"/>
            <ac:spMk id="53251" creationId="{BE5EDEB3-DB97-44C1-B6A5-0F09EA2422B5}"/>
          </ac:spMkLst>
        </pc:spChg>
      </pc:sldChg>
      <pc:sldChg chg="addSp modSp mod ord">
        <pc:chgData name="欣捷 王" userId="b965477fa0aef5e6" providerId="LiveId" clId="{0FBEE970-746D-47CB-AB82-0F73702F4F8D}" dt="2024-05-30T15:36:29.538" v="6846"/>
        <pc:sldMkLst>
          <pc:docMk/>
          <pc:sldMk cId="0" sldId="452"/>
        </pc:sldMkLst>
        <pc:spChg chg="add mod">
          <ac:chgData name="欣捷 王" userId="b965477fa0aef5e6" providerId="LiveId" clId="{0FBEE970-746D-47CB-AB82-0F73702F4F8D}" dt="2024-05-27T03:10:22.079" v="265" actId="14100"/>
          <ac:spMkLst>
            <pc:docMk/>
            <pc:sldMk cId="0" sldId="452"/>
            <ac:spMk id="5" creationId="{A4F7343C-600C-D28B-850C-A669F285F1E4}"/>
          </ac:spMkLst>
        </pc:spChg>
        <pc:spChg chg="mod">
          <ac:chgData name="欣捷 王" userId="b965477fa0aef5e6" providerId="LiveId" clId="{0FBEE970-746D-47CB-AB82-0F73702F4F8D}" dt="2024-05-27T03:10:31.890" v="277"/>
          <ac:spMkLst>
            <pc:docMk/>
            <pc:sldMk cId="0" sldId="452"/>
            <ac:spMk id="6147" creationId="{59D1B619-B81E-491D-AA55-BD209AC43E65}"/>
          </ac:spMkLst>
        </pc:spChg>
      </pc:sldChg>
      <pc:sldChg chg="ord modNotesTx">
        <pc:chgData name="欣捷 王" userId="b965477fa0aef5e6" providerId="LiveId" clId="{0FBEE970-746D-47CB-AB82-0F73702F4F8D}" dt="2024-05-30T14:34:41.114" v="6769"/>
        <pc:sldMkLst>
          <pc:docMk/>
          <pc:sldMk cId="0" sldId="872"/>
        </pc:sldMkLst>
      </pc:sldChg>
      <pc:sldChg chg="modSp del mod modNotesTx">
        <pc:chgData name="欣捷 王" userId="b965477fa0aef5e6" providerId="LiveId" clId="{0FBEE970-746D-47CB-AB82-0F73702F4F8D}" dt="2024-05-27T12:43:36.830" v="1787" actId="47"/>
        <pc:sldMkLst>
          <pc:docMk/>
          <pc:sldMk cId="0" sldId="873"/>
        </pc:sldMkLst>
        <pc:spChg chg="mod">
          <ac:chgData name="欣捷 王" userId="b965477fa0aef5e6" providerId="LiveId" clId="{0FBEE970-746D-47CB-AB82-0F73702F4F8D}" dt="2024-05-27T12:43:34.394" v="1785" actId="21"/>
          <ac:spMkLst>
            <pc:docMk/>
            <pc:sldMk cId="0" sldId="873"/>
            <ac:spMk id="7171" creationId="{511E122D-AFB6-46EF-8AA1-3C146D28CF80}"/>
          </ac:spMkLst>
        </pc:spChg>
      </pc:sldChg>
      <pc:sldChg chg="addSp delSp modSp mod modAnim modNotesTx">
        <pc:chgData name="欣捷 王" userId="b965477fa0aef5e6" providerId="LiveId" clId="{0FBEE970-746D-47CB-AB82-0F73702F4F8D}" dt="2024-05-27T13:32:09.157" v="2089"/>
        <pc:sldMkLst>
          <pc:docMk/>
          <pc:sldMk cId="0" sldId="874"/>
        </pc:sldMkLst>
        <pc:spChg chg="mod topLvl">
          <ac:chgData name="欣捷 王" userId="b965477fa0aef5e6" providerId="LiveId" clId="{0FBEE970-746D-47CB-AB82-0F73702F4F8D}" dt="2024-05-27T12:51:43.712" v="1825"/>
          <ac:spMkLst>
            <pc:docMk/>
            <pc:sldMk cId="0" sldId="874"/>
            <ac:spMk id="6" creationId="{20F7D7B5-0249-D942-949A-C9965EFAEC77}"/>
          </ac:spMkLst>
        </pc:spChg>
        <pc:spChg chg="del mod">
          <ac:chgData name="欣捷 王" userId="b965477fa0aef5e6" providerId="LiveId" clId="{0FBEE970-746D-47CB-AB82-0F73702F4F8D}" dt="2024-05-27T12:50:25.081" v="1803" actId="478"/>
          <ac:spMkLst>
            <pc:docMk/>
            <pc:sldMk cId="0" sldId="874"/>
            <ac:spMk id="7" creationId="{A67DCB79-4064-BF40-B7B7-9BAA61BC8A5D}"/>
          </ac:spMkLst>
        </pc:spChg>
        <pc:spChg chg="add mod">
          <ac:chgData name="欣捷 王" userId="b965477fa0aef5e6" providerId="LiveId" clId="{0FBEE970-746D-47CB-AB82-0F73702F4F8D}" dt="2024-05-27T13:27:35.089" v="2030"/>
          <ac:spMkLst>
            <pc:docMk/>
            <pc:sldMk cId="0" sldId="874"/>
            <ac:spMk id="9" creationId="{9DAAC28F-F807-74B5-B7B2-A914576EA05E}"/>
          </ac:spMkLst>
        </pc:spChg>
        <pc:spChg chg="add del mod">
          <ac:chgData name="欣捷 王" userId="b965477fa0aef5e6" providerId="LiveId" clId="{0FBEE970-746D-47CB-AB82-0F73702F4F8D}" dt="2024-05-27T13:29:05.502" v="2063" actId="1076"/>
          <ac:spMkLst>
            <pc:docMk/>
            <pc:sldMk cId="0" sldId="874"/>
            <ac:spMk id="10" creationId="{9F7C5FA1-1A89-EE66-C808-CE730A80AFEE}"/>
          </ac:spMkLst>
        </pc:spChg>
        <pc:spChg chg="add del mod">
          <ac:chgData name="欣捷 王" userId="b965477fa0aef5e6" providerId="LiveId" clId="{0FBEE970-746D-47CB-AB82-0F73702F4F8D}" dt="2024-05-27T13:20:14.542" v="1855" actId="478"/>
          <ac:spMkLst>
            <pc:docMk/>
            <pc:sldMk cId="0" sldId="874"/>
            <ac:spMk id="12" creationId="{75122178-F7AC-CFBA-898D-DC80070F4D06}"/>
          </ac:spMkLst>
        </pc:spChg>
        <pc:spChg chg="add mod">
          <ac:chgData name="欣捷 王" userId="b965477fa0aef5e6" providerId="LiveId" clId="{0FBEE970-746D-47CB-AB82-0F73702F4F8D}" dt="2024-05-27T13:30:26.601" v="2084" actId="207"/>
          <ac:spMkLst>
            <pc:docMk/>
            <pc:sldMk cId="0" sldId="874"/>
            <ac:spMk id="18" creationId="{6E841921-67EC-6F42-F7DC-357F7995A7B0}"/>
          </ac:spMkLst>
        </pc:spChg>
        <pc:spChg chg="add mod">
          <ac:chgData name="欣捷 王" userId="b965477fa0aef5e6" providerId="LiveId" clId="{0FBEE970-746D-47CB-AB82-0F73702F4F8D}" dt="2024-05-27T13:30:26.601" v="2084" actId="207"/>
          <ac:spMkLst>
            <pc:docMk/>
            <pc:sldMk cId="0" sldId="874"/>
            <ac:spMk id="19" creationId="{C837304D-0D23-6DF9-5323-7792A632B3EB}"/>
          </ac:spMkLst>
        </pc:spChg>
        <pc:spChg chg="mod">
          <ac:chgData name="欣捷 王" userId="b965477fa0aef5e6" providerId="LiveId" clId="{0FBEE970-746D-47CB-AB82-0F73702F4F8D}" dt="2024-05-27T13:17:22.115" v="1826" actId="207"/>
          <ac:spMkLst>
            <pc:docMk/>
            <pc:sldMk cId="0" sldId="874"/>
            <ac:spMk id="811011" creationId="{9FBCD775-82E3-47FF-B92B-74CCBAEC2CC1}"/>
          </ac:spMkLst>
        </pc:spChg>
        <pc:grpChg chg="add del mod">
          <ac:chgData name="欣捷 王" userId="b965477fa0aef5e6" providerId="LiveId" clId="{0FBEE970-746D-47CB-AB82-0F73702F4F8D}" dt="2024-05-27T12:50:29.001" v="1804" actId="165"/>
          <ac:grpSpMkLst>
            <pc:docMk/>
            <pc:sldMk cId="0" sldId="874"/>
            <ac:grpSpMk id="5" creationId="{63A91134-862F-CC02-89B8-B229C801B7B2}"/>
          </ac:grpSpMkLst>
        </pc:grpChg>
        <pc:picChg chg="del mod topLvl">
          <ac:chgData name="欣捷 王" userId="b965477fa0aef5e6" providerId="LiveId" clId="{0FBEE970-746D-47CB-AB82-0F73702F4F8D}" dt="2024-05-27T12:50:31.670" v="1805" actId="478"/>
          <ac:picMkLst>
            <pc:docMk/>
            <pc:sldMk cId="0" sldId="874"/>
            <ac:picMk id="8" creationId="{32EF563B-8437-A881-E937-FBA12717FF24}"/>
          </ac:picMkLst>
        </pc:picChg>
        <pc:cxnChg chg="add mod">
          <ac:chgData name="欣捷 王" userId="b965477fa0aef5e6" providerId="LiveId" clId="{0FBEE970-746D-47CB-AB82-0F73702F4F8D}" dt="2024-05-27T13:29:56.489" v="2075" actId="552"/>
          <ac:cxnSpMkLst>
            <pc:docMk/>
            <pc:sldMk cId="0" sldId="874"/>
            <ac:cxnSpMk id="14" creationId="{0AA6ECF6-79D3-2010-CDDE-B8F54645A0C4}"/>
          </ac:cxnSpMkLst>
        </pc:cxnChg>
        <pc:cxnChg chg="add mod">
          <ac:chgData name="欣捷 王" userId="b965477fa0aef5e6" providerId="LiveId" clId="{0FBEE970-746D-47CB-AB82-0F73702F4F8D}" dt="2024-05-27T13:30:14.379" v="2083" actId="1035"/>
          <ac:cxnSpMkLst>
            <pc:docMk/>
            <pc:sldMk cId="0" sldId="874"/>
            <ac:cxnSpMk id="20" creationId="{3026B848-F670-4990-68F0-386486379AFA}"/>
          </ac:cxnSpMkLst>
        </pc:cxnChg>
      </pc:sldChg>
      <pc:sldChg chg="modSp del mod modNotesTx">
        <pc:chgData name="欣捷 王" userId="b965477fa0aef5e6" providerId="LiveId" clId="{0FBEE970-746D-47CB-AB82-0F73702F4F8D}" dt="2024-05-27T13:32:18.746" v="2090" actId="47"/>
        <pc:sldMkLst>
          <pc:docMk/>
          <pc:sldMk cId="0" sldId="875"/>
        </pc:sldMkLst>
        <pc:spChg chg="mod">
          <ac:chgData name="欣捷 王" userId="b965477fa0aef5e6" providerId="LiveId" clId="{0FBEE970-746D-47CB-AB82-0F73702F4F8D}" dt="2024-05-27T13:22:25.193" v="1941" actId="21"/>
          <ac:spMkLst>
            <pc:docMk/>
            <pc:sldMk cId="0" sldId="875"/>
            <ac:spMk id="812035" creationId="{35AD03C4-C621-4790-864C-0E9B42AD5A7F}"/>
          </ac:spMkLst>
        </pc:spChg>
      </pc:sldChg>
      <pc:sldChg chg="del">
        <pc:chgData name="欣捷 王" userId="b965477fa0aef5e6" providerId="LiveId" clId="{0FBEE970-746D-47CB-AB82-0F73702F4F8D}" dt="2024-05-27T14:07:23.354" v="2261" actId="47"/>
        <pc:sldMkLst>
          <pc:docMk/>
          <pc:sldMk cId="0" sldId="876"/>
        </pc:sldMkLst>
      </pc:sldChg>
      <pc:sldChg chg="del">
        <pc:chgData name="欣捷 王" userId="b965477fa0aef5e6" providerId="LiveId" clId="{0FBEE970-746D-47CB-AB82-0F73702F4F8D}" dt="2024-05-27T14:07:27.664" v="2262" actId="47"/>
        <pc:sldMkLst>
          <pc:docMk/>
          <pc:sldMk cId="0" sldId="877"/>
        </pc:sldMkLst>
      </pc:sldChg>
      <pc:sldChg chg="addSp delSp modSp mod modAnim">
        <pc:chgData name="欣捷 王" userId="b965477fa0aef5e6" providerId="LiveId" clId="{0FBEE970-746D-47CB-AB82-0F73702F4F8D}" dt="2024-05-30T13:35:33.202" v="6410" actId="1076"/>
        <pc:sldMkLst>
          <pc:docMk/>
          <pc:sldMk cId="0" sldId="878"/>
        </pc:sldMkLst>
        <pc:spChg chg="add del mod">
          <ac:chgData name="欣捷 王" userId="b965477fa0aef5e6" providerId="LiveId" clId="{0FBEE970-746D-47CB-AB82-0F73702F4F8D}" dt="2024-05-27T14:09:56.765" v="2287" actId="478"/>
          <ac:spMkLst>
            <pc:docMk/>
            <pc:sldMk cId="0" sldId="878"/>
            <ac:spMk id="5" creationId="{4BD1017A-B594-EAF5-F1C9-0DFAF61F264D}"/>
          </ac:spMkLst>
        </pc:spChg>
        <pc:spChg chg="add mod">
          <ac:chgData name="欣捷 王" userId="b965477fa0aef5e6" providerId="LiveId" clId="{0FBEE970-746D-47CB-AB82-0F73702F4F8D}" dt="2024-05-27T14:10:52.456" v="2317" actId="1076"/>
          <ac:spMkLst>
            <pc:docMk/>
            <pc:sldMk cId="0" sldId="878"/>
            <ac:spMk id="7" creationId="{A18FF69F-DB16-B62F-E74B-84D5229A3230}"/>
          </ac:spMkLst>
        </pc:spChg>
        <pc:spChg chg="add mod">
          <ac:chgData name="欣捷 王" userId="b965477fa0aef5e6" providerId="LiveId" clId="{0FBEE970-746D-47CB-AB82-0F73702F4F8D}" dt="2024-05-27T14:29:23.770" v="2457" actId="1076"/>
          <ac:spMkLst>
            <pc:docMk/>
            <pc:sldMk cId="0" sldId="878"/>
            <ac:spMk id="9" creationId="{D52BF661-F7BE-81ED-A4F6-01DFF04FEB56}"/>
          </ac:spMkLst>
        </pc:spChg>
        <pc:spChg chg="add mod">
          <ac:chgData name="欣捷 王" userId="b965477fa0aef5e6" providerId="LiveId" clId="{0FBEE970-746D-47CB-AB82-0F73702F4F8D}" dt="2024-05-27T14:29:23.770" v="2457" actId="1076"/>
          <ac:spMkLst>
            <pc:docMk/>
            <pc:sldMk cId="0" sldId="878"/>
            <ac:spMk id="11" creationId="{477AFA4C-24A8-FF3E-B2CE-25F9520D7D44}"/>
          </ac:spMkLst>
        </pc:spChg>
        <pc:spChg chg="add mod">
          <ac:chgData name="欣捷 王" userId="b965477fa0aef5e6" providerId="LiveId" clId="{0FBEE970-746D-47CB-AB82-0F73702F4F8D}" dt="2024-05-27T14:29:23.770" v="2457" actId="1076"/>
          <ac:spMkLst>
            <pc:docMk/>
            <pc:sldMk cId="0" sldId="878"/>
            <ac:spMk id="14" creationId="{0000FE2A-8E54-28AD-B6B5-7EBBC87AF58B}"/>
          </ac:spMkLst>
        </pc:spChg>
        <pc:spChg chg="add del mod">
          <ac:chgData name="欣捷 王" userId="b965477fa0aef5e6" providerId="LiveId" clId="{0FBEE970-746D-47CB-AB82-0F73702F4F8D}" dt="2024-05-27T14:26:40.700" v="2437" actId="478"/>
          <ac:spMkLst>
            <pc:docMk/>
            <pc:sldMk cId="0" sldId="878"/>
            <ac:spMk id="16" creationId="{54ADB098-F301-0472-5969-A54F47F1593A}"/>
          </ac:spMkLst>
        </pc:spChg>
        <pc:spChg chg="mod">
          <ac:chgData name="欣捷 王" userId="b965477fa0aef5e6" providerId="LiveId" clId="{0FBEE970-746D-47CB-AB82-0F73702F4F8D}" dt="2024-05-27T14:30:15.575" v="2469" actId="207"/>
          <ac:spMkLst>
            <pc:docMk/>
            <pc:sldMk cId="0" sldId="878"/>
            <ac:spMk id="12291" creationId="{0ECE88AD-6DE7-4297-9116-EECABB5AAD65}"/>
          </ac:spMkLst>
        </pc:spChg>
        <pc:picChg chg="add mod">
          <ac:chgData name="欣捷 王" userId="b965477fa0aef5e6" providerId="LiveId" clId="{0FBEE970-746D-47CB-AB82-0F73702F4F8D}" dt="2024-05-30T13:35:33.202" v="6410" actId="1076"/>
          <ac:picMkLst>
            <pc:docMk/>
            <pc:sldMk cId="0" sldId="878"/>
            <ac:picMk id="18" creationId="{BB27579E-3F3C-F594-6205-E2B2A6DF6751}"/>
          </ac:picMkLst>
        </pc:picChg>
        <pc:cxnChg chg="add mod">
          <ac:chgData name="欣捷 王" userId="b965477fa0aef5e6" providerId="LiveId" clId="{0FBEE970-746D-47CB-AB82-0F73702F4F8D}" dt="2024-05-27T14:10:52.456" v="2317" actId="1076"/>
          <ac:cxnSpMkLst>
            <pc:docMk/>
            <pc:sldMk cId="0" sldId="878"/>
            <ac:cxnSpMk id="6" creationId="{57A82D27-137D-A1D0-831F-23F247660AEE}"/>
          </ac:cxnSpMkLst>
        </pc:cxnChg>
        <pc:cxnChg chg="add mod">
          <ac:chgData name="欣捷 王" userId="b965477fa0aef5e6" providerId="LiveId" clId="{0FBEE970-746D-47CB-AB82-0F73702F4F8D}" dt="2024-05-27T14:29:23.770" v="2457" actId="1076"/>
          <ac:cxnSpMkLst>
            <pc:docMk/>
            <pc:sldMk cId="0" sldId="878"/>
            <ac:cxnSpMk id="8" creationId="{5E5D1C9C-8D6E-A37C-ECA0-6F60A917FDC8}"/>
          </ac:cxnSpMkLst>
        </pc:cxnChg>
        <pc:cxnChg chg="add mod">
          <ac:chgData name="欣捷 王" userId="b965477fa0aef5e6" providerId="LiveId" clId="{0FBEE970-746D-47CB-AB82-0F73702F4F8D}" dt="2024-05-27T14:29:23.770" v="2457" actId="1076"/>
          <ac:cxnSpMkLst>
            <pc:docMk/>
            <pc:sldMk cId="0" sldId="878"/>
            <ac:cxnSpMk id="10" creationId="{05A3C532-3EF5-7DE1-8EFF-15A248019546}"/>
          </ac:cxnSpMkLst>
        </pc:cxnChg>
        <pc:cxnChg chg="add mod">
          <ac:chgData name="欣捷 王" userId="b965477fa0aef5e6" providerId="LiveId" clId="{0FBEE970-746D-47CB-AB82-0F73702F4F8D}" dt="2024-05-27T14:29:23.770" v="2457" actId="1076"/>
          <ac:cxnSpMkLst>
            <pc:docMk/>
            <pc:sldMk cId="0" sldId="878"/>
            <ac:cxnSpMk id="13" creationId="{5907AA54-0E86-DAED-344B-91FFE07472D0}"/>
          </ac:cxnSpMkLst>
        </pc:cxnChg>
      </pc:sldChg>
      <pc:sldChg chg="del">
        <pc:chgData name="欣捷 王" userId="b965477fa0aef5e6" providerId="LiveId" clId="{0FBEE970-746D-47CB-AB82-0F73702F4F8D}" dt="2024-05-27T14:19:29.224" v="2420" actId="47"/>
        <pc:sldMkLst>
          <pc:docMk/>
          <pc:sldMk cId="0" sldId="879"/>
        </pc:sldMkLst>
      </pc:sldChg>
      <pc:sldChg chg="del">
        <pc:chgData name="欣捷 王" userId="b965477fa0aef5e6" providerId="LiveId" clId="{0FBEE970-746D-47CB-AB82-0F73702F4F8D}" dt="2024-05-27T14:40:30.654" v="2686" actId="47"/>
        <pc:sldMkLst>
          <pc:docMk/>
          <pc:sldMk cId="0" sldId="881"/>
        </pc:sldMkLst>
      </pc:sldChg>
      <pc:sldChg chg="del">
        <pc:chgData name="欣捷 王" userId="b965477fa0aef5e6" providerId="LiveId" clId="{0FBEE970-746D-47CB-AB82-0F73702F4F8D}" dt="2024-05-27T14:40:30.654" v="2686" actId="47"/>
        <pc:sldMkLst>
          <pc:docMk/>
          <pc:sldMk cId="0" sldId="882"/>
        </pc:sldMkLst>
      </pc:sldChg>
      <pc:sldChg chg="addSp delSp modSp mod addAnim delAnim modAnim">
        <pc:chgData name="欣捷 王" userId="b965477fa0aef5e6" providerId="LiveId" clId="{0FBEE970-746D-47CB-AB82-0F73702F4F8D}" dt="2024-05-27T16:36:38.461" v="3063"/>
        <pc:sldMkLst>
          <pc:docMk/>
          <pc:sldMk cId="0" sldId="883"/>
        </pc:sldMkLst>
        <pc:spChg chg="add del mod">
          <ac:chgData name="欣捷 王" userId="b965477fa0aef5e6" providerId="LiveId" clId="{0FBEE970-746D-47CB-AB82-0F73702F4F8D}" dt="2024-05-27T16:31:11.862" v="2984" actId="478"/>
          <ac:spMkLst>
            <pc:docMk/>
            <pc:sldMk cId="0" sldId="883"/>
            <ac:spMk id="6" creationId="{DF08B4D2-723C-73EE-550C-AA36FEE63197}"/>
          </ac:spMkLst>
        </pc:spChg>
        <pc:spChg chg="add del mod">
          <ac:chgData name="欣捷 王" userId="b965477fa0aef5e6" providerId="LiveId" clId="{0FBEE970-746D-47CB-AB82-0F73702F4F8D}" dt="2024-05-27T16:30:54.996" v="2982" actId="478"/>
          <ac:spMkLst>
            <pc:docMk/>
            <pc:sldMk cId="0" sldId="883"/>
            <ac:spMk id="9" creationId="{AA3D7004-CDBA-9D43-5294-E61C1C246B46}"/>
          </ac:spMkLst>
        </pc:spChg>
        <pc:spChg chg="add mod">
          <ac:chgData name="欣捷 王" userId="b965477fa0aef5e6" providerId="LiveId" clId="{0FBEE970-746D-47CB-AB82-0F73702F4F8D}" dt="2024-05-27T16:31:19.639" v="2989" actId="1076"/>
          <ac:spMkLst>
            <pc:docMk/>
            <pc:sldMk cId="0" sldId="883"/>
            <ac:spMk id="11" creationId="{E5631F1D-6A71-014F-E9DB-7A55D2F60468}"/>
          </ac:spMkLst>
        </pc:spChg>
        <pc:spChg chg="add mod">
          <ac:chgData name="欣捷 王" userId="b965477fa0aef5e6" providerId="LiveId" clId="{0FBEE970-746D-47CB-AB82-0F73702F4F8D}" dt="2024-05-27T16:31:48.155" v="3022" actId="1037"/>
          <ac:spMkLst>
            <pc:docMk/>
            <pc:sldMk cId="0" sldId="883"/>
            <ac:spMk id="13" creationId="{4DA064D1-BE43-3639-A7FD-4431F5259EE0}"/>
          </ac:spMkLst>
        </pc:spChg>
        <pc:spChg chg="add mod">
          <ac:chgData name="欣捷 王" userId="b965477fa0aef5e6" providerId="LiveId" clId="{0FBEE970-746D-47CB-AB82-0F73702F4F8D}" dt="2024-05-27T16:32:22.939" v="3037"/>
          <ac:spMkLst>
            <pc:docMk/>
            <pc:sldMk cId="0" sldId="883"/>
            <ac:spMk id="16" creationId="{79CB1B53-93D1-0792-A640-7C5B6ADAA216}"/>
          </ac:spMkLst>
        </pc:spChg>
        <pc:spChg chg="add del mod">
          <ac:chgData name="欣捷 王" userId="b965477fa0aef5e6" providerId="LiveId" clId="{0FBEE970-746D-47CB-AB82-0F73702F4F8D}" dt="2024-05-27T16:35:03.139" v="3054" actId="478"/>
          <ac:spMkLst>
            <pc:docMk/>
            <pc:sldMk cId="0" sldId="883"/>
            <ac:spMk id="18" creationId="{0AA5228C-1E2D-F434-52D1-65C976AA5614}"/>
          </ac:spMkLst>
        </pc:spChg>
        <pc:spChg chg="mod">
          <ac:chgData name="欣捷 王" userId="b965477fa0aef5e6" providerId="LiveId" clId="{0FBEE970-746D-47CB-AB82-0F73702F4F8D}" dt="2024-05-27T16:34:53.309" v="3051" actId="20577"/>
          <ac:spMkLst>
            <pc:docMk/>
            <pc:sldMk cId="0" sldId="883"/>
            <ac:spMk id="820227" creationId="{0AF8D4CB-BBBD-40F0-89E6-BD0F002DF5EF}"/>
          </ac:spMkLst>
        </pc:spChg>
        <pc:cxnChg chg="add del mod">
          <ac:chgData name="欣捷 王" userId="b965477fa0aef5e6" providerId="LiveId" clId="{0FBEE970-746D-47CB-AB82-0F73702F4F8D}" dt="2024-05-27T16:31:11.862" v="2984" actId="478"/>
          <ac:cxnSpMkLst>
            <pc:docMk/>
            <pc:sldMk cId="0" sldId="883"/>
            <ac:cxnSpMk id="5" creationId="{1A5C233C-CDF3-7958-9676-DE9BF18DF40A}"/>
          </ac:cxnSpMkLst>
        </pc:cxnChg>
        <pc:cxnChg chg="add del mod">
          <ac:chgData name="欣捷 王" userId="b965477fa0aef5e6" providerId="LiveId" clId="{0FBEE970-746D-47CB-AB82-0F73702F4F8D}" dt="2024-05-27T16:30:54.996" v="2982" actId="478"/>
          <ac:cxnSpMkLst>
            <pc:docMk/>
            <pc:sldMk cId="0" sldId="883"/>
            <ac:cxnSpMk id="8" creationId="{78F76238-5EC1-B6BF-3529-EE1EAB25C9A8}"/>
          </ac:cxnSpMkLst>
        </pc:cxnChg>
        <pc:cxnChg chg="add mod">
          <ac:chgData name="欣捷 王" userId="b965477fa0aef5e6" providerId="LiveId" clId="{0FBEE970-746D-47CB-AB82-0F73702F4F8D}" dt="2024-05-27T16:31:19.639" v="2989" actId="1076"/>
          <ac:cxnSpMkLst>
            <pc:docMk/>
            <pc:sldMk cId="0" sldId="883"/>
            <ac:cxnSpMk id="10" creationId="{9B4E09C8-B547-CDA7-27BC-2C61E58F1063}"/>
          </ac:cxnSpMkLst>
        </pc:cxnChg>
        <pc:cxnChg chg="add mod">
          <ac:chgData name="欣捷 王" userId="b965477fa0aef5e6" providerId="LiveId" clId="{0FBEE970-746D-47CB-AB82-0F73702F4F8D}" dt="2024-05-27T16:31:48.155" v="3022" actId="1037"/>
          <ac:cxnSpMkLst>
            <pc:docMk/>
            <pc:sldMk cId="0" sldId="883"/>
            <ac:cxnSpMk id="12" creationId="{104706B6-E049-F2A7-3AB6-783118BB2A27}"/>
          </ac:cxnSpMkLst>
        </pc:cxnChg>
        <pc:cxnChg chg="add del mod">
          <ac:chgData name="欣捷 王" userId="b965477fa0aef5e6" providerId="LiveId" clId="{0FBEE970-746D-47CB-AB82-0F73702F4F8D}" dt="2024-05-27T16:34:59.419" v="3053" actId="478"/>
          <ac:cxnSpMkLst>
            <pc:docMk/>
            <pc:sldMk cId="0" sldId="883"/>
            <ac:cxnSpMk id="15" creationId="{0BF70E2F-F2E4-69A1-A7D3-5A5801EEB918}"/>
          </ac:cxnSpMkLst>
        </pc:cxnChg>
        <pc:cxnChg chg="add del mod">
          <ac:chgData name="欣捷 王" userId="b965477fa0aef5e6" providerId="LiveId" clId="{0FBEE970-746D-47CB-AB82-0F73702F4F8D}" dt="2024-05-27T16:35:03.139" v="3054" actId="478"/>
          <ac:cxnSpMkLst>
            <pc:docMk/>
            <pc:sldMk cId="0" sldId="883"/>
            <ac:cxnSpMk id="17" creationId="{3300EE80-6EC8-E267-AF81-162EA488C71F}"/>
          </ac:cxnSpMkLst>
        </pc:cxnChg>
      </pc:sldChg>
      <pc:sldChg chg="addSp modSp mod modAnim">
        <pc:chgData name="欣捷 王" userId="b965477fa0aef5e6" providerId="LiveId" clId="{0FBEE970-746D-47CB-AB82-0F73702F4F8D}" dt="2024-05-27T16:45:56.882" v="3161"/>
        <pc:sldMkLst>
          <pc:docMk/>
          <pc:sldMk cId="0" sldId="884"/>
        </pc:sldMkLst>
        <pc:spChg chg="add mod">
          <ac:chgData name="欣捷 王" userId="b965477fa0aef5e6" providerId="LiveId" clId="{0FBEE970-746D-47CB-AB82-0F73702F4F8D}" dt="2024-05-27T16:43:09.932" v="3113"/>
          <ac:spMkLst>
            <pc:docMk/>
            <pc:sldMk cId="0" sldId="884"/>
            <ac:spMk id="6" creationId="{F2AD8EFB-70AE-DA95-A841-84B36C311BD8}"/>
          </ac:spMkLst>
        </pc:spChg>
        <pc:spChg chg="add mod">
          <ac:chgData name="欣捷 王" userId="b965477fa0aef5e6" providerId="LiveId" clId="{0FBEE970-746D-47CB-AB82-0F73702F4F8D}" dt="2024-05-27T16:44:37.679" v="3130" actId="1035"/>
          <ac:spMkLst>
            <pc:docMk/>
            <pc:sldMk cId="0" sldId="884"/>
            <ac:spMk id="8" creationId="{0C3873BB-DBAE-28C7-4C22-AF4C193908F8}"/>
          </ac:spMkLst>
        </pc:spChg>
        <pc:spChg chg="add mod">
          <ac:chgData name="欣捷 王" userId="b965477fa0aef5e6" providerId="LiveId" clId="{0FBEE970-746D-47CB-AB82-0F73702F4F8D}" dt="2024-05-27T16:45:18.336" v="3153" actId="14100"/>
          <ac:spMkLst>
            <pc:docMk/>
            <pc:sldMk cId="0" sldId="884"/>
            <ac:spMk id="12" creationId="{39979AA1-7BEE-23C1-A89F-41C4F73A56DB}"/>
          </ac:spMkLst>
        </pc:spChg>
        <pc:spChg chg="mod">
          <ac:chgData name="欣捷 王" userId="b965477fa0aef5e6" providerId="LiveId" clId="{0FBEE970-746D-47CB-AB82-0F73702F4F8D}" dt="2024-05-27T16:45:32.289" v="3156" actId="207"/>
          <ac:spMkLst>
            <pc:docMk/>
            <pc:sldMk cId="0" sldId="884"/>
            <ac:spMk id="821251" creationId="{AC44C097-4A0F-47B7-BABB-DE2E7AFF9E6B}"/>
          </ac:spMkLst>
        </pc:spChg>
        <pc:cxnChg chg="add mod">
          <ac:chgData name="欣捷 王" userId="b965477fa0aef5e6" providerId="LiveId" clId="{0FBEE970-746D-47CB-AB82-0F73702F4F8D}" dt="2024-05-27T16:43:03.562" v="3093" actId="1076"/>
          <ac:cxnSpMkLst>
            <pc:docMk/>
            <pc:sldMk cId="0" sldId="884"/>
            <ac:cxnSpMk id="5" creationId="{DE88F862-E442-7E86-1EEF-8A5305D9DEA8}"/>
          </ac:cxnSpMkLst>
        </pc:cxnChg>
        <pc:cxnChg chg="add mod">
          <ac:chgData name="欣捷 王" userId="b965477fa0aef5e6" providerId="LiveId" clId="{0FBEE970-746D-47CB-AB82-0F73702F4F8D}" dt="2024-05-27T16:44:37.679" v="3130" actId="1035"/>
          <ac:cxnSpMkLst>
            <pc:docMk/>
            <pc:sldMk cId="0" sldId="884"/>
            <ac:cxnSpMk id="7" creationId="{05CD3768-2710-932B-7A36-B129675AB0EB}"/>
          </ac:cxnSpMkLst>
        </pc:cxnChg>
        <pc:cxnChg chg="add mod">
          <ac:chgData name="欣捷 王" userId="b965477fa0aef5e6" providerId="LiveId" clId="{0FBEE970-746D-47CB-AB82-0F73702F4F8D}" dt="2024-05-27T16:45:27.164" v="3155" actId="14100"/>
          <ac:cxnSpMkLst>
            <pc:docMk/>
            <pc:sldMk cId="0" sldId="884"/>
            <ac:cxnSpMk id="11" creationId="{971BEBE6-04A5-4BD7-BF66-38E1F38871C5}"/>
          </ac:cxnSpMkLst>
        </pc:cxnChg>
      </pc:sldChg>
      <pc:sldChg chg="addSp delSp modSp mod modClrScheme addAnim delAnim modAnim chgLayout modNotesTx">
        <pc:chgData name="欣捷 王" userId="b965477fa0aef5e6" providerId="LiveId" clId="{0FBEE970-746D-47CB-AB82-0F73702F4F8D}" dt="2024-05-27T17:19:54.122" v="4572" actId="20577"/>
        <pc:sldMkLst>
          <pc:docMk/>
          <pc:sldMk cId="0" sldId="885"/>
        </pc:sldMkLst>
        <pc:spChg chg="mod ord">
          <ac:chgData name="欣捷 王" userId="b965477fa0aef5e6" providerId="LiveId" clId="{0FBEE970-746D-47CB-AB82-0F73702F4F8D}" dt="2024-05-27T16:50:20.508" v="3260" actId="700"/>
          <ac:spMkLst>
            <pc:docMk/>
            <pc:sldMk cId="0" sldId="885"/>
            <ac:spMk id="2" creationId="{29C1C279-C170-86F2-B7F0-97F3A6C4CD38}"/>
          </ac:spMkLst>
        </pc:spChg>
        <pc:spChg chg="mod ord">
          <ac:chgData name="欣捷 王" userId="b965477fa0aef5e6" providerId="LiveId" clId="{0FBEE970-746D-47CB-AB82-0F73702F4F8D}" dt="2024-05-27T16:50:20.508" v="3260" actId="700"/>
          <ac:spMkLst>
            <pc:docMk/>
            <pc:sldMk cId="0" sldId="885"/>
            <ac:spMk id="3" creationId="{44924C71-2278-5FDB-D817-76AE140A1494}"/>
          </ac:spMkLst>
        </pc:spChg>
        <pc:spChg chg="mod ord">
          <ac:chgData name="欣捷 王" userId="b965477fa0aef5e6" providerId="LiveId" clId="{0FBEE970-746D-47CB-AB82-0F73702F4F8D}" dt="2024-05-27T16:50:20.508" v="3260" actId="700"/>
          <ac:spMkLst>
            <pc:docMk/>
            <pc:sldMk cId="0" sldId="885"/>
            <ac:spMk id="4" creationId="{B618B234-0183-D79F-0F7C-3211FD1794C8}"/>
          </ac:spMkLst>
        </pc:spChg>
        <pc:spChg chg="add mod">
          <ac:chgData name="欣捷 王" userId="b965477fa0aef5e6" providerId="LiveId" clId="{0FBEE970-746D-47CB-AB82-0F73702F4F8D}" dt="2024-05-27T16:51:49.236" v="3294" actId="14100"/>
          <ac:spMkLst>
            <pc:docMk/>
            <pc:sldMk cId="0" sldId="885"/>
            <ac:spMk id="5" creationId="{7F8CA9E8-33F5-CD8D-149E-98BBC14D639F}"/>
          </ac:spMkLst>
        </pc:spChg>
        <pc:spChg chg="add mod">
          <ac:chgData name="欣捷 王" userId="b965477fa0aef5e6" providerId="LiveId" clId="{0FBEE970-746D-47CB-AB82-0F73702F4F8D}" dt="2024-05-27T16:51:49.236" v="3294" actId="14100"/>
          <ac:spMkLst>
            <pc:docMk/>
            <pc:sldMk cId="0" sldId="885"/>
            <ac:spMk id="6" creationId="{FA7B599B-89D0-1431-6D57-CF1DC9A19020}"/>
          </ac:spMkLst>
        </pc:spChg>
        <pc:spChg chg="add del mod">
          <ac:chgData name="欣捷 王" userId="b965477fa0aef5e6" providerId="LiveId" clId="{0FBEE970-746D-47CB-AB82-0F73702F4F8D}" dt="2024-05-27T16:48:24.894" v="3169" actId="478"/>
          <ac:spMkLst>
            <pc:docMk/>
            <pc:sldMk cId="0" sldId="885"/>
            <ac:spMk id="8" creationId="{F3BC0868-C1A1-8117-CEAF-0B8E4F834706}"/>
          </ac:spMkLst>
        </pc:spChg>
        <pc:spChg chg="add del mod">
          <ac:chgData name="欣捷 王" userId="b965477fa0aef5e6" providerId="LiveId" clId="{0FBEE970-746D-47CB-AB82-0F73702F4F8D}" dt="2024-05-27T16:48:24.894" v="3169" actId="478"/>
          <ac:spMkLst>
            <pc:docMk/>
            <pc:sldMk cId="0" sldId="885"/>
            <ac:spMk id="9" creationId="{93D770A0-D6CE-A489-0D2C-EFAEDABD4366}"/>
          </ac:spMkLst>
        </pc:spChg>
        <pc:spChg chg="add mod">
          <ac:chgData name="欣捷 王" userId="b965477fa0aef5e6" providerId="LiveId" clId="{0FBEE970-746D-47CB-AB82-0F73702F4F8D}" dt="2024-05-27T16:51:03.509" v="3287"/>
          <ac:spMkLst>
            <pc:docMk/>
            <pc:sldMk cId="0" sldId="885"/>
            <ac:spMk id="11" creationId="{A4E93403-4F1E-F1DF-2B43-D65ADEB9D0AF}"/>
          </ac:spMkLst>
        </pc:spChg>
        <pc:spChg chg="add mod">
          <ac:chgData name="欣捷 王" userId="b965477fa0aef5e6" providerId="LiveId" clId="{0FBEE970-746D-47CB-AB82-0F73702F4F8D}" dt="2024-05-27T17:15:48.832" v="4496" actId="20577"/>
          <ac:spMkLst>
            <pc:docMk/>
            <pc:sldMk cId="0" sldId="885"/>
            <ac:spMk id="16" creationId="{1FB0011B-5EA0-7691-DFFF-740615FA5EA3}"/>
          </ac:spMkLst>
        </pc:spChg>
        <pc:spChg chg="mod ord">
          <ac:chgData name="欣捷 王" userId="b965477fa0aef5e6" providerId="LiveId" clId="{0FBEE970-746D-47CB-AB82-0F73702F4F8D}" dt="2024-05-27T16:50:20.508" v="3260" actId="700"/>
          <ac:spMkLst>
            <pc:docMk/>
            <pc:sldMk cId="0" sldId="885"/>
            <ac:spMk id="18434" creationId="{53B55A9F-AD5B-4268-AFDF-B90ADDF76562}"/>
          </ac:spMkLst>
        </pc:spChg>
        <pc:spChg chg="del mod ord">
          <ac:chgData name="欣捷 王" userId="b965477fa0aef5e6" providerId="LiveId" clId="{0FBEE970-746D-47CB-AB82-0F73702F4F8D}" dt="2024-05-27T16:50:22.318" v="3261" actId="478"/>
          <ac:spMkLst>
            <pc:docMk/>
            <pc:sldMk cId="0" sldId="885"/>
            <ac:spMk id="18435" creationId="{A269CC3E-2571-4540-963B-A0B64503281B}"/>
          </ac:spMkLst>
        </pc:spChg>
        <pc:grpChg chg="add mod">
          <ac:chgData name="欣捷 王" userId="b965477fa0aef5e6" providerId="LiveId" clId="{0FBEE970-746D-47CB-AB82-0F73702F4F8D}" dt="2024-05-27T16:55:12.440" v="3333" actId="164"/>
          <ac:grpSpMkLst>
            <pc:docMk/>
            <pc:sldMk cId="0" sldId="885"/>
            <ac:grpSpMk id="17" creationId="{A5D86372-2FEC-C56D-67B0-6394D9648528}"/>
          </ac:grpSpMkLst>
        </pc:grpChg>
        <pc:picChg chg="add mod">
          <ac:chgData name="欣捷 王" userId="b965477fa0aef5e6" providerId="LiveId" clId="{0FBEE970-746D-47CB-AB82-0F73702F4F8D}" dt="2024-05-27T16:55:12.440" v="3333" actId="164"/>
          <ac:picMkLst>
            <pc:docMk/>
            <pc:sldMk cId="0" sldId="885"/>
            <ac:picMk id="15" creationId="{13BBFA0E-42AA-EC3A-2E09-F67425316F7F}"/>
          </ac:picMkLst>
        </pc:picChg>
        <pc:cxnChg chg="add del mod">
          <ac:chgData name="欣捷 王" userId="b965477fa0aef5e6" providerId="LiveId" clId="{0FBEE970-746D-47CB-AB82-0F73702F4F8D}" dt="2024-05-27T16:48:24.894" v="3169" actId="478"/>
          <ac:cxnSpMkLst>
            <pc:docMk/>
            <pc:sldMk cId="0" sldId="885"/>
            <ac:cxnSpMk id="7" creationId="{77C5B0BD-9415-5DEB-3219-16B8CF1E3465}"/>
          </ac:cxnSpMkLst>
        </pc:cxnChg>
        <pc:cxnChg chg="add del mod">
          <ac:chgData name="欣捷 王" userId="b965477fa0aef5e6" providerId="LiveId" clId="{0FBEE970-746D-47CB-AB82-0F73702F4F8D}" dt="2024-05-27T16:48:24.894" v="3169" actId="478"/>
          <ac:cxnSpMkLst>
            <pc:docMk/>
            <pc:sldMk cId="0" sldId="885"/>
            <ac:cxnSpMk id="10" creationId="{A725DC1E-9588-CB37-64FF-82E635F7AA43}"/>
          </ac:cxnSpMkLst>
        </pc:cxnChg>
        <pc:cxnChg chg="add mod">
          <ac:chgData name="欣捷 王" userId="b965477fa0aef5e6" providerId="LiveId" clId="{0FBEE970-746D-47CB-AB82-0F73702F4F8D}" dt="2024-05-27T16:51:28.014" v="3290" actId="1076"/>
          <ac:cxnSpMkLst>
            <pc:docMk/>
            <pc:sldMk cId="0" sldId="885"/>
            <ac:cxnSpMk id="12" creationId="{201C51F0-0ADD-898C-5F69-F2EB4D971069}"/>
          </ac:cxnSpMkLst>
        </pc:cxnChg>
        <pc:cxnChg chg="add mod">
          <ac:chgData name="欣捷 王" userId="b965477fa0aef5e6" providerId="LiveId" clId="{0FBEE970-746D-47CB-AB82-0F73702F4F8D}" dt="2024-05-27T16:51:28.014" v="3290" actId="1076"/>
          <ac:cxnSpMkLst>
            <pc:docMk/>
            <pc:sldMk cId="0" sldId="885"/>
            <ac:cxnSpMk id="13" creationId="{F8B39DA1-3F67-5682-E70C-3C72791A81CF}"/>
          </ac:cxnSpMkLst>
        </pc:cxnChg>
      </pc:sldChg>
      <pc:sldChg chg="del">
        <pc:chgData name="欣捷 王" userId="b965477fa0aef5e6" providerId="LiveId" clId="{0FBEE970-746D-47CB-AB82-0F73702F4F8D}" dt="2024-05-27T14:54:16.854" v="2923" actId="47"/>
        <pc:sldMkLst>
          <pc:docMk/>
          <pc:sldMk cId="0" sldId="886"/>
        </pc:sldMkLst>
      </pc:sldChg>
      <pc:sldChg chg="addSp delSp modSp mod ord modClrScheme modAnim chgLayout modNotesTx">
        <pc:chgData name="欣捷 王" userId="b965477fa0aef5e6" providerId="LiveId" clId="{0FBEE970-746D-47CB-AB82-0F73702F4F8D}" dt="2024-05-27T17:35:12.622" v="4738"/>
        <pc:sldMkLst>
          <pc:docMk/>
          <pc:sldMk cId="0" sldId="889"/>
        </pc:sldMkLst>
        <pc:spChg chg="mod ord">
          <ac:chgData name="欣捷 王" userId="b965477fa0aef5e6" providerId="LiveId" clId="{0FBEE970-746D-47CB-AB82-0F73702F4F8D}" dt="2024-05-27T17:33:55.172" v="4704" actId="700"/>
          <ac:spMkLst>
            <pc:docMk/>
            <pc:sldMk cId="0" sldId="889"/>
            <ac:spMk id="2" creationId="{5B7D1081-250E-24D5-E8C9-DD8E519F14A6}"/>
          </ac:spMkLst>
        </pc:spChg>
        <pc:spChg chg="mod ord">
          <ac:chgData name="欣捷 王" userId="b965477fa0aef5e6" providerId="LiveId" clId="{0FBEE970-746D-47CB-AB82-0F73702F4F8D}" dt="2024-05-27T17:33:55.172" v="4704" actId="700"/>
          <ac:spMkLst>
            <pc:docMk/>
            <pc:sldMk cId="0" sldId="889"/>
            <ac:spMk id="3" creationId="{713C2EBA-F9B2-9D3D-45E8-61F1B12D2BB1}"/>
          </ac:spMkLst>
        </pc:spChg>
        <pc:spChg chg="mod ord">
          <ac:chgData name="欣捷 王" userId="b965477fa0aef5e6" providerId="LiveId" clId="{0FBEE970-746D-47CB-AB82-0F73702F4F8D}" dt="2024-05-27T17:33:55.172" v="4704" actId="700"/>
          <ac:spMkLst>
            <pc:docMk/>
            <pc:sldMk cId="0" sldId="889"/>
            <ac:spMk id="4" creationId="{EC908D01-0D0B-E121-2400-02E2D9BDF951}"/>
          </ac:spMkLst>
        </pc:spChg>
        <pc:spChg chg="add mod">
          <ac:chgData name="欣捷 王" userId="b965477fa0aef5e6" providerId="LiveId" clId="{0FBEE970-746D-47CB-AB82-0F73702F4F8D}" dt="2024-05-27T17:19:09.670" v="4565"/>
          <ac:spMkLst>
            <pc:docMk/>
            <pc:sldMk cId="0" sldId="889"/>
            <ac:spMk id="5" creationId="{AD5B4A84-22E8-D2D1-803B-FDE885F7D4B2}"/>
          </ac:spMkLst>
        </pc:spChg>
        <pc:spChg chg="add mod">
          <ac:chgData name="欣捷 王" userId="b965477fa0aef5e6" providerId="LiveId" clId="{0FBEE970-746D-47CB-AB82-0F73702F4F8D}" dt="2024-05-27T17:34:41.786" v="4732"/>
          <ac:spMkLst>
            <pc:docMk/>
            <pc:sldMk cId="0" sldId="889"/>
            <ac:spMk id="6" creationId="{43FFE1B0-E14A-44FE-350C-AB142D00408D}"/>
          </ac:spMkLst>
        </pc:spChg>
        <pc:spChg chg="add del mod ord">
          <ac:chgData name="欣捷 王" userId="b965477fa0aef5e6" providerId="LiveId" clId="{0FBEE970-746D-47CB-AB82-0F73702F4F8D}" dt="2024-05-27T17:34:00.416" v="4706"/>
          <ac:spMkLst>
            <pc:docMk/>
            <pc:sldMk cId="0" sldId="889"/>
            <ac:spMk id="11" creationId="{5068DC02-321D-ED2B-34ED-47B13EBC41B7}"/>
          </ac:spMkLst>
        </pc:spChg>
        <pc:spChg chg="mod ord">
          <ac:chgData name="欣捷 王" userId="b965477fa0aef5e6" providerId="LiveId" clId="{0FBEE970-746D-47CB-AB82-0F73702F4F8D}" dt="2024-05-27T17:33:55.172" v="4704" actId="700"/>
          <ac:spMkLst>
            <pc:docMk/>
            <pc:sldMk cId="0" sldId="889"/>
            <ac:spMk id="21506" creationId="{CA717C32-4011-469A-95E1-41438C95B072}"/>
          </ac:spMkLst>
        </pc:spChg>
        <pc:spChg chg="mod ord">
          <ac:chgData name="欣捷 王" userId="b965477fa0aef5e6" providerId="LiveId" clId="{0FBEE970-746D-47CB-AB82-0F73702F4F8D}" dt="2024-05-27T17:34:47.494" v="4733" actId="1076"/>
          <ac:spMkLst>
            <pc:docMk/>
            <pc:sldMk cId="0" sldId="889"/>
            <ac:spMk id="21507" creationId="{6A842BFB-821E-4477-A120-FC1CDC78D83C}"/>
          </ac:spMkLst>
        </pc:spChg>
        <pc:picChg chg="add del mod">
          <ac:chgData name="欣捷 王" userId="b965477fa0aef5e6" providerId="LiveId" clId="{0FBEE970-746D-47CB-AB82-0F73702F4F8D}" dt="2024-05-27T17:32:31.472" v="4691" actId="478"/>
          <ac:picMkLst>
            <pc:docMk/>
            <pc:sldMk cId="0" sldId="889"/>
            <ac:picMk id="8" creationId="{D1EC0520-DA7F-A47E-82FC-7665397A90E4}"/>
          </ac:picMkLst>
        </pc:picChg>
        <pc:picChg chg="add del mod ord">
          <ac:chgData name="欣捷 王" userId="b965477fa0aef5e6" providerId="LiveId" clId="{0FBEE970-746D-47CB-AB82-0F73702F4F8D}" dt="2024-05-27T17:33:59.274" v="4705" actId="21"/>
          <ac:picMkLst>
            <pc:docMk/>
            <pc:sldMk cId="0" sldId="889"/>
            <ac:picMk id="10" creationId="{5801C5BE-371A-4B12-C248-29E7B8303210}"/>
          </ac:picMkLst>
        </pc:picChg>
        <pc:picChg chg="add mod">
          <ac:chgData name="欣捷 王" userId="b965477fa0aef5e6" providerId="LiveId" clId="{0FBEE970-746D-47CB-AB82-0F73702F4F8D}" dt="2024-05-27T17:34:49.285" v="4734" actId="1076"/>
          <ac:picMkLst>
            <pc:docMk/>
            <pc:sldMk cId="0" sldId="889"/>
            <ac:picMk id="12" creationId="{5801C5BE-371A-4B12-C248-29E7B8303210}"/>
          </ac:picMkLst>
        </pc:picChg>
      </pc:sldChg>
      <pc:sldChg chg="addSp delSp modSp mod modClrScheme modAnim chgLayout">
        <pc:chgData name="欣捷 王" userId="b965477fa0aef5e6" providerId="LiveId" clId="{0FBEE970-746D-47CB-AB82-0F73702F4F8D}" dt="2024-05-27T17:55:13.935" v="6246" actId="1076"/>
        <pc:sldMkLst>
          <pc:docMk/>
          <pc:sldMk cId="0" sldId="890"/>
        </pc:sldMkLst>
        <pc:spChg chg="mod ord">
          <ac:chgData name="欣捷 王" userId="b965477fa0aef5e6" providerId="LiveId" clId="{0FBEE970-746D-47CB-AB82-0F73702F4F8D}" dt="2024-05-27T17:50:02.191" v="6141" actId="700"/>
          <ac:spMkLst>
            <pc:docMk/>
            <pc:sldMk cId="0" sldId="890"/>
            <ac:spMk id="2" creationId="{2842463B-0ECA-878F-3B7E-69F60BCAF227}"/>
          </ac:spMkLst>
        </pc:spChg>
        <pc:spChg chg="mod ord">
          <ac:chgData name="欣捷 王" userId="b965477fa0aef5e6" providerId="LiveId" clId="{0FBEE970-746D-47CB-AB82-0F73702F4F8D}" dt="2024-05-27T17:50:02.191" v="6141" actId="700"/>
          <ac:spMkLst>
            <pc:docMk/>
            <pc:sldMk cId="0" sldId="890"/>
            <ac:spMk id="3" creationId="{0CECE9BA-FF62-282A-A7BF-5C05F66FD006}"/>
          </ac:spMkLst>
        </pc:spChg>
        <pc:spChg chg="mod ord">
          <ac:chgData name="欣捷 王" userId="b965477fa0aef5e6" providerId="LiveId" clId="{0FBEE970-746D-47CB-AB82-0F73702F4F8D}" dt="2024-05-27T17:50:02.191" v="6141" actId="700"/>
          <ac:spMkLst>
            <pc:docMk/>
            <pc:sldMk cId="0" sldId="890"/>
            <ac:spMk id="4" creationId="{24A67EE9-9AAB-E476-8316-745B3D80ECB0}"/>
          </ac:spMkLst>
        </pc:spChg>
        <pc:spChg chg="del mod topLvl">
          <ac:chgData name="欣捷 王" userId="b965477fa0aef5e6" providerId="LiveId" clId="{0FBEE970-746D-47CB-AB82-0F73702F4F8D}" dt="2024-05-27T17:51:02.114" v="6166" actId="478"/>
          <ac:spMkLst>
            <pc:docMk/>
            <pc:sldMk cId="0" sldId="890"/>
            <ac:spMk id="9" creationId="{7FB358D7-2232-0905-E868-FD6F697975C7}"/>
          </ac:spMkLst>
        </pc:spChg>
        <pc:spChg chg="mod topLvl">
          <ac:chgData name="欣捷 王" userId="b965477fa0aef5e6" providerId="LiveId" clId="{0FBEE970-746D-47CB-AB82-0F73702F4F8D}" dt="2024-05-27T17:54:57.229" v="6242" actId="12789"/>
          <ac:spMkLst>
            <pc:docMk/>
            <pc:sldMk cId="0" sldId="890"/>
            <ac:spMk id="14" creationId="{2DDD1F6D-32C9-C0E1-32E2-6758AD9412F1}"/>
          </ac:spMkLst>
        </pc:spChg>
        <pc:spChg chg="mod topLvl">
          <ac:chgData name="欣捷 王" userId="b965477fa0aef5e6" providerId="LiveId" clId="{0FBEE970-746D-47CB-AB82-0F73702F4F8D}" dt="2024-05-27T17:54:57.229" v="6242" actId="12789"/>
          <ac:spMkLst>
            <pc:docMk/>
            <pc:sldMk cId="0" sldId="890"/>
            <ac:spMk id="15" creationId="{A296C798-00FF-05F6-58E7-FB822A30685D}"/>
          </ac:spMkLst>
        </pc:spChg>
        <pc:spChg chg="mod topLvl">
          <ac:chgData name="欣捷 王" userId="b965477fa0aef5e6" providerId="LiveId" clId="{0FBEE970-746D-47CB-AB82-0F73702F4F8D}" dt="2024-05-27T17:55:13.935" v="6246" actId="1076"/>
          <ac:spMkLst>
            <pc:docMk/>
            <pc:sldMk cId="0" sldId="890"/>
            <ac:spMk id="16" creationId="{8B05B7AC-6C12-FF86-1A9A-8AC1B8E872A5}"/>
          </ac:spMkLst>
        </pc:spChg>
        <pc:spChg chg="mod topLvl">
          <ac:chgData name="欣捷 王" userId="b965477fa0aef5e6" providerId="LiveId" clId="{0FBEE970-746D-47CB-AB82-0F73702F4F8D}" dt="2024-05-27T17:55:13.935" v="6246" actId="1076"/>
          <ac:spMkLst>
            <pc:docMk/>
            <pc:sldMk cId="0" sldId="890"/>
            <ac:spMk id="17" creationId="{F2747CF4-365E-87C3-9D68-4C74687030C1}"/>
          </ac:spMkLst>
        </pc:spChg>
        <pc:spChg chg="mod">
          <ac:chgData name="欣捷 王" userId="b965477fa0aef5e6" providerId="LiveId" clId="{0FBEE970-746D-47CB-AB82-0F73702F4F8D}" dt="2024-05-27T17:48:34.810" v="6084"/>
          <ac:spMkLst>
            <pc:docMk/>
            <pc:sldMk cId="0" sldId="890"/>
            <ac:spMk id="21" creationId="{F807FAC3-6057-A7B2-23B4-0182F709089B}"/>
          </ac:spMkLst>
        </pc:spChg>
        <pc:spChg chg="mod">
          <ac:chgData name="欣捷 王" userId="b965477fa0aef5e6" providerId="LiveId" clId="{0FBEE970-746D-47CB-AB82-0F73702F4F8D}" dt="2024-05-27T17:48:34.810" v="6084"/>
          <ac:spMkLst>
            <pc:docMk/>
            <pc:sldMk cId="0" sldId="890"/>
            <ac:spMk id="22" creationId="{7A17B684-33DB-2462-4398-7DF19B995CD2}"/>
          </ac:spMkLst>
        </pc:spChg>
        <pc:spChg chg="mod topLvl">
          <ac:chgData name="欣捷 王" userId="b965477fa0aef5e6" providerId="LiveId" clId="{0FBEE970-746D-47CB-AB82-0F73702F4F8D}" dt="2024-05-27T17:55:05.850" v="6245" actId="12789"/>
          <ac:spMkLst>
            <pc:docMk/>
            <pc:sldMk cId="0" sldId="890"/>
            <ac:spMk id="24" creationId="{A60F1CD4-C5C6-2A38-FBCA-1E58B2637B46}"/>
          </ac:spMkLst>
        </pc:spChg>
        <pc:spChg chg="mod topLvl">
          <ac:chgData name="欣捷 王" userId="b965477fa0aef5e6" providerId="LiveId" clId="{0FBEE970-746D-47CB-AB82-0F73702F4F8D}" dt="2024-05-27T17:55:05.850" v="6245" actId="12789"/>
          <ac:spMkLst>
            <pc:docMk/>
            <pc:sldMk cId="0" sldId="890"/>
            <ac:spMk id="25" creationId="{222F1733-8895-7410-A215-ED22F035A0B0}"/>
          </ac:spMkLst>
        </pc:spChg>
        <pc:spChg chg="add mod">
          <ac:chgData name="欣捷 王" userId="b965477fa0aef5e6" providerId="LiveId" clId="{0FBEE970-746D-47CB-AB82-0F73702F4F8D}" dt="2024-05-27T17:48:58.815" v="6089" actId="571"/>
          <ac:spMkLst>
            <pc:docMk/>
            <pc:sldMk cId="0" sldId="890"/>
            <ac:spMk id="31" creationId="{1771899B-65A6-6E79-C78F-D403DCFA812D}"/>
          </ac:spMkLst>
        </pc:spChg>
        <pc:spChg chg="mod">
          <ac:chgData name="欣捷 王" userId="b965477fa0aef5e6" providerId="LiveId" clId="{0FBEE970-746D-47CB-AB82-0F73702F4F8D}" dt="2024-05-27T17:48:58.815" v="6089" actId="571"/>
          <ac:spMkLst>
            <pc:docMk/>
            <pc:sldMk cId="0" sldId="890"/>
            <ac:spMk id="35" creationId="{3697E85C-0D7F-4DC1-A12E-8C2C95D86A64}"/>
          </ac:spMkLst>
        </pc:spChg>
        <pc:spChg chg="mod">
          <ac:chgData name="欣捷 王" userId="b965477fa0aef5e6" providerId="LiveId" clId="{0FBEE970-746D-47CB-AB82-0F73702F4F8D}" dt="2024-05-27T17:48:58.815" v="6089" actId="571"/>
          <ac:spMkLst>
            <pc:docMk/>
            <pc:sldMk cId="0" sldId="890"/>
            <ac:spMk id="36" creationId="{80B04A82-C65B-4129-E904-E689C30DCB68}"/>
          </ac:spMkLst>
        </pc:spChg>
        <pc:spChg chg="add del mod">
          <ac:chgData name="欣捷 王" userId="b965477fa0aef5e6" providerId="LiveId" clId="{0FBEE970-746D-47CB-AB82-0F73702F4F8D}" dt="2024-05-27T17:50:02.191" v="6141" actId="700"/>
          <ac:spMkLst>
            <pc:docMk/>
            <pc:sldMk cId="0" sldId="890"/>
            <ac:spMk id="38" creationId="{60C37BCD-1B02-7CD6-2A1D-635F373941DD}"/>
          </ac:spMkLst>
        </pc:spChg>
        <pc:spChg chg="mod ord">
          <ac:chgData name="欣捷 王" userId="b965477fa0aef5e6" providerId="LiveId" clId="{0FBEE970-746D-47CB-AB82-0F73702F4F8D}" dt="2024-05-27T17:50:02.191" v="6141" actId="700"/>
          <ac:spMkLst>
            <pc:docMk/>
            <pc:sldMk cId="0" sldId="890"/>
            <ac:spMk id="22530" creationId="{5E6F5E9D-8AB8-4C61-8BF9-B408232D480A}"/>
          </ac:spMkLst>
        </pc:spChg>
        <pc:spChg chg="del mod">
          <ac:chgData name="欣捷 王" userId="b965477fa0aef5e6" providerId="LiveId" clId="{0FBEE970-746D-47CB-AB82-0F73702F4F8D}" dt="2024-05-27T17:49:57.601" v="6140" actId="478"/>
          <ac:spMkLst>
            <pc:docMk/>
            <pc:sldMk cId="0" sldId="890"/>
            <ac:spMk id="874499" creationId="{E4284BE5-DF6E-4F0D-B69E-DE20A34B4C58}"/>
          </ac:spMkLst>
        </pc:spChg>
        <pc:grpChg chg="add del mod">
          <ac:chgData name="欣捷 王" userId="b965477fa0aef5e6" providerId="LiveId" clId="{0FBEE970-746D-47CB-AB82-0F73702F4F8D}" dt="2024-05-27T17:48:31.527" v="6083" actId="165"/>
          <ac:grpSpMkLst>
            <pc:docMk/>
            <pc:sldMk cId="0" sldId="890"/>
            <ac:grpSpMk id="5" creationId="{C94A4658-C02B-2F83-5585-75758E76FC88}"/>
          </ac:grpSpMkLst>
        </pc:grpChg>
        <pc:grpChg chg="del mod topLvl">
          <ac:chgData name="欣捷 王" userId="b965477fa0aef5e6" providerId="LiveId" clId="{0FBEE970-746D-47CB-AB82-0F73702F4F8D}" dt="2024-05-27T17:49:10.473" v="6091" actId="165"/>
          <ac:grpSpMkLst>
            <pc:docMk/>
            <pc:sldMk cId="0" sldId="890"/>
            <ac:grpSpMk id="6" creationId="{E3C9A7C9-8A0D-6F80-4769-08287694D929}"/>
          </ac:grpSpMkLst>
        </pc:grpChg>
        <pc:grpChg chg="del mod topLvl">
          <ac:chgData name="欣捷 王" userId="b965477fa0aef5e6" providerId="LiveId" clId="{0FBEE970-746D-47CB-AB82-0F73702F4F8D}" dt="2024-05-27T17:49:10.473" v="6091" actId="165"/>
          <ac:grpSpMkLst>
            <pc:docMk/>
            <pc:sldMk cId="0" sldId="890"/>
            <ac:grpSpMk id="7" creationId="{4E39B4AE-7D8A-7A00-35A9-9BA68891DCC7}"/>
          </ac:grpSpMkLst>
        </pc:grpChg>
        <pc:grpChg chg="del mod topLvl">
          <ac:chgData name="欣捷 王" userId="b965477fa0aef5e6" providerId="LiveId" clId="{0FBEE970-746D-47CB-AB82-0F73702F4F8D}" dt="2024-05-27T17:50:37.153" v="6150" actId="165"/>
          <ac:grpSpMkLst>
            <pc:docMk/>
            <pc:sldMk cId="0" sldId="890"/>
            <ac:grpSpMk id="8" creationId="{F71AB59C-2CC5-D4C6-6D52-155C94C41351}"/>
          </ac:grpSpMkLst>
        </pc:grpChg>
        <pc:grpChg chg="add mod">
          <ac:chgData name="欣捷 王" userId="b965477fa0aef5e6" providerId="LiveId" clId="{0FBEE970-746D-47CB-AB82-0F73702F4F8D}" dt="2024-05-27T17:48:34.810" v="6084"/>
          <ac:grpSpMkLst>
            <pc:docMk/>
            <pc:sldMk cId="0" sldId="890"/>
            <ac:grpSpMk id="20" creationId="{E3E97C7A-D51C-A41A-C5E9-961C108A100B}"/>
          </ac:grpSpMkLst>
        </pc:grpChg>
        <pc:grpChg chg="add del mod">
          <ac:chgData name="欣捷 王" userId="b965477fa0aef5e6" providerId="LiveId" clId="{0FBEE970-746D-47CB-AB82-0F73702F4F8D}" dt="2024-05-27T17:49:10.473" v="6091" actId="165"/>
          <ac:grpSpMkLst>
            <pc:docMk/>
            <pc:sldMk cId="0" sldId="890"/>
            <ac:grpSpMk id="23" creationId="{87EAC9F7-BE1A-DADB-A7F1-F07DF095E15E}"/>
          </ac:grpSpMkLst>
        </pc:grpChg>
        <pc:grpChg chg="add mod">
          <ac:chgData name="欣捷 王" userId="b965477fa0aef5e6" providerId="LiveId" clId="{0FBEE970-746D-47CB-AB82-0F73702F4F8D}" dt="2024-05-27T17:48:58.815" v="6089" actId="571"/>
          <ac:grpSpMkLst>
            <pc:docMk/>
            <pc:sldMk cId="0" sldId="890"/>
            <ac:grpSpMk id="26" creationId="{635CC2DF-EC93-8879-5044-308D2C56D827}"/>
          </ac:grpSpMkLst>
        </pc:grpChg>
        <pc:grpChg chg="add mod">
          <ac:chgData name="欣捷 王" userId="b965477fa0aef5e6" providerId="LiveId" clId="{0FBEE970-746D-47CB-AB82-0F73702F4F8D}" dt="2024-05-27T17:48:58.815" v="6089" actId="571"/>
          <ac:grpSpMkLst>
            <pc:docMk/>
            <pc:sldMk cId="0" sldId="890"/>
            <ac:grpSpMk id="34" creationId="{780AFA28-81D1-DE40-79B3-9ED2252D0293}"/>
          </ac:grpSpMkLst>
        </pc:grpChg>
        <pc:grpChg chg="add mod">
          <ac:chgData name="欣捷 王" userId="b965477fa0aef5e6" providerId="LiveId" clId="{0FBEE970-746D-47CB-AB82-0F73702F4F8D}" dt="2024-05-27T17:55:13.935" v="6246" actId="1076"/>
          <ac:grpSpMkLst>
            <pc:docMk/>
            <pc:sldMk cId="0" sldId="890"/>
            <ac:grpSpMk id="41" creationId="{84CFC3A7-B5DB-7558-898E-641B7D32ED77}"/>
          </ac:grpSpMkLst>
        </pc:grpChg>
        <pc:grpChg chg="add mod">
          <ac:chgData name="欣捷 王" userId="b965477fa0aef5e6" providerId="LiveId" clId="{0FBEE970-746D-47CB-AB82-0F73702F4F8D}" dt="2024-05-27T17:55:13.935" v="6246" actId="1076"/>
          <ac:grpSpMkLst>
            <pc:docMk/>
            <pc:sldMk cId="0" sldId="890"/>
            <ac:grpSpMk id="42" creationId="{2511751F-9177-1B11-EE20-9300CBE913EB}"/>
          </ac:grpSpMkLst>
        </pc:grpChg>
        <pc:cxnChg chg="del mod topLvl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0" creationId="{878DDF8D-9931-5407-DBED-5F21DD1EC64E}"/>
          </ac:cxnSpMkLst>
        </pc:cxnChg>
        <pc:cxnChg chg="del mod topLvl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1" creationId="{AD0F9ED5-9104-6F66-5812-8AFB499D4058}"/>
          </ac:cxnSpMkLst>
        </pc:cxnChg>
        <pc:cxnChg chg="del mod topLvl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2" creationId="{C8C260FB-47EB-08ED-2A5E-760248DAAE27}"/>
          </ac:cxnSpMkLst>
        </pc:cxnChg>
        <pc:cxnChg chg="del mod topLvl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3" creationId="{EF4BDD7B-A3AE-515F-01AE-926C6F39A8B7}"/>
          </ac:cxnSpMkLst>
        </pc:cxnChg>
        <pc:cxnChg chg="add del mod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8" creationId="{712C3DFB-75CC-A2EA-4070-BA65FEB44D6A}"/>
          </ac:cxnSpMkLst>
        </pc:cxnChg>
        <pc:cxnChg chg="add del mod">
          <ac:chgData name="欣捷 王" userId="b965477fa0aef5e6" providerId="LiveId" clId="{0FBEE970-746D-47CB-AB82-0F73702F4F8D}" dt="2024-05-27T17:51:02.114" v="6166" actId="478"/>
          <ac:cxnSpMkLst>
            <pc:docMk/>
            <pc:sldMk cId="0" sldId="890"/>
            <ac:cxnSpMk id="19" creationId="{E54FFD4E-CCAE-93D5-39AC-B5738D30CDBD}"/>
          </ac:cxnSpMkLst>
        </pc:cxnChg>
        <pc:cxnChg chg="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27" creationId="{AABB6C68-7074-A37A-A363-25AAED0980EC}"/>
          </ac:cxnSpMkLst>
        </pc:cxnChg>
        <pc:cxnChg chg="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28" creationId="{5EED3A1F-314F-532A-0644-5E2041B3FE33}"/>
          </ac:cxnSpMkLst>
        </pc:cxnChg>
        <pc:cxnChg chg="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29" creationId="{6C1A3E2E-CBAE-C45C-1AB8-95CA20CA9AF3}"/>
          </ac:cxnSpMkLst>
        </pc:cxnChg>
        <pc:cxnChg chg="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30" creationId="{5ADE852E-762C-38B8-025F-215F6617EB0A}"/>
          </ac:cxnSpMkLst>
        </pc:cxnChg>
        <pc:cxnChg chg="add 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32" creationId="{86CD995C-0219-3AB0-64BC-7D404986F51A}"/>
          </ac:cxnSpMkLst>
        </pc:cxnChg>
        <pc:cxnChg chg="add mod">
          <ac:chgData name="欣捷 王" userId="b965477fa0aef5e6" providerId="LiveId" clId="{0FBEE970-746D-47CB-AB82-0F73702F4F8D}" dt="2024-05-27T17:48:58.815" v="6089" actId="571"/>
          <ac:cxnSpMkLst>
            <pc:docMk/>
            <pc:sldMk cId="0" sldId="890"/>
            <ac:cxnSpMk id="33" creationId="{369B5950-AF39-95B5-7B96-D36C789A8CA1}"/>
          </ac:cxnSpMkLst>
        </pc:cxnChg>
      </pc:sldChg>
      <pc:sldChg chg="modSp del mod">
        <pc:chgData name="欣捷 王" userId="b965477fa0aef5e6" providerId="LiveId" clId="{0FBEE970-746D-47CB-AB82-0F73702F4F8D}" dt="2024-05-27T17:18:13.096" v="4533" actId="47"/>
        <pc:sldMkLst>
          <pc:docMk/>
          <pc:sldMk cId="0" sldId="916"/>
        </pc:sldMkLst>
        <pc:spChg chg="mod">
          <ac:chgData name="欣捷 王" userId="b965477fa0aef5e6" providerId="LiveId" clId="{0FBEE970-746D-47CB-AB82-0F73702F4F8D}" dt="2024-05-27T17:17:55.893" v="4524" actId="21"/>
          <ac:spMkLst>
            <pc:docMk/>
            <pc:sldMk cId="0" sldId="916"/>
            <ac:spMk id="3" creationId="{1BF7F54B-2CED-4E89-930F-070DEB518B05}"/>
          </ac:spMkLst>
        </pc:spChg>
      </pc:sldChg>
      <pc:sldChg chg="modSp mod">
        <pc:chgData name="欣捷 王" userId="b965477fa0aef5e6" providerId="LiveId" clId="{0FBEE970-746D-47CB-AB82-0F73702F4F8D}" dt="2024-05-15T15:51:32.264" v="17" actId="207"/>
        <pc:sldMkLst>
          <pc:docMk/>
          <pc:sldMk cId="3648011815" sldId="917"/>
        </pc:sldMkLst>
        <pc:spChg chg="mod">
          <ac:chgData name="欣捷 王" userId="b965477fa0aef5e6" providerId="LiveId" clId="{0FBEE970-746D-47CB-AB82-0F73702F4F8D}" dt="2024-05-15T15:51:32.264" v="17" actId="207"/>
          <ac:spMkLst>
            <pc:docMk/>
            <pc:sldMk cId="3648011815" sldId="917"/>
            <ac:spMk id="11" creationId="{F9271597-A536-49E9-B366-3DA22A9A4505}"/>
          </ac:spMkLst>
        </pc:spChg>
      </pc:sldChg>
      <pc:sldChg chg="modSp mod">
        <pc:chgData name="欣捷 王" userId="b965477fa0aef5e6" providerId="LiveId" clId="{0FBEE970-746D-47CB-AB82-0F73702F4F8D}" dt="2024-05-27T18:06:17.664" v="6400" actId="6549"/>
        <pc:sldMkLst>
          <pc:docMk/>
          <pc:sldMk cId="2399032190" sldId="923"/>
        </pc:sldMkLst>
        <pc:spChg chg="mod">
          <ac:chgData name="欣捷 王" userId="b965477fa0aef5e6" providerId="LiveId" clId="{0FBEE970-746D-47CB-AB82-0F73702F4F8D}" dt="2024-05-27T18:06:17.664" v="6400" actId="6549"/>
          <ac:spMkLst>
            <pc:docMk/>
            <pc:sldMk cId="2399032190" sldId="923"/>
            <ac:spMk id="886787" creationId="{C5BA297C-83AB-47D3-83F6-EF94725E8889}"/>
          </ac:spMkLst>
        </pc:spChg>
      </pc:sldChg>
      <pc:sldChg chg="addSp modSp mod">
        <pc:chgData name="欣捷 王" userId="b965477fa0aef5e6" providerId="LiveId" clId="{0FBEE970-746D-47CB-AB82-0F73702F4F8D}" dt="2024-05-27T17:59:30.015" v="6339" actId="114"/>
        <pc:sldMkLst>
          <pc:docMk/>
          <pc:sldMk cId="1809059029" sldId="925"/>
        </pc:sldMkLst>
        <pc:spChg chg="mod">
          <ac:chgData name="欣捷 王" userId="b965477fa0aef5e6" providerId="LiveId" clId="{0FBEE970-746D-47CB-AB82-0F73702F4F8D}" dt="2024-05-27T17:59:30.015" v="6339" actId="114"/>
          <ac:spMkLst>
            <pc:docMk/>
            <pc:sldMk cId="1809059029" sldId="925"/>
            <ac:spMk id="3" creationId="{17952C89-5C7A-4439-BE62-54B7D3A96CDD}"/>
          </ac:spMkLst>
        </pc:spChg>
        <pc:spChg chg="add mod">
          <ac:chgData name="欣捷 王" userId="b965477fa0aef5e6" providerId="LiveId" clId="{0FBEE970-746D-47CB-AB82-0F73702F4F8D}" dt="2024-05-27T17:57:59.115" v="6312" actId="1076"/>
          <ac:spMkLst>
            <pc:docMk/>
            <pc:sldMk cId="1809059029" sldId="925"/>
            <ac:spMk id="7" creationId="{0A79A3ED-2508-8512-0B07-DBD6EA8EFA9B}"/>
          </ac:spMkLst>
        </pc:spChg>
        <pc:spChg chg="add mod">
          <ac:chgData name="欣捷 王" userId="b965477fa0aef5e6" providerId="LiveId" clId="{0FBEE970-746D-47CB-AB82-0F73702F4F8D}" dt="2024-05-27T17:59:21.362" v="6336" actId="1076"/>
          <ac:spMkLst>
            <pc:docMk/>
            <pc:sldMk cId="1809059029" sldId="925"/>
            <ac:spMk id="9" creationId="{AF808062-EFFE-2CBE-F992-2509215CEEAD}"/>
          </ac:spMkLst>
        </pc:spChg>
      </pc:sldChg>
      <pc:sldChg chg="del">
        <pc:chgData name="欣捷 王" userId="b965477fa0aef5e6" providerId="LiveId" clId="{0FBEE970-746D-47CB-AB82-0F73702F4F8D}" dt="2024-05-27T17:59:34.880" v="6340" actId="47"/>
        <pc:sldMkLst>
          <pc:docMk/>
          <pc:sldMk cId="3168693475" sldId="926"/>
        </pc:sldMkLst>
      </pc:sldChg>
      <pc:sldChg chg="modSp mod modTransition">
        <pc:chgData name="欣捷 王" userId="b965477fa0aef5e6" providerId="LiveId" clId="{0FBEE970-746D-47CB-AB82-0F73702F4F8D}" dt="2024-05-27T18:03:12.816" v="6373"/>
        <pc:sldMkLst>
          <pc:docMk/>
          <pc:sldMk cId="464356135" sldId="927"/>
        </pc:sldMkLst>
        <pc:spChg chg="mod">
          <ac:chgData name="欣捷 王" userId="b965477fa0aef5e6" providerId="LiveId" clId="{0FBEE970-746D-47CB-AB82-0F73702F4F8D}" dt="2024-05-27T18:01:30.201" v="6365" actId="403"/>
          <ac:spMkLst>
            <pc:docMk/>
            <pc:sldMk cId="464356135" sldId="927"/>
            <ac:spMk id="3" creationId="{17952C89-5C7A-4439-BE62-54B7D3A96CDD}"/>
          </ac:spMkLst>
        </pc:spChg>
        <pc:graphicFrameChg chg="mod">
          <ac:chgData name="欣捷 王" userId="b965477fa0aef5e6" providerId="LiveId" clId="{0FBEE970-746D-47CB-AB82-0F73702F4F8D}" dt="2024-05-27T18:01:32.794" v="6366" actId="1076"/>
          <ac:graphicFrameMkLst>
            <pc:docMk/>
            <pc:sldMk cId="464356135" sldId="927"/>
            <ac:graphicFrameMk id="7" creationId="{5B6DFD2A-7010-42C5-A5A2-9DEA42F723D7}"/>
          </ac:graphicFrameMkLst>
        </pc:graphicFrameChg>
      </pc:sldChg>
      <pc:sldChg chg="modSp mod modTransition">
        <pc:chgData name="欣捷 王" userId="b965477fa0aef5e6" providerId="LiveId" clId="{0FBEE970-746D-47CB-AB82-0F73702F4F8D}" dt="2024-05-27T18:03:55.921" v="6394"/>
        <pc:sldMkLst>
          <pc:docMk/>
          <pc:sldMk cId="3474024645" sldId="928"/>
        </pc:sldMkLst>
        <pc:spChg chg="mod">
          <ac:chgData name="欣捷 王" userId="b965477fa0aef5e6" providerId="LiveId" clId="{0FBEE970-746D-47CB-AB82-0F73702F4F8D}" dt="2024-05-27T18:01:22.905" v="6363" actId="403"/>
          <ac:spMkLst>
            <pc:docMk/>
            <pc:sldMk cId="3474024645" sldId="928"/>
            <ac:spMk id="3" creationId="{17952C89-5C7A-4439-BE62-54B7D3A96CDD}"/>
          </ac:spMkLst>
        </pc:spChg>
        <pc:graphicFrameChg chg="mod">
          <ac:chgData name="欣捷 王" userId="b965477fa0aef5e6" providerId="LiveId" clId="{0FBEE970-746D-47CB-AB82-0F73702F4F8D}" dt="2024-05-27T18:01:25.365" v="6364" actId="1076"/>
          <ac:graphicFrameMkLst>
            <pc:docMk/>
            <pc:sldMk cId="3474024645" sldId="928"/>
            <ac:graphicFrameMk id="6" creationId="{58033087-B20F-4D97-999A-4E46D37E8F0F}"/>
          </ac:graphicFrameMkLst>
        </pc:graphicFrameChg>
      </pc:sldChg>
      <pc:sldChg chg="modSp mod">
        <pc:chgData name="欣捷 王" userId="b965477fa0aef5e6" providerId="LiveId" clId="{0FBEE970-746D-47CB-AB82-0F73702F4F8D}" dt="2024-05-27T18:01:19.010" v="6362" actId="1076"/>
        <pc:sldMkLst>
          <pc:docMk/>
          <pc:sldMk cId="206795369" sldId="929"/>
        </pc:sldMkLst>
        <pc:spChg chg="mod">
          <ac:chgData name="欣捷 王" userId="b965477fa0aef5e6" providerId="LiveId" clId="{0FBEE970-746D-47CB-AB82-0F73702F4F8D}" dt="2024-05-27T18:01:15.978" v="6361" actId="403"/>
          <ac:spMkLst>
            <pc:docMk/>
            <pc:sldMk cId="206795369" sldId="929"/>
            <ac:spMk id="3" creationId="{17952C89-5C7A-4439-BE62-54B7D3A96CDD}"/>
          </ac:spMkLst>
        </pc:spChg>
        <pc:graphicFrameChg chg="mod">
          <ac:chgData name="欣捷 王" userId="b965477fa0aef5e6" providerId="LiveId" clId="{0FBEE970-746D-47CB-AB82-0F73702F4F8D}" dt="2024-05-27T18:01:19.010" v="6362" actId="1076"/>
          <ac:graphicFrameMkLst>
            <pc:docMk/>
            <pc:sldMk cId="206795369" sldId="929"/>
            <ac:graphicFrameMk id="5" creationId="{097BE44A-6FFE-42F9-84F0-801126D4373B}"/>
          </ac:graphicFrameMkLst>
        </pc:graphicFrameChg>
      </pc:sldChg>
      <pc:sldChg chg="modSp mod">
        <pc:chgData name="欣捷 王" userId="b965477fa0aef5e6" providerId="LiveId" clId="{0FBEE970-746D-47CB-AB82-0F73702F4F8D}" dt="2024-05-27T18:01:07.973" v="6360" actId="1076"/>
        <pc:sldMkLst>
          <pc:docMk/>
          <pc:sldMk cId="44257054" sldId="930"/>
        </pc:sldMkLst>
        <pc:spChg chg="mod">
          <ac:chgData name="欣捷 王" userId="b965477fa0aef5e6" providerId="LiveId" clId="{0FBEE970-746D-47CB-AB82-0F73702F4F8D}" dt="2024-05-27T18:01:04.082" v="6359" actId="403"/>
          <ac:spMkLst>
            <pc:docMk/>
            <pc:sldMk cId="44257054" sldId="930"/>
            <ac:spMk id="3" creationId="{17952C89-5C7A-4439-BE62-54B7D3A96CDD}"/>
          </ac:spMkLst>
        </pc:spChg>
        <pc:graphicFrameChg chg="mod">
          <ac:chgData name="欣捷 王" userId="b965477fa0aef5e6" providerId="LiveId" clId="{0FBEE970-746D-47CB-AB82-0F73702F4F8D}" dt="2024-05-27T18:01:07.973" v="6360" actId="1076"/>
          <ac:graphicFrameMkLst>
            <pc:docMk/>
            <pc:sldMk cId="44257054" sldId="930"/>
            <ac:graphicFrameMk id="6" creationId="{C31FD9E5-8B13-42D6-91B5-8038A568E3F2}"/>
          </ac:graphicFrameMkLst>
        </pc:graphicFrameChg>
      </pc:sldChg>
      <pc:sldChg chg="modSp mod">
        <pc:chgData name="欣捷 王" userId="b965477fa0aef5e6" providerId="LiveId" clId="{0FBEE970-746D-47CB-AB82-0F73702F4F8D}" dt="2024-05-27T18:01:00.252" v="6358" actId="403"/>
        <pc:sldMkLst>
          <pc:docMk/>
          <pc:sldMk cId="1496013796" sldId="932"/>
        </pc:sldMkLst>
        <pc:spChg chg="mod">
          <ac:chgData name="欣捷 王" userId="b965477fa0aef5e6" providerId="LiveId" clId="{0FBEE970-746D-47CB-AB82-0F73702F4F8D}" dt="2024-05-27T18:01:00.252" v="6358" actId="403"/>
          <ac:spMkLst>
            <pc:docMk/>
            <pc:sldMk cId="1496013796" sldId="932"/>
            <ac:spMk id="3" creationId="{17952C89-5C7A-4439-BE62-54B7D3A96CDD}"/>
          </ac:spMkLst>
        </pc:spChg>
      </pc:sldChg>
      <pc:sldChg chg="modSp mod">
        <pc:chgData name="欣捷 王" userId="b965477fa0aef5e6" providerId="LiveId" clId="{0FBEE970-746D-47CB-AB82-0F73702F4F8D}" dt="2024-05-27T18:00:56.172" v="6357" actId="403"/>
        <pc:sldMkLst>
          <pc:docMk/>
          <pc:sldMk cId="2073985740" sldId="933"/>
        </pc:sldMkLst>
        <pc:spChg chg="mod">
          <ac:chgData name="欣捷 王" userId="b965477fa0aef5e6" providerId="LiveId" clId="{0FBEE970-746D-47CB-AB82-0F73702F4F8D}" dt="2024-05-27T18:00:56.172" v="6357" actId="403"/>
          <ac:spMkLst>
            <pc:docMk/>
            <pc:sldMk cId="2073985740" sldId="933"/>
            <ac:spMk id="3" creationId="{17952C89-5C7A-4439-BE62-54B7D3A96CDD}"/>
          </ac:spMkLst>
        </pc:spChg>
      </pc:sldChg>
      <pc:sldChg chg="del">
        <pc:chgData name="欣捷 王" userId="b965477fa0aef5e6" providerId="LiveId" clId="{0FBEE970-746D-47CB-AB82-0F73702F4F8D}" dt="2024-05-27T14:50:40.177" v="2913" actId="47"/>
        <pc:sldMkLst>
          <pc:docMk/>
          <pc:sldMk cId="2082063938" sldId="934"/>
        </pc:sldMkLst>
      </pc:sldChg>
      <pc:sldChg chg="modSp del mod">
        <pc:chgData name="欣捷 王" userId="b965477fa0aef5e6" providerId="LiveId" clId="{0FBEE970-746D-47CB-AB82-0F73702F4F8D}" dt="2024-05-27T17:01:12.985" v="4235" actId="47"/>
        <pc:sldMkLst>
          <pc:docMk/>
          <pc:sldMk cId="1691911314" sldId="935"/>
        </pc:sldMkLst>
        <pc:spChg chg="mod">
          <ac:chgData name="欣捷 王" userId="b965477fa0aef5e6" providerId="LiveId" clId="{0FBEE970-746D-47CB-AB82-0F73702F4F8D}" dt="2024-05-27T16:59:28.257" v="4008" actId="1076"/>
          <ac:spMkLst>
            <pc:docMk/>
            <pc:sldMk cId="1691911314" sldId="935"/>
            <ac:spMk id="12" creationId="{06510674-3A88-B76C-D97E-39195C255258}"/>
          </ac:spMkLst>
        </pc:spChg>
      </pc:sldChg>
      <pc:sldChg chg="modSp del mod">
        <pc:chgData name="欣捷 王" userId="b965477fa0aef5e6" providerId="LiveId" clId="{0FBEE970-746D-47CB-AB82-0F73702F4F8D}" dt="2024-05-27T17:43:33.168" v="5489" actId="47"/>
        <pc:sldMkLst>
          <pc:docMk/>
          <pc:sldMk cId="3961065735" sldId="936"/>
        </pc:sldMkLst>
        <pc:spChg chg="mod">
          <ac:chgData name="欣捷 王" userId="b965477fa0aef5e6" providerId="LiveId" clId="{0FBEE970-746D-47CB-AB82-0F73702F4F8D}" dt="2024-05-27T17:37:02.883" v="4776" actId="2711"/>
          <ac:spMkLst>
            <pc:docMk/>
            <pc:sldMk cId="3961065735" sldId="936"/>
            <ac:spMk id="3" creationId="{D7328137-6807-7B9C-EB88-7DA7C2BB1459}"/>
          </ac:spMkLst>
        </pc:spChg>
      </pc:sldChg>
      <pc:sldChg chg="modSp del modAnim">
        <pc:chgData name="欣捷 王" userId="b965477fa0aef5e6" providerId="LiveId" clId="{0FBEE970-746D-47CB-AB82-0F73702F4F8D}" dt="2024-05-27T03:18:36.783" v="901" actId="47"/>
        <pc:sldMkLst>
          <pc:docMk/>
          <pc:sldMk cId="981592437" sldId="939"/>
        </pc:sldMkLst>
        <pc:spChg chg="mod">
          <ac:chgData name="欣捷 王" userId="b965477fa0aef5e6" providerId="LiveId" clId="{0FBEE970-746D-47CB-AB82-0F73702F4F8D}" dt="2024-05-27T03:03:13.840" v="78" actId="403"/>
          <ac:spMkLst>
            <pc:docMk/>
            <pc:sldMk cId="981592437" sldId="939"/>
            <ac:spMk id="7" creationId="{4AA82014-9FA5-6F9A-C777-6B8B5267E4A7}"/>
          </ac:spMkLst>
        </pc:spChg>
      </pc:sldChg>
      <pc:sldChg chg="add del">
        <pc:chgData name="欣捷 王" userId="b965477fa0aef5e6" providerId="LiveId" clId="{0FBEE970-746D-47CB-AB82-0F73702F4F8D}" dt="2024-05-30T14:32:04.682" v="6742" actId="47"/>
        <pc:sldMkLst>
          <pc:docMk/>
          <pc:sldMk cId="0" sldId="940"/>
        </pc:sldMkLst>
      </pc:sldChg>
      <pc:sldChg chg="add del">
        <pc:chgData name="欣捷 王" userId="b965477fa0aef5e6" providerId="LiveId" clId="{0FBEE970-746D-47CB-AB82-0F73702F4F8D}" dt="2024-05-30T14:32:04.682" v="6742" actId="47"/>
        <pc:sldMkLst>
          <pc:docMk/>
          <pc:sldMk cId="0" sldId="941"/>
        </pc:sldMkLst>
      </pc:sldChg>
      <pc:sldChg chg="del">
        <pc:chgData name="欣捷 王" userId="b965477fa0aef5e6" providerId="LiveId" clId="{0FBEE970-746D-47CB-AB82-0F73702F4F8D}" dt="2024-05-27T02:49:56.932" v="19" actId="47"/>
        <pc:sldMkLst>
          <pc:docMk/>
          <pc:sldMk cId="0" sldId="942"/>
        </pc:sldMkLst>
      </pc:sldChg>
      <pc:sldChg chg="del">
        <pc:chgData name="欣捷 王" userId="b965477fa0aef5e6" providerId="LiveId" clId="{0FBEE970-746D-47CB-AB82-0F73702F4F8D}" dt="2024-05-27T02:49:56.932" v="19" actId="47"/>
        <pc:sldMkLst>
          <pc:docMk/>
          <pc:sldMk cId="0" sldId="943"/>
        </pc:sldMkLst>
      </pc:sldChg>
      <pc:sldChg chg="addSp delSp modSp add del mod delAnim modAnim modNotesTx">
        <pc:chgData name="欣捷 王" userId="b965477fa0aef5e6" providerId="LiveId" clId="{0FBEE970-746D-47CB-AB82-0F73702F4F8D}" dt="2024-05-30T14:32:04.682" v="6742" actId="47"/>
        <pc:sldMkLst>
          <pc:docMk/>
          <pc:sldMk cId="4032245241" sldId="988"/>
        </pc:sldMkLst>
        <pc:spChg chg="add del mod">
          <ac:chgData name="欣捷 王" userId="b965477fa0aef5e6" providerId="LiveId" clId="{0FBEE970-746D-47CB-AB82-0F73702F4F8D}" dt="2024-05-27T02:52:36.104" v="40" actId="478"/>
          <ac:spMkLst>
            <pc:docMk/>
            <pc:sldMk cId="4032245241" sldId="988"/>
            <ac:spMk id="28" creationId="{57678797-55E0-7024-F107-10BA0CCE0F1F}"/>
          </ac:spMkLst>
        </pc:spChg>
        <pc:spChg chg="add mod">
          <ac:chgData name="欣捷 王" userId="b965477fa0aef5e6" providerId="LiveId" clId="{0FBEE970-746D-47CB-AB82-0F73702F4F8D}" dt="2024-05-27T02:52:42.119" v="43" actId="1076"/>
          <ac:spMkLst>
            <pc:docMk/>
            <pc:sldMk cId="4032245241" sldId="988"/>
            <ac:spMk id="29" creationId="{F03467F2-B179-4700-1C22-AA6B73BC4098}"/>
          </ac:spMkLst>
        </pc:spChg>
        <pc:spChg chg="add mod">
          <ac:chgData name="欣捷 王" userId="b965477fa0aef5e6" providerId="LiveId" clId="{0FBEE970-746D-47CB-AB82-0F73702F4F8D}" dt="2024-05-27T02:52:47.330" v="45" actId="1076"/>
          <ac:spMkLst>
            <pc:docMk/>
            <pc:sldMk cId="4032245241" sldId="988"/>
            <ac:spMk id="30" creationId="{431F6869-83B8-5FCF-3C98-854F6F903F7E}"/>
          </ac:spMkLst>
        </pc:spChg>
      </pc:sldChg>
      <pc:sldChg chg="add del">
        <pc:chgData name="欣捷 王" userId="b965477fa0aef5e6" providerId="LiveId" clId="{0FBEE970-746D-47CB-AB82-0F73702F4F8D}" dt="2024-05-27T02:51:24.973" v="22" actId="47"/>
        <pc:sldMkLst>
          <pc:docMk/>
          <pc:sldMk cId="3471365488" sldId="990"/>
        </pc:sldMkLst>
      </pc:sldChg>
      <pc:sldChg chg="add del">
        <pc:chgData name="欣捷 王" userId="b965477fa0aef5e6" providerId="LiveId" clId="{0FBEE970-746D-47CB-AB82-0F73702F4F8D}" dt="2024-05-30T14:32:06.329" v="6749" actId="47"/>
        <pc:sldMkLst>
          <pc:docMk/>
          <pc:sldMk cId="2287451425" sldId="991"/>
        </pc:sldMkLst>
      </pc:sldChg>
      <pc:sldChg chg="modSp add mod modAnim">
        <pc:chgData name="欣捷 王" userId="b965477fa0aef5e6" providerId="LiveId" clId="{0FBEE970-746D-47CB-AB82-0F73702F4F8D}" dt="2024-05-30T14:38:13.416" v="6832" actId="207"/>
        <pc:sldMkLst>
          <pc:docMk/>
          <pc:sldMk cId="210972523" sldId="993"/>
        </pc:sldMkLst>
        <pc:spChg chg="mod">
          <ac:chgData name="欣捷 王" userId="b965477fa0aef5e6" providerId="LiveId" clId="{0FBEE970-746D-47CB-AB82-0F73702F4F8D}" dt="2024-05-30T14:34:34.835" v="6767"/>
          <ac:spMkLst>
            <pc:docMk/>
            <pc:sldMk cId="210972523" sldId="993"/>
            <ac:spMk id="2" creationId="{2E8A99B5-82C0-4E09-69F0-DAAC2E812785}"/>
          </ac:spMkLst>
        </pc:spChg>
        <pc:spChg chg="mod">
          <ac:chgData name="欣捷 王" userId="b965477fa0aef5e6" providerId="LiveId" clId="{0FBEE970-746D-47CB-AB82-0F73702F4F8D}" dt="2024-05-30T14:35:44.637" v="6790" actId="113"/>
          <ac:spMkLst>
            <pc:docMk/>
            <pc:sldMk cId="210972523" sldId="993"/>
            <ac:spMk id="139" creationId="{89F718D2-9C19-9CDD-E2C5-E4C154BF288D}"/>
          </ac:spMkLst>
        </pc:spChg>
        <pc:spChg chg="mod">
          <ac:chgData name="欣捷 王" userId="b965477fa0aef5e6" providerId="LiveId" clId="{0FBEE970-746D-47CB-AB82-0F73702F4F8D}" dt="2024-05-30T14:35:44.637" v="6790" actId="113"/>
          <ac:spMkLst>
            <pc:docMk/>
            <pc:sldMk cId="210972523" sldId="993"/>
            <ac:spMk id="141" creationId="{ED32D0A3-D68A-DDFD-41F2-095A2B289F7D}"/>
          </ac:spMkLst>
        </pc:spChg>
        <pc:spChg chg="mod">
          <ac:chgData name="欣捷 王" userId="b965477fa0aef5e6" providerId="LiveId" clId="{0FBEE970-746D-47CB-AB82-0F73702F4F8D}" dt="2024-05-30T14:37:58.524" v="6828" actId="14100"/>
          <ac:spMkLst>
            <pc:docMk/>
            <pc:sldMk cId="210972523" sldId="993"/>
            <ac:spMk id="143" creationId="{6F2010CC-3F03-F65C-F078-CD1100EA7E94}"/>
          </ac:spMkLst>
        </pc:spChg>
        <pc:spChg chg="mod">
          <ac:chgData name="欣捷 王" userId="b965477fa0aef5e6" providerId="LiveId" clId="{0FBEE970-746D-47CB-AB82-0F73702F4F8D}" dt="2024-05-30T14:35:44.637" v="6790" actId="113"/>
          <ac:spMkLst>
            <pc:docMk/>
            <pc:sldMk cId="210972523" sldId="993"/>
            <ac:spMk id="145" creationId="{8C1B9D2A-CD20-F619-F3BD-937952509586}"/>
          </ac:spMkLst>
        </pc:spChg>
        <pc:spChg chg="mod">
          <ac:chgData name="欣捷 王" userId="b965477fa0aef5e6" providerId="LiveId" clId="{0FBEE970-746D-47CB-AB82-0F73702F4F8D}" dt="2024-05-30T14:38:11.122" v="6831" actId="207"/>
          <ac:spMkLst>
            <pc:docMk/>
            <pc:sldMk cId="210972523" sldId="993"/>
            <ac:spMk id="151" creationId="{745BCB72-8805-8216-5E2D-1B0014D5B016}"/>
          </ac:spMkLst>
        </pc:spChg>
        <pc:spChg chg="mod">
          <ac:chgData name="欣捷 王" userId="b965477fa0aef5e6" providerId="LiveId" clId="{0FBEE970-746D-47CB-AB82-0F73702F4F8D}" dt="2024-05-30T14:38:13.416" v="6832" actId="207"/>
          <ac:spMkLst>
            <pc:docMk/>
            <pc:sldMk cId="210972523" sldId="993"/>
            <ac:spMk id="152" creationId="{263394FB-3337-69D4-E2F6-3562A749973C}"/>
          </ac:spMkLst>
        </pc:spChg>
        <pc:spChg chg="mod">
          <ac:chgData name="欣捷 王" userId="b965477fa0aef5e6" providerId="LiveId" clId="{0FBEE970-746D-47CB-AB82-0F73702F4F8D}" dt="2024-05-30T14:35:44.637" v="6790" actId="113"/>
          <ac:spMkLst>
            <pc:docMk/>
            <pc:sldMk cId="210972523" sldId="993"/>
            <ac:spMk id="172" creationId="{CFDF407B-CEAE-D92B-AAA9-6E54EF6C7E93}"/>
          </ac:spMkLst>
        </pc:spChg>
        <pc:spChg chg="mod">
          <ac:chgData name="欣捷 王" userId="b965477fa0aef5e6" providerId="LiveId" clId="{0FBEE970-746D-47CB-AB82-0F73702F4F8D}" dt="2024-05-30T14:36:02.937" v="6791" actId="207"/>
          <ac:spMkLst>
            <pc:docMk/>
            <pc:sldMk cId="210972523" sldId="993"/>
            <ac:spMk id="175" creationId="{33FE8A17-B672-3334-55BB-99E7F9A6C7D7}"/>
          </ac:spMkLst>
        </pc:spChg>
        <pc:spChg chg="mod">
          <ac:chgData name="欣捷 王" userId="b965477fa0aef5e6" providerId="LiveId" clId="{0FBEE970-746D-47CB-AB82-0F73702F4F8D}" dt="2024-05-30T14:35:44.637" v="6790" actId="113"/>
          <ac:spMkLst>
            <pc:docMk/>
            <pc:sldMk cId="210972523" sldId="993"/>
            <ac:spMk id="183" creationId="{68F91D60-C452-2A25-73DC-23F03B9B7C01}"/>
          </ac:spMkLst>
        </pc:spChg>
      </pc:sldChg>
      <pc:sldChg chg="modSp add del mod">
        <pc:chgData name="欣捷 王" userId="b965477fa0aef5e6" providerId="LiveId" clId="{0FBEE970-746D-47CB-AB82-0F73702F4F8D}" dt="2024-05-30T14:32:04.682" v="6742" actId="47"/>
        <pc:sldMkLst>
          <pc:docMk/>
          <pc:sldMk cId="3076572127" sldId="1007"/>
        </pc:sldMkLst>
        <pc:spChg chg="mod">
          <ac:chgData name="欣捷 王" userId="b965477fa0aef5e6" providerId="LiveId" clId="{0FBEE970-746D-47CB-AB82-0F73702F4F8D}" dt="2024-05-27T02:49:36.110" v="18"/>
          <ac:spMkLst>
            <pc:docMk/>
            <pc:sldMk cId="3076572127" sldId="1007"/>
            <ac:spMk id="15363" creationId="{DEFF9564-584C-4AEF-8E61-A05598651E6B}"/>
          </ac:spMkLst>
        </pc:spChg>
      </pc:sldChg>
      <pc:sldChg chg="addSp delSp modSp add mod modAnim replTag">
        <pc:chgData name="欣捷 王" userId="b965477fa0aef5e6" providerId="LiveId" clId="{0FBEE970-746D-47CB-AB82-0F73702F4F8D}" dt="2024-06-06T15:37:42.793" v="7114"/>
        <pc:sldMkLst>
          <pc:docMk/>
          <pc:sldMk cId="2521660780" sldId="1008"/>
        </pc:sldMkLst>
        <pc:spChg chg="del mod">
          <ac:chgData name="欣捷 王" userId="b965477fa0aef5e6" providerId="LiveId" clId="{0FBEE970-746D-47CB-AB82-0F73702F4F8D}" dt="2024-05-27T03:16:44.764" v="279"/>
          <ac:spMkLst>
            <pc:docMk/>
            <pc:sldMk cId="2521660780" sldId="1008"/>
            <ac:spMk id="2" creationId="{22405AFB-69AB-2929-E1A4-2BCC51C803D4}"/>
          </ac:spMkLst>
        </pc:spChg>
        <pc:spChg chg="del mod">
          <ac:chgData name="欣捷 王" userId="b965477fa0aef5e6" providerId="LiveId" clId="{0FBEE970-746D-47CB-AB82-0F73702F4F8D}" dt="2024-05-27T03:16:44.764" v="279"/>
          <ac:spMkLst>
            <pc:docMk/>
            <pc:sldMk cId="2521660780" sldId="1008"/>
            <ac:spMk id="3" creationId="{59C28891-E0CB-B1EA-0765-89E3CE80C1BB}"/>
          </ac:spMkLst>
        </pc:spChg>
        <pc:spChg chg="mod">
          <ac:chgData name="欣捷 王" userId="b965477fa0aef5e6" providerId="LiveId" clId="{0FBEE970-746D-47CB-AB82-0F73702F4F8D}" dt="2024-05-27T03:16:44.764" v="279"/>
          <ac:spMkLst>
            <pc:docMk/>
            <pc:sldMk cId="2521660780" sldId="1008"/>
            <ac:spMk id="4" creationId="{B2D6FE9A-5DC7-807D-686A-50A4488E58DD}"/>
          </ac:spMkLst>
        </pc:spChg>
        <pc:spChg chg="mod">
          <ac:chgData name="欣捷 王" userId="b965477fa0aef5e6" providerId="LiveId" clId="{0FBEE970-746D-47CB-AB82-0F73702F4F8D}" dt="2024-05-27T03:16:44.764" v="279"/>
          <ac:spMkLst>
            <pc:docMk/>
            <pc:sldMk cId="2521660780" sldId="1008"/>
            <ac:spMk id="5" creationId="{699554B5-9283-DCA6-452F-A639A4315681}"/>
          </ac:spMkLst>
        </pc:spChg>
        <pc:spChg chg="mod">
          <ac:chgData name="欣捷 王" userId="b965477fa0aef5e6" providerId="LiveId" clId="{0FBEE970-746D-47CB-AB82-0F73702F4F8D}" dt="2024-05-27T03:16:44.764" v="279"/>
          <ac:spMkLst>
            <pc:docMk/>
            <pc:sldMk cId="2521660780" sldId="1008"/>
            <ac:spMk id="6" creationId="{478FFFC7-D886-9F1B-A816-E9019EB7A7C4}"/>
          </ac:spMkLst>
        </pc:spChg>
        <pc:spChg chg="add mod replST">
          <ac:chgData name="欣捷 王" userId="b965477fa0aef5e6" providerId="LiveId" clId="{0FBEE970-746D-47CB-AB82-0F73702F4F8D}" dt="2024-05-27T03:18:31.437" v="894" actId="1076"/>
          <ac:spMkLst>
            <pc:docMk/>
            <pc:sldMk cId="2521660780" sldId="1008"/>
            <ac:spMk id="9" creationId="{B4BAA7E7-C630-D5BC-7F7D-7227BB3A418C}"/>
          </ac:spMkLst>
        </pc:spChg>
        <pc:spChg chg="add mod replST">
          <ac:chgData name="欣捷 王" userId="b965477fa0aef5e6" providerId="LiveId" clId="{0FBEE970-746D-47CB-AB82-0F73702F4F8D}" dt="2024-05-27T03:17:20.249" v="753" actId="1076"/>
          <ac:spMkLst>
            <pc:docMk/>
            <pc:sldMk cId="2521660780" sldId="1008"/>
            <ac:spMk id="10" creationId="{555BB86E-73E2-7E5A-DE2A-5D70CF8112ED}"/>
          </ac:spMkLst>
        </pc:spChg>
        <pc:spChg chg="add mod replST">
          <ac:chgData name="欣捷 王" userId="b965477fa0aef5e6" providerId="LiveId" clId="{0FBEE970-746D-47CB-AB82-0F73702F4F8D}" dt="2024-05-27T03:17:20.249" v="753" actId="1076"/>
          <ac:spMkLst>
            <pc:docMk/>
            <pc:sldMk cId="2521660780" sldId="1008"/>
            <ac:spMk id="11" creationId="{F5284672-74E4-90D2-D894-A7BCCDECF9DD}"/>
          </ac:spMkLst>
        </pc:spChg>
        <pc:spChg chg="add del mod replST">
          <ac:chgData name="欣捷 王" userId="b965477fa0aef5e6" providerId="LiveId" clId="{0FBEE970-746D-47CB-AB82-0F73702F4F8D}" dt="2024-05-27T03:17:00.606" v="665" actId="478"/>
          <ac:spMkLst>
            <pc:docMk/>
            <pc:sldMk cId="2521660780" sldId="1008"/>
            <ac:spMk id="12" creationId="{9425C8EF-EA02-C895-BD24-A9A10655B2A8}"/>
          </ac:spMkLst>
        </pc:spChg>
        <pc:spChg chg="add del mod replST">
          <ac:chgData name="欣捷 王" userId="b965477fa0aef5e6" providerId="LiveId" clId="{0FBEE970-746D-47CB-AB82-0F73702F4F8D}" dt="2024-05-27T03:17:01.891" v="682" actId="478"/>
          <ac:spMkLst>
            <pc:docMk/>
            <pc:sldMk cId="2521660780" sldId="1008"/>
            <ac:spMk id="13" creationId="{C7DC529D-06BC-9505-3B8C-692D8A83C13D}"/>
          </ac:spMkLst>
        </pc:spChg>
        <pc:spChg chg="add mod replST">
          <ac:chgData name="欣捷 王" userId="b965477fa0aef5e6" providerId="LiveId" clId="{0FBEE970-746D-47CB-AB82-0F73702F4F8D}" dt="2024-05-27T03:17:20.249" v="753" actId="1076"/>
          <ac:spMkLst>
            <pc:docMk/>
            <pc:sldMk cId="2521660780" sldId="1008"/>
            <ac:spMk id="14" creationId="{8D87EED0-B789-6695-88E1-E7E6E8496FE5}"/>
          </ac:spMkLst>
        </pc:spChg>
        <pc:spChg chg="add mod replST">
          <ac:chgData name="欣捷 王" userId="b965477fa0aef5e6" providerId="LiveId" clId="{0FBEE970-746D-47CB-AB82-0F73702F4F8D}" dt="2024-05-27T03:17:20.249" v="753" actId="1076"/>
          <ac:spMkLst>
            <pc:docMk/>
            <pc:sldMk cId="2521660780" sldId="1008"/>
            <ac:spMk id="15" creationId="{D41CD17B-F448-2705-2876-D0EAE22EB75D}"/>
          </ac:spMkLst>
        </pc:spChg>
        <pc:spChg chg="add del mod replST">
          <ac:chgData name="欣捷 王" userId="b965477fa0aef5e6" providerId="LiveId" clId="{0FBEE970-746D-47CB-AB82-0F73702F4F8D}" dt="2024-05-27T03:16:59.439" v="656" actId="478"/>
          <ac:spMkLst>
            <pc:docMk/>
            <pc:sldMk cId="2521660780" sldId="1008"/>
            <ac:spMk id="16" creationId="{2A9BC2BE-0351-5CE6-4358-D6D505173818}"/>
          </ac:spMkLst>
        </pc:spChg>
        <pc:spChg chg="add del mod replST">
          <ac:chgData name="欣捷 王" userId="b965477fa0aef5e6" providerId="LiveId" clId="{0FBEE970-746D-47CB-AB82-0F73702F4F8D}" dt="2024-05-27T03:16:59.439" v="656" actId="478"/>
          <ac:spMkLst>
            <pc:docMk/>
            <pc:sldMk cId="2521660780" sldId="1008"/>
            <ac:spMk id="17" creationId="{A7FD73CA-B343-D251-85B7-C98CE0399B8F}"/>
          </ac:spMkLst>
        </pc:spChg>
        <pc:spChg chg="add mod replST">
          <ac:chgData name="欣捷 王" userId="b965477fa0aef5e6" providerId="LiveId" clId="{0FBEE970-746D-47CB-AB82-0F73702F4F8D}" dt="2024-05-27T03:18:26.679" v="887" actId="1076"/>
          <ac:spMkLst>
            <pc:docMk/>
            <pc:sldMk cId="2521660780" sldId="1008"/>
            <ac:spMk id="18" creationId="{7528C42F-D0FA-0A73-0618-AD7A2E5A988E}"/>
          </ac:spMkLst>
        </pc:spChg>
        <pc:spChg chg="add mod replST">
          <ac:chgData name="欣捷 王" userId="b965477fa0aef5e6" providerId="LiveId" clId="{0FBEE970-746D-47CB-AB82-0F73702F4F8D}" dt="2024-06-06T15:37:42.793" v="7111"/>
          <ac:spMkLst>
            <pc:docMk/>
            <pc:sldMk cId="2521660780" sldId="1008"/>
            <ac:spMk id="19" creationId="{369D2863-E1D1-8743-2E8F-02BDB637CD35}"/>
          </ac:spMkLst>
        </pc:spChg>
        <pc:spChg chg="add mod replST">
          <ac:chgData name="欣捷 王" userId="b965477fa0aef5e6" providerId="LiveId" clId="{0FBEE970-746D-47CB-AB82-0F73702F4F8D}" dt="2024-06-06T15:37:42.792" v="7110"/>
          <ac:spMkLst>
            <pc:docMk/>
            <pc:sldMk cId="2521660780" sldId="1008"/>
            <ac:spMk id="20" creationId="{8C44953A-CAD5-720B-825F-235087949928}"/>
          </ac:spMkLst>
        </pc:spChg>
        <pc:spChg chg="add mod replST">
          <ac:chgData name="欣捷 王" userId="b965477fa0aef5e6" providerId="LiveId" clId="{0FBEE970-746D-47CB-AB82-0F73702F4F8D}" dt="2024-06-06T15:37:42.792" v="7110"/>
          <ac:spMkLst>
            <pc:docMk/>
            <pc:sldMk cId="2521660780" sldId="1008"/>
            <ac:spMk id="21" creationId="{DD3B478E-B1BA-9B34-2972-EA8DAA9913F1}"/>
          </ac:spMkLst>
        </pc:spChg>
        <pc:spChg chg="add mod replST">
          <ac:chgData name="欣捷 王" userId="b965477fa0aef5e6" providerId="LiveId" clId="{0FBEE970-746D-47CB-AB82-0F73702F4F8D}" dt="2024-06-06T15:37:42.792" v="7110"/>
          <ac:spMkLst>
            <pc:docMk/>
            <pc:sldMk cId="2521660780" sldId="1008"/>
            <ac:spMk id="22" creationId="{E4E90C0F-B162-41EF-555E-9F8C891ACFE2}"/>
          </ac:spMkLst>
        </pc:spChg>
        <pc:spChg chg="add del mod ord replST">
          <ac:chgData name="欣捷 王" userId="b965477fa0aef5e6" providerId="LiveId" clId="{0FBEE970-746D-47CB-AB82-0F73702F4F8D}" dt="2024-05-27T03:17:16.543" v="746"/>
          <ac:spMkLst>
            <pc:docMk/>
            <pc:sldMk cId="2521660780" sldId="1008"/>
            <ac:spMk id="24" creationId="{5E7A5A73-656E-4E4D-6D60-B35DB39D7A55}"/>
          </ac:spMkLst>
        </pc:spChg>
        <pc:spChg chg="add mod ord">
          <ac:chgData name="欣捷 王" userId="b965477fa0aef5e6" providerId="LiveId" clId="{0FBEE970-746D-47CB-AB82-0F73702F4F8D}" dt="2024-05-27T03:17:54.421" v="835"/>
          <ac:spMkLst>
            <pc:docMk/>
            <pc:sldMk cId="2521660780" sldId="1008"/>
            <ac:spMk id="25" creationId="{D73A1A7D-3F99-7E2F-57A0-CD175B567491}"/>
          </ac:spMkLst>
        </pc:spChg>
        <pc:spChg chg="add mod ord">
          <ac:chgData name="欣捷 王" userId="b965477fa0aef5e6" providerId="LiveId" clId="{0FBEE970-746D-47CB-AB82-0F73702F4F8D}" dt="2024-05-27T03:18:26.679" v="887" actId="1076"/>
          <ac:spMkLst>
            <pc:docMk/>
            <pc:sldMk cId="2521660780" sldId="1008"/>
            <ac:spMk id="26" creationId="{95D26605-4F1C-2E0F-FB85-EEB31C0EABD4}"/>
          </ac:spMkLst>
        </pc:spChg>
        <pc:spChg chg="add mod">
          <ac:chgData name="欣捷 王" userId="b965477fa0aef5e6" providerId="LiveId" clId="{0FBEE970-746D-47CB-AB82-0F73702F4F8D}" dt="2024-05-27T03:18:26.679" v="887" actId="1076"/>
          <ac:spMkLst>
            <pc:docMk/>
            <pc:sldMk cId="2521660780" sldId="1008"/>
            <ac:spMk id="27" creationId="{0EE6C50F-412D-3D1D-4A1D-3C6E4F75FFED}"/>
          </ac:spMkLst>
        </pc:spChg>
        <pc:grpChg chg="add mod replST">
          <ac:chgData name="欣捷 王" userId="b965477fa0aef5e6" providerId="LiveId" clId="{0FBEE970-746D-47CB-AB82-0F73702F4F8D}" dt="2024-06-06T15:37:42.793" v="7112"/>
          <ac:grpSpMkLst>
            <pc:docMk/>
            <pc:sldMk cId="2521660780" sldId="1008"/>
            <ac:grpSpMk id="23" creationId="{C6E9EAFA-6611-9DF8-7290-0AEFDD48586E}"/>
          </ac:grpSpMkLst>
        </pc:grpChg>
        <pc:picChg chg="add mod ord replST">
          <ac:chgData name="欣捷 王" userId="b965477fa0aef5e6" providerId="LiveId" clId="{0FBEE970-746D-47CB-AB82-0F73702F4F8D}" dt="2024-06-06T15:37:42.793" v="7114"/>
          <ac:picMkLst>
            <pc:docMk/>
            <pc:sldMk cId="2521660780" sldId="1008"/>
            <ac:picMk id="8" creationId="{3DF4BF50-E5A5-5CC9-39F7-245D3161F54B}"/>
          </ac:picMkLst>
        </pc:picChg>
      </pc:sldChg>
      <pc:sldChg chg="new del">
        <pc:chgData name="欣捷 王" userId="b965477fa0aef5e6" providerId="LiveId" clId="{0FBEE970-746D-47CB-AB82-0F73702F4F8D}" dt="2024-05-27T03:27:11.019" v="976" actId="47"/>
        <pc:sldMkLst>
          <pc:docMk/>
          <pc:sldMk cId="2784368927" sldId="1009"/>
        </pc:sldMkLst>
      </pc:sldChg>
      <pc:sldChg chg="addSp delSp modSp add mod modClrScheme addAnim delAnim modAnim chgLayout modNotesTx">
        <pc:chgData name="欣捷 王" userId="b965477fa0aef5e6" providerId="LiveId" clId="{0FBEE970-746D-47CB-AB82-0F73702F4F8D}" dt="2024-05-30T13:47:13.319" v="6550" actId="27636"/>
        <pc:sldMkLst>
          <pc:docMk/>
          <pc:sldMk cId="1991517479" sldId="1010"/>
        </pc:sldMkLst>
        <pc:spChg chg="mod ord">
          <ac:chgData name="欣捷 王" userId="b965477fa0aef5e6" providerId="LiveId" clId="{0FBEE970-746D-47CB-AB82-0F73702F4F8D}" dt="2024-05-27T03:27:28.392" v="986" actId="700"/>
          <ac:spMkLst>
            <pc:docMk/>
            <pc:sldMk cId="1991517479" sldId="1010"/>
            <ac:spMk id="2" creationId="{F618067F-B3F5-EED6-274B-088269CBFB98}"/>
          </ac:spMkLst>
        </pc:spChg>
        <pc:spChg chg="mod ord">
          <ac:chgData name="欣捷 王" userId="b965477fa0aef5e6" providerId="LiveId" clId="{0FBEE970-746D-47CB-AB82-0F73702F4F8D}" dt="2024-05-27T03:27:28.392" v="986" actId="700"/>
          <ac:spMkLst>
            <pc:docMk/>
            <pc:sldMk cId="1991517479" sldId="1010"/>
            <ac:spMk id="3" creationId="{1E210FF6-CCD5-C652-8B38-3437041A0595}"/>
          </ac:spMkLst>
        </pc:spChg>
        <pc:spChg chg="mod ord">
          <ac:chgData name="欣捷 王" userId="b965477fa0aef5e6" providerId="LiveId" clId="{0FBEE970-746D-47CB-AB82-0F73702F4F8D}" dt="2024-05-27T03:27:28.392" v="986" actId="700"/>
          <ac:spMkLst>
            <pc:docMk/>
            <pc:sldMk cId="1991517479" sldId="1010"/>
            <ac:spMk id="4" creationId="{82C228E0-0C2B-BD61-439A-F142B48E1AA5}"/>
          </ac:spMkLst>
        </pc:spChg>
        <pc:spChg chg="add del mod ord">
          <ac:chgData name="欣捷 王" userId="b965477fa0aef5e6" providerId="LiveId" clId="{0FBEE970-746D-47CB-AB82-0F73702F4F8D}" dt="2024-05-27T03:27:28.392" v="986" actId="700"/>
          <ac:spMkLst>
            <pc:docMk/>
            <pc:sldMk cId="1991517479" sldId="1010"/>
            <ac:spMk id="6" creationId="{7CB15D17-B0FC-ED97-7039-EDCCEEB76657}"/>
          </ac:spMkLst>
        </pc:spChg>
        <pc:spChg chg="add mod ord">
          <ac:chgData name="欣捷 王" userId="b965477fa0aef5e6" providerId="LiveId" clId="{0FBEE970-746D-47CB-AB82-0F73702F4F8D}" dt="2024-05-27T03:30:13.440" v="1037" actId="14100"/>
          <ac:spMkLst>
            <pc:docMk/>
            <pc:sldMk cId="1991517479" sldId="1010"/>
            <ac:spMk id="7" creationId="{8A6E7398-6DE4-A8F7-26BE-BE4C8E9DE0DD}"/>
          </ac:spMkLst>
        </pc:spChg>
        <pc:spChg chg="add mod ord">
          <ac:chgData name="欣捷 王" userId="b965477fa0aef5e6" providerId="LiveId" clId="{0FBEE970-746D-47CB-AB82-0F73702F4F8D}" dt="2024-05-27T03:30:13.440" v="1037" actId="14100"/>
          <ac:spMkLst>
            <pc:docMk/>
            <pc:sldMk cId="1991517479" sldId="1010"/>
            <ac:spMk id="8" creationId="{82561C96-0B2F-1808-6955-FA8B3ACEC0EC}"/>
          </ac:spMkLst>
        </pc:spChg>
        <pc:spChg chg="add mod">
          <ac:chgData name="欣捷 王" userId="b965477fa0aef5e6" providerId="LiveId" clId="{0FBEE970-746D-47CB-AB82-0F73702F4F8D}" dt="2024-05-27T03:29:47.222" v="1029" actId="6549"/>
          <ac:spMkLst>
            <pc:docMk/>
            <pc:sldMk cId="1991517479" sldId="1010"/>
            <ac:spMk id="9" creationId="{D2264910-8157-4DE7-DA7E-A69E3EB1131B}"/>
          </ac:spMkLst>
        </pc:spChg>
        <pc:spChg chg="add mod topLvl">
          <ac:chgData name="欣捷 王" userId="b965477fa0aef5e6" providerId="LiveId" clId="{0FBEE970-746D-47CB-AB82-0F73702F4F8D}" dt="2024-05-30T13:47:13.319" v="6550" actId="27636"/>
          <ac:spMkLst>
            <pc:docMk/>
            <pc:sldMk cId="1991517479" sldId="1010"/>
            <ac:spMk id="10" creationId="{FD507DE2-FE00-6255-C7FA-50393EF8301F}"/>
          </ac:spMkLst>
        </pc:spChg>
        <pc:spChg chg="add mod topLvl">
          <ac:chgData name="欣捷 王" userId="b965477fa0aef5e6" providerId="LiveId" clId="{0FBEE970-746D-47CB-AB82-0F73702F4F8D}" dt="2024-05-30T13:47:05.426" v="6544"/>
          <ac:spMkLst>
            <pc:docMk/>
            <pc:sldMk cId="1991517479" sldId="1010"/>
            <ac:spMk id="11" creationId="{D5FEA30E-A753-8243-4885-D151B1D7CD1E}"/>
          </ac:spMkLst>
        </pc:spChg>
        <pc:spChg chg="add del mod">
          <ac:chgData name="欣捷 王" userId="b965477fa0aef5e6" providerId="LiveId" clId="{0FBEE970-746D-47CB-AB82-0F73702F4F8D}" dt="2024-05-27T03:52:52.616" v="1434" actId="21"/>
          <ac:spMkLst>
            <pc:docMk/>
            <pc:sldMk cId="1991517479" sldId="1010"/>
            <ac:spMk id="19" creationId="{E7329370-97F1-E8A4-7FEA-1FF436D8153F}"/>
          </ac:spMkLst>
        </pc:spChg>
        <pc:spChg chg="add mod">
          <ac:chgData name="欣捷 王" userId="b965477fa0aef5e6" providerId="LiveId" clId="{0FBEE970-746D-47CB-AB82-0F73702F4F8D}" dt="2024-05-27T03:51:53.691" v="1413"/>
          <ac:spMkLst>
            <pc:docMk/>
            <pc:sldMk cId="1991517479" sldId="1010"/>
            <ac:spMk id="20" creationId="{E7329370-97F1-E8A4-7FEA-1FF436D8153F}"/>
          </ac:spMkLst>
        </pc:spChg>
        <pc:spChg chg="add del mod">
          <ac:chgData name="欣捷 王" userId="b965477fa0aef5e6" providerId="LiveId" clId="{0FBEE970-746D-47CB-AB82-0F73702F4F8D}" dt="2024-05-27T03:52:56.693" v="1437" actId="21"/>
          <ac:spMkLst>
            <pc:docMk/>
            <pc:sldMk cId="1991517479" sldId="1010"/>
            <ac:spMk id="22" creationId="{1C8A506E-1C21-D409-EA7D-F2C91E27B9CB}"/>
          </ac:spMkLst>
        </pc:spChg>
        <pc:spChg chg="add mod">
          <ac:chgData name="欣捷 王" userId="b965477fa0aef5e6" providerId="LiveId" clId="{0FBEE970-746D-47CB-AB82-0F73702F4F8D}" dt="2024-05-27T03:52:53.953" v="1435"/>
          <ac:spMkLst>
            <pc:docMk/>
            <pc:sldMk cId="1991517479" sldId="1010"/>
            <ac:spMk id="23" creationId="{E7329370-97F1-E8A4-7FEA-1FF436D8153F}"/>
          </ac:spMkLst>
        </pc:spChg>
        <pc:spChg chg="add mod">
          <ac:chgData name="欣捷 王" userId="b965477fa0aef5e6" providerId="LiveId" clId="{0FBEE970-746D-47CB-AB82-0F73702F4F8D}" dt="2024-05-27T03:52:56.996" v="1438"/>
          <ac:spMkLst>
            <pc:docMk/>
            <pc:sldMk cId="1991517479" sldId="1010"/>
            <ac:spMk id="25" creationId="{1C8A506E-1C21-D409-EA7D-F2C91E27B9CB}"/>
          </ac:spMkLst>
        </pc:spChg>
        <pc:spChg chg="mod ord">
          <ac:chgData name="欣捷 王" userId="b965477fa0aef5e6" providerId="LiveId" clId="{0FBEE970-746D-47CB-AB82-0F73702F4F8D}" dt="2024-05-27T03:27:28.392" v="986" actId="700"/>
          <ac:spMkLst>
            <pc:docMk/>
            <pc:sldMk cId="1991517479" sldId="1010"/>
            <ac:spMk id="5122" creationId="{67245576-FC9E-477A-8B98-F6A05EF6C6CE}"/>
          </ac:spMkLst>
        </pc:spChg>
        <pc:spChg chg="del">
          <ac:chgData name="欣捷 王" userId="b965477fa0aef5e6" providerId="LiveId" clId="{0FBEE970-746D-47CB-AB82-0F73702F4F8D}" dt="2024-05-27T03:27:15.269" v="983" actId="478"/>
          <ac:spMkLst>
            <pc:docMk/>
            <pc:sldMk cId="1991517479" sldId="1010"/>
            <ac:spMk id="5123" creationId="{531F6F22-3F00-4E19-BA18-56FAEC4C6ED1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25" creationId="{6C79256A-A529-4DDC-9338-A3BE80583E01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26" creationId="{F93AF298-C488-4D9F-9218-6ED287C0FB36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27" creationId="{17A9FEA2-5A39-479E-BF18-188D2DE0698C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28" creationId="{15469A7E-F64E-4541-9528-7332A4000614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29" creationId="{0130F589-7541-44F2-9834-52C1DB8E6B64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0" creationId="{DF0678FA-E1D3-47A7-85F3-7CEF1C1EA1EB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1" creationId="{A5FC92AD-8378-4B37-B5FE-8B6270A68033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2" creationId="{59A35D0E-46CB-4894-82D8-680DBBAF5A7D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3" creationId="{68FC71F2-B665-48FF-A504-FD80EB2BE811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4" creationId="{E0103AFB-C638-4950-8957-965A2B4D40F6}"/>
          </ac:spMkLst>
        </pc:spChg>
        <pc:spChg chg="del">
          <ac:chgData name="欣捷 王" userId="b965477fa0aef5e6" providerId="LiveId" clId="{0FBEE970-746D-47CB-AB82-0F73702F4F8D}" dt="2024-05-27T03:27:18.661" v="984" actId="478"/>
          <ac:spMkLst>
            <pc:docMk/>
            <pc:sldMk cId="1991517479" sldId="1010"/>
            <ac:spMk id="5135" creationId="{FC46039F-70A8-49D8-A880-E6356B876B4A}"/>
          </ac:spMkLst>
        </pc:spChg>
        <pc:grpChg chg="add del mod topLvl">
          <ac:chgData name="欣捷 王" userId="b965477fa0aef5e6" providerId="LiveId" clId="{0FBEE970-746D-47CB-AB82-0F73702F4F8D}" dt="2024-05-27T03:44:16.762" v="1320" actId="165"/>
          <ac:grpSpMkLst>
            <pc:docMk/>
            <pc:sldMk cId="1991517479" sldId="1010"/>
            <ac:grpSpMk id="13" creationId="{1EC93707-3B6C-7404-C2D1-64C7F87C0947}"/>
          </ac:grpSpMkLst>
        </pc:grpChg>
        <pc:grpChg chg="add del mod">
          <ac:chgData name="欣捷 王" userId="b965477fa0aef5e6" providerId="LiveId" clId="{0FBEE970-746D-47CB-AB82-0F73702F4F8D}" dt="2024-05-27T03:43:53.364" v="1314" actId="165"/>
          <ac:grpSpMkLst>
            <pc:docMk/>
            <pc:sldMk cId="1991517479" sldId="1010"/>
            <ac:grpSpMk id="14" creationId="{0E475B9B-A09E-16CA-EB14-7890F2BB8079}"/>
          </ac:grpSpMkLst>
        </pc:grpChg>
        <pc:grpChg chg="add mod">
          <ac:chgData name="欣捷 王" userId="b965477fa0aef5e6" providerId="LiveId" clId="{0FBEE970-746D-47CB-AB82-0F73702F4F8D}" dt="2024-05-30T13:47:05.426" v="6544"/>
          <ac:grpSpMkLst>
            <pc:docMk/>
            <pc:sldMk cId="1991517479" sldId="1010"/>
            <ac:grpSpMk id="27" creationId="{7B2094B1-9AEB-852B-95B3-3F72D4BE5647}"/>
          </ac:grpSpMkLst>
        </pc:grpChg>
        <pc:picChg chg="add mod topLvl">
          <ac:chgData name="欣捷 王" userId="b965477fa0aef5e6" providerId="LiveId" clId="{0FBEE970-746D-47CB-AB82-0F73702F4F8D}" dt="2024-05-30T13:47:05.426" v="6544"/>
          <ac:picMkLst>
            <pc:docMk/>
            <pc:sldMk cId="1991517479" sldId="1010"/>
            <ac:picMk id="12" creationId="{483082AD-D8A1-D4E1-C79A-B9B883236153}"/>
          </ac:picMkLst>
        </pc:picChg>
        <pc:picChg chg="add del mod">
          <ac:chgData name="欣捷 王" userId="b965477fa0aef5e6" providerId="LiveId" clId="{0FBEE970-746D-47CB-AB82-0F73702F4F8D}" dt="2024-05-27T03:53:01.550" v="1441" actId="478"/>
          <ac:picMkLst>
            <pc:docMk/>
            <pc:sldMk cId="1991517479" sldId="1010"/>
            <ac:picMk id="16" creationId="{07BF093A-849B-D713-10FF-49AA743E1A14}"/>
          </ac:picMkLst>
        </pc:picChg>
        <pc:picChg chg="add del mod">
          <ac:chgData name="欣捷 王" userId="b965477fa0aef5e6" providerId="LiveId" clId="{0FBEE970-746D-47CB-AB82-0F73702F4F8D}" dt="2024-05-27T03:53:03.032" v="1442" actId="478"/>
          <ac:picMkLst>
            <pc:docMk/>
            <pc:sldMk cId="1991517479" sldId="1010"/>
            <ac:picMk id="18" creationId="{49EDC016-C895-A4E4-E338-F0702162CB53}"/>
          </ac:picMkLst>
        </pc:picChg>
        <pc:picChg chg="add mod">
          <ac:chgData name="欣捷 王" userId="b965477fa0aef5e6" providerId="LiveId" clId="{0FBEE970-746D-47CB-AB82-0F73702F4F8D}" dt="2024-05-27T03:52:41.636" v="1427" actId="1076"/>
          <ac:picMkLst>
            <pc:docMk/>
            <pc:sldMk cId="1991517479" sldId="1010"/>
            <ac:picMk id="21" creationId="{D6E75476-142F-E06C-58CC-6AE4C1E394C1}"/>
          </ac:picMkLst>
        </pc:picChg>
        <pc:picChg chg="add mod">
          <ac:chgData name="欣捷 王" userId="b965477fa0aef5e6" providerId="LiveId" clId="{0FBEE970-746D-47CB-AB82-0F73702F4F8D}" dt="2024-05-27T03:54:15.379" v="1458" actId="1076"/>
          <ac:picMkLst>
            <pc:docMk/>
            <pc:sldMk cId="1991517479" sldId="1010"/>
            <ac:picMk id="24" creationId="{9FBBF700-1B27-2740-F477-787B547A066E}"/>
          </ac:picMkLst>
        </pc:picChg>
        <pc:picChg chg="add mod">
          <ac:chgData name="欣捷 王" userId="b965477fa0aef5e6" providerId="LiveId" clId="{0FBEE970-746D-47CB-AB82-0F73702F4F8D}" dt="2024-05-27T03:54:18.838" v="1459" actId="1076"/>
          <ac:picMkLst>
            <pc:docMk/>
            <pc:sldMk cId="1991517479" sldId="1010"/>
            <ac:picMk id="26" creationId="{FE539B7B-5399-7AC8-400F-7BE22F9C0294}"/>
          </ac:picMkLst>
        </pc:picChg>
        <pc:picChg chg="add mod">
          <ac:chgData name="欣捷 王" userId="b965477fa0aef5e6" providerId="LiveId" clId="{0FBEE970-746D-47CB-AB82-0F73702F4F8D}" dt="2024-05-27T03:55:46.453" v="1489" actId="571"/>
          <ac:picMkLst>
            <pc:docMk/>
            <pc:sldMk cId="1991517479" sldId="1010"/>
            <ac:picMk id="28" creationId="{82A735B3-7195-CCF9-749B-16C0A4D3A9DB}"/>
          </ac:picMkLst>
        </pc:picChg>
        <pc:picChg chg="add mod">
          <ac:chgData name="欣捷 王" userId="b965477fa0aef5e6" providerId="LiveId" clId="{0FBEE970-746D-47CB-AB82-0F73702F4F8D}" dt="2024-05-27T03:55:46.453" v="1489" actId="571"/>
          <ac:picMkLst>
            <pc:docMk/>
            <pc:sldMk cId="1991517479" sldId="1010"/>
            <ac:picMk id="29" creationId="{23F3AFB3-15B0-9AF6-F0FB-3259A7C49A28}"/>
          </ac:picMkLst>
        </pc:picChg>
      </pc:sldChg>
      <pc:sldChg chg="addSp delSp modSp add mod delAnim modAnim modNotesTx">
        <pc:chgData name="欣捷 王" userId="b965477fa0aef5e6" providerId="LiveId" clId="{0FBEE970-746D-47CB-AB82-0F73702F4F8D}" dt="2024-05-27T13:38:43.455" v="2114"/>
        <pc:sldMkLst>
          <pc:docMk/>
          <pc:sldMk cId="1557359038" sldId="1011"/>
        </pc:sldMkLst>
        <pc:spChg chg="mod">
          <ac:chgData name="欣捷 王" userId="b965477fa0aef5e6" providerId="LiveId" clId="{0FBEE970-746D-47CB-AB82-0F73702F4F8D}" dt="2024-05-27T03:41:54.283" v="1304" actId="27636"/>
          <ac:spMkLst>
            <pc:docMk/>
            <pc:sldMk cId="1557359038" sldId="1011"/>
            <ac:spMk id="7" creationId="{8A6E7398-6DE4-A8F7-26BE-BE4C8E9DE0DD}"/>
          </ac:spMkLst>
        </pc:spChg>
        <pc:spChg chg="mod">
          <ac:chgData name="欣捷 王" userId="b965477fa0aef5e6" providerId="LiveId" clId="{0FBEE970-746D-47CB-AB82-0F73702F4F8D}" dt="2024-05-27T03:55:08.177" v="1469" actId="113"/>
          <ac:spMkLst>
            <pc:docMk/>
            <pc:sldMk cId="1557359038" sldId="1011"/>
            <ac:spMk id="8" creationId="{82561C96-0B2F-1808-6955-FA8B3ACEC0EC}"/>
          </ac:spMkLst>
        </pc:spChg>
        <pc:spChg chg="mod">
          <ac:chgData name="欣捷 王" userId="b965477fa0aef5e6" providerId="LiveId" clId="{0FBEE970-746D-47CB-AB82-0F73702F4F8D}" dt="2024-05-27T03:55:40.508" v="1487" actId="20577"/>
          <ac:spMkLst>
            <pc:docMk/>
            <pc:sldMk cId="1557359038" sldId="1011"/>
            <ac:spMk id="9" creationId="{D2264910-8157-4DE7-DA7E-A69E3EB1131B}"/>
          </ac:spMkLst>
        </pc:spChg>
        <pc:spChg chg="add mod">
          <ac:chgData name="欣捷 王" userId="b965477fa0aef5e6" providerId="LiveId" clId="{0FBEE970-746D-47CB-AB82-0F73702F4F8D}" dt="2024-05-27T03:59:17.091" v="1621" actId="20577"/>
          <ac:spMkLst>
            <pc:docMk/>
            <pc:sldMk cId="1557359038" sldId="1011"/>
            <ac:spMk id="15" creationId="{5617123C-63CB-4FA0-3F07-90408B47A0F9}"/>
          </ac:spMkLst>
        </pc:spChg>
        <pc:grpChg chg="del">
          <ac:chgData name="欣捷 王" userId="b965477fa0aef5e6" providerId="LiveId" clId="{0FBEE970-746D-47CB-AB82-0F73702F4F8D}" dt="2024-05-27T03:43:55.488" v="1315" actId="478"/>
          <ac:grpSpMkLst>
            <pc:docMk/>
            <pc:sldMk cId="1557359038" sldId="1011"/>
            <ac:grpSpMk id="14" creationId="{0E475B9B-A09E-16CA-EB14-7890F2BB8079}"/>
          </ac:grpSpMkLst>
        </pc:grpChg>
        <pc:picChg chg="add mod">
          <ac:chgData name="欣捷 王" userId="b965477fa0aef5e6" providerId="LiveId" clId="{0FBEE970-746D-47CB-AB82-0F73702F4F8D}" dt="2024-05-27T03:55:55.305" v="1492" actId="1076"/>
          <ac:picMkLst>
            <pc:docMk/>
            <pc:sldMk cId="1557359038" sldId="1011"/>
            <ac:picMk id="5" creationId="{19A0CA11-CD5B-F6CA-AD38-727D925EC0CE}"/>
          </ac:picMkLst>
        </pc:picChg>
        <pc:picChg chg="add mod">
          <ac:chgData name="欣捷 王" userId="b965477fa0aef5e6" providerId="LiveId" clId="{0FBEE970-746D-47CB-AB82-0F73702F4F8D}" dt="2024-05-27T03:55:58.070" v="1493" actId="1076"/>
          <ac:picMkLst>
            <pc:docMk/>
            <pc:sldMk cId="1557359038" sldId="1011"/>
            <ac:picMk id="6" creationId="{49BD7555-24D4-E6E8-FD95-794D7B09A24C}"/>
          </ac:picMkLst>
        </pc:picChg>
      </pc:sldChg>
      <pc:sldChg chg="add del">
        <pc:chgData name="欣捷 王" userId="b965477fa0aef5e6" providerId="LiveId" clId="{0FBEE970-746D-47CB-AB82-0F73702F4F8D}" dt="2024-05-27T03:41:03.275" v="1277"/>
        <pc:sldMkLst>
          <pc:docMk/>
          <pc:sldMk cId="2427357466" sldId="1012"/>
        </pc:sldMkLst>
      </pc:sldChg>
      <pc:sldChg chg="addSp delSp modSp add mod addAnim delAnim modAnim modNotesTx">
        <pc:chgData name="欣捷 王" userId="b965477fa0aef5e6" providerId="LiveId" clId="{0FBEE970-746D-47CB-AB82-0F73702F4F8D}" dt="2024-05-27T14:06:30.371" v="2260" actId="20577"/>
        <pc:sldMkLst>
          <pc:docMk/>
          <pc:sldMk cId="2724535368" sldId="1012"/>
        </pc:sldMkLst>
        <pc:spChg chg="del">
          <ac:chgData name="欣捷 王" userId="b965477fa0aef5e6" providerId="LiveId" clId="{0FBEE970-746D-47CB-AB82-0F73702F4F8D}" dt="2024-05-27T13:51:21.927" v="2205" actId="478"/>
          <ac:spMkLst>
            <pc:docMk/>
            <pc:sldMk cId="2724535368" sldId="1012"/>
            <ac:spMk id="6" creationId="{20F7D7B5-0249-D942-949A-C9965EFAEC77}"/>
          </ac:spMkLst>
        </pc:spChg>
        <pc:spChg chg="add mod">
          <ac:chgData name="欣捷 王" userId="b965477fa0aef5e6" providerId="LiveId" clId="{0FBEE970-746D-47CB-AB82-0F73702F4F8D}" dt="2024-05-27T13:51:33.609" v="2207" actId="1076"/>
          <ac:spMkLst>
            <pc:docMk/>
            <pc:sldMk cId="2724535368" sldId="1012"/>
            <ac:spMk id="7" creationId="{2CAE8455-F896-D316-1D9E-58C0E1F185E9}"/>
          </ac:spMkLst>
        </pc:spChg>
        <pc:spChg chg="del">
          <ac:chgData name="欣捷 王" userId="b965477fa0aef5e6" providerId="LiveId" clId="{0FBEE970-746D-47CB-AB82-0F73702F4F8D}" dt="2024-05-27T13:32:45.339" v="2095" actId="478"/>
          <ac:spMkLst>
            <pc:docMk/>
            <pc:sldMk cId="2724535368" sldId="1012"/>
            <ac:spMk id="9" creationId="{9DAAC28F-F807-74B5-B7B2-A914576EA05E}"/>
          </ac:spMkLst>
        </pc:spChg>
        <pc:spChg chg="del">
          <ac:chgData name="欣捷 王" userId="b965477fa0aef5e6" providerId="LiveId" clId="{0FBEE970-746D-47CB-AB82-0F73702F4F8D}" dt="2024-05-27T13:32:45.339" v="2095" actId="478"/>
          <ac:spMkLst>
            <pc:docMk/>
            <pc:sldMk cId="2724535368" sldId="1012"/>
            <ac:spMk id="10" creationId="{9F7C5FA1-1A89-EE66-C808-CE730A80AFEE}"/>
          </ac:spMkLst>
        </pc:spChg>
        <pc:spChg chg="add mod">
          <ac:chgData name="欣捷 王" userId="b965477fa0aef5e6" providerId="LiveId" clId="{0FBEE970-746D-47CB-AB82-0F73702F4F8D}" dt="2024-05-27T13:56:00.578" v="2257" actId="1035"/>
          <ac:spMkLst>
            <pc:docMk/>
            <pc:sldMk cId="2724535368" sldId="1012"/>
            <ac:spMk id="13" creationId="{76D83216-185A-90C5-115E-225C2C87CAF5}"/>
          </ac:spMkLst>
        </pc:spChg>
        <pc:spChg chg="add mod">
          <ac:chgData name="欣捷 王" userId="b965477fa0aef5e6" providerId="LiveId" clId="{0FBEE970-746D-47CB-AB82-0F73702F4F8D}" dt="2024-05-27T13:55:15.754" v="2249" actId="1076"/>
          <ac:spMkLst>
            <pc:docMk/>
            <pc:sldMk cId="2724535368" sldId="1012"/>
            <ac:spMk id="16" creationId="{C1185B8B-1E85-26B8-0EA5-2EA6C12CA166}"/>
          </ac:spMkLst>
        </pc:spChg>
        <pc:spChg chg="del">
          <ac:chgData name="欣捷 王" userId="b965477fa0aef5e6" providerId="LiveId" clId="{0FBEE970-746D-47CB-AB82-0F73702F4F8D}" dt="2024-05-27T13:32:45.339" v="2095" actId="478"/>
          <ac:spMkLst>
            <pc:docMk/>
            <pc:sldMk cId="2724535368" sldId="1012"/>
            <ac:spMk id="18" creationId="{6E841921-67EC-6F42-F7DC-357F7995A7B0}"/>
          </ac:spMkLst>
        </pc:spChg>
        <pc:spChg chg="del">
          <ac:chgData name="欣捷 王" userId="b965477fa0aef5e6" providerId="LiveId" clId="{0FBEE970-746D-47CB-AB82-0F73702F4F8D}" dt="2024-05-27T13:32:45.339" v="2095" actId="478"/>
          <ac:spMkLst>
            <pc:docMk/>
            <pc:sldMk cId="2724535368" sldId="1012"/>
            <ac:spMk id="19" creationId="{C837304D-0D23-6DF9-5323-7792A632B3EB}"/>
          </ac:spMkLst>
        </pc:spChg>
        <pc:spChg chg="mod">
          <ac:chgData name="欣捷 王" userId="b965477fa0aef5e6" providerId="LiveId" clId="{0FBEE970-746D-47CB-AB82-0F73702F4F8D}" dt="2024-05-27T14:06:30.371" v="2260" actId="20577"/>
          <ac:spMkLst>
            <pc:docMk/>
            <pc:sldMk cId="2724535368" sldId="1012"/>
            <ac:spMk id="811011" creationId="{9FBCD775-82E3-47FF-B92B-74CCBAEC2CC1}"/>
          </ac:spMkLst>
        </pc:spChg>
        <pc:cxnChg chg="add mod">
          <ac:chgData name="欣捷 王" userId="b965477fa0aef5e6" providerId="LiveId" clId="{0FBEE970-746D-47CB-AB82-0F73702F4F8D}" dt="2024-05-27T13:51:33.609" v="2207" actId="1076"/>
          <ac:cxnSpMkLst>
            <pc:docMk/>
            <pc:sldMk cId="2724535368" sldId="1012"/>
            <ac:cxnSpMk id="5" creationId="{6A0BDAC4-D669-7BF8-5ADC-B133BCF90A6D}"/>
          </ac:cxnSpMkLst>
        </pc:cxnChg>
        <pc:cxnChg chg="add mod">
          <ac:chgData name="欣捷 王" userId="b965477fa0aef5e6" providerId="LiveId" clId="{0FBEE970-746D-47CB-AB82-0F73702F4F8D}" dt="2024-05-27T13:56:00.578" v="2257" actId="1035"/>
          <ac:cxnSpMkLst>
            <pc:docMk/>
            <pc:sldMk cId="2724535368" sldId="1012"/>
            <ac:cxnSpMk id="11" creationId="{7DB39F4C-2E1B-64CF-9BC9-107777E844B6}"/>
          </ac:cxnSpMkLst>
        </pc:cxnChg>
        <pc:cxnChg chg="del">
          <ac:chgData name="欣捷 王" userId="b965477fa0aef5e6" providerId="LiveId" clId="{0FBEE970-746D-47CB-AB82-0F73702F4F8D}" dt="2024-05-27T13:32:45.339" v="2095" actId="478"/>
          <ac:cxnSpMkLst>
            <pc:docMk/>
            <pc:sldMk cId="2724535368" sldId="1012"/>
            <ac:cxnSpMk id="14" creationId="{0AA6ECF6-79D3-2010-CDDE-B8F54645A0C4}"/>
          </ac:cxnSpMkLst>
        </pc:cxnChg>
        <pc:cxnChg chg="add mod">
          <ac:chgData name="欣捷 王" userId="b965477fa0aef5e6" providerId="LiveId" clId="{0FBEE970-746D-47CB-AB82-0F73702F4F8D}" dt="2024-05-27T13:55:11.604" v="2248" actId="1035"/>
          <ac:cxnSpMkLst>
            <pc:docMk/>
            <pc:sldMk cId="2724535368" sldId="1012"/>
            <ac:cxnSpMk id="15" creationId="{2446FD02-A9CB-CBC6-6258-A083A6F42B56}"/>
          </ac:cxnSpMkLst>
        </pc:cxnChg>
        <pc:cxnChg chg="del">
          <ac:chgData name="欣捷 王" userId="b965477fa0aef5e6" providerId="LiveId" clId="{0FBEE970-746D-47CB-AB82-0F73702F4F8D}" dt="2024-05-27T13:32:45.339" v="2095" actId="478"/>
          <ac:cxnSpMkLst>
            <pc:docMk/>
            <pc:sldMk cId="2724535368" sldId="1012"/>
            <ac:cxnSpMk id="20" creationId="{3026B848-F670-4990-68F0-386486379AFA}"/>
          </ac:cxnSpMkLst>
        </pc:cxnChg>
      </pc:sldChg>
      <pc:sldChg chg="delSp add del mod">
        <pc:chgData name="欣捷 王" userId="b965477fa0aef5e6" providerId="LiveId" clId="{0FBEE970-746D-47CB-AB82-0F73702F4F8D}" dt="2024-05-27T14:07:30.573" v="2263" actId="47"/>
        <pc:sldMkLst>
          <pc:docMk/>
          <pc:sldMk cId="2402318248" sldId="1013"/>
        </pc:sldMkLst>
        <pc:spChg chg="del">
          <ac:chgData name="欣捷 王" userId="b965477fa0aef5e6" providerId="LiveId" clId="{0FBEE970-746D-47CB-AB82-0F73702F4F8D}" dt="2024-05-27T13:54:36.376" v="2229" actId="478"/>
          <ac:spMkLst>
            <pc:docMk/>
            <pc:sldMk cId="2402318248" sldId="1013"/>
            <ac:spMk id="6" creationId="{20F7D7B5-0249-D942-949A-C9965EFAEC77}"/>
          </ac:spMkLst>
        </pc:spChg>
      </pc:sldChg>
      <pc:sldChg chg="addSp delSp modSp add mod delAnim modAnim">
        <pc:chgData name="欣捷 王" userId="b965477fa0aef5e6" providerId="LiveId" clId="{0FBEE970-746D-47CB-AB82-0F73702F4F8D}" dt="2024-05-27T14:53:05.531" v="2922"/>
        <pc:sldMkLst>
          <pc:docMk/>
          <pc:sldMk cId="3505435152" sldId="1013"/>
        </pc:sldMkLst>
        <pc:spChg chg="add mod">
          <ac:chgData name="欣捷 王" userId="b965477fa0aef5e6" providerId="LiveId" clId="{0FBEE970-746D-47CB-AB82-0F73702F4F8D}" dt="2024-05-27T14:41:47.770" v="2733" actId="1076"/>
          <ac:spMkLst>
            <pc:docMk/>
            <pc:sldMk cId="3505435152" sldId="1013"/>
            <ac:spMk id="5" creationId="{6869942D-52D0-16F6-EAD7-5B910A037327}"/>
          </ac:spMkLst>
        </pc:spChg>
        <pc:spChg chg="add mod">
          <ac:chgData name="欣捷 王" userId="b965477fa0aef5e6" providerId="LiveId" clId="{0FBEE970-746D-47CB-AB82-0F73702F4F8D}" dt="2024-05-27T14:43:20.968" v="2764" actId="1076"/>
          <ac:spMkLst>
            <pc:docMk/>
            <pc:sldMk cId="3505435152" sldId="1013"/>
            <ac:spMk id="7" creationId="{62C89D19-C12A-B4AD-61D4-9A80F90CC4A1}"/>
          </ac:spMkLst>
        </pc:spChg>
        <pc:spChg chg="del">
          <ac:chgData name="欣捷 王" userId="b965477fa0aef5e6" providerId="LiveId" clId="{0FBEE970-746D-47CB-AB82-0F73702F4F8D}" dt="2024-05-27T14:31:11.825" v="2504" actId="478"/>
          <ac:spMkLst>
            <pc:docMk/>
            <pc:sldMk cId="3505435152" sldId="1013"/>
            <ac:spMk id="7" creationId="{A18FF69F-DB16-B62F-E74B-84D5229A3230}"/>
          </ac:spMkLst>
        </pc:spChg>
        <pc:spChg chg="del">
          <ac:chgData name="欣捷 王" userId="b965477fa0aef5e6" providerId="LiveId" clId="{0FBEE970-746D-47CB-AB82-0F73702F4F8D}" dt="2024-05-27T14:31:11.825" v="2504" actId="478"/>
          <ac:spMkLst>
            <pc:docMk/>
            <pc:sldMk cId="3505435152" sldId="1013"/>
            <ac:spMk id="9" creationId="{D52BF661-F7BE-81ED-A4F6-01DFF04FEB56}"/>
          </ac:spMkLst>
        </pc:spChg>
        <pc:spChg chg="add del mod">
          <ac:chgData name="欣捷 王" userId="b965477fa0aef5e6" providerId="LiveId" clId="{0FBEE970-746D-47CB-AB82-0F73702F4F8D}" dt="2024-05-27T14:46:35.892" v="2817" actId="478"/>
          <ac:spMkLst>
            <pc:docMk/>
            <pc:sldMk cId="3505435152" sldId="1013"/>
            <ac:spMk id="9" creationId="{DADDEAB1-DBC6-C5FF-B3AA-D3528BE4CC11}"/>
          </ac:spMkLst>
        </pc:spChg>
        <pc:spChg chg="del">
          <ac:chgData name="欣捷 王" userId="b965477fa0aef5e6" providerId="LiveId" clId="{0FBEE970-746D-47CB-AB82-0F73702F4F8D}" dt="2024-05-27T14:31:11.825" v="2504" actId="478"/>
          <ac:spMkLst>
            <pc:docMk/>
            <pc:sldMk cId="3505435152" sldId="1013"/>
            <ac:spMk id="11" creationId="{477AFA4C-24A8-FF3E-B2CE-25F9520D7D44}"/>
          </ac:spMkLst>
        </pc:spChg>
        <pc:spChg chg="add mod">
          <ac:chgData name="欣捷 王" userId="b965477fa0aef5e6" providerId="LiveId" clId="{0FBEE970-746D-47CB-AB82-0F73702F4F8D}" dt="2024-05-27T14:41:47.770" v="2733" actId="1076"/>
          <ac:spMkLst>
            <pc:docMk/>
            <pc:sldMk cId="3505435152" sldId="1013"/>
            <ac:spMk id="12" creationId="{5E784997-861D-74A1-BE80-B358EB622B48}"/>
          </ac:spMkLst>
        </pc:spChg>
        <pc:spChg chg="del">
          <ac:chgData name="欣捷 王" userId="b965477fa0aef5e6" providerId="LiveId" clId="{0FBEE970-746D-47CB-AB82-0F73702F4F8D}" dt="2024-05-27T14:31:11.825" v="2504" actId="478"/>
          <ac:spMkLst>
            <pc:docMk/>
            <pc:sldMk cId="3505435152" sldId="1013"/>
            <ac:spMk id="14" creationId="{0000FE2A-8E54-28AD-B6B5-7EBBC87AF58B}"/>
          </ac:spMkLst>
        </pc:spChg>
        <pc:spChg chg="add mod">
          <ac:chgData name="欣捷 王" userId="b965477fa0aef5e6" providerId="LiveId" clId="{0FBEE970-746D-47CB-AB82-0F73702F4F8D}" dt="2024-05-27T14:41:47.770" v="2733" actId="1076"/>
          <ac:spMkLst>
            <pc:docMk/>
            <pc:sldMk cId="3505435152" sldId="1013"/>
            <ac:spMk id="16" creationId="{7FA793DF-C3C2-F46A-E573-8E65B53EE961}"/>
          </ac:spMkLst>
        </pc:spChg>
        <pc:spChg chg="add mod">
          <ac:chgData name="欣捷 王" userId="b965477fa0aef5e6" providerId="LiveId" clId="{0FBEE970-746D-47CB-AB82-0F73702F4F8D}" dt="2024-05-27T14:41:47.770" v="2733" actId="1076"/>
          <ac:spMkLst>
            <pc:docMk/>
            <pc:sldMk cId="3505435152" sldId="1013"/>
            <ac:spMk id="17" creationId="{B6992F5F-23F3-A70E-173A-AA7BFDA1CEA7}"/>
          </ac:spMkLst>
        </pc:spChg>
        <pc:spChg chg="add mod">
          <ac:chgData name="欣捷 王" userId="b965477fa0aef5e6" providerId="LiveId" clId="{0FBEE970-746D-47CB-AB82-0F73702F4F8D}" dt="2024-05-27T14:49:50.480" v="2891" actId="14100"/>
          <ac:spMkLst>
            <pc:docMk/>
            <pc:sldMk cId="3505435152" sldId="1013"/>
            <ac:spMk id="18" creationId="{27F7B23C-8F33-4802-79D2-68E60693AAB9}"/>
          </ac:spMkLst>
        </pc:spChg>
        <pc:spChg chg="mod">
          <ac:chgData name="欣捷 王" userId="b965477fa0aef5e6" providerId="LiveId" clId="{0FBEE970-746D-47CB-AB82-0F73702F4F8D}" dt="2024-05-27T14:50:31.873" v="2912" actId="20577"/>
          <ac:spMkLst>
            <pc:docMk/>
            <pc:sldMk cId="3505435152" sldId="1013"/>
            <ac:spMk id="12291" creationId="{0ECE88AD-6DE7-4297-9116-EECABB5AAD65}"/>
          </ac:spMkLst>
        </pc:spChg>
        <pc:picChg chg="del">
          <ac:chgData name="欣捷 王" userId="b965477fa0aef5e6" providerId="LiveId" clId="{0FBEE970-746D-47CB-AB82-0F73702F4F8D}" dt="2024-05-27T14:31:13.574" v="2505" actId="478"/>
          <ac:picMkLst>
            <pc:docMk/>
            <pc:sldMk cId="3505435152" sldId="1013"/>
            <ac:picMk id="18" creationId="{BB27579E-3F3C-F594-6205-E2B2A6DF6751}"/>
          </ac:picMkLst>
        </pc:picChg>
        <pc:cxnChg chg="add mod">
          <ac:chgData name="欣捷 王" userId="b965477fa0aef5e6" providerId="LiveId" clId="{0FBEE970-746D-47CB-AB82-0F73702F4F8D}" dt="2024-05-27T14:43:20.968" v="2764" actId="1076"/>
          <ac:cxnSpMkLst>
            <pc:docMk/>
            <pc:sldMk cId="3505435152" sldId="1013"/>
            <ac:cxnSpMk id="6" creationId="{0EA8D632-1F17-7BD8-43D6-5512931DB870}"/>
          </ac:cxnSpMkLst>
        </pc:cxnChg>
        <pc:cxnChg chg="del">
          <ac:chgData name="欣捷 王" userId="b965477fa0aef5e6" providerId="LiveId" clId="{0FBEE970-746D-47CB-AB82-0F73702F4F8D}" dt="2024-05-27T14:31:11.825" v="2504" actId="478"/>
          <ac:cxnSpMkLst>
            <pc:docMk/>
            <pc:sldMk cId="3505435152" sldId="1013"/>
            <ac:cxnSpMk id="6" creationId="{57A82D27-137D-A1D0-831F-23F247660AEE}"/>
          </ac:cxnSpMkLst>
        </pc:cxnChg>
        <pc:cxnChg chg="del">
          <ac:chgData name="欣捷 王" userId="b965477fa0aef5e6" providerId="LiveId" clId="{0FBEE970-746D-47CB-AB82-0F73702F4F8D}" dt="2024-05-27T14:31:11.825" v="2504" actId="478"/>
          <ac:cxnSpMkLst>
            <pc:docMk/>
            <pc:sldMk cId="3505435152" sldId="1013"/>
            <ac:cxnSpMk id="8" creationId="{5E5D1C9C-8D6E-A37C-ECA0-6F60A917FDC8}"/>
          </ac:cxnSpMkLst>
        </pc:cxnChg>
        <pc:cxnChg chg="add del mod">
          <ac:chgData name="欣捷 王" userId="b965477fa0aef5e6" providerId="LiveId" clId="{0FBEE970-746D-47CB-AB82-0F73702F4F8D}" dt="2024-05-27T14:46:37.883" v="2818" actId="478"/>
          <ac:cxnSpMkLst>
            <pc:docMk/>
            <pc:sldMk cId="3505435152" sldId="1013"/>
            <ac:cxnSpMk id="8" creationId="{756B5BBC-CDBC-0F2F-FA2A-B1042597C25F}"/>
          </ac:cxnSpMkLst>
        </pc:cxnChg>
        <pc:cxnChg chg="del">
          <ac:chgData name="欣捷 王" userId="b965477fa0aef5e6" providerId="LiveId" clId="{0FBEE970-746D-47CB-AB82-0F73702F4F8D}" dt="2024-05-27T14:31:11.825" v="2504" actId="478"/>
          <ac:cxnSpMkLst>
            <pc:docMk/>
            <pc:sldMk cId="3505435152" sldId="1013"/>
            <ac:cxnSpMk id="10" creationId="{05A3C532-3EF5-7DE1-8EFF-15A248019546}"/>
          </ac:cxnSpMkLst>
        </pc:cxnChg>
        <pc:cxnChg chg="add del mod">
          <ac:chgData name="欣捷 王" userId="b965477fa0aef5e6" providerId="LiveId" clId="{0FBEE970-746D-47CB-AB82-0F73702F4F8D}" dt="2024-05-27T14:46:27.387" v="2816" actId="478"/>
          <ac:cxnSpMkLst>
            <pc:docMk/>
            <pc:sldMk cId="3505435152" sldId="1013"/>
            <ac:cxnSpMk id="11" creationId="{EBCC8C2A-0977-704B-B54C-D97F12F7CB69}"/>
          </ac:cxnSpMkLst>
        </pc:cxnChg>
        <pc:cxnChg chg="del">
          <ac:chgData name="欣捷 王" userId="b965477fa0aef5e6" providerId="LiveId" clId="{0FBEE970-746D-47CB-AB82-0F73702F4F8D}" dt="2024-05-27T14:31:11.825" v="2504" actId="478"/>
          <ac:cxnSpMkLst>
            <pc:docMk/>
            <pc:sldMk cId="3505435152" sldId="1013"/>
            <ac:cxnSpMk id="13" creationId="{5907AA54-0E86-DAED-344B-91FFE07472D0}"/>
          </ac:cxnSpMkLst>
        </pc:cxnChg>
        <pc:cxnChg chg="add mod">
          <ac:chgData name="欣捷 王" userId="b965477fa0aef5e6" providerId="LiveId" clId="{0FBEE970-746D-47CB-AB82-0F73702F4F8D}" dt="2024-05-27T14:48:55.651" v="2851"/>
          <ac:cxnSpMkLst>
            <pc:docMk/>
            <pc:sldMk cId="3505435152" sldId="1013"/>
            <ac:cxnSpMk id="13" creationId="{BF05BFC6-651C-85B8-9DD7-4E817348872F}"/>
          </ac:cxnSpMkLst>
        </pc:cxnChg>
        <pc:cxnChg chg="add mod">
          <ac:chgData name="欣捷 王" userId="b965477fa0aef5e6" providerId="LiveId" clId="{0FBEE970-746D-47CB-AB82-0F73702F4F8D}" dt="2024-05-27T14:49:43.397" v="2889" actId="1037"/>
          <ac:cxnSpMkLst>
            <pc:docMk/>
            <pc:sldMk cId="3505435152" sldId="1013"/>
            <ac:cxnSpMk id="14" creationId="{D0EDB2D4-EF8D-F9BC-3468-E41F38E9EAAD}"/>
          </ac:cxnSpMkLst>
        </pc:cxnChg>
        <pc:cxnChg chg="add mod">
          <ac:chgData name="欣捷 王" userId="b965477fa0aef5e6" providerId="LiveId" clId="{0FBEE970-746D-47CB-AB82-0F73702F4F8D}" dt="2024-05-27T14:41:47.770" v="2733" actId="1076"/>
          <ac:cxnSpMkLst>
            <pc:docMk/>
            <pc:sldMk cId="3505435152" sldId="1013"/>
            <ac:cxnSpMk id="15" creationId="{CC2E4D71-78B7-A065-4409-DFB80CFB6B36}"/>
          </ac:cxnSpMkLst>
        </pc:cxnChg>
        <pc:cxnChg chg="add mod">
          <ac:chgData name="欣捷 王" userId="b965477fa0aef5e6" providerId="LiveId" clId="{0FBEE970-746D-47CB-AB82-0F73702F4F8D}" dt="2024-05-27T14:41:47.770" v="2733" actId="1076"/>
          <ac:cxnSpMkLst>
            <pc:docMk/>
            <pc:sldMk cId="3505435152" sldId="1013"/>
            <ac:cxnSpMk id="19" creationId="{A0A52BEE-64CF-5957-E91A-B9D0BF86B16C}"/>
          </ac:cxnSpMkLst>
        </pc:cxnChg>
      </pc:sldChg>
      <pc:sldChg chg="add del">
        <pc:chgData name="欣捷 王" userId="b965477fa0aef5e6" providerId="LiveId" clId="{0FBEE970-746D-47CB-AB82-0F73702F4F8D}" dt="2024-05-27T16:57:02.102" v="3355" actId="47"/>
        <pc:sldMkLst>
          <pc:docMk/>
          <pc:sldMk cId="2293417546" sldId="1014"/>
        </pc:sldMkLst>
      </pc:sldChg>
      <pc:sldChg chg="addSp delSp modSp add mod replTag">
        <pc:chgData name="欣捷 王" userId="b965477fa0aef5e6" providerId="LiveId" clId="{0FBEE970-746D-47CB-AB82-0F73702F4F8D}" dt="2024-06-06T15:37:45.185" v="7120"/>
        <pc:sldMkLst>
          <pc:docMk/>
          <pc:sldMk cId="2907989389" sldId="1014"/>
        </pc:sldMkLst>
        <pc:spChg chg="del mod">
          <ac:chgData name="欣捷 王" userId="b965477fa0aef5e6" providerId="LiveId" clId="{0FBEE970-746D-47CB-AB82-0F73702F4F8D}" dt="2024-05-27T16:57:22.127" v="3357"/>
          <ac:spMkLst>
            <pc:docMk/>
            <pc:sldMk cId="2907989389" sldId="1014"/>
            <ac:spMk id="2" creationId="{D333D903-7555-3195-BB10-6A436B3B4085}"/>
          </ac:spMkLst>
        </pc:spChg>
        <pc:spChg chg="mod">
          <ac:chgData name="欣捷 王" userId="b965477fa0aef5e6" providerId="LiveId" clId="{0FBEE970-746D-47CB-AB82-0F73702F4F8D}" dt="2024-05-27T16:57:22.127" v="3357"/>
          <ac:spMkLst>
            <pc:docMk/>
            <pc:sldMk cId="2907989389" sldId="1014"/>
            <ac:spMk id="3" creationId="{25662244-88BE-1520-A555-2E0076E9D101}"/>
          </ac:spMkLst>
        </pc:spChg>
        <pc:spChg chg="mod">
          <ac:chgData name="欣捷 王" userId="b965477fa0aef5e6" providerId="LiveId" clId="{0FBEE970-746D-47CB-AB82-0F73702F4F8D}" dt="2024-05-27T16:57:22.127" v="3357"/>
          <ac:spMkLst>
            <pc:docMk/>
            <pc:sldMk cId="2907989389" sldId="1014"/>
            <ac:spMk id="4" creationId="{E8FBE55D-F2F6-CC66-0539-09A855015943}"/>
          </ac:spMkLst>
        </pc:spChg>
        <pc:spChg chg="mod">
          <ac:chgData name="欣捷 王" userId="b965477fa0aef5e6" providerId="LiveId" clId="{0FBEE970-746D-47CB-AB82-0F73702F4F8D}" dt="2024-05-27T16:57:22.127" v="3357"/>
          <ac:spMkLst>
            <pc:docMk/>
            <pc:sldMk cId="2907989389" sldId="1014"/>
            <ac:spMk id="5" creationId="{0E842320-1729-A8B9-39AF-1CC658DDCB4B}"/>
          </ac:spMkLst>
        </pc:spChg>
        <pc:spChg chg="add mod replST">
          <ac:chgData name="欣捷 王" userId="b965477fa0aef5e6" providerId="LiveId" clId="{0FBEE970-746D-47CB-AB82-0F73702F4F8D}" dt="2024-05-27T16:59:20.582" v="3991" actId="404"/>
          <ac:spMkLst>
            <pc:docMk/>
            <pc:sldMk cId="2907989389" sldId="1014"/>
            <ac:spMk id="8" creationId="{DBA193A4-8211-B2D0-4718-925AC070B6BB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9" creationId="{C3F36631-5D30-9856-FD2A-4E879DFCB654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10" creationId="{7F648772-369B-05FA-E3B1-69D1D900F599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11" creationId="{212E16FA-1228-34C0-46AD-EC6847C22249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12" creationId="{FB79A77E-2285-5F39-D07E-6093200BD3ED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13" creationId="{5EF1A8AC-270C-C0CF-2EA8-0D1CF0C7E02C}"/>
          </ac:spMkLst>
        </pc:spChg>
        <pc:spChg chg="add mod replST">
          <ac:chgData name="欣捷 王" userId="b965477fa0aef5e6" providerId="LiveId" clId="{0FBEE970-746D-47CB-AB82-0F73702F4F8D}" dt="2024-05-27T17:00:51.744" v="4211"/>
          <ac:spMkLst>
            <pc:docMk/>
            <pc:sldMk cId="2907989389" sldId="1014"/>
            <ac:spMk id="14" creationId="{6F90C095-6393-9C45-9557-71463286F399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15" creationId="{6C2FB902-F92C-7FC0-8F65-E411615714F1}"/>
          </ac:spMkLst>
        </pc:spChg>
        <pc:spChg chg="add mod replST">
          <ac:chgData name="欣捷 王" userId="b965477fa0aef5e6" providerId="LiveId" clId="{0FBEE970-746D-47CB-AB82-0F73702F4F8D}" dt="2024-05-27T17:00:50.196" v="4198"/>
          <ac:spMkLst>
            <pc:docMk/>
            <pc:sldMk cId="2907989389" sldId="1014"/>
            <ac:spMk id="16" creationId="{51615816-5FA7-6AAE-2C4B-98390457F4A2}"/>
          </ac:spMkLst>
        </pc:spChg>
        <pc:spChg chg="add mod replST">
          <ac:chgData name="欣捷 王" userId="b965477fa0aef5e6" providerId="LiveId" clId="{0FBEE970-746D-47CB-AB82-0F73702F4F8D}" dt="2024-05-27T16:59:35.029" v="4064"/>
          <ac:spMkLst>
            <pc:docMk/>
            <pc:sldMk cId="2907989389" sldId="1014"/>
            <ac:spMk id="17" creationId="{ACC74696-8689-3F22-8F1B-1D6F736F1FF8}"/>
          </ac:spMkLst>
        </pc:spChg>
        <pc:spChg chg="add mod replST">
          <ac:chgData name="欣捷 王" userId="b965477fa0aef5e6" providerId="LiveId" clId="{0FBEE970-746D-47CB-AB82-0F73702F4F8D}" dt="2024-06-06T15:37:45.185" v="7117"/>
          <ac:spMkLst>
            <pc:docMk/>
            <pc:sldMk cId="2907989389" sldId="1014"/>
            <ac:spMk id="18" creationId="{73BE98A3-8BC5-1AFD-232C-F4A7B7B272F2}"/>
          </ac:spMkLst>
        </pc:spChg>
        <pc:spChg chg="add mod replST">
          <ac:chgData name="欣捷 王" userId="b965477fa0aef5e6" providerId="LiveId" clId="{0FBEE970-746D-47CB-AB82-0F73702F4F8D}" dt="2024-06-06T15:37:45.185" v="7116"/>
          <ac:spMkLst>
            <pc:docMk/>
            <pc:sldMk cId="2907989389" sldId="1014"/>
            <ac:spMk id="19" creationId="{CB0009CD-B92A-4AC9-EBC5-DBE1BE536227}"/>
          </ac:spMkLst>
        </pc:spChg>
        <pc:spChg chg="add mod replST">
          <ac:chgData name="欣捷 王" userId="b965477fa0aef5e6" providerId="LiveId" clId="{0FBEE970-746D-47CB-AB82-0F73702F4F8D}" dt="2024-06-06T15:37:45.185" v="7116"/>
          <ac:spMkLst>
            <pc:docMk/>
            <pc:sldMk cId="2907989389" sldId="1014"/>
            <ac:spMk id="20" creationId="{962BFE63-AD11-44E0-56C5-AE5389141663}"/>
          </ac:spMkLst>
        </pc:spChg>
        <pc:spChg chg="add mod replST">
          <ac:chgData name="欣捷 王" userId="b965477fa0aef5e6" providerId="LiveId" clId="{0FBEE970-746D-47CB-AB82-0F73702F4F8D}" dt="2024-06-06T15:37:45.185" v="7116"/>
          <ac:spMkLst>
            <pc:docMk/>
            <pc:sldMk cId="2907989389" sldId="1014"/>
            <ac:spMk id="21" creationId="{06D9A636-F255-36ED-B563-AC3269809648}"/>
          </ac:spMkLst>
        </pc:spChg>
        <pc:spChg chg="add del mod ord replST">
          <ac:chgData name="欣捷 王" userId="b965477fa0aef5e6" providerId="LiveId" clId="{0FBEE970-746D-47CB-AB82-0F73702F4F8D}" dt="2024-05-27T17:00:50.197" v="4200"/>
          <ac:spMkLst>
            <pc:docMk/>
            <pc:sldMk cId="2907989389" sldId="1014"/>
            <ac:spMk id="23" creationId="{E953B209-1519-B4D5-45FB-DC5399DB573B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24" creationId="{FF05AA43-037F-4B7D-96CF-D1E65C1146C3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25" creationId="{7EF20EED-AFC1-5859-218B-434D6D340455}"/>
          </ac:spMkLst>
        </pc:spChg>
        <pc:spChg chg="add mod replST">
          <ac:chgData name="欣捷 王" userId="b965477fa0aef5e6" providerId="LiveId" clId="{0FBEE970-746D-47CB-AB82-0F73702F4F8D}" dt="2024-05-27T17:00:43.025" v="4185" actId="1076"/>
          <ac:spMkLst>
            <pc:docMk/>
            <pc:sldMk cId="2907989389" sldId="1014"/>
            <ac:spMk id="26" creationId="{68186902-33D0-CB58-7A93-BCB719F866ED}"/>
          </ac:spMkLst>
        </pc:spChg>
        <pc:spChg chg="add mod replST">
          <ac:chgData name="欣捷 王" userId="b965477fa0aef5e6" providerId="LiveId" clId="{0FBEE970-746D-47CB-AB82-0F73702F4F8D}" dt="2024-05-27T17:00:53.972" v="4222"/>
          <ac:spMkLst>
            <pc:docMk/>
            <pc:sldMk cId="2907989389" sldId="1014"/>
            <ac:spMk id="27" creationId="{B4EC717E-AE7E-0BAC-BEFB-37E3AB4796DA}"/>
          </ac:spMkLst>
        </pc:spChg>
        <pc:grpChg chg="add mod replST">
          <ac:chgData name="欣捷 王" userId="b965477fa0aef5e6" providerId="LiveId" clId="{0FBEE970-746D-47CB-AB82-0F73702F4F8D}" dt="2024-06-06T15:37:45.185" v="7118"/>
          <ac:grpSpMkLst>
            <pc:docMk/>
            <pc:sldMk cId="2907989389" sldId="1014"/>
            <ac:grpSpMk id="22" creationId="{C0923686-30F5-6107-BEF9-23EDE3DA153C}"/>
          </ac:grpSpMkLst>
        </pc:grpChg>
        <pc:picChg chg="add mod ord replST">
          <ac:chgData name="欣捷 王" userId="b965477fa0aef5e6" providerId="LiveId" clId="{0FBEE970-746D-47CB-AB82-0F73702F4F8D}" dt="2024-06-06T15:37:45.185" v="7120"/>
          <ac:picMkLst>
            <pc:docMk/>
            <pc:sldMk cId="2907989389" sldId="1014"/>
            <ac:picMk id="7" creationId="{DA67EBE4-840A-0979-BD33-0EB846B74BB7}"/>
          </ac:picMkLst>
        </pc:picChg>
      </pc:sldChg>
      <pc:sldChg chg="addSp delSp modSp add mod replTag modNotesTx">
        <pc:chgData name="欣捷 王" userId="b965477fa0aef5e6" providerId="LiveId" clId="{0FBEE970-746D-47CB-AB82-0F73702F4F8D}" dt="2024-06-06T15:37:45.222" v="7142" actId="20577"/>
        <pc:sldMkLst>
          <pc:docMk/>
          <pc:sldMk cId="422434503" sldId="1015"/>
        </pc:sldMkLst>
        <pc:spChg chg="mod">
          <ac:chgData name="欣捷 王" userId="b965477fa0aef5e6" providerId="LiveId" clId="{0FBEE970-746D-47CB-AB82-0F73702F4F8D}" dt="2024-05-27T17:37:22.283" v="4784"/>
          <ac:spMkLst>
            <pc:docMk/>
            <pc:sldMk cId="422434503" sldId="1015"/>
            <ac:spMk id="2" creationId="{F6A5B1E4-929E-6C5D-CE10-54DD594B34DD}"/>
          </ac:spMkLst>
        </pc:spChg>
        <pc:spChg chg="mod">
          <ac:chgData name="欣捷 王" userId="b965477fa0aef5e6" providerId="LiveId" clId="{0FBEE970-746D-47CB-AB82-0F73702F4F8D}" dt="2024-05-27T17:37:22.283" v="4784"/>
          <ac:spMkLst>
            <pc:docMk/>
            <pc:sldMk cId="422434503" sldId="1015"/>
            <ac:spMk id="3" creationId="{4EEF33AC-86B8-3D61-D46A-88B12DA021BF}"/>
          </ac:spMkLst>
        </pc:spChg>
        <pc:spChg chg="mod">
          <ac:chgData name="欣捷 王" userId="b965477fa0aef5e6" providerId="LiveId" clId="{0FBEE970-746D-47CB-AB82-0F73702F4F8D}" dt="2024-05-27T17:37:22.283" v="4784"/>
          <ac:spMkLst>
            <pc:docMk/>
            <pc:sldMk cId="422434503" sldId="1015"/>
            <ac:spMk id="4" creationId="{47EFF375-8115-C109-398A-F45A01AC1F79}"/>
          </ac:spMkLst>
        </pc:spChg>
        <pc:spChg chg="add mod replST">
          <ac:chgData name="欣捷 王" userId="b965477fa0aef5e6" providerId="LiveId" clId="{0FBEE970-746D-47CB-AB82-0F73702F4F8D}" dt="2024-05-27T17:42:31.293" v="5399" actId="20577"/>
          <ac:spMkLst>
            <pc:docMk/>
            <pc:sldMk cId="422434503" sldId="1015"/>
            <ac:spMk id="7" creationId="{C7D10EEE-8023-FBFE-AD04-B418622B9E17}"/>
          </ac:spMkLst>
        </pc:spChg>
        <pc:spChg chg="add mod replST">
          <ac:chgData name="欣捷 王" userId="b965477fa0aef5e6" providerId="LiveId" clId="{0FBEE970-746D-47CB-AB82-0F73702F4F8D}" dt="2024-05-27T17:37:22.327" v="4827" actId="20577"/>
          <ac:spMkLst>
            <pc:docMk/>
            <pc:sldMk cId="422434503" sldId="1015"/>
            <ac:spMk id="8" creationId="{247F34F6-B75E-4C48-D8DD-08A185ED1F3F}"/>
          </ac:spMkLst>
        </pc:spChg>
        <pc:spChg chg="add mod replST">
          <ac:chgData name="欣捷 王" userId="b965477fa0aef5e6" providerId="LiveId" clId="{0FBEE970-746D-47CB-AB82-0F73702F4F8D}" dt="2024-06-06T15:37:45.219" v="7128"/>
          <ac:spMkLst>
            <pc:docMk/>
            <pc:sldMk cId="422434503" sldId="1015"/>
            <ac:spMk id="9" creationId="{B5A21E9C-98FA-FAC9-DF73-FCB8CAE44CB7}"/>
          </ac:spMkLst>
        </pc:spChg>
        <pc:spChg chg="add mod replST">
          <ac:chgData name="欣捷 王" userId="b965477fa0aef5e6" providerId="LiveId" clId="{0FBEE970-746D-47CB-AB82-0F73702F4F8D}" dt="2024-06-06T15:37:45.219" v="7127"/>
          <ac:spMkLst>
            <pc:docMk/>
            <pc:sldMk cId="422434503" sldId="1015"/>
            <ac:spMk id="10" creationId="{0C819203-902A-6E3D-E8EB-46E21EFD562F}"/>
          </ac:spMkLst>
        </pc:spChg>
        <pc:spChg chg="add mod replST">
          <ac:chgData name="欣捷 王" userId="b965477fa0aef5e6" providerId="LiveId" clId="{0FBEE970-746D-47CB-AB82-0F73702F4F8D}" dt="2024-06-06T15:37:45.219" v="7127"/>
          <ac:spMkLst>
            <pc:docMk/>
            <pc:sldMk cId="422434503" sldId="1015"/>
            <ac:spMk id="11" creationId="{EDB78210-9914-E62C-9A48-A7A46BFCCB0A}"/>
          </ac:spMkLst>
        </pc:spChg>
        <pc:spChg chg="add mod replST">
          <ac:chgData name="欣捷 王" userId="b965477fa0aef5e6" providerId="LiveId" clId="{0FBEE970-746D-47CB-AB82-0F73702F4F8D}" dt="2024-06-06T15:37:45.219" v="7127"/>
          <ac:spMkLst>
            <pc:docMk/>
            <pc:sldMk cId="422434503" sldId="1015"/>
            <ac:spMk id="12" creationId="{7810791C-2900-8033-B576-F8248C680B98}"/>
          </ac:spMkLst>
        </pc:spChg>
        <pc:spChg chg="add del mod replST">
          <ac:chgData name="欣捷 王" userId="b965477fa0aef5e6" providerId="LiveId" clId="{0FBEE970-746D-47CB-AB82-0F73702F4F8D}" dt="2024-05-27T17:41:46.742" v="5319"/>
          <ac:spMkLst>
            <pc:docMk/>
            <pc:sldMk cId="422434503" sldId="1015"/>
            <ac:spMk id="14" creationId="{0B66CF8B-26D9-E40C-07B8-BD8C707AA0A9}"/>
          </ac:spMkLst>
        </pc:spChg>
        <pc:spChg chg="add mod ord modVis replST">
          <ac:chgData name="欣捷 王" userId="b965477fa0aef5e6" providerId="LiveId" clId="{0FBEE970-746D-47CB-AB82-0F73702F4F8D}" dt="2024-06-06T15:37:45.220" v="7135"/>
          <ac:spMkLst>
            <pc:docMk/>
            <pc:sldMk cId="422434503" sldId="1015"/>
            <ac:spMk id="15" creationId="{EA84FD62-827C-3ADA-D9BB-7309D7133799}"/>
          </ac:spMkLst>
        </pc:spChg>
        <pc:spChg chg="add mod modVis replST">
          <ac:chgData name="欣捷 王" userId="b965477fa0aef5e6" providerId="LiveId" clId="{0FBEE970-746D-47CB-AB82-0F73702F4F8D}" dt="2024-05-30T13:39:33.373" v="6491"/>
          <ac:spMkLst>
            <pc:docMk/>
            <pc:sldMk cId="422434503" sldId="1015"/>
            <ac:spMk id="16" creationId="{C7A157D2-D5CD-D138-2764-CC2B356C0348}"/>
          </ac:spMkLst>
        </pc:spChg>
        <pc:spChg chg="add mod modVis replST">
          <ac:chgData name="欣捷 王" userId="b965477fa0aef5e6" providerId="LiveId" clId="{0FBEE970-746D-47CB-AB82-0F73702F4F8D}" dt="2024-05-30T13:39:33.373" v="6491"/>
          <ac:spMkLst>
            <pc:docMk/>
            <pc:sldMk cId="422434503" sldId="1015"/>
            <ac:spMk id="17" creationId="{0300779B-E7A7-57A3-0FC7-C773B8D88DA9}"/>
          </ac:spMkLst>
        </pc:spChg>
        <pc:spChg chg="add mod modVis replST">
          <ac:chgData name="欣捷 王" userId="b965477fa0aef5e6" providerId="LiveId" clId="{0FBEE970-746D-47CB-AB82-0F73702F4F8D}" dt="2024-06-06T15:37:45.222" v="7142" actId="20577"/>
          <ac:spMkLst>
            <pc:docMk/>
            <pc:sldMk cId="422434503" sldId="1015"/>
            <ac:spMk id="18" creationId="{D002247D-8DA9-9FE3-C4AE-1F1054FF0022}"/>
          </ac:spMkLst>
        </pc:spChg>
        <pc:spChg chg="add mod modVis replST">
          <ac:chgData name="欣捷 王" userId="b965477fa0aef5e6" providerId="LiveId" clId="{0FBEE970-746D-47CB-AB82-0F73702F4F8D}" dt="2024-05-30T13:39:33.372" v="6484"/>
          <ac:spMkLst>
            <pc:docMk/>
            <pc:sldMk cId="422434503" sldId="1015"/>
            <ac:spMk id="20" creationId="{FFB3E0C0-4392-CD90-3087-141FDA454EBD}"/>
          </ac:spMkLst>
        </pc:spChg>
        <pc:spChg chg="add mod modVis replST">
          <ac:chgData name="欣捷 王" userId="b965477fa0aef5e6" providerId="LiveId" clId="{0FBEE970-746D-47CB-AB82-0F73702F4F8D}" dt="2024-06-06T15:37:45.221" v="7139"/>
          <ac:spMkLst>
            <pc:docMk/>
            <pc:sldMk cId="422434503" sldId="1015"/>
            <ac:spMk id="21" creationId="{DD4B7B63-EB7D-9446-29DB-720E5F1D180F}"/>
          </ac:spMkLst>
        </pc:spChg>
        <pc:grpChg chg="add mod replST">
          <ac:chgData name="欣捷 王" userId="b965477fa0aef5e6" providerId="LiveId" clId="{0FBEE970-746D-47CB-AB82-0F73702F4F8D}" dt="2024-06-06T15:37:45.219" v="7129"/>
          <ac:grpSpMkLst>
            <pc:docMk/>
            <pc:sldMk cId="422434503" sldId="1015"/>
            <ac:grpSpMk id="13" creationId="{E5E95152-7538-C70D-62AD-1B819DD16501}"/>
          </ac:grpSpMkLst>
        </pc:grpChg>
        <pc:grpChg chg="add mod modVis replST">
          <ac:chgData name="欣捷 王" userId="b965477fa0aef5e6" providerId="LiveId" clId="{0FBEE970-746D-47CB-AB82-0F73702F4F8D}" dt="2024-05-30T13:39:33.373" v="6491"/>
          <ac:grpSpMkLst>
            <pc:docMk/>
            <pc:sldMk cId="422434503" sldId="1015"/>
            <ac:grpSpMk id="19" creationId="{A72427EF-74DA-9145-6A94-341009CDBCDA}"/>
          </ac:grpSpMkLst>
        </pc:grpChg>
        <pc:picChg chg="add mod ord replST">
          <ac:chgData name="欣捷 王" userId="b965477fa0aef5e6" providerId="LiveId" clId="{0FBEE970-746D-47CB-AB82-0F73702F4F8D}" dt="2024-06-06T15:37:45.220" v="7131"/>
          <ac:picMkLst>
            <pc:docMk/>
            <pc:sldMk cId="422434503" sldId="1015"/>
            <ac:picMk id="6" creationId="{9107BD77-7A9E-C42A-6E3A-1EED06796D95}"/>
          </ac:picMkLst>
        </pc:picChg>
      </pc:sldChg>
      <pc:sldChg chg="modSp mod">
        <pc:chgData name="欣捷 王" userId="b965477fa0aef5e6" providerId="LiveId" clId="{0FBEE970-746D-47CB-AB82-0F73702F4F8D}" dt="2024-06-06T15:37:50.393" v="7166"/>
        <pc:sldMkLst>
          <pc:docMk/>
          <pc:sldMk cId="524904732" sldId="1016"/>
        </pc:sldMkLst>
        <pc:spChg chg="mod">
          <ac:chgData name="欣捷 王" userId="b965477fa0aef5e6" providerId="LiveId" clId="{0FBEE970-746D-47CB-AB82-0F73702F4F8D}" dt="2024-06-06T15:37:50.392" v="7163"/>
          <ac:spMkLst>
            <pc:docMk/>
            <pc:sldMk cId="524904732" sldId="1016"/>
            <ac:spMk id="19" creationId="{A37BD15C-E4CE-4551-B523-851529D8D4A4}"/>
          </ac:spMkLst>
        </pc:spChg>
        <pc:spChg chg="mod">
          <ac:chgData name="欣捷 王" userId="b965477fa0aef5e6" providerId="LiveId" clId="{0FBEE970-746D-47CB-AB82-0F73702F4F8D}" dt="2024-06-06T15:37:50.392" v="7162"/>
          <ac:spMkLst>
            <pc:docMk/>
            <pc:sldMk cId="524904732" sldId="1016"/>
            <ac:spMk id="20" creationId="{E3432851-61BF-992A-3AB4-0465BC85912E}"/>
          </ac:spMkLst>
        </pc:spChg>
        <pc:spChg chg="mod">
          <ac:chgData name="欣捷 王" userId="b965477fa0aef5e6" providerId="LiveId" clId="{0FBEE970-746D-47CB-AB82-0F73702F4F8D}" dt="2024-06-06T15:37:50.392" v="7162"/>
          <ac:spMkLst>
            <pc:docMk/>
            <pc:sldMk cId="524904732" sldId="1016"/>
            <ac:spMk id="21" creationId="{CB588928-1EF1-4170-5BD7-351300461718}"/>
          </ac:spMkLst>
        </pc:spChg>
        <pc:spChg chg="mod">
          <ac:chgData name="欣捷 王" userId="b965477fa0aef5e6" providerId="LiveId" clId="{0FBEE970-746D-47CB-AB82-0F73702F4F8D}" dt="2024-06-06T15:37:50.392" v="7162"/>
          <ac:spMkLst>
            <pc:docMk/>
            <pc:sldMk cId="524904732" sldId="1016"/>
            <ac:spMk id="22" creationId="{EFFB0892-2E12-1FEB-5DD2-99656859F1F0}"/>
          </ac:spMkLst>
        </pc:spChg>
        <pc:grpChg chg="mod">
          <ac:chgData name="欣捷 王" userId="b965477fa0aef5e6" providerId="LiveId" clId="{0FBEE970-746D-47CB-AB82-0F73702F4F8D}" dt="2024-06-06T15:37:50.393" v="7164"/>
          <ac:grpSpMkLst>
            <pc:docMk/>
            <pc:sldMk cId="524904732" sldId="1016"/>
            <ac:grpSpMk id="23" creationId="{6A370EFD-A259-D444-DF89-E297CC0B38A8}"/>
          </ac:grpSpMkLst>
        </pc:grpChg>
        <pc:picChg chg="mod ord">
          <ac:chgData name="欣捷 王" userId="b965477fa0aef5e6" providerId="LiveId" clId="{0FBEE970-746D-47CB-AB82-0F73702F4F8D}" dt="2024-06-06T15:37:50.393" v="7166"/>
          <ac:picMkLst>
            <pc:docMk/>
            <pc:sldMk cId="524904732" sldId="1016"/>
            <ac:picMk id="8" creationId="{0A1B0C1A-391B-E7DD-802A-8FEEEB95E15F}"/>
          </ac:picMkLst>
        </pc:picChg>
      </pc:sldChg>
      <pc:sldChg chg="modSp mod modAnim">
        <pc:chgData name="欣捷 王" userId="b965477fa0aef5e6" providerId="LiveId" clId="{0FBEE970-746D-47CB-AB82-0F73702F4F8D}" dt="2024-06-06T15:37:50.222" v="7160"/>
        <pc:sldMkLst>
          <pc:docMk/>
          <pc:sldMk cId="877558421" sldId="1017"/>
        </pc:sldMkLst>
        <pc:spChg chg="mod">
          <ac:chgData name="欣捷 王" userId="b965477fa0aef5e6" providerId="LiveId" clId="{0FBEE970-746D-47CB-AB82-0F73702F4F8D}" dt="2024-06-06T15:37:50.222" v="7157"/>
          <ac:spMkLst>
            <pc:docMk/>
            <pc:sldMk cId="877558421" sldId="1017"/>
            <ac:spMk id="17" creationId="{5E2F276D-09EE-ACDD-D268-4C5D318DD01E}"/>
          </ac:spMkLst>
        </pc:spChg>
        <pc:spChg chg="mod">
          <ac:chgData name="欣捷 王" userId="b965477fa0aef5e6" providerId="LiveId" clId="{0FBEE970-746D-47CB-AB82-0F73702F4F8D}" dt="2024-06-06T15:37:50.222" v="7156"/>
          <ac:spMkLst>
            <pc:docMk/>
            <pc:sldMk cId="877558421" sldId="1017"/>
            <ac:spMk id="18" creationId="{54DE3F89-B541-11D4-B89C-8BB19786DACD}"/>
          </ac:spMkLst>
        </pc:spChg>
        <pc:spChg chg="mod">
          <ac:chgData name="欣捷 王" userId="b965477fa0aef5e6" providerId="LiveId" clId="{0FBEE970-746D-47CB-AB82-0F73702F4F8D}" dt="2024-06-06T15:37:50.222" v="7156"/>
          <ac:spMkLst>
            <pc:docMk/>
            <pc:sldMk cId="877558421" sldId="1017"/>
            <ac:spMk id="19" creationId="{64F9080B-DB8B-C85B-9362-2597F2977719}"/>
          </ac:spMkLst>
        </pc:spChg>
        <pc:spChg chg="mod">
          <ac:chgData name="欣捷 王" userId="b965477fa0aef5e6" providerId="LiveId" clId="{0FBEE970-746D-47CB-AB82-0F73702F4F8D}" dt="2024-06-06T15:37:50.222" v="7156"/>
          <ac:spMkLst>
            <pc:docMk/>
            <pc:sldMk cId="877558421" sldId="1017"/>
            <ac:spMk id="20" creationId="{15C315BD-646B-6716-61DF-5CB8813B1F67}"/>
          </ac:spMkLst>
        </pc:spChg>
        <pc:grpChg chg="mod">
          <ac:chgData name="欣捷 王" userId="b965477fa0aef5e6" providerId="LiveId" clId="{0FBEE970-746D-47CB-AB82-0F73702F4F8D}" dt="2024-06-06T15:37:50.222" v="7158"/>
          <ac:grpSpMkLst>
            <pc:docMk/>
            <pc:sldMk cId="877558421" sldId="1017"/>
            <ac:grpSpMk id="21" creationId="{A8A52299-A51F-2DD9-07EC-52BCC193CEE1}"/>
          </ac:grpSpMkLst>
        </pc:grpChg>
        <pc:picChg chg="mod ord">
          <ac:chgData name="欣捷 王" userId="b965477fa0aef5e6" providerId="LiveId" clId="{0FBEE970-746D-47CB-AB82-0F73702F4F8D}" dt="2024-06-06T15:37:50.222" v="7160"/>
          <ac:picMkLst>
            <pc:docMk/>
            <pc:sldMk cId="877558421" sldId="1017"/>
            <ac:picMk id="6" creationId="{9C7A2C64-25E5-073F-472E-DB952B1E45D9}"/>
          </ac:picMkLst>
        </pc:picChg>
      </pc:sldChg>
      <pc:sldChg chg="addSp modSp new mod modAnim">
        <pc:chgData name="欣捷 王" userId="b965477fa0aef5e6" providerId="LiveId" clId="{0FBEE970-746D-47CB-AB82-0F73702F4F8D}" dt="2024-05-30T14:15:04.936" v="6669"/>
        <pc:sldMkLst>
          <pc:docMk/>
          <pc:sldMk cId="879329264" sldId="1018"/>
        </pc:sldMkLst>
        <pc:spChg chg="mod">
          <ac:chgData name="欣捷 王" userId="b965477fa0aef5e6" providerId="LiveId" clId="{0FBEE970-746D-47CB-AB82-0F73702F4F8D}" dt="2024-05-30T14:07:50.915" v="6579"/>
          <ac:spMkLst>
            <pc:docMk/>
            <pc:sldMk cId="879329264" sldId="1018"/>
            <ac:spMk id="2" creationId="{82E066D0-BC33-F4C9-2228-E46258178B44}"/>
          </ac:spMkLst>
        </pc:spChg>
        <pc:spChg chg="mod">
          <ac:chgData name="欣捷 王" userId="b965477fa0aef5e6" providerId="LiveId" clId="{0FBEE970-746D-47CB-AB82-0F73702F4F8D}" dt="2024-05-30T14:12:01.622" v="6640" actId="207"/>
          <ac:spMkLst>
            <pc:docMk/>
            <pc:sldMk cId="879329264" sldId="1018"/>
            <ac:spMk id="3" creationId="{1D596668-8AA0-F19A-10C0-BEFC33437212}"/>
          </ac:spMkLst>
        </pc:spChg>
        <pc:picChg chg="add mod">
          <ac:chgData name="欣捷 王" userId="b965477fa0aef5e6" providerId="LiveId" clId="{0FBEE970-746D-47CB-AB82-0F73702F4F8D}" dt="2024-05-30T14:14:22.656" v="6659" actId="1076"/>
          <ac:picMkLst>
            <pc:docMk/>
            <pc:sldMk cId="879329264" sldId="1018"/>
            <ac:picMk id="1026" creationId="{46284FA9-6153-F99B-D5C0-42D12AC25CEA}"/>
          </ac:picMkLst>
        </pc:picChg>
        <pc:picChg chg="add mod">
          <ac:chgData name="欣捷 王" userId="b965477fa0aef5e6" providerId="LiveId" clId="{0FBEE970-746D-47CB-AB82-0F73702F4F8D}" dt="2024-05-30T14:14:55.609" v="6667" actId="1076"/>
          <ac:picMkLst>
            <pc:docMk/>
            <pc:sldMk cId="879329264" sldId="1018"/>
            <ac:picMk id="1028" creationId="{E901C5BD-D463-4C1A-C4FF-D4D27C4FA28C}"/>
          </ac:picMkLst>
        </pc:picChg>
      </pc:sldChg>
    </pc:docChg>
  </pc:docChgLst>
  <pc:docChgLst>
    <pc:chgData name="云东 郭" userId="3aef734993cdc3f5" providerId="LiveId" clId="{F39EED4B-67A4-4727-93E5-468BA60ED7A3}"/>
    <pc:docChg chg="undo custSel modSld">
      <pc:chgData name="云东 郭" userId="3aef734993cdc3f5" providerId="LiveId" clId="{F39EED4B-67A4-4727-93E5-468BA60ED7A3}" dt="2024-05-30T16:51:49.411" v="172"/>
      <pc:docMkLst>
        <pc:docMk/>
      </pc:docMkLst>
      <pc:sldChg chg="modSp mod">
        <pc:chgData name="云东 郭" userId="3aef734993cdc3f5" providerId="LiveId" clId="{F39EED4B-67A4-4727-93E5-468BA60ED7A3}" dt="2024-05-30T16:43:49.683" v="94" actId="1076"/>
        <pc:sldMkLst>
          <pc:docMk/>
          <pc:sldMk cId="0" sldId="892"/>
        </pc:sldMkLst>
        <pc:spChg chg="mod">
          <ac:chgData name="云东 郭" userId="3aef734993cdc3f5" providerId="LiveId" clId="{F39EED4B-67A4-4727-93E5-468BA60ED7A3}" dt="2024-05-30T16:43:49.683" v="94" actId="1076"/>
          <ac:spMkLst>
            <pc:docMk/>
            <pc:sldMk cId="0" sldId="892"/>
            <ac:spMk id="8" creationId="{7B018980-FE2E-47B4-A99E-04606A305985}"/>
          </ac:spMkLst>
        </pc:spChg>
      </pc:sldChg>
      <pc:sldChg chg="modSp mod">
        <pc:chgData name="云东 郭" userId="3aef734993cdc3f5" providerId="LiveId" clId="{F39EED4B-67A4-4727-93E5-468BA60ED7A3}" dt="2024-05-30T16:37:40.742" v="92" actId="1076"/>
        <pc:sldMkLst>
          <pc:docMk/>
          <pc:sldMk cId="1809059029" sldId="925"/>
        </pc:sldMkLst>
        <pc:spChg chg="mod">
          <ac:chgData name="云东 郭" userId="3aef734993cdc3f5" providerId="LiveId" clId="{F39EED4B-67A4-4727-93E5-468BA60ED7A3}" dt="2024-05-30T16:37:40.742" v="92" actId="1076"/>
          <ac:spMkLst>
            <pc:docMk/>
            <pc:sldMk cId="1809059029" sldId="925"/>
            <ac:spMk id="9" creationId="{AF808062-EFFE-2CBE-F992-2509215CEEAD}"/>
          </ac:spMkLst>
        </pc:spChg>
      </pc:sldChg>
      <pc:sldChg chg="modSp mod">
        <pc:chgData name="云东 郭" userId="3aef734993cdc3f5" providerId="LiveId" clId="{F39EED4B-67A4-4727-93E5-468BA60ED7A3}" dt="2024-05-30T16:09:38.673" v="41"/>
        <pc:sldMkLst>
          <pc:docMk/>
          <pc:sldMk cId="2521660780" sldId="1008"/>
        </pc:sldMkLst>
        <pc:spChg chg="mod">
          <ac:chgData name="云东 郭" userId="3aef734993cdc3f5" providerId="LiveId" clId="{F39EED4B-67A4-4727-93E5-468BA60ED7A3}" dt="2024-05-30T16:09:38.672" v="38"/>
          <ac:spMkLst>
            <pc:docMk/>
            <pc:sldMk cId="2521660780" sldId="1008"/>
            <ac:spMk id="19" creationId="{369D2863-E1D1-8743-2E8F-02BDB637CD35}"/>
          </ac:spMkLst>
        </pc:spChg>
        <pc:spChg chg="mod">
          <ac:chgData name="云东 郭" userId="3aef734993cdc3f5" providerId="LiveId" clId="{F39EED4B-67A4-4727-93E5-468BA60ED7A3}" dt="2024-05-30T16:09:38.671" v="37"/>
          <ac:spMkLst>
            <pc:docMk/>
            <pc:sldMk cId="2521660780" sldId="1008"/>
            <ac:spMk id="20" creationId="{8C44953A-CAD5-720B-825F-235087949928}"/>
          </ac:spMkLst>
        </pc:spChg>
        <pc:spChg chg="mod">
          <ac:chgData name="云东 郭" userId="3aef734993cdc3f5" providerId="LiveId" clId="{F39EED4B-67A4-4727-93E5-468BA60ED7A3}" dt="2024-05-30T16:09:38.671" v="37"/>
          <ac:spMkLst>
            <pc:docMk/>
            <pc:sldMk cId="2521660780" sldId="1008"/>
            <ac:spMk id="21" creationId="{DD3B478E-B1BA-9B34-2972-EA8DAA9913F1}"/>
          </ac:spMkLst>
        </pc:spChg>
        <pc:spChg chg="mod">
          <ac:chgData name="云东 郭" userId="3aef734993cdc3f5" providerId="LiveId" clId="{F39EED4B-67A4-4727-93E5-468BA60ED7A3}" dt="2024-05-30T16:09:38.671" v="37"/>
          <ac:spMkLst>
            <pc:docMk/>
            <pc:sldMk cId="2521660780" sldId="1008"/>
            <ac:spMk id="22" creationId="{E4E90C0F-B162-41EF-555E-9F8C891ACFE2}"/>
          </ac:spMkLst>
        </pc:spChg>
        <pc:grpChg chg="mod">
          <ac:chgData name="云东 郭" userId="3aef734993cdc3f5" providerId="LiveId" clId="{F39EED4B-67A4-4727-93E5-468BA60ED7A3}" dt="2024-05-30T16:09:38.673" v="39"/>
          <ac:grpSpMkLst>
            <pc:docMk/>
            <pc:sldMk cId="2521660780" sldId="1008"/>
            <ac:grpSpMk id="23" creationId="{C6E9EAFA-6611-9DF8-7290-0AEFDD48586E}"/>
          </ac:grpSpMkLst>
        </pc:grpChg>
        <pc:picChg chg="mod ord">
          <ac:chgData name="云东 郭" userId="3aef734993cdc3f5" providerId="LiveId" clId="{F39EED4B-67A4-4727-93E5-468BA60ED7A3}" dt="2024-05-30T16:09:38.673" v="41"/>
          <ac:picMkLst>
            <pc:docMk/>
            <pc:sldMk cId="2521660780" sldId="1008"/>
            <ac:picMk id="8" creationId="{3DF4BF50-E5A5-5CC9-39F7-245D3161F54B}"/>
          </ac:picMkLst>
        </pc:picChg>
      </pc:sldChg>
      <pc:sldChg chg="modSp mod">
        <pc:chgData name="云东 郭" userId="3aef734993cdc3f5" providerId="LiveId" clId="{F39EED4B-67A4-4727-93E5-468BA60ED7A3}" dt="2024-05-30T16:35:18.165" v="47"/>
        <pc:sldMkLst>
          <pc:docMk/>
          <pc:sldMk cId="2907989389" sldId="1014"/>
        </pc:sldMkLst>
        <pc:spChg chg="mod">
          <ac:chgData name="云东 郭" userId="3aef734993cdc3f5" providerId="LiveId" clId="{F39EED4B-67A4-4727-93E5-468BA60ED7A3}" dt="2024-05-30T16:35:18.165" v="44"/>
          <ac:spMkLst>
            <pc:docMk/>
            <pc:sldMk cId="2907989389" sldId="1014"/>
            <ac:spMk id="18" creationId="{73BE98A3-8BC5-1AFD-232C-F4A7B7B272F2}"/>
          </ac:spMkLst>
        </pc:spChg>
        <pc:spChg chg="mod">
          <ac:chgData name="云东 郭" userId="3aef734993cdc3f5" providerId="LiveId" clId="{F39EED4B-67A4-4727-93E5-468BA60ED7A3}" dt="2024-05-30T16:35:18.164" v="43"/>
          <ac:spMkLst>
            <pc:docMk/>
            <pc:sldMk cId="2907989389" sldId="1014"/>
            <ac:spMk id="19" creationId="{CB0009CD-B92A-4AC9-EBC5-DBE1BE536227}"/>
          </ac:spMkLst>
        </pc:spChg>
        <pc:spChg chg="mod">
          <ac:chgData name="云东 郭" userId="3aef734993cdc3f5" providerId="LiveId" clId="{F39EED4B-67A4-4727-93E5-468BA60ED7A3}" dt="2024-05-30T16:35:18.164" v="43"/>
          <ac:spMkLst>
            <pc:docMk/>
            <pc:sldMk cId="2907989389" sldId="1014"/>
            <ac:spMk id="20" creationId="{962BFE63-AD11-44E0-56C5-AE5389141663}"/>
          </ac:spMkLst>
        </pc:spChg>
        <pc:spChg chg="mod">
          <ac:chgData name="云东 郭" userId="3aef734993cdc3f5" providerId="LiveId" clId="{F39EED4B-67A4-4727-93E5-468BA60ED7A3}" dt="2024-05-30T16:35:18.164" v="43"/>
          <ac:spMkLst>
            <pc:docMk/>
            <pc:sldMk cId="2907989389" sldId="1014"/>
            <ac:spMk id="21" creationId="{06D9A636-F255-36ED-B563-AC3269809648}"/>
          </ac:spMkLst>
        </pc:spChg>
        <pc:grpChg chg="mod">
          <ac:chgData name="云东 郭" userId="3aef734993cdc3f5" providerId="LiveId" clId="{F39EED4B-67A4-4727-93E5-468BA60ED7A3}" dt="2024-05-30T16:35:18.165" v="45"/>
          <ac:grpSpMkLst>
            <pc:docMk/>
            <pc:sldMk cId="2907989389" sldId="1014"/>
            <ac:grpSpMk id="22" creationId="{C0923686-30F5-6107-BEF9-23EDE3DA153C}"/>
          </ac:grpSpMkLst>
        </pc:grpChg>
        <pc:picChg chg="mod ord">
          <ac:chgData name="云东 郭" userId="3aef734993cdc3f5" providerId="LiveId" clId="{F39EED4B-67A4-4727-93E5-468BA60ED7A3}" dt="2024-05-30T16:35:18.165" v="47"/>
          <ac:picMkLst>
            <pc:docMk/>
            <pc:sldMk cId="2907989389" sldId="1014"/>
            <ac:picMk id="7" creationId="{DA67EBE4-840A-0979-BD33-0EB846B74BB7}"/>
          </ac:picMkLst>
        </pc:picChg>
      </pc:sldChg>
      <pc:sldChg chg="modSp mod replTag">
        <pc:chgData name="云东 郭" userId="3aef734993cdc3f5" providerId="LiveId" clId="{F39EED4B-67A4-4727-93E5-468BA60ED7A3}" dt="2024-05-30T16:35:23.567" v="90" actId="20577"/>
        <pc:sldMkLst>
          <pc:docMk/>
          <pc:sldMk cId="422434503" sldId="1015"/>
        </pc:sldMkLst>
        <pc:spChg chg="mod">
          <ac:chgData name="云东 郭" userId="3aef734993cdc3f5" providerId="LiveId" clId="{F39EED4B-67A4-4727-93E5-468BA60ED7A3}" dt="2024-05-30T16:35:23.561" v="77"/>
          <ac:spMkLst>
            <pc:docMk/>
            <pc:sldMk cId="422434503" sldId="1015"/>
            <ac:spMk id="9" creationId="{B5A21E9C-98FA-FAC9-DF73-FCB8CAE44CB7}"/>
          </ac:spMkLst>
        </pc:spChg>
        <pc:spChg chg="mod">
          <ac:chgData name="云东 郭" userId="3aef734993cdc3f5" providerId="LiveId" clId="{F39EED4B-67A4-4727-93E5-468BA60ED7A3}" dt="2024-05-30T16:35:23.560" v="76"/>
          <ac:spMkLst>
            <pc:docMk/>
            <pc:sldMk cId="422434503" sldId="1015"/>
            <ac:spMk id="10" creationId="{0C819203-902A-6E3D-E8EB-46E21EFD562F}"/>
          </ac:spMkLst>
        </pc:spChg>
        <pc:spChg chg="mod">
          <ac:chgData name="云东 郭" userId="3aef734993cdc3f5" providerId="LiveId" clId="{F39EED4B-67A4-4727-93E5-468BA60ED7A3}" dt="2024-05-30T16:35:23.560" v="76"/>
          <ac:spMkLst>
            <pc:docMk/>
            <pc:sldMk cId="422434503" sldId="1015"/>
            <ac:spMk id="11" creationId="{EDB78210-9914-E62C-9A48-A7A46BFCCB0A}"/>
          </ac:spMkLst>
        </pc:spChg>
        <pc:spChg chg="mod">
          <ac:chgData name="云东 郭" userId="3aef734993cdc3f5" providerId="LiveId" clId="{F39EED4B-67A4-4727-93E5-468BA60ED7A3}" dt="2024-05-30T16:35:23.560" v="76"/>
          <ac:spMkLst>
            <pc:docMk/>
            <pc:sldMk cId="422434503" sldId="1015"/>
            <ac:spMk id="12" creationId="{7810791C-2900-8033-B576-F8248C680B98}"/>
          </ac:spMkLst>
        </pc:spChg>
        <pc:spChg chg="mod">
          <ac:chgData name="云东 郭" userId="3aef734993cdc3f5" providerId="LiveId" clId="{F39EED4B-67A4-4727-93E5-468BA60ED7A3}" dt="2024-05-30T16:35:23.565" v="84"/>
          <ac:spMkLst>
            <pc:docMk/>
            <pc:sldMk cId="422434503" sldId="1015"/>
            <ac:spMk id="15" creationId="{EA84FD62-827C-3ADA-D9BB-7309D7133799}"/>
          </ac:spMkLst>
        </pc:spChg>
        <pc:spChg chg="mod">
          <ac:chgData name="云东 郭" userId="3aef734993cdc3f5" providerId="LiveId" clId="{F39EED4B-67A4-4727-93E5-468BA60ED7A3}" dt="2024-05-30T16:35:23.567" v="90" actId="20577"/>
          <ac:spMkLst>
            <pc:docMk/>
            <pc:sldMk cId="422434503" sldId="1015"/>
            <ac:spMk id="18" creationId="{D002247D-8DA9-9FE3-C4AE-1F1054FF0022}"/>
          </ac:spMkLst>
        </pc:spChg>
        <pc:spChg chg="mod">
          <ac:chgData name="云东 郭" userId="3aef734993cdc3f5" providerId="LiveId" clId="{F39EED4B-67A4-4727-93E5-468BA60ED7A3}" dt="2024-05-30T16:35:23.565" v="88"/>
          <ac:spMkLst>
            <pc:docMk/>
            <pc:sldMk cId="422434503" sldId="1015"/>
            <ac:spMk id="21" creationId="{DD4B7B63-EB7D-9446-29DB-720E5F1D180F}"/>
          </ac:spMkLst>
        </pc:spChg>
        <pc:grpChg chg="mod">
          <ac:chgData name="云东 郭" userId="3aef734993cdc3f5" providerId="LiveId" clId="{F39EED4B-67A4-4727-93E5-468BA60ED7A3}" dt="2024-05-30T16:35:23.562" v="78"/>
          <ac:grpSpMkLst>
            <pc:docMk/>
            <pc:sldMk cId="422434503" sldId="1015"/>
            <ac:grpSpMk id="13" creationId="{E5E95152-7538-C70D-62AD-1B819DD16501}"/>
          </ac:grpSpMkLst>
        </pc:grpChg>
        <pc:picChg chg="mod ord">
          <ac:chgData name="云东 郭" userId="3aef734993cdc3f5" providerId="LiveId" clId="{F39EED4B-67A4-4727-93E5-468BA60ED7A3}" dt="2024-05-30T16:35:23.562" v="80"/>
          <ac:picMkLst>
            <pc:docMk/>
            <pc:sldMk cId="422434503" sldId="1015"/>
            <ac:picMk id="6" creationId="{9107BD77-7A9E-C42A-6E3A-1EED06796D95}"/>
          </ac:picMkLst>
        </pc:picChg>
      </pc:sldChg>
      <pc:sldChg chg="modSp mod">
        <pc:chgData name="云东 郭" userId="3aef734993cdc3f5" providerId="LiveId" clId="{F39EED4B-67A4-4727-93E5-468BA60ED7A3}" dt="2024-05-30T16:51:27.251" v="148"/>
        <pc:sldMkLst>
          <pc:docMk/>
          <pc:sldMk cId="524904732" sldId="1016"/>
        </pc:sldMkLst>
        <pc:spChg chg="mod">
          <ac:chgData name="云东 郭" userId="3aef734993cdc3f5" providerId="LiveId" clId="{F39EED4B-67A4-4727-93E5-468BA60ED7A3}" dt="2024-05-30T16:51:27.251" v="145"/>
          <ac:spMkLst>
            <pc:docMk/>
            <pc:sldMk cId="524904732" sldId="1016"/>
            <ac:spMk id="19" creationId="{A37BD15C-E4CE-4551-B523-851529D8D4A4}"/>
          </ac:spMkLst>
        </pc:spChg>
        <pc:spChg chg="mod">
          <ac:chgData name="云东 郭" userId="3aef734993cdc3f5" providerId="LiveId" clId="{F39EED4B-67A4-4727-93E5-468BA60ED7A3}" dt="2024-05-30T16:51:27.250" v="144"/>
          <ac:spMkLst>
            <pc:docMk/>
            <pc:sldMk cId="524904732" sldId="1016"/>
            <ac:spMk id="20" creationId="{E3432851-61BF-992A-3AB4-0465BC85912E}"/>
          </ac:spMkLst>
        </pc:spChg>
        <pc:spChg chg="mod">
          <ac:chgData name="云东 郭" userId="3aef734993cdc3f5" providerId="LiveId" clId="{F39EED4B-67A4-4727-93E5-468BA60ED7A3}" dt="2024-05-30T16:51:27.250" v="144"/>
          <ac:spMkLst>
            <pc:docMk/>
            <pc:sldMk cId="524904732" sldId="1016"/>
            <ac:spMk id="21" creationId="{CB588928-1EF1-4170-5BD7-351300461718}"/>
          </ac:spMkLst>
        </pc:spChg>
        <pc:spChg chg="mod">
          <ac:chgData name="云东 郭" userId="3aef734993cdc3f5" providerId="LiveId" clId="{F39EED4B-67A4-4727-93E5-468BA60ED7A3}" dt="2024-05-30T16:51:27.250" v="144"/>
          <ac:spMkLst>
            <pc:docMk/>
            <pc:sldMk cId="524904732" sldId="1016"/>
            <ac:spMk id="22" creationId="{EFFB0892-2E12-1FEB-5DD2-99656859F1F0}"/>
          </ac:spMkLst>
        </pc:spChg>
        <pc:grpChg chg="mod">
          <ac:chgData name="云东 郭" userId="3aef734993cdc3f5" providerId="LiveId" clId="{F39EED4B-67A4-4727-93E5-468BA60ED7A3}" dt="2024-05-30T16:51:27.251" v="146"/>
          <ac:grpSpMkLst>
            <pc:docMk/>
            <pc:sldMk cId="524904732" sldId="1016"/>
            <ac:grpSpMk id="23" creationId="{6A370EFD-A259-D444-DF89-E297CC0B38A8}"/>
          </ac:grpSpMkLst>
        </pc:grpChg>
        <pc:picChg chg="mod ord">
          <ac:chgData name="云东 郭" userId="3aef734993cdc3f5" providerId="LiveId" clId="{F39EED4B-67A4-4727-93E5-468BA60ED7A3}" dt="2024-05-30T16:51:27.251" v="148"/>
          <ac:picMkLst>
            <pc:docMk/>
            <pc:sldMk cId="524904732" sldId="1016"/>
            <ac:picMk id="8" creationId="{0A1B0C1A-391B-E7DD-802A-8FEEEB95E15F}"/>
          </ac:picMkLst>
        </pc:picChg>
      </pc:sldChg>
      <pc:sldChg chg="modSp mod">
        <pc:chgData name="云东 郭" userId="3aef734993cdc3f5" providerId="LiveId" clId="{F39EED4B-67A4-4727-93E5-468BA60ED7A3}" dt="2024-05-30T16:51:49.411" v="172"/>
        <pc:sldMkLst>
          <pc:docMk/>
          <pc:sldMk cId="877558421" sldId="1017"/>
        </pc:sldMkLst>
        <pc:spChg chg="mod">
          <ac:chgData name="云东 郭" userId="3aef734993cdc3f5" providerId="LiveId" clId="{F39EED4B-67A4-4727-93E5-468BA60ED7A3}" dt="2024-05-30T16:51:49.410" v="169"/>
          <ac:spMkLst>
            <pc:docMk/>
            <pc:sldMk cId="877558421" sldId="1017"/>
            <ac:spMk id="17" creationId="{5E2F276D-09EE-ACDD-D268-4C5D318DD01E}"/>
          </ac:spMkLst>
        </pc:spChg>
        <pc:spChg chg="mod">
          <ac:chgData name="云东 郭" userId="3aef734993cdc3f5" providerId="LiveId" clId="{F39EED4B-67A4-4727-93E5-468BA60ED7A3}" dt="2024-05-30T16:51:49.409" v="168"/>
          <ac:spMkLst>
            <pc:docMk/>
            <pc:sldMk cId="877558421" sldId="1017"/>
            <ac:spMk id="18" creationId="{54DE3F89-B541-11D4-B89C-8BB19786DACD}"/>
          </ac:spMkLst>
        </pc:spChg>
        <pc:spChg chg="mod">
          <ac:chgData name="云东 郭" userId="3aef734993cdc3f5" providerId="LiveId" clId="{F39EED4B-67A4-4727-93E5-468BA60ED7A3}" dt="2024-05-30T16:51:49.409" v="168"/>
          <ac:spMkLst>
            <pc:docMk/>
            <pc:sldMk cId="877558421" sldId="1017"/>
            <ac:spMk id="19" creationId="{64F9080B-DB8B-C85B-9362-2597F2977719}"/>
          </ac:spMkLst>
        </pc:spChg>
        <pc:spChg chg="mod">
          <ac:chgData name="云东 郭" userId="3aef734993cdc3f5" providerId="LiveId" clId="{F39EED4B-67A4-4727-93E5-468BA60ED7A3}" dt="2024-05-30T16:51:49.409" v="168"/>
          <ac:spMkLst>
            <pc:docMk/>
            <pc:sldMk cId="877558421" sldId="1017"/>
            <ac:spMk id="20" creationId="{15C315BD-646B-6716-61DF-5CB8813B1F67}"/>
          </ac:spMkLst>
        </pc:spChg>
        <pc:grpChg chg="mod">
          <ac:chgData name="云东 郭" userId="3aef734993cdc3f5" providerId="LiveId" clId="{F39EED4B-67A4-4727-93E5-468BA60ED7A3}" dt="2024-05-30T16:51:49.410" v="170"/>
          <ac:grpSpMkLst>
            <pc:docMk/>
            <pc:sldMk cId="877558421" sldId="1017"/>
            <ac:grpSpMk id="21" creationId="{A8A52299-A51F-2DD9-07EC-52BCC193CEE1}"/>
          </ac:grpSpMkLst>
        </pc:grpChg>
        <pc:picChg chg="mod ord">
          <ac:chgData name="云东 郭" userId="3aef734993cdc3f5" providerId="LiveId" clId="{F39EED4B-67A4-4727-93E5-468BA60ED7A3}" dt="2024-05-30T16:51:49.411" v="172"/>
          <ac:picMkLst>
            <pc:docMk/>
            <pc:sldMk cId="877558421" sldId="1017"/>
            <ac:picMk id="6" creationId="{9C7A2C64-25E5-073F-472E-DB952B1E45D9}"/>
          </ac:picMkLst>
        </pc:picChg>
      </pc:sldChg>
    </pc:docChg>
  </pc:docChgLst>
  <pc:docChgLst>
    <pc:chgData name="王 欣捷" userId="b965477fa0aef5e6" providerId="LiveId" clId="{8FEE0B01-2527-4D72-8C93-B76E1D7414A7}"/>
    <pc:docChg chg="undo redo custSel addSld delSld modSld sldOrd">
      <pc:chgData name="王 欣捷" userId="b965477fa0aef5e6" providerId="LiveId" clId="{8FEE0B01-2527-4D72-8C93-B76E1D7414A7}" dt="2021-05-19T10:45:05.936" v="4953" actId="207"/>
      <pc:docMkLst>
        <pc:docMk/>
      </pc:docMkLst>
      <pc:sldChg chg="modSp mod">
        <pc:chgData name="王 欣捷" userId="b965477fa0aef5e6" providerId="LiveId" clId="{8FEE0B01-2527-4D72-8C93-B76E1D7414A7}" dt="2021-05-19T08:25:29.916" v="3043"/>
        <pc:sldMkLst>
          <pc:docMk/>
          <pc:sldMk cId="0" sldId="294"/>
        </pc:sldMkLst>
        <pc:spChg chg="mod">
          <ac:chgData name="王 欣捷" userId="b965477fa0aef5e6" providerId="LiveId" clId="{8FEE0B01-2527-4D72-8C93-B76E1D7414A7}" dt="2021-05-19T08:25:29.916" v="3043"/>
          <ac:spMkLst>
            <pc:docMk/>
            <pc:sldMk cId="0" sldId="294"/>
            <ac:spMk id="49155" creationId="{8719F3ED-90E7-49FA-98A1-C09EDF5DAE1F}"/>
          </ac:spMkLst>
        </pc:spChg>
      </pc:sldChg>
      <pc:sldChg chg="modSp mod">
        <pc:chgData name="王 欣捷" userId="b965477fa0aef5e6" providerId="LiveId" clId="{8FEE0B01-2527-4D72-8C93-B76E1D7414A7}" dt="2021-05-19T08:25:18.800" v="3042" actId="20577"/>
        <pc:sldMkLst>
          <pc:docMk/>
          <pc:sldMk cId="0" sldId="452"/>
        </pc:sldMkLst>
        <pc:spChg chg="mod">
          <ac:chgData name="王 欣捷" userId="b965477fa0aef5e6" providerId="LiveId" clId="{8FEE0B01-2527-4D72-8C93-B76E1D7414A7}" dt="2021-05-19T08:25:18.800" v="3042" actId="20577"/>
          <ac:spMkLst>
            <pc:docMk/>
            <pc:sldMk cId="0" sldId="452"/>
            <ac:spMk id="6147" creationId="{59D1B619-B81E-491D-AA55-BD209AC43E65}"/>
          </ac:spMkLst>
        </pc:spChg>
      </pc:sldChg>
      <pc:sldChg chg="modSp mod">
        <pc:chgData name="王 欣捷" userId="b965477fa0aef5e6" providerId="LiveId" clId="{8FEE0B01-2527-4D72-8C93-B76E1D7414A7}" dt="2021-05-19T10:35:32.910" v="4825" actId="12"/>
        <pc:sldMkLst>
          <pc:docMk/>
          <pc:sldMk cId="0" sldId="873"/>
        </pc:sldMkLst>
        <pc:spChg chg="mod">
          <ac:chgData name="王 欣捷" userId="b965477fa0aef5e6" providerId="LiveId" clId="{8FEE0B01-2527-4D72-8C93-B76E1D7414A7}" dt="2021-05-19T10:35:32.910" v="4825" actId="12"/>
          <ac:spMkLst>
            <pc:docMk/>
            <pc:sldMk cId="0" sldId="873"/>
            <ac:spMk id="7171" creationId="{511E122D-AFB6-46EF-8AA1-3C146D28CF80}"/>
          </ac:spMkLst>
        </pc:spChg>
      </pc:sldChg>
      <pc:sldChg chg="modSp mod">
        <pc:chgData name="王 欣捷" userId="b965477fa0aef5e6" providerId="LiveId" clId="{8FEE0B01-2527-4D72-8C93-B76E1D7414A7}" dt="2021-05-19T10:39:49.908" v="4859" actId="114"/>
        <pc:sldMkLst>
          <pc:docMk/>
          <pc:sldMk cId="0" sldId="878"/>
        </pc:sldMkLst>
        <pc:spChg chg="mod">
          <ac:chgData name="王 欣捷" userId="b965477fa0aef5e6" providerId="LiveId" clId="{8FEE0B01-2527-4D72-8C93-B76E1D7414A7}" dt="2021-05-19T10:39:49.908" v="4859" actId="114"/>
          <ac:spMkLst>
            <pc:docMk/>
            <pc:sldMk cId="0" sldId="878"/>
            <ac:spMk id="12291" creationId="{0ECE88AD-6DE7-4297-9116-EECABB5AAD65}"/>
          </ac:spMkLst>
        </pc:spChg>
      </pc:sldChg>
      <pc:sldChg chg="modSp mod">
        <pc:chgData name="王 欣捷" userId="b965477fa0aef5e6" providerId="LiveId" clId="{8FEE0B01-2527-4D72-8C93-B76E1D7414A7}" dt="2021-05-19T10:40:05.096" v="4862"/>
        <pc:sldMkLst>
          <pc:docMk/>
          <pc:sldMk cId="0" sldId="879"/>
        </pc:sldMkLst>
        <pc:spChg chg="mod">
          <ac:chgData name="王 欣捷" userId="b965477fa0aef5e6" providerId="LiveId" clId="{8FEE0B01-2527-4D72-8C93-B76E1D7414A7}" dt="2021-05-19T10:40:05.096" v="4862"/>
          <ac:spMkLst>
            <pc:docMk/>
            <pc:sldMk cId="0" sldId="879"/>
            <ac:spMk id="13315" creationId="{A9B7245C-1F37-4F73-A634-C2E3190B5629}"/>
          </ac:spMkLst>
        </pc:spChg>
      </pc:sldChg>
      <pc:sldChg chg="modSp mod">
        <pc:chgData name="王 欣捷" userId="b965477fa0aef5e6" providerId="LiveId" clId="{8FEE0B01-2527-4D72-8C93-B76E1D7414A7}" dt="2021-05-19T10:40:45.808" v="4867" actId="113"/>
        <pc:sldMkLst>
          <pc:docMk/>
          <pc:sldMk cId="0" sldId="881"/>
        </pc:sldMkLst>
        <pc:spChg chg="mod">
          <ac:chgData name="王 欣捷" userId="b965477fa0aef5e6" providerId="LiveId" clId="{8FEE0B01-2527-4D72-8C93-B76E1D7414A7}" dt="2021-05-19T10:40:45.808" v="4867" actId="113"/>
          <ac:spMkLst>
            <pc:docMk/>
            <pc:sldMk cId="0" sldId="881"/>
            <ac:spMk id="14339" creationId="{4F249163-278B-412D-B0F1-CBB0B02C5097}"/>
          </ac:spMkLst>
        </pc:spChg>
      </pc:sldChg>
      <pc:sldChg chg="modSp mod">
        <pc:chgData name="王 欣捷" userId="b965477fa0aef5e6" providerId="LiveId" clId="{8FEE0B01-2527-4D72-8C93-B76E1D7414A7}" dt="2021-05-19T10:40:28.995" v="4866"/>
        <pc:sldMkLst>
          <pc:docMk/>
          <pc:sldMk cId="0" sldId="882"/>
        </pc:sldMkLst>
        <pc:spChg chg="mod">
          <ac:chgData name="王 欣捷" userId="b965477fa0aef5e6" providerId="LiveId" clId="{8FEE0B01-2527-4D72-8C93-B76E1D7414A7}" dt="2021-05-19T10:40:28.995" v="4866"/>
          <ac:spMkLst>
            <pc:docMk/>
            <pc:sldMk cId="0" sldId="882"/>
            <ac:spMk id="15363" creationId="{A06964D3-0DEC-4D61-9B0D-A9309A7BCE23}"/>
          </ac:spMkLst>
        </pc:spChg>
      </pc:sldChg>
      <pc:sldChg chg="modSp modAnim">
        <pc:chgData name="王 欣捷" userId="b965477fa0aef5e6" providerId="LiveId" clId="{8FEE0B01-2527-4D72-8C93-B76E1D7414A7}" dt="2021-05-19T10:15:20.261" v="4515" actId="20577"/>
        <pc:sldMkLst>
          <pc:docMk/>
          <pc:sldMk cId="0" sldId="883"/>
        </pc:sldMkLst>
        <pc:spChg chg="mod">
          <ac:chgData name="王 欣捷" userId="b965477fa0aef5e6" providerId="LiveId" clId="{8FEE0B01-2527-4D72-8C93-B76E1D7414A7}" dt="2021-05-19T10:15:11.881" v="4513"/>
          <ac:spMkLst>
            <pc:docMk/>
            <pc:sldMk cId="0" sldId="883"/>
            <ac:spMk id="820227" creationId="{0AF8D4CB-BBBD-40F0-89E6-BD0F002DF5EF}"/>
          </ac:spMkLst>
        </pc:spChg>
      </pc:sldChg>
      <pc:sldChg chg="modSp">
        <pc:chgData name="王 欣捷" userId="b965477fa0aef5e6" providerId="LiveId" clId="{8FEE0B01-2527-4D72-8C93-B76E1D7414A7}" dt="2021-05-19T10:44:36.391" v="4933" actId="114"/>
        <pc:sldMkLst>
          <pc:docMk/>
          <pc:sldMk cId="0" sldId="884"/>
        </pc:sldMkLst>
        <pc:spChg chg="mod">
          <ac:chgData name="王 欣捷" userId="b965477fa0aef5e6" providerId="LiveId" clId="{8FEE0B01-2527-4D72-8C93-B76E1D7414A7}" dt="2021-05-19T10:44:36.391" v="4933" actId="114"/>
          <ac:spMkLst>
            <pc:docMk/>
            <pc:sldMk cId="0" sldId="884"/>
            <ac:spMk id="821251" creationId="{AC44C097-4A0F-47B7-BABB-DE2E7AFF9E6B}"/>
          </ac:spMkLst>
        </pc:spChg>
      </pc:sldChg>
      <pc:sldChg chg="modSp modAnim">
        <pc:chgData name="王 欣捷" userId="b965477fa0aef5e6" providerId="LiveId" clId="{8FEE0B01-2527-4D72-8C93-B76E1D7414A7}" dt="2021-05-19T10:45:05.936" v="4953" actId="207"/>
        <pc:sldMkLst>
          <pc:docMk/>
          <pc:sldMk cId="0" sldId="885"/>
        </pc:sldMkLst>
        <pc:spChg chg="mod">
          <ac:chgData name="王 欣捷" userId="b965477fa0aef5e6" providerId="LiveId" clId="{8FEE0B01-2527-4D72-8C93-B76E1D7414A7}" dt="2021-05-19T10:45:05.936" v="4953" actId="207"/>
          <ac:spMkLst>
            <pc:docMk/>
            <pc:sldMk cId="0" sldId="885"/>
            <ac:spMk id="18435" creationId="{A269CC3E-2571-4540-963B-A0B64503281B}"/>
          </ac:spMkLst>
        </pc:spChg>
      </pc:sldChg>
      <pc:sldChg chg="modSp mod modAnim">
        <pc:chgData name="王 欣捷" userId="b965477fa0aef5e6" providerId="LiveId" clId="{8FEE0B01-2527-4D72-8C93-B76E1D7414A7}" dt="2021-05-19T07:39:07.090" v="2389" actId="27636"/>
        <pc:sldMkLst>
          <pc:docMk/>
          <pc:sldMk cId="0" sldId="891"/>
        </pc:sldMkLst>
        <pc:spChg chg="mod">
          <ac:chgData name="王 欣捷" userId="b965477fa0aef5e6" providerId="LiveId" clId="{8FEE0B01-2527-4D72-8C93-B76E1D7414A7}" dt="2021-05-19T07:39:07.090" v="2389" actId="27636"/>
          <ac:spMkLst>
            <pc:docMk/>
            <pc:sldMk cId="0" sldId="891"/>
            <ac:spMk id="875523" creationId="{5205ADD9-7FF6-4B6B-86D0-902C195BFAD9}"/>
          </ac:spMkLst>
        </pc:spChg>
      </pc:sldChg>
      <pc:sldChg chg="addSp delSp modSp mod modAnim">
        <pc:chgData name="王 欣捷" userId="b965477fa0aef5e6" providerId="LiveId" clId="{8FEE0B01-2527-4D72-8C93-B76E1D7414A7}" dt="2021-05-19T10:19:05.055" v="4549" actId="20577"/>
        <pc:sldMkLst>
          <pc:docMk/>
          <pc:sldMk cId="0" sldId="892"/>
        </pc:sldMkLst>
        <pc:spChg chg="add mod">
          <ac:chgData name="王 欣捷" userId="b965477fa0aef5e6" providerId="LiveId" clId="{8FEE0B01-2527-4D72-8C93-B76E1D7414A7}" dt="2021-05-19T05:02:34.609" v="680" actId="1076"/>
          <ac:spMkLst>
            <pc:docMk/>
            <pc:sldMk cId="0" sldId="892"/>
            <ac:spMk id="8" creationId="{7B018980-FE2E-47B4-A99E-04606A305985}"/>
          </ac:spMkLst>
        </pc:spChg>
        <pc:spChg chg="mod">
          <ac:chgData name="王 欣捷" userId="b965477fa0aef5e6" providerId="LiveId" clId="{8FEE0B01-2527-4D72-8C93-B76E1D7414A7}" dt="2021-05-19T10:19:05.055" v="4549" actId="20577"/>
          <ac:spMkLst>
            <pc:docMk/>
            <pc:sldMk cId="0" sldId="892"/>
            <ac:spMk id="24579" creationId="{A1DFE430-C3A8-4CA2-908F-E05CFB1E2D97}"/>
          </ac:spMkLst>
        </pc:spChg>
        <pc:grpChg chg="del">
          <ac:chgData name="王 欣捷" userId="b965477fa0aef5e6" providerId="LiveId" clId="{8FEE0B01-2527-4D72-8C93-B76E1D7414A7}" dt="2021-05-19T04:54:09.024" v="580" actId="478"/>
          <ac:grpSpMkLst>
            <pc:docMk/>
            <pc:sldMk cId="0" sldId="892"/>
            <ac:grpSpMk id="24580" creationId="{05944654-FCE2-4B54-A105-30536F5D8398}"/>
          </ac:grpSpMkLst>
        </pc:grpChg>
      </pc:sldChg>
      <pc:sldChg chg="del">
        <pc:chgData name="王 欣捷" userId="b965477fa0aef5e6" providerId="LiveId" clId="{8FEE0B01-2527-4D72-8C93-B76E1D7414A7}" dt="2021-05-19T04:59:00.793" v="604" actId="47"/>
        <pc:sldMkLst>
          <pc:docMk/>
          <pc:sldMk cId="0" sldId="893"/>
        </pc:sldMkLst>
      </pc:sldChg>
      <pc:sldChg chg="del">
        <pc:chgData name="王 欣捷" userId="b965477fa0aef5e6" providerId="LiveId" clId="{8FEE0B01-2527-4D72-8C93-B76E1D7414A7}" dt="2021-05-19T04:59:00.793" v="604" actId="47"/>
        <pc:sldMkLst>
          <pc:docMk/>
          <pc:sldMk cId="0" sldId="894"/>
        </pc:sldMkLst>
      </pc:sldChg>
      <pc:sldChg chg="del">
        <pc:chgData name="王 欣捷" userId="b965477fa0aef5e6" providerId="LiveId" clId="{8FEE0B01-2527-4D72-8C93-B76E1D7414A7}" dt="2021-05-19T04:59:00.793" v="604" actId="47"/>
        <pc:sldMkLst>
          <pc:docMk/>
          <pc:sldMk cId="0" sldId="895"/>
        </pc:sldMkLst>
      </pc:sldChg>
      <pc:sldChg chg="addSp delSp modSp mod modAnim">
        <pc:chgData name="王 欣捷" userId="b965477fa0aef5e6" providerId="LiveId" clId="{8FEE0B01-2527-4D72-8C93-B76E1D7414A7}" dt="2021-05-19T06:35:35.520" v="1815" actId="20577"/>
        <pc:sldMkLst>
          <pc:docMk/>
          <pc:sldMk cId="0" sldId="897"/>
        </pc:sldMkLst>
        <pc:spChg chg="add del">
          <ac:chgData name="王 欣捷" userId="b965477fa0aef5e6" providerId="LiveId" clId="{8FEE0B01-2527-4D72-8C93-B76E1D7414A7}" dt="2021-05-19T05:20:00.778" v="964"/>
          <ac:spMkLst>
            <pc:docMk/>
            <pc:sldMk cId="0" sldId="897"/>
            <ac:spMk id="2" creationId="{3B750138-0BE3-49BB-BF67-562059AAB3BC}"/>
          </ac:spMkLst>
        </pc:spChg>
        <pc:spChg chg="add del">
          <ac:chgData name="王 欣捷" userId="b965477fa0aef5e6" providerId="LiveId" clId="{8FEE0B01-2527-4D72-8C93-B76E1D7414A7}" dt="2021-05-19T05:20:23.013" v="974"/>
          <ac:spMkLst>
            <pc:docMk/>
            <pc:sldMk cId="0" sldId="897"/>
            <ac:spMk id="3" creationId="{98C75AAB-96F7-4528-B6DF-FF412F479E00}"/>
          </ac:spMkLst>
        </pc:spChg>
        <pc:spChg chg="add del">
          <ac:chgData name="王 欣捷" userId="b965477fa0aef5e6" providerId="LiveId" clId="{8FEE0B01-2527-4D72-8C93-B76E1D7414A7}" dt="2021-05-19T05:20:23.013" v="974"/>
          <ac:spMkLst>
            <pc:docMk/>
            <pc:sldMk cId="0" sldId="897"/>
            <ac:spMk id="4" creationId="{A22CEFAE-6AF1-46A0-B1DD-3580315B40E1}"/>
          </ac:spMkLst>
        </pc:spChg>
        <pc:spChg chg="add del">
          <ac:chgData name="王 欣捷" userId="b965477fa0aef5e6" providerId="LiveId" clId="{8FEE0B01-2527-4D72-8C93-B76E1D7414A7}" dt="2021-05-19T05:20:24.355" v="976"/>
          <ac:spMkLst>
            <pc:docMk/>
            <pc:sldMk cId="0" sldId="897"/>
            <ac:spMk id="5" creationId="{8A84036C-483A-4C21-8635-88E98FFA9A13}"/>
          </ac:spMkLst>
        </pc:spChg>
        <pc:spChg chg="add del">
          <ac:chgData name="王 欣捷" userId="b965477fa0aef5e6" providerId="LiveId" clId="{8FEE0B01-2527-4D72-8C93-B76E1D7414A7}" dt="2021-05-19T05:20:24.355" v="976"/>
          <ac:spMkLst>
            <pc:docMk/>
            <pc:sldMk cId="0" sldId="897"/>
            <ac:spMk id="6" creationId="{C2E118C6-1A0A-4154-B9F5-438362B2DBFD}"/>
          </ac:spMkLst>
        </pc:spChg>
        <pc:spChg chg="mod">
          <ac:chgData name="王 欣捷" userId="b965477fa0aef5e6" providerId="LiveId" clId="{8FEE0B01-2527-4D72-8C93-B76E1D7414A7}" dt="2021-05-19T06:35:35.520" v="1815" actId="20577"/>
          <ac:spMkLst>
            <pc:docMk/>
            <pc:sldMk cId="0" sldId="897"/>
            <ac:spMk id="28675" creationId="{D529386B-5D66-4AE7-835C-B9CA941E6721}"/>
          </ac:spMkLst>
        </pc:spChg>
      </pc:sldChg>
      <pc:sldChg chg="modSp modAnim">
        <pc:chgData name="王 欣捷" userId="b965477fa0aef5e6" providerId="LiveId" clId="{8FEE0B01-2527-4D72-8C93-B76E1D7414A7}" dt="2021-05-19T06:03:10.608" v="1814"/>
        <pc:sldMkLst>
          <pc:docMk/>
          <pc:sldMk cId="0" sldId="898"/>
        </pc:sldMkLst>
        <pc:spChg chg="mod">
          <ac:chgData name="王 欣捷" userId="b965477fa0aef5e6" providerId="LiveId" clId="{8FEE0B01-2527-4D72-8C93-B76E1D7414A7}" dt="2021-05-19T06:03:10.608" v="1814"/>
          <ac:spMkLst>
            <pc:docMk/>
            <pc:sldMk cId="0" sldId="898"/>
            <ac:spMk id="882691" creationId="{206CF704-4BE5-42FB-A0A8-FF5B13113BC2}"/>
          </ac:spMkLst>
        </pc:spChg>
      </pc:sldChg>
      <pc:sldChg chg="modSp mod">
        <pc:chgData name="王 欣捷" userId="b965477fa0aef5e6" providerId="LiveId" clId="{8FEE0B01-2527-4D72-8C93-B76E1D7414A7}" dt="2021-05-19T10:18:24.861" v="4548"/>
        <pc:sldMkLst>
          <pc:docMk/>
          <pc:sldMk cId="0" sldId="900"/>
        </pc:sldMkLst>
        <pc:spChg chg="mod">
          <ac:chgData name="王 欣捷" userId="b965477fa0aef5e6" providerId="LiveId" clId="{8FEE0B01-2527-4D72-8C93-B76E1D7414A7}" dt="2021-05-19T10:18:24.861" v="4548"/>
          <ac:spMkLst>
            <pc:docMk/>
            <pc:sldMk cId="0" sldId="900"/>
            <ac:spMk id="32770" creationId="{2CA5AB32-9BB4-4CC3-B7F4-ECE085860231}"/>
          </ac:spMkLst>
        </pc:spChg>
        <pc:spChg chg="mod">
          <ac:chgData name="王 欣捷" userId="b965477fa0aef5e6" providerId="LiveId" clId="{8FEE0B01-2527-4D72-8C93-B76E1D7414A7}" dt="2021-05-19T06:37:17.839" v="1873"/>
          <ac:spMkLst>
            <pc:docMk/>
            <pc:sldMk cId="0" sldId="900"/>
            <ac:spMk id="32771" creationId="{AD06E39D-8392-4C90-8F38-36E79CC2FD64}"/>
          </ac:spMkLst>
        </pc:spChg>
        <pc:spChg chg="mod">
          <ac:chgData name="王 欣捷" userId="b965477fa0aef5e6" providerId="LiveId" clId="{8FEE0B01-2527-4D72-8C93-B76E1D7414A7}" dt="2021-05-19T06:35:47.691" v="1820" actId="404"/>
          <ac:spMkLst>
            <pc:docMk/>
            <pc:sldMk cId="0" sldId="900"/>
            <ac:spMk id="32773" creationId="{CBAE1365-0F1A-41EB-854D-C843BC221DE3}"/>
          </ac:spMkLst>
        </pc:spChg>
        <pc:spChg chg="mod">
          <ac:chgData name="王 欣捷" userId="b965477fa0aef5e6" providerId="LiveId" clId="{8FEE0B01-2527-4D72-8C93-B76E1D7414A7}" dt="2021-05-19T06:35:53.566" v="1826" actId="1035"/>
          <ac:spMkLst>
            <pc:docMk/>
            <pc:sldMk cId="0" sldId="900"/>
            <ac:spMk id="32774" creationId="{6156374B-507E-4B8A-87CB-8519EE1E6AF1}"/>
          </ac:spMkLst>
        </pc:spChg>
      </pc:sldChg>
      <pc:sldChg chg="modSp mod modAnim">
        <pc:chgData name="王 欣捷" userId="b965477fa0aef5e6" providerId="LiveId" clId="{8FEE0B01-2527-4D72-8C93-B76E1D7414A7}" dt="2021-05-19T10:18:24.861" v="4548"/>
        <pc:sldMkLst>
          <pc:docMk/>
          <pc:sldMk cId="0" sldId="901"/>
        </pc:sldMkLst>
        <pc:spChg chg="mod">
          <ac:chgData name="王 欣捷" userId="b965477fa0aef5e6" providerId="LiveId" clId="{8FEE0B01-2527-4D72-8C93-B76E1D7414A7}" dt="2021-05-19T10:18:24.861" v="4548"/>
          <ac:spMkLst>
            <pc:docMk/>
            <pc:sldMk cId="0" sldId="901"/>
            <ac:spMk id="33794" creationId="{961659BA-1640-4403-9900-D9E36EBB5E3B}"/>
          </ac:spMkLst>
        </pc:spChg>
        <pc:spChg chg="mod">
          <ac:chgData name="王 欣捷" userId="b965477fa0aef5e6" providerId="LiveId" clId="{8FEE0B01-2527-4D72-8C93-B76E1D7414A7}" dt="2021-05-19T06:51:34.867" v="1992" actId="1076"/>
          <ac:spMkLst>
            <pc:docMk/>
            <pc:sldMk cId="0" sldId="901"/>
            <ac:spMk id="33799" creationId="{832DCFA4-30A2-476C-A0B6-F29C733FE71A}"/>
          </ac:spMkLst>
        </pc:spChg>
        <pc:spChg chg="mod">
          <ac:chgData name="王 欣捷" userId="b965477fa0aef5e6" providerId="LiveId" clId="{8FEE0B01-2527-4D72-8C93-B76E1D7414A7}" dt="2021-05-19T06:51:34.867" v="1992" actId="1076"/>
          <ac:spMkLst>
            <pc:docMk/>
            <pc:sldMk cId="0" sldId="901"/>
            <ac:spMk id="33800" creationId="{E91FF5DB-AABF-4BE3-979D-7E334450CECF}"/>
          </ac:spMkLst>
        </pc:spChg>
        <pc:spChg chg="mod">
          <ac:chgData name="王 欣捷" userId="b965477fa0aef5e6" providerId="LiveId" clId="{8FEE0B01-2527-4D72-8C93-B76E1D7414A7}" dt="2021-05-19T06:51:27.840" v="1991" actId="1076"/>
          <ac:spMkLst>
            <pc:docMk/>
            <pc:sldMk cId="0" sldId="901"/>
            <ac:spMk id="33801" creationId="{F47C7EDD-3848-4DD0-8DC8-69674C44FCB8}"/>
          </ac:spMkLst>
        </pc:spChg>
        <pc:spChg chg="mod">
          <ac:chgData name="王 欣捷" userId="b965477fa0aef5e6" providerId="LiveId" clId="{8FEE0B01-2527-4D72-8C93-B76E1D7414A7}" dt="2021-05-19T06:51:27.840" v="1991" actId="1076"/>
          <ac:spMkLst>
            <pc:docMk/>
            <pc:sldMk cId="0" sldId="901"/>
            <ac:spMk id="33802" creationId="{32EB2AD9-6856-458E-A399-20CA8167C196}"/>
          </ac:spMkLst>
        </pc:spChg>
        <pc:spChg chg="mod">
          <ac:chgData name="王 欣捷" userId="b965477fa0aef5e6" providerId="LiveId" clId="{8FEE0B01-2527-4D72-8C93-B76E1D7414A7}" dt="2021-05-19T06:51:18.678" v="1989" actId="1076"/>
          <ac:spMkLst>
            <pc:docMk/>
            <pc:sldMk cId="0" sldId="901"/>
            <ac:spMk id="33803" creationId="{AA51C419-593F-4A76-9787-B6D830E23E51}"/>
          </ac:spMkLst>
        </pc:spChg>
        <pc:spChg chg="mod">
          <ac:chgData name="王 欣捷" userId="b965477fa0aef5e6" providerId="LiveId" clId="{8FEE0B01-2527-4D72-8C93-B76E1D7414A7}" dt="2021-05-19T06:51:18.678" v="1989" actId="1076"/>
          <ac:spMkLst>
            <pc:docMk/>
            <pc:sldMk cId="0" sldId="901"/>
            <ac:spMk id="33804" creationId="{8EFE5A94-835E-4B92-AB36-42CC304C61EA}"/>
          </ac:spMkLst>
        </pc:spChg>
        <pc:spChg chg="mod">
          <ac:chgData name="王 欣捷" userId="b965477fa0aef5e6" providerId="LiveId" clId="{8FEE0B01-2527-4D72-8C93-B76E1D7414A7}" dt="2021-05-19T06:51:23.535" v="1990" actId="20577"/>
          <ac:spMkLst>
            <pc:docMk/>
            <pc:sldMk cId="0" sldId="901"/>
            <ac:spMk id="885763" creationId="{74B80DFA-22A8-4838-8E10-D958ADA62CAF}"/>
          </ac:spMkLst>
        </pc:spChg>
        <pc:grpChg chg="mod">
          <ac:chgData name="王 欣捷" userId="b965477fa0aef5e6" providerId="LiveId" clId="{8FEE0B01-2527-4D72-8C93-B76E1D7414A7}" dt="2021-05-19T06:51:18.678" v="1989" actId="1076"/>
          <ac:grpSpMkLst>
            <pc:docMk/>
            <pc:sldMk cId="0" sldId="901"/>
            <ac:grpSpMk id="2" creationId="{6466906C-E205-4786-86D4-9D14F7CDB0F7}"/>
          </ac:grpSpMkLst>
        </pc:grpChg>
        <pc:grpChg chg="mod">
          <ac:chgData name="王 欣捷" userId="b965477fa0aef5e6" providerId="LiveId" clId="{8FEE0B01-2527-4D72-8C93-B76E1D7414A7}" dt="2021-05-19T06:51:27.840" v="1991" actId="1076"/>
          <ac:grpSpMkLst>
            <pc:docMk/>
            <pc:sldMk cId="0" sldId="901"/>
            <ac:grpSpMk id="3" creationId="{FE6DC8A9-6632-43E8-BA0E-61D703A02F3D}"/>
          </ac:grpSpMkLst>
        </pc:grpChg>
        <pc:grpChg chg="mod">
          <ac:chgData name="王 欣捷" userId="b965477fa0aef5e6" providerId="LiveId" clId="{8FEE0B01-2527-4D72-8C93-B76E1D7414A7}" dt="2021-05-19T06:51:34.867" v="1992" actId="1076"/>
          <ac:grpSpMkLst>
            <pc:docMk/>
            <pc:sldMk cId="0" sldId="901"/>
            <ac:grpSpMk id="4" creationId="{FE7B5D68-76D6-4B14-AB1D-0937F873E786}"/>
          </ac:grpSpMkLst>
        </pc:grpChg>
      </pc:sldChg>
      <pc:sldChg chg="modSp mod modAnim">
        <pc:chgData name="王 欣捷" userId="b965477fa0aef5e6" providerId="LiveId" clId="{8FEE0B01-2527-4D72-8C93-B76E1D7414A7}" dt="2021-05-19T10:18:24.861" v="4548"/>
        <pc:sldMkLst>
          <pc:docMk/>
          <pc:sldMk cId="0" sldId="902"/>
        </pc:sldMkLst>
        <pc:spChg chg="mod">
          <ac:chgData name="王 欣捷" userId="b965477fa0aef5e6" providerId="LiveId" clId="{8FEE0B01-2527-4D72-8C93-B76E1D7414A7}" dt="2021-05-19T10:18:24.861" v="4548"/>
          <ac:spMkLst>
            <pc:docMk/>
            <pc:sldMk cId="0" sldId="902"/>
            <ac:spMk id="886787" creationId="{C5BA297C-83AB-47D3-83F6-EF94725E8889}"/>
          </ac:spMkLst>
        </pc:spChg>
      </pc:sldChg>
      <pc:sldChg chg="addSp delSp modSp mod addAnim delAnim modAnim">
        <pc:chgData name="王 欣捷" userId="b965477fa0aef5e6" providerId="LiveId" clId="{8FEE0B01-2527-4D72-8C93-B76E1D7414A7}" dt="2021-05-19T08:04:53.701" v="2849" actId="14100"/>
        <pc:sldMkLst>
          <pc:docMk/>
          <pc:sldMk cId="0" sldId="903"/>
        </pc:sldMkLst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4" creationId="{AE0BBB95-F9F5-42A5-8A0A-7E38BB714298}"/>
          </ac:spMkLst>
        </pc:spChg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5" creationId="{253E5BD8-E452-4787-9AE6-2B6FD268BA5D}"/>
          </ac:spMkLst>
        </pc:spChg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6" creationId="{D7D4BB24-E500-448F-A399-EA582427B1F3}"/>
          </ac:spMkLst>
        </pc:spChg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7" creationId="{C991CF0D-4CA0-4769-A0BE-CF5EB0A3D435}"/>
          </ac:spMkLst>
        </pc:spChg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8" creationId="{5E7C60F3-559E-4F4B-A7A7-A456B01F063C}"/>
          </ac:spMkLst>
        </pc:spChg>
        <pc:spChg chg="add del mod">
          <ac:chgData name="王 欣捷" userId="b965477fa0aef5e6" providerId="LiveId" clId="{8FEE0B01-2527-4D72-8C93-B76E1D7414A7}" dt="2021-05-19T08:03:23.336" v="2806" actId="478"/>
          <ac:spMkLst>
            <pc:docMk/>
            <pc:sldMk cId="0" sldId="903"/>
            <ac:spMk id="9" creationId="{7E2339E7-9584-431C-BB9C-A669103FB8D0}"/>
          </ac:spMkLst>
        </pc:spChg>
        <pc:spChg chg="add del mod">
          <ac:chgData name="王 欣捷" userId="b965477fa0aef5e6" providerId="LiveId" clId="{8FEE0B01-2527-4D72-8C93-B76E1D7414A7}" dt="2021-05-19T08:04:53.701" v="2849" actId="14100"/>
          <ac:spMkLst>
            <pc:docMk/>
            <pc:sldMk cId="0" sldId="903"/>
            <ac:spMk id="10" creationId="{2FD19977-2912-43A6-BBCE-D4A6C6668C21}"/>
          </ac:spMkLst>
        </pc:spChg>
        <pc:spChg chg="add del mod">
          <ac:chgData name="王 欣捷" userId="b965477fa0aef5e6" providerId="LiveId" clId="{8FEE0B01-2527-4D72-8C93-B76E1D7414A7}" dt="2021-05-19T08:04:25.573" v="2827" actId="22"/>
          <ac:spMkLst>
            <pc:docMk/>
            <pc:sldMk cId="0" sldId="903"/>
            <ac:spMk id="12" creationId="{471CFD14-C315-49DA-8228-F3C08C36B01F}"/>
          </ac:spMkLst>
        </pc:spChg>
        <pc:spChg chg="mod">
          <ac:chgData name="王 欣捷" userId="b965477fa0aef5e6" providerId="LiveId" clId="{8FEE0B01-2527-4D72-8C93-B76E1D7414A7}" dt="2021-05-19T08:04:40.300" v="2844"/>
          <ac:spMkLst>
            <pc:docMk/>
            <pc:sldMk cId="0" sldId="903"/>
            <ac:spMk id="35843" creationId="{B0A44B80-E413-4555-95FC-96C7A6E6953A}"/>
          </ac:spMkLst>
        </pc:spChg>
      </pc:sldChg>
      <pc:sldChg chg="addSp modSp mod modAnim">
        <pc:chgData name="王 欣捷" userId="b965477fa0aef5e6" providerId="LiveId" clId="{8FEE0B01-2527-4D72-8C93-B76E1D7414A7}" dt="2021-05-19T10:24:21.951" v="4636"/>
        <pc:sldMkLst>
          <pc:docMk/>
          <pc:sldMk cId="0" sldId="906"/>
        </pc:sldMkLst>
        <pc:spChg chg="add mod">
          <ac:chgData name="王 欣捷" userId="b965477fa0aef5e6" providerId="LiveId" clId="{8FEE0B01-2527-4D72-8C93-B76E1D7414A7}" dt="2021-05-19T10:24:16.006" v="4635" actId="14100"/>
          <ac:spMkLst>
            <pc:docMk/>
            <pc:sldMk cId="0" sldId="906"/>
            <ac:spMk id="5" creationId="{C7E41156-71E2-4E8A-8F67-B8618D6B1800}"/>
          </ac:spMkLst>
        </pc:spChg>
        <pc:spChg chg="mod">
          <ac:chgData name="王 欣捷" userId="b965477fa0aef5e6" providerId="LiveId" clId="{8FEE0B01-2527-4D72-8C93-B76E1D7414A7}" dt="2021-05-19T10:23:43.770" v="4624"/>
          <ac:spMkLst>
            <pc:docMk/>
            <pc:sldMk cId="0" sldId="906"/>
            <ac:spMk id="38915" creationId="{0C2F6F47-7DA7-43F3-82FA-ADAB4C6DF9A8}"/>
          </ac:spMkLst>
        </pc:spChg>
      </pc:sldChg>
      <pc:sldChg chg="modSp mod">
        <pc:chgData name="王 欣捷" userId="b965477fa0aef5e6" providerId="LiveId" clId="{8FEE0B01-2527-4D72-8C93-B76E1D7414A7}" dt="2021-05-19T10:14:37.114" v="4507"/>
        <pc:sldMkLst>
          <pc:docMk/>
          <pc:sldMk cId="0" sldId="908"/>
        </pc:sldMkLst>
        <pc:spChg chg="mod">
          <ac:chgData name="王 欣捷" userId="b965477fa0aef5e6" providerId="LiveId" clId="{8FEE0B01-2527-4D72-8C93-B76E1D7414A7}" dt="2021-05-19T10:14:37.114" v="4507"/>
          <ac:spMkLst>
            <pc:docMk/>
            <pc:sldMk cId="0" sldId="908"/>
            <ac:spMk id="40963" creationId="{F4F0EFEF-ED64-4F76-8817-E318E976818F}"/>
          </ac:spMkLst>
        </pc:spChg>
      </pc:sldChg>
      <pc:sldChg chg="modSp mod">
        <pc:chgData name="王 欣捷" userId="b965477fa0aef5e6" providerId="LiveId" clId="{8FEE0B01-2527-4D72-8C93-B76E1D7414A7}" dt="2021-05-19T10:26:40.817" v="4667" actId="207"/>
        <pc:sldMkLst>
          <pc:docMk/>
          <pc:sldMk cId="0" sldId="909"/>
        </pc:sldMkLst>
        <pc:spChg chg="mod">
          <ac:chgData name="王 欣捷" userId="b965477fa0aef5e6" providerId="LiveId" clId="{8FEE0B01-2527-4D72-8C93-B76E1D7414A7}" dt="2021-05-19T10:26:40.817" v="4667" actId="207"/>
          <ac:spMkLst>
            <pc:docMk/>
            <pc:sldMk cId="0" sldId="909"/>
            <ac:spMk id="41987" creationId="{03234A10-B92D-4E05-A428-1022E97B4E44}"/>
          </ac:spMkLst>
        </pc:spChg>
        <pc:spChg chg="mod">
          <ac:chgData name="王 欣捷" userId="b965477fa0aef5e6" providerId="LiveId" clId="{8FEE0B01-2527-4D72-8C93-B76E1D7414A7}" dt="2021-05-19T10:26:18.271" v="4661" actId="207"/>
          <ac:spMkLst>
            <pc:docMk/>
            <pc:sldMk cId="0" sldId="909"/>
            <ac:spMk id="41991" creationId="{7E8CA5DA-0626-4CA4-9CCC-F602456CE36A}"/>
          </ac:spMkLst>
        </pc:spChg>
        <pc:spChg chg="mod">
          <ac:chgData name="王 欣捷" userId="b965477fa0aef5e6" providerId="LiveId" clId="{8FEE0B01-2527-4D72-8C93-B76E1D7414A7}" dt="2021-05-19T10:26:15.904" v="4660" actId="207"/>
          <ac:spMkLst>
            <pc:docMk/>
            <pc:sldMk cId="0" sldId="909"/>
            <ac:spMk id="41993" creationId="{9A6802E8-DEB7-46DF-A2D2-97335E3EE522}"/>
          </ac:spMkLst>
        </pc:spChg>
        <pc:spChg chg="mod">
          <ac:chgData name="王 欣捷" userId="b965477fa0aef5e6" providerId="LiveId" clId="{8FEE0B01-2527-4D72-8C93-B76E1D7414A7}" dt="2021-05-19T10:26:13.667" v="4659" actId="207"/>
          <ac:spMkLst>
            <pc:docMk/>
            <pc:sldMk cId="0" sldId="909"/>
            <ac:spMk id="41995" creationId="{C6932421-F74B-46AA-827A-33C7ED32D84C}"/>
          </ac:spMkLst>
        </pc:spChg>
      </pc:sldChg>
      <pc:sldChg chg="modSp mod">
        <pc:chgData name="王 欣捷" userId="b965477fa0aef5e6" providerId="LiveId" clId="{8FEE0B01-2527-4D72-8C93-B76E1D7414A7}" dt="2021-05-19T10:26:43.870" v="4668" actId="207"/>
        <pc:sldMkLst>
          <pc:docMk/>
          <pc:sldMk cId="0" sldId="910"/>
        </pc:sldMkLst>
        <pc:spChg chg="mod">
          <ac:chgData name="王 欣捷" userId="b965477fa0aef5e6" providerId="LiveId" clId="{8FEE0B01-2527-4D72-8C93-B76E1D7414A7}" dt="2021-05-19T10:26:43.870" v="4668" actId="207"/>
          <ac:spMkLst>
            <pc:docMk/>
            <pc:sldMk cId="0" sldId="910"/>
            <ac:spMk id="43011" creationId="{AE892D17-2527-46F1-AC71-55816580AB92}"/>
          </ac:spMkLst>
        </pc:spChg>
        <pc:spChg chg="mod">
          <ac:chgData name="王 欣捷" userId="b965477fa0aef5e6" providerId="LiveId" clId="{8FEE0B01-2527-4D72-8C93-B76E1D7414A7}" dt="2021-05-19T10:26:28.589" v="4664" actId="207"/>
          <ac:spMkLst>
            <pc:docMk/>
            <pc:sldMk cId="0" sldId="910"/>
            <ac:spMk id="43015" creationId="{E663E535-5B05-4849-8EAB-41318E4E77D5}"/>
          </ac:spMkLst>
        </pc:spChg>
        <pc:spChg chg="mod">
          <ac:chgData name="王 欣捷" userId="b965477fa0aef5e6" providerId="LiveId" clId="{8FEE0B01-2527-4D72-8C93-B76E1D7414A7}" dt="2021-05-19T10:26:25.927" v="4663" actId="207"/>
          <ac:spMkLst>
            <pc:docMk/>
            <pc:sldMk cId="0" sldId="910"/>
            <ac:spMk id="43017" creationId="{D4BF5A8D-1306-491A-99F6-35D1A10190DA}"/>
          </ac:spMkLst>
        </pc:spChg>
        <pc:spChg chg="mod">
          <ac:chgData name="王 欣捷" userId="b965477fa0aef5e6" providerId="LiveId" clId="{8FEE0B01-2527-4D72-8C93-B76E1D7414A7}" dt="2021-05-19T10:26:21.148" v="4662" actId="207"/>
          <ac:spMkLst>
            <pc:docMk/>
            <pc:sldMk cId="0" sldId="910"/>
            <ac:spMk id="43019" creationId="{C36080E7-A733-4768-9A86-D70CA3A35BCF}"/>
          </ac:spMkLst>
        </pc:spChg>
      </pc:sldChg>
      <pc:sldChg chg="modSp mod">
        <pc:chgData name="王 欣捷" userId="b965477fa0aef5e6" providerId="LiveId" clId="{8FEE0B01-2527-4D72-8C93-B76E1D7414A7}" dt="2021-05-19T10:28:35.195" v="4737" actId="113"/>
        <pc:sldMkLst>
          <pc:docMk/>
          <pc:sldMk cId="0" sldId="911"/>
        </pc:sldMkLst>
        <pc:spChg chg="mod">
          <ac:chgData name="王 欣捷" userId="b965477fa0aef5e6" providerId="LiveId" clId="{8FEE0B01-2527-4D72-8C93-B76E1D7414A7}" dt="2021-05-19T10:28:35.195" v="4737" actId="113"/>
          <ac:spMkLst>
            <pc:docMk/>
            <pc:sldMk cId="0" sldId="911"/>
            <ac:spMk id="44035" creationId="{F9AB18D8-C3BC-44E8-88FC-D046F466BD48}"/>
          </ac:spMkLst>
        </pc:spChg>
        <pc:spChg chg="mod">
          <ac:chgData name="王 欣捷" userId="b965477fa0aef5e6" providerId="LiveId" clId="{8FEE0B01-2527-4D72-8C93-B76E1D7414A7}" dt="2021-05-19T10:27:46.150" v="4682" actId="207"/>
          <ac:spMkLst>
            <pc:docMk/>
            <pc:sldMk cId="0" sldId="911"/>
            <ac:spMk id="44039" creationId="{B0FA2C12-A87C-4D65-B911-C96E0911A4BE}"/>
          </ac:spMkLst>
        </pc:spChg>
        <pc:spChg chg="mod">
          <ac:chgData name="王 欣捷" userId="b965477fa0aef5e6" providerId="LiveId" clId="{8FEE0B01-2527-4D72-8C93-B76E1D7414A7}" dt="2021-05-19T10:27:04.681" v="4674" actId="1076"/>
          <ac:spMkLst>
            <pc:docMk/>
            <pc:sldMk cId="0" sldId="911"/>
            <ac:spMk id="44040" creationId="{5841015A-0AFF-42CA-BF00-028E1BB01A36}"/>
          </ac:spMkLst>
        </pc:spChg>
        <pc:spChg chg="mod">
          <ac:chgData name="王 欣捷" userId="b965477fa0aef5e6" providerId="LiveId" clId="{8FEE0B01-2527-4D72-8C93-B76E1D7414A7}" dt="2021-05-19T10:27:39.427" v="4681" actId="207"/>
          <ac:spMkLst>
            <pc:docMk/>
            <pc:sldMk cId="0" sldId="911"/>
            <ac:spMk id="44041" creationId="{A5C55C0C-2911-4C47-BFFE-6DE1F6A1A502}"/>
          </ac:spMkLst>
        </pc:spChg>
        <pc:spChg chg="mod">
          <ac:chgData name="王 欣捷" userId="b965477fa0aef5e6" providerId="LiveId" clId="{8FEE0B01-2527-4D72-8C93-B76E1D7414A7}" dt="2021-05-19T10:26:56.298" v="4671" actId="1076"/>
          <ac:spMkLst>
            <pc:docMk/>
            <pc:sldMk cId="0" sldId="911"/>
            <ac:spMk id="44042" creationId="{F11A12A8-EE98-45EF-8EF4-0716205FF8BD}"/>
          </ac:spMkLst>
        </pc:spChg>
        <pc:spChg chg="mod">
          <ac:chgData name="王 欣捷" userId="b965477fa0aef5e6" providerId="LiveId" clId="{8FEE0B01-2527-4D72-8C93-B76E1D7414A7}" dt="2021-05-19T10:27:37.192" v="4680" actId="207"/>
          <ac:spMkLst>
            <pc:docMk/>
            <pc:sldMk cId="0" sldId="911"/>
            <ac:spMk id="44043" creationId="{AE43B1F7-6C3E-48CF-898F-CFA4EFCE9BC9}"/>
          </ac:spMkLst>
        </pc:spChg>
        <pc:grpChg chg="mod">
          <ac:chgData name="王 欣捷" userId="b965477fa0aef5e6" providerId="LiveId" clId="{8FEE0B01-2527-4D72-8C93-B76E1D7414A7}" dt="2021-05-19T10:26:56.298" v="4671" actId="1076"/>
          <ac:grpSpMkLst>
            <pc:docMk/>
            <pc:sldMk cId="0" sldId="911"/>
            <ac:grpSpMk id="44037" creationId="{8A3A1E01-4A43-4007-85F1-681AD103E988}"/>
          </ac:grpSpMkLst>
        </pc:grpChg>
        <pc:grpChg chg="mod">
          <ac:chgData name="王 欣捷" userId="b965477fa0aef5e6" providerId="LiveId" clId="{8FEE0B01-2527-4D72-8C93-B76E1D7414A7}" dt="2021-05-19T10:27:04.681" v="4674" actId="1076"/>
          <ac:grpSpMkLst>
            <pc:docMk/>
            <pc:sldMk cId="0" sldId="911"/>
            <ac:grpSpMk id="44038" creationId="{972509F2-BB5A-432E-A608-3C63F583800F}"/>
          </ac:grpSpMkLst>
        </pc:grpChg>
      </pc:sldChg>
      <pc:sldChg chg="addSp modSp mod">
        <pc:chgData name="王 欣捷" userId="b965477fa0aef5e6" providerId="LiveId" clId="{8FEE0B01-2527-4D72-8C93-B76E1D7414A7}" dt="2021-05-19T10:33:56.211" v="4806" actId="1076"/>
        <pc:sldMkLst>
          <pc:docMk/>
          <pc:sldMk cId="0" sldId="912"/>
        </pc:sldMkLst>
        <pc:spChg chg="mod">
          <ac:chgData name="王 欣捷" userId="b965477fa0aef5e6" providerId="LiveId" clId="{8FEE0B01-2527-4D72-8C93-B76E1D7414A7}" dt="2021-05-19T10:33:56.211" v="4806" actId="1076"/>
          <ac:spMkLst>
            <pc:docMk/>
            <pc:sldMk cId="0" sldId="912"/>
            <ac:spMk id="14" creationId="{A396FECD-3BC4-4C8F-BD51-A4ECCE64A818}"/>
          </ac:spMkLst>
        </pc:spChg>
        <pc:spChg chg="mod">
          <ac:chgData name="王 欣捷" userId="b965477fa0aef5e6" providerId="LiveId" clId="{8FEE0B01-2527-4D72-8C93-B76E1D7414A7}" dt="2021-05-19T10:33:56.211" v="4806" actId="1076"/>
          <ac:spMkLst>
            <pc:docMk/>
            <pc:sldMk cId="0" sldId="912"/>
            <ac:spMk id="15" creationId="{9D43605C-60FB-4B06-BDF3-1C98C06D80F2}"/>
          </ac:spMkLst>
        </pc:spChg>
        <pc:spChg chg="mod">
          <ac:chgData name="王 欣捷" userId="b965477fa0aef5e6" providerId="LiveId" clId="{8FEE0B01-2527-4D72-8C93-B76E1D7414A7}" dt="2021-05-19T10:33:46.939" v="4804" actId="20577"/>
          <ac:spMkLst>
            <pc:docMk/>
            <pc:sldMk cId="0" sldId="912"/>
            <ac:spMk id="45059" creationId="{8C25DA74-B1CB-42BF-93C7-0D369A82DB01}"/>
          </ac:spMkLst>
        </pc:spChg>
        <pc:spChg chg="mod">
          <ac:chgData name="王 欣捷" userId="b965477fa0aef5e6" providerId="LiveId" clId="{8FEE0B01-2527-4D72-8C93-B76E1D7414A7}" dt="2021-05-19T10:33:40.468" v="4802" actId="1076"/>
          <ac:spMkLst>
            <pc:docMk/>
            <pc:sldMk cId="0" sldId="912"/>
            <ac:spMk id="45063" creationId="{DCEA2340-A32E-4362-9318-D70303EB8077}"/>
          </ac:spMkLst>
        </pc:spChg>
        <pc:spChg chg="mod">
          <ac:chgData name="王 欣捷" userId="b965477fa0aef5e6" providerId="LiveId" clId="{8FEE0B01-2527-4D72-8C93-B76E1D7414A7}" dt="2021-05-19T10:33:40.468" v="4802" actId="1076"/>
          <ac:spMkLst>
            <pc:docMk/>
            <pc:sldMk cId="0" sldId="912"/>
            <ac:spMk id="45064" creationId="{8956FA25-58B0-456B-A0B4-C758668BE282}"/>
          </ac:spMkLst>
        </pc:spChg>
        <pc:spChg chg="mod">
          <ac:chgData name="王 欣捷" userId="b965477fa0aef5e6" providerId="LiveId" clId="{8FEE0B01-2527-4D72-8C93-B76E1D7414A7}" dt="2021-05-19T10:33:34.147" v="4800" actId="1076"/>
          <ac:spMkLst>
            <pc:docMk/>
            <pc:sldMk cId="0" sldId="912"/>
            <ac:spMk id="45065" creationId="{42C6EDA0-2074-4F32-A19C-920F46FD660B}"/>
          </ac:spMkLst>
        </pc:spChg>
        <pc:spChg chg="mod">
          <ac:chgData name="王 欣捷" userId="b965477fa0aef5e6" providerId="LiveId" clId="{8FEE0B01-2527-4D72-8C93-B76E1D7414A7}" dt="2021-05-19T10:33:34.147" v="4800" actId="1076"/>
          <ac:spMkLst>
            <pc:docMk/>
            <pc:sldMk cId="0" sldId="912"/>
            <ac:spMk id="45066" creationId="{F0717A23-57DE-43B2-B799-6864062601E1}"/>
          </ac:spMkLst>
        </pc:spChg>
        <pc:spChg chg="mod">
          <ac:chgData name="王 欣捷" userId="b965477fa0aef5e6" providerId="LiveId" clId="{8FEE0B01-2527-4D72-8C93-B76E1D7414A7}" dt="2021-05-19T10:29:58.141" v="4738" actId="207"/>
          <ac:spMkLst>
            <pc:docMk/>
            <pc:sldMk cId="0" sldId="912"/>
            <ac:spMk id="45067" creationId="{87113D98-8785-4C01-8307-BC8774DCF4B2}"/>
          </ac:spMkLst>
        </pc:spChg>
        <pc:grpChg chg="add mod">
          <ac:chgData name="王 欣捷" userId="b965477fa0aef5e6" providerId="LiveId" clId="{8FEE0B01-2527-4D72-8C93-B76E1D7414A7}" dt="2021-05-19T10:33:56.211" v="4806" actId="1076"/>
          <ac:grpSpMkLst>
            <pc:docMk/>
            <pc:sldMk cId="0" sldId="912"/>
            <ac:grpSpMk id="13" creationId="{DD9C5003-A0D5-48BB-9D8D-9E153129E2AA}"/>
          </ac:grpSpMkLst>
        </pc:grpChg>
        <pc:grpChg chg="mod">
          <ac:chgData name="王 欣捷" userId="b965477fa0aef5e6" providerId="LiveId" clId="{8FEE0B01-2527-4D72-8C93-B76E1D7414A7}" dt="2021-05-19T10:33:34.147" v="4800" actId="1076"/>
          <ac:grpSpMkLst>
            <pc:docMk/>
            <pc:sldMk cId="0" sldId="912"/>
            <ac:grpSpMk id="45061" creationId="{667C4BCF-4D42-4275-A0EF-DB113CB574AB}"/>
          </ac:grpSpMkLst>
        </pc:grpChg>
        <pc:grpChg chg="mod">
          <ac:chgData name="王 欣捷" userId="b965477fa0aef5e6" providerId="LiveId" clId="{8FEE0B01-2527-4D72-8C93-B76E1D7414A7}" dt="2021-05-19T10:33:40.468" v="4802" actId="1076"/>
          <ac:grpSpMkLst>
            <pc:docMk/>
            <pc:sldMk cId="0" sldId="912"/>
            <ac:grpSpMk id="45062" creationId="{D6275C1A-0BA8-4C6F-A051-CF2788955515}"/>
          </ac:grpSpMkLst>
        </pc:grpChg>
      </pc:sldChg>
      <pc:sldChg chg="modSp del mod">
        <pc:chgData name="王 欣捷" userId="b965477fa0aef5e6" providerId="LiveId" clId="{8FEE0B01-2527-4D72-8C93-B76E1D7414A7}" dt="2021-05-19T10:33:57.500" v="4807" actId="47"/>
        <pc:sldMkLst>
          <pc:docMk/>
          <pc:sldMk cId="0" sldId="913"/>
        </pc:sldMkLst>
        <pc:spChg chg="mod">
          <ac:chgData name="王 欣捷" userId="b965477fa0aef5e6" providerId="LiveId" clId="{8FEE0B01-2527-4D72-8C93-B76E1D7414A7}" dt="2021-05-19T10:30:07.637" v="4741" actId="207"/>
          <ac:spMkLst>
            <pc:docMk/>
            <pc:sldMk cId="0" sldId="913"/>
            <ac:spMk id="46085" creationId="{06DBEFCD-6E2D-4F65-A591-CE00209B55A8}"/>
          </ac:spMkLst>
        </pc:spChg>
      </pc:sldChg>
      <pc:sldChg chg="addSp modSp mod">
        <pc:chgData name="王 欣捷" userId="b965477fa0aef5e6" providerId="LiveId" clId="{8FEE0B01-2527-4D72-8C93-B76E1D7414A7}" dt="2021-05-19T10:32:42.521" v="4797" actId="1076"/>
        <pc:sldMkLst>
          <pc:docMk/>
          <pc:sldMk cId="0" sldId="914"/>
        </pc:sldMkLst>
        <pc:spChg chg="mod">
          <ac:chgData name="王 欣捷" userId="b965477fa0aef5e6" providerId="LiveId" clId="{8FEE0B01-2527-4D72-8C93-B76E1D7414A7}" dt="2021-05-19T10:32:42.521" v="4797" actId="1076"/>
          <ac:spMkLst>
            <pc:docMk/>
            <pc:sldMk cId="0" sldId="914"/>
            <ac:spMk id="14" creationId="{2977630B-0C71-40B0-AAD9-3923254FD72C}"/>
          </ac:spMkLst>
        </pc:spChg>
        <pc:spChg chg="mod">
          <ac:chgData name="王 欣捷" userId="b965477fa0aef5e6" providerId="LiveId" clId="{8FEE0B01-2527-4D72-8C93-B76E1D7414A7}" dt="2021-05-19T10:32:42.521" v="4797" actId="1076"/>
          <ac:spMkLst>
            <pc:docMk/>
            <pc:sldMk cId="0" sldId="914"/>
            <ac:spMk id="15" creationId="{69907542-7B5D-4C3C-B28D-082D8763DD16}"/>
          </ac:spMkLst>
        </pc:spChg>
        <pc:spChg chg="mod">
          <ac:chgData name="王 欣捷" userId="b965477fa0aef5e6" providerId="LiveId" clId="{8FEE0B01-2527-4D72-8C93-B76E1D7414A7}" dt="2021-05-19T10:32:33.656" v="4795"/>
          <ac:spMkLst>
            <pc:docMk/>
            <pc:sldMk cId="0" sldId="914"/>
            <ac:spMk id="47107" creationId="{98D1BB70-945E-440D-BB27-6564E7193090}"/>
          </ac:spMkLst>
        </pc:spChg>
        <pc:spChg chg="mod">
          <ac:chgData name="王 欣捷" userId="b965477fa0aef5e6" providerId="LiveId" clId="{8FEE0B01-2527-4D72-8C93-B76E1D7414A7}" dt="2021-05-19T10:32:24.122" v="4792" actId="1076"/>
          <ac:spMkLst>
            <pc:docMk/>
            <pc:sldMk cId="0" sldId="914"/>
            <ac:spMk id="47111" creationId="{17A0D533-7443-4F6C-AC3C-35DB4AF9E1BF}"/>
          </ac:spMkLst>
        </pc:spChg>
        <pc:spChg chg="mod">
          <ac:chgData name="王 欣捷" userId="b965477fa0aef5e6" providerId="LiveId" clId="{8FEE0B01-2527-4D72-8C93-B76E1D7414A7}" dt="2021-05-19T10:32:24.122" v="4792" actId="1076"/>
          <ac:spMkLst>
            <pc:docMk/>
            <pc:sldMk cId="0" sldId="914"/>
            <ac:spMk id="47112" creationId="{6630E90D-0012-4C73-8DC7-1E875B06A608}"/>
          </ac:spMkLst>
        </pc:spChg>
        <pc:spChg chg="mod">
          <ac:chgData name="王 欣捷" userId="b965477fa0aef5e6" providerId="LiveId" clId="{8FEE0B01-2527-4D72-8C93-B76E1D7414A7}" dt="2021-05-19T10:32:21.470" v="4791" actId="1076"/>
          <ac:spMkLst>
            <pc:docMk/>
            <pc:sldMk cId="0" sldId="914"/>
            <ac:spMk id="47113" creationId="{6E0CA8A7-428F-42B5-AA78-97DC76E3153F}"/>
          </ac:spMkLst>
        </pc:spChg>
        <pc:spChg chg="mod">
          <ac:chgData name="王 欣捷" userId="b965477fa0aef5e6" providerId="LiveId" clId="{8FEE0B01-2527-4D72-8C93-B76E1D7414A7}" dt="2021-05-19T10:32:21.470" v="4791" actId="1076"/>
          <ac:spMkLst>
            <pc:docMk/>
            <pc:sldMk cId="0" sldId="914"/>
            <ac:spMk id="47114" creationId="{CD6DAD58-ECC9-4FDC-809E-D3F565FE3747}"/>
          </ac:spMkLst>
        </pc:spChg>
        <pc:spChg chg="mod">
          <ac:chgData name="王 欣捷" userId="b965477fa0aef5e6" providerId="LiveId" clId="{8FEE0B01-2527-4D72-8C93-B76E1D7414A7}" dt="2021-05-19T10:30:15.744" v="4742" actId="207"/>
          <ac:spMkLst>
            <pc:docMk/>
            <pc:sldMk cId="0" sldId="914"/>
            <ac:spMk id="47115" creationId="{A044FFDB-40A9-4A51-AF08-40D703D5D32D}"/>
          </ac:spMkLst>
        </pc:spChg>
        <pc:grpChg chg="add mod">
          <ac:chgData name="王 欣捷" userId="b965477fa0aef5e6" providerId="LiveId" clId="{8FEE0B01-2527-4D72-8C93-B76E1D7414A7}" dt="2021-05-19T10:32:42.521" v="4797" actId="1076"/>
          <ac:grpSpMkLst>
            <pc:docMk/>
            <pc:sldMk cId="0" sldId="914"/>
            <ac:grpSpMk id="13" creationId="{8854E79D-0C4A-4F53-AAD7-703AE8CED821}"/>
          </ac:grpSpMkLst>
        </pc:grpChg>
        <pc:grpChg chg="mod">
          <ac:chgData name="王 欣捷" userId="b965477fa0aef5e6" providerId="LiveId" clId="{8FEE0B01-2527-4D72-8C93-B76E1D7414A7}" dt="2021-05-19T10:32:21.470" v="4791" actId="1076"/>
          <ac:grpSpMkLst>
            <pc:docMk/>
            <pc:sldMk cId="0" sldId="914"/>
            <ac:grpSpMk id="47109" creationId="{C1A248AC-07DB-46E6-A0BB-95FA266312F7}"/>
          </ac:grpSpMkLst>
        </pc:grpChg>
        <pc:grpChg chg="mod">
          <ac:chgData name="王 欣捷" userId="b965477fa0aef5e6" providerId="LiveId" clId="{8FEE0B01-2527-4D72-8C93-B76E1D7414A7}" dt="2021-05-19T10:32:24.122" v="4792" actId="1076"/>
          <ac:grpSpMkLst>
            <pc:docMk/>
            <pc:sldMk cId="0" sldId="914"/>
            <ac:grpSpMk id="47110" creationId="{BA2FBB5C-4BAF-4FB4-9956-091B29FB7A8E}"/>
          </ac:grpSpMkLst>
        </pc:grpChg>
      </pc:sldChg>
      <pc:sldChg chg="modSp del mod">
        <pc:chgData name="王 欣捷" userId="b965477fa0aef5e6" providerId="LiveId" clId="{8FEE0B01-2527-4D72-8C93-B76E1D7414A7}" dt="2021-05-19T10:32:44.413" v="4798" actId="47"/>
        <pc:sldMkLst>
          <pc:docMk/>
          <pc:sldMk cId="0" sldId="915"/>
        </pc:sldMkLst>
        <pc:spChg chg="mod">
          <ac:chgData name="王 欣捷" userId="b965477fa0aef5e6" providerId="LiveId" clId="{8FEE0B01-2527-4D72-8C93-B76E1D7414A7}" dt="2021-05-19T10:32:05.855" v="4787" actId="27636"/>
          <ac:spMkLst>
            <pc:docMk/>
            <pc:sldMk cId="0" sldId="915"/>
            <ac:spMk id="48131" creationId="{0745B123-F30A-4395-BFFF-9D5FA48BC4BC}"/>
          </ac:spMkLst>
        </pc:spChg>
        <pc:spChg chg="mod">
          <ac:chgData name="王 欣捷" userId="b965477fa0aef5e6" providerId="LiveId" clId="{8FEE0B01-2527-4D72-8C93-B76E1D7414A7}" dt="2021-05-19T10:32:11.917" v="4788" actId="207"/>
          <ac:spMkLst>
            <pc:docMk/>
            <pc:sldMk cId="0" sldId="915"/>
            <ac:spMk id="48133" creationId="{528205BA-D24B-4E6D-98CA-83D07DA76DF5}"/>
          </ac:spMkLst>
        </pc:spChg>
      </pc:sldChg>
      <pc:sldChg chg="addSp delSp modSp add mod ord modClrScheme modAnim chgLayout">
        <pc:chgData name="王 欣捷" userId="b965477fa0aef5e6" providerId="LiveId" clId="{8FEE0B01-2527-4D72-8C93-B76E1D7414A7}" dt="2021-05-19T08:05:06.504" v="2852" actId="14100"/>
        <pc:sldMkLst>
          <pc:docMk/>
          <pc:sldMk cId="3648011815" sldId="917"/>
        </pc:sldMkLst>
        <pc:spChg chg="add del mod">
          <ac:chgData name="王 欣捷" userId="b965477fa0aef5e6" providerId="LiveId" clId="{8FEE0B01-2527-4D72-8C93-B76E1D7414A7}" dt="2021-05-19T04:20:39.102" v="81" actId="767"/>
          <ac:spMkLst>
            <pc:docMk/>
            <pc:sldMk cId="3648011815" sldId="917"/>
            <ac:spMk id="2" creationId="{80EBC789-7A74-4FA2-84B4-E5639D9FC8DB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3" creationId="{27B37685-48EE-4975-BA35-B766FBF5DD3F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4" creationId="{481AAEEA-B70D-44C4-8797-4F7A7A0A115A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7" creationId="{093D735C-9BC2-46D1-91FB-284B40D2CC92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8" creationId="{0DC10F7B-90EA-4A47-A801-7D3522F8EED4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9" creationId="{CAEEC80D-659D-4678-92A3-B5566F393A1B}"/>
          </ac:spMkLst>
        </pc:spChg>
        <pc:spChg chg="add mod">
          <ac:chgData name="王 欣捷" userId="b965477fa0aef5e6" providerId="LiveId" clId="{8FEE0B01-2527-4D72-8C93-B76E1D7414A7}" dt="2021-05-19T05:34:37.345" v="1498" actId="1037"/>
          <ac:spMkLst>
            <pc:docMk/>
            <pc:sldMk cId="3648011815" sldId="917"/>
            <ac:spMk id="10" creationId="{06890F82-AD3B-44E0-BA26-74BFB16F7080}"/>
          </ac:spMkLst>
        </pc:spChg>
        <pc:spChg chg="add mod">
          <ac:chgData name="王 欣捷" userId="b965477fa0aef5e6" providerId="LiveId" clId="{8FEE0B01-2527-4D72-8C93-B76E1D7414A7}" dt="2021-05-19T08:05:06.504" v="2852" actId="14100"/>
          <ac:spMkLst>
            <pc:docMk/>
            <pc:sldMk cId="3648011815" sldId="917"/>
            <ac:spMk id="11" creationId="{F9271597-A536-49E9-B366-3DA22A9A4505}"/>
          </ac:spMkLst>
        </pc:spChg>
        <pc:spChg chg="add mod">
          <ac:chgData name="王 欣捷" userId="b965477fa0aef5e6" providerId="LiveId" clId="{8FEE0B01-2527-4D72-8C93-B76E1D7414A7}" dt="2021-05-19T04:33:38.756" v="414" actId="1076"/>
          <ac:spMkLst>
            <pc:docMk/>
            <pc:sldMk cId="3648011815" sldId="917"/>
            <ac:spMk id="12" creationId="{95C0AD20-5362-42BA-8D03-A7058591E15B}"/>
          </ac:spMkLst>
        </pc:spChg>
        <pc:spChg chg="add mod">
          <ac:chgData name="王 欣捷" userId="b965477fa0aef5e6" providerId="LiveId" clId="{8FEE0B01-2527-4D72-8C93-B76E1D7414A7}" dt="2021-05-19T05:35:18.240" v="1542" actId="1038"/>
          <ac:spMkLst>
            <pc:docMk/>
            <pc:sldMk cId="3648011815" sldId="917"/>
            <ac:spMk id="14" creationId="{76CD5858-FF1E-4E10-AA51-7625CC61C67B}"/>
          </ac:spMkLst>
        </pc:spChg>
        <pc:spChg chg="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18" creationId="{EC34062E-BAC9-4D13-97FD-A8FC0891E56F}"/>
          </ac:spMkLst>
        </pc:spChg>
        <pc:spChg chg="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19" creationId="{8291CE76-AECC-45B3-95CA-5030462CA576}"/>
          </ac:spMkLst>
        </pc:spChg>
        <pc:spChg chg="add 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21" creationId="{16BBBF8A-57B8-4F95-B1A5-C0E369216829}"/>
          </ac:spMkLst>
        </pc:spChg>
        <pc:spChg chg="add del mod">
          <ac:chgData name="王 欣捷" userId="b965477fa0aef5e6" providerId="LiveId" clId="{8FEE0B01-2527-4D72-8C93-B76E1D7414A7}" dt="2021-05-19T04:30:59.687" v="350"/>
          <ac:spMkLst>
            <pc:docMk/>
            <pc:sldMk cId="3648011815" sldId="917"/>
            <ac:spMk id="23" creationId="{4431574C-969C-4C3B-9662-78F64C96AF93}"/>
          </ac:spMkLst>
        </pc:spChg>
        <pc:spChg chg="mod">
          <ac:chgData name="王 欣捷" userId="b965477fa0aef5e6" providerId="LiveId" clId="{8FEE0B01-2527-4D72-8C93-B76E1D7414A7}" dt="2021-05-19T04:30:58.580" v="349"/>
          <ac:spMkLst>
            <pc:docMk/>
            <pc:sldMk cId="3648011815" sldId="917"/>
            <ac:spMk id="25" creationId="{1A40BFF8-56BE-4584-AA53-C7637B8631E4}"/>
          </ac:spMkLst>
        </pc:spChg>
        <pc:spChg chg="mod">
          <ac:chgData name="王 欣捷" userId="b965477fa0aef5e6" providerId="LiveId" clId="{8FEE0B01-2527-4D72-8C93-B76E1D7414A7}" dt="2021-05-19T04:30:58.580" v="349"/>
          <ac:spMkLst>
            <pc:docMk/>
            <pc:sldMk cId="3648011815" sldId="917"/>
            <ac:spMk id="26" creationId="{66E70FDE-8FF4-450D-BFBC-EDFDC0ACA882}"/>
          </ac:spMkLst>
        </pc:spChg>
        <pc:spChg chg="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28" creationId="{BCB2333F-73BE-4D07-B25B-C40DAA7B1C58}"/>
          </ac:spMkLst>
        </pc:spChg>
        <pc:spChg chg="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29" creationId="{AA8BD5A6-B1F7-4F96-AD3D-C5F8B73E699A}"/>
          </ac:spMkLst>
        </pc:spChg>
        <pc:spChg chg="add 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31" creationId="{1C68B4DA-F85B-41BE-8170-215A3A135C79}"/>
          </ac:spMkLst>
        </pc:spChg>
        <pc:spChg chg="add 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32" creationId="{A87639EB-2373-4565-AFD7-87DF149FE2E4}"/>
          </ac:spMkLst>
        </pc:spChg>
        <pc:spChg chg="add mod">
          <ac:chgData name="王 欣捷" userId="b965477fa0aef5e6" providerId="LiveId" clId="{8FEE0B01-2527-4D72-8C93-B76E1D7414A7}" dt="2021-05-19T05:35:06.472" v="1522" actId="1035"/>
          <ac:spMkLst>
            <pc:docMk/>
            <pc:sldMk cId="3648011815" sldId="917"/>
            <ac:spMk id="33" creationId="{6D5C0CB4-B195-4C06-960A-9A30199AC4B6}"/>
          </ac:spMkLst>
        </pc:spChg>
        <pc:spChg chg="add mod">
          <ac:chgData name="王 欣捷" userId="b965477fa0aef5e6" providerId="LiveId" clId="{8FEE0B01-2527-4D72-8C93-B76E1D7414A7}" dt="2021-05-19T05:34:41.865" v="1506" actId="1037"/>
          <ac:spMkLst>
            <pc:docMk/>
            <pc:sldMk cId="3648011815" sldId="917"/>
            <ac:spMk id="35" creationId="{5E4969A6-A209-470B-8A3E-C83AD2037227}"/>
          </ac:spMkLst>
        </pc:spChg>
        <pc:spChg chg="add mod">
          <ac:chgData name="王 欣捷" userId="b965477fa0aef5e6" providerId="LiveId" clId="{8FEE0B01-2527-4D72-8C93-B76E1D7414A7}" dt="2021-05-19T04:40:14.647" v="531"/>
          <ac:spMkLst>
            <pc:docMk/>
            <pc:sldMk cId="3648011815" sldId="917"/>
            <ac:spMk id="36" creationId="{D55F5C59-849B-4F7C-B218-EC1DBCA25DC3}"/>
          </ac:spMkLst>
        </pc:spChg>
        <pc:spChg chg="mod ord">
          <ac:chgData name="王 欣捷" userId="b965477fa0aef5e6" providerId="LiveId" clId="{8FEE0B01-2527-4D72-8C93-B76E1D7414A7}" dt="2021-05-19T04:19:50.342" v="79" actId="700"/>
          <ac:spMkLst>
            <pc:docMk/>
            <pc:sldMk cId="3648011815" sldId="917"/>
            <ac:spMk id="23554" creationId="{2F2F9C29-8AB5-4A43-999F-2709EDE995DB}"/>
          </ac:spMkLst>
        </pc:spChg>
        <pc:spChg chg="add del mod">
          <ac:chgData name="王 欣捷" userId="b965477fa0aef5e6" providerId="LiveId" clId="{8FEE0B01-2527-4D72-8C93-B76E1D7414A7}" dt="2021-05-19T04:19:50.342" v="79" actId="700"/>
          <ac:spMkLst>
            <pc:docMk/>
            <pc:sldMk cId="3648011815" sldId="917"/>
            <ac:spMk id="875523" creationId="{5205ADD9-7FF6-4B6B-86D0-902C195BFAD9}"/>
          </ac:spMkLst>
        </pc:s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16" creationId="{2D3BA2A0-B48E-4563-B7A4-EF550D2B3D35}"/>
          </ac:grpSpMkLst>
        </pc:gr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17" creationId="{713650D7-90B1-41A6-BE8F-56EC7CA6E083}"/>
          </ac:grpSpMkLst>
        </pc:gr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22" creationId="{E5BC825C-1D2B-4140-B462-14378969018E}"/>
          </ac:grpSpMkLst>
        </pc:grpChg>
        <pc:grpChg chg="add del mod">
          <ac:chgData name="王 欣捷" userId="b965477fa0aef5e6" providerId="LiveId" clId="{8FEE0B01-2527-4D72-8C93-B76E1D7414A7}" dt="2021-05-19T04:30:59.687" v="350"/>
          <ac:grpSpMkLst>
            <pc:docMk/>
            <pc:sldMk cId="3648011815" sldId="917"/>
            <ac:grpSpMk id="24" creationId="{1A616D01-FD50-410A-8319-36BE3B8D3D2A}"/>
          </ac:grpSpMkLst>
        </pc:gr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27" creationId="{E40D0995-1CFC-4509-BCC4-2FE9267475B4}"/>
          </ac:grpSpMkLst>
        </pc:gr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30" creationId="{21927E06-CE03-47C2-911C-AF8FA7A900DC}"/>
          </ac:grpSpMkLst>
        </pc:grpChg>
        <pc:grpChg chg="add mod">
          <ac:chgData name="王 欣捷" userId="b965477fa0aef5e6" providerId="LiveId" clId="{8FEE0B01-2527-4D72-8C93-B76E1D7414A7}" dt="2021-05-19T05:35:06.472" v="1522" actId="1035"/>
          <ac:grpSpMkLst>
            <pc:docMk/>
            <pc:sldMk cId="3648011815" sldId="917"/>
            <ac:grpSpMk id="34" creationId="{9383D418-FEDA-421D-B2F7-202E809E2AC0}"/>
          </ac:grpSpMkLst>
        </pc:grpChg>
        <pc:picChg chg="add mod">
          <ac:chgData name="王 欣捷" userId="b965477fa0aef5e6" providerId="LiveId" clId="{8FEE0B01-2527-4D72-8C93-B76E1D7414A7}" dt="2021-05-19T04:33:41.586" v="415" actId="1076"/>
          <ac:picMkLst>
            <pc:docMk/>
            <pc:sldMk cId="3648011815" sldId="917"/>
            <ac:picMk id="13" creationId="{43DAB9AE-209C-4091-8BF6-6C772EA00BB3}"/>
          </ac:picMkLst>
        </pc:picChg>
      </pc:sldChg>
      <pc:sldChg chg="add del">
        <pc:chgData name="王 欣捷" userId="b965477fa0aef5e6" providerId="LiveId" clId="{8FEE0B01-2527-4D72-8C93-B76E1D7414A7}" dt="2021-05-19T04:59:03.168" v="605" actId="47"/>
        <pc:sldMkLst>
          <pc:docMk/>
          <pc:sldMk cId="616017942" sldId="918"/>
        </pc:sldMkLst>
      </pc:sldChg>
      <pc:sldChg chg="modSp add mod">
        <pc:chgData name="王 欣捷" userId="b965477fa0aef5e6" providerId="LiveId" clId="{8FEE0B01-2527-4D72-8C93-B76E1D7414A7}" dt="2021-05-19T06:02:34.043" v="1809" actId="403"/>
        <pc:sldMkLst>
          <pc:docMk/>
          <pc:sldMk cId="1957887882" sldId="918"/>
        </pc:sldMkLst>
        <pc:spChg chg="mod">
          <ac:chgData name="王 欣捷" userId="b965477fa0aef5e6" providerId="LiveId" clId="{8FEE0B01-2527-4D72-8C93-B76E1D7414A7}" dt="2021-05-19T06:02:34.043" v="1809" actId="403"/>
          <ac:spMkLst>
            <pc:docMk/>
            <pc:sldMk cId="1957887882" sldId="918"/>
            <ac:spMk id="28675" creationId="{D529386B-5D66-4AE7-835C-B9CA941E6721}"/>
          </ac:spMkLst>
        </pc:spChg>
      </pc:sldChg>
      <pc:sldChg chg="new del">
        <pc:chgData name="王 欣捷" userId="b965477fa0aef5e6" providerId="LiveId" clId="{8FEE0B01-2527-4D72-8C93-B76E1D7414A7}" dt="2021-05-19T06:37:54.078" v="1876" actId="47"/>
        <pc:sldMkLst>
          <pc:docMk/>
          <pc:sldMk cId="518982775" sldId="919"/>
        </pc:sldMkLst>
      </pc:sldChg>
      <pc:sldChg chg="delSp modSp add mod">
        <pc:chgData name="王 欣捷" userId="b965477fa0aef5e6" providerId="LiveId" clId="{8FEE0B01-2527-4D72-8C93-B76E1D7414A7}" dt="2021-05-19T10:18:24.861" v="4548"/>
        <pc:sldMkLst>
          <pc:docMk/>
          <pc:sldMk cId="4007545427" sldId="920"/>
        </pc:sldMkLst>
        <pc:spChg chg="mod">
          <ac:chgData name="王 欣捷" userId="b965477fa0aef5e6" providerId="LiveId" clId="{8FEE0B01-2527-4D72-8C93-B76E1D7414A7}" dt="2021-05-19T10:18:24.861" v="4548"/>
          <ac:spMkLst>
            <pc:docMk/>
            <pc:sldMk cId="4007545427" sldId="920"/>
            <ac:spMk id="32770" creationId="{2CA5AB32-9BB4-4CC3-B7F4-ECE085860231}"/>
          </ac:spMkLst>
        </pc:spChg>
        <pc:spChg chg="mod">
          <ac:chgData name="王 欣捷" userId="b965477fa0aef5e6" providerId="LiveId" clId="{8FEE0B01-2527-4D72-8C93-B76E1D7414A7}" dt="2021-05-19T06:38:36.863" v="1917"/>
          <ac:spMkLst>
            <pc:docMk/>
            <pc:sldMk cId="4007545427" sldId="920"/>
            <ac:spMk id="32771" creationId="{AD06E39D-8392-4C90-8F38-36E79CC2FD64}"/>
          </ac:spMkLst>
        </pc:spChg>
        <pc:grpChg chg="del">
          <ac:chgData name="王 欣捷" userId="b965477fa0aef5e6" providerId="LiveId" clId="{8FEE0B01-2527-4D72-8C93-B76E1D7414A7}" dt="2021-05-19T06:38:00.467" v="1878" actId="478"/>
          <ac:grpSpMkLst>
            <pc:docMk/>
            <pc:sldMk cId="4007545427" sldId="920"/>
            <ac:grpSpMk id="32772" creationId="{49D4267A-BC39-46B9-98D1-CDF5335C4109}"/>
          </ac:grpSpMkLst>
        </pc:grpChg>
      </pc:sldChg>
      <pc:sldChg chg="addSp delSp modSp add mod modAnim">
        <pc:chgData name="王 欣捷" userId="b965477fa0aef5e6" providerId="LiveId" clId="{8FEE0B01-2527-4D72-8C93-B76E1D7414A7}" dt="2021-05-19T10:18:24.861" v="4548"/>
        <pc:sldMkLst>
          <pc:docMk/>
          <pc:sldMk cId="2568200143" sldId="921"/>
        </pc:sldMkLst>
        <pc:spChg chg="add mod ord topLvl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12" creationId="{953A8DF0-5A0E-42F5-83A5-6CBFE5B0A5EA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14" creationId="{4573F5F1-56C0-4112-AF4C-8F4062EACB32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15" creationId="{53625AE9-5F99-4F6C-85C9-CD53BDF12F07}"/>
          </ac:spMkLst>
        </pc:spChg>
        <pc:spChg chg="add del">
          <ac:chgData name="王 欣捷" userId="b965477fa0aef5e6" providerId="LiveId" clId="{8FEE0B01-2527-4D72-8C93-B76E1D7414A7}" dt="2021-05-19T07:03:25.038" v="2095" actId="22"/>
          <ac:spMkLst>
            <pc:docMk/>
            <pc:sldMk cId="2568200143" sldId="921"/>
            <ac:spMk id="17" creationId="{8E4B8240-92BD-49EB-808E-5B68EC6C2F66}"/>
          </ac:spMkLst>
        </pc:spChg>
        <pc:spChg chg="add 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18" creationId="{4B4F6ADD-9479-4982-AF1D-E261330ABCC7}"/>
          </ac:spMkLst>
        </pc:spChg>
        <pc:spChg chg="add mod topLvl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19" creationId="{4996335F-700A-48B9-BF88-DB9165CE05AB}"/>
          </ac:spMkLst>
        </pc:spChg>
        <pc:spChg chg="add del">
          <ac:chgData name="王 欣捷" userId="b965477fa0aef5e6" providerId="LiveId" clId="{8FEE0B01-2527-4D72-8C93-B76E1D7414A7}" dt="2021-05-19T07:04:00.467" v="2102" actId="22"/>
          <ac:spMkLst>
            <pc:docMk/>
            <pc:sldMk cId="2568200143" sldId="921"/>
            <ac:spMk id="22" creationId="{0DD3D6FA-EC34-458C-ADF0-97AF75859F6D}"/>
          </ac:spMkLst>
        </pc:spChg>
        <pc:spChg chg="add 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24" creationId="{C082E23F-111D-4548-A52D-0AB575B022FC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26" creationId="{4BC38FA5-40F4-497F-B1C6-1D7352822E7B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27" creationId="{395D4ED5-F3CB-4045-9428-DD53011A38CA}"/>
          </ac:spMkLst>
        </pc:spChg>
        <pc:spChg chg="mod topLvl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34" creationId="{5D3DA245-E0D8-4579-8056-83E752AA7328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37" creationId="{C2180A1F-7FAB-4DC3-A49D-383A77E3B024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39" creationId="{76D83495-CE07-4277-A4B5-67EA529ADA5F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40" creationId="{C4357226-4BBB-4A05-A774-1A7E07CAA175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42" creationId="{8238B99F-F0F9-4889-8E09-D31E1EFAFB65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43" creationId="{89F9CD61-931D-4C21-ADAA-4032DA3395CF}"/>
          </ac:spMkLst>
        </pc:spChg>
        <pc:spChg chg="mod">
          <ac:chgData name="王 欣捷" userId="b965477fa0aef5e6" providerId="LiveId" clId="{8FEE0B01-2527-4D72-8C93-B76E1D7414A7}" dt="2021-05-19T07:08:08.744" v="2165" actId="165"/>
          <ac:spMkLst>
            <pc:docMk/>
            <pc:sldMk cId="2568200143" sldId="921"/>
            <ac:spMk id="44" creationId="{0990E483-462C-4095-BB0D-ACE99064CB27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46" creationId="{17702C25-E34D-4DBD-BD5C-1C87E286031C}"/>
          </ac:spMkLst>
        </pc:spChg>
        <pc:spChg chg="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47" creationId="{A1A3A049-0DC2-4B75-902C-E5D1B6C14815}"/>
          </ac:spMkLst>
        </pc:spChg>
        <pc:spChg chg="add del">
          <ac:chgData name="王 欣捷" userId="b965477fa0aef5e6" providerId="LiveId" clId="{8FEE0B01-2527-4D72-8C93-B76E1D7414A7}" dt="2021-05-19T07:09:23.316" v="2179" actId="22"/>
          <ac:spMkLst>
            <pc:docMk/>
            <pc:sldMk cId="2568200143" sldId="921"/>
            <ac:spMk id="49" creationId="{8560E913-8301-431A-A0FC-24A19EDE6BE3}"/>
          </ac:spMkLst>
        </pc:spChg>
        <pc:spChg chg="add mod">
          <ac:chgData name="王 欣捷" userId="b965477fa0aef5e6" providerId="LiveId" clId="{8FEE0B01-2527-4D72-8C93-B76E1D7414A7}" dt="2021-05-19T07:45:14.312" v="2428" actId="1076"/>
          <ac:spMkLst>
            <pc:docMk/>
            <pc:sldMk cId="2568200143" sldId="921"/>
            <ac:spMk id="51" creationId="{A99CF334-E771-4B51-8A7F-D775245A727A}"/>
          </ac:spMkLst>
        </pc:spChg>
        <pc:spChg chg="mod">
          <ac:chgData name="王 欣捷" userId="b965477fa0aef5e6" providerId="LiveId" clId="{8FEE0B01-2527-4D72-8C93-B76E1D7414A7}" dt="2021-05-19T07:13:33.588" v="2199"/>
          <ac:spMkLst>
            <pc:docMk/>
            <pc:sldMk cId="2568200143" sldId="921"/>
            <ac:spMk id="53" creationId="{5B1A2139-586A-43A4-BA4B-0054CEC56F5C}"/>
          </ac:spMkLst>
        </pc:spChg>
        <pc:spChg chg="mod">
          <ac:chgData name="王 欣捷" userId="b965477fa0aef5e6" providerId="LiveId" clId="{8FEE0B01-2527-4D72-8C93-B76E1D7414A7}" dt="2021-05-19T07:13:33.588" v="2199"/>
          <ac:spMkLst>
            <pc:docMk/>
            <pc:sldMk cId="2568200143" sldId="921"/>
            <ac:spMk id="54" creationId="{8D671C19-8CF1-4F9E-AAD2-9BC560FFB013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56" creationId="{F5340EC8-A080-4A2E-A4F2-5D276181C548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57" creationId="{F665DBAF-CFAC-46FB-B468-076B5B28FC2A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59" creationId="{30335D38-106E-41B2-A0CA-FDB435E6BBBF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0" creationId="{A3307581-0917-4051-8D1A-9BB2694EDC37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2" creationId="{7F377B38-759E-4203-A713-4BFE3C396778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3" creationId="{0985F58C-BAB4-42F4-B802-B89B5EBA4FAD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5" creationId="{5C4966BF-E867-4F45-A09C-A153671A2D4B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6" creationId="{3CC6FD14-EC5B-451B-9519-4A6FBC5DDB82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8" creationId="{053F04AC-DCAB-49FA-B181-BB383B169AF6}"/>
          </ac:spMkLst>
        </pc:spChg>
        <pc:spChg chg="mod">
          <ac:chgData name="王 欣捷" userId="b965477fa0aef5e6" providerId="LiveId" clId="{8FEE0B01-2527-4D72-8C93-B76E1D7414A7}" dt="2021-05-19T07:45:29.459" v="2435" actId="1076"/>
          <ac:spMkLst>
            <pc:docMk/>
            <pc:sldMk cId="2568200143" sldId="921"/>
            <ac:spMk id="69" creationId="{70B9B657-7C19-45AA-84EC-5BBEEF57150E}"/>
          </ac:spMkLst>
        </pc:spChg>
        <pc:spChg chg="add mod">
          <ac:chgData name="王 欣捷" userId="b965477fa0aef5e6" providerId="LiveId" clId="{8FEE0B01-2527-4D72-8C93-B76E1D7414A7}" dt="2021-05-19T10:18:24.861" v="4548"/>
          <ac:spMkLst>
            <pc:docMk/>
            <pc:sldMk cId="2568200143" sldId="921"/>
            <ac:spMk id="76" creationId="{DC1DB106-AC1E-4C52-AEB5-7FAEA196FC4D}"/>
          </ac:spMkLst>
        </pc:spChg>
        <pc:spChg chg="mod">
          <ac:chgData name="王 欣捷" userId="b965477fa0aef5e6" providerId="LiveId" clId="{8FEE0B01-2527-4D72-8C93-B76E1D7414A7}" dt="2021-05-19T10:18:24.861" v="4548"/>
          <ac:spMkLst>
            <pc:docMk/>
            <pc:sldMk cId="2568200143" sldId="921"/>
            <ac:spMk id="33794" creationId="{961659BA-1640-4403-9900-D9E36EBB5E3B}"/>
          </ac:spMkLst>
        </pc:spChg>
        <pc:spChg chg="mod">
          <ac:chgData name="王 欣捷" userId="b965477fa0aef5e6" providerId="LiveId" clId="{8FEE0B01-2527-4D72-8C93-B76E1D7414A7}" dt="2021-05-19T10:18:10.143" v="4547"/>
          <ac:spMkLst>
            <pc:docMk/>
            <pc:sldMk cId="2568200143" sldId="921"/>
            <ac:spMk id="885763" creationId="{74B80DFA-22A8-4838-8E10-D958ADA62CAF}"/>
          </ac:spMkLst>
        </pc:spChg>
        <pc:grpChg chg="del">
          <ac:chgData name="王 欣捷" userId="b965477fa0aef5e6" providerId="LiveId" clId="{8FEE0B01-2527-4D72-8C93-B76E1D7414A7}" dt="2021-05-19T06:54:40.052" v="1997" actId="478"/>
          <ac:grpSpMkLst>
            <pc:docMk/>
            <pc:sldMk cId="2568200143" sldId="921"/>
            <ac:grpSpMk id="2" creationId="{6466906C-E205-4786-86D4-9D14F7CDB0F7}"/>
          </ac:grpSpMkLst>
        </pc:grpChg>
        <pc:grpChg chg="del">
          <ac:chgData name="王 欣捷" userId="b965477fa0aef5e6" providerId="LiveId" clId="{8FEE0B01-2527-4D72-8C93-B76E1D7414A7}" dt="2021-05-19T06:54:41.269" v="1998" actId="478"/>
          <ac:grpSpMkLst>
            <pc:docMk/>
            <pc:sldMk cId="2568200143" sldId="921"/>
            <ac:grpSpMk id="3" creationId="{FE6DC8A9-6632-43E8-BA0E-61D703A02F3D}"/>
          </ac:grpSpMkLst>
        </pc:grpChg>
        <pc:grpChg chg="del">
          <ac:chgData name="王 欣捷" userId="b965477fa0aef5e6" providerId="LiveId" clId="{8FEE0B01-2527-4D72-8C93-B76E1D7414A7}" dt="2021-05-19T06:54:43.414" v="1999" actId="478"/>
          <ac:grpSpMkLst>
            <pc:docMk/>
            <pc:sldMk cId="2568200143" sldId="921"/>
            <ac:grpSpMk id="4" creationId="{FE7B5D68-76D6-4B14-AB1D-0937F873E786}"/>
          </ac:grpSpMkLst>
        </pc:grpChg>
        <pc:grpChg chg="add del mod">
          <ac:chgData name="王 欣捷" userId="b965477fa0aef5e6" providerId="LiveId" clId="{8FEE0B01-2527-4D72-8C93-B76E1D7414A7}" dt="2021-05-19T07:05:40.380" v="2135" actId="165"/>
          <ac:grpSpMkLst>
            <pc:docMk/>
            <pc:sldMk cId="2568200143" sldId="921"/>
            <ac:grpSpMk id="7" creationId="{2F6022EB-FE42-48C8-8A85-22FE03910715}"/>
          </ac:grpSpMkLst>
        </pc:grpChg>
        <pc:grpChg chg="add mod topLvl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10" creationId="{416229E2-5205-4A28-AAE6-A7C0AC917056}"/>
          </ac:grpSpMkLst>
        </pc:grpChg>
        <pc:grpChg chg="add mod topLvl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11" creationId="{4BCF8782-8C34-4019-97B1-8C782FB8C58E}"/>
          </ac:grpSpMkLst>
        </pc:grpChg>
        <pc:grpChg chg="add mod topLvl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13" creationId="{1CA79235-8AC2-483B-B2D3-097C5976D2A8}"/>
          </ac:grpSpMkLst>
        </pc:grpChg>
        <pc:grpChg chg="add del mod">
          <ac:chgData name="王 欣捷" userId="b965477fa0aef5e6" providerId="LiveId" clId="{8FEE0B01-2527-4D72-8C93-B76E1D7414A7}" dt="2021-05-19T07:08:42.425" v="2168" actId="165"/>
          <ac:grpSpMkLst>
            <pc:docMk/>
            <pc:sldMk cId="2568200143" sldId="921"/>
            <ac:grpSpMk id="16" creationId="{55B1C713-CBB7-4739-BC75-AE5A9605187C}"/>
          </ac:grpSpMkLst>
        </pc:grpChg>
        <pc:grpChg chg="add mod">
          <ac:chgData name="王 欣捷" userId="b965477fa0aef5e6" providerId="LiveId" clId="{8FEE0B01-2527-4D72-8C93-B76E1D7414A7}" dt="2021-05-19T07:22:33.906" v="2266" actId="164"/>
          <ac:grpSpMkLst>
            <pc:docMk/>
            <pc:sldMk cId="2568200143" sldId="921"/>
            <ac:grpSpMk id="23" creationId="{2AEF8C1D-3A3C-47C0-98B6-0D7E25E3D3DB}"/>
          </ac:grpSpMkLst>
        </pc:grpChg>
        <pc:grpChg chg="add mod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25" creationId="{F4D0732C-390A-4A1D-80B4-01E59DCE4731}"/>
          </ac:grpSpMkLst>
        </pc:grpChg>
        <pc:grpChg chg="add mod">
          <ac:chgData name="王 欣捷" userId="b965477fa0aef5e6" providerId="LiveId" clId="{8FEE0B01-2527-4D72-8C93-B76E1D7414A7}" dt="2021-05-19T07:22:32.907" v="2265" actId="164"/>
          <ac:grpSpMkLst>
            <pc:docMk/>
            <pc:sldMk cId="2568200143" sldId="921"/>
            <ac:grpSpMk id="28" creationId="{F8A25ECA-A2AF-432C-8F72-64F045A7B7B0}"/>
          </ac:grpSpMkLst>
        </pc:grpChg>
        <pc:grpChg chg="add mod">
          <ac:chgData name="王 欣捷" userId="b965477fa0aef5e6" providerId="LiveId" clId="{8FEE0B01-2527-4D72-8C93-B76E1D7414A7}" dt="2021-05-19T07:22:38.843" v="2268" actId="164"/>
          <ac:grpSpMkLst>
            <pc:docMk/>
            <pc:sldMk cId="2568200143" sldId="921"/>
            <ac:grpSpMk id="29" creationId="{D9429BD6-F2FE-4FAE-A4FA-4367C882F4E8}"/>
          </ac:grpSpMkLst>
        </pc:grpChg>
        <pc:grpChg chg="add mod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30" creationId="{E0749D69-84BD-4E6B-ADE6-097936A51954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31" creationId="{420A2495-DD42-44A4-8EC6-FE62E5599759}"/>
          </ac:grpSpMkLst>
        </pc:grpChg>
        <pc:grpChg chg="add del mod">
          <ac:chgData name="王 欣捷" userId="b965477fa0aef5e6" providerId="LiveId" clId="{8FEE0B01-2527-4D72-8C93-B76E1D7414A7}" dt="2021-05-19T07:08:08.744" v="2165" actId="165"/>
          <ac:grpSpMkLst>
            <pc:docMk/>
            <pc:sldMk cId="2568200143" sldId="921"/>
            <ac:grpSpMk id="33" creationId="{8E17AFD7-3429-4C2E-A969-E49211370E0C}"/>
          </ac:grpSpMkLst>
        </pc:grpChg>
        <pc:grpChg chg="del mod topLvl">
          <ac:chgData name="王 欣捷" userId="b965477fa0aef5e6" providerId="LiveId" clId="{8FEE0B01-2527-4D72-8C93-B76E1D7414A7}" dt="2021-05-19T07:08:13.510" v="2167" actId="478"/>
          <ac:grpSpMkLst>
            <pc:docMk/>
            <pc:sldMk cId="2568200143" sldId="921"/>
            <ac:grpSpMk id="35" creationId="{53972F65-B5DF-4E04-869D-427F88F42F5B}"/>
          </ac:grpSpMkLst>
        </pc:grpChg>
        <pc:grpChg chg="del mod topLvl">
          <ac:chgData name="王 欣捷" userId="b965477fa0aef5e6" providerId="LiveId" clId="{8FEE0B01-2527-4D72-8C93-B76E1D7414A7}" dt="2021-05-19T07:08:12.278" v="2166" actId="478"/>
          <ac:grpSpMkLst>
            <pc:docMk/>
            <pc:sldMk cId="2568200143" sldId="921"/>
            <ac:grpSpMk id="36" creationId="{B14E1499-39B9-418F-A38D-1254207ACFC6}"/>
          </ac:grpSpMkLst>
        </pc:grpChg>
        <pc:grpChg chg="mod">
          <ac:chgData name="王 欣捷" userId="b965477fa0aef5e6" providerId="LiveId" clId="{8FEE0B01-2527-4D72-8C93-B76E1D7414A7}" dt="2021-05-19T07:08:08.744" v="2165" actId="165"/>
          <ac:grpSpMkLst>
            <pc:docMk/>
            <pc:sldMk cId="2568200143" sldId="921"/>
            <ac:grpSpMk id="38" creationId="{58057380-0141-47A4-BA95-2F232F69B23E}"/>
          </ac:grpSpMkLst>
        </pc:grpChg>
        <pc:grpChg chg="mod">
          <ac:chgData name="王 欣捷" userId="b965477fa0aef5e6" providerId="LiveId" clId="{8FEE0B01-2527-4D72-8C93-B76E1D7414A7}" dt="2021-05-19T07:08:08.744" v="2165" actId="165"/>
          <ac:grpSpMkLst>
            <pc:docMk/>
            <pc:sldMk cId="2568200143" sldId="921"/>
            <ac:grpSpMk id="41" creationId="{31B982E6-931E-4543-824D-57E351461C13}"/>
          </ac:grpSpMkLst>
        </pc:grpChg>
        <pc:grpChg chg="add mod">
          <ac:chgData name="王 欣捷" userId="b965477fa0aef5e6" providerId="LiveId" clId="{8FEE0B01-2527-4D72-8C93-B76E1D7414A7}" dt="2021-05-19T07:45:14.312" v="2428" actId="1076"/>
          <ac:grpSpMkLst>
            <pc:docMk/>
            <pc:sldMk cId="2568200143" sldId="921"/>
            <ac:grpSpMk id="45" creationId="{2E0BD088-DB87-4AA8-8464-22ADC1120E5F}"/>
          </ac:grpSpMkLst>
        </pc:grpChg>
        <pc:grpChg chg="add del mod">
          <ac:chgData name="王 欣捷" userId="b965477fa0aef5e6" providerId="LiveId" clId="{8FEE0B01-2527-4D72-8C93-B76E1D7414A7}" dt="2021-05-19T07:13:34.849" v="2200"/>
          <ac:grpSpMkLst>
            <pc:docMk/>
            <pc:sldMk cId="2568200143" sldId="921"/>
            <ac:grpSpMk id="52" creationId="{441261F9-B48C-448D-9CC9-6373E9901296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55" creationId="{914AEEFA-F4CC-4DD0-BA4B-1989D882DF68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58" creationId="{33F711AB-4D45-4650-AC48-3FC6AC999714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61" creationId="{EEB611AB-07CA-4333-8188-3969344670AB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64" creationId="{30EF5586-184B-46BB-8D33-7A6B238EC758}"/>
          </ac:grpSpMkLst>
        </pc:grpChg>
        <pc:grpChg chg="add mod">
          <ac:chgData name="王 欣捷" userId="b965477fa0aef5e6" providerId="LiveId" clId="{8FEE0B01-2527-4D72-8C93-B76E1D7414A7}" dt="2021-05-19T07:45:29.459" v="2435" actId="1076"/>
          <ac:grpSpMkLst>
            <pc:docMk/>
            <pc:sldMk cId="2568200143" sldId="921"/>
            <ac:grpSpMk id="67" creationId="{9DBD43F4-EBA7-4D3F-9CDF-5259CB57C584}"/>
          </ac:grpSpMkLst>
        </pc:grpChg>
      </pc:sldChg>
      <pc:sldChg chg="modSp add mod modAnim">
        <pc:chgData name="王 欣捷" userId="b965477fa0aef5e6" providerId="LiveId" clId="{8FEE0B01-2527-4D72-8C93-B76E1D7414A7}" dt="2021-05-19T07:54:51.948" v="2645"/>
        <pc:sldMkLst>
          <pc:docMk/>
          <pc:sldMk cId="3108036535" sldId="922"/>
        </pc:sldMkLst>
        <pc:spChg chg="mod">
          <ac:chgData name="王 欣捷" userId="b965477fa0aef5e6" providerId="LiveId" clId="{8FEE0B01-2527-4D72-8C93-B76E1D7414A7}" dt="2021-05-19T07:54:51.948" v="2645"/>
          <ac:spMkLst>
            <pc:docMk/>
            <pc:sldMk cId="3108036535" sldId="922"/>
            <ac:spMk id="886787" creationId="{C5BA297C-83AB-47D3-83F6-EF94725E8889}"/>
          </ac:spMkLst>
        </pc:spChg>
      </pc:sldChg>
      <pc:sldChg chg="modSp add mod modAnim">
        <pc:chgData name="王 欣捷" userId="b965477fa0aef5e6" providerId="LiveId" clId="{8FEE0B01-2527-4D72-8C93-B76E1D7414A7}" dt="2021-05-19T10:18:24.861" v="4548"/>
        <pc:sldMkLst>
          <pc:docMk/>
          <pc:sldMk cId="2399032190" sldId="923"/>
        </pc:sldMkLst>
        <pc:spChg chg="mod">
          <ac:chgData name="王 欣捷" userId="b965477fa0aef5e6" providerId="LiveId" clId="{8FEE0B01-2527-4D72-8C93-B76E1D7414A7}" dt="2021-05-19T10:18:24.861" v="4548"/>
          <ac:spMkLst>
            <pc:docMk/>
            <pc:sldMk cId="2399032190" sldId="923"/>
            <ac:spMk id="886787" creationId="{C5BA297C-83AB-47D3-83F6-EF94725E8889}"/>
          </ac:spMkLst>
        </pc:spChg>
      </pc:sldChg>
      <pc:sldChg chg="modSp add del mod">
        <pc:chgData name="王 欣捷" userId="b965477fa0aef5e6" providerId="LiveId" clId="{8FEE0B01-2527-4D72-8C93-B76E1D7414A7}" dt="2021-05-19T10:09:13.626" v="4471" actId="47"/>
        <pc:sldMkLst>
          <pc:docMk/>
          <pc:sldMk cId="438218052" sldId="924"/>
        </pc:sldMkLst>
        <pc:spChg chg="mod">
          <ac:chgData name="王 欣捷" userId="b965477fa0aef5e6" providerId="LiveId" clId="{8FEE0B01-2527-4D72-8C93-B76E1D7414A7}" dt="2021-05-19T08:19:07.685" v="2998"/>
          <ac:spMkLst>
            <pc:docMk/>
            <pc:sldMk cId="438218052" sldId="924"/>
            <ac:spMk id="38915" creationId="{0C2F6F47-7DA7-43F3-82FA-ADAB4C6DF9A8}"/>
          </ac:spMkLst>
        </pc:spChg>
      </pc:sldChg>
      <pc:sldChg chg="add del">
        <pc:chgData name="王 欣捷" userId="b965477fa0aef5e6" providerId="LiveId" clId="{8FEE0B01-2527-4D72-8C93-B76E1D7414A7}" dt="2021-05-19T08:09:43.717" v="2854" actId="47"/>
        <pc:sldMkLst>
          <pc:docMk/>
          <pc:sldMk cId="3289393539" sldId="924"/>
        </pc:sldMkLst>
      </pc:sldChg>
      <pc:sldChg chg="modSp new mod">
        <pc:chgData name="王 欣捷" userId="b965477fa0aef5e6" providerId="LiveId" clId="{8FEE0B01-2527-4D72-8C93-B76E1D7414A7}" dt="2021-05-19T08:36:51.235" v="3401" actId="20577"/>
        <pc:sldMkLst>
          <pc:docMk/>
          <pc:sldMk cId="1809059029" sldId="925"/>
        </pc:sldMkLst>
        <pc:spChg chg="mod">
          <ac:chgData name="王 欣捷" userId="b965477fa0aef5e6" providerId="LiveId" clId="{8FEE0B01-2527-4D72-8C93-B76E1D7414A7}" dt="2021-05-19T08:25:46.451" v="3053"/>
          <ac:spMkLst>
            <pc:docMk/>
            <pc:sldMk cId="1809059029" sldId="925"/>
            <ac:spMk id="2" creationId="{F8672A59-69B1-4040-AA09-7425F372152D}"/>
          </ac:spMkLst>
        </pc:spChg>
        <pc:spChg chg="mod">
          <ac:chgData name="王 欣捷" userId="b965477fa0aef5e6" providerId="LiveId" clId="{8FEE0B01-2527-4D72-8C93-B76E1D7414A7}" dt="2021-05-19T08:36:51.235" v="3401" actId="20577"/>
          <ac:spMkLst>
            <pc:docMk/>
            <pc:sldMk cId="1809059029" sldId="925"/>
            <ac:spMk id="3" creationId="{17952C89-5C7A-4439-BE62-54B7D3A96CDD}"/>
          </ac:spMkLst>
        </pc:spChg>
      </pc:sldChg>
      <pc:sldChg chg="modSp add mod">
        <pc:chgData name="王 欣捷" userId="b965477fa0aef5e6" providerId="LiveId" clId="{8FEE0B01-2527-4D72-8C93-B76E1D7414A7}" dt="2021-05-19T08:37:03.134" v="3407" actId="5793"/>
        <pc:sldMkLst>
          <pc:docMk/>
          <pc:sldMk cId="3168693475" sldId="926"/>
        </pc:sldMkLst>
        <pc:spChg chg="mod">
          <ac:chgData name="王 欣捷" userId="b965477fa0aef5e6" providerId="LiveId" clId="{8FEE0B01-2527-4D72-8C93-B76E1D7414A7}" dt="2021-05-19T08:37:03.134" v="3407" actId="5793"/>
          <ac:spMkLst>
            <pc:docMk/>
            <pc:sldMk cId="3168693475" sldId="926"/>
            <ac:spMk id="3" creationId="{17952C89-5C7A-4439-BE62-54B7D3A96CDD}"/>
          </ac:spMkLst>
        </pc:spChg>
      </pc:sldChg>
      <pc:sldChg chg="addSp delSp modSp add mod">
        <pc:chgData name="王 欣捷" userId="b965477fa0aef5e6" providerId="LiveId" clId="{8FEE0B01-2527-4D72-8C93-B76E1D7414A7}" dt="2021-05-19T08:45:11.334" v="3570" actId="1076"/>
        <pc:sldMkLst>
          <pc:docMk/>
          <pc:sldMk cId="464356135" sldId="927"/>
        </pc:sldMkLst>
        <pc:spChg chg="mod">
          <ac:chgData name="王 欣捷" userId="b965477fa0aef5e6" providerId="LiveId" clId="{8FEE0B01-2527-4D72-8C93-B76E1D7414A7}" dt="2021-05-19T08:34:28.838" v="3375" actId="108"/>
          <ac:spMkLst>
            <pc:docMk/>
            <pc:sldMk cId="464356135" sldId="927"/>
            <ac:spMk id="3" creationId="{17952C89-5C7A-4439-BE62-54B7D3A96CDD}"/>
          </ac:spMkLst>
        </pc:spChg>
        <pc:graphicFrameChg chg="add del mod modGraphic">
          <ac:chgData name="王 欣捷" userId="b965477fa0aef5e6" providerId="LiveId" clId="{8FEE0B01-2527-4D72-8C93-B76E1D7414A7}" dt="2021-05-19T08:38:44.717" v="3448" actId="3680"/>
          <ac:graphicFrameMkLst>
            <pc:docMk/>
            <pc:sldMk cId="464356135" sldId="927"/>
            <ac:graphicFrameMk id="6" creationId="{807B05AD-1C30-4075-94CA-BC053E51D80A}"/>
          </ac:graphicFrameMkLst>
        </pc:graphicFrameChg>
        <pc:graphicFrameChg chg="add mod modGraphic">
          <ac:chgData name="王 欣捷" userId="b965477fa0aef5e6" providerId="LiveId" clId="{8FEE0B01-2527-4D72-8C93-B76E1D7414A7}" dt="2021-05-19T08:45:11.334" v="3570" actId="1076"/>
          <ac:graphicFrameMkLst>
            <pc:docMk/>
            <pc:sldMk cId="464356135" sldId="927"/>
            <ac:graphicFrameMk id="7" creationId="{5B6DFD2A-7010-42C5-A5A2-9DEA42F723D7}"/>
          </ac:graphicFrameMkLst>
        </pc:graphicFrameChg>
        <pc:picChg chg="add del mod">
          <ac:chgData name="王 欣捷" userId="b965477fa0aef5e6" providerId="LiveId" clId="{8FEE0B01-2527-4D72-8C93-B76E1D7414A7}" dt="2021-05-19T08:44:26.181" v="3562" actId="478"/>
          <ac:picMkLst>
            <pc:docMk/>
            <pc:sldMk cId="464356135" sldId="927"/>
            <ac:picMk id="5" creationId="{BBA7E53A-5B8C-49B7-86B4-5B4C60EFEC09}"/>
          </ac:picMkLst>
        </pc:picChg>
      </pc:sldChg>
      <pc:sldChg chg="addSp delSp modSp add mod">
        <pc:chgData name="王 欣捷" userId="b965477fa0aef5e6" providerId="LiveId" clId="{8FEE0B01-2527-4D72-8C93-B76E1D7414A7}" dt="2021-05-19T08:52:31.319" v="3604" actId="20577"/>
        <pc:sldMkLst>
          <pc:docMk/>
          <pc:sldMk cId="3474024645" sldId="928"/>
        </pc:sldMkLst>
        <pc:spChg chg="mod">
          <ac:chgData name="王 欣捷" userId="b965477fa0aef5e6" providerId="LiveId" clId="{8FEE0B01-2527-4D72-8C93-B76E1D7414A7}" dt="2021-05-19T08:37:55.140" v="3440"/>
          <ac:spMkLst>
            <pc:docMk/>
            <pc:sldMk cId="3474024645" sldId="928"/>
            <ac:spMk id="3" creationId="{17952C89-5C7A-4439-BE62-54B7D3A96CDD}"/>
          </ac:spMkLst>
        </pc:spChg>
        <pc:graphicFrameChg chg="add mod modGraphic">
          <ac:chgData name="王 欣捷" userId="b965477fa0aef5e6" providerId="LiveId" clId="{8FEE0B01-2527-4D72-8C93-B76E1D7414A7}" dt="2021-05-19T08:52:31.319" v="3604" actId="20577"/>
          <ac:graphicFrameMkLst>
            <pc:docMk/>
            <pc:sldMk cId="3474024645" sldId="928"/>
            <ac:graphicFrameMk id="6" creationId="{58033087-B20F-4D97-999A-4E46D37E8F0F}"/>
          </ac:graphicFrameMkLst>
        </pc:graphicFrameChg>
        <pc:picChg chg="del">
          <ac:chgData name="王 欣捷" userId="b965477fa0aef5e6" providerId="LiveId" clId="{8FEE0B01-2527-4D72-8C93-B76E1D7414A7}" dt="2021-05-19T08:37:22.058" v="3409" actId="478"/>
          <ac:picMkLst>
            <pc:docMk/>
            <pc:sldMk cId="3474024645" sldId="928"/>
            <ac:picMk id="5" creationId="{BBA7E53A-5B8C-49B7-86B4-5B4C60EFEC09}"/>
          </ac:picMkLst>
        </pc:picChg>
      </pc:sldChg>
      <pc:sldChg chg="addSp delSp modSp add mod">
        <pc:chgData name="王 欣捷" userId="b965477fa0aef5e6" providerId="LiveId" clId="{8FEE0B01-2527-4D72-8C93-B76E1D7414A7}" dt="2021-05-19T09:31:59.693" v="4250" actId="20577"/>
        <pc:sldMkLst>
          <pc:docMk/>
          <pc:sldMk cId="206795369" sldId="929"/>
        </pc:sldMkLst>
        <pc:spChg chg="mod">
          <ac:chgData name="王 欣捷" userId="b965477fa0aef5e6" providerId="LiveId" clId="{8FEE0B01-2527-4D72-8C93-B76E1D7414A7}" dt="2021-05-19T09:31:59.693" v="4250" actId="20577"/>
          <ac:spMkLst>
            <pc:docMk/>
            <pc:sldMk cId="206795369" sldId="929"/>
            <ac:spMk id="3" creationId="{17952C89-5C7A-4439-BE62-54B7D3A96CDD}"/>
          </ac:spMkLst>
        </pc:spChg>
        <pc:graphicFrameChg chg="add mod modGraphic">
          <ac:chgData name="王 欣捷" userId="b965477fa0aef5e6" providerId="LiveId" clId="{8FEE0B01-2527-4D72-8C93-B76E1D7414A7}" dt="2021-05-19T09:07:37.908" v="3906" actId="20577"/>
          <ac:graphicFrameMkLst>
            <pc:docMk/>
            <pc:sldMk cId="206795369" sldId="929"/>
            <ac:graphicFrameMk id="5" creationId="{097BE44A-6FFE-42F9-84F0-801126D4373B}"/>
          </ac:graphicFrameMkLst>
        </pc:graphicFrameChg>
        <pc:graphicFrameChg chg="del mod">
          <ac:chgData name="王 欣捷" userId="b965477fa0aef5e6" providerId="LiveId" clId="{8FEE0B01-2527-4D72-8C93-B76E1D7414A7}" dt="2021-05-19T08:52:47.157" v="3608" actId="478"/>
          <ac:graphicFrameMkLst>
            <pc:docMk/>
            <pc:sldMk cId="206795369" sldId="929"/>
            <ac:graphicFrameMk id="6" creationId="{58033087-B20F-4D97-999A-4E46D37E8F0F}"/>
          </ac:graphicFrameMkLst>
        </pc:graphicFrameChg>
      </pc:sldChg>
      <pc:sldChg chg="addSp delSp modSp add mod">
        <pc:chgData name="王 欣捷" userId="b965477fa0aef5e6" providerId="LiveId" clId="{8FEE0B01-2527-4D72-8C93-B76E1D7414A7}" dt="2021-05-19T09:38:45.199" v="4252" actId="2161"/>
        <pc:sldMkLst>
          <pc:docMk/>
          <pc:sldMk cId="44257054" sldId="930"/>
        </pc:sldMkLst>
        <pc:spChg chg="mod">
          <ac:chgData name="王 欣捷" userId="b965477fa0aef5e6" providerId="LiveId" clId="{8FEE0B01-2527-4D72-8C93-B76E1D7414A7}" dt="2021-05-19T09:06:53.102" v="3875" actId="20577"/>
          <ac:spMkLst>
            <pc:docMk/>
            <pc:sldMk cId="44257054" sldId="930"/>
            <ac:spMk id="3" creationId="{17952C89-5C7A-4439-BE62-54B7D3A96CDD}"/>
          </ac:spMkLst>
        </pc:spChg>
        <pc:graphicFrameChg chg="del">
          <ac:chgData name="王 欣捷" userId="b965477fa0aef5e6" providerId="LiveId" clId="{8FEE0B01-2527-4D72-8C93-B76E1D7414A7}" dt="2021-05-19T09:04:27.811" v="3819" actId="478"/>
          <ac:graphicFrameMkLst>
            <pc:docMk/>
            <pc:sldMk cId="44257054" sldId="930"/>
            <ac:graphicFrameMk id="5" creationId="{097BE44A-6FFE-42F9-84F0-801126D4373B}"/>
          </ac:graphicFrameMkLst>
        </pc:graphicFrameChg>
        <pc:graphicFrameChg chg="add mod modGraphic">
          <ac:chgData name="王 欣捷" userId="b965477fa0aef5e6" providerId="LiveId" clId="{8FEE0B01-2527-4D72-8C93-B76E1D7414A7}" dt="2021-05-19T09:38:45.199" v="4252" actId="2161"/>
          <ac:graphicFrameMkLst>
            <pc:docMk/>
            <pc:sldMk cId="44257054" sldId="930"/>
            <ac:graphicFrameMk id="6" creationId="{C31FD9E5-8B13-42D6-91B5-8038A568E3F2}"/>
          </ac:graphicFrameMkLst>
        </pc:graphicFrameChg>
      </pc:sldChg>
      <pc:sldChg chg="addSp delSp modSp add mod">
        <pc:chgData name="王 欣捷" userId="b965477fa0aef5e6" providerId="LiveId" clId="{8FEE0B01-2527-4D72-8C93-B76E1D7414A7}" dt="2021-05-19T10:07:50.643" v="4468"/>
        <pc:sldMkLst>
          <pc:docMk/>
          <pc:sldMk cId="3190100003" sldId="931"/>
        </pc:sldMkLst>
        <pc:spChg chg="mod">
          <ac:chgData name="王 欣捷" userId="b965477fa0aef5e6" providerId="LiveId" clId="{8FEE0B01-2527-4D72-8C93-B76E1D7414A7}" dt="2021-05-19T10:07:50.643" v="4468"/>
          <ac:spMkLst>
            <pc:docMk/>
            <pc:sldMk cId="3190100003" sldId="931"/>
            <ac:spMk id="3" creationId="{17952C89-5C7A-4439-BE62-54B7D3A96CDD}"/>
          </ac:spMkLst>
        </pc:spChg>
        <pc:spChg chg="add mod">
          <ac:chgData name="王 欣捷" userId="b965477fa0aef5e6" providerId="LiveId" clId="{8FEE0B01-2527-4D72-8C93-B76E1D7414A7}" dt="2021-05-19T10:07:45.274" v="4463"/>
          <ac:spMkLst>
            <pc:docMk/>
            <pc:sldMk cId="3190100003" sldId="931"/>
            <ac:spMk id="4" creationId="{2D02CE70-5411-426F-9A69-8DC61C2DAECD}"/>
          </ac:spMkLst>
        </pc:spChg>
        <pc:graphicFrameChg chg="del">
          <ac:chgData name="王 欣捷" userId="b965477fa0aef5e6" providerId="LiveId" clId="{8FEE0B01-2527-4D72-8C93-B76E1D7414A7}" dt="2021-05-19T09:10:38.779" v="3967" actId="478"/>
          <ac:graphicFrameMkLst>
            <pc:docMk/>
            <pc:sldMk cId="3190100003" sldId="931"/>
            <ac:graphicFrameMk id="6" creationId="{C31FD9E5-8B13-42D6-91B5-8038A568E3F2}"/>
          </ac:graphicFrameMkLst>
        </pc:graphicFrameChg>
      </pc:sldChg>
      <pc:sldChg chg="delSp modSp add mod">
        <pc:chgData name="王 欣捷" userId="b965477fa0aef5e6" providerId="LiveId" clId="{8FEE0B01-2527-4D72-8C93-B76E1D7414A7}" dt="2021-05-19T09:22:22.044" v="4161" actId="14100"/>
        <pc:sldMkLst>
          <pc:docMk/>
          <pc:sldMk cId="1496013796" sldId="932"/>
        </pc:sldMkLst>
        <pc:spChg chg="mod">
          <ac:chgData name="王 欣捷" userId="b965477fa0aef5e6" providerId="LiveId" clId="{8FEE0B01-2527-4D72-8C93-B76E1D7414A7}" dt="2021-05-19T09:22:22.044" v="4161" actId="14100"/>
          <ac:spMkLst>
            <pc:docMk/>
            <pc:sldMk cId="1496013796" sldId="932"/>
            <ac:spMk id="3" creationId="{17952C89-5C7A-4439-BE62-54B7D3A96CDD}"/>
          </ac:spMkLst>
        </pc:spChg>
        <pc:graphicFrameChg chg="del">
          <ac:chgData name="王 欣捷" userId="b965477fa0aef5e6" providerId="LiveId" clId="{8FEE0B01-2527-4D72-8C93-B76E1D7414A7}" dt="2021-05-19T09:18:32.913" v="4051" actId="478"/>
          <ac:graphicFrameMkLst>
            <pc:docMk/>
            <pc:sldMk cId="1496013796" sldId="932"/>
            <ac:graphicFrameMk id="6" creationId="{C31FD9E5-8B13-42D6-91B5-8038A568E3F2}"/>
          </ac:graphicFrameMkLst>
        </pc:graphicFrameChg>
      </pc:sldChg>
      <pc:sldChg chg="addSp delSp modSp add mod">
        <pc:chgData name="王 欣捷" userId="b965477fa0aef5e6" providerId="LiveId" clId="{8FEE0B01-2527-4D72-8C93-B76E1D7414A7}" dt="2021-05-19T09:27:02.576" v="4232" actId="478"/>
        <pc:sldMkLst>
          <pc:docMk/>
          <pc:sldMk cId="2073985740" sldId="933"/>
        </pc:sldMkLst>
        <pc:spChg chg="mod">
          <ac:chgData name="王 欣捷" userId="b965477fa0aef5e6" providerId="LiveId" clId="{8FEE0B01-2527-4D72-8C93-B76E1D7414A7}" dt="2021-05-19T09:26:40.873" v="4230"/>
          <ac:spMkLst>
            <pc:docMk/>
            <pc:sldMk cId="2073985740" sldId="933"/>
            <ac:spMk id="3" creationId="{17952C89-5C7A-4439-BE62-54B7D3A96CDD}"/>
          </ac:spMkLst>
        </pc:spChg>
        <pc:graphicFrameChg chg="add del mod modGraphic">
          <ac:chgData name="王 欣捷" userId="b965477fa0aef5e6" providerId="LiveId" clId="{8FEE0B01-2527-4D72-8C93-B76E1D7414A7}" dt="2021-05-19T09:27:02.576" v="4232" actId="478"/>
          <ac:graphicFrameMkLst>
            <pc:docMk/>
            <pc:sldMk cId="2073985740" sldId="933"/>
            <ac:graphicFrameMk id="4" creationId="{186C1279-9DF5-4E6C-9DEB-0B66CD33FE9B}"/>
          </ac:graphicFrameMkLst>
        </pc:graphicFrameChg>
      </pc:sldChg>
      <pc:sldChg chg="modSp add mod">
        <pc:chgData name="王 欣捷" userId="b965477fa0aef5e6" providerId="LiveId" clId="{8FEE0B01-2527-4D72-8C93-B76E1D7414A7}" dt="2021-05-19T10:42:41.138" v="4915"/>
        <pc:sldMkLst>
          <pc:docMk/>
          <pc:sldMk cId="2082063938" sldId="934"/>
        </pc:sldMkLst>
        <pc:spChg chg="mod">
          <ac:chgData name="王 欣捷" userId="b965477fa0aef5e6" providerId="LiveId" clId="{8FEE0B01-2527-4D72-8C93-B76E1D7414A7}" dt="2021-05-19T10:42:41.138" v="4915"/>
          <ac:spMkLst>
            <pc:docMk/>
            <pc:sldMk cId="2082063938" sldId="934"/>
            <ac:spMk id="15363" creationId="{A06964D3-0DEC-4D61-9B0D-A9309A7BCE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F474-3F77-4C96-AA90-4EF0466282D8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0CB0-7C81-4F13-BB43-6685CB01E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1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回顾编译器的几大阶段。其中，数字标号标识了章节序号。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9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在编译时进行的各类检查称为静态检查，以区别在目标程序运行时的动态检查。它可以诊断和报告程序错误。</a:t>
            </a:r>
            <a:endParaRPr lang="en-US" altLang="zh-CN"/>
          </a:p>
          <a:p>
            <a:r>
              <a:rPr lang="zh-CN" altLang="en-US"/>
              <a:t>静态检查包括许多类，但除了类型检查外，其他静态检查大都是一些简单的工作。因此本章聚焦于类型检查的讲解。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37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87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7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执行错误、安全语言、类型系统等概念</a:t>
            </a:r>
          </a:p>
          <a:p>
            <a:pPr eaLnBrk="1" hangingPunct="1"/>
            <a:r>
              <a:rPr lang="zh-CN" altLang="en-US"/>
              <a:t>类型系统的性质和好处</a:t>
            </a:r>
          </a:p>
          <a:p>
            <a:pPr eaLnBrk="1" hangingPunct="1"/>
            <a:r>
              <a:rPr lang="zh-CN" altLang="en-US"/>
              <a:t>类型系统形式化</a:t>
            </a:r>
          </a:p>
          <a:p>
            <a:pPr eaLnBrk="1" hangingPunct="1"/>
            <a:endParaRPr lang="zh-CN" altLang="en-US"/>
          </a:p>
          <a:p>
            <a:r>
              <a:rPr lang="zh-CN" altLang="en-US"/>
              <a:t>本节所用术语并非绝对标准：目前不同来源所用术语多有不一致的情况，所以附上英文术语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608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700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9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682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516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</a:rPr>
              <a:t>类型可靠</a:t>
            </a:r>
            <a:r>
              <a:rPr lang="zh-CN" altLang="en-US" sz="1200" dirty="0"/>
              <a:t>是联系两者的一个重要概念，类型检查的目的就是保证程序运行时的良行为。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例如，类型化语言具有类型系统，也有类型检查功能，可以检查出类型错误，也可以判断程序是不是良类型的。但是，这些都不能保证运行时的正确性。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只有当类型系统能够将所有不被捕获的错误都检查出来，即类型错误包含了不被捕获的错误（注：一小部分需动态时检查出来，如数组下标越界），即类型可靠，此时，运行时的程序才是良行为的、语言才是安全的。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035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从上一页</a:t>
            </a:r>
            <a:r>
              <a:rPr lang="en-US" altLang="zh-CN" sz="1200" dirty="0"/>
              <a:t>PPT</a:t>
            </a:r>
            <a:r>
              <a:rPr lang="zh-CN" altLang="en-US" sz="1200" dirty="0"/>
              <a:t>能够看出，类型化语言不一定是类型可靠的。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r>
              <a:rPr lang="zh-CN" altLang="en-US" sz="2800" dirty="0"/>
              <a:t>对于类型可靠的语言来说，良类型的程序有下面几点性质：</a:t>
            </a:r>
            <a:endParaRPr lang="en-US" altLang="zh-CN" sz="2800" dirty="0"/>
          </a:p>
          <a:p>
            <a:pPr lvl="1"/>
            <a:r>
              <a:rPr lang="zh-CN" altLang="en-US" sz="2400" dirty="0"/>
              <a:t>不会出现不会被捕获的错误（即是安全的）</a:t>
            </a:r>
            <a:endParaRPr lang="en-US" altLang="zh-CN" sz="2400" dirty="0"/>
          </a:p>
          <a:p>
            <a:pPr lvl="1"/>
            <a:r>
              <a:rPr lang="zh-CN" altLang="en-US" sz="2400" dirty="0"/>
              <a:t>不会出现已列入禁止错误的会被捕获的错误</a:t>
            </a:r>
            <a:endParaRPr lang="en-US" altLang="zh-CN" sz="2400" dirty="0"/>
          </a:p>
          <a:p>
            <a:pPr lvl="1"/>
            <a:r>
              <a:rPr lang="zh-CN" altLang="en-US" sz="2400" dirty="0"/>
              <a:t>有可能出现其他会被捕获的错误，避免这些错误是程序员的责任。</a:t>
            </a:r>
            <a:endParaRPr lang="en-US" altLang="zh-CN" sz="2400" dirty="0"/>
          </a:p>
          <a:p>
            <a:r>
              <a:rPr lang="zh-CN" altLang="en-US" sz="2800" dirty="0"/>
              <a:t>类型检查通常在编译时静态完成，但静态类型检查的语言通常难以避免一些运行时的测试：</a:t>
            </a:r>
            <a:endParaRPr lang="en-US" altLang="zh-CN" sz="2800" dirty="0"/>
          </a:p>
          <a:p>
            <a:pPr lvl="1"/>
            <a:r>
              <a:rPr lang="zh-CN" altLang="en-US" sz="2400" dirty="0"/>
              <a:t>例如，数组越界检查通常是动态测试的。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76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55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教材</a:t>
            </a:r>
            <a:r>
              <a:rPr lang="en-US" altLang="zh-CN"/>
              <a:t>160</a:t>
            </a:r>
            <a:r>
              <a:rPr lang="zh-CN" altLang="en-US"/>
              <a:t>页描述了记录构造符。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1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612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我们已经了解了什么是类型，以及它在编程语言中的作用。</a:t>
            </a:r>
            <a:endParaRPr lang="en-US" altLang="zh-CN" sz="2800"/>
          </a:p>
          <a:p>
            <a:r>
              <a:rPr lang="zh-CN" altLang="en-US" sz="2800"/>
              <a:t>当编程语言变得复杂时，类型表达式也可能变得复杂，需要类型系统来描述语言中的类型。</a:t>
            </a:r>
            <a:endParaRPr lang="en-US" altLang="zh-CN" sz="2800"/>
          </a:p>
          <a:p>
            <a:r>
              <a:rPr lang="zh-CN" altLang="en-US" sz="2800"/>
              <a:t>对类型系统的描述可以采用形式化的方法，以避免引起歧义。</a:t>
            </a:r>
            <a:endParaRPr lang="en-US" altLang="zh-CN" sz="280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sz="280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类型系统</a:t>
            </a:r>
            <a:r>
              <a:rPr lang="en-US" altLang="zh-CN"/>
              <a:t>(type system)</a:t>
            </a:r>
            <a:r>
              <a:rPr lang="zh-CN" altLang="en-US" sz="2800">
                <a:latin typeface="宋体" panose="02010600030101010101" pitchFamily="2" charset="-122"/>
              </a:rPr>
              <a:t>主要用来说明程序设计语言的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定型规则</a:t>
            </a:r>
            <a:r>
              <a:rPr lang="zh-CN" altLang="en-US" sz="2800">
                <a:latin typeface="宋体" panose="02010600030101010101" pitchFamily="2" charset="-122"/>
              </a:rPr>
              <a:t>，它独立于类型检查算法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定义一个类型系统，通常的设计目标是存在有效的类型检查算法</a:t>
            </a:r>
            <a:endParaRPr lang="en-US" altLang="zh-CN" sz="280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800">
                <a:solidFill>
                  <a:srgbClr val="121212"/>
                </a:solidFill>
                <a:latin typeface="-apple-system"/>
              </a:rPr>
              <a:t>类型系统的基本目标是防止程序在运行时发生类型错误。当且仅当语言运行时不存在任何形式的类型错误，那么它就是可靠</a:t>
            </a:r>
            <a:r>
              <a:rPr lang="en-US" altLang="zh-CN" sz="2800">
                <a:solidFill>
                  <a:srgbClr val="121212"/>
                </a:solidFill>
                <a:latin typeface="-apple-system"/>
              </a:rPr>
              <a:t>(</a:t>
            </a:r>
            <a:r>
              <a:rPr lang="en-US" altLang="zh-CN" sz="2800">
                <a:solidFill>
                  <a:srgbClr val="121212"/>
                </a:solidFill>
              </a:rPr>
              <a:t>sound)</a:t>
            </a:r>
            <a:r>
              <a:rPr lang="zh-CN" altLang="en-US" sz="2800">
                <a:solidFill>
                  <a:srgbClr val="121212"/>
                </a:solidFill>
                <a:latin typeface="-apple-system"/>
              </a:rPr>
              <a:t>的。可靠性</a:t>
            </a:r>
            <a:r>
              <a:rPr lang="en-US" altLang="zh-CN" sz="2800">
                <a:solidFill>
                  <a:srgbClr val="121212"/>
                </a:solidFill>
              </a:rPr>
              <a:t>(soundness)</a:t>
            </a:r>
            <a:r>
              <a:rPr lang="zh-CN" altLang="en-US" sz="2800">
                <a:solidFill>
                  <a:srgbClr val="121212"/>
                </a:solidFill>
                <a:latin typeface="-apple-system"/>
              </a:rPr>
              <a:t>是类型系统研究的重要目标。</a:t>
            </a:r>
            <a:endParaRPr lang="en-US" altLang="zh-CN" sz="2800">
              <a:solidFill>
                <a:srgbClr val="121212"/>
              </a:solidFill>
              <a:latin typeface="-apple-system"/>
            </a:endParaRPr>
          </a:p>
          <a:p>
            <a:pPr>
              <a:lnSpc>
                <a:spcPct val="110000"/>
              </a:lnSpc>
            </a:pPr>
            <a:endParaRPr lang="zh-CN" altLang="en-US" sz="2800"/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本节讨论用形式化的方法来描述类型系统。</a:t>
            </a: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/>
              <a:t>然后讨论实例语言时：先定义语法，再给出类型系统的形式描述，最后写出类型检查的翻译方案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33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类型描述了可靠的行为。因此，如果我们能给表达式赋予一个类型，我们就能使用它的类型来确保它的使用方式是正确的。因此，类型系统的规则（称为类型判断）会尝试给表达式 </a:t>
            </a:r>
            <a:r>
              <a:rPr lang="en-US" altLang="zh-CN"/>
              <a:t>e1+e2</a:t>
            </a:r>
            <a:r>
              <a:rPr lang="zh-CN" altLang="en-US"/>
              <a:t>分配类型 </a:t>
            </a:r>
            <a:r>
              <a:rPr lang="en-US" altLang="zh-CN"/>
              <a:t>t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03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13BFD859-BEE2-4CAC-82FD-5263A7495B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E20C164D-52D1-4D42-86C2-E2504658C0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1200" b="1">
                <a:sym typeface="Symbol" panose="05050102010706020507" pitchFamily="18" charset="2"/>
              </a:rPr>
              <a:t></a:t>
            </a:r>
            <a:r>
              <a:rPr lang="en-US" altLang="zh-CN" sz="1200" b="1">
                <a:sym typeface="Symbol" panose="05050102010706020507" pitchFamily="18" charset="2"/>
              </a:rPr>
              <a:t>(</a:t>
            </a:r>
            <a:r>
              <a:rPr lang="en-US" altLang="zh-CN"/>
              <a:t>Gamma)</a:t>
            </a:r>
            <a:r>
              <a:rPr lang="zh-CN" altLang="en-US"/>
              <a:t>相当于程序中的类型声明语句或者编译器中的符号表。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01EB0158-ABEF-4851-8C4D-619CDD53C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D9531A-0EA4-4975-A007-1A257A7B2B60}" type="slidenum">
              <a:rPr lang="zh-CN" altLang="en-US" sz="1200"/>
              <a:pPr/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165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794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508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判断过程需要依赖上下文，所以通常跟着语法制导一起进行。</a:t>
            </a:r>
            <a:endParaRPr lang="en-US" altLang="zh-CN">
              <a:latin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73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75C259C-2D78-1A03-5DD4-02EA4343C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2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5CB-7203-4A9F-AACC-BFB30592BD9D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1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441E3-418A-4044-80E8-1C75146307C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1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420F7A-C672-052F-2979-DB6939E6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B95DB-A261-43B5-80BA-FC17F36D6D1B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A354C-2766-8600-2D5D-3C932DD8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2843-DB73-1610-C09F-B79F9FC1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5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49EE9-69BC-4584-B630-4F54ACF27ED7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36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BBE1A-13F7-4D34-AA3F-4806FE937CCC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38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4BF2-5A73-4D34-836C-D301A9CA3438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41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B2B6E-9639-427D-B020-4B58D6570AFF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1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05E8-925F-4C9B-BB78-096D9BD3A24D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94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4358-6452-4718-9746-98094D8D0871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57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6745-19A1-486A-A2FA-88FB86E5BE8A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85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FFB8C8-E77E-4ADA-AF58-1B1ECE62D63C}" type="datetime2">
              <a:rPr lang="zh-CN" altLang="en-US" smtClean="0"/>
              <a:t>2024年6月7日</a:t>
            </a:fld>
            <a:endParaRPr lang="en-US" altLang="zh-CN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92307-A222-49C4-BB81-065F249ECF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222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D3F683-94BF-41FC-A825-358FBB9B631C}" type="datetime2">
              <a:rPr lang="zh-CN" altLang="en-US" smtClean="0"/>
              <a:t>2024年6月7日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8D9E-AB16-4FB0-AFB8-170F4056A41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997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46BCFD9B-F924-E41E-A6A2-B0F24DFA4E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80F769-1043-A327-669E-60DB3D141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66CB8-EF80-1A0E-F494-94A08361FE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8B95DB-A261-43B5-80BA-FC17F36D6D1B}" type="datetime2">
              <a:rPr lang="zh-CN" altLang="en-US" smtClean="0"/>
              <a:t>2024年6月7日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5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658B95DB-A261-43B5-80BA-FC17F36D6D1B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B1C74DB-FDEC-6A35-DF5F-3DFA5D600D8B}"/>
              </a:ext>
            </a:extLst>
          </p:cNvPr>
          <p:cNvSpPr/>
          <p:nvPr userDrawn="1"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0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image" Target="../media/image2.png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notesSlide" Target="../notesSlides/notesSlide1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14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ucacardelli.name/papers/typesystems.pdf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slideLayout" Target="../slideLayouts/slideLayout14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19" Type="http://schemas.openxmlformats.org/officeDocument/2006/relationships/image" Target="../media/image2.png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/>
              <a:t>第五章 类型检查</a:t>
            </a:r>
            <a:r>
              <a:rPr lang="en-US" altLang="zh-CN" sz="4800"/>
              <a:t>(1)</a:t>
            </a:r>
            <a:endParaRPr lang="zh-CN" altLang="en-US" sz="28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/>
          </a:p>
          <a:p>
            <a:r>
              <a:rPr lang="zh-CN" altLang="en-US" sz="1800"/>
              <a:t>中国海洋大学 计算机系 王欣捷</a:t>
            </a:r>
            <a:endParaRPr lang="en-US" altLang="zh-CN" sz="1800"/>
          </a:p>
          <a:p>
            <a:r>
              <a:rPr lang="en-US" altLang="zh-CN" sz="1800"/>
              <a:t>wangxinjie@ouc.edu.cn</a:t>
            </a:r>
            <a:endParaRPr lang="zh-CN" altLang="en-US" sz="1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97273002-B558-3397-D28D-268422007E91}"/>
              </a:ext>
            </a:extLst>
          </p:cNvPr>
          <p:cNvSpPr/>
          <p:nvPr/>
        </p:nvSpPr>
        <p:spPr>
          <a:xfrm>
            <a:off x="980738" y="2112237"/>
            <a:ext cx="3972349" cy="3560194"/>
          </a:xfrm>
          <a:prstGeom prst="roundRect">
            <a:avLst>
              <a:gd name="adj" fmla="val 6525"/>
            </a:avLst>
          </a:prstGeom>
          <a:solidFill>
            <a:schemeClr val="accent6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EFFDE7EC-67E6-06F9-9622-E51195FE71B7}"/>
              </a:ext>
            </a:extLst>
          </p:cNvPr>
          <p:cNvGrpSpPr/>
          <p:nvPr/>
        </p:nvGrpSpPr>
        <p:grpSpPr>
          <a:xfrm>
            <a:off x="2144009" y="2227861"/>
            <a:ext cx="2688246" cy="2565355"/>
            <a:chOff x="2144009" y="2227861"/>
            <a:chExt cx="2688246" cy="2565355"/>
          </a:xfrm>
        </p:grpSpPr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33FE8A17-B672-3334-55BB-99E7F9A6C7D7}"/>
                </a:ext>
              </a:extLst>
            </p:cNvPr>
            <p:cNvSpPr/>
            <p:nvPr/>
          </p:nvSpPr>
          <p:spPr>
            <a:xfrm>
              <a:off x="2144009" y="2227861"/>
              <a:ext cx="2688246" cy="2565355"/>
            </a:xfrm>
            <a:prstGeom prst="roundRect">
              <a:avLst>
                <a:gd name="adj" fmla="val 6067"/>
              </a:avLst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A23DF4C3-0FC2-B778-D935-C4311DA52555}"/>
                </a:ext>
              </a:extLst>
            </p:cNvPr>
            <p:cNvSpPr txBox="1"/>
            <p:nvPr/>
          </p:nvSpPr>
          <p:spPr>
            <a:xfrm>
              <a:off x="2190075" y="4448583"/>
              <a:ext cx="17732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accent1"/>
                  </a:solidFill>
                </a:rPr>
                <a:t>4.</a:t>
              </a:r>
              <a:r>
                <a:rPr lang="zh-CN" altLang="en-US" sz="1600" b="1">
                  <a:solidFill>
                    <a:schemeClr val="accent1"/>
                  </a:solidFill>
                </a:rPr>
                <a:t>语法制导的翻译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E8A99B5-82C0-4E09-69F0-DAAC2E81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什么是类型检查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3EBF1-224B-6153-D5C9-0EB5CD17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780E-073B-4C32-9707-2E22AFDEAA9F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3E78B7-42B4-091B-D83B-B40E81AE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语法制导的翻译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CDFA0-2727-2736-8272-48A615A5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112" name="Rounded Rectangle 46_1">
            <a:extLst>
              <a:ext uri="{FF2B5EF4-FFF2-40B4-BE49-F238E27FC236}">
                <a16:creationId xmlns:a16="http://schemas.microsoft.com/office/drawing/2014/main" id="{A90A81A0-1370-4A85-9D4C-57B87086C428}"/>
              </a:ext>
            </a:extLst>
          </p:cNvPr>
          <p:cNvSpPr>
            <a:spLocks noChangeAspect="1"/>
          </p:cNvSpPr>
          <p:nvPr/>
        </p:nvSpPr>
        <p:spPr>
          <a:xfrm>
            <a:off x="3598726" y="1165039"/>
            <a:ext cx="1946548" cy="670007"/>
          </a:xfrm>
          <a:prstGeom prst="roundRect">
            <a:avLst/>
          </a:prstGeom>
          <a:solidFill>
            <a:srgbClr val="C00000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rgbClr val="C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>
                <a:solidFill>
                  <a:schemeClr val="bg1"/>
                </a:solidFill>
                <a:sym typeface="Arial" panose="020B0604020202020204" pitchFamily="34" charset="0"/>
              </a:rPr>
              <a:t>编译的阶段</a:t>
            </a:r>
            <a:endParaRPr lang="en-US" altLang="zh-CN" sz="2000" b="1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E8416D3-1CA6-FDED-9D3A-80EF8523698E}"/>
              </a:ext>
            </a:extLst>
          </p:cNvPr>
          <p:cNvSpPr txBox="1"/>
          <p:nvPr/>
        </p:nvSpPr>
        <p:spPr>
          <a:xfrm>
            <a:off x="511923" y="2081205"/>
            <a:ext cx="449739" cy="2858668"/>
          </a:xfrm>
          <a:prstGeom prst="rect">
            <a:avLst/>
          </a:prstGeom>
          <a:noFill/>
        </p:spPr>
        <p:txBody>
          <a:bodyPr vert="wordArtVert" wrap="none" rtlCol="0" anchor="ctr" anchorCtr="0">
            <a:spAutoFit/>
          </a:bodyPr>
          <a:lstStyle/>
          <a:p>
            <a:pPr algn="ctr"/>
            <a:r>
              <a:rPr lang="zh-CN" altLang="en-US" sz="1600"/>
              <a:t>源程序</a:t>
            </a:r>
            <a:r>
              <a:rPr lang="en-US" altLang="zh-CN" sz="1600"/>
              <a:t>/</a:t>
            </a:r>
            <a:r>
              <a:rPr lang="zh-CN" altLang="en-US" sz="1600"/>
              <a:t>源语言</a:t>
            </a:r>
            <a:r>
              <a:rPr lang="en-US" altLang="zh-CN" sz="1600"/>
              <a:t>/</a:t>
            </a:r>
            <a:r>
              <a:rPr lang="zh-CN" altLang="en-US" sz="1600"/>
              <a:t>源代码</a:t>
            </a: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7B4DB62B-3C49-656E-CB97-053D56D931C6}"/>
              </a:ext>
            </a:extLst>
          </p:cNvPr>
          <p:cNvCxnSpPr>
            <a:cxnSpLocks/>
          </p:cNvCxnSpPr>
          <p:nvPr/>
        </p:nvCxnSpPr>
        <p:spPr>
          <a:xfrm>
            <a:off x="870961" y="3510541"/>
            <a:ext cx="5246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9F718D2-9C19-9CDD-E2C5-E4C154BF288D}"/>
              </a:ext>
            </a:extLst>
          </p:cNvPr>
          <p:cNvSpPr txBox="1"/>
          <p:nvPr/>
        </p:nvSpPr>
        <p:spPr>
          <a:xfrm>
            <a:off x="1398607" y="2762183"/>
            <a:ext cx="430887" cy="14967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en-US"/>
            </a:defPPr>
            <a:lvl1pPr algn="ctr" defTabSz="914354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0">
                <a:solidFill>
                  <a:schemeClr val="tx1"/>
                </a:solidFill>
              </a:rPr>
              <a:t>2.</a:t>
            </a:r>
            <a:r>
              <a:rPr lang="zh-CN" altLang="en-US" b="0">
                <a:solidFill>
                  <a:schemeClr val="tx1"/>
                </a:solidFill>
              </a:rPr>
              <a:t>词法分析器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7F498EC-0E62-4AD8-5B34-7538981620F9}"/>
              </a:ext>
            </a:extLst>
          </p:cNvPr>
          <p:cNvCxnSpPr>
            <a:cxnSpLocks/>
          </p:cNvCxnSpPr>
          <p:nvPr/>
        </p:nvCxnSpPr>
        <p:spPr>
          <a:xfrm>
            <a:off x="1829494" y="3510540"/>
            <a:ext cx="4375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ED32D0A3-D68A-DDFD-41F2-095A2B289F7D}"/>
              </a:ext>
            </a:extLst>
          </p:cNvPr>
          <p:cNvSpPr txBox="1"/>
          <p:nvPr/>
        </p:nvSpPr>
        <p:spPr>
          <a:xfrm>
            <a:off x="2277402" y="2762183"/>
            <a:ext cx="430887" cy="14967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en-US"/>
            </a:defPPr>
            <a:lvl1pPr algn="ctr" defTabSz="914354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0">
                <a:solidFill>
                  <a:schemeClr val="tx1"/>
                </a:solidFill>
              </a:rPr>
              <a:t>3.</a:t>
            </a:r>
            <a:r>
              <a:rPr lang="zh-CN" altLang="en-US" b="0">
                <a:solidFill>
                  <a:schemeClr val="tx1"/>
                </a:solidFill>
              </a:rPr>
              <a:t>语法分析器</a:t>
            </a:r>
          </a:p>
        </p:txBody>
      </p: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3B16CF5D-3BB8-D2E2-2263-9CF14D990AEF}"/>
              </a:ext>
            </a:extLst>
          </p:cNvPr>
          <p:cNvCxnSpPr>
            <a:cxnSpLocks/>
          </p:cNvCxnSpPr>
          <p:nvPr/>
        </p:nvCxnSpPr>
        <p:spPr>
          <a:xfrm>
            <a:off x="2708289" y="3510540"/>
            <a:ext cx="4187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F2010CC-3F03-F65C-F078-CD1100EA7E94}"/>
              </a:ext>
            </a:extLst>
          </p:cNvPr>
          <p:cNvSpPr txBox="1"/>
          <p:nvPr/>
        </p:nvSpPr>
        <p:spPr>
          <a:xfrm>
            <a:off x="3125001" y="2337620"/>
            <a:ext cx="677108" cy="2104884"/>
          </a:xfrm>
          <a:prstGeom prst="roundRect">
            <a:avLst/>
          </a:prstGeom>
          <a:solidFill>
            <a:schemeClr val="accent6"/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defTabSz="914354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800"/>
              <a:t>类型检查</a:t>
            </a:r>
            <a:endParaRPr lang="en-US" altLang="zh-CN" sz="2800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C066B574-A805-D560-F1A1-9EFFE3109DE0}"/>
              </a:ext>
            </a:extLst>
          </p:cNvPr>
          <p:cNvCxnSpPr>
            <a:cxnSpLocks/>
          </p:cNvCxnSpPr>
          <p:nvPr/>
        </p:nvCxnSpPr>
        <p:spPr>
          <a:xfrm>
            <a:off x="3802109" y="3510541"/>
            <a:ext cx="4316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8C1B9D2A-CD20-F619-F3BD-937952509586}"/>
              </a:ext>
            </a:extLst>
          </p:cNvPr>
          <p:cNvSpPr txBox="1"/>
          <p:nvPr/>
        </p:nvSpPr>
        <p:spPr>
          <a:xfrm>
            <a:off x="4235289" y="2614808"/>
            <a:ext cx="430887" cy="17914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algn="ctr" defTabSz="914354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0">
                <a:solidFill>
                  <a:schemeClr val="tx1"/>
                </a:solidFill>
              </a:rPr>
              <a:t>7.</a:t>
            </a:r>
            <a:r>
              <a:rPr lang="zh-CN" altLang="en-US" b="0">
                <a:solidFill>
                  <a:schemeClr val="tx1"/>
                </a:solidFill>
              </a:rPr>
              <a:t>中间代码生成器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7D259ED-86CB-BDAE-5987-B46CAA8A63EC}"/>
              </a:ext>
            </a:extLst>
          </p:cNvPr>
          <p:cNvSpPr txBox="1"/>
          <p:nvPr/>
        </p:nvSpPr>
        <p:spPr>
          <a:xfrm>
            <a:off x="935562" y="2804342"/>
            <a:ext cx="430887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>
                <a:solidFill>
                  <a:schemeClr val="accent6"/>
                </a:solidFill>
              </a:rPr>
              <a:t>符号流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1E3FC88-B9F6-7313-80E6-282CCD1E8B08}"/>
              </a:ext>
            </a:extLst>
          </p:cNvPr>
          <p:cNvSpPr txBox="1"/>
          <p:nvPr/>
        </p:nvSpPr>
        <p:spPr>
          <a:xfrm>
            <a:off x="1802650" y="2804343"/>
            <a:ext cx="430887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>
                <a:solidFill>
                  <a:schemeClr val="accent6"/>
                </a:solidFill>
              </a:rPr>
              <a:t>记号流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CC0EF24-A7ED-30C8-DEFF-CEB080EA0047}"/>
              </a:ext>
            </a:extLst>
          </p:cNvPr>
          <p:cNvSpPr txBox="1"/>
          <p:nvPr/>
        </p:nvSpPr>
        <p:spPr>
          <a:xfrm>
            <a:off x="388279" y="6077571"/>
            <a:ext cx="1184916" cy="33854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vert="horz" wrap="square" rtlCol="0" anchor="ctr" anchorCtr="0">
            <a:spAutoFit/>
          </a:bodyPr>
          <a:lstStyle>
            <a:defPPr>
              <a:defRPr lang="zh-CN"/>
            </a:defPPr>
            <a:lvl1pPr algn="ctr"/>
          </a:lstStyle>
          <a:p>
            <a:r>
              <a:rPr lang="zh-CN" altLang="en-US" sz="1600"/>
              <a:t>预编译器</a:t>
            </a: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34550278-43F9-1D42-16C1-A3384F58C152}"/>
              </a:ext>
            </a:extLst>
          </p:cNvPr>
          <p:cNvCxnSpPr>
            <a:cxnSpLocks/>
            <a:stCxn id="137" idx="2"/>
            <a:endCxn id="148" idx="0"/>
          </p:cNvCxnSpPr>
          <p:nvPr/>
        </p:nvCxnSpPr>
        <p:spPr>
          <a:xfrm>
            <a:off x="736793" y="4939873"/>
            <a:ext cx="243944" cy="1137698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C8CC4CF4-6FF6-1DA9-DA6D-F1A502BB383F}"/>
              </a:ext>
            </a:extLst>
          </p:cNvPr>
          <p:cNvCxnSpPr>
            <a:cxnSpLocks/>
            <a:stCxn id="148" idx="0"/>
          </p:cNvCxnSpPr>
          <p:nvPr/>
        </p:nvCxnSpPr>
        <p:spPr>
          <a:xfrm flipV="1">
            <a:off x="980737" y="4258896"/>
            <a:ext cx="633314" cy="1818675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:a16="http://schemas.microsoft.com/office/drawing/2014/main" id="{745BCB72-8805-8216-5E2D-1B0014D5B016}"/>
              </a:ext>
            </a:extLst>
          </p:cNvPr>
          <p:cNvSpPr txBox="1"/>
          <p:nvPr/>
        </p:nvSpPr>
        <p:spPr>
          <a:xfrm>
            <a:off x="2690179" y="2804343"/>
            <a:ext cx="430887" cy="6982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语法树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63394FB-3337-69D4-E2F6-3562A749973C}"/>
              </a:ext>
            </a:extLst>
          </p:cNvPr>
          <p:cNvSpPr txBox="1"/>
          <p:nvPr/>
        </p:nvSpPr>
        <p:spPr>
          <a:xfrm>
            <a:off x="3770082" y="2804343"/>
            <a:ext cx="430887" cy="6982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语法树</a:t>
            </a: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F39138F-5F5A-11EA-F544-39D9791D06D2}"/>
              </a:ext>
            </a:extLst>
          </p:cNvPr>
          <p:cNvCxnSpPr>
            <a:cxnSpLocks/>
          </p:cNvCxnSpPr>
          <p:nvPr/>
        </p:nvCxnSpPr>
        <p:spPr>
          <a:xfrm>
            <a:off x="4666176" y="3510541"/>
            <a:ext cx="37677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椭圆 153">
            <a:extLst>
              <a:ext uri="{FF2B5EF4-FFF2-40B4-BE49-F238E27FC236}">
                <a16:creationId xmlns:a16="http://schemas.microsoft.com/office/drawing/2014/main" id="{DF94B4E3-19B7-9AC9-7579-2C9DE88AAF4D}"/>
              </a:ext>
            </a:extLst>
          </p:cNvPr>
          <p:cNvSpPr/>
          <p:nvPr/>
        </p:nvSpPr>
        <p:spPr>
          <a:xfrm>
            <a:off x="5044492" y="2870826"/>
            <a:ext cx="492432" cy="127124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中间表示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249B9BD2-2040-F5EA-934B-C364AB48CD05}"/>
              </a:ext>
            </a:extLst>
          </p:cNvPr>
          <p:cNvSpPr txBox="1"/>
          <p:nvPr/>
        </p:nvSpPr>
        <p:spPr>
          <a:xfrm>
            <a:off x="2438885" y="4938429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前端</a:t>
            </a:r>
            <a:endParaRPr lang="en-US" altLang="zh-CN" sz="2000" b="1">
              <a:solidFill>
                <a:schemeClr val="accent6"/>
              </a:solidFill>
            </a:endParaRPr>
          </a:p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（分析）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FE84DDFC-5986-3219-7234-2A2353BA226B}"/>
              </a:ext>
            </a:extLst>
          </p:cNvPr>
          <p:cNvSpPr txBox="1"/>
          <p:nvPr/>
        </p:nvSpPr>
        <p:spPr>
          <a:xfrm>
            <a:off x="5777921" y="2227861"/>
            <a:ext cx="430887" cy="2565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eaVert" wrap="square" rtlCol="0" anchor="ctr" anchorCtr="0">
            <a:spAutoFit/>
          </a:bodyPr>
          <a:lstStyle/>
          <a:p>
            <a:pPr algn="ctr"/>
            <a:r>
              <a:rPr lang="zh-CN" altLang="en-US" sz="1600"/>
              <a:t>独立于机器的代码优化器</a:t>
            </a: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8F137F26-8331-5F03-DD0F-E74B56CC2ECE}"/>
              </a:ext>
            </a:extLst>
          </p:cNvPr>
          <p:cNvCxnSpPr>
            <a:cxnSpLocks/>
          </p:cNvCxnSpPr>
          <p:nvPr/>
        </p:nvCxnSpPr>
        <p:spPr>
          <a:xfrm>
            <a:off x="5540441" y="3506446"/>
            <a:ext cx="2391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E85D4D0-5CCE-7A74-9D05-1CF24FD7A999}"/>
              </a:ext>
            </a:extLst>
          </p:cNvPr>
          <p:cNvCxnSpPr>
            <a:cxnSpLocks/>
          </p:cNvCxnSpPr>
          <p:nvPr/>
        </p:nvCxnSpPr>
        <p:spPr>
          <a:xfrm>
            <a:off x="6201038" y="3510537"/>
            <a:ext cx="2298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椭圆 158">
            <a:extLst>
              <a:ext uri="{FF2B5EF4-FFF2-40B4-BE49-F238E27FC236}">
                <a16:creationId xmlns:a16="http://schemas.microsoft.com/office/drawing/2014/main" id="{D57F90F8-F1E5-2AD7-92E1-1DD52693BBE4}"/>
              </a:ext>
            </a:extLst>
          </p:cNvPr>
          <p:cNvSpPr/>
          <p:nvPr/>
        </p:nvSpPr>
        <p:spPr>
          <a:xfrm>
            <a:off x="6430848" y="2870825"/>
            <a:ext cx="492432" cy="127124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中间表示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792848A6-D5C6-C3E6-9785-47D2638FF9C5}"/>
              </a:ext>
            </a:extLst>
          </p:cNvPr>
          <p:cNvCxnSpPr>
            <a:cxnSpLocks/>
          </p:cNvCxnSpPr>
          <p:nvPr/>
        </p:nvCxnSpPr>
        <p:spPr>
          <a:xfrm>
            <a:off x="6926797" y="3506445"/>
            <a:ext cx="321238" cy="40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CF5E4DD5-3D5D-09DD-EE9C-BA39B5580A24}"/>
              </a:ext>
            </a:extLst>
          </p:cNvPr>
          <p:cNvSpPr txBox="1"/>
          <p:nvPr/>
        </p:nvSpPr>
        <p:spPr>
          <a:xfrm>
            <a:off x="7247702" y="2758089"/>
            <a:ext cx="430887" cy="1496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eaVert" wrap="square" rtlCol="0" anchor="ctr" anchorCtr="0">
            <a:spAutoFit/>
          </a:bodyPr>
          <a:lstStyle/>
          <a:p>
            <a:pPr algn="ctr"/>
            <a:r>
              <a:rPr lang="zh-CN" altLang="en-US" sz="1600"/>
              <a:t>代码生成器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FCB9BEE0-4D50-B56F-C21A-2C55ECFBBBA1}"/>
              </a:ext>
            </a:extLst>
          </p:cNvPr>
          <p:cNvSpPr txBox="1"/>
          <p:nvPr/>
        </p:nvSpPr>
        <p:spPr>
          <a:xfrm>
            <a:off x="8006193" y="2227861"/>
            <a:ext cx="430887" cy="2565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eaVert" wrap="square" rtlCol="0" anchor="ctr" anchorCtr="0">
            <a:spAutoFit/>
          </a:bodyPr>
          <a:lstStyle/>
          <a:p>
            <a:pPr algn="ctr"/>
            <a:r>
              <a:rPr lang="zh-CN" altLang="en-US" sz="1600"/>
              <a:t>依赖于机器的代码优化器</a:t>
            </a: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F6229FF7-D040-C7A9-534E-B74ACBBC6E20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7681771" y="3502351"/>
            <a:ext cx="324421" cy="81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72C57875-5FDB-BC80-E274-82063BCD50B2}"/>
              </a:ext>
            </a:extLst>
          </p:cNvPr>
          <p:cNvSpPr txBox="1"/>
          <p:nvPr/>
        </p:nvSpPr>
        <p:spPr>
          <a:xfrm>
            <a:off x="8663661" y="1706135"/>
            <a:ext cx="449739" cy="3604065"/>
          </a:xfrm>
          <a:prstGeom prst="rect">
            <a:avLst/>
          </a:prstGeom>
          <a:noFill/>
        </p:spPr>
        <p:txBody>
          <a:bodyPr vert="wordArtVert" wrap="none" rtlCol="0" anchor="ctr" anchorCtr="0">
            <a:spAutoFit/>
          </a:bodyPr>
          <a:lstStyle/>
          <a:p>
            <a:pPr algn="ctr"/>
            <a:r>
              <a:rPr lang="zh-CN" altLang="en-US" sz="1600"/>
              <a:t>目标程序</a:t>
            </a:r>
            <a:r>
              <a:rPr lang="en-US" altLang="zh-CN" sz="1600"/>
              <a:t>/</a:t>
            </a:r>
            <a:r>
              <a:rPr lang="zh-CN" altLang="en-US" sz="1600"/>
              <a:t>目标语言</a:t>
            </a:r>
            <a:r>
              <a:rPr lang="en-US" altLang="zh-CN" sz="1600"/>
              <a:t>/</a:t>
            </a:r>
            <a:r>
              <a:rPr lang="zh-CN" altLang="en-US" sz="1600"/>
              <a:t>目标代码</a:t>
            </a: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6A449D0-506F-EE6B-8767-4972FF37F1A3}"/>
              </a:ext>
            </a:extLst>
          </p:cNvPr>
          <p:cNvCxnSpPr>
            <a:cxnSpLocks/>
          </p:cNvCxnSpPr>
          <p:nvPr/>
        </p:nvCxnSpPr>
        <p:spPr>
          <a:xfrm>
            <a:off x="8443881" y="3508165"/>
            <a:ext cx="369855" cy="23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46782D05-2073-2179-2FE5-09AD2DF0A034}"/>
              </a:ext>
            </a:extLst>
          </p:cNvPr>
          <p:cNvSpPr/>
          <p:nvPr/>
        </p:nvSpPr>
        <p:spPr>
          <a:xfrm>
            <a:off x="7105391" y="2112237"/>
            <a:ext cx="1478052" cy="3560194"/>
          </a:xfrm>
          <a:prstGeom prst="roundRect">
            <a:avLst>
              <a:gd name="adj" fmla="val 6525"/>
            </a:avLst>
          </a:prstGeom>
          <a:solidFill>
            <a:schemeClr val="accent6">
              <a:lumMod val="20000"/>
              <a:lumOff val="80000"/>
              <a:alpha val="1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66FAF5A0-157A-5246-B9E2-AFB8B502F937}"/>
              </a:ext>
            </a:extLst>
          </p:cNvPr>
          <p:cNvSpPr txBox="1"/>
          <p:nvPr/>
        </p:nvSpPr>
        <p:spPr>
          <a:xfrm>
            <a:off x="7226492" y="494284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后端</a:t>
            </a:r>
            <a:endParaRPr lang="en-US" altLang="zh-CN" sz="2000" b="1">
              <a:solidFill>
                <a:schemeClr val="accent6"/>
              </a:solidFill>
            </a:endParaRPr>
          </a:p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（综合）</a:t>
            </a: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CFDF407B-CEAE-D92B-AAA9-6E54EF6C7E93}"/>
              </a:ext>
            </a:extLst>
          </p:cNvPr>
          <p:cNvSpPr/>
          <p:nvPr/>
        </p:nvSpPr>
        <p:spPr>
          <a:xfrm>
            <a:off x="4986367" y="5044708"/>
            <a:ext cx="2091406" cy="1044563"/>
          </a:xfrm>
          <a:prstGeom prst="roundRect">
            <a:avLst>
              <a:gd name="adj" fmla="val 6525"/>
            </a:avLst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en-US" altLang="zh-CN" sz="1600">
                <a:solidFill>
                  <a:schemeClr val="tx1"/>
                </a:solidFill>
              </a:rPr>
              <a:t>6.</a:t>
            </a:r>
            <a:r>
              <a:rPr lang="zh-CN" altLang="en-US" sz="1600">
                <a:solidFill>
                  <a:schemeClr val="tx1"/>
                </a:solidFill>
              </a:rPr>
              <a:t>全局存储分配、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 defTabSz="914354"/>
            <a:r>
              <a:rPr lang="zh-CN" altLang="en-US" sz="1600">
                <a:solidFill>
                  <a:schemeClr val="tx1"/>
                </a:solidFill>
              </a:rPr>
              <a:t>局部活动记录等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 defTabSz="914354"/>
            <a:r>
              <a:rPr lang="zh-CN" altLang="en-US" sz="2400">
                <a:solidFill>
                  <a:schemeClr val="tx1"/>
                </a:solidFill>
              </a:rPr>
              <a:t>运行时刻环境</a:t>
            </a: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F63B29A3-43C2-6B26-1175-A4FE2CED3F17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6032070" y="4250707"/>
            <a:ext cx="1462510" cy="794001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7DF9FE4C-6987-9EEE-9576-32B447B6A02B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6032070" y="4572790"/>
            <a:ext cx="1967322" cy="471918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68F91D60-C452-2A25-73DC-23F03B9B7C01}"/>
              </a:ext>
            </a:extLst>
          </p:cNvPr>
          <p:cNvSpPr txBox="1"/>
          <p:nvPr/>
        </p:nvSpPr>
        <p:spPr>
          <a:xfrm>
            <a:off x="61593" y="2762183"/>
            <a:ext cx="437480" cy="1496713"/>
          </a:xfrm>
          <a:prstGeom prst="roundRect">
            <a:avLst>
              <a:gd name="adj" fmla="val 17217"/>
            </a:avLst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defTabSz="914354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600" b="0">
                <a:solidFill>
                  <a:schemeClr val="tx1"/>
                </a:solidFill>
              </a:rPr>
              <a:t>1.</a:t>
            </a:r>
            <a:r>
              <a:rPr lang="zh-CN" altLang="en-US" sz="1600" b="0">
                <a:solidFill>
                  <a:schemeClr val="tx1"/>
                </a:solidFill>
              </a:rPr>
              <a:t>引论</a:t>
            </a:r>
          </a:p>
        </p:txBody>
      </p:sp>
    </p:spTree>
    <p:extLst>
      <p:ext uri="{BB962C8B-B14F-4D97-AF65-F5344CB8AC3E}">
        <p14:creationId xmlns:p14="http://schemas.microsoft.com/office/powerpoint/2010/main" val="2109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750" autoRev="1" fill="remove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7" dur="750" autoRev="1" fill="remove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" dur="750" autoRev="1" fill="remove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750" autoRev="1" fill="remove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7245576-FC9E-477A-8B98-F6A05EF6C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第五章 类型检查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31F6F22-3F00-4E19-BA18-56FAEC4C6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本章内容：</a:t>
            </a:r>
          </a:p>
          <a:p>
            <a:pPr lvl="1" eaLnBrk="1" hangingPunct="1"/>
            <a:r>
              <a:rPr lang="zh-CN" altLang="en-US"/>
              <a:t>静态检查中最典型的部分 </a:t>
            </a:r>
            <a:r>
              <a:rPr lang="en-US" altLang="zh-CN"/>
              <a:t>—— </a:t>
            </a:r>
            <a:r>
              <a:rPr lang="zh-CN" altLang="en-US"/>
              <a:t>类型检查：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	类型系统、类型检查</a:t>
            </a:r>
          </a:p>
          <a:p>
            <a:pPr lvl="1" eaLnBrk="1" hangingPunct="1"/>
            <a:r>
              <a:rPr lang="zh-CN" altLang="en-US"/>
              <a:t>忽略其它的静态检查：</a:t>
            </a:r>
            <a:r>
              <a:rPr lang="zh-CN" altLang="en-US">
                <a:latin typeface="宋体" panose="02010600030101010101" pitchFamily="2" charset="-122"/>
              </a:rPr>
              <a:t>控制流检查、唯一性检查、关联名字检查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C79256A-A529-4DDC-9338-A3BE80583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82143"/>
            <a:ext cx="1147763" cy="1643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54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分析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器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93AF298-C488-4D9F-9218-6ED287C0F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13" y="4115481"/>
            <a:ext cx="1185863" cy="1643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6000" tIns="46800" rIns="18000" bIns="10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类型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检查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器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7A9FEA2-5A39-479E-BF18-188D2DE06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4115481"/>
            <a:ext cx="1185863" cy="1643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46800" rIns="18000" bIns="10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黑体" panose="02010609060101010101" pitchFamily="49" charset="-122"/>
              </a:rPr>
              <a:t>中间代码生成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黑体" panose="02010609060101010101" pitchFamily="49" charset="-122"/>
              </a:rPr>
              <a:t>器</a:t>
            </a:r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15469A7E-F64E-4541-9528-7332A4000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1438" y="4928281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0130F589-7541-44F2-9834-52C1DB8E6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961618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DF0678FA-E1D3-47A7-85F3-7CEF1C1E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386943"/>
            <a:ext cx="1295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语法树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A5FC92AD-8378-4B37-B5FE-8B6270A68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386943"/>
            <a:ext cx="12192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语法树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59A35D0E-46CB-4894-82D8-680DBBAF5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310743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中间表示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68FC71F2-B665-48FF-A504-FD80EB2B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38694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/>
              <a:t>记号流</a:t>
            </a:r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E0103AFB-C638-4950-8957-965A2B4D4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981075" y="4928281"/>
            <a:ext cx="395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FC46039F-70A8-49D8-A880-E6356B876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2525" y="4928281"/>
            <a:ext cx="395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18067F-B3F5-EED6-274B-088269CB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E0EE0-F358-48F5-B561-462EA4ED3464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210FF6-CCD5-C652-8B38-3437041A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C228E0-0C2B-BD61-439A-F142B48E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7804DC-6ED7-4E37-8FD8-82F6C66C1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本次课内容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9D1B619-B81E-491D-AA55-BD209AC43E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sz="3600" b="1"/>
              <a:t>5.1</a:t>
            </a:r>
            <a:r>
              <a:rPr lang="en-US" altLang="zh-CN" sz="3600"/>
              <a:t> </a:t>
            </a:r>
            <a:r>
              <a:rPr lang="zh-CN" altLang="en-US" sz="3600"/>
              <a:t>类型在编程语言中的作用</a:t>
            </a:r>
            <a:endParaRPr lang="en-US" altLang="zh-CN" sz="36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5.1.1</a:t>
            </a:r>
            <a:r>
              <a:rPr lang="en-US" altLang="zh-CN" sz="3200"/>
              <a:t> </a:t>
            </a:r>
            <a:r>
              <a:rPr lang="zh-CN" altLang="en-US" sz="3200"/>
              <a:t>执行错误和安全语言</a:t>
            </a:r>
            <a:endParaRPr lang="en-US" altLang="zh-CN" sz="32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5.1.2</a:t>
            </a:r>
            <a:r>
              <a:rPr lang="en-US" altLang="zh-CN" sz="3200"/>
              <a:t> </a:t>
            </a:r>
            <a:r>
              <a:rPr lang="zh-CN" altLang="en-US" sz="3200"/>
              <a:t>类型化语言和类型系统</a:t>
            </a:r>
            <a:endParaRPr lang="en-US" altLang="zh-CN" sz="32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5.1.3</a:t>
            </a:r>
            <a:r>
              <a:rPr lang="en-US" altLang="zh-CN" sz="3200"/>
              <a:t> </a:t>
            </a:r>
            <a:r>
              <a:rPr lang="zh-CN" altLang="en-US" sz="3200"/>
              <a:t>类型化语言的优点</a:t>
            </a:r>
            <a:endParaRPr lang="en-US" altLang="zh-CN" sz="3200"/>
          </a:p>
          <a:p>
            <a:pPr>
              <a:lnSpc>
                <a:spcPct val="110000"/>
              </a:lnSpc>
            </a:pPr>
            <a:r>
              <a:rPr lang="en-US" altLang="zh-CN" sz="3600" b="1">
                <a:solidFill>
                  <a:srgbClr val="C00000"/>
                </a:solidFill>
              </a:rPr>
              <a:t>5.15</a:t>
            </a:r>
            <a:r>
              <a:rPr lang="en-US" altLang="zh-CN" sz="3600">
                <a:solidFill>
                  <a:srgbClr val="C00000"/>
                </a:solidFill>
              </a:rPr>
              <a:t> </a:t>
            </a:r>
            <a:r>
              <a:rPr lang="zh-CN" altLang="en-US" sz="3600">
                <a:solidFill>
                  <a:srgbClr val="C00000"/>
                </a:solidFill>
              </a:rPr>
              <a:t>类型表达式（     重点）</a:t>
            </a:r>
          </a:p>
          <a:p>
            <a:pPr>
              <a:lnSpc>
                <a:spcPct val="110000"/>
              </a:lnSpc>
            </a:pPr>
            <a:r>
              <a:rPr lang="en-US" altLang="zh-CN" sz="3600" b="1"/>
              <a:t>5.2</a:t>
            </a:r>
            <a:r>
              <a:rPr lang="en-US" altLang="zh-CN" sz="3600"/>
              <a:t> </a:t>
            </a:r>
            <a:r>
              <a:rPr lang="zh-CN" altLang="en-US" sz="3600"/>
              <a:t>类型系统的描述语言（难点）</a:t>
            </a:r>
            <a:endParaRPr lang="en-US" altLang="zh-CN" sz="36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5.2.1</a:t>
            </a:r>
            <a:r>
              <a:rPr lang="en-US" altLang="zh-CN" sz="3200"/>
              <a:t> </a:t>
            </a:r>
            <a:r>
              <a:rPr lang="zh-CN" altLang="en-US" sz="3200"/>
              <a:t>断言</a:t>
            </a:r>
            <a:endParaRPr lang="en-US" altLang="zh-CN" sz="32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5.2.2</a:t>
            </a:r>
            <a:r>
              <a:rPr lang="en-US" altLang="zh-CN" sz="3200"/>
              <a:t> </a:t>
            </a:r>
            <a:r>
              <a:rPr lang="zh-CN" altLang="en-US" sz="3200"/>
              <a:t>定型规则和演绎推理</a:t>
            </a:r>
            <a:endParaRPr lang="en-US" altLang="zh-CN" sz="3200"/>
          </a:p>
          <a:p>
            <a:pPr lvl="1">
              <a:lnSpc>
                <a:spcPct val="110000"/>
              </a:lnSpc>
            </a:pPr>
            <a:r>
              <a:rPr lang="en-US" altLang="zh-CN" sz="3200" b="1"/>
              <a:t>5.2.3</a:t>
            </a:r>
            <a:r>
              <a:rPr lang="en-US" altLang="zh-CN" sz="3200"/>
              <a:t> </a:t>
            </a:r>
            <a:r>
              <a:rPr lang="zh-CN" altLang="en-US" sz="3200"/>
              <a:t>类型检查和类型推断</a:t>
            </a:r>
            <a:endParaRPr lang="en-US" altLang="zh-CN" sz="32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5CC0A7-4B8F-816A-2408-5DA996DE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6496-8301-4BF0-B8BE-489431DFA814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6BF0D6-E7AE-554F-2093-DEEB81A8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5B113-8877-ED7D-8163-0BF5EE91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A4F7343C-600C-D28B-850C-A669F285F1E4}"/>
              </a:ext>
            </a:extLst>
          </p:cNvPr>
          <p:cNvSpPr/>
          <p:nvPr/>
        </p:nvSpPr>
        <p:spPr>
          <a:xfrm>
            <a:off x="4563288" y="3622591"/>
            <a:ext cx="611508" cy="546638"/>
          </a:xfrm>
          <a:prstGeom prst="star5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effectLst>
            <a:outerShdw blurRad="57150" dist="19050" dir="5400000" algn="ctr" rotWithShape="0">
              <a:schemeClr val="accent4">
                <a:lumMod val="50000"/>
                <a:alpha val="63000"/>
              </a:scheme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9FE25D3-1269-BA95-3151-707775B02024}"/>
              </a:ext>
            </a:extLst>
          </p:cNvPr>
          <p:cNvSpPr/>
          <p:nvPr/>
        </p:nvSpPr>
        <p:spPr>
          <a:xfrm>
            <a:off x="2367722" y="4859130"/>
            <a:ext cx="4412974" cy="1457740"/>
          </a:xfrm>
          <a:prstGeom prst="roundRect">
            <a:avLst>
              <a:gd name="adj" fmla="val 6970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D26605-4F1C-2E0F-FB85-EEB31C0EABD4}"/>
              </a:ext>
            </a:extLst>
          </p:cNvPr>
          <p:cNvSpPr txBox="1"/>
          <p:nvPr/>
        </p:nvSpPr>
        <p:spPr>
          <a:xfrm>
            <a:off x="2326987" y="2151392"/>
            <a:ext cx="6785263" cy="42473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int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a;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float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b;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char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c;</a:t>
            </a:r>
          </a:p>
          <a:p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 b="1" dirty="0" err="1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NodeType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endParaRPr lang="zh-CN" altLang="en-US" sz="1800" b="1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b="1" dirty="0" err="1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NodeType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AssignValue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x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float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y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z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 </a:t>
            </a:r>
          </a:p>
          <a:p>
            <a:r>
              <a:rPr lang="en-US" altLang="zh-CN" sz="1800" b="1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800" b="1" dirty="0" err="1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NodeType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A; </a:t>
            </a:r>
            <a:r>
              <a:rPr lang="en-US" altLang="zh-CN" sz="1800" b="1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A.a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x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 sz="1800" b="1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A.b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y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 sz="1800" b="1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A.c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800" b="1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z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A;</a:t>
            </a:r>
          </a:p>
          <a:p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sz="1800" b="1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main() {</a:t>
            </a:r>
          </a:p>
          <a:p>
            <a:r>
              <a:rPr lang="en-US" altLang="zh-CN" sz="1800" b="1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800" b="1" dirty="0" err="1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NodeType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 p;</a:t>
            </a:r>
          </a:p>
          <a:p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p = </a:t>
            </a:r>
            <a:r>
              <a:rPr lang="en-US" altLang="zh-CN" sz="1800" b="1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AssignValue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(3, 2.2, </a:t>
            </a:r>
            <a:r>
              <a:rPr lang="en-US" altLang="zh-CN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't');</a:t>
            </a:r>
            <a:endParaRPr lang="en-US" altLang="zh-CN" sz="1800" b="1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return</a:t>
            </a:r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0;</a:t>
            </a:r>
          </a:p>
          <a:p>
            <a:r>
              <a:rPr lang="en-US" altLang="zh-CN" sz="1800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6FE9A-5DC7-807D-686A-50A4488E58D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F7DAD5CB-7203-4A9F-AACC-BFB30592BD9D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9554B5-9283-DCA6-452F-A639A431568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8FFFC7-D886-9F1B-A816-E9019EB7A7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BAA7E7-C630-D5BC-7F7D-7227BB3A41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03300" y="36837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下面这段代码是否有错误？在编译还是运行的时候可以检查出来？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5BB86E-73E2-7E5A-DE2A-5D70CF8112E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46480" y="2198687"/>
            <a:ext cx="17576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284672-74E4-90D2-D894-A7BCCDECF9D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46480" y="3055937"/>
            <a:ext cx="17576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运行时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D87EED0-B789-6695-88E1-E7E6E8496FE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2105" y="22629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41CD17B-F448-2705-2876-D0EAE22EB75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2105" y="31202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EE6C50F-412D-3D1D-4A1D-3C6E4F75FFED}"/>
              </a:ext>
            </a:extLst>
          </p:cNvPr>
          <p:cNvSpPr/>
          <p:nvPr/>
        </p:nvSpPr>
        <p:spPr>
          <a:xfrm>
            <a:off x="2571173" y="5479650"/>
            <a:ext cx="4021282" cy="353290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528C42F-D0FA-0A73-0618-AD7A2E5A988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26745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6E9EAFA-6611-9DF8-7290-0AEFDD48586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369D2863-E1D1-8743-2E8F-02BDB637CD3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8C44953A-CAD5-720B-825F-23508794992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DD3B478E-B1BA-9B34-2972-EA8DAA9913F1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E4E90C0F-B162-41EF-555E-9F8C891ACFE2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3DF4BF50-E5A5-5CC9-39F7-245D3161F54B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16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93D4275-C4D9-4E9D-95E4-AE54BCFAA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5.1.1 </a:t>
            </a:r>
            <a:r>
              <a:rPr lang="zh-CN" altLang="en-US"/>
              <a:t>执行错误和安全语言</a:t>
            </a:r>
          </a:p>
        </p:txBody>
      </p:sp>
      <p:sp>
        <p:nvSpPr>
          <p:cNvPr id="811011" name="Rectangle 3">
            <a:extLst>
              <a:ext uri="{FF2B5EF4-FFF2-40B4-BE49-F238E27FC236}">
                <a16:creationId xmlns:a16="http://schemas.microsoft.com/office/drawing/2014/main" id="{9FBCD775-82E3-47FF-B92B-74CCBAEC2C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b="1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(1) </a:t>
            </a:r>
            <a:r>
              <a:rPr lang="zh-CN" altLang="en-US">
                <a:solidFill>
                  <a:srgbClr val="C00000"/>
                </a:solidFill>
              </a:rPr>
              <a:t>执行错误</a:t>
            </a:r>
            <a:r>
              <a:rPr lang="zh-CN" altLang="en-US"/>
              <a:t>（</a:t>
            </a:r>
            <a:r>
              <a:rPr lang="en-US" altLang="zh-CN" b="1" i="1"/>
              <a:t>execution error</a:t>
            </a:r>
            <a:r>
              <a:rPr lang="zh-CN" altLang="en-US"/>
              <a:t>） ：</a:t>
            </a:r>
          </a:p>
          <a:p>
            <a:pPr lvl="1" eaLnBrk="1" hangingPunct="1"/>
            <a:r>
              <a:rPr lang="zh-CN" altLang="en-US"/>
              <a:t>程序运行时出现的错误。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F47E9A-3A05-BC9A-C5AB-4F4828AF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13CD9-F633-43B3-82CE-8038072AAC66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76A80F-CE27-DD3D-8FCF-3CBB5B46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F1452D-6882-4C7D-A510-F4DED61F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0F7D7B5-0249-D942-949A-C9965EFAEC77}"/>
              </a:ext>
            </a:extLst>
          </p:cNvPr>
          <p:cNvSpPr/>
          <p:nvPr/>
        </p:nvSpPr>
        <p:spPr>
          <a:xfrm>
            <a:off x="1337193" y="1138990"/>
            <a:ext cx="6469614" cy="577516"/>
          </a:xfrm>
          <a:prstGeom prst="roundRect">
            <a:avLst>
              <a:gd name="adj" fmla="val 17545"/>
            </a:avLst>
          </a:prstGeom>
          <a:solidFill>
            <a:srgbClr val="C00000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rgbClr val="C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zh-CN" altLang="en-US" sz="2800"/>
              <a:t>本节介绍一些和程序运行有联系的概念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AAC28F-F807-74B5-B7B2-A914576EA05E}"/>
              </a:ext>
            </a:extLst>
          </p:cNvPr>
          <p:cNvSpPr txBox="1"/>
          <p:nvPr/>
        </p:nvSpPr>
        <p:spPr>
          <a:xfrm>
            <a:off x="347859" y="3087875"/>
            <a:ext cx="4133834" cy="2614174"/>
          </a:xfrm>
          <a:prstGeom prst="roundRect">
            <a:avLst>
              <a:gd name="adj" fmla="val 4976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defTabSz="914354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10000"/>
              </a:lnSpc>
            </a:pPr>
            <a:r>
              <a:rPr lang="zh-CN" altLang="en-US" sz="2400" b="0">
                <a:solidFill>
                  <a:schemeClr val="accent6">
                    <a:lumMod val="20000"/>
                    <a:lumOff val="80000"/>
                  </a:schemeClr>
                </a:solidFill>
              </a:rPr>
              <a:t>会被捕获的</a:t>
            </a:r>
            <a:r>
              <a:rPr lang="zh-CN" altLang="en-US" sz="2400" b="0">
                <a:solidFill>
                  <a:schemeClr val="tx1"/>
                </a:solidFill>
              </a:rPr>
              <a:t>错误</a:t>
            </a:r>
            <a:r>
              <a:rPr lang="zh-CN" altLang="en-US" sz="2400" b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400" i="1">
                <a:solidFill>
                  <a:schemeClr val="tx1"/>
                </a:solidFill>
              </a:rPr>
              <a:t>trapped error</a:t>
            </a:r>
            <a:r>
              <a:rPr lang="zh-CN" altLang="en-US" sz="2400" b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endParaRPr lang="en-US" altLang="zh-CN" sz="24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0">
                <a:solidFill>
                  <a:schemeClr val="tx1"/>
                </a:solidFill>
                <a:cs typeface="Times New Roman" panose="02020603050405020304" pitchFamily="18" charset="0"/>
              </a:rPr>
              <a:t>例：非法指令错误</a:t>
            </a:r>
            <a:endParaRPr lang="en-US" altLang="zh-CN" sz="24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0">
                <a:solidFill>
                  <a:schemeClr val="tx1"/>
                </a:solidFill>
                <a:cs typeface="Times New Roman" panose="02020603050405020304" pitchFamily="18" charset="0"/>
              </a:rPr>
              <a:t>例：非法内存访问</a:t>
            </a:r>
            <a:endParaRPr lang="en-US" altLang="zh-CN" sz="24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0">
                <a:solidFill>
                  <a:schemeClr val="tx1"/>
                </a:solidFill>
                <a:cs typeface="Times New Roman" panose="02020603050405020304" pitchFamily="18" charset="0"/>
              </a:rPr>
              <a:t>例：除数为零</a:t>
            </a:r>
            <a:endParaRPr lang="en-US" altLang="zh-CN" sz="24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r>
              <a:rPr lang="zh-CN" altLang="en-US" sz="2400" b="0">
                <a:solidFill>
                  <a:srgbClr val="C00000"/>
                </a:solidFill>
                <a:cs typeface="Times New Roman" panose="02020603050405020304" pitchFamily="18" charset="0"/>
              </a:rPr>
              <a:t>引起计算立即停止</a:t>
            </a:r>
          </a:p>
          <a:p>
            <a:pPr>
              <a:lnSpc>
                <a:spcPct val="110000"/>
              </a:lnSpc>
            </a:pPr>
            <a:endParaRPr lang="zh-CN" altLang="en-US" sz="28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7C5FA1-1A89-EE66-C808-CE730A80AFEE}"/>
              </a:ext>
            </a:extLst>
          </p:cNvPr>
          <p:cNvSpPr txBox="1"/>
          <p:nvPr/>
        </p:nvSpPr>
        <p:spPr>
          <a:xfrm>
            <a:off x="4662307" y="3087875"/>
            <a:ext cx="4133834" cy="3514139"/>
          </a:xfrm>
          <a:prstGeom prst="roundRect">
            <a:avLst>
              <a:gd name="adj" fmla="val 3984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defTabSz="914354">
              <a:lnSpc>
                <a:spcPct val="110000"/>
              </a:lnSpc>
              <a:defRPr sz="28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accent6">
                    <a:lumMod val="20000"/>
                    <a:lumOff val="80000"/>
                  </a:schemeClr>
                </a:solidFill>
              </a:rPr>
              <a:t>不会被捕获的</a:t>
            </a:r>
            <a:r>
              <a:rPr lang="zh-CN" altLang="en-US" sz="2400"/>
              <a:t>错误（</a:t>
            </a:r>
            <a:r>
              <a:rPr lang="en-US" altLang="zh-CN" sz="2400" b="1" i="1" err="1"/>
              <a:t>untrapped</a:t>
            </a:r>
            <a:r>
              <a:rPr lang="en-US" altLang="zh-CN" sz="2400" b="1" i="1"/>
              <a:t> error</a:t>
            </a:r>
            <a:r>
              <a:rPr lang="zh-CN" altLang="en-US" sz="2400"/>
              <a:t>）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例：下标变量的访问越过数组末端的数据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例：跳到一个错误的地址，该地址开始的内存正好代表一个指令序列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C00000"/>
                </a:solidFill>
              </a:rPr>
              <a:t>错误可能会有一段时间未引起注意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AA6ECF6-79D3-2010-CDDE-B8F54645A0C4}"/>
              </a:ext>
            </a:extLst>
          </p:cNvPr>
          <p:cNvCxnSpPr>
            <a:cxnSpLocks/>
          </p:cNvCxnSpPr>
          <p:nvPr/>
        </p:nvCxnSpPr>
        <p:spPr>
          <a:xfrm>
            <a:off x="508000" y="3562683"/>
            <a:ext cx="150795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E841921-67EC-6F42-F7DC-357F7995A7B0}"/>
              </a:ext>
            </a:extLst>
          </p:cNvPr>
          <p:cNvSpPr txBox="1"/>
          <p:nvPr/>
        </p:nvSpPr>
        <p:spPr>
          <a:xfrm>
            <a:off x="390874" y="3122828"/>
            <a:ext cx="1742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>
                <a:solidFill>
                  <a:srgbClr val="C00000"/>
                </a:solidFill>
              </a:rPr>
              <a:t>会被捕获的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37304D-0D23-6DF9-5323-7792A632B3EB}"/>
              </a:ext>
            </a:extLst>
          </p:cNvPr>
          <p:cNvSpPr txBox="1"/>
          <p:nvPr/>
        </p:nvSpPr>
        <p:spPr>
          <a:xfrm>
            <a:off x="4691278" y="3135807"/>
            <a:ext cx="20623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>
                <a:solidFill>
                  <a:srgbClr val="C00000"/>
                </a:solidFill>
              </a:rPr>
              <a:t>不会被捕获的</a:t>
            </a:r>
            <a:endParaRPr lang="zh-CN" altLang="en-US" sz="2200">
              <a:solidFill>
                <a:srgbClr val="C0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026B848-F670-4990-68F0-386486379AFA}"/>
              </a:ext>
            </a:extLst>
          </p:cNvPr>
          <p:cNvCxnSpPr>
            <a:cxnSpLocks/>
          </p:cNvCxnSpPr>
          <p:nvPr/>
        </p:nvCxnSpPr>
        <p:spPr>
          <a:xfrm>
            <a:off x="4793916" y="3530601"/>
            <a:ext cx="167105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93D4275-C4D9-4E9D-95E4-AE54BCFAA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5.1.1 </a:t>
            </a:r>
            <a:r>
              <a:rPr lang="zh-CN" altLang="en-US"/>
              <a:t>执行错误和安全语言</a:t>
            </a:r>
          </a:p>
        </p:txBody>
      </p:sp>
      <p:sp>
        <p:nvSpPr>
          <p:cNvPr id="811011" name="Rectangle 3">
            <a:extLst>
              <a:ext uri="{FF2B5EF4-FFF2-40B4-BE49-F238E27FC236}">
                <a16:creationId xmlns:a16="http://schemas.microsoft.com/office/drawing/2014/main" id="{9FBCD775-82E3-47FF-B92B-74CCBAEC2C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517816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(2) </a:t>
            </a:r>
            <a:r>
              <a:rPr lang="zh-CN" altLang="en-US" sz="3200">
                <a:solidFill>
                  <a:srgbClr val="C00000"/>
                </a:solidFill>
              </a:rPr>
              <a:t>良行为</a:t>
            </a:r>
            <a:r>
              <a:rPr lang="zh-CN" altLang="en-US" sz="3200"/>
              <a:t>（</a:t>
            </a:r>
            <a:r>
              <a:rPr lang="en-US" altLang="zh-CN" sz="3200" b="1" i="1"/>
              <a:t>well behaved</a:t>
            </a:r>
            <a:r>
              <a:rPr lang="zh-CN" altLang="en-US" sz="3200"/>
              <a:t>）的程序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一个程序的运行不可能引起</a:t>
            </a:r>
            <a:r>
              <a:rPr lang="zh-CN" altLang="en-US">
                <a:solidFill>
                  <a:schemeClr val="bg1"/>
                </a:solidFill>
              </a:rPr>
              <a:t>不会被捕获的</a:t>
            </a:r>
            <a:r>
              <a:rPr lang="zh-CN" altLang="en-US"/>
              <a:t>错误，则称它是良行为的。</a:t>
            </a:r>
            <a:endParaRPr lang="en-US" altLang="zh-CN"/>
          </a:p>
          <a:p>
            <a:r>
              <a:rPr lang="en-US" altLang="zh-CN" b="1">
                <a:solidFill>
                  <a:srgbClr val="C00000"/>
                </a:solidFill>
              </a:rPr>
              <a:t>(3) </a:t>
            </a:r>
            <a:r>
              <a:rPr lang="zh-CN" altLang="en-US">
                <a:solidFill>
                  <a:srgbClr val="C00000"/>
                </a:solidFill>
              </a:rPr>
              <a:t>安全语言</a:t>
            </a:r>
            <a:r>
              <a:rPr lang="zh-CN" altLang="en-US"/>
              <a:t>（</a:t>
            </a:r>
            <a:r>
              <a:rPr lang="en-US" altLang="zh-CN" b="1" i="1"/>
              <a:t>safe language</a:t>
            </a:r>
            <a:r>
              <a:rPr lang="zh-CN" altLang="en-US"/>
              <a:t>）：</a:t>
            </a: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任何合法程序都是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良行为</a:t>
            </a:r>
            <a:r>
              <a:rPr lang="zh-CN" altLang="en-US">
                <a:latin typeface="宋体" panose="02010600030101010101" pitchFamily="2" charset="-122"/>
              </a:rPr>
              <a:t>的语言</a:t>
            </a:r>
            <a:endParaRPr lang="en-US" altLang="zh-CN">
              <a:latin typeface="宋体" panose="02010600030101010101" pitchFamily="2" charset="-122"/>
            </a:endParaRPr>
          </a:p>
          <a:p>
            <a:pPr lvl="1"/>
            <a:r>
              <a:rPr lang="zh-CN" altLang="en-US">
                <a:solidFill>
                  <a:schemeClr val="accent1"/>
                </a:solidFill>
                <a:cs typeface="Times New Roman" panose="02020603050405020304" pitchFamily="18" charset="0"/>
              </a:rPr>
              <a:t>如何实现？</a:t>
            </a:r>
            <a:r>
              <a:rPr lang="zh-CN" altLang="en-US">
                <a:cs typeface="Times New Roman" panose="02020603050405020304" pitchFamily="18" charset="0"/>
              </a:rPr>
              <a:t>可以设计一个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类型系统</a:t>
            </a:r>
            <a:r>
              <a:rPr lang="zh-CN" altLang="en-US">
                <a:cs typeface="Times New Roman" panose="02020603050405020304" pitchFamily="18" charset="0"/>
              </a:rPr>
              <a:t>，通过静态、动态检查来拒绝一切有不会被捕获错误的程序。</a:t>
            </a:r>
          </a:p>
          <a:p>
            <a:pPr marL="457200" lvl="1" indent="0">
              <a:buNone/>
            </a:pP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F47E9A-3A05-BC9A-C5AB-4F4828AF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13CD9-F633-43B3-82CE-8038072AAC66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76A80F-CE27-DD3D-8FCF-3CBB5B46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F1452D-6882-4C7D-A510-F4DED61F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0BDAC4-D669-7BF8-5ADC-B133BCF90A6D}"/>
              </a:ext>
            </a:extLst>
          </p:cNvPr>
          <p:cNvCxnSpPr>
            <a:cxnSpLocks/>
          </p:cNvCxnSpPr>
          <p:nvPr/>
        </p:nvCxnSpPr>
        <p:spPr>
          <a:xfrm>
            <a:off x="5729705" y="2306054"/>
            <a:ext cx="20771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CAE8455-F896-D316-1D9E-58C0E1F185E9}"/>
              </a:ext>
            </a:extLst>
          </p:cNvPr>
          <p:cNvSpPr txBox="1"/>
          <p:nvPr/>
        </p:nvSpPr>
        <p:spPr>
          <a:xfrm>
            <a:off x="5571263" y="1832389"/>
            <a:ext cx="23939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>
                <a:solidFill>
                  <a:srgbClr val="C00000"/>
                </a:solidFill>
              </a:rPr>
              <a:t>不会被捕获的</a:t>
            </a:r>
            <a:endParaRPr lang="zh-CN" altLang="en-US" sz="2800">
              <a:solidFill>
                <a:srgbClr val="C0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DB39F4C-2E1B-64CF-9BC9-107777E844B6}"/>
              </a:ext>
            </a:extLst>
          </p:cNvPr>
          <p:cNvCxnSpPr>
            <a:cxnSpLocks/>
          </p:cNvCxnSpPr>
          <p:nvPr/>
        </p:nvCxnSpPr>
        <p:spPr>
          <a:xfrm>
            <a:off x="4283242" y="3837503"/>
            <a:ext cx="101065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6D83216-185A-90C5-115E-225C2C87CAF5}"/>
              </a:ext>
            </a:extLst>
          </p:cNvPr>
          <p:cNvSpPr txBox="1"/>
          <p:nvPr/>
        </p:nvSpPr>
        <p:spPr>
          <a:xfrm>
            <a:off x="4147873" y="3346146"/>
            <a:ext cx="1281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良行为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446FD02-A9CB-CBC6-6258-A083A6F42B56}"/>
              </a:ext>
            </a:extLst>
          </p:cNvPr>
          <p:cNvCxnSpPr>
            <a:cxnSpLocks/>
          </p:cNvCxnSpPr>
          <p:nvPr/>
        </p:nvCxnSpPr>
        <p:spPr>
          <a:xfrm>
            <a:off x="5323305" y="4328480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1185B8B-1E85-26B8-0EA5-2EA6C12CA166}"/>
              </a:ext>
            </a:extLst>
          </p:cNvPr>
          <p:cNvSpPr txBox="1"/>
          <p:nvPr/>
        </p:nvSpPr>
        <p:spPr>
          <a:xfrm>
            <a:off x="5215150" y="3848007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类型系统</a:t>
            </a:r>
          </a:p>
        </p:txBody>
      </p:sp>
    </p:spTree>
    <p:extLst>
      <p:ext uri="{BB962C8B-B14F-4D97-AF65-F5344CB8AC3E}">
        <p14:creationId xmlns:p14="http://schemas.microsoft.com/office/powerpoint/2010/main" val="272453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29A039C-ECB3-413C-82C5-08B582DB9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ECE88AD-6DE7-4297-9116-EECABB5AAD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(1) </a:t>
            </a:r>
            <a:r>
              <a:rPr lang="zh-CN" altLang="en-US"/>
              <a:t>何为</a:t>
            </a:r>
            <a:r>
              <a:rPr lang="zh-CN" altLang="en-US">
                <a:solidFill>
                  <a:srgbClr val="C00000"/>
                </a:solidFill>
              </a:rPr>
              <a:t>变量的“类型”</a:t>
            </a:r>
            <a:r>
              <a:rPr lang="zh-CN" altLang="en-US"/>
              <a:t>？</a:t>
            </a:r>
            <a:endParaRPr lang="en-US" altLang="zh-CN">
              <a:latin typeface="宋体" panose="02010600030101010101" pitchFamily="2" charset="-122"/>
            </a:endParaRPr>
          </a:p>
          <a:p>
            <a:pPr lvl="1"/>
            <a:r>
              <a:rPr lang="zh-CN" altLang="en-US"/>
              <a:t>变量在程序执行期间的</a:t>
            </a:r>
            <a:r>
              <a:rPr lang="zh-CN" altLang="en-US">
                <a:solidFill>
                  <a:schemeClr val="bg1"/>
                </a:solidFill>
              </a:rPr>
              <a:t>取值范围</a:t>
            </a:r>
            <a:endParaRPr lang="en-US" altLang="zh-CN">
              <a:solidFill>
                <a:schemeClr val="bg1"/>
              </a:solidFill>
            </a:endParaRPr>
          </a:p>
          <a:p>
            <a:pPr lvl="1"/>
            <a:r>
              <a:rPr lang="zh-CN" altLang="en-US"/>
              <a:t>例：</a:t>
            </a:r>
            <a:r>
              <a:rPr lang="en-US" altLang="zh-CN" b="1" i="1"/>
              <a:t>bool x</a:t>
            </a:r>
            <a:r>
              <a:rPr lang="zh-CN" altLang="en-US">
                <a:latin typeface="宋体" panose="02010600030101010101" pitchFamily="2" charset="-122"/>
              </a:rPr>
              <a:t>运行时只能是布尔值</a:t>
            </a:r>
            <a:r>
              <a:rPr lang="zh-CN" altLang="en-US"/>
              <a:t>，</a:t>
            </a:r>
            <a:r>
              <a:rPr lang="en-US" altLang="zh-CN" b="1" i="1"/>
              <a:t>not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)</a:t>
            </a:r>
            <a:r>
              <a:rPr lang="zh-CN" altLang="en-US">
                <a:latin typeface="宋体" panose="02010600030101010101" pitchFamily="2" charset="-122"/>
              </a:rPr>
              <a:t>函数接受</a:t>
            </a:r>
            <a:r>
              <a:rPr lang="en-US" altLang="zh-CN" b="1" i="1"/>
              <a:t>bool</a:t>
            </a:r>
            <a:r>
              <a:rPr lang="zh-CN" altLang="en-US">
                <a:latin typeface="宋体" panose="02010600030101010101" pitchFamily="2" charset="-122"/>
              </a:rPr>
              <a:t>类型的参数，返回值也是</a:t>
            </a:r>
            <a:r>
              <a:rPr lang="en-US" altLang="zh-CN" b="1" i="1"/>
              <a:t>bool</a:t>
            </a:r>
            <a:r>
              <a:rPr lang="zh-CN" altLang="en-US">
                <a:latin typeface="宋体" panose="02010600030101010101" pitchFamily="2" charset="-122"/>
              </a:rPr>
              <a:t>类型</a:t>
            </a:r>
            <a:endParaRPr lang="zh-CN" altLang="en-US"/>
          </a:p>
          <a:p>
            <a:r>
              <a:rPr lang="en-US" altLang="zh-CN" b="1">
                <a:solidFill>
                  <a:srgbClr val="C00000"/>
                </a:solidFill>
              </a:rPr>
              <a:t>(2) </a:t>
            </a:r>
            <a:r>
              <a:rPr lang="zh-CN" altLang="en-US">
                <a:solidFill>
                  <a:srgbClr val="C00000"/>
                </a:solidFill>
              </a:rPr>
              <a:t>类型化的语言</a:t>
            </a:r>
            <a:r>
              <a:rPr lang="zh-CN" altLang="en-US"/>
              <a:t>（</a:t>
            </a:r>
            <a:r>
              <a:rPr lang="en-US" altLang="zh-CN" b="1" i="1"/>
              <a:t>typed language</a:t>
            </a:r>
            <a:r>
              <a:rPr lang="zh-CN" altLang="en-US"/>
              <a:t>）</a:t>
            </a:r>
            <a:endParaRPr lang="zh-CN" altLang="en-US">
              <a:latin typeface="宋体" panose="02010600030101010101" pitchFamily="2" charset="-122"/>
            </a:endParaRP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为其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每种运算</a:t>
            </a:r>
            <a:r>
              <a:rPr lang="zh-CN" altLang="en-US">
                <a:latin typeface="宋体" panose="02010600030101010101" pitchFamily="2" charset="-122"/>
              </a:rPr>
              <a:t>都定义了各个运算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对象</a:t>
            </a:r>
            <a:r>
              <a:rPr lang="zh-CN" altLang="en-US">
                <a:latin typeface="宋体" panose="02010600030101010101" pitchFamily="2" charset="-122"/>
              </a:rPr>
              <a:t>和运算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结果</a:t>
            </a:r>
            <a:r>
              <a:rPr lang="zh-CN" altLang="en-US">
                <a:latin typeface="宋体" panose="02010600030101010101" pitchFamily="2" charset="-122"/>
              </a:rPr>
              <a:t>所允许类型的语言</a:t>
            </a:r>
            <a:endParaRPr lang="en-US" altLang="zh-CN">
              <a:latin typeface="宋体" panose="02010600030101010101" pitchFamily="2" charset="-122"/>
            </a:endParaRP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例如：</a:t>
            </a:r>
            <a:r>
              <a:rPr lang="en-US" altLang="zh-CN" b="1"/>
              <a:t>Java</a:t>
            </a:r>
            <a:r>
              <a:rPr lang="zh-CN" altLang="en-US">
                <a:latin typeface="宋体" panose="02010600030101010101" pitchFamily="2" charset="-122"/>
              </a:rPr>
              <a:t>语言</a:t>
            </a: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F3C44E-C24A-D756-1788-0EA51CAB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FA3-3738-407F-8352-F6A825808A0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A77F0B-D3FB-130E-E5CF-D3299B8A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A4A1F-EC7E-768A-DB04-A0A289AA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A82D27-137D-A1D0-831F-23F247660AEE}"/>
              </a:ext>
            </a:extLst>
          </p:cNvPr>
          <p:cNvCxnSpPr>
            <a:cxnSpLocks/>
          </p:cNvCxnSpPr>
          <p:nvPr/>
        </p:nvCxnSpPr>
        <p:spPr>
          <a:xfrm>
            <a:off x="5002463" y="2269743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18FF69F-DB16-B62F-E74B-84D5229A3230}"/>
              </a:ext>
            </a:extLst>
          </p:cNvPr>
          <p:cNvSpPr txBox="1"/>
          <p:nvPr/>
        </p:nvSpPr>
        <p:spPr>
          <a:xfrm>
            <a:off x="4894308" y="1789270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取值范围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E5D1C9C-8D6E-A37C-ECA0-6F60A917FDC8}"/>
              </a:ext>
            </a:extLst>
          </p:cNvPr>
          <p:cNvCxnSpPr>
            <a:cxnSpLocks/>
          </p:cNvCxnSpPr>
          <p:nvPr/>
        </p:nvCxnSpPr>
        <p:spPr>
          <a:xfrm>
            <a:off x="2122905" y="4322369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52BF661-F7BE-81ED-A4F6-01DFF04FEB56}"/>
              </a:ext>
            </a:extLst>
          </p:cNvPr>
          <p:cNvSpPr txBox="1"/>
          <p:nvPr/>
        </p:nvSpPr>
        <p:spPr>
          <a:xfrm>
            <a:off x="2014750" y="3841896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每种运算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5A3C532-3EF5-7DE1-8EFF-15A248019546}"/>
              </a:ext>
            </a:extLst>
          </p:cNvPr>
          <p:cNvCxnSpPr>
            <a:cxnSpLocks/>
          </p:cNvCxnSpPr>
          <p:nvPr/>
        </p:nvCxnSpPr>
        <p:spPr>
          <a:xfrm>
            <a:off x="6350604" y="4322369"/>
            <a:ext cx="78071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77AFA4C-24A8-FF3E-B2CE-25F9520D7D44}"/>
              </a:ext>
            </a:extLst>
          </p:cNvPr>
          <p:cNvSpPr txBox="1"/>
          <p:nvPr/>
        </p:nvSpPr>
        <p:spPr>
          <a:xfrm>
            <a:off x="6253747" y="3841896"/>
            <a:ext cx="974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对象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907AA54-0E86-DAED-344B-91FFE07472D0}"/>
              </a:ext>
            </a:extLst>
          </p:cNvPr>
          <p:cNvCxnSpPr>
            <a:cxnSpLocks/>
          </p:cNvCxnSpPr>
          <p:nvPr/>
        </p:nvCxnSpPr>
        <p:spPr>
          <a:xfrm>
            <a:off x="1363411" y="4729751"/>
            <a:ext cx="78071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000FE2A-8E54-28AD-B6B5-7EBBC87AF58B}"/>
              </a:ext>
            </a:extLst>
          </p:cNvPr>
          <p:cNvSpPr txBox="1"/>
          <p:nvPr/>
        </p:nvSpPr>
        <p:spPr>
          <a:xfrm>
            <a:off x="1266554" y="4249278"/>
            <a:ext cx="974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结果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B27579E-3F3C-F594-6205-E2B2A6DF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463" y="4442681"/>
            <a:ext cx="4060912" cy="211192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29A039C-ECB3-413C-82C5-08B582DB9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ECE88AD-6DE7-4297-9116-EECABB5AAD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421563"/>
          </a:xfrm>
        </p:spPr>
        <p:txBody>
          <a:bodyPr/>
          <a:lstStyle/>
          <a:p>
            <a:pPr eaLnBrk="1" hangingPunct="1"/>
            <a:r>
              <a:rPr lang="en-US" altLang="zh-CN" b="1"/>
              <a:t>(3) </a:t>
            </a:r>
            <a:r>
              <a:rPr lang="zh-CN" altLang="en-US"/>
              <a:t>两种类型化语言</a:t>
            </a:r>
            <a:endParaRPr lang="en-US" altLang="zh-CN"/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  <a:p>
            <a:r>
              <a:rPr lang="en-US" altLang="zh-CN" b="1"/>
              <a:t>(4) </a:t>
            </a:r>
            <a:r>
              <a:rPr lang="zh-CN" altLang="en-US"/>
              <a:t>无类型语言</a:t>
            </a:r>
            <a:endParaRPr lang="en-US" altLang="zh-CN"/>
          </a:p>
          <a:p>
            <a:pPr lvl="1"/>
            <a:r>
              <a:rPr lang="zh-CN" altLang="en-US"/>
              <a:t>不限制变量的</a:t>
            </a:r>
            <a:r>
              <a:rPr lang="zh-CN" altLang="en-US">
                <a:solidFill>
                  <a:schemeClr val="bg1"/>
                </a:solidFill>
              </a:rPr>
              <a:t>取值范围</a:t>
            </a:r>
            <a:r>
              <a:rPr lang="zh-CN" altLang="en-US"/>
              <a:t>，运算可以作用于任何运算对象，结果可能未知。</a:t>
            </a:r>
            <a:endParaRPr lang="en-US" altLang="zh-CN"/>
          </a:p>
          <a:p>
            <a:pPr lvl="1"/>
            <a:r>
              <a:rPr lang="zh-CN" altLang="en-US"/>
              <a:t>汇编语言是</a:t>
            </a:r>
            <a:r>
              <a:rPr lang="zh-CN" altLang="en-US">
                <a:solidFill>
                  <a:schemeClr val="bg1"/>
                </a:solidFill>
              </a:rPr>
              <a:t>无类型</a:t>
            </a:r>
            <a:r>
              <a:rPr lang="en-US" altLang="zh-CN"/>
              <a:t>(</a:t>
            </a:r>
            <a:r>
              <a:rPr lang="zh-CN" altLang="en-US"/>
              <a:t>无类型</a:t>
            </a:r>
            <a:r>
              <a:rPr lang="en-US" altLang="zh-CN"/>
              <a:t>/</a:t>
            </a:r>
            <a:r>
              <a:rPr lang="zh-CN" altLang="en-US"/>
              <a:t>有类型</a:t>
            </a:r>
            <a:r>
              <a:rPr lang="en-US" altLang="zh-CN"/>
              <a:t>)</a:t>
            </a:r>
            <a:r>
              <a:rPr lang="zh-CN" altLang="en-US"/>
              <a:t>语言</a:t>
            </a:r>
            <a:endParaRPr lang="en-US" altLang="zh-CN"/>
          </a:p>
          <a:p>
            <a:pPr eaLnBrk="1" hangingPunct="1"/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F3C44E-C24A-D756-1788-0EA51CAB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FA3-3738-407F-8352-F6A825808A0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A77F0B-D3FB-130E-E5CF-D3299B8A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A4A1F-EC7E-768A-DB04-A0A289AA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69942D-52D0-16F6-EAD7-5B910A037327}"/>
              </a:ext>
            </a:extLst>
          </p:cNvPr>
          <p:cNvSpPr txBox="1"/>
          <p:nvPr/>
        </p:nvSpPr>
        <p:spPr>
          <a:xfrm>
            <a:off x="355576" y="1863335"/>
            <a:ext cx="4133834" cy="2398525"/>
          </a:xfrm>
          <a:prstGeom prst="roundRect">
            <a:avLst>
              <a:gd name="adj" fmla="val 4976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defTabSz="914354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2800" b="0">
                <a:solidFill>
                  <a:schemeClr val="accent6">
                    <a:lumMod val="20000"/>
                    <a:lumOff val="80000"/>
                  </a:schemeClr>
                </a:solidFill>
              </a:rPr>
              <a:t>显式类型化</a:t>
            </a:r>
            <a:r>
              <a:rPr lang="zh-CN" altLang="en-US" sz="2800" b="0">
                <a:solidFill>
                  <a:schemeClr val="tx1"/>
                </a:solidFill>
              </a:rPr>
              <a:t>语言（</a:t>
            </a:r>
            <a:r>
              <a:rPr lang="en-US" altLang="zh-CN" sz="2800" i="1">
                <a:solidFill>
                  <a:schemeClr val="tx1"/>
                </a:solidFill>
              </a:rPr>
              <a:t>explicitly typed</a:t>
            </a:r>
            <a:r>
              <a:rPr lang="zh-CN" altLang="en-US" sz="2800" b="0">
                <a:solidFill>
                  <a:schemeClr val="tx1"/>
                </a:solidFill>
              </a:rPr>
              <a:t>）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0">
                <a:solidFill>
                  <a:schemeClr val="tx1"/>
                </a:solidFill>
                <a:cs typeface="Times New Roman" panose="02020603050405020304" pitchFamily="18" charset="0"/>
              </a:rPr>
              <a:t>函数和变量的类型必须显式声明</a:t>
            </a:r>
            <a:endParaRPr lang="en-US" altLang="zh-CN" sz="28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sz="2800">
                <a:solidFill>
                  <a:schemeClr val="tx1"/>
                </a:solidFill>
              </a:rPr>
              <a:t>Java</a:t>
            </a:r>
            <a:r>
              <a:rPr lang="zh-CN" altLang="en-US" sz="2800">
                <a:solidFill>
                  <a:schemeClr val="tx1"/>
                </a:solidFill>
              </a:rPr>
              <a:t>，</a:t>
            </a:r>
            <a:r>
              <a:rPr lang="en-US" altLang="zh-CN" sz="2800">
                <a:solidFill>
                  <a:schemeClr val="tx1"/>
                </a:solidFill>
              </a:rPr>
              <a:t>C++</a:t>
            </a:r>
            <a:endParaRPr lang="zh-CN" altLang="en-US" sz="28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784997-861D-74A1-BE80-B358EB622B48}"/>
              </a:ext>
            </a:extLst>
          </p:cNvPr>
          <p:cNvSpPr txBox="1"/>
          <p:nvPr/>
        </p:nvSpPr>
        <p:spPr>
          <a:xfrm>
            <a:off x="4670024" y="1863335"/>
            <a:ext cx="4133834" cy="2398525"/>
          </a:xfrm>
          <a:prstGeom prst="roundRect">
            <a:avLst>
              <a:gd name="adj" fmla="val 3984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defTabSz="914354">
              <a:lnSpc>
                <a:spcPct val="110000"/>
              </a:lnSpc>
              <a:defRPr sz="28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隐式类型化</a:t>
            </a:r>
            <a:r>
              <a:rPr lang="zh-CN" altLang="en-US"/>
              <a:t>语言（</a:t>
            </a:r>
            <a:r>
              <a:rPr lang="en-US" altLang="zh-CN" b="1" i="1"/>
              <a:t>implicitly typed</a:t>
            </a:r>
            <a:r>
              <a:rPr lang="zh-CN" altLang="en-US"/>
              <a:t>）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</a:rPr>
              <a:t>类型声明可忽略，但系统会自动分配类型</a:t>
            </a:r>
            <a:endParaRPr lang="en-US" altLang="zh-CN">
              <a:latin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</a:rPr>
              <a:t>例：</a:t>
            </a:r>
            <a:r>
              <a:rPr lang="en-US" altLang="zh-CN" b="1"/>
              <a:t>ML</a:t>
            </a:r>
            <a:r>
              <a:rPr lang="zh-CN" altLang="en-US" b="1"/>
              <a:t>，</a:t>
            </a:r>
            <a:r>
              <a:rPr lang="en-US" altLang="zh-CN" b="1"/>
              <a:t>Haskell</a:t>
            </a:r>
            <a:endParaRPr lang="zh-CN" altLang="en-US" b="1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C2E4D71-78B7-A065-4409-DFB80CFB6B36}"/>
              </a:ext>
            </a:extLst>
          </p:cNvPr>
          <p:cNvCxnSpPr>
            <a:cxnSpLocks/>
          </p:cNvCxnSpPr>
          <p:nvPr/>
        </p:nvCxnSpPr>
        <p:spPr>
          <a:xfrm>
            <a:off x="472938" y="2402728"/>
            <a:ext cx="18074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FA793DF-C3C2-F46A-E573-8E65B53EE961}"/>
              </a:ext>
            </a:extLst>
          </p:cNvPr>
          <p:cNvSpPr txBox="1"/>
          <p:nvPr/>
        </p:nvSpPr>
        <p:spPr>
          <a:xfrm>
            <a:off x="398590" y="1914329"/>
            <a:ext cx="2136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>
                <a:solidFill>
                  <a:srgbClr val="C00000"/>
                </a:solidFill>
              </a:rPr>
              <a:t>显式类型化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992F5F-23F3-A70E-173A-AA7BFDA1CEA7}"/>
              </a:ext>
            </a:extLst>
          </p:cNvPr>
          <p:cNvSpPr txBox="1"/>
          <p:nvPr/>
        </p:nvSpPr>
        <p:spPr>
          <a:xfrm>
            <a:off x="4727186" y="1914329"/>
            <a:ext cx="20623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>
                <a:solidFill>
                  <a:srgbClr val="C00000"/>
                </a:solidFill>
              </a:rPr>
              <a:t>隐式类型化</a:t>
            </a:r>
            <a:endParaRPr lang="zh-CN" altLang="en-US" sz="2800">
              <a:solidFill>
                <a:srgbClr val="C0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0A52BEE-64CF-5957-E91A-B9D0BF86B16C}"/>
              </a:ext>
            </a:extLst>
          </p:cNvPr>
          <p:cNvCxnSpPr>
            <a:cxnSpLocks/>
          </p:cNvCxnSpPr>
          <p:nvPr/>
        </p:nvCxnSpPr>
        <p:spPr>
          <a:xfrm>
            <a:off x="4815336" y="2402728"/>
            <a:ext cx="176429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EA8D632-1F17-7BD8-43D6-5512931DB870}"/>
              </a:ext>
            </a:extLst>
          </p:cNvPr>
          <p:cNvCxnSpPr>
            <a:cxnSpLocks/>
          </p:cNvCxnSpPr>
          <p:nvPr/>
        </p:nvCxnSpPr>
        <p:spPr>
          <a:xfrm>
            <a:off x="3553326" y="5348368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2C89D19-C12A-B4AD-61D4-9A80F90CC4A1}"/>
              </a:ext>
            </a:extLst>
          </p:cNvPr>
          <p:cNvSpPr txBox="1"/>
          <p:nvPr/>
        </p:nvSpPr>
        <p:spPr>
          <a:xfrm>
            <a:off x="3445171" y="4867895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取值范围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0EDB2D4-EF8D-F9BC-3468-E41F38E9EAAD}"/>
              </a:ext>
            </a:extLst>
          </p:cNvPr>
          <p:cNvCxnSpPr>
            <a:cxnSpLocks/>
          </p:cNvCxnSpPr>
          <p:nvPr/>
        </p:nvCxnSpPr>
        <p:spPr>
          <a:xfrm>
            <a:off x="3191934" y="6253852"/>
            <a:ext cx="10859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7F7B23C-8F33-4802-79D2-68E60693AAB9}"/>
              </a:ext>
            </a:extLst>
          </p:cNvPr>
          <p:cNvSpPr txBox="1"/>
          <p:nvPr/>
        </p:nvSpPr>
        <p:spPr>
          <a:xfrm>
            <a:off x="3083779" y="5773379"/>
            <a:ext cx="1285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无类型</a:t>
            </a:r>
          </a:p>
        </p:txBody>
      </p:sp>
    </p:spTree>
    <p:extLst>
      <p:ext uri="{BB962C8B-B14F-4D97-AF65-F5344CB8AC3E}">
        <p14:creationId xmlns:p14="http://schemas.microsoft.com/office/powerpoint/2010/main" val="350543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/>
      <p:bldP spid="17" grpId="0"/>
      <p:bldP spid="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F400DDA-AAC8-472F-9468-A0AF16181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820227" name="Rectangle 3">
            <a:extLst>
              <a:ext uri="{FF2B5EF4-FFF2-40B4-BE49-F238E27FC236}">
                <a16:creationId xmlns:a16="http://schemas.microsoft.com/office/drawing/2014/main" id="{0AF8D4CB-BBBD-40F0-89E6-BD0F002DF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b="1"/>
              <a:t>(5)</a:t>
            </a:r>
            <a:r>
              <a:rPr lang="en-US" altLang="zh-CN"/>
              <a:t> </a:t>
            </a:r>
            <a:r>
              <a:rPr lang="zh-CN" altLang="en-US"/>
              <a:t>类型化语言的</a:t>
            </a:r>
            <a:r>
              <a:rPr lang="zh-CN" altLang="en-US">
                <a:solidFill>
                  <a:srgbClr val="C00000"/>
                </a:solidFill>
              </a:rPr>
              <a:t>类型系统</a:t>
            </a:r>
            <a:r>
              <a:rPr lang="zh-CN" altLang="en-US"/>
              <a:t>（</a:t>
            </a:r>
            <a:r>
              <a:rPr lang="en-US" altLang="zh-CN" b="1" i="1"/>
              <a:t>type system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语言的组成部分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由一组</a:t>
            </a:r>
            <a:r>
              <a:rPr lang="zh-CN" altLang="en-US">
                <a:solidFill>
                  <a:schemeClr val="bg1"/>
                </a:solidFill>
              </a:rPr>
              <a:t>定型规则</a:t>
            </a:r>
            <a:r>
              <a:rPr lang="zh-CN" altLang="en-US" b="1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typing rule</a:t>
            </a:r>
            <a:r>
              <a:rPr lang="zh-CN" altLang="en-US" b="1">
                <a:latin typeface="宋体" panose="02010600030101010101" pitchFamily="2" charset="-122"/>
              </a:rPr>
              <a:t>）</a:t>
            </a:r>
            <a:r>
              <a:rPr lang="zh-CN" altLang="en-US">
                <a:latin typeface="宋体" panose="02010600030101010101" pitchFamily="2" charset="-122"/>
              </a:rPr>
              <a:t>构成，这组规则用来给各种语言构造指派类型</a:t>
            </a:r>
          </a:p>
          <a:p>
            <a:pPr eaLnBrk="1" hangingPunct="1"/>
            <a:r>
              <a:rPr lang="en-US" altLang="zh-CN" b="1"/>
              <a:t>(6) </a:t>
            </a:r>
            <a:r>
              <a:rPr lang="zh-CN" altLang="en-US">
                <a:latin typeface="宋体" panose="02010600030101010101" pitchFamily="2" charset="-122"/>
              </a:rPr>
              <a:t>编译器基于语言的类型系统对程序进行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类型检查</a:t>
            </a: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type checking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即根据定型规则来确定程序中各语法构造的类型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目的是拒绝那些有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类型错误</a:t>
            </a:r>
            <a:r>
              <a:rPr lang="zh-CN" altLang="en-US">
                <a:latin typeface="宋体" panose="02010600030101010101" pitchFamily="2" charset="-122"/>
              </a:rPr>
              <a:t>的程序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00AE18-F908-EBE6-E37F-92E7A660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CA09-914C-4A99-A833-F3A8A99CCDD6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7F89A2-4E52-F986-DE50-C8C40A82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44A3A-4EBB-4A47-9FBD-19EF3DC3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B4E09C8-B547-CDA7-27BC-2C61E58F1063}"/>
              </a:ext>
            </a:extLst>
          </p:cNvPr>
          <p:cNvCxnSpPr>
            <a:cxnSpLocks/>
          </p:cNvCxnSpPr>
          <p:nvPr/>
        </p:nvCxnSpPr>
        <p:spPr>
          <a:xfrm>
            <a:off x="5227052" y="2269743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5631F1D-6A71-014F-E9DB-7A55D2F60468}"/>
              </a:ext>
            </a:extLst>
          </p:cNvPr>
          <p:cNvSpPr txBox="1"/>
          <p:nvPr/>
        </p:nvSpPr>
        <p:spPr>
          <a:xfrm>
            <a:off x="5118897" y="1789270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定型规则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04706B6-E049-F2A7-3AB6-783118BB2A27}"/>
              </a:ext>
            </a:extLst>
          </p:cNvPr>
          <p:cNvCxnSpPr>
            <a:cxnSpLocks/>
          </p:cNvCxnSpPr>
          <p:nvPr/>
        </p:nvCxnSpPr>
        <p:spPr>
          <a:xfrm>
            <a:off x="1441118" y="4237572"/>
            <a:ext cx="17018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DA064D1-BE43-3639-A7FD-4431F5259EE0}"/>
              </a:ext>
            </a:extLst>
          </p:cNvPr>
          <p:cNvSpPr txBox="1"/>
          <p:nvPr/>
        </p:nvSpPr>
        <p:spPr>
          <a:xfrm>
            <a:off x="1332963" y="3703629"/>
            <a:ext cx="2035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</a:rPr>
              <a:t>类型检查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BF70E2F-F2E4-69A1-A7D3-5A5801EEB918}"/>
              </a:ext>
            </a:extLst>
          </p:cNvPr>
          <p:cNvCxnSpPr>
            <a:cxnSpLocks/>
          </p:cNvCxnSpPr>
          <p:nvPr/>
        </p:nvCxnSpPr>
        <p:spPr>
          <a:xfrm>
            <a:off x="4272547" y="5662648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9CB1B53-93D1-0792-A640-7C5B6ADAA216}"/>
              </a:ext>
            </a:extLst>
          </p:cNvPr>
          <p:cNvSpPr txBox="1"/>
          <p:nvPr/>
        </p:nvSpPr>
        <p:spPr>
          <a:xfrm>
            <a:off x="4164392" y="5182175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类型错误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E0306C8-4F8C-4ED0-B1D8-B5B7FF430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821251" name="Rectangle 3">
            <a:extLst>
              <a:ext uri="{FF2B5EF4-FFF2-40B4-BE49-F238E27FC236}">
                <a16:creationId xmlns:a16="http://schemas.microsoft.com/office/drawing/2014/main" id="{AC44C097-4A0F-47B7-BABB-DE2E7AFF9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(6) </a:t>
            </a:r>
            <a:r>
              <a:rPr lang="zh-CN" altLang="en-US">
                <a:solidFill>
                  <a:srgbClr val="C00000"/>
                </a:solidFill>
              </a:rPr>
              <a:t>良类型</a:t>
            </a:r>
            <a:r>
              <a:rPr lang="zh-CN" altLang="en-US"/>
              <a:t>的（</a:t>
            </a:r>
            <a:r>
              <a:rPr lang="en-US" altLang="zh-CN" b="1" i="1"/>
              <a:t>well typed</a:t>
            </a:r>
            <a:r>
              <a:rPr lang="zh-CN" altLang="en-US"/>
              <a:t>）程序</a:t>
            </a:r>
          </a:p>
          <a:p>
            <a:pPr lvl="1" eaLnBrk="1" hangingPunct="1"/>
            <a:r>
              <a:rPr lang="zh-CN" altLang="en-US"/>
              <a:t>能够通过</a:t>
            </a:r>
            <a:r>
              <a:rPr lang="zh-CN" altLang="en-US">
                <a:solidFill>
                  <a:schemeClr val="bg1"/>
                </a:solidFill>
              </a:rPr>
              <a:t>类型检查</a:t>
            </a:r>
            <a:r>
              <a:rPr lang="zh-CN" altLang="en-US"/>
              <a:t>的程序称为良类型程序</a:t>
            </a:r>
          </a:p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(7) </a:t>
            </a:r>
            <a:r>
              <a:rPr lang="zh-CN" altLang="en-US">
                <a:solidFill>
                  <a:srgbClr val="C00000"/>
                </a:solidFill>
              </a:rPr>
              <a:t>类型可靠</a:t>
            </a:r>
            <a:r>
              <a:rPr lang="zh-CN" altLang="en-US" b="1"/>
              <a:t>（</a:t>
            </a:r>
            <a:r>
              <a:rPr lang="en-US" altLang="zh-CN" b="1" i="1"/>
              <a:t>type sound</a:t>
            </a:r>
            <a:r>
              <a:rPr lang="zh-CN" altLang="en-US" b="1"/>
              <a:t>）</a:t>
            </a:r>
            <a:r>
              <a:rPr lang="zh-CN" altLang="en-US"/>
              <a:t>的</a:t>
            </a:r>
            <a:r>
              <a:rPr lang="zh-CN" altLang="en-US">
                <a:latin typeface="宋体" panose="02010600030101010101" pitchFamily="2" charset="-122"/>
              </a:rPr>
              <a:t>语言</a:t>
            </a:r>
          </a:p>
          <a:p>
            <a:pPr lvl="1" eaLnBrk="1" hangingPunct="1"/>
            <a:r>
              <a:rPr lang="zh-CN" altLang="en-US">
                <a:cs typeface="Times New Roman" panose="02020603050405020304" pitchFamily="18" charset="0"/>
              </a:rPr>
              <a:t>若所有良类型程序都是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良行为</a:t>
            </a:r>
            <a:r>
              <a:rPr lang="zh-CN" altLang="en-US">
                <a:cs typeface="Times New Roman" panose="02020603050405020304" pitchFamily="18" charset="0"/>
              </a:rPr>
              <a:t>的，则称该语言为类型可靠的。</a:t>
            </a:r>
          </a:p>
          <a:p>
            <a:pPr lvl="1" eaLnBrk="1" hangingPunct="1"/>
            <a:r>
              <a:rPr lang="zh-CN" altLang="en-US">
                <a:cs typeface="Times New Roman" panose="02020603050405020304" pitchFamily="18" charset="0"/>
              </a:rPr>
              <a:t>类型可靠的</a:t>
            </a:r>
            <a:r>
              <a:rPr lang="zh-CN" altLang="en-US"/>
              <a:t>语言一定是</a:t>
            </a:r>
            <a:r>
              <a:rPr lang="zh-CN" altLang="en-US">
                <a:solidFill>
                  <a:schemeClr val="bg1"/>
                </a:solidFill>
              </a:rPr>
              <a:t>安全</a:t>
            </a:r>
            <a:r>
              <a:rPr lang="zh-CN" altLang="en-US"/>
              <a:t>语言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C95AC4-7674-783E-FF99-6F4ACA94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4A3A-FF91-419D-91D3-59BF6B79D43E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53A94D-0982-AAB7-8BB2-177379BE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3ABD6D-11F2-9479-463F-54D4F6FB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E88F862-E442-7E86-1EEF-8A5305D9DEA8}"/>
              </a:ext>
            </a:extLst>
          </p:cNvPr>
          <p:cNvCxnSpPr>
            <a:cxnSpLocks/>
          </p:cNvCxnSpPr>
          <p:nvPr/>
        </p:nvCxnSpPr>
        <p:spPr>
          <a:xfrm>
            <a:off x="2842126" y="2296480"/>
            <a:ext cx="142507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2AD8EFB-70AE-DA95-A841-84B36C311BD8}"/>
              </a:ext>
            </a:extLst>
          </p:cNvPr>
          <p:cNvSpPr txBox="1"/>
          <p:nvPr/>
        </p:nvSpPr>
        <p:spPr>
          <a:xfrm>
            <a:off x="2733971" y="1816007"/>
            <a:ext cx="1704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类型检查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5CD3768-2710-932B-7A36-B129675AB0EB}"/>
              </a:ext>
            </a:extLst>
          </p:cNvPr>
          <p:cNvCxnSpPr>
            <a:cxnSpLocks/>
          </p:cNvCxnSpPr>
          <p:nvPr/>
        </p:nvCxnSpPr>
        <p:spPr>
          <a:xfrm>
            <a:off x="4967705" y="3411408"/>
            <a:ext cx="107482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C3873BB-DBAE-28C7-4C22-AF4C193908F8}"/>
              </a:ext>
            </a:extLst>
          </p:cNvPr>
          <p:cNvSpPr txBox="1"/>
          <p:nvPr/>
        </p:nvSpPr>
        <p:spPr>
          <a:xfrm>
            <a:off x="4859550" y="2930935"/>
            <a:ext cx="1298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良行为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71BEBE6-04A5-4BD7-BF66-38E1F38871C5}"/>
              </a:ext>
            </a:extLst>
          </p:cNvPr>
          <p:cNvCxnSpPr>
            <a:cxnSpLocks/>
          </p:cNvCxnSpPr>
          <p:nvPr/>
        </p:nvCxnSpPr>
        <p:spPr>
          <a:xfrm>
            <a:off x="4967705" y="4299069"/>
            <a:ext cx="70585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9979AA1-7BEE-23C1-A89F-41C4F73A56DB}"/>
              </a:ext>
            </a:extLst>
          </p:cNvPr>
          <p:cNvSpPr txBox="1"/>
          <p:nvPr/>
        </p:nvSpPr>
        <p:spPr>
          <a:xfrm>
            <a:off x="4859550" y="3818596"/>
            <a:ext cx="9583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安全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066D0-BC33-F4C9-2228-E46258178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596668-8AA0-F19A-10C0-BEFC3343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类型系统让类型检查</a:t>
            </a:r>
            <a:r>
              <a:rPr lang="zh-CN" altLang="en-US">
                <a:solidFill>
                  <a:srgbClr val="C00000"/>
                </a:solidFill>
              </a:rPr>
              <a:t>“有法可依”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开发规范让软件质量控制</a:t>
            </a:r>
            <a:r>
              <a:rPr lang="zh-CN" altLang="en-US">
                <a:solidFill>
                  <a:srgbClr val="C00000"/>
                </a:solidFill>
              </a:rPr>
              <a:t>“有章可循”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809740-F6D5-9021-B0DC-A514B465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5CB-7203-4A9F-AACC-BFB30592BD9D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14351-66C9-71B2-8EF8-C0F6E352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7C0C0-B289-DFEB-E047-807852AF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1026" name="Picture 2" descr="團隊協作Git Flow. 今天來講一個對於開發也非常重要的一環：團隊協作Git… | by Engine Bai | Medium">
            <a:extLst>
              <a:ext uri="{FF2B5EF4-FFF2-40B4-BE49-F238E27FC236}">
                <a16:creationId xmlns:a16="http://schemas.microsoft.com/office/drawing/2014/main" id="{46284FA9-6153-F99B-D5C0-42D12AC2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1" y="2644368"/>
            <a:ext cx="8978358" cy="3419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01C5BD-D463-4C1A-C4FF-D4D27C4F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26" y="2436951"/>
            <a:ext cx="6788548" cy="4327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3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3B55A9F-AD5B-4268-AFDF-B90ADDF76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C1C279-C170-86F2-B7F0-97F3A6C4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7672-C304-4267-9638-F0CDDA5EE55F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924C71-2278-5FDB-D817-76AE140A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8B234-0183-D79F-0F7C-3211FD17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8CA9E8-33F5-CD8D-149E-98BBC14D639F}"/>
              </a:ext>
            </a:extLst>
          </p:cNvPr>
          <p:cNvSpPr txBox="1"/>
          <p:nvPr/>
        </p:nvSpPr>
        <p:spPr>
          <a:xfrm>
            <a:off x="712525" y="3348498"/>
            <a:ext cx="2832334" cy="1924007"/>
          </a:xfrm>
          <a:prstGeom prst="roundRect">
            <a:avLst>
              <a:gd name="adj" fmla="val 4976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defTabSz="914354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800" b="0">
                <a:solidFill>
                  <a:srgbClr val="C00000"/>
                </a:solidFill>
              </a:rPr>
              <a:t>静态的概念</a:t>
            </a:r>
            <a:endParaRPr lang="en-US" altLang="zh-CN" sz="2800" b="0">
              <a:solidFill>
                <a:srgbClr val="C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0">
                <a:solidFill>
                  <a:schemeClr val="tx1"/>
                </a:solidFill>
                <a:cs typeface="Times New Roman" panose="02020603050405020304" pitchFamily="18" charset="0"/>
              </a:rPr>
              <a:t>类型错误</a:t>
            </a:r>
            <a:endParaRPr lang="en-US" altLang="zh-CN" sz="28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0">
                <a:solidFill>
                  <a:schemeClr val="tx1"/>
                </a:solidFill>
                <a:cs typeface="Times New Roman" panose="02020603050405020304" pitchFamily="18" charset="0"/>
              </a:rPr>
              <a:t>类型化语言</a:t>
            </a:r>
            <a:endParaRPr lang="en-US" altLang="zh-CN" sz="2800" b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0">
                <a:solidFill>
                  <a:schemeClr val="tx1"/>
                </a:solidFill>
                <a:cs typeface="Times New Roman" panose="02020603050405020304" pitchFamily="18" charset="0"/>
              </a:rPr>
              <a:t>良类型程序</a:t>
            </a:r>
          </a:p>
          <a:p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7B599B-89D0-1431-6D57-CF1DC9A19020}"/>
              </a:ext>
            </a:extLst>
          </p:cNvPr>
          <p:cNvSpPr txBox="1"/>
          <p:nvPr/>
        </p:nvSpPr>
        <p:spPr>
          <a:xfrm>
            <a:off x="5599141" y="3348498"/>
            <a:ext cx="2832334" cy="1924007"/>
          </a:xfrm>
          <a:prstGeom prst="roundRect">
            <a:avLst>
              <a:gd name="adj" fmla="val 3984"/>
            </a:avLst>
          </a:prstGeom>
          <a:solidFill>
            <a:schemeClr val="accent6">
              <a:lumMod val="20000"/>
              <a:lumOff val="80000"/>
            </a:schemeClr>
          </a:solidFill>
          <a:ln w="12700" cap="rnd">
            <a:solidFill>
              <a:schemeClr val="accent6"/>
            </a:solidFill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defTabSz="914354">
              <a:lnSpc>
                <a:spcPct val="110000"/>
              </a:lnSpc>
              <a:defRPr sz="28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>
                <a:solidFill>
                  <a:srgbClr val="C00000"/>
                </a:solidFill>
              </a:rPr>
              <a:t>动态的概念</a:t>
            </a:r>
            <a:endParaRPr lang="en-US" altLang="zh-CN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cs typeface="Times New Roman" panose="02020603050405020304" pitchFamily="18" charset="0"/>
              </a:rPr>
              <a:t>执行错误</a:t>
            </a:r>
            <a:endParaRPr lang="en-US" altLang="zh-CN"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cs typeface="Times New Roman" panose="02020603050405020304" pitchFamily="18" charset="0"/>
              </a:rPr>
              <a:t>安全语言</a:t>
            </a:r>
            <a:endParaRPr lang="en-US" altLang="zh-CN"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cs typeface="Times New Roman" panose="02020603050405020304" pitchFamily="18" charset="0"/>
              </a:rPr>
              <a:t>良行为程序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E93403-4F1E-F1DF-2B43-D65ADEB9D0AF}"/>
              </a:ext>
            </a:extLst>
          </p:cNvPr>
          <p:cNvSpPr/>
          <p:nvPr/>
        </p:nvSpPr>
        <p:spPr>
          <a:xfrm>
            <a:off x="3582737" y="1138989"/>
            <a:ext cx="1978526" cy="1278021"/>
          </a:xfrm>
          <a:prstGeom prst="roundRect">
            <a:avLst>
              <a:gd name="adj" fmla="val 17545"/>
            </a:avLst>
          </a:prstGeom>
          <a:solidFill>
            <a:srgbClr val="C00000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rgbClr val="C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zh-CN" altLang="en-US" sz="2800"/>
              <a:t>类型系统</a:t>
            </a:r>
            <a:endParaRPr lang="en-US" altLang="zh-CN" sz="2800"/>
          </a:p>
          <a:p>
            <a:pPr algn="ctr" eaLnBrk="1" hangingPunct="1"/>
            <a:r>
              <a:rPr lang="zh-CN" altLang="en-US" sz="2800"/>
              <a:t>类型检查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1C51F0-0ADD-898C-5F69-F2EB4D971069}"/>
              </a:ext>
            </a:extLst>
          </p:cNvPr>
          <p:cNvCxnSpPr>
            <a:cxnSpLocks/>
          </p:cNvCxnSpPr>
          <p:nvPr/>
        </p:nvCxnSpPr>
        <p:spPr>
          <a:xfrm flipH="1">
            <a:off x="2265049" y="2408482"/>
            <a:ext cx="2306951" cy="940016"/>
          </a:xfrm>
          <a:prstGeom prst="line">
            <a:avLst/>
          </a:prstGeom>
          <a:ln w="38100">
            <a:gradFill>
              <a:gsLst>
                <a:gs pos="0">
                  <a:srgbClr val="C00000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8B39DA1-3F67-5682-E70C-3C72791A81CF}"/>
              </a:ext>
            </a:extLst>
          </p:cNvPr>
          <p:cNvCxnSpPr>
            <a:cxnSpLocks/>
          </p:cNvCxnSpPr>
          <p:nvPr/>
        </p:nvCxnSpPr>
        <p:spPr>
          <a:xfrm>
            <a:off x="4572000" y="2408482"/>
            <a:ext cx="2306951" cy="940016"/>
          </a:xfrm>
          <a:prstGeom prst="line">
            <a:avLst/>
          </a:prstGeom>
          <a:ln w="38100">
            <a:gradFill>
              <a:gsLst>
                <a:gs pos="0">
                  <a:srgbClr val="C00000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5D86372-2FEC-C56D-67B0-6394D9648528}"/>
              </a:ext>
            </a:extLst>
          </p:cNvPr>
          <p:cNvGrpSpPr/>
          <p:nvPr/>
        </p:nvGrpSpPr>
        <p:grpSpPr>
          <a:xfrm>
            <a:off x="3553130" y="4598726"/>
            <a:ext cx="2037737" cy="1712187"/>
            <a:chOff x="3553130" y="4598726"/>
            <a:chExt cx="2037737" cy="1712187"/>
          </a:xfrm>
        </p:grpSpPr>
        <p:pic>
          <p:nvPicPr>
            <p:cNvPr id="15" name="图形 14" descr="上一步 纯色填充">
              <a:extLst>
                <a:ext uri="{FF2B5EF4-FFF2-40B4-BE49-F238E27FC236}">
                  <a16:creationId xmlns:a16="http://schemas.microsoft.com/office/drawing/2014/main" id="{13BBFA0E-42AA-EC3A-2E09-F67425316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000000">
              <a:off x="3784555" y="4598726"/>
              <a:ext cx="1574890" cy="157489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FB0011B-5EA0-7691-DFFF-740615FA5EA3}"/>
                </a:ext>
              </a:extLst>
            </p:cNvPr>
            <p:cNvSpPr txBox="1"/>
            <p:nvPr/>
          </p:nvSpPr>
          <p:spPr>
            <a:xfrm>
              <a:off x="3553130" y="5664582"/>
              <a:ext cx="20377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>
                  <a:ln w="6600">
                    <a:solidFill>
                      <a:srgbClr val="C00000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rgbClr val="C00000"/>
                    </a:outerShdw>
                  </a:effectLst>
                </a:rPr>
                <a:t>类型可靠</a:t>
              </a:r>
              <a:endParaRPr lang="en-US" altLang="zh-CN" sz="3600" b="1">
                <a:ln w="6600">
                  <a:solidFill>
                    <a:srgbClr val="C0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C0000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A717C32-4011-469A-95E1-41438C95B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5.1.2 </a:t>
            </a:r>
            <a:r>
              <a:rPr lang="zh-CN" altLang="en-US"/>
              <a:t>类型化语言和类型系统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A842BFB-821E-4477-A120-FC1CDC78D8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44900" y="1277471"/>
            <a:ext cx="4610100" cy="4899492"/>
          </a:xfrm>
        </p:spPr>
        <p:txBody>
          <a:bodyPr/>
          <a:lstStyle/>
          <a:p>
            <a:pPr eaLnBrk="1" hangingPunct="1"/>
            <a:endParaRPr lang="en-US" altLang="zh-CN" sz="2800">
              <a:latin typeface="宋体" panose="02010600030101010101" pitchFamily="2" charset="-122"/>
            </a:endParaRPr>
          </a:p>
          <a:p>
            <a:r>
              <a:rPr lang="zh-CN" altLang="en-US"/>
              <a:t>如</a:t>
            </a:r>
            <a:r>
              <a:rPr lang="en-US" altLang="zh-CN" b="1">
                <a:solidFill>
                  <a:srgbClr val="C00000"/>
                </a:solidFill>
              </a:rPr>
              <a:t>C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语言</a:t>
            </a:r>
            <a:r>
              <a:rPr lang="zh-CN" altLang="en-US">
                <a:latin typeface="宋体" panose="02010600030101010101" pitchFamily="2" charset="-122"/>
              </a:rPr>
              <a:t>是类型化语言：</a:t>
            </a: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不安全但被广泛使用的特征：指针算术运算、类型强制</a:t>
            </a: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设计初衷：</a:t>
            </a:r>
            <a:endParaRPr lang="en-US" altLang="zh-CN">
              <a:latin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>
                <a:latin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执行效率 </a:t>
            </a:r>
            <a:r>
              <a:rPr lang="en-US" altLang="zh-CN" b="1"/>
              <a:t>&gt; </a:t>
            </a:r>
            <a:r>
              <a:rPr lang="zh-CN" altLang="en-US">
                <a:latin typeface="宋体" panose="02010600030101010101" pitchFamily="2" charset="-122"/>
              </a:rPr>
              <a:t>安全性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7D1081-250E-24D5-E8C9-DD8E519F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530E-A118-4FFA-A7EE-57D46A7CB612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3C2EBA-F9B2-9D3D-45E8-61F1B12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908D01-0D0B-E121-2400-02E2D9BD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5B4A84-22E8-D2D1-803B-FDE885F7D4B2}"/>
              </a:ext>
            </a:extLst>
          </p:cNvPr>
          <p:cNvSpPr/>
          <p:nvPr/>
        </p:nvSpPr>
        <p:spPr>
          <a:xfrm>
            <a:off x="1337193" y="1138990"/>
            <a:ext cx="6469614" cy="577516"/>
          </a:xfrm>
          <a:prstGeom prst="roundRect">
            <a:avLst>
              <a:gd name="adj" fmla="val 17545"/>
            </a:avLst>
          </a:prstGeom>
          <a:solidFill>
            <a:srgbClr val="C00000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rgbClr val="C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zh-CN" altLang="en-US" sz="2800"/>
              <a:t>类型化语言不一定是类型可靠的！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FE1B0-E14A-44FE-350C-AB142D00408D}"/>
              </a:ext>
            </a:extLst>
          </p:cNvPr>
          <p:cNvSpPr txBox="1"/>
          <p:nvPr/>
        </p:nvSpPr>
        <p:spPr>
          <a:xfrm>
            <a:off x="819457" y="4888031"/>
            <a:ext cx="7505086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>
                <a:latin typeface="宋体" panose="02010600030101010101" pitchFamily="2" charset="-122"/>
              </a:rPr>
              <a:t>在现代语言设计上，</a:t>
            </a:r>
            <a:r>
              <a:rPr lang="zh-CN" altLang="en-US" sz="2800">
                <a:solidFill>
                  <a:srgbClr val="C00000"/>
                </a:solidFill>
                <a:latin typeface="宋体" panose="02010600030101010101" pitchFamily="2" charset="-122"/>
              </a:rPr>
              <a:t>安全性</a:t>
            </a:r>
            <a:r>
              <a:rPr lang="zh-CN" altLang="en-US" sz="2800">
                <a:latin typeface="宋体" panose="02010600030101010101" pitchFamily="2" charset="-122"/>
              </a:rPr>
              <a:t>的地位越来越重要：</a:t>
            </a:r>
          </a:p>
          <a:p>
            <a:r>
              <a:rPr lang="en-US" altLang="zh-CN" sz="2800" b="1"/>
              <a:t>1</a:t>
            </a:r>
            <a:r>
              <a:rPr lang="zh-CN" altLang="en-US" sz="2800" b="1"/>
              <a:t>、</a:t>
            </a:r>
            <a:r>
              <a:rPr lang="en-US" altLang="zh-CN" sz="2800" b="1"/>
              <a:t>C</a:t>
            </a:r>
            <a:r>
              <a:rPr lang="zh-CN" altLang="en-US" sz="2800">
                <a:latin typeface="宋体" panose="02010600030101010101" pitchFamily="2" charset="-122"/>
              </a:rPr>
              <a:t>的一些问题已经在</a:t>
            </a:r>
            <a:r>
              <a:rPr lang="en-US" altLang="zh-CN" sz="2800" b="1">
                <a:solidFill>
                  <a:srgbClr val="C00000"/>
                </a:solidFill>
              </a:rPr>
              <a:t>C++</a:t>
            </a:r>
            <a:r>
              <a:rPr lang="zh-CN" altLang="en-US" sz="2800">
                <a:latin typeface="宋体" panose="02010600030101010101" pitchFamily="2" charset="-122"/>
              </a:rPr>
              <a:t>中得以缓和</a:t>
            </a:r>
          </a:p>
          <a:p>
            <a:r>
              <a:rPr lang="en-US" altLang="zh-CN" sz="2800" b="1"/>
              <a:t>2</a:t>
            </a:r>
            <a:r>
              <a:rPr lang="zh-CN" altLang="en-US" sz="2800"/>
              <a:t>、</a:t>
            </a:r>
            <a:r>
              <a:rPr lang="zh-CN" altLang="en-US" sz="2800">
                <a:latin typeface="宋体" panose="02010600030101010101" pitchFamily="2" charset="-122"/>
              </a:rPr>
              <a:t>更多一些问题在</a:t>
            </a:r>
            <a:r>
              <a:rPr lang="en-US" altLang="zh-CN" sz="2800" b="1">
                <a:solidFill>
                  <a:srgbClr val="C00000"/>
                </a:solidFill>
              </a:rPr>
              <a:t>Java</a:t>
            </a:r>
            <a:r>
              <a:rPr lang="zh-CN" altLang="en-US" sz="2800">
                <a:latin typeface="宋体" panose="02010600030101010101" pitchFamily="2" charset="-122"/>
              </a:rPr>
              <a:t>中已得到解决</a:t>
            </a: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5801C5BE-371A-4B12-C248-29E7B83032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71600" y="2033287"/>
            <a:ext cx="3886200" cy="2676345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662244-88BE-1520-A555-2E0076E9D10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E28BBE1A-13F7-4D34-AA3F-4806FE937CCC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FBE55D-F2F6-CC66-0539-09A85501594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842320-1729-A8B9-39AF-1CC658DDCB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A193A4-8211-B2D0-4718-925AC070B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/>
              <a:t>巩固：哪些概念是</a:t>
            </a:r>
            <a:r>
              <a:rPr lang="zh-CN" altLang="en-US" sz="3200">
                <a:solidFill>
                  <a:srgbClr val="C00000"/>
                </a:solidFill>
              </a:rPr>
              <a:t>静态</a:t>
            </a:r>
            <a:r>
              <a:rPr lang="zh-CN" altLang="en-US" sz="3200"/>
              <a:t>（编译时）的？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F36631-5D30-9856-FD2A-4E879DFCB65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799" y="2193926"/>
            <a:ext cx="210094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/>
              <a:t>执行错误</a:t>
            </a:r>
            <a:endParaRPr lang="en-US" altLang="zh-CN" sz="32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648772-369B-05FA-E3B1-69D1D900F59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035301"/>
            <a:ext cx="23554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/>
              <a:t>类型化语言</a:t>
            </a:r>
            <a:endParaRPr lang="en-US" altLang="zh-CN" sz="32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2E16FA-1228-34C0-46AD-EC6847C2224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869531"/>
            <a:ext cx="23554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/>
            <a:r>
              <a:rPr lang="zh-CN" altLang="en-US" sz="3200"/>
              <a:t>良行为程序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79A77E-2285-5F39-D07E-6093200BD3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135789" y="2198687"/>
            <a:ext cx="204878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/>
              <a:t>类型错误</a:t>
            </a:r>
            <a:endParaRPr lang="en-US" altLang="zh-CN" sz="32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F1A8AC-270C-C0CF-2EA8-0D1CF0C7E02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258219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90C095-6393-9C45-9557-71463286F39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099594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2FB902-F92C-7FC0-8F65-E411615714F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933824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615816-5FA7-6AAE-2C4B-98390457F4A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421414" y="22629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CC74696-8689-3F22-8F1B-1D6F736F1FF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05AA43-037F-4B7D-96CF-D1E65C1146C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135789" y="3040062"/>
            <a:ext cx="212924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/>
              <a:t>安全语言</a:t>
            </a:r>
            <a:endParaRPr lang="en-US" altLang="zh-CN" sz="32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F20EED-AFC1-5859-218B-434D6D340455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421414" y="3104355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8186902-33D0-CB58-7A93-BCB719F866E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135789" y="3876676"/>
            <a:ext cx="246349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/>
              <a:t>良类型程序</a:t>
            </a:r>
            <a:endParaRPr lang="en-US" altLang="zh-CN" sz="32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EC717E-AE7E-0BAC-BEFB-37E3AB4796DA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4421414" y="3940969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0923686-30F5-6107-BEF9-23EDE3DA153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73BE98A3-8BC5-1AFD-232C-F4A7B7B272F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CB0009CD-B92A-4AC9-EBC5-DBE1BE53622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962BFE63-AD11-44E0-56C5-AE538914166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06D9A636-F255-36ED-B563-AC3269809648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A67EBE4-840A-0979-BD33-0EB846B74BB7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798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A84FD62-827C-3ADA-D9BB-7309D71337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6A5B1E4-929E-6C5D-CE10-54DD594B34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EF33AC-86B8-3D61-D46A-88B12DA021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FF375-8115-C109-398A-F45A01AC1F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8B95DB-A261-43B5-80BA-FC17F36D6D1B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D10EEE-8023-FBFE-AD04-B418622B9E1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50419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</a:rPr>
              <a:t>巩固：判断下列说法是否正确（填 对 或 错）：</a:t>
            </a:r>
          </a:p>
          <a:p>
            <a:endParaRPr lang="zh-CN" altLang="en-US" sz="2400">
              <a:solidFill>
                <a:srgbClr val="000000"/>
              </a:solidFill>
            </a:endParaRPr>
          </a:p>
          <a:p>
            <a:r>
              <a:rPr lang="en-US" altLang="zh-CN" sz="2400">
                <a:solidFill>
                  <a:srgbClr val="000000"/>
                </a:solidFill>
              </a:rPr>
              <a:t>1</a:t>
            </a:r>
            <a:r>
              <a:rPr lang="zh-CN" altLang="en-US" sz="2400">
                <a:solidFill>
                  <a:srgbClr val="000000"/>
                </a:solidFill>
              </a:rPr>
              <a:t>、如果一个语言的任何合法程序都是良类型的，那么它是安全语言。 </a:t>
            </a:r>
            <a:r>
              <a:rPr lang="en-US" altLang="zh-CN" sz="2400">
                <a:solidFill>
                  <a:srgbClr val="639EF4"/>
                </a:solidFill>
              </a:rPr>
              <a:t>[</a:t>
            </a:r>
            <a:r>
              <a:rPr lang="zh-CN" altLang="en-US" sz="2400">
                <a:solidFill>
                  <a:srgbClr val="639EF4"/>
                </a:solidFill>
              </a:rPr>
              <a:t>填空</a:t>
            </a:r>
            <a:r>
              <a:rPr lang="en-US" altLang="zh-CN" sz="2400">
                <a:solidFill>
                  <a:srgbClr val="639EF4"/>
                </a:solidFill>
              </a:rPr>
              <a:t>1]</a:t>
            </a:r>
            <a:r>
              <a:rPr lang="zh-CN" altLang="en-US" sz="2400">
                <a:solidFill>
                  <a:srgbClr val="000000"/>
                </a:solidFill>
              </a:rPr>
              <a:t> </a:t>
            </a:r>
          </a:p>
          <a:p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</a:rPr>
              <a:t>、若所有良类型程序都是良行为的，则称该语言为类型可靠的。 </a:t>
            </a:r>
            <a:r>
              <a:rPr lang="en-US" altLang="zh-CN" sz="2400">
                <a:solidFill>
                  <a:srgbClr val="639EF4"/>
                </a:solidFill>
              </a:rPr>
              <a:t>[</a:t>
            </a:r>
            <a:r>
              <a:rPr lang="zh-CN" altLang="en-US" sz="2400">
                <a:solidFill>
                  <a:srgbClr val="639EF4"/>
                </a:solidFill>
              </a:rPr>
              <a:t>填空</a:t>
            </a:r>
            <a:r>
              <a:rPr lang="en-US" altLang="zh-CN" sz="2400">
                <a:solidFill>
                  <a:srgbClr val="639EF4"/>
                </a:solidFill>
              </a:rPr>
              <a:t>2]</a:t>
            </a:r>
            <a:r>
              <a:rPr lang="zh-CN" altLang="en-US" sz="2400">
                <a:solidFill>
                  <a:srgbClr val="000000"/>
                </a:solidFill>
              </a:rPr>
              <a:t> </a:t>
            </a:r>
          </a:p>
          <a:p>
            <a:r>
              <a:rPr lang="en-US" altLang="zh-CN" sz="2400">
                <a:solidFill>
                  <a:srgbClr val="000000"/>
                </a:solidFill>
              </a:rPr>
              <a:t>3</a:t>
            </a:r>
            <a:r>
              <a:rPr lang="zh-CN" altLang="en-US" sz="2400">
                <a:solidFill>
                  <a:srgbClr val="000000"/>
                </a:solidFill>
              </a:rPr>
              <a:t>、类型化语言一定都是安全语言。 </a:t>
            </a:r>
            <a:r>
              <a:rPr lang="en-US" altLang="zh-CN" sz="2400">
                <a:solidFill>
                  <a:srgbClr val="639EF4"/>
                </a:solidFill>
              </a:rPr>
              <a:t>[</a:t>
            </a:r>
            <a:r>
              <a:rPr lang="zh-CN" altLang="en-US" sz="2400">
                <a:solidFill>
                  <a:srgbClr val="639EF4"/>
                </a:solidFill>
              </a:rPr>
              <a:t>填空</a:t>
            </a:r>
            <a:r>
              <a:rPr lang="en-US" altLang="zh-CN" sz="2400">
                <a:solidFill>
                  <a:srgbClr val="639EF4"/>
                </a:solidFill>
              </a:rPr>
              <a:t>3]</a:t>
            </a:r>
            <a:r>
              <a:rPr lang="zh-CN" altLang="en-US" sz="2400">
                <a:solidFill>
                  <a:srgbClr val="000000"/>
                </a:solidFill>
              </a:rPr>
              <a:t> </a:t>
            </a:r>
          </a:p>
          <a:p>
            <a:r>
              <a:rPr lang="en-US" altLang="zh-CN" sz="2400">
                <a:solidFill>
                  <a:srgbClr val="000000"/>
                </a:solidFill>
              </a:rPr>
              <a:t>4</a:t>
            </a:r>
            <a:r>
              <a:rPr lang="zh-CN" altLang="en-US" sz="2400">
                <a:solidFill>
                  <a:srgbClr val="000000"/>
                </a:solidFill>
              </a:rPr>
              <a:t>、</a:t>
            </a:r>
            <a:r>
              <a:rPr lang="en-US" altLang="zh-CN" sz="2400">
                <a:solidFill>
                  <a:srgbClr val="000000"/>
                </a:solidFill>
              </a:rPr>
              <a:t>C</a:t>
            </a:r>
            <a:r>
              <a:rPr lang="zh-CN" altLang="en-US" sz="2400">
                <a:solidFill>
                  <a:srgbClr val="000000"/>
                </a:solidFill>
              </a:rPr>
              <a:t>语言是类型可靠的语言。 </a:t>
            </a:r>
            <a:r>
              <a:rPr lang="en-US" altLang="zh-CN" sz="2400">
                <a:solidFill>
                  <a:srgbClr val="639EF4"/>
                </a:solidFill>
              </a:rPr>
              <a:t>[</a:t>
            </a:r>
            <a:r>
              <a:rPr lang="zh-CN" altLang="en-US" sz="2400">
                <a:solidFill>
                  <a:srgbClr val="639EF4"/>
                </a:solidFill>
              </a:rPr>
              <a:t>填空</a:t>
            </a:r>
            <a:r>
              <a:rPr lang="en-US" altLang="zh-CN" sz="2400">
                <a:solidFill>
                  <a:srgbClr val="639EF4"/>
                </a:solidFill>
              </a:rPr>
              <a:t>4]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47F34F6-B75E-4C48-D8DD-08A185ED1F3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B3E0C0-4392-CD90-3087-141FDA454EB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4B7B63-EB7D-9446-29DB-720E5F1D180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3332480" cy="2862322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/>
              <a:t>1</a:t>
            </a:r>
            <a:r>
              <a:rPr lang="zh-CN" altLang="en-US" sz="2000"/>
              <a:t>、错。</a:t>
            </a:r>
            <a:r>
              <a:rPr lang="zh-CN" altLang="en-US" sz="2000">
                <a:solidFill>
                  <a:srgbClr val="000000"/>
                </a:solidFill>
              </a:rPr>
              <a:t>如果一个语言的任何合法程序都是</a:t>
            </a:r>
            <a:r>
              <a:rPr lang="en-US" altLang="zh-CN" sz="2000">
                <a:solidFill>
                  <a:srgbClr val="000000"/>
                </a:solidFill>
              </a:rPr>
              <a:t>【</a:t>
            </a:r>
            <a:r>
              <a:rPr lang="zh-CN" altLang="en-US" sz="2000">
                <a:solidFill>
                  <a:srgbClr val="000000"/>
                </a:solidFill>
              </a:rPr>
              <a:t>良行为</a:t>
            </a:r>
            <a:r>
              <a:rPr lang="en-US" altLang="zh-CN" sz="2000">
                <a:solidFill>
                  <a:srgbClr val="000000"/>
                </a:solidFill>
              </a:rPr>
              <a:t>】</a:t>
            </a:r>
            <a:r>
              <a:rPr lang="zh-CN" altLang="en-US" sz="2000">
                <a:solidFill>
                  <a:srgbClr val="000000"/>
                </a:solidFill>
              </a:rPr>
              <a:t>的，那么它是安全语言。 </a:t>
            </a:r>
            <a:endParaRPr lang="en-US" altLang="zh-CN" sz="2000">
              <a:solidFill>
                <a:srgbClr val="000000"/>
              </a:solidFill>
            </a:endParaRPr>
          </a:p>
          <a:p>
            <a:r>
              <a:rPr lang="en-US" altLang="zh-CN" sz="2000">
                <a:solidFill>
                  <a:srgbClr val="000000"/>
                </a:solidFill>
              </a:rPr>
              <a:t>2</a:t>
            </a:r>
            <a:r>
              <a:rPr lang="zh-CN" altLang="en-US" sz="2000">
                <a:solidFill>
                  <a:srgbClr val="000000"/>
                </a:solidFill>
              </a:rPr>
              <a:t>、对。类型可靠的定义。</a:t>
            </a:r>
            <a:endParaRPr lang="en-US" altLang="zh-CN" sz="2000">
              <a:solidFill>
                <a:srgbClr val="000000"/>
              </a:solidFill>
            </a:endParaRPr>
          </a:p>
          <a:p>
            <a:r>
              <a:rPr lang="en-US" altLang="zh-CN" sz="2000"/>
              <a:t>3</a:t>
            </a:r>
            <a:r>
              <a:rPr lang="zh-CN" altLang="en-US" sz="2000"/>
              <a:t>、错。</a:t>
            </a:r>
            <a:r>
              <a:rPr lang="zh-CN" altLang="en-US" sz="2000">
                <a:solidFill>
                  <a:srgbClr val="000000"/>
                </a:solidFill>
              </a:rPr>
              <a:t>类型化语言不一定类型可靠，所以不一定是安全语言。</a:t>
            </a:r>
            <a:endParaRPr lang="en-US" altLang="zh-CN" sz="2000">
              <a:solidFill>
                <a:srgbClr val="000000"/>
              </a:solidFill>
            </a:endParaRPr>
          </a:p>
          <a:p>
            <a:r>
              <a:rPr lang="en-US" altLang="zh-CN" sz="2000">
                <a:solidFill>
                  <a:srgbClr val="000000"/>
                </a:solidFill>
              </a:rPr>
              <a:t>4</a:t>
            </a:r>
            <a:r>
              <a:rPr lang="zh-CN" altLang="en-US" sz="2000">
                <a:solidFill>
                  <a:srgbClr val="000000"/>
                </a:solidFill>
              </a:rPr>
              <a:t>、错。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语言不是类型可靠的语言，见上上页</a:t>
            </a:r>
            <a:r>
              <a:rPr lang="en-US" altLang="zh-CN" sz="2000">
                <a:solidFill>
                  <a:srgbClr val="000000"/>
                </a:solidFill>
              </a:rPr>
              <a:t>PPT</a:t>
            </a:r>
            <a:r>
              <a:rPr lang="zh-CN" altLang="en-US" sz="2000">
                <a:solidFill>
                  <a:srgbClr val="000000"/>
                </a:solidFill>
              </a:rPr>
              <a:t>。</a:t>
            </a:r>
            <a:endParaRPr lang="zh-CN" altLang="en-US" sz="200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72427EF-74DA-9145-6A94-341009CDBCD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6" name="RemarkBack">
              <a:extLst>
                <a:ext uri="{FF2B5EF4-FFF2-40B4-BE49-F238E27FC236}">
                  <a16:creationId xmlns:a16="http://schemas.microsoft.com/office/drawing/2014/main" id="{C7A157D2-D5CD-D138-2764-CC2B356C034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>
              <a:extLst>
                <a:ext uri="{FF2B5EF4-FFF2-40B4-BE49-F238E27FC236}">
                  <a16:creationId xmlns:a16="http://schemas.microsoft.com/office/drawing/2014/main" id="{0300779B-E7A7-57A3-0FC7-C773B8D88DA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>
              <a:extLst>
                <a:ext uri="{FF2B5EF4-FFF2-40B4-BE49-F238E27FC236}">
                  <a16:creationId xmlns:a16="http://schemas.microsoft.com/office/drawing/2014/main" id="{D002247D-8DA9-9FE3-C4AE-1F1054FF002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5E95152-7538-C70D-62AD-1B819DD1650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B5A21E9C-98FA-FAC9-DF73-FCB8CAE44CB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0C819203-902A-6E3D-E8EB-46E21EFD562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EDB78210-9914-E62C-9A48-A7A46BFCCB0A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7810791C-2900-8033-B576-F8248C680B9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107BD77-7A9E-C42A-6E3A-1EED06796D95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43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E6F5E9D-8AB8-4C61-8BF9-B408232D4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5.1.3 </a:t>
            </a:r>
            <a:r>
              <a:rPr lang="zh-CN" altLang="en-US"/>
              <a:t>类型化语言的优点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42463B-0ECA-878F-3B7E-69F60BCA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ACEB-1B05-4603-8F51-9C98EA0E8A84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ECE9BA-FF62-282A-A7BF-5C05F66F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A67EE9-9AAB-E476-8316-745B3D80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16" name="Bullet1">
            <a:extLst>
              <a:ext uri="{FF2B5EF4-FFF2-40B4-BE49-F238E27FC236}">
                <a16:creationId xmlns:a16="http://schemas.microsoft.com/office/drawing/2014/main" id="{8B05B7AC-6C12-FF86-1A9A-8AC1B8E872A5}"/>
              </a:ext>
            </a:extLst>
          </p:cNvPr>
          <p:cNvSpPr>
            <a:spLocks noChangeAspect="1"/>
          </p:cNvSpPr>
          <p:nvPr/>
        </p:nvSpPr>
        <p:spPr>
          <a:xfrm>
            <a:off x="346521" y="1487779"/>
            <a:ext cx="2818944" cy="883025"/>
          </a:xfrm>
          <a:prstGeom prst="roundRect">
            <a:avLst/>
          </a:prstGeom>
          <a:solidFill>
            <a:schemeClr val="accent2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2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3200" b="1">
                <a:solidFill>
                  <a:schemeClr val="bg1"/>
                </a:solidFill>
                <a:sym typeface="Arial" panose="020B0604020202020204" pitchFamily="34" charset="0"/>
              </a:rPr>
              <a:t>开发的实惠</a:t>
            </a:r>
            <a:endParaRPr lang="en-US" altLang="zh-CN" sz="3200" b="1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7" name="Text1">
            <a:extLst>
              <a:ext uri="{FF2B5EF4-FFF2-40B4-BE49-F238E27FC236}">
                <a16:creationId xmlns:a16="http://schemas.microsoft.com/office/drawing/2014/main" id="{F2747CF4-365E-87C3-9D68-4C74687030C1}"/>
              </a:ext>
            </a:extLst>
          </p:cNvPr>
          <p:cNvSpPr>
            <a:spLocks/>
          </p:cNvSpPr>
          <p:nvPr/>
        </p:nvSpPr>
        <p:spPr>
          <a:xfrm flipH="1">
            <a:off x="3278916" y="1318583"/>
            <a:ext cx="5467541" cy="122141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较早发现错误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类型信息还具有文档作用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4CFC3A7-B5DB-7558-898E-641B7D32ED77}"/>
              </a:ext>
            </a:extLst>
          </p:cNvPr>
          <p:cNvGrpSpPr/>
          <p:nvPr/>
        </p:nvGrpSpPr>
        <p:grpSpPr>
          <a:xfrm>
            <a:off x="346521" y="2872256"/>
            <a:ext cx="8450958" cy="1627306"/>
            <a:chOff x="115413" y="3068199"/>
            <a:chExt cx="8450958" cy="1627306"/>
          </a:xfrm>
        </p:grpSpPr>
        <p:sp>
          <p:nvSpPr>
            <p:cNvPr id="14" name="Bullet2">
              <a:extLst>
                <a:ext uri="{FF2B5EF4-FFF2-40B4-BE49-F238E27FC236}">
                  <a16:creationId xmlns:a16="http://schemas.microsoft.com/office/drawing/2014/main" id="{2DDD1F6D-32C9-C0E1-32E2-6758AD9412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413" y="3440340"/>
              <a:ext cx="2818944" cy="883025"/>
            </a:xfrm>
            <a:prstGeom prst="round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2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zh-CN" altLang="en-US" sz="3200" b="1">
                  <a:solidFill>
                    <a:schemeClr val="bg1"/>
                  </a:solidFill>
                  <a:sym typeface="Arial" panose="020B0604020202020204" pitchFamily="34" charset="0"/>
                </a:rPr>
                <a:t>编译的实惠</a:t>
              </a:r>
              <a:endParaRPr lang="en-US" altLang="zh-CN" sz="3200" b="1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5" name="Text2">
              <a:extLst>
                <a:ext uri="{FF2B5EF4-FFF2-40B4-BE49-F238E27FC236}">
                  <a16:creationId xmlns:a16="http://schemas.microsoft.com/office/drawing/2014/main" id="{A296C798-00FF-05F6-58E7-FB822A30685D}"/>
                </a:ext>
              </a:extLst>
            </p:cNvPr>
            <p:cNvSpPr>
              <a:spLocks/>
            </p:cNvSpPr>
            <p:nvPr/>
          </p:nvSpPr>
          <p:spPr>
            <a:xfrm flipH="1">
              <a:off x="3047808" y="3068199"/>
              <a:ext cx="5518563" cy="162730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zh-CN" altLang="en-US"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程序模块可以相互独立地编译，因为每个模块仅依赖其他模块的接口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511751F-9177-1B11-EE20-9300CBE913EB}"/>
              </a:ext>
            </a:extLst>
          </p:cNvPr>
          <p:cNvGrpSpPr/>
          <p:nvPr/>
        </p:nvGrpSpPr>
        <p:grpSpPr>
          <a:xfrm>
            <a:off x="346521" y="4715437"/>
            <a:ext cx="8450958" cy="1627306"/>
            <a:chOff x="115413" y="4911380"/>
            <a:chExt cx="8450958" cy="1627306"/>
          </a:xfrm>
        </p:grpSpPr>
        <p:sp>
          <p:nvSpPr>
            <p:cNvPr id="24" name="Bullet1">
              <a:extLst>
                <a:ext uri="{FF2B5EF4-FFF2-40B4-BE49-F238E27FC236}">
                  <a16:creationId xmlns:a16="http://schemas.microsoft.com/office/drawing/2014/main" id="{A60F1CD4-C5C6-2A38-FBCA-1E58B2637B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413" y="5283521"/>
              <a:ext cx="2818944" cy="883025"/>
            </a:xfrm>
            <a:prstGeom prst="round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2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zh-CN" altLang="en-US" sz="3200" b="1">
                  <a:solidFill>
                    <a:schemeClr val="bg1"/>
                  </a:solidFill>
                  <a:sym typeface="Arial" panose="020B0604020202020204" pitchFamily="34" charset="0"/>
                </a:rPr>
                <a:t>运行的实惠</a:t>
              </a:r>
              <a:endParaRPr lang="en-US" altLang="zh-CN" sz="3200" b="1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5" name="Text1">
              <a:extLst>
                <a:ext uri="{FF2B5EF4-FFF2-40B4-BE49-F238E27FC236}">
                  <a16:creationId xmlns:a16="http://schemas.microsoft.com/office/drawing/2014/main" id="{222F1733-8895-7410-A215-ED22F035A0B0}"/>
                </a:ext>
              </a:extLst>
            </p:cNvPr>
            <p:cNvSpPr>
              <a:spLocks/>
            </p:cNvSpPr>
            <p:nvPr/>
          </p:nvSpPr>
          <p:spPr>
            <a:xfrm flipH="1">
              <a:off x="3047809" y="4911380"/>
              <a:ext cx="5518562" cy="162730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Autofit/>
            </a:bodyPr>
            <a:lstStyle/>
            <a:p>
              <a:pPr marL="285750" marR="0" lvl="0" indent="-2857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可得到更有效的空间安排和访问方式。编译时可根据类型信息得知数据占用空间的大小。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600"/>
          </a:p>
          <a:p>
            <a:r>
              <a:rPr lang="zh-CN" altLang="en-US" sz="2800"/>
              <a:t>一个程序的构造类型可以用</a:t>
            </a:r>
            <a:r>
              <a:rPr lang="zh-CN" altLang="en-US" sz="2800">
                <a:solidFill>
                  <a:srgbClr val="C00000"/>
                </a:solidFill>
              </a:rPr>
              <a:t>类型表达式 </a:t>
            </a:r>
            <a:r>
              <a:rPr lang="en-US" altLang="zh-CN" sz="2800"/>
              <a:t>(</a:t>
            </a:r>
            <a:r>
              <a:rPr lang="en-US" altLang="zh-CN" sz="2800" b="1" i="1"/>
              <a:t>type expression</a:t>
            </a:r>
            <a:r>
              <a:rPr lang="en-US" altLang="zh-CN" sz="2800"/>
              <a:t>)</a:t>
            </a:r>
            <a:r>
              <a:rPr lang="zh-CN" altLang="en-US" sz="2800"/>
              <a:t>来表示</a:t>
            </a:r>
            <a:endParaRPr lang="en-US" altLang="zh-CN" sz="2800"/>
          </a:p>
          <a:p>
            <a:r>
              <a:rPr lang="zh-CN" altLang="en-US" sz="2800"/>
              <a:t>类型表达式包括</a:t>
            </a:r>
            <a:r>
              <a:rPr lang="zh-CN" altLang="en-US" sz="2800">
                <a:solidFill>
                  <a:srgbClr val="C00000"/>
                </a:solidFill>
              </a:rPr>
              <a:t>基本类型</a:t>
            </a:r>
            <a:r>
              <a:rPr lang="zh-CN" altLang="en-US" sz="2800"/>
              <a:t>和从基本类型构造的</a:t>
            </a:r>
            <a:r>
              <a:rPr lang="zh-CN" altLang="en-US" sz="2800">
                <a:solidFill>
                  <a:srgbClr val="C00000"/>
                </a:solidFill>
              </a:rPr>
              <a:t>构造类型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zh-CN" altLang="en-US" sz="2800"/>
              <a:t>基本类型：</a:t>
            </a:r>
            <a:endParaRPr lang="en-US" altLang="zh-CN" sz="2800"/>
          </a:p>
          <a:p>
            <a:endParaRPr lang="zh-CN" altLang="en-US" sz="200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47C81-D28E-2996-ACF5-1F41AD5B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3BA3-BA81-4DF4-A4F6-107238AFE0C0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B1067-7CCA-A6ED-D77A-E0619B3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EA5F9-E53B-9CBD-33BA-0C050B93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A79A3ED-2508-8512-0B07-DBD6EA8EFA9B}"/>
              </a:ext>
            </a:extLst>
          </p:cNvPr>
          <p:cNvSpPr/>
          <p:nvPr/>
        </p:nvSpPr>
        <p:spPr>
          <a:xfrm>
            <a:off x="750175" y="1220605"/>
            <a:ext cx="7643650" cy="577516"/>
          </a:xfrm>
          <a:prstGeom prst="roundRect">
            <a:avLst>
              <a:gd name="adj" fmla="val 17545"/>
            </a:avLst>
          </a:prstGeom>
          <a:solidFill>
            <a:srgbClr val="C00000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rgbClr val="C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zh-CN" altLang="en-US" sz="2800"/>
              <a:t>本节为</a:t>
            </a:r>
            <a:r>
              <a:rPr lang="en-US" altLang="zh-CN" sz="2800"/>
              <a:t>5.3</a:t>
            </a:r>
            <a:r>
              <a:rPr lang="zh-CN" altLang="en-US" sz="2800"/>
              <a:t>中单独提炼出的内容，需重点掌握！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808062-EFFE-2CBE-F992-2509215CEEAD}"/>
              </a:ext>
            </a:extLst>
          </p:cNvPr>
          <p:cNvSpPr txBox="1"/>
          <p:nvPr/>
        </p:nvSpPr>
        <p:spPr>
          <a:xfrm>
            <a:off x="2905579" y="3607407"/>
            <a:ext cx="3850821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b="1" i="1"/>
              <a:t>integer</a:t>
            </a:r>
          </a:p>
          <a:p>
            <a:r>
              <a:rPr lang="en-US" altLang="zh-CN" sz="2800" b="1" i="1"/>
              <a:t>real</a:t>
            </a:r>
          </a:p>
          <a:p>
            <a:r>
              <a:rPr lang="en-US" altLang="zh-CN" sz="2800" b="1" i="1"/>
              <a:t>char</a:t>
            </a:r>
          </a:p>
          <a:p>
            <a:r>
              <a:rPr lang="en-US" altLang="zh-CN" sz="2800" b="1" i="1" err="1"/>
              <a:t>boolean</a:t>
            </a:r>
            <a:endParaRPr lang="en-US" altLang="zh-CN" sz="2800" b="1" i="1"/>
          </a:p>
          <a:p>
            <a:r>
              <a:rPr lang="en-US" altLang="zh-CN" sz="2800" b="1" i="1"/>
              <a:t>…</a:t>
            </a:r>
          </a:p>
          <a:p>
            <a:r>
              <a:rPr lang="en-US" altLang="zh-CN" sz="2800" b="1" i="1"/>
              <a:t>void </a:t>
            </a:r>
            <a:r>
              <a:rPr lang="zh-CN" altLang="en-US" sz="2800"/>
              <a:t>（无类型）</a:t>
            </a:r>
            <a:endParaRPr lang="en-US" altLang="zh-CN" sz="2800"/>
          </a:p>
          <a:p>
            <a:r>
              <a:rPr lang="en-US" altLang="zh-CN" sz="2800" b="1" i="1" err="1"/>
              <a:t>type_error</a:t>
            </a:r>
            <a:r>
              <a:rPr lang="zh-CN" altLang="en-US" sz="2800"/>
              <a:t>（出错类型）</a:t>
            </a:r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1809059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用基本类型构造出的构造类型</a:t>
            </a:r>
            <a:endParaRPr lang="en-US" altLang="zh-CN"/>
          </a:p>
          <a:p>
            <a:pPr lvl="1"/>
            <a:r>
              <a:rPr lang="zh-CN" altLang="en-US"/>
              <a:t>数组构造符</a:t>
            </a:r>
            <a:r>
              <a:rPr lang="en-US" altLang="zh-CN" b="1" i="1">
                <a:solidFill>
                  <a:schemeClr val="bg1"/>
                </a:solidFill>
              </a:rPr>
              <a:t>array</a:t>
            </a:r>
          </a:p>
          <a:p>
            <a:pPr lvl="2"/>
            <a:r>
              <a:rPr lang="zh-CN" altLang="en-US"/>
              <a:t>若</a:t>
            </a:r>
            <a:r>
              <a:rPr lang="en-US" altLang="zh-CN" b="1" i="1"/>
              <a:t>T</a:t>
            </a:r>
            <a:r>
              <a:rPr lang="zh-CN" altLang="en-US"/>
              <a:t>是类型表达式，则</a:t>
            </a:r>
            <a:r>
              <a:rPr lang="en-US" altLang="zh-CN" b="1" i="1">
                <a:solidFill>
                  <a:schemeClr val="bg1"/>
                </a:solidFill>
              </a:rPr>
              <a:t>array</a:t>
            </a:r>
            <a:r>
              <a:rPr lang="en-US" altLang="zh-CN"/>
              <a:t>(</a:t>
            </a:r>
            <a:r>
              <a:rPr lang="en-US" altLang="zh-CN" b="1" i="1"/>
              <a:t>num, T</a:t>
            </a:r>
            <a:r>
              <a:rPr lang="en-US" altLang="zh-CN"/>
              <a:t>)</a:t>
            </a:r>
            <a:r>
              <a:rPr lang="zh-CN" altLang="en-US"/>
              <a:t>是类型表达式</a:t>
            </a:r>
            <a:endParaRPr lang="en-US" altLang="zh-CN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5B6DFD2A-7010-42C5-A5A2-9DEA42F72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34565"/>
              </p:ext>
            </p:extLst>
          </p:nvPr>
        </p:nvGraphicFramePr>
        <p:xfrm>
          <a:off x="1304488" y="2842870"/>
          <a:ext cx="6535023" cy="1323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2906">
                  <a:extLst>
                    <a:ext uri="{9D8B030D-6E8A-4147-A177-3AD203B41FA5}">
                      <a16:colId xmlns:a16="http://schemas.microsoft.com/office/drawing/2014/main" val="3022869040"/>
                    </a:ext>
                  </a:extLst>
                </a:gridCol>
                <a:gridCol w="2550253">
                  <a:extLst>
                    <a:ext uri="{9D8B030D-6E8A-4147-A177-3AD203B41FA5}">
                      <a16:colId xmlns:a16="http://schemas.microsoft.com/office/drawing/2014/main" val="2804057631"/>
                    </a:ext>
                  </a:extLst>
                </a:gridCol>
                <a:gridCol w="2541864">
                  <a:extLst>
                    <a:ext uri="{9D8B030D-6E8A-4147-A177-3AD203B41FA5}">
                      <a16:colId xmlns:a16="http://schemas.microsoft.com/office/drawing/2014/main" val="960640749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C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PASCAL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/>
                        <a:t>类型表达式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445188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int[3]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array[3] of integer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array</a:t>
                      </a:r>
                      <a:r>
                        <a:rPr lang="en-US" altLang="zh-CN" sz="2000"/>
                        <a:t>(</a:t>
                      </a:r>
                      <a:r>
                        <a:rPr lang="en-US" altLang="zh-CN" sz="2000" b="1"/>
                        <a:t>3, int</a:t>
                      </a:r>
                      <a:r>
                        <a:rPr lang="en-US" altLang="zh-CN" sz="2000"/>
                        <a:t>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9552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/>
                        <a:t>int[2][3]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array[2,3] of integer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array</a:t>
                      </a:r>
                      <a:r>
                        <a:rPr lang="en-US" altLang="zh-CN" sz="2000"/>
                        <a:t>(</a:t>
                      </a:r>
                      <a:r>
                        <a:rPr lang="en-US" altLang="zh-CN" sz="2000" b="1"/>
                        <a:t>2, array(3, int</a:t>
                      </a:r>
                      <a:r>
                        <a:rPr lang="en-US" altLang="zh-CN" sz="2000"/>
                        <a:t>))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591147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771101-2962-0038-AC90-AF9C815F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265C-A54F-41C8-80E5-A769E7BF1C16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7D1D1D-4304-A8E6-A4FC-7285A877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E4E88-3CE7-08E1-9FE4-D709E182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8F048F9-098C-AC0E-5DF9-D13F07A71B7C}"/>
              </a:ext>
            </a:extLst>
          </p:cNvPr>
          <p:cNvCxnSpPr>
            <a:cxnSpLocks/>
          </p:cNvCxnSpPr>
          <p:nvPr/>
        </p:nvCxnSpPr>
        <p:spPr>
          <a:xfrm>
            <a:off x="3181350" y="2256843"/>
            <a:ext cx="86152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89FD99C-FF16-22CC-48E3-AFBB7FA09303}"/>
              </a:ext>
            </a:extLst>
          </p:cNvPr>
          <p:cNvSpPr txBox="1"/>
          <p:nvPr/>
        </p:nvSpPr>
        <p:spPr>
          <a:xfrm>
            <a:off x="3116270" y="1776370"/>
            <a:ext cx="1183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>
                <a:solidFill>
                  <a:srgbClr val="C00000"/>
                </a:solidFill>
              </a:rPr>
              <a:t>array</a:t>
            </a:r>
            <a:endParaRPr lang="zh-CN" altLang="en-US" sz="2800">
              <a:solidFill>
                <a:srgbClr val="C00000"/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4ACA94A-C683-B5B7-3784-3BB62EA341D6}"/>
              </a:ext>
            </a:extLst>
          </p:cNvPr>
          <p:cNvCxnSpPr>
            <a:cxnSpLocks/>
          </p:cNvCxnSpPr>
          <p:nvPr/>
        </p:nvCxnSpPr>
        <p:spPr>
          <a:xfrm>
            <a:off x="4802430" y="2685167"/>
            <a:ext cx="67762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A4B027A-4163-C86D-206F-EB4FFFEBEC0A}"/>
              </a:ext>
            </a:extLst>
          </p:cNvPr>
          <p:cNvSpPr txBox="1"/>
          <p:nvPr/>
        </p:nvSpPr>
        <p:spPr>
          <a:xfrm>
            <a:off x="4705600" y="2256843"/>
            <a:ext cx="1183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>
                <a:solidFill>
                  <a:srgbClr val="C00000"/>
                </a:solidFill>
              </a:rPr>
              <a:t>array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5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用基本类型构造出的构造类型</a:t>
            </a:r>
            <a:endParaRPr lang="en-US" altLang="zh-CN"/>
          </a:p>
          <a:p>
            <a:pPr lvl="1"/>
            <a:r>
              <a:rPr lang="zh-CN" altLang="en-US"/>
              <a:t>数组构造符</a:t>
            </a:r>
            <a:r>
              <a:rPr lang="en-US" altLang="zh-CN" b="1" i="1">
                <a:solidFill>
                  <a:srgbClr val="C00000"/>
                </a:solidFill>
              </a:rPr>
              <a:t>array</a:t>
            </a:r>
          </a:p>
          <a:p>
            <a:pPr lvl="1"/>
            <a:r>
              <a:rPr lang="zh-CN" altLang="en-US"/>
              <a:t>指针构造符</a:t>
            </a:r>
            <a:r>
              <a:rPr lang="en-US" altLang="zh-CN" b="1" i="1">
                <a:solidFill>
                  <a:schemeClr val="bg1"/>
                </a:solidFill>
              </a:rPr>
              <a:t>pointer</a:t>
            </a:r>
          </a:p>
          <a:p>
            <a:pPr lvl="2"/>
            <a:r>
              <a:rPr lang="zh-CN" altLang="en-US"/>
              <a:t>若</a:t>
            </a:r>
            <a:r>
              <a:rPr lang="en-US" altLang="zh-CN" b="1" i="1"/>
              <a:t>T</a:t>
            </a:r>
            <a:r>
              <a:rPr lang="zh-CN" altLang="en-US"/>
              <a:t>是类型表达式，则</a:t>
            </a:r>
            <a:r>
              <a:rPr lang="en-US" altLang="zh-CN" b="1" i="1">
                <a:solidFill>
                  <a:schemeClr val="bg1"/>
                </a:solidFill>
              </a:rPr>
              <a:t>pointer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b="1" i="1">
                <a:solidFill>
                  <a:schemeClr val="bg1"/>
                </a:solidFill>
              </a:rPr>
              <a:t>T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zh-CN" altLang="en-US"/>
              <a:t>是类型表达式，表示一个指针类型</a:t>
            </a:r>
            <a:endParaRPr lang="en-US" altLang="zh-CN"/>
          </a:p>
          <a:p>
            <a:pPr lvl="2"/>
            <a:endParaRPr lang="en-US" altLang="zh-CN" sz="2000" b="1" i="1"/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58033087-B20F-4D97-999A-4E46D37E8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77294"/>
              </p:ext>
            </p:extLst>
          </p:nvPr>
        </p:nvGraphicFramePr>
        <p:xfrm>
          <a:off x="1304488" y="3717131"/>
          <a:ext cx="6535023" cy="882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2906">
                  <a:extLst>
                    <a:ext uri="{9D8B030D-6E8A-4147-A177-3AD203B41FA5}">
                      <a16:colId xmlns:a16="http://schemas.microsoft.com/office/drawing/2014/main" val="3022869040"/>
                    </a:ext>
                  </a:extLst>
                </a:gridCol>
                <a:gridCol w="2550253">
                  <a:extLst>
                    <a:ext uri="{9D8B030D-6E8A-4147-A177-3AD203B41FA5}">
                      <a16:colId xmlns:a16="http://schemas.microsoft.com/office/drawing/2014/main" val="2804057631"/>
                    </a:ext>
                  </a:extLst>
                </a:gridCol>
                <a:gridCol w="2541864">
                  <a:extLst>
                    <a:ext uri="{9D8B030D-6E8A-4147-A177-3AD203B41FA5}">
                      <a16:colId xmlns:a16="http://schemas.microsoft.com/office/drawing/2014/main" val="960640749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C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PASCAL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/>
                        <a:t>类型表达式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445188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int</a:t>
                      </a:r>
                      <a:r>
                        <a:rPr lang="zh-CN" altLang="en-US" sz="2000" b="1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^integer</a:t>
                      </a:r>
                      <a:endParaRPr lang="zh-CN" alt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/>
                        <a:t>pointer</a:t>
                      </a:r>
                      <a:r>
                        <a:rPr lang="en-US" altLang="zh-CN" sz="2000"/>
                        <a:t>(</a:t>
                      </a:r>
                      <a:r>
                        <a:rPr lang="en-US" altLang="zh-CN" sz="2000" b="1" i="1"/>
                        <a:t>int</a:t>
                      </a:r>
                      <a:r>
                        <a:rPr lang="en-US" altLang="zh-CN" sz="2000"/>
                        <a:t>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95520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A8DCB-C7B5-5756-ACFA-FBE3958B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4938-AE3A-4E3F-9DCA-AD9E8E704F31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92E24-0F5E-FF8B-607A-853FF386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ED9EF0-69AB-8B36-3FB1-6E01F0BB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2F42096-83D9-B31D-3223-E79A72084EDF}"/>
              </a:ext>
            </a:extLst>
          </p:cNvPr>
          <p:cNvCxnSpPr>
            <a:cxnSpLocks/>
          </p:cNvCxnSpPr>
          <p:nvPr/>
        </p:nvCxnSpPr>
        <p:spPr>
          <a:xfrm>
            <a:off x="3168900" y="2746882"/>
            <a:ext cx="106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5696F95-946F-DE00-0AB6-2412B8AA8AC1}"/>
              </a:ext>
            </a:extLst>
          </p:cNvPr>
          <p:cNvSpPr txBox="1"/>
          <p:nvPr/>
        </p:nvSpPr>
        <p:spPr>
          <a:xfrm>
            <a:off x="3103820" y="2266409"/>
            <a:ext cx="1379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>
                <a:solidFill>
                  <a:srgbClr val="C00000"/>
                </a:solidFill>
              </a:rPr>
              <a:t>pointer</a:t>
            </a:r>
            <a:endParaRPr lang="zh-CN" altLang="en-US" sz="2800">
              <a:solidFill>
                <a:srgbClr val="C00000"/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2308757-36D0-4FF6-313C-5FCD3E2FBD36}"/>
              </a:ext>
            </a:extLst>
          </p:cNvPr>
          <p:cNvCxnSpPr>
            <a:cxnSpLocks/>
          </p:cNvCxnSpPr>
          <p:nvPr/>
        </p:nvCxnSpPr>
        <p:spPr>
          <a:xfrm>
            <a:off x="4808098" y="3191588"/>
            <a:ext cx="129425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5A8ECE0-68EC-3E13-5E70-B200D7CAF691}"/>
              </a:ext>
            </a:extLst>
          </p:cNvPr>
          <p:cNvSpPr txBox="1"/>
          <p:nvPr/>
        </p:nvSpPr>
        <p:spPr>
          <a:xfrm>
            <a:off x="4711268" y="2763264"/>
            <a:ext cx="1391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>
                <a:solidFill>
                  <a:srgbClr val="C00000"/>
                </a:solidFill>
              </a:rPr>
              <a:t>pointer</a:t>
            </a:r>
            <a:r>
              <a:rPr lang="en-US" altLang="zh-CN" sz="2400" b="1">
                <a:solidFill>
                  <a:srgbClr val="C00000"/>
                </a:solidFill>
              </a:rPr>
              <a:t>(</a:t>
            </a:r>
            <a:r>
              <a:rPr lang="en-US" altLang="zh-CN" sz="2400" b="1" i="1">
                <a:solidFill>
                  <a:srgbClr val="C00000"/>
                </a:solidFill>
              </a:rPr>
              <a:t>T</a:t>
            </a:r>
            <a:r>
              <a:rPr lang="en-US" altLang="zh-CN" sz="2400" b="1">
                <a:solidFill>
                  <a:srgbClr val="C00000"/>
                </a:solidFill>
              </a:rPr>
              <a:t>)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02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用基本类型构造出的构造类型</a:t>
            </a:r>
            <a:endParaRPr lang="en-US" altLang="zh-CN"/>
          </a:p>
          <a:p>
            <a:pPr lvl="1"/>
            <a:r>
              <a:rPr lang="zh-CN" altLang="en-US"/>
              <a:t>数组构造符</a:t>
            </a:r>
            <a:r>
              <a:rPr lang="en-US" altLang="zh-CN" b="1" i="1">
                <a:solidFill>
                  <a:srgbClr val="C00000"/>
                </a:solidFill>
              </a:rPr>
              <a:t>array</a:t>
            </a:r>
          </a:p>
          <a:p>
            <a:pPr lvl="1"/>
            <a:r>
              <a:rPr lang="zh-CN" altLang="en-US"/>
              <a:t>指针构造符</a:t>
            </a:r>
            <a:r>
              <a:rPr lang="en-US" altLang="zh-CN" b="1" i="1">
                <a:solidFill>
                  <a:srgbClr val="C00000"/>
                </a:solidFill>
              </a:rPr>
              <a:t>pointer</a:t>
            </a:r>
            <a:endParaRPr lang="en-US" altLang="zh-CN" sz="2400" b="1" i="1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笛卡尔乘积构造符</a:t>
            </a:r>
            <a:r>
              <a:rPr lang="en-US" altLang="zh-CN">
                <a:solidFill>
                  <a:srgbClr val="C00000"/>
                </a:solidFill>
              </a:rPr>
              <a:t>×</a:t>
            </a:r>
            <a:r>
              <a:rPr lang="zh-CN" altLang="en-US"/>
              <a:t>和函数构造符</a:t>
            </a:r>
            <a:r>
              <a:rPr lang="zh-CN" altLang="en-US">
                <a:solidFill>
                  <a:srgbClr val="C00000"/>
                </a:solidFill>
              </a:rPr>
              <a:t>→</a:t>
            </a:r>
            <a:endParaRPr lang="en-US" altLang="zh-CN">
              <a:solidFill>
                <a:srgbClr val="C00000"/>
              </a:solidFill>
            </a:endParaRPr>
          </a:p>
          <a:p>
            <a:pPr lvl="2"/>
            <a:r>
              <a:rPr lang="zh-CN" altLang="en-US"/>
              <a:t>若</a:t>
            </a:r>
            <a:r>
              <a:rPr lang="en-US" altLang="zh-CN" b="1" i="1"/>
              <a:t>T</a:t>
            </a:r>
            <a:r>
              <a:rPr lang="en-US" altLang="zh-CN" b="1" i="1" baseline="-25000"/>
              <a:t>1</a:t>
            </a:r>
            <a:r>
              <a:rPr lang="en-US" altLang="zh-CN"/>
              <a:t>,</a:t>
            </a:r>
            <a:r>
              <a:rPr lang="en-US" altLang="zh-CN" b="1" i="1"/>
              <a:t>T</a:t>
            </a:r>
            <a:r>
              <a:rPr lang="en-US" altLang="zh-CN" b="1" i="1" baseline="-25000"/>
              <a:t>2</a:t>
            </a:r>
            <a:r>
              <a:rPr lang="en-US" altLang="zh-CN"/>
              <a:t>,</a:t>
            </a:r>
            <a:r>
              <a:rPr lang="en-US" altLang="zh-CN" i="1"/>
              <a:t> </a:t>
            </a:r>
            <a:r>
              <a:rPr lang="en-US" altLang="zh-CN"/>
              <a:t>…,</a:t>
            </a:r>
            <a:r>
              <a:rPr lang="en-US" altLang="zh-CN" i="1"/>
              <a:t> </a:t>
            </a:r>
            <a:r>
              <a:rPr lang="en-US" altLang="zh-CN" b="1" i="1"/>
              <a:t>T</a:t>
            </a:r>
            <a:r>
              <a:rPr lang="en-US" altLang="zh-CN" b="1" i="1" baseline="-25000"/>
              <a:t>n</a:t>
            </a:r>
            <a:r>
              <a:rPr lang="zh-CN" altLang="en-US"/>
              <a:t>和</a:t>
            </a:r>
            <a:r>
              <a:rPr lang="en-US" altLang="zh-CN" b="1" i="1"/>
              <a:t>R</a:t>
            </a:r>
            <a:r>
              <a:rPr lang="zh-CN" altLang="en-US"/>
              <a:t>是类型表达式，则</a:t>
            </a:r>
            <a:r>
              <a:rPr lang="en-US" altLang="zh-CN" b="1" i="1"/>
              <a:t>T</a:t>
            </a:r>
            <a:r>
              <a:rPr lang="en-US" altLang="zh-CN" b="1" i="1" baseline="-25000"/>
              <a:t>1</a:t>
            </a:r>
            <a:r>
              <a:rPr lang="en-US" altLang="zh-CN"/>
              <a:t>×</a:t>
            </a:r>
            <a:r>
              <a:rPr lang="en-US" altLang="zh-CN" b="1" i="1"/>
              <a:t>T</a:t>
            </a:r>
            <a:r>
              <a:rPr lang="en-US" altLang="zh-CN" b="1" i="1" baseline="-25000"/>
              <a:t>2</a:t>
            </a:r>
            <a:r>
              <a:rPr lang="en-US" altLang="zh-CN"/>
              <a:t>×…×</a:t>
            </a:r>
            <a:r>
              <a:rPr lang="en-US" altLang="zh-CN" b="1" i="1"/>
              <a:t>T</a:t>
            </a:r>
            <a:r>
              <a:rPr lang="en-US" altLang="zh-CN" b="1" i="1" baseline="-25000"/>
              <a:t>n</a:t>
            </a:r>
            <a:r>
              <a:rPr lang="zh-CN" altLang="en-US"/>
              <a:t>→</a:t>
            </a:r>
            <a:r>
              <a:rPr lang="en-US" altLang="zh-CN" b="1" i="1"/>
              <a:t>R</a:t>
            </a:r>
            <a:r>
              <a:rPr lang="zh-CN" altLang="en-US"/>
              <a:t>是类型表达式</a:t>
            </a:r>
            <a:endParaRPr lang="en-US" altLang="zh-CN"/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C31FD9E5-8B13-42D6-91B5-8038A568E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421698"/>
              </p:ext>
            </p:extLst>
          </p:nvPr>
        </p:nvGraphicFramePr>
        <p:xfrm>
          <a:off x="444616" y="4175754"/>
          <a:ext cx="8254768" cy="1323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6030">
                  <a:extLst>
                    <a:ext uri="{9D8B030D-6E8A-4147-A177-3AD203B41FA5}">
                      <a16:colId xmlns:a16="http://schemas.microsoft.com/office/drawing/2014/main" val="3022869040"/>
                    </a:ext>
                  </a:extLst>
                </a:gridCol>
                <a:gridCol w="3582099">
                  <a:extLst>
                    <a:ext uri="{9D8B030D-6E8A-4147-A177-3AD203B41FA5}">
                      <a16:colId xmlns:a16="http://schemas.microsoft.com/office/drawing/2014/main" val="2804057631"/>
                    </a:ext>
                  </a:extLst>
                </a:gridCol>
                <a:gridCol w="2256639">
                  <a:extLst>
                    <a:ext uri="{9D8B030D-6E8A-4147-A177-3AD203B41FA5}">
                      <a16:colId xmlns:a16="http://schemas.microsoft.com/office/drawing/2014/main" val="960640749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C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PASCAL</a:t>
                      </a:r>
                      <a:r>
                        <a:rPr lang="zh-CN" altLang="en-US" sz="2000" b="1"/>
                        <a:t>语言类型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/>
                        <a:t>类型表达式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445188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bool foo(int </a:t>
                      </a:r>
                      <a:r>
                        <a:rPr lang="en-US" altLang="zh-CN" sz="2000" b="1" err="1"/>
                        <a:t>x,char</a:t>
                      </a:r>
                      <a:r>
                        <a:rPr lang="en-US" altLang="zh-CN" sz="2000" b="1"/>
                        <a:t> z)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foo(</a:t>
                      </a:r>
                      <a:r>
                        <a:rPr lang="en-US" altLang="zh-CN" sz="2000" b="1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x:int,z:char</a:t>
                      </a:r>
                      <a:r>
                        <a:rPr lang="en-US" altLang="zh-CN" sz="20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):bool</a:t>
                      </a:r>
                      <a:endParaRPr lang="zh-CN" alt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err="1"/>
                        <a:t>int</a:t>
                      </a:r>
                      <a:r>
                        <a:rPr lang="en-US" altLang="zh-CN" sz="2000" err="1"/>
                        <a:t>×</a:t>
                      </a:r>
                      <a:r>
                        <a:rPr lang="en-US" altLang="zh-CN" sz="2000" b="1" i="1" err="1"/>
                        <a:t>char</a:t>
                      </a:r>
                      <a:r>
                        <a:rPr lang="en-US" altLang="zh-CN" sz="2000" b="1" i="1"/>
                        <a:t> </a:t>
                      </a:r>
                      <a:r>
                        <a:rPr lang="zh-CN" altLang="en-US" sz="2000"/>
                        <a:t>→</a:t>
                      </a:r>
                      <a:r>
                        <a:rPr lang="en-US" altLang="zh-CN" sz="2000" b="1" i="1"/>
                        <a:t>bool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9552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/>
                        <a:t>void bar()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procedure bar()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/>
                        <a:t>void</a:t>
                      </a:r>
                      <a:r>
                        <a:rPr lang="zh-CN" altLang="en-US" sz="2000"/>
                        <a:t>→</a:t>
                      </a:r>
                      <a:r>
                        <a:rPr lang="en-US" altLang="zh-CN" sz="2000" b="1" i="1"/>
                        <a:t>void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47018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C42E9-4F27-0D91-D818-771C98A7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51224-F5DC-43E7-B46C-2B4C2B4D785C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A4E9A-51F2-D879-6F7C-BB90E5CF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7C2ED-91F7-199A-E22C-7BFAC8D9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5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437115"/>
          </a:xfrm>
        </p:spPr>
        <p:txBody>
          <a:bodyPr>
            <a:normAutofit/>
          </a:bodyPr>
          <a:lstStyle/>
          <a:p>
            <a:r>
              <a:rPr lang="zh-CN" altLang="en-US"/>
              <a:t>用基本类型构造出的构造类型</a:t>
            </a:r>
            <a:endParaRPr lang="en-US" altLang="zh-CN"/>
          </a:p>
          <a:p>
            <a:pPr lvl="1"/>
            <a:r>
              <a:rPr lang="zh-CN" altLang="en-US"/>
              <a:t>数组构造符</a:t>
            </a:r>
            <a:r>
              <a:rPr lang="en-US" altLang="zh-CN" b="1" i="1">
                <a:solidFill>
                  <a:srgbClr val="C00000"/>
                </a:solidFill>
              </a:rPr>
              <a:t>array</a:t>
            </a:r>
          </a:p>
          <a:p>
            <a:pPr lvl="1"/>
            <a:r>
              <a:rPr lang="zh-CN" altLang="en-US"/>
              <a:t>指针构造符</a:t>
            </a:r>
            <a:r>
              <a:rPr lang="en-US" altLang="zh-CN" b="1" i="1">
                <a:solidFill>
                  <a:srgbClr val="C00000"/>
                </a:solidFill>
              </a:rPr>
              <a:t>pointer</a:t>
            </a:r>
            <a:endParaRPr lang="en-US" altLang="zh-CN" sz="2400" b="1" i="1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笛卡尔乘积构造符</a:t>
            </a:r>
            <a:r>
              <a:rPr lang="en-US" altLang="zh-CN">
                <a:solidFill>
                  <a:srgbClr val="C00000"/>
                </a:solidFill>
              </a:rPr>
              <a:t>×</a:t>
            </a:r>
            <a:r>
              <a:rPr lang="zh-CN" altLang="en-US"/>
              <a:t>和函数构造符</a:t>
            </a:r>
            <a:r>
              <a:rPr lang="zh-CN" altLang="en-US">
                <a:solidFill>
                  <a:srgbClr val="C00000"/>
                </a:solidFill>
              </a:rPr>
              <a:t>→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记录构造符</a:t>
            </a:r>
            <a:r>
              <a:rPr lang="en-US" altLang="zh-CN" b="1" i="1">
                <a:solidFill>
                  <a:schemeClr val="bg1"/>
                </a:solidFill>
              </a:rPr>
              <a:t>record</a:t>
            </a:r>
          </a:p>
          <a:p>
            <a:pPr lvl="2"/>
            <a:r>
              <a:rPr lang="zh-CN" altLang="en-US"/>
              <a:t>若有标识符</a:t>
            </a:r>
            <a:r>
              <a:rPr lang="en-US" altLang="zh-CN" b="1" i="1"/>
              <a:t>N</a:t>
            </a:r>
            <a:r>
              <a:rPr lang="en-US" altLang="zh-CN" b="1" i="1" baseline="-25000"/>
              <a:t>1</a:t>
            </a:r>
            <a:r>
              <a:rPr lang="en-US" altLang="zh-CN"/>
              <a:t>,</a:t>
            </a:r>
            <a:r>
              <a:rPr lang="en-US" altLang="zh-CN" b="1" i="1"/>
              <a:t>N</a:t>
            </a:r>
            <a:r>
              <a:rPr lang="en-US" altLang="zh-CN" b="1" i="1" baseline="-25000"/>
              <a:t>2</a:t>
            </a:r>
            <a:r>
              <a:rPr lang="en-US" altLang="zh-CN"/>
              <a:t>,</a:t>
            </a:r>
            <a:r>
              <a:rPr lang="en-US" altLang="zh-CN" i="1"/>
              <a:t> </a:t>
            </a:r>
            <a:r>
              <a:rPr lang="en-US" altLang="zh-CN"/>
              <a:t>…,</a:t>
            </a:r>
            <a:r>
              <a:rPr lang="en-US" altLang="zh-CN" i="1"/>
              <a:t> </a:t>
            </a:r>
            <a:r>
              <a:rPr lang="en-US" altLang="zh-CN" b="1" i="1" err="1"/>
              <a:t>N</a:t>
            </a:r>
            <a:r>
              <a:rPr lang="en-US" altLang="zh-CN" b="1" i="1" baseline="-25000" err="1"/>
              <a:t>n</a:t>
            </a:r>
            <a:r>
              <a:rPr lang="zh-CN" altLang="en-US"/>
              <a:t>与类型表达式</a:t>
            </a:r>
            <a:r>
              <a:rPr lang="en-US" altLang="zh-CN" b="1" i="1"/>
              <a:t>T</a:t>
            </a:r>
            <a:r>
              <a:rPr lang="en-US" altLang="zh-CN" b="1" i="1" baseline="-25000"/>
              <a:t>1</a:t>
            </a:r>
            <a:r>
              <a:rPr lang="en-US" altLang="zh-CN"/>
              <a:t>,</a:t>
            </a:r>
            <a:r>
              <a:rPr lang="en-US" altLang="zh-CN" b="1" i="1"/>
              <a:t>T</a:t>
            </a:r>
            <a:r>
              <a:rPr lang="en-US" altLang="zh-CN" b="1" i="1" baseline="-25000"/>
              <a:t>2</a:t>
            </a:r>
            <a:r>
              <a:rPr lang="en-US" altLang="zh-CN"/>
              <a:t>,</a:t>
            </a:r>
            <a:r>
              <a:rPr lang="en-US" altLang="zh-CN" i="1"/>
              <a:t> </a:t>
            </a:r>
            <a:r>
              <a:rPr lang="en-US" altLang="zh-CN"/>
              <a:t>…,</a:t>
            </a:r>
            <a:r>
              <a:rPr lang="en-US" altLang="zh-CN" i="1"/>
              <a:t> </a:t>
            </a:r>
            <a:r>
              <a:rPr lang="en-US" altLang="zh-CN" b="1" i="1"/>
              <a:t>T</a:t>
            </a:r>
            <a:r>
              <a:rPr lang="en-US" altLang="zh-CN" b="1" i="1" baseline="-25000"/>
              <a:t>n </a:t>
            </a:r>
            <a:r>
              <a:rPr lang="zh-CN" altLang="en-US"/>
              <a:t>，则</a:t>
            </a:r>
            <a:r>
              <a:rPr lang="en-US" altLang="zh-CN" b="1" i="1">
                <a:solidFill>
                  <a:schemeClr val="bg1"/>
                </a:solidFill>
              </a:rPr>
              <a:t>record</a:t>
            </a:r>
            <a:r>
              <a:rPr lang="en-US" altLang="zh-CN" b="1">
                <a:solidFill>
                  <a:schemeClr val="bg1"/>
                </a:solidFill>
              </a:rPr>
              <a:t>(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r>
              <a:rPr lang="en-US" altLang="zh-CN" b="1" i="1" baseline="-25000">
                <a:solidFill>
                  <a:schemeClr val="bg1"/>
                </a:solidFill>
              </a:rPr>
              <a:t>1</a:t>
            </a:r>
            <a:r>
              <a:rPr lang="en-US" altLang="zh-CN" b="1">
                <a:solidFill>
                  <a:schemeClr val="bg1"/>
                </a:solidFill>
              </a:rPr>
              <a:t>: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b="1" i="1">
                <a:solidFill>
                  <a:schemeClr val="bg1"/>
                </a:solidFill>
              </a:rPr>
              <a:t>T</a:t>
            </a:r>
            <a:r>
              <a:rPr lang="en-US" altLang="zh-CN" b="1" i="1" baseline="-25000">
                <a:solidFill>
                  <a:schemeClr val="bg1"/>
                </a:solidFill>
              </a:rPr>
              <a:t>1</a:t>
            </a:r>
            <a:r>
              <a:rPr lang="en-US" altLang="zh-CN" b="1">
                <a:solidFill>
                  <a:schemeClr val="bg1"/>
                </a:solidFill>
              </a:rPr>
              <a:t>, </a:t>
            </a:r>
            <a:r>
              <a:rPr lang="en-US" altLang="zh-CN" b="1" i="1">
                <a:solidFill>
                  <a:schemeClr val="bg1"/>
                </a:solidFill>
              </a:rPr>
              <a:t>N</a:t>
            </a:r>
            <a:r>
              <a:rPr lang="en-US" altLang="zh-CN" b="1" i="1" baseline="-25000">
                <a:solidFill>
                  <a:schemeClr val="bg1"/>
                </a:solidFill>
              </a:rPr>
              <a:t>2</a:t>
            </a:r>
            <a:r>
              <a:rPr lang="en-US" altLang="zh-CN" b="1">
                <a:solidFill>
                  <a:schemeClr val="bg1"/>
                </a:solidFill>
              </a:rPr>
              <a:t>: </a:t>
            </a:r>
            <a:r>
              <a:rPr lang="en-US" altLang="zh-CN" b="1" i="1">
                <a:solidFill>
                  <a:schemeClr val="bg1"/>
                </a:solidFill>
              </a:rPr>
              <a:t>T</a:t>
            </a:r>
            <a:r>
              <a:rPr lang="en-US" altLang="zh-CN" b="1" i="1" baseline="-25000">
                <a:solidFill>
                  <a:schemeClr val="bg1"/>
                </a:solidFill>
              </a:rPr>
              <a:t>2</a:t>
            </a:r>
            <a:r>
              <a:rPr lang="en-US" altLang="zh-CN" b="1">
                <a:solidFill>
                  <a:schemeClr val="bg1"/>
                </a:solidFill>
              </a:rPr>
              <a:t>,</a:t>
            </a:r>
            <a:r>
              <a:rPr lang="en-US" altLang="zh-CN">
                <a:solidFill>
                  <a:schemeClr val="bg1"/>
                </a:solidFill>
              </a:rPr>
              <a:t>…</a:t>
            </a:r>
            <a:r>
              <a:rPr lang="en-US" altLang="zh-CN" b="1">
                <a:solidFill>
                  <a:schemeClr val="bg1"/>
                </a:solidFill>
              </a:rPr>
              <a:t>,</a:t>
            </a:r>
            <a:r>
              <a:rPr lang="zh-CN" altLang="en-US" b="1">
                <a:solidFill>
                  <a:schemeClr val="bg1"/>
                </a:solidFill>
              </a:rPr>
              <a:t> </a:t>
            </a:r>
            <a:r>
              <a:rPr lang="en-US" altLang="zh-CN" b="1" i="1" err="1">
                <a:solidFill>
                  <a:schemeClr val="bg1"/>
                </a:solidFill>
              </a:rPr>
              <a:t>N</a:t>
            </a:r>
            <a:r>
              <a:rPr lang="en-US" altLang="zh-CN" b="1" i="1" baseline="-25000" err="1">
                <a:solidFill>
                  <a:schemeClr val="bg1"/>
                </a:solidFill>
              </a:rPr>
              <a:t>n</a:t>
            </a:r>
            <a:r>
              <a:rPr lang="en-US" altLang="zh-CN" b="1">
                <a:solidFill>
                  <a:schemeClr val="bg1"/>
                </a:solidFill>
              </a:rPr>
              <a:t>: </a:t>
            </a:r>
            <a:r>
              <a:rPr lang="en-US" altLang="zh-CN" b="1" i="1">
                <a:solidFill>
                  <a:schemeClr val="bg1"/>
                </a:solidFill>
              </a:rPr>
              <a:t>T</a:t>
            </a:r>
            <a:r>
              <a:rPr lang="en-US" altLang="zh-CN" b="1" i="1" baseline="-25000">
                <a:solidFill>
                  <a:schemeClr val="bg1"/>
                </a:solidFill>
              </a:rPr>
              <a:t>n</a:t>
            </a:r>
            <a:r>
              <a:rPr lang="en-US" altLang="zh-CN" b="1">
                <a:solidFill>
                  <a:schemeClr val="bg1"/>
                </a:solidFill>
              </a:rPr>
              <a:t>))</a:t>
            </a:r>
            <a:r>
              <a:rPr lang="zh-CN" altLang="en-US"/>
              <a:t>是类型表达式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C9AD00-D210-4E80-8E31-43B3DF13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3443B-D262-4886-A76D-7E60472AD112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64846-C957-4A0A-5F22-28DB877C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2A2B3B-889E-AFBA-6C05-BE573BE0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18721B-C475-4BA1-3F63-5901141836FB}"/>
              </a:ext>
            </a:extLst>
          </p:cNvPr>
          <p:cNvCxnSpPr>
            <a:cxnSpLocks/>
          </p:cNvCxnSpPr>
          <p:nvPr/>
        </p:nvCxnSpPr>
        <p:spPr>
          <a:xfrm>
            <a:off x="3162550" y="3724782"/>
            <a:ext cx="106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9FD02E4-0EAE-E8A4-BD12-CCA62E9F3368}"/>
              </a:ext>
            </a:extLst>
          </p:cNvPr>
          <p:cNvSpPr txBox="1"/>
          <p:nvPr/>
        </p:nvSpPr>
        <p:spPr>
          <a:xfrm>
            <a:off x="3097470" y="3244309"/>
            <a:ext cx="1379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>
                <a:solidFill>
                  <a:srgbClr val="C00000"/>
                </a:solidFill>
              </a:rPr>
              <a:t>record</a:t>
            </a:r>
            <a:endParaRPr lang="zh-CN" altLang="en-US" sz="2800">
              <a:solidFill>
                <a:srgbClr val="C00000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AACB83-5734-FE0B-F771-8D907CC8CB07}"/>
              </a:ext>
            </a:extLst>
          </p:cNvPr>
          <p:cNvCxnSpPr>
            <a:cxnSpLocks/>
          </p:cNvCxnSpPr>
          <p:nvPr/>
        </p:nvCxnSpPr>
        <p:spPr>
          <a:xfrm>
            <a:off x="2795148" y="4518738"/>
            <a:ext cx="42724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A9662C8-3B5D-9BBC-2059-83CDC34C9B2F}"/>
              </a:ext>
            </a:extLst>
          </p:cNvPr>
          <p:cNvSpPr txBox="1"/>
          <p:nvPr/>
        </p:nvSpPr>
        <p:spPr>
          <a:xfrm>
            <a:off x="2736418" y="4115814"/>
            <a:ext cx="478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400" b="1" i="1">
                <a:solidFill>
                  <a:srgbClr val="C00000"/>
                </a:solidFill>
              </a:rPr>
              <a:t>record</a:t>
            </a:r>
            <a:r>
              <a:rPr lang="fr-FR" altLang="zh-CN" sz="2400" b="1">
                <a:solidFill>
                  <a:srgbClr val="C00000"/>
                </a:solidFill>
              </a:rPr>
              <a:t>(</a:t>
            </a:r>
            <a:r>
              <a:rPr lang="fr-FR" altLang="zh-CN" sz="2400" b="1" i="1">
                <a:solidFill>
                  <a:srgbClr val="C00000"/>
                </a:solidFill>
              </a:rPr>
              <a:t>N</a:t>
            </a:r>
            <a:r>
              <a:rPr lang="fr-FR" altLang="zh-CN" sz="2400" b="1" baseline="-25000">
                <a:solidFill>
                  <a:srgbClr val="C00000"/>
                </a:solidFill>
              </a:rPr>
              <a:t>1</a:t>
            </a:r>
            <a:r>
              <a:rPr lang="fr-FR" altLang="zh-CN" sz="2400" b="1" i="1">
                <a:solidFill>
                  <a:srgbClr val="C00000"/>
                </a:solidFill>
              </a:rPr>
              <a:t>: T</a:t>
            </a:r>
            <a:r>
              <a:rPr lang="fr-FR" altLang="zh-CN" sz="2400" b="1" baseline="-25000">
                <a:solidFill>
                  <a:srgbClr val="C00000"/>
                </a:solidFill>
              </a:rPr>
              <a:t>1</a:t>
            </a:r>
            <a:r>
              <a:rPr lang="fr-FR" altLang="zh-CN" sz="2400" b="1" i="1">
                <a:solidFill>
                  <a:srgbClr val="C00000"/>
                </a:solidFill>
              </a:rPr>
              <a:t>, N</a:t>
            </a:r>
            <a:r>
              <a:rPr lang="fr-FR" altLang="zh-CN" sz="2400" b="1" baseline="-25000">
                <a:solidFill>
                  <a:srgbClr val="C00000"/>
                </a:solidFill>
              </a:rPr>
              <a:t>2</a:t>
            </a:r>
            <a:r>
              <a:rPr lang="fr-FR" altLang="zh-CN" sz="2400" b="1" i="1">
                <a:solidFill>
                  <a:srgbClr val="C00000"/>
                </a:solidFill>
              </a:rPr>
              <a:t>: T</a:t>
            </a:r>
            <a:r>
              <a:rPr lang="fr-FR" altLang="zh-CN" sz="2400" b="1" baseline="-25000">
                <a:solidFill>
                  <a:srgbClr val="C00000"/>
                </a:solidFill>
              </a:rPr>
              <a:t>2</a:t>
            </a:r>
            <a:r>
              <a:rPr lang="fr-FR" altLang="zh-CN" sz="2400" b="1" i="1">
                <a:solidFill>
                  <a:srgbClr val="C00000"/>
                </a:solidFill>
              </a:rPr>
              <a:t>,…, N</a:t>
            </a:r>
            <a:r>
              <a:rPr lang="fr-FR" altLang="zh-CN" sz="2400" b="1" baseline="-25000">
                <a:solidFill>
                  <a:srgbClr val="C00000"/>
                </a:solidFill>
              </a:rPr>
              <a:t>n</a:t>
            </a:r>
            <a:r>
              <a:rPr lang="fr-FR" altLang="zh-CN" sz="2400" b="1" i="1">
                <a:solidFill>
                  <a:srgbClr val="C00000"/>
                </a:solidFill>
              </a:rPr>
              <a:t>: T</a:t>
            </a:r>
            <a:r>
              <a:rPr lang="fr-FR" altLang="zh-CN" sz="2400" b="1" baseline="-25000">
                <a:solidFill>
                  <a:srgbClr val="C00000"/>
                </a:solidFill>
              </a:rPr>
              <a:t>n</a:t>
            </a:r>
            <a:r>
              <a:rPr lang="fr-FR" altLang="zh-CN" sz="2400" b="1">
                <a:solidFill>
                  <a:srgbClr val="C00000"/>
                </a:solidFill>
              </a:rPr>
              <a:t>))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01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437115"/>
          </a:xfrm>
        </p:spPr>
        <p:txBody>
          <a:bodyPr>
            <a:normAutofit/>
          </a:bodyPr>
          <a:lstStyle/>
          <a:p>
            <a:r>
              <a:rPr lang="zh-CN" altLang="en-US"/>
              <a:t>用基本类型构造出的构造类型</a:t>
            </a:r>
            <a:endParaRPr lang="en-US" altLang="zh-CN"/>
          </a:p>
          <a:p>
            <a:pPr lvl="1"/>
            <a:r>
              <a:rPr lang="zh-CN" altLang="en-US"/>
              <a:t>数组构造符</a:t>
            </a:r>
            <a:r>
              <a:rPr lang="en-US" altLang="zh-CN" b="1" i="1">
                <a:solidFill>
                  <a:srgbClr val="C00000"/>
                </a:solidFill>
              </a:rPr>
              <a:t>array</a:t>
            </a:r>
          </a:p>
          <a:p>
            <a:pPr lvl="1"/>
            <a:r>
              <a:rPr lang="zh-CN" altLang="en-US"/>
              <a:t>指针构造符</a:t>
            </a:r>
            <a:r>
              <a:rPr lang="en-US" altLang="zh-CN" b="1" i="1">
                <a:solidFill>
                  <a:srgbClr val="C00000"/>
                </a:solidFill>
              </a:rPr>
              <a:t>pointer</a:t>
            </a:r>
            <a:endParaRPr lang="en-US" altLang="zh-CN" sz="2400" b="1" i="1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笛卡尔乘积构造符</a:t>
            </a:r>
            <a:r>
              <a:rPr lang="en-US" altLang="zh-CN">
                <a:solidFill>
                  <a:srgbClr val="C00000"/>
                </a:solidFill>
              </a:rPr>
              <a:t>×</a:t>
            </a:r>
            <a:r>
              <a:rPr lang="zh-CN" altLang="en-US"/>
              <a:t>和函数构造符</a:t>
            </a:r>
            <a:r>
              <a:rPr lang="zh-CN" altLang="en-US">
                <a:solidFill>
                  <a:srgbClr val="C00000"/>
                </a:solidFill>
              </a:rPr>
              <a:t>→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记录构造符</a:t>
            </a:r>
            <a:r>
              <a:rPr lang="en-US" altLang="zh-CN" b="1" i="1">
                <a:solidFill>
                  <a:srgbClr val="C00000"/>
                </a:solidFill>
              </a:rPr>
              <a:t>record</a:t>
            </a:r>
          </a:p>
          <a:p>
            <a:pPr lvl="1"/>
            <a:r>
              <a:rPr lang="zh-CN" altLang="en-US"/>
              <a:t>可以为类型表达式</a:t>
            </a:r>
            <a:r>
              <a:rPr lang="zh-CN" altLang="en-US">
                <a:solidFill>
                  <a:srgbClr val="C00000"/>
                </a:solidFill>
              </a:rPr>
              <a:t>命名</a:t>
            </a:r>
            <a:r>
              <a:rPr lang="zh-CN" altLang="en-US"/>
              <a:t>，类型名也是类型表达式，通常用在</a:t>
            </a:r>
            <a:r>
              <a:rPr lang="en-US" altLang="zh-CN" b="1"/>
              <a:t>typedef</a:t>
            </a:r>
            <a:r>
              <a:rPr lang="zh-CN" altLang="en-US"/>
              <a:t>或</a:t>
            </a:r>
            <a:r>
              <a:rPr lang="en-US" altLang="zh-CN" b="1"/>
              <a:t>struct</a:t>
            </a:r>
            <a:r>
              <a:rPr lang="zh-CN" altLang="en-US"/>
              <a:t>里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4D28A-06F2-2C34-FB75-D06A10BB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384C-0BD0-4AE8-9029-D085CB712F4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342C97-3CAD-7C31-C84D-D8335B0C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320CB-E0BC-1C42-8B52-EB59FFE7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985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2A59-69B1-4040-AA09-7425F37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5.15 </a:t>
            </a:r>
            <a:r>
              <a:rPr lang="zh-CN" altLang="en-US"/>
              <a:t>类型表达式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2C89-5C7A-4439-BE62-54B7D3A96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755896"/>
          </a:xfrm>
        </p:spPr>
        <p:txBody>
          <a:bodyPr>
            <a:normAutofit/>
          </a:bodyPr>
          <a:lstStyle/>
          <a:p>
            <a:r>
              <a:rPr lang="zh-CN" altLang="en-US" sz="2800"/>
              <a:t>练习：有</a:t>
            </a:r>
            <a:r>
              <a:rPr lang="en-US" altLang="zh-CN" sz="2800"/>
              <a:t>C</a:t>
            </a:r>
            <a:r>
              <a:rPr lang="zh-CN" altLang="en-US" sz="2800"/>
              <a:t>语言片段：</a:t>
            </a:r>
            <a:endParaRPr lang="en-US" altLang="zh-CN" sz="2400"/>
          </a:p>
          <a:p>
            <a:r>
              <a:rPr lang="zh-CN" altLang="en-US" sz="2000"/>
              <a:t>和</a:t>
            </a:r>
            <a:r>
              <a:rPr lang="en-US" altLang="zh-CN" sz="2000" b="1" i="1"/>
              <a:t>SHORT</a:t>
            </a:r>
            <a:r>
              <a:rPr lang="zh-CN" altLang="en-US" sz="2000"/>
              <a:t>绑定的类型表达式：</a:t>
            </a:r>
            <a:endParaRPr lang="en-US" altLang="zh-CN" sz="2000"/>
          </a:p>
          <a:p>
            <a:pPr lvl="1"/>
            <a:r>
              <a:rPr lang="en-US" altLang="zh-CN" sz="2000" b="1" i="1"/>
              <a:t>char</a:t>
            </a:r>
          </a:p>
          <a:p>
            <a:r>
              <a:rPr lang="zh-CN" altLang="en-US" sz="2000"/>
              <a:t>和</a:t>
            </a:r>
            <a:r>
              <a:rPr lang="en-US" altLang="zh-CN" sz="2000" b="1" i="1" err="1"/>
              <a:t>stype</a:t>
            </a:r>
            <a:r>
              <a:rPr lang="zh-CN" altLang="en-US" sz="2000"/>
              <a:t>绑定的类型表达式：</a:t>
            </a:r>
            <a:endParaRPr lang="en-US" altLang="zh-CN" sz="2000"/>
          </a:p>
          <a:p>
            <a:pPr lvl="1"/>
            <a:r>
              <a:rPr lang="en-US" altLang="zh-CN" sz="2000" b="1" i="1">
                <a:solidFill>
                  <a:schemeClr val="accent1"/>
                </a:solidFill>
              </a:rPr>
              <a:t>record</a:t>
            </a:r>
            <a:r>
              <a:rPr lang="en-US" altLang="zh-CN" sz="2000" b="1"/>
              <a:t>(</a:t>
            </a:r>
            <a:r>
              <a:rPr lang="en-US" altLang="zh-CN" sz="2000" b="1" i="1"/>
              <a:t>name</a:t>
            </a:r>
            <a:r>
              <a:rPr lang="en-US" altLang="zh-CN" sz="2000" b="1"/>
              <a:t>:</a:t>
            </a:r>
            <a:r>
              <a:rPr lang="en-US" altLang="zh-CN" sz="2000"/>
              <a:t> </a:t>
            </a:r>
            <a:r>
              <a:rPr lang="en-US" altLang="zh-CN" sz="2000" b="1" i="1">
                <a:solidFill>
                  <a:schemeClr val="accent1"/>
                </a:solidFill>
              </a:rPr>
              <a:t>array</a:t>
            </a:r>
            <a:r>
              <a:rPr lang="en-US" altLang="zh-CN" sz="2000"/>
              <a:t> (</a:t>
            </a:r>
            <a:r>
              <a:rPr lang="en-US" altLang="zh-CN" sz="2000" b="1"/>
              <a:t>8, </a:t>
            </a:r>
            <a:r>
              <a:rPr lang="en-US" altLang="zh-CN" sz="2000" b="1" i="1"/>
              <a:t>char</a:t>
            </a:r>
            <a:r>
              <a:rPr lang="en-US" altLang="zh-CN" sz="2000"/>
              <a:t>)</a:t>
            </a:r>
            <a:r>
              <a:rPr lang="en-US" altLang="zh-CN" sz="2000" b="1"/>
              <a:t>,</a:t>
            </a:r>
            <a:r>
              <a:rPr lang="en-US" altLang="zh-CN" sz="2000"/>
              <a:t> </a:t>
            </a:r>
            <a:r>
              <a:rPr lang="en-US" altLang="zh-CN" sz="2000" b="1" i="1"/>
              <a:t>score</a:t>
            </a:r>
            <a:r>
              <a:rPr lang="en-US" altLang="zh-CN" sz="2000" b="1"/>
              <a:t>:</a:t>
            </a:r>
            <a:r>
              <a:rPr lang="en-US" altLang="zh-CN" sz="2000" b="1" i="1"/>
              <a:t> integer</a:t>
            </a:r>
            <a:r>
              <a:rPr lang="en-US" altLang="zh-CN" sz="2000" b="1"/>
              <a:t>)</a:t>
            </a:r>
          </a:p>
          <a:p>
            <a:r>
              <a:rPr lang="zh-CN" altLang="en-US" sz="2000"/>
              <a:t>和</a:t>
            </a:r>
            <a:r>
              <a:rPr lang="en-US" altLang="zh-CN" sz="2000" b="1" i="1"/>
              <a:t>table</a:t>
            </a:r>
            <a:r>
              <a:rPr lang="zh-CN" altLang="en-US" sz="2000"/>
              <a:t>绑定的类型表达式：</a:t>
            </a:r>
            <a:endParaRPr lang="en-US" altLang="zh-CN" sz="2000"/>
          </a:p>
          <a:p>
            <a:pPr lvl="1"/>
            <a:r>
              <a:rPr lang="en-US" altLang="zh-CN" sz="2000" b="1" i="1">
                <a:solidFill>
                  <a:schemeClr val="accent1"/>
                </a:solidFill>
              </a:rPr>
              <a:t>array</a:t>
            </a:r>
            <a:r>
              <a:rPr lang="en-US" altLang="zh-CN" sz="2000"/>
              <a:t>(</a:t>
            </a:r>
            <a:r>
              <a:rPr lang="en-US" altLang="zh-CN" sz="2000" b="1"/>
              <a:t>50,</a:t>
            </a:r>
            <a:r>
              <a:rPr lang="en-US" altLang="zh-CN" sz="2000" b="1" i="1"/>
              <a:t> </a:t>
            </a:r>
            <a:r>
              <a:rPr lang="en-US" altLang="zh-CN" sz="2000" b="1" i="1" err="1"/>
              <a:t>stype</a:t>
            </a:r>
            <a:r>
              <a:rPr lang="en-US" altLang="zh-CN" sz="2000"/>
              <a:t>)</a:t>
            </a:r>
            <a:r>
              <a:rPr lang="en-US" altLang="zh-CN" sz="2000" b="1"/>
              <a:t>) </a:t>
            </a:r>
            <a:r>
              <a:rPr lang="en-US" altLang="zh-CN" sz="2000">
                <a:solidFill>
                  <a:schemeClr val="accent2"/>
                </a:solidFill>
                <a:sym typeface="Wingdings" panose="05000000000000000000" pitchFamily="2" charset="2"/>
              </a:rPr>
              <a:t>------- </a:t>
            </a:r>
            <a:r>
              <a:rPr lang="zh-CN" altLang="en-US" sz="2000">
                <a:solidFill>
                  <a:schemeClr val="accent2"/>
                </a:solidFill>
                <a:sym typeface="Wingdings" panose="05000000000000000000" pitchFamily="2" charset="2"/>
              </a:rPr>
              <a:t>也可以写成</a:t>
            </a:r>
            <a:r>
              <a:rPr lang="en-US" altLang="zh-CN" sz="2000" b="1" i="1">
                <a:solidFill>
                  <a:schemeClr val="accent2"/>
                </a:solidFill>
              </a:rPr>
              <a:t>array</a:t>
            </a:r>
            <a:r>
              <a:rPr lang="en-US" altLang="zh-CN" sz="2000">
                <a:solidFill>
                  <a:schemeClr val="accent2"/>
                </a:solidFill>
              </a:rPr>
              <a:t>(</a:t>
            </a:r>
            <a:r>
              <a:rPr lang="en-US" altLang="zh-CN" sz="2000" b="1">
                <a:solidFill>
                  <a:schemeClr val="accent2"/>
                </a:solidFill>
              </a:rPr>
              <a:t>50,</a:t>
            </a:r>
            <a:r>
              <a:rPr lang="en-US" altLang="zh-CN" sz="2000" b="1" i="1">
                <a:solidFill>
                  <a:schemeClr val="accent2"/>
                </a:solidFill>
              </a:rPr>
              <a:t> record</a:t>
            </a:r>
            <a:r>
              <a:rPr lang="en-US" altLang="zh-CN" sz="2000" b="1">
                <a:solidFill>
                  <a:schemeClr val="accent2"/>
                </a:solidFill>
              </a:rPr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name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array</a:t>
            </a:r>
            <a:r>
              <a:rPr lang="en-US" altLang="zh-CN" sz="2000">
                <a:solidFill>
                  <a:schemeClr val="accent2"/>
                </a:solidFill>
              </a:rPr>
              <a:t> (</a:t>
            </a:r>
            <a:r>
              <a:rPr lang="en-US" altLang="zh-CN" sz="2000" b="1">
                <a:solidFill>
                  <a:schemeClr val="accent2"/>
                </a:solidFill>
              </a:rPr>
              <a:t>8, </a:t>
            </a:r>
            <a:r>
              <a:rPr lang="en-US" altLang="zh-CN" sz="2000" b="1" i="1">
                <a:solidFill>
                  <a:schemeClr val="accent2"/>
                </a:solidFill>
              </a:rPr>
              <a:t>char</a:t>
            </a:r>
            <a:r>
              <a:rPr lang="en-US" altLang="zh-CN" sz="2000">
                <a:solidFill>
                  <a:schemeClr val="accent2"/>
                </a:solidFill>
              </a:rPr>
              <a:t>)</a:t>
            </a:r>
            <a:r>
              <a:rPr lang="en-US" altLang="zh-CN" sz="2000" b="1">
                <a:solidFill>
                  <a:schemeClr val="accent2"/>
                </a:solidFill>
              </a:rPr>
              <a:t>,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score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 b="1" i="1">
                <a:solidFill>
                  <a:schemeClr val="accent2"/>
                </a:solidFill>
              </a:rPr>
              <a:t> integer</a:t>
            </a:r>
            <a:r>
              <a:rPr lang="en-US" altLang="zh-CN" sz="2000" b="1">
                <a:solidFill>
                  <a:schemeClr val="accent2"/>
                </a:solidFill>
              </a:rPr>
              <a:t>)</a:t>
            </a:r>
            <a:r>
              <a:rPr lang="en-US" altLang="zh-CN" sz="2000">
                <a:solidFill>
                  <a:schemeClr val="accent2"/>
                </a:solidFill>
              </a:rPr>
              <a:t>)</a:t>
            </a:r>
            <a:r>
              <a:rPr lang="en-US" altLang="zh-CN" sz="2000" b="1">
                <a:solidFill>
                  <a:schemeClr val="accent2"/>
                </a:solidFill>
              </a:rPr>
              <a:t>) </a:t>
            </a:r>
          </a:p>
          <a:p>
            <a:r>
              <a:rPr lang="zh-CN" altLang="en-US" sz="2000"/>
              <a:t>和</a:t>
            </a:r>
            <a:r>
              <a:rPr lang="en-US" altLang="zh-CN" sz="2000" b="1" i="1"/>
              <a:t>p</a:t>
            </a:r>
            <a:r>
              <a:rPr lang="zh-CN" altLang="en-US" sz="2000"/>
              <a:t>绑定的类型表达式：</a:t>
            </a:r>
            <a:endParaRPr lang="en-US" altLang="zh-CN" sz="2000"/>
          </a:p>
          <a:p>
            <a:pPr lvl="1"/>
            <a:r>
              <a:rPr lang="en-US" altLang="zh-CN" sz="2000" b="1" i="1">
                <a:solidFill>
                  <a:schemeClr val="accent1"/>
                </a:solidFill>
              </a:rPr>
              <a:t>pointer</a:t>
            </a:r>
            <a:r>
              <a:rPr lang="en-US" altLang="zh-CN" sz="2000"/>
              <a:t>(</a:t>
            </a:r>
            <a:r>
              <a:rPr lang="en-US" altLang="zh-CN" sz="2000" b="1" i="1"/>
              <a:t>SHORT</a:t>
            </a:r>
            <a:r>
              <a:rPr lang="en-US" altLang="zh-CN" sz="2000" b="1"/>
              <a:t>)   </a:t>
            </a:r>
            <a:r>
              <a:rPr lang="en-US" altLang="zh-CN" sz="2000">
                <a:solidFill>
                  <a:schemeClr val="accent2"/>
                </a:solidFill>
                <a:sym typeface="Wingdings" panose="05000000000000000000" pitchFamily="2" charset="2"/>
              </a:rPr>
              <a:t>------- </a:t>
            </a:r>
            <a:r>
              <a:rPr lang="zh-CN" altLang="en-US" sz="2000">
                <a:solidFill>
                  <a:schemeClr val="accent2"/>
                </a:solidFill>
                <a:sym typeface="Wingdings" panose="05000000000000000000" pitchFamily="2" charset="2"/>
              </a:rPr>
              <a:t>也可以写成</a:t>
            </a:r>
            <a:r>
              <a:rPr lang="en-US" altLang="zh-CN" sz="2000" b="1" i="1">
                <a:solidFill>
                  <a:schemeClr val="accent2"/>
                </a:solidFill>
              </a:rPr>
              <a:t>pointer</a:t>
            </a:r>
            <a:r>
              <a:rPr lang="en-US" altLang="zh-CN" sz="2000">
                <a:solidFill>
                  <a:schemeClr val="accent2"/>
                </a:solidFill>
              </a:rPr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char</a:t>
            </a:r>
            <a:r>
              <a:rPr lang="en-US" altLang="zh-CN" sz="2000" b="1">
                <a:solidFill>
                  <a:schemeClr val="accent2"/>
                </a:solidFill>
              </a:rPr>
              <a:t>) </a:t>
            </a:r>
            <a:endParaRPr lang="en-US" altLang="zh-CN" sz="2000">
              <a:solidFill>
                <a:schemeClr val="accent2"/>
              </a:solidFill>
            </a:endParaRPr>
          </a:p>
          <a:p>
            <a:r>
              <a:rPr lang="zh-CN" altLang="en-US" sz="2000"/>
              <a:t>和</a:t>
            </a:r>
            <a:r>
              <a:rPr lang="en-US" altLang="zh-CN" sz="2000" b="1" i="1" err="1"/>
              <a:t>func</a:t>
            </a:r>
            <a:r>
              <a:rPr lang="zh-CN" altLang="en-US" sz="2000"/>
              <a:t>绑定的类型表达式：</a:t>
            </a:r>
            <a:endParaRPr lang="en-US" altLang="zh-CN" sz="2000"/>
          </a:p>
          <a:p>
            <a:pPr lvl="1"/>
            <a:r>
              <a:rPr lang="en-US" altLang="zh-CN" sz="2000" b="1" i="1" err="1"/>
              <a:t>stype</a:t>
            </a:r>
            <a:r>
              <a:rPr lang="en-US" altLang="zh-CN" sz="2000" b="1" i="1"/>
              <a:t> </a:t>
            </a:r>
            <a:r>
              <a:rPr lang="en-US" altLang="zh-CN" sz="2000"/>
              <a:t>×</a:t>
            </a:r>
            <a:r>
              <a:rPr lang="en-US" altLang="zh-CN" sz="2000" b="1" i="1"/>
              <a:t> </a:t>
            </a:r>
            <a:r>
              <a:rPr lang="en-US" altLang="zh-CN" sz="2000" b="1" i="1" err="1"/>
              <a:t>stype</a:t>
            </a:r>
            <a:r>
              <a:rPr lang="en-US" altLang="zh-CN" sz="2000" b="1" i="1"/>
              <a:t> </a:t>
            </a:r>
            <a:r>
              <a:rPr lang="zh-CN" altLang="en-US" sz="2000"/>
              <a:t>→</a:t>
            </a:r>
            <a:r>
              <a:rPr lang="en-US" altLang="zh-CN" sz="2000" b="1" i="1"/>
              <a:t> integer   </a:t>
            </a:r>
            <a:r>
              <a:rPr lang="en-US" altLang="zh-CN" sz="2000">
                <a:solidFill>
                  <a:schemeClr val="accent2"/>
                </a:solidFill>
                <a:sym typeface="Wingdings" panose="05000000000000000000" pitchFamily="2" charset="2"/>
              </a:rPr>
              <a:t>------- </a:t>
            </a:r>
            <a:r>
              <a:rPr lang="zh-CN" altLang="en-US" sz="2000">
                <a:solidFill>
                  <a:schemeClr val="accent2"/>
                </a:solidFill>
                <a:sym typeface="Wingdings" panose="05000000000000000000" pitchFamily="2" charset="2"/>
              </a:rPr>
              <a:t>也可以写成</a:t>
            </a:r>
            <a:r>
              <a:rPr lang="en-US" altLang="zh-CN" sz="2000" b="1" i="1">
                <a:solidFill>
                  <a:schemeClr val="accent2"/>
                </a:solidFill>
              </a:rPr>
              <a:t>record</a:t>
            </a:r>
            <a:r>
              <a:rPr lang="en-US" altLang="zh-CN" sz="2000" b="1">
                <a:solidFill>
                  <a:schemeClr val="accent2"/>
                </a:solidFill>
              </a:rPr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name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array</a:t>
            </a:r>
            <a:r>
              <a:rPr lang="en-US" altLang="zh-CN" sz="2000">
                <a:solidFill>
                  <a:schemeClr val="accent2"/>
                </a:solidFill>
              </a:rPr>
              <a:t> (</a:t>
            </a:r>
            <a:r>
              <a:rPr lang="en-US" altLang="zh-CN" sz="2000" b="1">
                <a:solidFill>
                  <a:schemeClr val="accent2"/>
                </a:solidFill>
              </a:rPr>
              <a:t>8, </a:t>
            </a:r>
            <a:r>
              <a:rPr lang="en-US" altLang="zh-CN" sz="2000" b="1" i="1">
                <a:solidFill>
                  <a:schemeClr val="accent2"/>
                </a:solidFill>
              </a:rPr>
              <a:t>char</a:t>
            </a:r>
            <a:r>
              <a:rPr lang="en-US" altLang="zh-CN" sz="2000">
                <a:solidFill>
                  <a:schemeClr val="accent2"/>
                </a:solidFill>
              </a:rPr>
              <a:t>)</a:t>
            </a:r>
            <a:r>
              <a:rPr lang="en-US" altLang="zh-CN" sz="2000" b="1">
                <a:solidFill>
                  <a:schemeClr val="accent2"/>
                </a:solidFill>
              </a:rPr>
              <a:t>,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score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 b="1" i="1">
                <a:solidFill>
                  <a:schemeClr val="accent2"/>
                </a:solidFill>
              </a:rPr>
              <a:t> integer</a:t>
            </a:r>
            <a:r>
              <a:rPr lang="en-US" altLang="zh-CN" sz="2000" b="1">
                <a:solidFill>
                  <a:schemeClr val="accent2"/>
                </a:solidFill>
              </a:rPr>
              <a:t>)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>
                <a:solidFill>
                  <a:schemeClr val="accent2"/>
                </a:solidFill>
              </a:rPr>
              <a:t>×</a:t>
            </a:r>
            <a:r>
              <a:rPr lang="en-US" altLang="zh-CN" sz="2000" b="1" i="1">
                <a:solidFill>
                  <a:schemeClr val="accent2"/>
                </a:solidFill>
              </a:rPr>
              <a:t> record</a:t>
            </a:r>
            <a:r>
              <a:rPr lang="en-US" altLang="zh-CN" sz="2000" b="1">
                <a:solidFill>
                  <a:schemeClr val="accent2"/>
                </a:solidFill>
              </a:rPr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name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array</a:t>
            </a:r>
            <a:r>
              <a:rPr lang="en-US" altLang="zh-CN" sz="2000">
                <a:solidFill>
                  <a:schemeClr val="accent2"/>
                </a:solidFill>
              </a:rPr>
              <a:t> (</a:t>
            </a:r>
            <a:r>
              <a:rPr lang="en-US" altLang="zh-CN" sz="2000" b="1">
                <a:solidFill>
                  <a:schemeClr val="accent2"/>
                </a:solidFill>
              </a:rPr>
              <a:t>8, </a:t>
            </a:r>
            <a:r>
              <a:rPr lang="en-US" altLang="zh-CN" sz="2000" b="1" i="1">
                <a:solidFill>
                  <a:schemeClr val="accent2"/>
                </a:solidFill>
              </a:rPr>
              <a:t>char</a:t>
            </a:r>
            <a:r>
              <a:rPr lang="en-US" altLang="zh-CN" sz="2000">
                <a:solidFill>
                  <a:schemeClr val="accent2"/>
                </a:solidFill>
              </a:rPr>
              <a:t>)</a:t>
            </a:r>
            <a:r>
              <a:rPr lang="en-US" altLang="zh-CN" sz="2000" b="1">
                <a:solidFill>
                  <a:schemeClr val="accent2"/>
                </a:solidFill>
              </a:rPr>
              <a:t>,</a:t>
            </a:r>
            <a:r>
              <a:rPr lang="en-US" altLang="zh-CN" sz="2000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score</a:t>
            </a:r>
            <a:r>
              <a:rPr lang="en-US" altLang="zh-CN" sz="2000" b="1">
                <a:solidFill>
                  <a:schemeClr val="accent2"/>
                </a:solidFill>
              </a:rPr>
              <a:t>:</a:t>
            </a:r>
            <a:r>
              <a:rPr lang="en-US" altLang="zh-CN" sz="2000" b="1" i="1">
                <a:solidFill>
                  <a:schemeClr val="accent2"/>
                </a:solidFill>
              </a:rPr>
              <a:t> integer</a:t>
            </a:r>
            <a:r>
              <a:rPr lang="en-US" altLang="zh-CN" sz="2000" b="1">
                <a:solidFill>
                  <a:schemeClr val="accent2"/>
                </a:solidFill>
              </a:rPr>
              <a:t>)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zh-CN" altLang="en-US" sz="2000">
                <a:solidFill>
                  <a:schemeClr val="accent2"/>
                </a:solidFill>
              </a:rPr>
              <a:t>→</a:t>
            </a:r>
            <a:r>
              <a:rPr lang="en-US" altLang="zh-CN" sz="2000" b="1" i="1">
                <a:solidFill>
                  <a:schemeClr val="accent2"/>
                </a:solidFill>
              </a:rPr>
              <a:t> integer </a:t>
            </a:r>
          </a:p>
          <a:p>
            <a:pPr lvl="1"/>
            <a:endParaRPr lang="en-US" altLang="zh-CN" sz="2000" b="1" i="1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02CE70-5411-426F-9A69-8DC61C2DAECD}"/>
              </a:ext>
            </a:extLst>
          </p:cNvPr>
          <p:cNvSpPr/>
          <p:nvPr/>
        </p:nvSpPr>
        <p:spPr>
          <a:xfrm>
            <a:off x="5280155" y="265831"/>
            <a:ext cx="3833245" cy="27935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SHORT;</a:t>
            </a:r>
          </a:p>
          <a:p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name[</a:t>
            </a:r>
            <a:r>
              <a:rPr lang="en-US" altLang="zh-CN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score;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table[</a:t>
            </a:r>
            <a:r>
              <a:rPr lang="en-US" altLang="zh-CN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SHORT* p;</a:t>
            </a:r>
          </a:p>
          <a:p>
            <a:b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a, 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b) {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a.score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altLang="zh-CN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b.score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65B6F-0DB5-AFB0-43E0-D0A58A53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3506-8241-42C7-9204-6DC0E5D0C874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09C62E-4362-7743-D4B6-1B8BA393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81595-4687-ACD9-E95C-0C0BF57F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10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F2F9C29-8AB5-4A43-999F-2709EDE99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 </a:t>
            </a:r>
            <a:r>
              <a:rPr lang="zh-CN" altLang="en-US"/>
              <a:t>类型系统的描述语言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B37685-48EE-4975-BA35-B766FBF5DD3F}"/>
              </a:ext>
            </a:extLst>
          </p:cNvPr>
          <p:cNvSpPr/>
          <p:nvPr/>
        </p:nvSpPr>
        <p:spPr>
          <a:xfrm>
            <a:off x="158174" y="1917409"/>
            <a:ext cx="1367930" cy="10643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</a:rPr>
              <a:t>一个语言文法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81AAEEA-B70D-44C4-8797-4F7A7A0A115A}"/>
              </a:ext>
            </a:extLst>
          </p:cNvPr>
          <p:cNvSpPr/>
          <p:nvPr/>
        </p:nvSpPr>
        <p:spPr>
          <a:xfrm>
            <a:off x="1702965" y="2207354"/>
            <a:ext cx="545284" cy="48446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93D735C-9BC2-46D1-91FB-284B40D2CC92}"/>
              </a:ext>
            </a:extLst>
          </p:cNvPr>
          <p:cNvSpPr/>
          <p:nvPr/>
        </p:nvSpPr>
        <p:spPr>
          <a:xfrm>
            <a:off x="2408164" y="1793408"/>
            <a:ext cx="1618550" cy="13123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</a:rPr>
              <a:t>提炼类型表达式语法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DC10F7B-90EA-4A47-A801-7D3522F8EED4}"/>
              </a:ext>
            </a:extLst>
          </p:cNvPr>
          <p:cNvSpPr/>
          <p:nvPr/>
        </p:nvSpPr>
        <p:spPr>
          <a:xfrm>
            <a:off x="4186629" y="2207354"/>
            <a:ext cx="545284" cy="48446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AEEC80D-659D-4678-92A3-B5566F393A1B}"/>
              </a:ext>
            </a:extLst>
          </p:cNvPr>
          <p:cNvSpPr/>
          <p:nvPr/>
        </p:nvSpPr>
        <p:spPr>
          <a:xfrm>
            <a:off x="4891828" y="1917408"/>
            <a:ext cx="1618550" cy="10643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</a:rPr>
              <a:t>设计类型系统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6890F82-AD3B-44E0-BA26-74BFB16F7080}"/>
              </a:ext>
            </a:extLst>
          </p:cNvPr>
          <p:cNvSpPr/>
          <p:nvPr/>
        </p:nvSpPr>
        <p:spPr>
          <a:xfrm>
            <a:off x="6670293" y="2207354"/>
            <a:ext cx="545284" cy="48446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9271597-A536-49E9-B366-3DA22A9A4505}"/>
              </a:ext>
            </a:extLst>
          </p:cNvPr>
          <p:cNvSpPr/>
          <p:nvPr/>
        </p:nvSpPr>
        <p:spPr>
          <a:xfrm>
            <a:off x="7375492" y="1619076"/>
            <a:ext cx="1618550" cy="24518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</a:rPr>
              <a:t>在语法制导翻译方案中加入</a:t>
            </a:r>
            <a:r>
              <a:rPr lang="zh-CN" altLang="en-US" sz="2400">
                <a:solidFill>
                  <a:schemeClr val="accent1"/>
                </a:solidFill>
              </a:rPr>
              <a:t>类型检查</a:t>
            </a:r>
            <a:endParaRPr lang="en-US" altLang="zh-CN" sz="2400">
              <a:solidFill>
                <a:schemeClr val="accent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和</a:t>
            </a:r>
            <a:r>
              <a:rPr lang="zh-CN" altLang="en-US" sz="2400">
                <a:solidFill>
                  <a:schemeClr val="accent1"/>
                </a:solidFill>
              </a:rPr>
              <a:t>类型转换</a:t>
            </a:r>
            <a:r>
              <a:rPr lang="zh-CN" altLang="en-US" sz="2400">
                <a:solidFill>
                  <a:schemeClr val="tx1"/>
                </a:solidFill>
              </a:rPr>
              <a:t>代码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5C0AD20-5362-42BA-8D03-A7058591E15B}"/>
              </a:ext>
            </a:extLst>
          </p:cNvPr>
          <p:cNvSpPr txBox="1">
            <a:spLocks noChangeArrowheads="1"/>
          </p:cNvSpPr>
          <p:nvPr/>
        </p:nvSpPr>
        <p:spPr>
          <a:xfrm>
            <a:off x="70352" y="3151656"/>
            <a:ext cx="1778466" cy="2865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P 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 </a:t>
            </a:r>
            <a:r>
              <a:rPr lang="en-US" altLang="zh-CN" sz="1050" b="1" i="1"/>
              <a:t>D </a:t>
            </a:r>
            <a:r>
              <a:rPr lang="en-US" altLang="zh-CN" sz="1050" b="1"/>
              <a:t>; </a:t>
            </a:r>
            <a:r>
              <a:rPr lang="en-US" altLang="zh-CN" sz="1050" b="1" i="1"/>
              <a:t>S</a:t>
            </a:r>
            <a:endParaRPr lang="en-US" altLang="zh-CN" sz="105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D 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 </a:t>
            </a:r>
            <a:r>
              <a:rPr lang="en-US" altLang="zh-CN" sz="1050" b="1" i="1"/>
              <a:t>D </a:t>
            </a:r>
            <a:r>
              <a:rPr lang="en-US" altLang="zh-CN" sz="1050" b="1"/>
              <a:t>; </a:t>
            </a:r>
            <a:r>
              <a:rPr lang="en-US" altLang="zh-CN" sz="1050" b="1" i="1"/>
              <a:t>D</a:t>
            </a:r>
            <a:r>
              <a:rPr lang="en-US" altLang="zh-CN" sz="1050" b="1"/>
              <a:t> | id : </a:t>
            </a:r>
            <a:r>
              <a:rPr lang="en-US" altLang="zh-CN" sz="1050" b="1" i="1"/>
              <a:t>T</a:t>
            </a:r>
            <a:endParaRPr lang="en-US" altLang="zh-CN" sz="105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T</a:t>
            </a:r>
            <a:r>
              <a:rPr lang="en-US" altLang="zh-CN" sz="1050" b="1"/>
              <a:t> 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 </a:t>
            </a:r>
            <a:r>
              <a:rPr lang="en-US" altLang="zh-CN" sz="1050" b="1" err="1"/>
              <a:t>boolean</a:t>
            </a:r>
            <a:r>
              <a:rPr lang="en-US" altLang="zh-CN" sz="1050" b="1"/>
              <a:t> | integer |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/>
              <a:t>       array [num ] of </a:t>
            </a:r>
            <a:r>
              <a:rPr lang="en-US" altLang="zh-CN" sz="1050" b="1" i="1"/>
              <a:t>T</a:t>
            </a:r>
            <a:r>
              <a:rPr lang="en-US" altLang="zh-CN" sz="1050" b="1"/>
              <a:t> |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/>
              <a:t>	</a:t>
            </a:r>
            <a:r>
              <a:rPr lang="en-US" altLang="zh-CN" sz="1050" b="1">
                <a:sym typeface="Symbol" panose="05050102010706020507" pitchFamily="18" charset="2"/>
              </a:rPr>
              <a:t></a:t>
            </a:r>
            <a:r>
              <a:rPr lang="en-US" altLang="zh-CN" sz="1050" b="1" i="1"/>
              <a:t>T</a:t>
            </a:r>
            <a:r>
              <a:rPr lang="en-US" altLang="zh-CN" sz="1050" b="1"/>
              <a:t> | </a:t>
            </a:r>
            <a:r>
              <a:rPr lang="en-US" altLang="zh-CN" sz="1050" b="1" i="1"/>
              <a:t>T</a:t>
            </a:r>
            <a:r>
              <a:rPr lang="en-US" altLang="zh-CN" sz="1050" b="1"/>
              <a:t> ‘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’</a:t>
            </a:r>
            <a:r>
              <a:rPr lang="en-US" altLang="zh-CN" sz="1050" b="1" i="1"/>
              <a:t>T</a:t>
            </a:r>
            <a:endParaRPr lang="en-US" altLang="zh-CN" sz="10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S 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 id := </a:t>
            </a:r>
            <a:r>
              <a:rPr lang="en-US" altLang="zh-CN" sz="1050" b="1" i="1"/>
              <a:t>E</a:t>
            </a:r>
            <a:r>
              <a:rPr lang="en-US" altLang="zh-CN" sz="1050" b="1"/>
              <a:t> | if </a:t>
            </a:r>
            <a:r>
              <a:rPr lang="en-US" altLang="zh-CN" sz="1050" b="1" i="1"/>
              <a:t>E</a:t>
            </a:r>
            <a:r>
              <a:rPr lang="en-US" altLang="zh-CN" sz="1050" b="1"/>
              <a:t> then </a:t>
            </a:r>
            <a:r>
              <a:rPr lang="en-US" altLang="zh-CN" sz="1050" b="1" i="1"/>
              <a:t>S</a:t>
            </a:r>
            <a:r>
              <a:rPr lang="en-US" altLang="zh-CN" sz="1050" b="1"/>
              <a:t> |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/>
              <a:t>        while </a:t>
            </a:r>
            <a:r>
              <a:rPr lang="en-US" altLang="zh-CN" sz="1050" b="1" i="1"/>
              <a:t>E</a:t>
            </a:r>
            <a:r>
              <a:rPr lang="en-US" altLang="zh-CN" sz="1050" b="1"/>
              <a:t> do </a:t>
            </a:r>
            <a:r>
              <a:rPr lang="en-US" altLang="zh-CN" sz="1050" b="1" i="1"/>
              <a:t>S</a:t>
            </a:r>
            <a:r>
              <a:rPr lang="en-US" altLang="zh-CN" sz="1050" b="1"/>
              <a:t> | </a:t>
            </a:r>
            <a:r>
              <a:rPr lang="en-US" altLang="zh-CN" sz="1050" b="1" i="1"/>
              <a:t>S</a:t>
            </a:r>
            <a:r>
              <a:rPr lang="en-US" altLang="zh-CN" sz="1050" b="1"/>
              <a:t> ; </a:t>
            </a:r>
            <a:r>
              <a:rPr lang="en-US" altLang="zh-CN" sz="1050" b="1" i="1"/>
              <a:t>S</a:t>
            </a:r>
            <a:endParaRPr lang="en-US" altLang="zh-CN" sz="105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E</a:t>
            </a:r>
            <a:r>
              <a:rPr lang="en-US" altLang="zh-CN" sz="1050" b="1"/>
              <a:t> </a:t>
            </a:r>
            <a:r>
              <a:rPr lang="en-US" altLang="zh-CN" sz="1050" b="1">
                <a:sym typeface="Symbol" panose="05050102010706020507" pitchFamily="18" charset="2"/>
              </a:rPr>
              <a:t></a:t>
            </a:r>
            <a:r>
              <a:rPr lang="en-US" altLang="zh-CN" sz="1050" b="1"/>
              <a:t> truth | num | id |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 i="1"/>
              <a:t>        E</a:t>
            </a:r>
            <a:r>
              <a:rPr lang="en-US" altLang="zh-CN" sz="1050" b="1"/>
              <a:t> mod </a:t>
            </a:r>
            <a:r>
              <a:rPr lang="en-US" altLang="zh-CN" sz="1050" b="1" i="1"/>
              <a:t>E</a:t>
            </a:r>
            <a:r>
              <a:rPr lang="en-US" altLang="zh-CN" sz="1050" b="1"/>
              <a:t> | </a:t>
            </a:r>
            <a:r>
              <a:rPr lang="en-US" altLang="zh-CN" sz="1050" b="1" i="1"/>
              <a:t>E</a:t>
            </a:r>
            <a:r>
              <a:rPr lang="en-US" altLang="zh-CN" sz="1050" b="1"/>
              <a:t> [ </a:t>
            </a:r>
            <a:r>
              <a:rPr lang="en-US" altLang="zh-CN" sz="1050" b="1" i="1"/>
              <a:t>E</a:t>
            </a:r>
            <a:r>
              <a:rPr lang="en-US" altLang="zh-CN" sz="1050" b="1"/>
              <a:t> ] |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050" b="1"/>
              <a:t>	</a:t>
            </a:r>
            <a:r>
              <a:rPr lang="en-US" altLang="zh-CN" sz="1050" b="1" i="1"/>
              <a:t>E</a:t>
            </a:r>
            <a:r>
              <a:rPr lang="en-US" altLang="zh-CN" sz="1050" b="1">
                <a:sym typeface="Symbol" panose="05050102010706020507" pitchFamily="18" charset="2"/>
              </a:rPr>
              <a:t></a:t>
            </a:r>
            <a:r>
              <a:rPr lang="en-US" altLang="zh-CN" sz="1050" b="1"/>
              <a:t> | </a:t>
            </a:r>
            <a:r>
              <a:rPr lang="en-US" altLang="zh-CN" sz="1050" b="1" i="1"/>
              <a:t>E </a:t>
            </a:r>
            <a:r>
              <a:rPr lang="en-US" altLang="zh-CN" sz="1050" b="1"/>
              <a:t>(</a:t>
            </a:r>
            <a:r>
              <a:rPr lang="en-US" altLang="zh-CN" sz="1050" b="1" i="1"/>
              <a:t>E </a:t>
            </a:r>
            <a:r>
              <a:rPr lang="en-US" altLang="zh-CN" sz="1050" b="1"/>
              <a:t>)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CD5858-FF1E-4E10-AA51-7625CC61C67B}"/>
              </a:ext>
            </a:extLst>
          </p:cNvPr>
          <p:cNvSpPr txBox="1"/>
          <p:nvPr/>
        </p:nvSpPr>
        <p:spPr>
          <a:xfrm>
            <a:off x="2006612" y="3151656"/>
            <a:ext cx="2147061" cy="14219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i="1"/>
              <a:t>T</a:t>
            </a:r>
            <a:r>
              <a:rPr lang="en-US" altLang="zh-CN" sz="1600" b="1">
                <a:sym typeface="Symbol" panose="05050102010706020507" pitchFamily="18" charset="2"/>
              </a:rPr>
              <a:t>  </a:t>
            </a:r>
            <a:r>
              <a:rPr lang="en-US" altLang="zh-CN" sz="1600" b="1" i="1" err="1"/>
              <a:t>boolean</a:t>
            </a:r>
            <a:r>
              <a:rPr lang="en-US" altLang="zh-CN" sz="1600" b="1" i="1"/>
              <a:t> |</a:t>
            </a:r>
          </a:p>
          <a:p>
            <a:pPr>
              <a:lnSpc>
                <a:spcPct val="90000"/>
              </a:lnSpc>
            </a:pPr>
            <a:r>
              <a:rPr lang="en-US" altLang="zh-CN" sz="1600" b="1" i="1"/>
              <a:t>        integer |</a:t>
            </a:r>
          </a:p>
          <a:p>
            <a:pPr>
              <a:lnSpc>
                <a:spcPct val="90000"/>
              </a:lnSpc>
            </a:pPr>
            <a:r>
              <a:rPr lang="en-US" altLang="zh-CN" sz="1600" b="1" i="1"/>
              <a:t>        array</a:t>
            </a:r>
            <a:r>
              <a:rPr lang="en-US" altLang="zh-CN" sz="1600" b="1"/>
              <a:t>(num, </a:t>
            </a:r>
            <a:r>
              <a:rPr lang="en-US" altLang="zh-CN" sz="1600" b="1" i="1"/>
              <a:t>T</a:t>
            </a:r>
            <a:r>
              <a:rPr lang="en-US" altLang="zh-CN" sz="1600" b="1"/>
              <a:t>) |</a:t>
            </a:r>
          </a:p>
          <a:p>
            <a:pPr>
              <a:lnSpc>
                <a:spcPct val="90000"/>
              </a:lnSpc>
            </a:pPr>
            <a:r>
              <a:rPr lang="en-US" altLang="zh-CN" sz="1600" b="1" i="1"/>
              <a:t>        pointer</a:t>
            </a:r>
            <a:r>
              <a:rPr lang="en-US" altLang="zh-CN" sz="1600" b="1"/>
              <a:t>(</a:t>
            </a:r>
            <a:r>
              <a:rPr lang="en-US" altLang="zh-CN" sz="1600" b="1" i="1"/>
              <a:t>T</a:t>
            </a:r>
            <a:r>
              <a:rPr lang="en-US" altLang="zh-CN" sz="1600" b="1"/>
              <a:t>) |</a:t>
            </a:r>
          </a:p>
          <a:p>
            <a:pPr>
              <a:lnSpc>
                <a:spcPct val="90000"/>
              </a:lnSpc>
            </a:pPr>
            <a:r>
              <a:rPr lang="en-US" altLang="zh-CN" sz="1600" b="1" i="1"/>
              <a:t>       T</a:t>
            </a:r>
            <a:r>
              <a:rPr lang="en-US" altLang="zh-CN" sz="1600" b="1"/>
              <a:t>  ‘</a:t>
            </a:r>
            <a:r>
              <a:rPr lang="en-US" altLang="zh-CN" sz="1600" b="1">
                <a:sym typeface="Symbol" panose="05050102010706020507" pitchFamily="18" charset="2"/>
              </a:rPr>
              <a:t>’</a:t>
            </a:r>
            <a:r>
              <a:rPr lang="en-US" altLang="zh-CN" sz="1600" b="1"/>
              <a:t> </a:t>
            </a:r>
            <a:r>
              <a:rPr lang="en-US" altLang="zh-CN" sz="1600" b="1" i="1"/>
              <a:t>T  |</a:t>
            </a:r>
          </a:p>
          <a:p>
            <a:pPr>
              <a:lnSpc>
                <a:spcPct val="90000"/>
              </a:lnSpc>
            </a:pPr>
            <a:r>
              <a:rPr lang="en-US" altLang="zh-CN" sz="1600" b="1" i="1"/>
              <a:t>       void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3DAB9AE-209C-4091-8BF6-6C772EA0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620" y="4661205"/>
            <a:ext cx="2983293" cy="1645675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9383D418-FEDA-421D-B2F7-202E809E2AC0}"/>
              </a:ext>
            </a:extLst>
          </p:cNvPr>
          <p:cNvGrpSpPr/>
          <p:nvPr/>
        </p:nvGrpSpPr>
        <p:grpSpPr>
          <a:xfrm>
            <a:off x="4329755" y="3160800"/>
            <a:ext cx="2758132" cy="1230689"/>
            <a:chOff x="4964180" y="3198569"/>
            <a:chExt cx="2758132" cy="1230689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1927E06-CE03-47C2-911C-AF8FA7A900DC}"/>
                </a:ext>
              </a:extLst>
            </p:cNvPr>
            <p:cNvGrpSpPr/>
            <p:nvPr/>
          </p:nvGrpSpPr>
          <p:grpSpPr>
            <a:xfrm>
              <a:off x="4964180" y="3352476"/>
              <a:ext cx="2758132" cy="983974"/>
              <a:chOff x="4964180" y="3352476"/>
              <a:chExt cx="2758132" cy="983974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2D3BA2A0-B48E-4563-B7A4-EF550D2B3D35}"/>
                  </a:ext>
                </a:extLst>
              </p:cNvPr>
              <p:cNvGrpSpPr/>
              <p:nvPr/>
            </p:nvGrpSpPr>
            <p:grpSpPr>
              <a:xfrm>
                <a:off x="4978419" y="3352476"/>
                <a:ext cx="1809320" cy="246665"/>
                <a:chOff x="1247442" y="5138416"/>
                <a:chExt cx="3892307" cy="530637"/>
              </a:xfrm>
            </p:grpSpPr>
            <p:grpSp>
              <p:nvGrpSpPr>
                <p:cNvPr id="17" name="Group 10">
                  <a:extLst>
                    <a:ext uri="{FF2B5EF4-FFF2-40B4-BE49-F238E27FC236}">
                      <a16:creationId xmlns:a16="http://schemas.microsoft.com/office/drawing/2014/main" id="{713650D7-90B1-41A6-BE8F-56EC7CA6E0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93399" y="5138416"/>
                  <a:ext cx="2546350" cy="508000"/>
                  <a:chOff x="3387" y="3782"/>
                  <a:chExt cx="1604" cy="320"/>
                </a:xfrm>
              </p:grpSpPr>
              <p:sp>
                <p:nvSpPr>
                  <p:cNvPr id="18" name="Rectangle 11" descr="Green marble">
                    <a:extLst>
                      <a:ext uri="{FF2B5EF4-FFF2-40B4-BE49-F238E27FC236}">
                        <a16:creationId xmlns:a16="http://schemas.microsoft.com/office/drawing/2014/main" id="{EC34062E-BAC9-4D13-97FD-A8FC0891E5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87" y="3782"/>
                    <a:ext cx="1604" cy="3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 </a:t>
                    </a:r>
                    <a:r>
                      <a:rPr lang="en-US" altLang="zh-CN" sz="900" b="1" baseline="-25000">
                        <a:ea typeface="宋体" panose="02010600030101010101" pitchFamily="2" charset="-122"/>
                      </a:rPr>
                      <a:t>1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, id : </a:t>
                    </a:r>
                    <a:r>
                      <a:rPr lang="en-US" altLang="zh-CN" sz="900" b="1" i="1">
                        <a:ea typeface="宋体" panose="02010600030101010101" pitchFamily="2" charset="-122"/>
                      </a:rPr>
                      <a:t>T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, </a:t>
                    </a: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</a:t>
                    </a:r>
                    <a:r>
                      <a:rPr lang="en-US" altLang="zh-CN" sz="900" b="1" baseline="-25000">
                        <a:ea typeface="宋体" panose="02010600030101010101" pitchFamily="2" charset="-122"/>
                      </a:rPr>
                      <a:t>2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 |</a:t>
                    </a: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 </a:t>
                    </a: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</a:t>
                    </a:r>
                    <a:endParaRPr lang="en-US" altLang="zh-CN" sz="900" b="1" baseline="-25000">
                      <a:ea typeface="宋体" panose="02010600030101010101" pitchFamily="2" charset="-122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</a:t>
                    </a:r>
                    <a:r>
                      <a:rPr lang="en-US" altLang="zh-CN" sz="900" b="1" baseline="-25000">
                        <a:ea typeface="宋体" panose="02010600030101010101" pitchFamily="2" charset="-122"/>
                      </a:rPr>
                      <a:t>1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, id : </a:t>
                    </a:r>
                    <a:r>
                      <a:rPr lang="en-US" altLang="zh-CN" sz="900" b="1" i="1">
                        <a:ea typeface="宋体" panose="02010600030101010101" pitchFamily="2" charset="-122"/>
                      </a:rPr>
                      <a:t>T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, </a:t>
                    </a: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</a:t>
                    </a:r>
                    <a:r>
                      <a:rPr lang="en-US" altLang="zh-CN" sz="900" b="1" baseline="-25000">
                        <a:ea typeface="宋体" panose="02010600030101010101" pitchFamily="2" charset="-122"/>
                      </a:rPr>
                      <a:t>2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 |</a:t>
                    </a:r>
                    <a:r>
                      <a:rPr lang="en-US" altLang="zh-CN" sz="90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900" b="1">
                        <a:ea typeface="宋体" panose="02010600030101010101" pitchFamily="2" charset="-122"/>
                      </a:rPr>
                      <a:t> id : </a:t>
                    </a:r>
                    <a:r>
                      <a:rPr lang="en-US" altLang="zh-CN" sz="900" b="1" i="1">
                        <a:ea typeface="宋体" panose="02010600030101010101" pitchFamily="2" charset="-122"/>
                      </a:rPr>
                      <a:t>T</a:t>
                    </a:r>
                  </a:p>
                </p:txBody>
              </p:sp>
              <p:sp>
                <p:nvSpPr>
                  <p:cNvPr id="19" name="Line 12">
                    <a:extLst>
                      <a:ext uri="{FF2B5EF4-FFF2-40B4-BE49-F238E27FC236}">
                        <a16:creationId xmlns:a16="http://schemas.microsoft.com/office/drawing/2014/main" id="{8291CE76-AECC-45B3-95CA-5030462CA5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80" y="3942"/>
                    <a:ext cx="121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700" b="1"/>
                  </a:p>
                </p:txBody>
              </p:sp>
            </p:grp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6BBBF8A-57B8-4F95-B1A5-C0E369216829}"/>
                    </a:ext>
                  </a:extLst>
                </p:cNvPr>
                <p:cNvSpPr txBox="1"/>
                <p:nvPr/>
              </p:nvSpPr>
              <p:spPr>
                <a:xfrm>
                  <a:off x="1247442" y="5232064"/>
                  <a:ext cx="1499151" cy="436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lnSpc>
                      <a:spcPct val="80000"/>
                    </a:lnSpc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900" b="1"/>
                    <a:t>(Exp Id)</a:t>
                  </a:r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E5BC825C-1D2B-4140-B462-14378969018E}"/>
                  </a:ext>
                </a:extLst>
              </p:cNvPr>
              <p:cNvGrpSpPr/>
              <p:nvPr/>
            </p:nvGrpSpPr>
            <p:grpSpPr>
              <a:xfrm>
                <a:off x="4964180" y="3647328"/>
                <a:ext cx="2758132" cy="410126"/>
                <a:chOff x="2504631" y="5317580"/>
                <a:chExt cx="3330933" cy="495300"/>
              </a:xfrm>
            </p:grpSpPr>
            <p:grpSp>
              <p:nvGrpSpPr>
                <p:cNvPr id="27" name="Group 4">
                  <a:extLst>
                    <a:ext uri="{FF2B5EF4-FFF2-40B4-BE49-F238E27FC236}">
                      <a16:creationId xmlns:a16="http://schemas.microsoft.com/office/drawing/2014/main" id="{E40D0995-1CFC-4509-BCC4-2FE9267475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42710" y="5317580"/>
                  <a:ext cx="2692854" cy="495300"/>
                  <a:chOff x="3530" y="3799"/>
                  <a:chExt cx="1327" cy="312"/>
                </a:xfrm>
              </p:grpSpPr>
              <p:sp>
                <p:nvSpPr>
                  <p:cNvPr id="28" name="Rectangle 5" descr="Green marble">
                    <a:extLst>
                      <a:ext uri="{FF2B5EF4-FFF2-40B4-BE49-F238E27FC236}">
                        <a16:creationId xmlns:a16="http://schemas.microsoft.com/office/drawing/2014/main" id="{BCB2333F-73BE-4D07-B25B-C40DAA7B1C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30" y="3799"/>
                    <a:ext cx="1327" cy="3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 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|</a:t>
                    </a: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E</a:t>
                    </a:r>
                    <a:r>
                      <a:rPr lang="en-US" altLang="zh-CN" sz="1050" b="1" baseline="-25000">
                        <a:ea typeface="宋体" panose="02010600030101010101" pitchFamily="2" charset="-122"/>
                      </a:rPr>
                      <a:t>1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: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integer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,  </a:t>
                    </a: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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|</a:t>
                    </a: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E</a:t>
                    </a:r>
                    <a:r>
                      <a:rPr lang="en-US" altLang="zh-CN" sz="1050" b="1" baseline="-25000">
                        <a:ea typeface="宋体" panose="02010600030101010101" pitchFamily="2" charset="-122"/>
                      </a:rPr>
                      <a:t>2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: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integer</a:t>
                    </a:r>
                    <a:endParaRPr lang="en-US" altLang="zh-CN" sz="1050" b="1" i="1" baseline="-25000">
                      <a:ea typeface="宋体" panose="02010600030101010101" pitchFamily="2" charset="-122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 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|</a:t>
                    </a:r>
                    <a:r>
                      <a:rPr lang="en-US" altLang="zh-CN" sz="1050" b="1"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E</a:t>
                    </a:r>
                    <a:r>
                      <a:rPr lang="en-US" altLang="zh-CN" sz="1050" b="1" baseline="-25000">
                        <a:ea typeface="宋体" panose="02010600030101010101" pitchFamily="2" charset="-122"/>
                      </a:rPr>
                      <a:t>1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 mod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 E</a:t>
                    </a:r>
                    <a:r>
                      <a:rPr lang="en-US" altLang="zh-CN" sz="1050" b="1" baseline="-25000">
                        <a:ea typeface="宋体" panose="02010600030101010101" pitchFamily="2" charset="-122"/>
                      </a:rPr>
                      <a:t>2</a:t>
                    </a:r>
                    <a:r>
                      <a:rPr lang="en-US" altLang="zh-CN" sz="1050" b="1">
                        <a:ea typeface="宋体" panose="02010600030101010101" pitchFamily="2" charset="-122"/>
                      </a:rPr>
                      <a:t>: </a:t>
                    </a:r>
                    <a:r>
                      <a:rPr lang="en-US" altLang="zh-CN" sz="1050" b="1" i="1">
                        <a:ea typeface="宋体" panose="02010600030101010101" pitchFamily="2" charset="-122"/>
                      </a:rPr>
                      <a:t>integer</a:t>
                    </a:r>
                  </a:p>
                </p:txBody>
              </p:sp>
              <p:sp>
                <p:nvSpPr>
                  <p:cNvPr id="29" name="Line 6">
                    <a:extLst>
                      <a:ext uri="{FF2B5EF4-FFF2-40B4-BE49-F238E27FC236}">
                        <a16:creationId xmlns:a16="http://schemas.microsoft.com/office/drawing/2014/main" id="{AA8BD5A6-B1F7-4F96-AD3D-C5F8B73E69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64" y="3957"/>
                    <a:ext cx="1061" cy="0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100" b="1"/>
                  </a:p>
                </p:txBody>
              </p:sp>
            </p:grp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C68B4DA-F85B-41BE-8170-215A3A135C79}"/>
                    </a:ext>
                  </a:extLst>
                </p:cNvPr>
                <p:cNvSpPr txBox="1"/>
                <p:nvPr/>
              </p:nvSpPr>
              <p:spPr>
                <a:xfrm>
                  <a:off x="2504631" y="5408432"/>
                  <a:ext cx="1182785" cy="2750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lnSpc>
                      <a:spcPct val="80000"/>
                    </a:lnSpc>
                    <a:buFont typeface="Wingdings" panose="05000000000000000000" pitchFamily="2" charset="2"/>
                    <a:buNone/>
                  </a:pPr>
                  <a:r>
                    <a:rPr lang="en-US" altLang="zh-CN" sz="1050" b="1"/>
                    <a:t>(Exp Mod)</a:t>
                  </a:r>
                </a:p>
              </p:txBody>
            </p:sp>
          </p:grp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D5C0CB4-B195-4C06-960A-9A30199AC4B6}"/>
                  </a:ext>
                </a:extLst>
              </p:cNvPr>
              <p:cNvSpPr txBox="1"/>
              <p:nvPr/>
            </p:nvSpPr>
            <p:spPr>
              <a:xfrm>
                <a:off x="5021903" y="4108695"/>
                <a:ext cx="979388" cy="227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1050" b="1"/>
                  <a:t>……</a:t>
                </a:r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87639EB-2373-4565-AFD7-87DF149FE2E4}"/>
                </a:ext>
              </a:extLst>
            </p:cNvPr>
            <p:cNvSpPr/>
            <p:nvPr/>
          </p:nvSpPr>
          <p:spPr>
            <a:xfrm>
              <a:off x="4964180" y="3198569"/>
              <a:ext cx="2758132" cy="123068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5E4969A6-A209-470B-8A3E-C83AD2037227}"/>
              </a:ext>
            </a:extLst>
          </p:cNvPr>
          <p:cNvSpPr/>
          <p:nvPr/>
        </p:nvSpPr>
        <p:spPr>
          <a:xfrm>
            <a:off x="4178241" y="1325461"/>
            <a:ext cx="3056814" cy="3171038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36" name="对话气泡: 圆角矩形 35">
            <a:extLst>
              <a:ext uri="{FF2B5EF4-FFF2-40B4-BE49-F238E27FC236}">
                <a16:creationId xmlns:a16="http://schemas.microsoft.com/office/drawing/2014/main" id="{D55F5C59-849B-4F7C-B218-EC1DBCA25DC3}"/>
              </a:ext>
            </a:extLst>
          </p:cNvPr>
          <p:cNvSpPr/>
          <p:nvPr/>
        </p:nvSpPr>
        <p:spPr>
          <a:xfrm>
            <a:off x="2786145" y="4898000"/>
            <a:ext cx="2632726" cy="1538331"/>
          </a:xfrm>
          <a:prstGeom prst="wedgeRoundRectCallout">
            <a:avLst>
              <a:gd name="adj1" fmla="val 55323"/>
              <a:gd name="adj2" fmla="val -18453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类型系统是一种逻辑系统，我们要学习如何用形式化方法来表示它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4B190B-9527-9EBB-DB59-9523A76D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FC97-1DED-4C1E-8010-3D27AFE86B54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A1900-93EA-152D-3703-6DE98AC2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38E22A-094A-FEC4-098C-48C9366A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01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35" grpId="0" animBg="1"/>
      <p:bldP spid="35" grpId="1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0F31614-2C86-3CA6-AEB5-4B9EEAEB0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2" y="811659"/>
            <a:ext cx="6688182" cy="34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BAB69-A836-4B3A-A533-1E64FA218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 </a:t>
            </a:r>
            <a:r>
              <a:rPr lang="zh-CN" altLang="en-US"/>
              <a:t>类型系统的描述语言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1DFE430-C3A8-4CA2-908F-E05CFB1E2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525452"/>
          </a:xfrm>
        </p:spPr>
        <p:txBody>
          <a:bodyPr>
            <a:normAutofit/>
          </a:bodyPr>
          <a:lstStyle/>
          <a:p>
            <a:endParaRPr lang="en-US" altLang="zh-CN" sz="2800">
              <a:solidFill>
                <a:srgbClr val="121212"/>
              </a:solidFill>
              <a:latin typeface="-apple-system"/>
            </a:endParaRPr>
          </a:p>
          <a:p>
            <a:endParaRPr lang="en-US" altLang="zh-CN" sz="2800">
              <a:solidFill>
                <a:srgbClr val="121212"/>
              </a:solidFill>
              <a:latin typeface="-apple-system"/>
            </a:endParaRPr>
          </a:p>
          <a:p>
            <a:endParaRPr lang="en-US" altLang="zh-CN" sz="2800">
              <a:solidFill>
                <a:srgbClr val="121212"/>
              </a:solidFill>
              <a:latin typeface="-apple-system"/>
            </a:endParaRPr>
          </a:p>
          <a:p>
            <a:endParaRPr lang="en-US" altLang="zh-CN" sz="2800">
              <a:solidFill>
                <a:srgbClr val="121212"/>
              </a:solidFill>
              <a:latin typeface="-apple-system"/>
            </a:endParaRPr>
          </a:p>
          <a:p>
            <a:endParaRPr lang="en-US" altLang="zh-CN" sz="2400">
              <a:solidFill>
                <a:srgbClr val="121212"/>
              </a:solidFill>
              <a:latin typeface="-apple-system"/>
            </a:endParaRPr>
          </a:p>
          <a:p>
            <a:r>
              <a:rPr lang="zh-CN" altLang="en-US" sz="2400">
                <a:solidFill>
                  <a:srgbClr val="121212"/>
                </a:solidFill>
                <a:latin typeface="-apple-system"/>
              </a:rPr>
              <a:t>类型系统是一种符号系统，来自于自然推演</a:t>
            </a:r>
            <a:r>
              <a:rPr lang="en-US" altLang="zh-CN" sz="2400">
                <a:solidFill>
                  <a:srgbClr val="121212"/>
                </a:solidFill>
              </a:rPr>
              <a:t>(Natural Deduction)</a:t>
            </a:r>
            <a:r>
              <a:rPr lang="zh-CN" altLang="en-US" sz="2400">
                <a:solidFill>
                  <a:srgbClr val="121212"/>
                </a:solidFill>
                <a:latin typeface="-apple-system"/>
              </a:rPr>
              <a:t>，包括：</a:t>
            </a:r>
            <a:endParaRPr lang="en-US" altLang="zh-CN" sz="2400">
              <a:solidFill>
                <a:srgbClr val="121212"/>
              </a:solidFill>
              <a:latin typeface="-apple-system"/>
            </a:endParaRPr>
          </a:p>
          <a:p>
            <a:pPr lvl="1"/>
            <a:r>
              <a:rPr lang="zh-CN" altLang="en-US" sz="2000"/>
              <a:t>断言</a:t>
            </a:r>
            <a:r>
              <a:rPr lang="en-US" altLang="zh-CN" sz="2000"/>
              <a:t>(Assertions</a:t>
            </a:r>
            <a:r>
              <a:rPr lang="zh-CN" altLang="en-US" sz="2000"/>
              <a:t>，</a:t>
            </a:r>
            <a:r>
              <a:rPr lang="en-US" altLang="zh-CN" sz="2000"/>
              <a:t>assertion</a:t>
            </a:r>
            <a:r>
              <a:rPr lang="zh-CN" altLang="en-US" sz="2000"/>
              <a:t>定义：</a:t>
            </a:r>
            <a:r>
              <a:rPr lang="en-US" altLang="zh-CN" sz="2000"/>
              <a:t>a confident and forceful statement of fact or belief)</a:t>
            </a:r>
          </a:p>
          <a:p>
            <a:pPr lvl="1"/>
            <a:r>
              <a:rPr lang="zh-CN" altLang="en-US" sz="2000"/>
              <a:t>定型规则</a:t>
            </a:r>
            <a:r>
              <a:rPr lang="en-US" altLang="zh-CN" sz="2000"/>
              <a:t>(Type rules)</a:t>
            </a:r>
            <a:r>
              <a:rPr lang="zh-CN" altLang="en-US" sz="2000"/>
              <a:t>和演绎推理</a:t>
            </a:r>
            <a:r>
              <a:rPr lang="en-US" altLang="zh-CN" sz="2000"/>
              <a:t>(Type derivations)</a:t>
            </a:r>
          </a:p>
          <a:p>
            <a:pPr lvl="1"/>
            <a:r>
              <a:rPr lang="zh-CN" altLang="en-US" sz="2000"/>
              <a:t>类型推断</a:t>
            </a:r>
            <a:r>
              <a:rPr lang="en-US" altLang="zh-CN" sz="2000"/>
              <a:t>(Type inference)</a:t>
            </a:r>
          </a:p>
          <a:p>
            <a:endParaRPr lang="en-US" altLang="zh-CN"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018980-FE2E-47B4-A99E-04606A305985}"/>
              </a:ext>
            </a:extLst>
          </p:cNvPr>
          <p:cNvSpPr txBox="1"/>
          <p:nvPr/>
        </p:nvSpPr>
        <p:spPr>
          <a:xfrm>
            <a:off x="4572000" y="6474975"/>
            <a:ext cx="4483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参考资料：</a:t>
            </a:r>
            <a:r>
              <a:rPr lang="zh-CN" altLang="en-US" sz="1400">
                <a:hlinkClick r:id="rId4"/>
              </a:rPr>
              <a:t>http://lucacardelli.name/papers/typesystems.pdf</a:t>
            </a:r>
            <a:endParaRPr lang="zh-CN" altLang="en-US" sz="14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F890A3-DFD3-B8A3-70F5-AC90A4A59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73C2A-D323-424B-B42B-36D26606BD1B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30BD40-8347-7BD6-C4EA-CFDE8747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35628-DA13-B958-5BEB-7CD2EEEA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FD4456E-158D-4BCD-A6C9-BABB5B8DB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5.2.1 </a:t>
            </a:r>
            <a:r>
              <a:rPr lang="zh-CN" altLang="en-US"/>
              <a:t>断言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529386B-5D66-4AE7-835C-B9CA941E6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latin typeface="宋体" panose="02010600030101010101" pitchFamily="2" charset="-122"/>
              </a:rPr>
              <a:t>描述断言的形式：（</a:t>
            </a:r>
            <a:r>
              <a:rPr lang="zh-CN" altLang="en-US" sz="2800" b="1">
                <a:sym typeface="Symbol" panose="05050102010706020507" pitchFamily="18" charset="2"/>
              </a:rPr>
              <a:t>	</a:t>
            </a:r>
            <a:r>
              <a:rPr lang="en-US" altLang="zh-CN" sz="2800" b="1" i="1">
                <a:sym typeface="Symbol" panose="05050102010706020507" pitchFamily="18" charset="2"/>
              </a:rPr>
              <a:t>A</a:t>
            </a:r>
            <a:r>
              <a:rPr lang="zh-CN" altLang="en-US" sz="2800" b="1">
                <a:sym typeface="Symbol" panose="05050102010706020507" pitchFamily="18" charset="2"/>
              </a:rPr>
              <a:t> </a:t>
            </a:r>
            <a:r>
              <a:rPr lang="en-US" altLang="zh-CN" sz="2800" b="1">
                <a:sym typeface="Symbol" panose="05050102010706020507" pitchFamily="18" charset="2"/>
              </a:rPr>
              <a:t>|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sz="2800" b="1" i="1"/>
              <a:t>B </a:t>
            </a:r>
            <a:r>
              <a:rPr lang="zh-CN" altLang="en-US" sz="2800">
                <a:latin typeface="宋体" panose="02010600030101010101" pitchFamily="2" charset="-122"/>
              </a:rPr>
              <a:t>  注释）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zh-CN" altLang="en-US" sz="2800" b="1">
                <a:sym typeface="Symbol" panose="05050102010706020507" pitchFamily="18" charset="2"/>
              </a:rPr>
              <a:t>	 </a:t>
            </a:r>
            <a:r>
              <a:rPr lang="en-US" altLang="zh-CN" sz="2800" b="1">
                <a:sym typeface="Symbol" panose="05050102010706020507" pitchFamily="18" charset="2"/>
              </a:rPr>
              <a:t>|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sz="2800" b="1" i="1"/>
              <a:t>S     </a:t>
            </a:r>
            <a:r>
              <a:rPr lang="en-US" altLang="zh-CN" sz="2800" b="1" i="1" err="1"/>
              <a:t>S</a:t>
            </a:r>
            <a:r>
              <a:rPr lang="zh-CN" altLang="en-US" sz="2800"/>
              <a:t>是一个断言</a:t>
            </a:r>
            <a:r>
              <a:rPr lang="en-US" altLang="zh-CN" sz="2800"/>
              <a:t>;</a:t>
            </a:r>
            <a:r>
              <a:rPr lang="en-US" altLang="zh-CN" sz="2800" b="1" i="1">
                <a:solidFill>
                  <a:srgbClr val="C00000"/>
                </a:solidFill>
              </a:rPr>
              <a:t>S</a:t>
            </a:r>
            <a:r>
              <a:rPr lang="zh-CN" altLang="en-US" sz="2800">
                <a:solidFill>
                  <a:srgbClr val="C00000"/>
                </a:solidFill>
              </a:rPr>
              <a:t>的自由变量都声明在</a:t>
            </a:r>
            <a:r>
              <a:rPr lang="zh-CN" altLang="en-US" sz="2800" b="1">
                <a:solidFill>
                  <a:srgbClr val="C00000"/>
                </a:solidFill>
                <a:sym typeface="Symbol" panose="05050102010706020507" pitchFamily="18" charset="2"/>
              </a:rPr>
              <a:t></a:t>
            </a:r>
            <a:r>
              <a:rPr lang="zh-CN" altLang="en-US" sz="2800">
                <a:solidFill>
                  <a:srgbClr val="C00000"/>
                </a:solidFill>
                <a:sym typeface="Symbol" panose="05050102010706020507" pitchFamily="18" charset="2"/>
              </a:rPr>
              <a:t>中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zh-CN" altLang="en-US" sz="2800" b="1">
                <a:sym typeface="Symbol" panose="05050102010706020507" pitchFamily="18" charset="2"/>
              </a:rPr>
              <a:t></a:t>
            </a:r>
            <a:r>
              <a:rPr lang="zh-CN" altLang="en-US" sz="2800">
                <a:sym typeface="Symbol" panose="05050102010706020507" pitchFamily="18" charset="2"/>
              </a:rPr>
              <a:t>表示</a:t>
            </a:r>
            <a:r>
              <a:rPr lang="zh-CN" altLang="en-US" sz="2800"/>
              <a:t>类型环境</a:t>
            </a:r>
            <a:r>
              <a:rPr lang="zh-CN" altLang="en-US" sz="2800" b="1">
                <a:sym typeface="Symbol" panose="05050102010706020507" pitchFamily="18" charset="2"/>
              </a:rPr>
              <a:t></a:t>
            </a:r>
            <a:r>
              <a:rPr lang="zh-CN" altLang="en-US" sz="2800">
                <a:sym typeface="Symbol" panose="05050102010706020507" pitchFamily="18" charset="2"/>
              </a:rPr>
              <a:t>是一个</a:t>
            </a:r>
            <a:r>
              <a:rPr lang="zh-CN" altLang="en-US" sz="2800">
                <a:solidFill>
                  <a:srgbClr val="C00000"/>
                </a:solidFill>
                <a:sym typeface="Symbol" panose="05050102010706020507" pitchFamily="18" charset="2"/>
              </a:rPr>
              <a:t>静态定型环境</a:t>
            </a:r>
            <a:r>
              <a:rPr lang="en-US" altLang="zh-CN" sz="2800">
                <a:sym typeface="Symbol" panose="05050102010706020507" pitchFamily="18" charset="2"/>
              </a:rPr>
              <a:t>(static typing environment) </a:t>
            </a:r>
            <a:r>
              <a:rPr lang="zh-CN" altLang="en-US" sz="2800">
                <a:sym typeface="Symbol" panose="05050102010706020507" pitchFamily="18" charset="2"/>
              </a:rPr>
              <a:t>，它包含了</a:t>
            </a:r>
            <a:r>
              <a:rPr lang="en-US" altLang="zh-CN" sz="2800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个不同名字的变量</a:t>
            </a:r>
            <a:r>
              <a:rPr lang="en-US" altLang="zh-CN" sz="2800">
                <a:sym typeface="Symbol" panose="05050102010706020507" pitchFamily="18" charset="2"/>
              </a:rPr>
              <a:t>x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, …,</a:t>
            </a:r>
            <a:r>
              <a:rPr lang="en-US" altLang="zh-CN" sz="2800" err="1">
                <a:sym typeface="Symbol" panose="05050102010706020507" pitchFamily="18" charset="2"/>
              </a:rPr>
              <a:t>x</a:t>
            </a:r>
            <a:r>
              <a:rPr lang="en-US" altLang="zh-CN" sz="2800" baseline="-25000" err="1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和他们所属的类型</a:t>
            </a:r>
            <a:r>
              <a:rPr lang="en-US" altLang="zh-CN" sz="2800">
                <a:sym typeface="Symbol" panose="05050102010706020507" pitchFamily="18" charset="2"/>
              </a:rPr>
              <a:t>T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, …,T</a:t>
            </a:r>
            <a:r>
              <a:rPr lang="en-US" altLang="zh-CN" sz="2800" baseline="-25000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的有序表</a:t>
            </a:r>
            <a:r>
              <a:rPr lang="en-US" altLang="zh-CN" sz="2800">
                <a:sym typeface="Symbol" panose="05050102010706020507" pitchFamily="18" charset="2"/>
              </a:rPr>
              <a:t>x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:T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, …, </a:t>
            </a:r>
            <a:r>
              <a:rPr lang="en-US" altLang="zh-CN" sz="2800" err="1">
                <a:sym typeface="Symbol" panose="05050102010706020507" pitchFamily="18" charset="2"/>
              </a:rPr>
              <a:t>x</a:t>
            </a:r>
            <a:r>
              <a:rPr lang="en-US" altLang="zh-CN" sz="2800" baseline="-25000" err="1">
                <a:sym typeface="Symbol" panose="05050102010706020507" pitchFamily="18" charset="2"/>
              </a:rPr>
              <a:t>n</a:t>
            </a:r>
            <a:r>
              <a:rPr lang="en-US" altLang="zh-CN" sz="2800" err="1">
                <a:sym typeface="Symbol" panose="05050102010706020507" pitchFamily="18" charset="2"/>
              </a:rPr>
              <a:t>:T</a:t>
            </a:r>
            <a:r>
              <a:rPr lang="en-US" altLang="zh-CN" sz="2800" baseline="-25000" err="1">
                <a:sym typeface="Symbol" panose="05050102010706020507" pitchFamily="18" charset="2"/>
              </a:rPr>
              <a:t>n</a:t>
            </a:r>
            <a:r>
              <a:rPr lang="zh-CN" altLang="en-US" sz="2800">
                <a:sym typeface="Symbol" panose="05050102010706020507" pitchFamily="18" charset="2"/>
              </a:rPr>
              <a:t>。相当于程序里的</a:t>
            </a:r>
            <a:r>
              <a:rPr lang="zh-CN" altLang="en-US" sz="2800">
                <a:solidFill>
                  <a:schemeClr val="accent1"/>
                </a:solidFill>
                <a:sym typeface="Symbol" panose="05050102010706020507" pitchFamily="18" charset="2"/>
              </a:rPr>
              <a:t>类型声明语句</a:t>
            </a:r>
            <a:r>
              <a:rPr lang="zh-CN" altLang="en-US" sz="2800">
                <a:sym typeface="Symbol" panose="05050102010706020507" pitchFamily="18" charset="2"/>
              </a:rPr>
              <a:t>和编译器的</a:t>
            </a:r>
            <a:r>
              <a:rPr lang="zh-CN" altLang="en-US" sz="2800">
                <a:solidFill>
                  <a:schemeClr val="accent1"/>
                </a:solidFill>
                <a:sym typeface="Symbol" panose="05050102010706020507" pitchFamily="18" charset="2"/>
              </a:rPr>
              <a:t>符号表</a:t>
            </a:r>
            <a:r>
              <a:rPr lang="zh-CN" altLang="en-US" sz="2800">
                <a:sym typeface="Symbol" panose="05050102010706020507" pitchFamily="18" charset="2"/>
              </a:rPr>
              <a:t>。</a:t>
            </a:r>
            <a:endParaRPr lang="en-US" altLang="zh-CN" sz="2800">
              <a:sym typeface="Symbol" panose="05050102010706020507" pitchFamily="18" charset="2"/>
            </a:endParaRPr>
          </a:p>
          <a:p>
            <a:r>
              <a:rPr lang="en-US" altLang="zh-CN" sz="2800" b="1">
                <a:sym typeface="Symbol" panose="05050102010706020507" pitchFamily="18" charset="2"/>
              </a:rPr>
              <a:t>|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zh-CN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zh-CN" altLang="en-US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“可证明出</a:t>
            </a:r>
            <a:r>
              <a:rPr lang="en-US" altLang="zh-CN" sz="280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>
                <a:solidFill>
                  <a:srgbClr val="C00000"/>
                </a:solidFill>
              </a:rPr>
              <a:t>it is provable that . . .)</a:t>
            </a:r>
            <a:r>
              <a:rPr lang="zh-CN" altLang="en-US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”，或“由此得出</a:t>
            </a:r>
            <a:r>
              <a:rPr lang="en-US" altLang="zh-CN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b="1">
                <a:solidFill>
                  <a:srgbClr val="C00000"/>
                </a:solidFill>
                <a:sym typeface="Symbol" panose="05050102010706020507" pitchFamily="18" charset="2"/>
              </a:rPr>
              <a:t> </a:t>
            </a:r>
            <a:r>
              <a:rPr lang="en-US" altLang="zh-CN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entails</a:t>
            </a:r>
            <a:r>
              <a:rPr lang="en-US" altLang="zh-CN" sz="2800" b="1" i="1">
                <a:solidFill>
                  <a:srgbClr val="C00000"/>
                </a:solidFill>
              </a:rPr>
              <a:t> S</a:t>
            </a:r>
            <a:r>
              <a:rPr lang="en-US" altLang="zh-CN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>
                <a:solidFill>
                  <a:srgbClr val="C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endParaRPr lang="en-US" altLang="zh-CN" sz="2800">
              <a:solidFill>
                <a:srgbClr val="C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14E272-28DE-C4B9-49D2-64690519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9745-A8AB-40A2-BB57-717B50912E07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54E84B-03C5-16A6-18E5-70FBA9D4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DCC167-9DD9-89F3-334B-06C3323E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0EB9E75-CA62-406C-82DD-B48403BB4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5.2.1 </a:t>
            </a:r>
            <a:r>
              <a:rPr lang="zh-CN" altLang="en-US"/>
              <a:t>断言</a:t>
            </a:r>
          </a:p>
        </p:txBody>
      </p:sp>
      <p:sp>
        <p:nvSpPr>
          <p:cNvPr id="882691" name="Rectangle 3">
            <a:extLst>
              <a:ext uri="{FF2B5EF4-FFF2-40B4-BE49-F238E27FC236}">
                <a16:creationId xmlns:a16="http://schemas.microsoft.com/office/drawing/2014/main" id="{206CF704-4BE5-42FB-A0A8-FF5B13113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环境</a:t>
            </a:r>
            <a:r>
              <a:rPr lang="zh-CN" altLang="en-US" sz="2400">
                <a:latin typeface="宋体" panose="02010600030101010101" pitchFamily="2" charset="-122"/>
              </a:rPr>
              <a:t>断言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400" b="1">
                <a:sym typeface="Symbol" panose="05050102010706020507" pitchFamily="18" charset="2"/>
              </a:rPr>
              <a:t>	</a:t>
            </a:r>
            <a:r>
              <a:rPr lang="zh-CN" altLang="en-US" sz="2400" b="1"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|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</a:t>
            </a:r>
            <a:r>
              <a:rPr lang="en-US" altLang="zh-CN" sz="2400" b="1">
                <a:latin typeface="宋体" panose="02010600030101010101" pitchFamily="2" charset="-122"/>
              </a:rPr>
              <a:t>	 </a:t>
            </a:r>
            <a:r>
              <a:rPr lang="zh-CN" altLang="en-US" sz="2400">
                <a:latin typeface="宋体" panose="02010600030101010101" pitchFamily="2" charset="-122"/>
              </a:rPr>
              <a:t>该断言表示</a:t>
            </a:r>
            <a:r>
              <a:rPr lang="zh-CN" altLang="en-US" sz="2400" b="1">
                <a:sym typeface="Symbol" panose="05050102010706020507" pitchFamily="18" charset="2"/>
              </a:rPr>
              <a:t></a:t>
            </a:r>
            <a:r>
              <a:rPr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是良形</a:t>
            </a:r>
            <a:r>
              <a:rPr lang="en-US" altLang="zh-CN" sz="2400" b="1"/>
              <a:t>(</a:t>
            </a:r>
            <a:r>
              <a:rPr lang="en-US" altLang="zh-CN" sz="2400" b="1" i="1"/>
              <a:t>well formed</a:t>
            </a:r>
            <a:r>
              <a:rPr lang="en-US" altLang="zh-CN" sz="2400" b="1"/>
              <a:t>)</a:t>
            </a:r>
            <a:r>
              <a:rPr lang="zh-CN" altLang="en-US" sz="2400">
                <a:latin typeface="宋体" panose="02010600030101010101" pitchFamily="2" charset="-122"/>
              </a:rPr>
              <a:t>的环境</a:t>
            </a:r>
            <a:r>
              <a:rPr lang="en-US" altLang="zh-CN" sz="2400"/>
              <a:t>(i.e., it has been properly constructed)</a:t>
            </a:r>
            <a:endParaRPr lang="zh-CN" altLang="en-US" sz="240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后面将用推理规则来定义环境的语法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而不是用文法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语法</a:t>
            </a:r>
            <a:r>
              <a:rPr lang="zh-CN" altLang="en-US" sz="2400">
                <a:latin typeface="宋体" panose="02010600030101010101" pitchFamily="2" charset="-122"/>
              </a:rPr>
              <a:t>断言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ym typeface="Symbol" panose="05050102010706020507" pitchFamily="18" charset="2"/>
              </a:rPr>
              <a:t>	</a:t>
            </a:r>
            <a:r>
              <a:rPr lang="zh-CN" altLang="en-US" sz="2400" b="1"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|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  <a:r>
              <a:rPr lang="en-US" altLang="zh-CN" sz="2400" b="1" err="1"/>
              <a:t>nat</a:t>
            </a:r>
            <a:r>
              <a:rPr lang="en-US" altLang="zh-CN" sz="2400" b="1" i="1"/>
              <a:t>	    </a:t>
            </a:r>
            <a:r>
              <a:rPr lang="zh-CN" altLang="en-US" sz="2400"/>
              <a:t>在环境</a:t>
            </a:r>
            <a:r>
              <a:rPr lang="zh-CN" altLang="en-US" sz="2400" b="1">
                <a:sym typeface="Symbol" panose="05050102010706020507" pitchFamily="18" charset="2"/>
              </a:rPr>
              <a:t></a:t>
            </a:r>
            <a:r>
              <a:rPr lang="zh-CN" altLang="en-US" sz="2400"/>
              <a:t>下，</a:t>
            </a:r>
            <a:r>
              <a:rPr lang="en-US" altLang="zh-CN" sz="2400" b="1" err="1"/>
              <a:t>nat</a:t>
            </a:r>
            <a:r>
              <a:rPr lang="zh-CN" altLang="en-US" sz="2400"/>
              <a:t>是类型表达式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后面将用推理规则来定义类型表达式的语法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而不是用文法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>
                <a:solidFill>
                  <a:schemeClr val="bg1"/>
                </a:solidFill>
              </a:rPr>
              <a:t>定型</a:t>
            </a:r>
            <a:r>
              <a:rPr lang="zh-CN" altLang="en-US" sz="2400"/>
              <a:t>断言</a:t>
            </a:r>
            <a:r>
              <a:rPr lang="zh-CN" altLang="en-US" sz="2400">
                <a:solidFill>
                  <a:srgbClr val="FF0000"/>
                </a:solidFill>
              </a:rPr>
              <a:t>（最重要）</a:t>
            </a:r>
            <a:endParaRPr lang="zh-CN" altLang="en-US" sz="2400" i="1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i="1">
                <a:sym typeface="Symbol" panose="05050102010706020507" pitchFamily="18" charset="2"/>
              </a:rPr>
              <a:t>	</a:t>
            </a:r>
            <a:r>
              <a:rPr lang="zh-CN" altLang="en-US" sz="2400" b="1">
                <a:sym typeface="Symbol" panose="05050102010706020507" pitchFamily="18" charset="2"/>
              </a:rPr>
              <a:t></a:t>
            </a:r>
            <a:r>
              <a:rPr lang="zh-CN" altLang="en-US" sz="2400" b="1" i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|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  <a:r>
              <a:rPr lang="en-US" altLang="zh-CN" sz="2400" b="1" i="1"/>
              <a:t>M </a:t>
            </a:r>
            <a:r>
              <a:rPr lang="en-US" altLang="zh-CN" sz="2400" b="1"/>
              <a:t>:</a:t>
            </a:r>
            <a:r>
              <a:rPr lang="en-US" altLang="zh-CN" sz="2400" b="1" i="1"/>
              <a:t> T	    </a:t>
            </a:r>
            <a:r>
              <a:rPr lang="zh-CN" altLang="en-US" sz="2400"/>
              <a:t>在环境</a:t>
            </a:r>
            <a:r>
              <a:rPr lang="zh-CN" altLang="en-US" sz="2400" b="1">
                <a:sym typeface="Symbol" panose="05050102010706020507" pitchFamily="18" charset="2"/>
              </a:rPr>
              <a:t></a:t>
            </a:r>
            <a:r>
              <a:rPr lang="zh-CN" altLang="en-US" sz="2400">
                <a:sym typeface="Symbol" panose="05050102010706020507" pitchFamily="18" charset="2"/>
              </a:rPr>
              <a:t>下，</a:t>
            </a:r>
            <a:r>
              <a:rPr lang="zh-CN" altLang="en-US" sz="2400" b="1">
                <a:sym typeface="Symbol" panose="05050102010706020507" pitchFamily="18" charset="2"/>
              </a:rPr>
              <a:t> </a:t>
            </a:r>
            <a:r>
              <a:rPr lang="en-US" altLang="zh-CN" sz="2400" b="1" i="1"/>
              <a:t>M</a:t>
            </a:r>
            <a:r>
              <a:rPr lang="zh-CN" altLang="en-US" sz="2400"/>
              <a:t>具有类型</a:t>
            </a:r>
            <a:r>
              <a:rPr lang="en-US" altLang="zh-CN" sz="2400" b="1" i="1"/>
              <a:t>T 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zh-CN" altLang="en-US" sz="2400"/>
              <a:t>的自由变量都出现在</a:t>
            </a:r>
            <a:r>
              <a:rPr lang="zh-CN" altLang="en-US" sz="2400" b="1">
                <a:sym typeface="Symbol" panose="05050102010706020507" pitchFamily="18" charset="2"/>
              </a:rPr>
              <a:t></a:t>
            </a:r>
            <a:r>
              <a:rPr lang="zh-CN" altLang="en-US" sz="2400"/>
              <a:t>中</a:t>
            </a:r>
            <a:r>
              <a:rPr lang="en-US" altLang="zh-CN" sz="2400" b="1"/>
              <a:t>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</a:t>
            </a:r>
            <a:r>
              <a:rPr lang="zh-CN" altLang="en-US" sz="2400"/>
              <a:t>例：</a:t>
            </a:r>
            <a:r>
              <a:rPr lang="zh-CN" altLang="en-US" sz="2400" b="1">
                <a:sym typeface="Symbol" panose="05050102010706020507" pitchFamily="18" charset="2"/>
              </a:rPr>
              <a:t></a:t>
            </a:r>
            <a:r>
              <a:rPr lang="zh-CN" altLang="en-US" sz="2400" b="1" i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|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sz="2400" b="1"/>
              <a:t>true : </a:t>
            </a:r>
            <a:r>
              <a:rPr lang="en-US" altLang="zh-CN" sz="2400" b="1" err="1"/>
              <a:t>boolean</a:t>
            </a:r>
            <a:r>
              <a:rPr lang="en-US" altLang="zh-CN" sz="2400" b="1" i="1"/>
              <a:t>	    </a:t>
            </a:r>
            <a:r>
              <a:rPr lang="en-US" altLang="zh-CN" sz="2400" b="1"/>
              <a:t>{</a:t>
            </a:r>
            <a:r>
              <a:rPr lang="en-US" altLang="zh-CN" sz="2400" b="1" i="1"/>
              <a:t>x</a:t>
            </a:r>
            <a:r>
              <a:rPr lang="en-US" altLang="zh-CN" sz="2400" b="1"/>
              <a:t> : </a:t>
            </a:r>
            <a:r>
              <a:rPr lang="en-US" altLang="zh-CN" sz="2400" b="1" err="1"/>
              <a:t>nat</a:t>
            </a:r>
            <a:r>
              <a:rPr lang="en-US" altLang="zh-CN" sz="2400" b="1"/>
              <a:t>}</a:t>
            </a:r>
            <a:r>
              <a:rPr lang="en-US" altLang="zh-CN" sz="2400" b="1" i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|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sz="2400" b="1" i="1"/>
              <a:t>x</a:t>
            </a:r>
            <a:r>
              <a:rPr lang="en-US" altLang="zh-CN" sz="2400" b="1"/>
              <a:t>+1 : </a:t>
            </a:r>
            <a:r>
              <a:rPr lang="en-US" altLang="zh-CN" sz="2400" b="1" err="1"/>
              <a:t>nat</a:t>
            </a:r>
            <a:endParaRPr lang="en-US" altLang="zh-CN" sz="2400" b="1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/>
              <a:t>后面将用推理规则来确定语法结构实例的类型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FF8718-884C-4963-260B-9C8686CE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14F5A-04F1-4EFA-8A4D-6E89FE54123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1E4BDD-FC23-2790-BE16-BFF5021D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A350F6-1BA2-85A6-3A04-23E7D80D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2DACE3B-B2BD-54F2-CF84-AFADDF430B5E}"/>
              </a:ext>
            </a:extLst>
          </p:cNvPr>
          <p:cNvCxnSpPr>
            <a:cxnSpLocks/>
          </p:cNvCxnSpPr>
          <p:nvPr/>
        </p:nvCxnSpPr>
        <p:spPr>
          <a:xfrm>
            <a:off x="947152" y="1624878"/>
            <a:ext cx="63399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BAA6FBB-62E3-B10B-D3D4-5754A4CA0468}"/>
              </a:ext>
            </a:extLst>
          </p:cNvPr>
          <p:cNvSpPr txBox="1"/>
          <p:nvPr/>
        </p:nvSpPr>
        <p:spPr>
          <a:xfrm>
            <a:off x="864397" y="1195205"/>
            <a:ext cx="837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</a:rPr>
              <a:t>环境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D4EA3D5-16F8-7FF2-D1FE-6A07E387C504}"/>
              </a:ext>
            </a:extLst>
          </p:cNvPr>
          <p:cNvCxnSpPr>
            <a:cxnSpLocks/>
          </p:cNvCxnSpPr>
          <p:nvPr/>
        </p:nvCxnSpPr>
        <p:spPr>
          <a:xfrm>
            <a:off x="947152" y="3117128"/>
            <a:ext cx="63399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B78B17F-4FB6-8F21-5F42-6A427C48592B}"/>
              </a:ext>
            </a:extLst>
          </p:cNvPr>
          <p:cNvSpPr txBox="1"/>
          <p:nvPr/>
        </p:nvSpPr>
        <p:spPr>
          <a:xfrm>
            <a:off x="864397" y="2687455"/>
            <a:ext cx="837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</a:rPr>
              <a:t>语法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CDC830D-F5D6-6C05-8F4A-0C1904F95B06}"/>
              </a:ext>
            </a:extLst>
          </p:cNvPr>
          <p:cNvCxnSpPr>
            <a:cxnSpLocks/>
          </p:cNvCxnSpPr>
          <p:nvPr/>
        </p:nvCxnSpPr>
        <p:spPr>
          <a:xfrm>
            <a:off x="947152" y="4583978"/>
            <a:ext cx="63399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D11FFD4-7AFB-BC04-9A5D-888C8BAA90B4}"/>
              </a:ext>
            </a:extLst>
          </p:cNvPr>
          <p:cNvSpPr txBox="1"/>
          <p:nvPr/>
        </p:nvSpPr>
        <p:spPr>
          <a:xfrm>
            <a:off x="864397" y="4154305"/>
            <a:ext cx="837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</a:rPr>
              <a:t>定型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8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8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8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8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8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8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8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8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8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CA5AB32-9BB4-4CC3-B7F4-ECE085860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5.2.2 </a:t>
            </a:r>
            <a:r>
              <a:rPr lang="zh-CN" altLang="en-US"/>
              <a:t>定型规则和演绎推理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D06E39D-8392-4C90-8F38-36E79CC2FD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推理规则是在一组已知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有效断言</a:t>
            </a:r>
            <a:r>
              <a:rPr lang="zh-CN" altLang="en-US">
                <a:sym typeface="Symbol" panose="05050102010706020507" pitchFamily="18" charset="2"/>
              </a:rPr>
              <a:t>的基础上，声称某个断言的有效性。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其一般形式：</a:t>
            </a:r>
            <a:endParaRPr lang="en-US" altLang="zh-CN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（规则名）（注释）   推理规则    （注释）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其中的推理规则习惯表示法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b="1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横线上方是</a:t>
            </a:r>
            <a:r>
              <a:rPr lang="zh-CN" altLang="en-US">
                <a:solidFill>
                  <a:schemeClr val="bg1"/>
                </a:solidFill>
              </a:rPr>
              <a:t>前提</a:t>
            </a:r>
            <a:r>
              <a:rPr lang="en-US" altLang="zh-CN"/>
              <a:t>(premise)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横线下方是</a:t>
            </a:r>
            <a:r>
              <a:rPr lang="zh-CN" altLang="en-US">
                <a:solidFill>
                  <a:schemeClr val="bg1"/>
                </a:solidFill>
              </a:rPr>
              <a:t>结论</a:t>
            </a:r>
            <a:r>
              <a:rPr lang="en-US" altLang="zh-CN"/>
              <a:t>(conclusion)</a:t>
            </a:r>
            <a:endParaRPr lang="zh-CN" altLang="en-US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前提为零的规则叫做</a:t>
            </a:r>
            <a:r>
              <a:rPr lang="zh-CN" altLang="en-US">
                <a:solidFill>
                  <a:schemeClr val="bg1"/>
                </a:solidFill>
              </a:rPr>
              <a:t>公理</a:t>
            </a:r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  <p:grpSp>
        <p:nvGrpSpPr>
          <p:cNvPr id="32772" name="Group 4">
            <a:extLst>
              <a:ext uri="{FF2B5EF4-FFF2-40B4-BE49-F238E27FC236}">
                <a16:creationId xmlns:a16="http://schemas.microsoft.com/office/drawing/2014/main" id="{49D4267A-BC39-46B9-98D1-CDF5335C4109}"/>
              </a:ext>
            </a:extLst>
          </p:cNvPr>
          <p:cNvGrpSpPr>
            <a:grpSpLocks/>
          </p:cNvGrpSpPr>
          <p:nvPr/>
        </p:nvGrpSpPr>
        <p:grpSpPr bwMode="auto">
          <a:xfrm>
            <a:off x="855799" y="3892732"/>
            <a:ext cx="3816350" cy="762000"/>
            <a:chOff x="2971" y="3702"/>
            <a:chExt cx="2404" cy="480"/>
          </a:xfrm>
        </p:grpSpPr>
        <p:sp>
          <p:nvSpPr>
            <p:cNvPr id="32773" name="Rectangle 5" descr="Green marble">
              <a:extLst>
                <a:ext uri="{FF2B5EF4-FFF2-40B4-BE49-F238E27FC236}">
                  <a16:creationId xmlns:a16="http://schemas.microsoft.com/office/drawing/2014/main" id="{CBAE1365-0F1A-41EB-854D-C843BC221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3702"/>
              <a:ext cx="240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</a:t>
              </a:r>
              <a:r>
                <a:rPr lang="en-US" altLang="zh-CN" sz="2400" b="1" baseline="-25000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|– </a:t>
              </a:r>
              <a:r>
                <a:rPr lang="en-US" altLang="zh-CN" sz="2400" b="1" i="1">
                  <a:solidFill>
                    <a:srgbClr val="C00000"/>
                  </a:solidFill>
                </a:rPr>
                <a:t>S</a:t>
              </a:r>
              <a:r>
                <a:rPr lang="en-US" altLang="zh-CN" b="1" baseline="-25000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  …,  </a:t>
              </a:r>
              <a:r>
                <a:rPr lang="en-US" altLang="zh-CN" sz="2400" b="1" i="1" baseline="-25000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400" b="1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|– </a:t>
              </a:r>
              <a:r>
                <a:rPr lang="en-US" altLang="zh-CN" sz="2400" b="1" i="1">
                  <a:solidFill>
                    <a:srgbClr val="C00000"/>
                  </a:solidFill>
                </a:rPr>
                <a:t>S</a:t>
              </a:r>
              <a:r>
                <a:rPr lang="en-US" altLang="zh-CN" b="1" i="1" baseline="-25000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n</a:t>
              </a:r>
              <a:endParaRPr lang="en-US" altLang="zh-CN" b="1" i="1" baseline="-2500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C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 |– </a:t>
              </a:r>
              <a:r>
                <a:rPr lang="en-US" altLang="zh-CN" sz="2400" b="1" i="1">
                  <a:solidFill>
                    <a:srgbClr val="C00000"/>
                  </a:solidFill>
                </a:rPr>
                <a:t>S</a:t>
              </a:r>
              <a:endParaRPr lang="en-US" altLang="zh-CN" sz="2400" b="1">
                <a:solidFill>
                  <a:srgbClr val="C00000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74" name="Line 6">
              <a:extLst>
                <a:ext uri="{FF2B5EF4-FFF2-40B4-BE49-F238E27FC236}">
                  <a16:creationId xmlns:a16="http://schemas.microsoft.com/office/drawing/2014/main" id="{6156374B-507E-4B8A-87CB-8519EE1E6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3" y="3976"/>
              <a:ext cx="2209" cy="0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8E7C98-7EE0-79C3-87BC-E25B0765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EC1C-B0C4-4692-8E7B-91952CCB493E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1D40E6-9F90-0D79-D16C-ADB26D1C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8E2F84-0C50-49EF-7E1B-33DEE1CE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D99BE6D-BAFD-E38E-4030-8855C540BB0F}"/>
              </a:ext>
            </a:extLst>
          </p:cNvPr>
          <p:cNvCxnSpPr>
            <a:cxnSpLocks/>
          </p:cNvCxnSpPr>
          <p:nvPr/>
        </p:nvCxnSpPr>
        <p:spPr>
          <a:xfrm>
            <a:off x="5041154" y="1734630"/>
            <a:ext cx="164011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634926C-8258-51CC-803B-BA4F53EFE8F7}"/>
              </a:ext>
            </a:extLst>
          </p:cNvPr>
          <p:cNvSpPr txBox="1"/>
          <p:nvPr/>
        </p:nvSpPr>
        <p:spPr>
          <a:xfrm>
            <a:off x="4920143" y="1220605"/>
            <a:ext cx="19620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</a:rPr>
              <a:t>有效断言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D410F9C5-38C0-7324-CA93-9A466D403A87}"/>
              </a:ext>
            </a:extLst>
          </p:cNvPr>
          <p:cNvSpPr/>
          <p:nvPr/>
        </p:nvSpPr>
        <p:spPr>
          <a:xfrm>
            <a:off x="6456503" y="3276654"/>
            <a:ext cx="2591025" cy="1332855"/>
          </a:xfrm>
          <a:prstGeom prst="borderCallout2">
            <a:avLst>
              <a:gd name="adj1" fmla="val -872"/>
              <a:gd name="adj2" fmla="val 12065"/>
              <a:gd name="adj3" fmla="val -51785"/>
              <a:gd name="adj4" fmla="val -1561"/>
              <a:gd name="adj5" fmla="val -115919"/>
              <a:gd name="adj6" fmla="val -9726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有效（</a:t>
            </a:r>
            <a:r>
              <a:rPr lang="en-US" altLang="zh-CN" b="1">
                <a:solidFill>
                  <a:schemeClr val="tx1"/>
                </a:solidFill>
              </a:rPr>
              <a:t>valid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）断言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b="1">
                <a:solidFill>
                  <a:schemeClr val="tx1"/>
                </a:solidFill>
                <a:sym typeface="Symbol" panose="05050102010706020507" pitchFamily="18" charset="2"/>
              </a:rPr>
              <a:t></a:t>
            </a:r>
            <a:r>
              <a:rPr lang="zh-CN" altLang="en-US" b="1" i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sym typeface="Symbol" panose="05050102010706020507" pitchFamily="18" charset="2"/>
              </a:rPr>
              <a:t>|</a:t>
            </a:r>
            <a:r>
              <a:rPr lang="en-US" altLang="zh-CN" sz="1600" b="1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true : </a:t>
            </a:r>
            <a:r>
              <a:rPr lang="en-US" altLang="zh-CN" b="1" err="1">
                <a:solidFill>
                  <a:schemeClr val="tx1"/>
                </a:solidFill>
              </a:rPr>
              <a:t>boolean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无效（</a:t>
            </a:r>
            <a:r>
              <a:rPr lang="en-US" altLang="zh-CN" b="1">
                <a:solidFill>
                  <a:schemeClr val="tx1"/>
                </a:solidFill>
              </a:rPr>
              <a:t>invalid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）断言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sym typeface="Symbol" panose="05050102010706020507" pitchFamily="18" charset="2"/>
              </a:rPr>
              <a:t>	</a:t>
            </a:r>
            <a:r>
              <a:rPr lang="zh-CN" altLang="en-US" b="1" i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sym typeface="Symbol" panose="05050102010706020507" pitchFamily="18" charset="2"/>
              </a:rPr>
              <a:t>|</a:t>
            </a:r>
            <a:r>
              <a:rPr lang="en-US" altLang="zh-CN" sz="1600" b="1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–  </a:t>
            </a:r>
            <a:r>
              <a:rPr lang="en-US" altLang="zh-CN" b="1">
                <a:solidFill>
                  <a:schemeClr val="tx1"/>
                </a:solidFill>
              </a:rPr>
              <a:t>true : </a:t>
            </a:r>
            <a:r>
              <a:rPr lang="en-US" altLang="zh-CN" b="1" err="1">
                <a:solidFill>
                  <a:schemeClr val="tx1"/>
                </a:solidFill>
              </a:rPr>
              <a:t>nat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212A0CF-FE1A-2062-2C28-DB7F0406F286}"/>
              </a:ext>
            </a:extLst>
          </p:cNvPr>
          <p:cNvCxnSpPr>
            <a:cxnSpLocks/>
          </p:cNvCxnSpPr>
          <p:nvPr/>
        </p:nvCxnSpPr>
        <p:spPr>
          <a:xfrm>
            <a:off x="3150842" y="5334519"/>
            <a:ext cx="8129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E891C8B-F8D0-E9B5-5F3D-2682F74BB5C3}"/>
              </a:ext>
            </a:extLst>
          </p:cNvPr>
          <p:cNvSpPr txBox="1"/>
          <p:nvPr/>
        </p:nvSpPr>
        <p:spPr>
          <a:xfrm>
            <a:off x="3088547" y="4866628"/>
            <a:ext cx="95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前提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1B3730D-4644-C9E7-FFEE-41AE72F46A3E}"/>
              </a:ext>
            </a:extLst>
          </p:cNvPr>
          <p:cNvCxnSpPr>
            <a:cxnSpLocks/>
          </p:cNvCxnSpPr>
          <p:nvPr/>
        </p:nvCxnSpPr>
        <p:spPr>
          <a:xfrm>
            <a:off x="3150842" y="5793115"/>
            <a:ext cx="8129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1931417-F11D-C067-1A04-E320836FB929}"/>
              </a:ext>
            </a:extLst>
          </p:cNvPr>
          <p:cNvSpPr txBox="1"/>
          <p:nvPr/>
        </p:nvSpPr>
        <p:spPr>
          <a:xfrm>
            <a:off x="3088547" y="5325224"/>
            <a:ext cx="95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结论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D1C7D89-451D-F33B-9526-573B041C0AE8}"/>
              </a:ext>
            </a:extLst>
          </p:cNvPr>
          <p:cNvCxnSpPr>
            <a:cxnSpLocks/>
          </p:cNvCxnSpPr>
          <p:nvPr/>
        </p:nvCxnSpPr>
        <p:spPr>
          <a:xfrm>
            <a:off x="4565785" y="6223260"/>
            <a:ext cx="8129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A0EEFC0-898A-6B87-CE80-9249CD4F7F41}"/>
              </a:ext>
            </a:extLst>
          </p:cNvPr>
          <p:cNvSpPr txBox="1"/>
          <p:nvPr/>
        </p:nvSpPr>
        <p:spPr>
          <a:xfrm>
            <a:off x="4503490" y="5755369"/>
            <a:ext cx="95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公理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/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CA5AB32-9BB4-4CC3-B7F4-ECE085860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5.2.2 </a:t>
            </a:r>
            <a:r>
              <a:rPr lang="zh-CN" altLang="en-US"/>
              <a:t>定型规则和演绎推理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250571-EFB5-E4FC-2983-D6024AF5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9F46-8B89-47A7-8370-13EE0D46015B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7E44DD-5F73-259D-2629-1C0C172A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F45157-2991-862B-91CB-21670DA5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  <p:grpSp>
        <p:nvGrpSpPr>
          <p:cNvPr id="32811" name="组合 32810">
            <a:extLst>
              <a:ext uri="{FF2B5EF4-FFF2-40B4-BE49-F238E27FC236}">
                <a16:creationId xmlns:a16="http://schemas.microsoft.com/office/drawing/2014/main" id="{2B52A9B9-E1CC-5A9D-505A-27BD2B60068F}"/>
              </a:ext>
            </a:extLst>
          </p:cNvPr>
          <p:cNvGrpSpPr/>
          <p:nvPr/>
        </p:nvGrpSpPr>
        <p:grpSpPr>
          <a:xfrm>
            <a:off x="162323" y="935624"/>
            <a:ext cx="8755692" cy="1179200"/>
            <a:chOff x="162323" y="935624"/>
            <a:chExt cx="8755692" cy="1179200"/>
          </a:xfrm>
        </p:grpSpPr>
        <p:sp>
          <p:nvSpPr>
            <p:cNvPr id="32791" name="Bullet">
              <a:extLst>
                <a:ext uri="{FF2B5EF4-FFF2-40B4-BE49-F238E27FC236}">
                  <a16:creationId xmlns:a16="http://schemas.microsoft.com/office/drawing/2014/main" id="{3C9C9EB9-F15B-55A8-9C27-C3315EC914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323" y="1152263"/>
              <a:ext cx="2707877" cy="866052"/>
            </a:xfrm>
            <a:prstGeom prst="roundRect">
              <a:avLst>
                <a:gd name="adj" fmla="val 16000"/>
              </a:avLst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r" defTabSz="913765"/>
              <a:r>
                <a:rPr lang="zh-CN" altLang="en-US" sz="2800" b="1">
                  <a:solidFill>
                    <a:srgbClr val="FFFFFF"/>
                  </a:solidFill>
                  <a:sym typeface="Arial" panose="020B0604020202020204" pitchFamily="34" charset="0"/>
                </a:rPr>
                <a:t>三种断言形式</a:t>
              </a:r>
              <a:endParaRPr lang="en-US" altLang="zh-CN" sz="2800" b="1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grpSp>
          <p:nvGrpSpPr>
            <p:cNvPr id="32797" name="î$ḻïďé">
              <a:extLst>
                <a:ext uri="{FF2B5EF4-FFF2-40B4-BE49-F238E27FC236}">
                  <a16:creationId xmlns:a16="http://schemas.microsoft.com/office/drawing/2014/main" id="{FBA4D0F2-971A-E07E-94C4-9FBC9C098223}"/>
                </a:ext>
              </a:extLst>
            </p:cNvPr>
            <p:cNvGrpSpPr/>
            <p:nvPr/>
          </p:nvGrpSpPr>
          <p:grpSpPr>
            <a:xfrm>
              <a:off x="3022139" y="1055754"/>
              <a:ext cx="1666330" cy="1059070"/>
              <a:chOff x="177501" y="1902280"/>
              <a:chExt cx="3017788" cy="1973942"/>
            </a:xfrm>
          </p:grpSpPr>
          <p:sp>
            <p:nvSpPr>
              <p:cNvPr id="32799" name="Title">
                <a:extLst>
                  <a:ext uri="{FF2B5EF4-FFF2-40B4-BE49-F238E27FC236}">
                    <a16:creationId xmlns:a16="http://schemas.microsoft.com/office/drawing/2014/main" id="{83BA99C0-12A7-3841-9BF0-68319F7CE627}"/>
                  </a:ext>
                </a:extLst>
              </p:cNvPr>
              <p:cNvSpPr/>
              <p:nvPr/>
            </p:nvSpPr>
            <p:spPr>
              <a:xfrm>
                <a:off x="177501" y="1902280"/>
                <a:ext cx="1973942" cy="1973942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/>
              <a:p>
                <a:pPr algn="ctr" defTabSz="913765"/>
                <a:r>
                  <a:rPr lang="zh-CN" altLang="en-US" sz="2800" b="1">
                    <a:solidFill>
                      <a:srgbClr val="FFFFFF"/>
                    </a:solidFill>
                  </a:rPr>
                  <a:t>对应</a:t>
                </a:r>
                <a:endParaRPr lang="en-US" altLang="zh-CN" sz="28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32800" name="îṥḻiďè">
                <a:extLst>
                  <a:ext uri="{FF2B5EF4-FFF2-40B4-BE49-F238E27FC236}">
                    <a16:creationId xmlns:a16="http://schemas.microsoft.com/office/drawing/2014/main" id="{8F07811A-786F-8857-7E5B-6C9900A987C2}"/>
                  </a:ext>
                </a:extLst>
              </p:cNvPr>
              <p:cNvSpPr/>
              <p:nvPr/>
            </p:nvSpPr>
            <p:spPr bwMode="auto">
              <a:xfrm rot="16200000">
                <a:off x="1626191" y="2127246"/>
                <a:ext cx="1614183" cy="1524013"/>
              </a:xfrm>
              <a:custGeom>
                <a:avLst/>
                <a:gdLst>
                  <a:gd name="T0" fmla="*/ 988 w 988"/>
                  <a:gd name="T1" fmla="*/ 0 h 988"/>
                  <a:gd name="T2" fmla="*/ 0 w 988"/>
                  <a:gd name="T3" fmla="*/ 0 h 988"/>
                  <a:gd name="T4" fmla="*/ 343 w 988"/>
                  <a:gd name="T5" fmla="*/ 668 h 988"/>
                  <a:gd name="T6" fmla="*/ 241 w 988"/>
                  <a:gd name="T7" fmla="*/ 668 h 988"/>
                  <a:gd name="T8" fmla="*/ 520 w 988"/>
                  <a:gd name="T9" fmla="*/ 988 h 988"/>
                  <a:gd name="T10" fmla="*/ 804 w 988"/>
                  <a:gd name="T11" fmla="*/ 668 h 988"/>
                  <a:gd name="T12" fmla="*/ 696 w 988"/>
                  <a:gd name="T13" fmla="*/ 668 h 988"/>
                  <a:gd name="T14" fmla="*/ 988 w 988"/>
                  <a:gd name="T15" fmla="*/ 0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88" h="988">
                    <a:moveTo>
                      <a:pt x="988" y="0"/>
                    </a:moveTo>
                    <a:lnTo>
                      <a:pt x="0" y="0"/>
                    </a:lnTo>
                    <a:lnTo>
                      <a:pt x="343" y="668"/>
                    </a:lnTo>
                    <a:lnTo>
                      <a:pt x="241" y="668"/>
                    </a:lnTo>
                    <a:lnTo>
                      <a:pt x="520" y="988"/>
                    </a:lnTo>
                    <a:lnTo>
                      <a:pt x="804" y="668"/>
                    </a:lnTo>
                    <a:lnTo>
                      <a:pt x="696" y="668"/>
                    </a:lnTo>
                    <a:lnTo>
                      <a:pt x="98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801" name="Bullet">
              <a:extLst>
                <a:ext uri="{FF2B5EF4-FFF2-40B4-BE49-F238E27FC236}">
                  <a16:creationId xmlns:a16="http://schemas.microsoft.com/office/drawing/2014/main" id="{DFD960C7-FE20-CEDE-6C52-A54BEB1C9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0600" y="1152263"/>
              <a:ext cx="4117415" cy="866052"/>
            </a:xfrm>
            <a:prstGeom prst="roundRect">
              <a:avLst>
                <a:gd name="adj" fmla="val 16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r" defTabSz="913765"/>
              <a:r>
                <a:rPr lang="zh-CN" altLang="en-US" sz="2800" b="1">
                  <a:solidFill>
                    <a:srgbClr val="FFFFFF"/>
                  </a:solidFill>
                  <a:sym typeface="Arial" panose="020B0604020202020204" pitchFamily="34" charset="0"/>
                </a:rPr>
                <a:t>三种推理规则</a:t>
              </a:r>
              <a:endParaRPr lang="en-US" altLang="zh-CN" sz="2800" b="1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22ABA6F0-E909-055A-4300-CB24297E1410}"/>
                </a:ext>
              </a:extLst>
            </p:cNvPr>
            <p:cNvGrpSpPr/>
            <p:nvPr/>
          </p:nvGrpSpPr>
          <p:grpSpPr>
            <a:xfrm rot="480480">
              <a:off x="222855" y="1033216"/>
              <a:ext cx="645754" cy="495324"/>
              <a:chOff x="5405552" y="7155871"/>
              <a:chExt cx="1445633" cy="1108865"/>
            </a:xfrm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883088F-5636-1E03-4614-A8CD99E76A03}"/>
                  </a:ext>
                </a:extLst>
              </p:cNvPr>
              <p:cNvSpPr/>
              <p:nvPr/>
            </p:nvSpPr>
            <p:spPr>
              <a:xfrm>
                <a:off x="5405552" y="8139478"/>
                <a:ext cx="118260" cy="125258"/>
              </a:xfrm>
              <a:custGeom>
                <a:avLst/>
                <a:gdLst>
                  <a:gd name="connsiteX0" fmla="*/ 139597 w 140087"/>
                  <a:gd name="connsiteY0" fmla="*/ 138166 h 148793"/>
                  <a:gd name="connsiteX1" fmla="*/ 42728 w 140087"/>
                  <a:gd name="connsiteY1" fmla="*/ 147691 h 148793"/>
                  <a:gd name="connsiteX2" fmla="*/ -287 w 140087"/>
                  <a:gd name="connsiteY2" fmla="*/ 112639 h 148793"/>
                  <a:gd name="connsiteX3" fmla="*/ 3009 w 140087"/>
                  <a:gd name="connsiteY3" fmla="*/ 92446 h 148793"/>
                  <a:gd name="connsiteX4" fmla="*/ 45204 w 140087"/>
                  <a:gd name="connsiteY4" fmla="*/ -899 h 148793"/>
                  <a:gd name="connsiteX5" fmla="*/ 139597 w 140087"/>
                  <a:gd name="connsiteY5" fmla="*/ 138166 h 14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087" h="148793">
                    <a:moveTo>
                      <a:pt x="139597" y="138166"/>
                    </a:moveTo>
                    <a:lnTo>
                      <a:pt x="42728" y="147691"/>
                    </a:lnTo>
                    <a:cubicBezTo>
                      <a:pt x="21163" y="149881"/>
                      <a:pt x="1904" y="134166"/>
                      <a:pt x="-287" y="112639"/>
                    </a:cubicBezTo>
                    <a:cubicBezTo>
                      <a:pt x="-992" y="105685"/>
                      <a:pt x="142" y="98732"/>
                      <a:pt x="3009" y="92446"/>
                    </a:cubicBezTo>
                    <a:lnTo>
                      <a:pt x="45204" y="-899"/>
                    </a:lnTo>
                    <a:cubicBezTo>
                      <a:pt x="65522" y="52155"/>
                      <a:pt x="97830" y="99685"/>
                      <a:pt x="139597" y="138166"/>
                    </a:cubicBezTo>
                    <a:close/>
                  </a:path>
                </a:pathLst>
              </a:custGeom>
              <a:solidFill>
                <a:srgbClr val="051A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24C9770-DBF0-1945-C4FF-0A21A079C707}"/>
                  </a:ext>
                </a:extLst>
              </p:cNvPr>
              <p:cNvSpPr/>
              <p:nvPr/>
            </p:nvSpPr>
            <p:spPr>
              <a:xfrm>
                <a:off x="5444047" y="7216321"/>
                <a:ext cx="1302299" cy="1040225"/>
              </a:xfrm>
              <a:custGeom>
                <a:avLst/>
                <a:gdLst>
                  <a:gd name="connsiteX0" fmla="*/ 1542178 w 1542668"/>
                  <a:gd name="connsiteY0" fmla="*/ 373433 h 1235678"/>
                  <a:gd name="connsiteX1" fmla="*/ 707598 w 1542668"/>
                  <a:gd name="connsiteY1" fmla="*/ 975033 h 1235678"/>
                  <a:gd name="connsiteX2" fmla="*/ 450423 w 1542668"/>
                  <a:gd name="connsiteY2" fmla="*/ 1160580 h 1235678"/>
                  <a:gd name="connsiteX3" fmla="*/ 313073 w 1542668"/>
                  <a:gd name="connsiteY3" fmla="*/ 1212300 h 1235678"/>
                  <a:gd name="connsiteX4" fmla="*/ 93998 w 1542668"/>
                  <a:gd name="connsiteY4" fmla="*/ 1234779 h 1235678"/>
                  <a:gd name="connsiteX5" fmla="*/ -490 w 1542668"/>
                  <a:gd name="connsiteY5" fmla="*/ 1096095 h 1235678"/>
                  <a:gd name="connsiteX6" fmla="*/ 87901 w 1542668"/>
                  <a:gd name="connsiteY6" fmla="*/ 900452 h 1235678"/>
                  <a:gd name="connsiteX7" fmla="*/ 129145 w 1542668"/>
                  <a:gd name="connsiteY7" fmla="*/ 834444 h 1235678"/>
                  <a:gd name="connsiteX8" fmla="*/ 182104 w 1542668"/>
                  <a:gd name="connsiteY8" fmla="*/ 785104 h 1235678"/>
                  <a:gd name="connsiteX9" fmla="*/ 426992 w 1542668"/>
                  <a:gd name="connsiteY9" fmla="*/ 608701 h 1235678"/>
                  <a:gd name="connsiteX10" fmla="*/ 1272430 w 1542668"/>
                  <a:gd name="connsiteY10" fmla="*/ -899 h 1235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42668" h="1235678">
                    <a:moveTo>
                      <a:pt x="1542178" y="373433"/>
                    </a:moveTo>
                    <a:lnTo>
                      <a:pt x="707598" y="975033"/>
                    </a:lnTo>
                    <a:lnTo>
                      <a:pt x="450423" y="1160580"/>
                    </a:lnTo>
                    <a:cubicBezTo>
                      <a:pt x="409846" y="1189345"/>
                      <a:pt x="362536" y="1207156"/>
                      <a:pt x="313073" y="1212300"/>
                    </a:cubicBezTo>
                    <a:lnTo>
                      <a:pt x="93998" y="1234779"/>
                    </a:lnTo>
                    <a:cubicBezTo>
                      <a:pt x="52211" y="1196488"/>
                      <a:pt x="19874" y="1148959"/>
                      <a:pt x="-490" y="1096095"/>
                    </a:cubicBezTo>
                    <a:lnTo>
                      <a:pt x="87901" y="900452"/>
                    </a:lnTo>
                    <a:cubicBezTo>
                      <a:pt x="98598" y="876687"/>
                      <a:pt x="112476" y="854474"/>
                      <a:pt x="129145" y="834444"/>
                    </a:cubicBezTo>
                    <a:cubicBezTo>
                      <a:pt x="144737" y="815917"/>
                      <a:pt x="162520" y="799344"/>
                      <a:pt x="182104" y="785104"/>
                    </a:cubicBezTo>
                    <a:lnTo>
                      <a:pt x="426992" y="608701"/>
                    </a:lnTo>
                    <a:lnTo>
                      <a:pt x="1272430" y="-899"/>
                    </a:lnTo>
                    <a:close/>
                  </a:path>
                </a:pathLst>
              </a:custGeom>
              <a:solidFill>
                <a:srgbClr val="F6D6D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E5BA3061-72EC-EEE9-5444-9796A26A4157}"/>
                  </a:ext>
                </a:extLst>
              </p:cNvPr>
              <p:cNvSpPr/>
              <p:nvPr/>
            </p:nvSpPr>
            <p:spPr>
              <a:xfrm>
                <a:off x="5553805" y="7216482"/>
                <a:ext cx="1192783" cy="1005745"/>
              </a:xfrm>
              <a:custGeom>
                <a:avLst/>
                <a:gdLst>
                  <a:gd name="connsiteX0" fmla="*/ 1412162 w 1412938"/>
                  <a:gd name="connsiteY0" fmla="*/ 373243 h 1194720"/>
                  <a:gd name="connsiteX1" fmla="*/ 577582 w 1412938"/>
                  <a:gd name="connsiteY1" fmla="*/ 974842 h 1194720"/>
                  <a:gd name="connsiteX2" fmla="*/ 320407 w 1412938"/>
                  <a:gd name="connsiteY2" fmla="*/ 1160389 h 1194720"/>
                  <a:gd name="connsiteX3" fmla="*/ 258399 w 1412938"/>
                  <a:gd name="connsiteY3" fmla="*/ 1193821 h 1194720"/>
                  <a:gd name="connsiteX4" fmla="*/ 240302 w 1412938"/>
                  <a:gd name="connsiteY4" fmla="*/ 1036088 h 1194720"/>
                  <a:gd name="connsiteX5" fmla="*/ 138861 w 1412938"/>
                  <a:gd name="connsiteY5" fmla="*/ 895403 h 1194720"/>
                  <a:gd name="connsiteX6" fmla="*/ -490 w 1412938"/>
                  <a:gd name="connsiteY6" fmla="*/ 834253 h 1194720"/>
                  <a:gd name="connsiteX7" fmla="*/ 52469 w 1412938"/>
                  <a:gd name="connsiteY7" fmla="*/ 784913 h 1194720"/>
                  <a:gd name="connsiteX8" fmla="*/ 1142796 w 1412938"/>
                  <a:gd name="connsiteY8" fmla="*/ -899 h 1194720"/>
                  <a:gd name="connsiteX9" fmla="*/ 1412449 w 1412938"/>
                  <a:gd name="connsiteY9" fmla="*/ 373243 h 1194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12938" h="1194720">
                    <a:moveTo>
                      <a:pt x="1412162" y="373243"/>
                    </a:moveTo>
                    <a:lnTo>
                      <a:pt x="577582" y="974842"/>
                    </a:lnTo>
                    <a:lnTo>
                      <a:pt x="320407" y="1160389"/>
                    </a:lnTo>
                    <a:cubicBezTo>
                      <a:pt x="301205" y="1174009"/>
                      <a:pt x="280373" y="1185249"/>
                      <a:pt x="258399" y="1193821"/>
                    </a:cubicBezTo>
                    <a:lnTo>
                      <a:pt x="240302" y="1036088"/>
                    </a:lnTo>
                    <a:lnTo>
                      <a:pt x="138861" y="895403"/>
                    </a:lnTo>
                    <a:lnTo>
                      <a:pt x="-490" y="834253"/>
                    </a:lnTo>
                    <a:cubicBezTo>
                      <a:pt x="15102" y="815727"/>
                      <a:pt x="32886" y="799153"/>
                      <a:pt x="52469" y="784913"/>
                    </a:cubicBezTo>
                    <a:lnTo>
                      <a:pt x="1142796" y="-899"/>
                    </a:lnTo>
                    <a:lnTo>
                      <a:pt x="1412449" y="373243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8BB1B201-DB29-8580-6D8A-49B7F05B270B}"/>
                  </a:ext>
                </a:extLst>
              </p:cNvPr>
              <p:cNvSpPr/>
              <p:nvPr/>
            </p:nvSpPr>
            <p:spPr>
              <a:xfrm rot="14053199">
                <a:off x="6101858" y="7136909"/>
                <a:ext cx="143449" cy="1129984"/>
              </a:xfrm>
              <a:custGeom>
                <a:avLst/>
                <a:gdLst>
                  <a:gd name="connsiteX0" fmla="*/ -490 w 170402"/>
                  <a:gd name="connsiteY0" fmla="*/ -899 h 1338548"/>
                  <a:gd name="connsiteX1" fmla="*/ 169912 w 170402"/>
                  <a:gd name="connsiteY1" fmla="*/ -899 h 1338548"/>
                  <a:gd name="connsiteX2" fmla="*/ 169912 w 170402"/>
                  <a:gd name="connsiteY2" fmla="*/ 1337649 h 1338548"/>
                  <a:gd name="connsiteX3" fmla="*/ -490 w 170402"/>
                  <a:gd name="connsiteY3" fmla="*/ 1337649 h 1338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02" h="1338548">
                    <a:moveTo>
                      <a:pt x="-490" y="-899"/>
                    </a:moveTo>
                    <a:lnTo>
                      <a:pt x="169912" y="-899"/>
                    </a:lnTo>
                    <a:lnTo>
                      <a:pt x="169912" y="1337649"/>
                    </a:lnTo>
                    <a:lnTo>
                      <a:pt x="-490" y="1337649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  <a:alpha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A62968E1-B806-D68F-BA6B-8B144D5744C1}"/>
                  </a:ext>
                </a:extLst>
              </p:cNvPr>
              <p:cNvSpPr/>
              <p:nvPr/>
            </p:nvSpPr>
            <p:spPr>
              <a:xfrm>
                <a:off x="6512679" y="7155871"/>
                <a:ext cx="338506" cy="376213"/>
              </a:xfrm>
              <a:custGeom>
                <a:avLst/>
                <a:gdLst>
                  <a:gd name="connsiteX0" fmla="*/ 137622 w 400985"/>
                  <a:gd name="connsiteY0" fmla="*/ 7853 h 446902"/>
                  <a:gd name="connsiteX1" fmla="*/ 195630 w 400985"/>
                  <a:gd name="connsiteY1" fmla="*/ 11378 h 446902"/>
                  <a:gd name="connsiteX2" fmla="*/ 396322 w 400985"/>
                  <a:gd name="connsiteY2" fmla="*/ 289793 h 446902"/>
                  <a:gd name="connsiteX3" fmla="*/ 381367 w 400985"/>
                  <a:gd name="connsiteY3" fmla="*/ 345991 h 446902"/>
                  <a:gd name="connsiteX4" fmla="*/ 243255 w 400985"/>
                  <a:gd name="connsiteY4" fmla="*/ 446003 h 446902"/>
                  <a:gd name="connsiteX5" fmla="*/ -490 w 400985"/>
                  <a:gd name="connsiteY5" fmla="*/ 107866 h 446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0985" h="446902">
                    <a:moveTo>
                      <a:pt x="137622" y="7853"/>
                    </a:moveTo>
                    <a:cubicBezTo>
                      <a:pt x="155301" y="-5034"/>
                      <a:pt x="179637" y="-3548"/>
                      <a:pt x="195630" y="11378"/>
                    </a:cubicBezTo>
                    <a:cubicBezTo>
                      <a:pt x="279936" y="90302"/>
                      <a:pt x="348096" y="184857"/>
                      <a:pt x="396322" y="289793"/>
                    </a:cubicBezTo>
                    <a:cubicBezTo>
                      <a:pt x="405465" y="309691"/>
                      <a:pt x="399188" y="333275"/>
                      <a:pt x="381367" y="345991"/>
                    </a:cubicBezTo>
                    <a:lnTo>
                      <a:pt x="243255" y="446003"/>
                    </a:lnTo>
                    <a:lnTo>
                      <a:pt x="-490" y="107866"/>
                    </a:lnTo>
                    <a:close/>
                  </a:path>
                </a:pathLst>
              </a:custGeom>
              <a:solidFill>
                <a:srgbClr val="FEFFF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768" name="任意多边形: 形状 32767">
                <a:extLst>
                  <a:ext uri="{FF2B5EF4-FFF2-40B4-BE49-F238E27FC236}">
                    <a16:creationId xmlns:a16="http://schemas.microsoft.com/office/drawing/2014/main" id="{C2BB11AB-4C7B-F4A5-1D1F-731524AAFE46}"/>
                  </a:ext>
                </a:extLst>
              </p:cNvPr>
              <p:cNvSpPr/>
              <p:nvPr/>
            </p:nvSpPr>
            <p:spPr>
              <a:xfrm>
                <a:off x="6451970" y="7187156"/>
                <a:ext cx="341799" cy="392077"/>
              </a:xfrm>
              <a:custGeom>
                <a:avLst/>
                <a:gdLst>
                  <a:gd name="connsiteX0" fmla="*/ 113143 w 404886"/>
                  <a:gd name="connsiteY0" fmla="*/ 8791 h 465747"/>
                  <a:gd name="connsiteX1" fmla="*/ 179818 w 404886"/>
                  <a:gd name="connsiteY1" fmla="*/ 14220 h 465747"/>
                  <a:gd name="connsiteX2" fmla="*/ 398893 w 404886"/>
                  <a:gd name="connsiteY2" fmla="*/ 317687 h 465747"/>
                  <a:gd name="connsiteX3" fmla="*/ 382891 w 404886"/>
                  <a:gd name="connsiteY3" fmla="*/ 382933 h 465747"/>
                  <a:gd name="connsiteX4" fmla="*/ 269162 w 404886"/>
                  <a:gd name="connsiteY4" fmla="*/ 464848 h 465747"/>
                  <a:gd name="connsiteX5" fmla="*/ -490 w 404886"/>
                  <a:gd name="connsiteY5" fmla="*/ 90706 h 46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4886" h="465747">
                    <a:moveTo>
                      <a:pt x="113143" y="8791"/>
                    </a:moveTo>
                    <a:cubicBezTo>
                      <a:pt x="133707" y="-5953"/>
                      <a:pt x="161911" y="-3658"/>
                      <a:pt x="179818" y="14220"/>
                    </a:cubicBezTo>
                    <a:cubicBezTo>
                      <a:pt x="268181" y="103365"/>
                      <a:pt x="342095" y="205749"/>
                      <a:pt x="398893" y="317687"/>
                    </a:cubicBezTo>
                    <a:cubicBezTo>
                      <a:pt x="410295" y="340413"/>
                      <a:pt x="403512" y="368055"/>
                      <a:pt x="382891" y="382933"/>
                    </a:cubicBezTo>
                    <a:lnTo>
                      <a:pt x="269162" y="464848"/>
                    </a:lnTo>
                    <a:cubicBezTo>
                      <a:pt x="202592" y="324878"/>
                      <a:pt x="111238" y="198129"/>
                      <a:pt x="-490" y="907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9FA1F06-2EC3-16FD-896D-4E45D4B8F41D}"/>
                </a:ext>
              </a:extLst>
            </p:cNvPr>
            <p:cNvGrpSpPr/>
            <p:nvPr/>
          </p:nvGrpSpPr>
          <p:grpSpPr>
            <a:xfrm>
              <a:off x="4948526" y="935624"/>
              <a:ext cx="856908" cy="986724"/>
              <a:chOff x="9909176" y="2374900"/>
              <a:chExt cx="2074862" cy="2389188"/>
            </a:xfrm>
          </p:grpSpPr>
          <p:sp>
            <p:nvSpPr>
              <p:cNvPr id="40" name="ïsḻîḍé">
                <a:extLst>
                  <a:ext uri="{FF2B5EF4-FFF2-40B4-BE49-F238E27FC236}">
                    <a16:creationId xmlns:a16="http://schemas.microsoft.com/office/drawing/2014/main" id="{AB9EAA24-C69E-08FE-8F45-2839821E4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64751" y="3521075"/>
                <a:ext cx="1733550" cy="1243013"/>
              </a:xfrm>
              <a:custGeom>
                <a:avLst/>
                <a:gdLst>
                  <a:gd name="T0" fmla="*/ 69 w 410"/>
                  <a:gd name="T1" fmla="*/ 0 h 294"/>
                  <a:gd name="T2" fmla="*/ 0 w 410"/>
                  <a:gd name="T3" fmla="*/ 25 h 294"/>
                  <a:gd name="T4" fmla="*/ 85 w 410"/>
                  <a:gd name="T5" fmla="*/ 220 h 294"/>
                  <a:gd name="T6" fmla="*/ 118 w 410"/>
                  <a:gd name="T7" fmla="*/ 288 h 294"/>
                  <a:gd name="T8" fmla="*/ 277 w 410"/>
                  <a:gd name="T9" fmla="*/ 234 h 294"/>
                  <a:gd name="T10" fmla="*/ 406 w 410"/>
                  <a:gd name="T11" fmla="*/ 185 h 294"/>
                  <a:gd name="T12" fmla="*/ 408 w 410"/>
                  <a:gd name="T13" fmla="*/ 177 h 294"/>
                  <a:gd name="T14" fmla="*/ 352 w 410"/>
                  <a:gd name="T15" fmla="*/ 73 h 294"/>
                  <a:gd name="T16" fmla="*/ 69 w 410"/>
                  <a:gd name="T17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0" h="294">
                    <a:moveTo>
                      <a:pt x="69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60" y="160"/>
                      <a:pt x="85" y="220"/>
                    </a:cubicBezTo>
                    <a:cubicBezTo>
                      <a:pt x="110" y="280"/>
                      <a:pt x="118" y="288"/>
                      <a:pt x="118" y="288"/>
                    </a:cubicBezTo>
                    <a:cubicBezTo>
                      <a:pt x="118" y="288"/>
                      <a:pt x="122" y="294"/>
                      <a:pt x="277" y="234"/>
                    </a:cubicBezTo>
                    <a:cubicBezTo>
                      <a:pt x="335" y="211"/>
                      <a:pt x="392" y="193"/>
                      <a:pt x="406" y="185"/>
                    </a:cubicBezTo>
                    <a:cubicBezTo>
                      <a:pt x="409" y="183"/>
                      <a:pt x="410" y="180"/>
                      <a:pt x="408" y="177"/>
                    </a:cubicBezTo>
                    <a:cubicBezTo>
                      <a:pt x="352" y="73"/>
                      <a:pt x="352" y="73"/>
                      <a:pt x="352" y="73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44797A"/>
              </a:solidFill>
              <a:ln w="63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îṥlíḓè">
                <a:extLst>
                  <a:ext uri="{FF2B5EF4-FFF2-40B4-BE49-F238E27FC236}">
                    <a16:creationId xmlns:a16="http://schemas.microsoft.com/office/drawing/2014/main" id="{1ECEE4F4-F09F-7B76-6B81-B86010A16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9176" y="3449638"/>
                <a:ext cx="600075" cy="1238250"/>
              </a:xfrm>
              <a:custGeom>
                <a:avLst/>
                <a:gdLst>
                  <a:gd name="T0" fmla="*/ 17 w 142"/>
                  <a:gd name="T1" fmla="*/ 0 h 293"/>
                  <a:gd name="T2" fmla="*/ 7 w 142"/>
                  <a:gd name="T3" fmla="*/ 30 h 293"/>
                  <a:gd name="T4" fmla="*/ 131 w 142"/>
                  <a:gd name="T5" fmla="*/ 293 h 293"/>
                  <a:gd name="T6" fmla="*/ 142 w 142"/>
                  <a:gd name="T7" fmla="*/ 268 h 293"/>
                  <a:gd name="T8" fmla="*/ 80 w 142"/>
                  <a:gd name="T9" fmla="*/ 75 h 293"/>
                  <a:gd name="T10" fmla="*/ 17 w 142"/>
                  <a:gd name="T11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2" h="293">
                    <a:moveTo>
                      <a:pt x="17" y="0"/>
                    </a:moveTo>
                    <a:cubicBezTo>
                      <a:pt x="17" y="0"/>
                      <a:pt x="0" y="7"/>
                      <a:pt x="7" y="30"/>
                    </a:cubicBezTo>
                    <a:cubicBezTo>
                      <a:pt x="13" y="52"/>
                      <a:pt x="131" y="293"/>
                      <a:pt x="131" y="293"/>
                    </a:cubicBezTo>
                    <a:cubicBezTo>
                      <a:pt x="142" y="268"/>
                      <a:pt x="142" y="268"/>
                      <a:pt x="142" y="268"/>
                    </a:cubicBezTo>
                    <a:cubicBezTo>
                      <a:pt x="80" y="75"/>
                      <a:pt x="80" y="75"/>
                      <a:pt x="80" y="75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3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îṣļíde">
                <a:extLst>
                  <a:ext uri="{FF2B5EF4-FFF2-40B4-BE49-F238E27FC236}">
                    <a16:creationId xmlns:a16="http://schemas.microsoft.com/office/drawing/2014/main" id="{19E936A5-2DF0-E224-2893-E4EFD738B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9251" y="4095750"/>
                <a:ext cx="1260475" cy="642938"/>
              </a:xfrm>
              <a:custGeom>
                <a:avLst/>
                <a:gdLst>
                  <a:gd name="T0" fmla="*/ 274 w 298"/>
                  <a:gd name="T1" fmla="*/ 0 h 152"/>
                  <a:gd name="T2" fmla="*/ 280 w 298"/>
                  <a:gd name="T3" fmla="*/ 23 h 152"/>
                  <a:gd name="T4" fmla="*/ 298 w 298"/>
                  <a:gd name="T5" fmla="*/ 43 h 152"/>
                  <a:gd name="T6" fmla="*/ 13 w 298"/>
                  <a:gd name="T7" fmla="*/ 152 h 152"/>
                  <a:gd name="T8" fmla="*/ 0 w 298"/>
                  <a:gd name="T9" fmla="*/ 115 h 152"/>
                  <a:gd name="T10" fmla="*/ 218 w 298"/>
                  <a:gd name="T11" fmla="*/ 0 h 152"/>
                  <a:gd name="T12" fmla="*/ 274 w 298"/>
                  <a:gd name="T13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8" h="152">
                    <a:moveTo>
                      <a:pt x="274" y="0"/>
                    </a:moveTo>
                    <a:cubicBezTo>
                      <a:pt x="274" y="0"/>
                      <a:pt x="273" y="7"/>
                      <a:pt x="280" y="23"/>
                    </a:cubicBezTo>
                    <a:cubicBezTo>
                      <a:pt x="287" y="38"/>
                      <a:pt x="298" y="43"/>
                      <a:pt x="298" y="43"/>
                    </a:cubicBezTo>
                    <a:cubicBezTo>
                      <a:pt x="13" y="152"/>
                      <a:pt x="13" y="152"/>
                      <a:pt x="13" y="152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218" y="0"/>
                      <a:pt x="218" y="0"/>
                      <a:pt x="218" y="0"/>
                    </a:cubicBezTo>
                    <a:lnTo>
                      <a:pt x="27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íṥḻidê">
                <a:extLst>
                  <a:ext uri="{FF2B5EF4-FFF2-40B4-BE49-F238E27FC236}">
                    <a16:creationId xmlns:a16="http://schemas.microsoft.com/office/drawing/2014/main" id="{059DBB5B-F308-FED2-C1BF-5F3B550C2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80613" y="3335338"/>
                <a:ext cx="1751013" cy="1247775"/>
              </a:xfrm>
              <a:custGeom>
                <a:avLst/>
                <a:gdLst>
                  <a:gd name="T0" fmla="*/ 68 w 414"/>
                  <a:gd name="T1" fmla="*/ 0 h 295"/>
                  <a:gd name="T2" fmla="*/ 0 w 414"/>
                  <a:gd name="T3" fmla="*/ 27 h 295"/>
                  <a:gd name="T4" fmla="*/ 91 w 414"/>
                  <a:gd name="T5" fmla="*/ 219 h 295"/>
                  <a:gd name="T6" fmla="*/ 125 w 414"/>
                  <a:gd name="T7" fmla="*/ 295 h 295"/>
                  <a:gd name="T8" fmla="*/ 290 w 414"/>
                  <a:gd name="T9" fmla="*/ 223 h 295"/>
                  <a:gd name="T10" fmla="*/ 410 w 414"/>
                  <a:gd name="T11" fmla="*/ 173 h 295"/>
                  <a:gd name="T12" fmla="*/ 413 w 414"/>
                  <a:gd name="T13" fmla="*/ 165 h 295"/>
                  <a:gd name="T14" fmla="*/ 367 w 414"/>
                  <a:gd name="T15" fmla="*/ 67 h 295"/>
                  <a:gd name="T16" fmla="*/ 68 w 414"/>
                  <a:gd name="T17" fmla="*/ 0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295">
                    <a:moveTo>
                      <a:pt x="68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64" y="160"/>
                      <a:pt x="91" y="219"/>
                    </a:cubicBezTo>
                    <a:cubicBezTo>
                      <a:pt x="117" y="278"/>
                      <a:pt x="125" y="295"/>
                      <a:pt x="125" y="295"/>
                    </a:cubicBezTo>
                    <a:cubicBezTo>
                      <a:pt x="125" y="295"/>
                      <a:pt x="219" y="252"/>
                      <a:pt x="290" y="223"/>
                    </a:cubicBezTo>
                    <a:cubicBezTo>
                      <a:pt x="347" y="200"/>
                      <a:pt x="396" y="182"/>
                      <a:pt x="410" y="173"/>
                    </a:cubicBezTo>
                    <a:cubicBezTo>
                      <a:pt x="413" y="172"/>
                      <a:pt x="414" y="168"/>
                      <a:pt x="413" y="165"/>
                    </a:cubicBezTo>
                    <a:cubicBezTo>
                      <a:pt x="367" y="67"/>
                      <a:pt x="367" y="67"/>
                      <a:pt x="367" y="67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44797A"/>
              </a:solidFill>
              <a:ln w="63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i$ļíḑé">
                <a:extLst>
                  <a:ext uri="{FF2B5EF4-FFF2-40B4-BE49-F238E27FC236}">
                    <a16:creationId xmlns:a16="http://schemas.microsoft.com/office/drawing/2014/main" id="{1365D2F1-C240-6910-C398-BA2B24B40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40988" y="4583113"/>
                <a:ext cx="123825" cy="168275"/>
              </a:xfrm>
              <a:custGeom>
                <a:avLst/>
                <a:gdLst>
                  <a:gd name="T0" fmla="*/ 29 w 29"/>
                  <a:gd name="T1" fmla="*/ 37 h 40"/>
                  <a:gd name="T2" fmla="*/ 16 w 29"/>
                  <a:gd name="T3" fmla="*/ 0 h 40"/>
                  <a:gd name="T4" fmla="*/ 5 w 29"/>
                  <a:gd name="T5" fmla="*/ 25 h 40"/>
                  <a:gd name="T6" fmla="*/ 29 w 29"/>
                  <a:gd name="T7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40">
                    <a:moveTo>
                      <a:pt x="29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0" y="9"/>
                      <a:pt x="5" y="25"/>
                    </a:cubicBezTo>
                    <a:cubicBezTo>
                      <a:pt x="10" y="40"/>
                      <a:pt x="29" y="37"/>
                      <a:pt x="29" y="3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ïṥḷîḍè">
                <a:extLst>
                  <a:ext uri="{FF2B5EF4-FFF2-40B4-BE49-F238E27FC236}">
                    <a16:creationId xmlns:a16="http://schemas.microsoft.com/office/drawing/2014/main" id="{4E880B4E-902C-825D-DB95-9E6CC79A4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63213" y="3640138"/>
                <a:ext cx="300038" cy="139700"/>
              </a:xfrm>
              <a:custGeom>
                <a:avLst/>
                <a:gdLst>
                  <a:gd name="T0" fmla="*/ 5 w 71"/>
                  <a:gd name="T1" fmla="*/ 33 h 33"/>
                  <a:gd name="T2" fmla="*/ 1 w 71"/>
                  <a:gd name="T3" fmla="*/ 30 h 33"/>
                  <a:gd name="T4" fmla="*/ 3 w 71"/>
                  <a:gd name="T5" fmla="*/ 25 h 33"/>
                  <a:gd name="T6" fmla="*/ 65 w 71"/>
                  <a:gd name="T7" fmla="*/ 1 h 33"/>
                  <a:gd name="T8" fmla="*/ 70 w 71"/>
                  <a:gd name="T9" fmla="*/ 3 h 33"/>
                  <a:gd name="T10" fmla="*/ 68 w 71"/>
                  <a:gd name="T11" fmla="*/ 8 h 33"/>
                  <a:gd name="T12" fmla="*/ 6 w 71"/>
                  <a:gd name="T13" fmla="*/ 33 h 33"/>
                  <a:gd name="T14" fmla="*/ 5 w 71"/>
                  <a:gd name="T1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33">
                    <a:moveTo>
                      <a:pt x="5" y="33"/>
                    </a:moveTo>
                    <a:cubicBezTo>
                      <a:pt x="3" y="33"/>
                      <a:pt x="2" y="32"/>
                      <a:pt x="1" y="30"/>
                    </a:cubicBezTo>
                    <a:cubicBezTo>
                      <a:pt x="0" y="28"/>
                      <a:pt x="1" y="26"/>
                      <a:pt x="3" y="25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7" y="0"/>
                      <a:pt x="69" y="1"/>
                      <a:pt x="70" y="3"/>
                    </a:cubicBezTo>
                    <a:cubicBezTo>
                      <a:pt x="71" y="5"/>
                      <a:pt x="70" y="7"/>
                      <a:pt x="68" y="8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5" y="33"/>
                      <a:pt x="5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ïṡļïḓê">
                <a:extLst>
                  <a:ext uri="{FF2B5EF4-FFF2-40B4-BE49-F238E27FC236}">
                    <a16:creationId xmlns:a16="http://schemas.microsoft.com/office/drawing/2014/main" id="{94A77CEB-71BD-98EB-039F-A7FED8188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7188" y="3744913"/>
                <a:ext cx="330200" cy="139700"/>
              </a:xfrm>
              <a:custGeom>
                <a:avLst/>
                <a:gdLst>
                  <a:gd name="T0" fmla="*/ 4 w 78"/>
                  <a:gd name="T1" fmla="*/ 33 h 33"/>
                  <a:gd name="T2" fmla="*/ 0 w 78"/>
                  <a:gd name="T3" fmla="*/ 31 h 33"/>
                  <a:gd name="T4" fmla="*/ 3 w 78"/>
                  <a:gd name="T5" fmla="*/ 26 h 33"/>
                  <a:gd name="T6" fmla="*/ 72 w 78"/>
                  <a:gd name="T7" fmla="*/ 1 h 33"/>
                  <a:gd name="T8" fmla="*/ 77 w 78"/>
                  <a:gd name="T9" fmla="*/ 3 h 33"/>
                  <a:gd name="T10" fmla="*/ 75 w 78"/>
                  <a:gd name="T11" fmla="*/ 8 h 33"/>
                  <a:gd name="T12" fmla="*/ 5 w 78"/>
                  <a:gd name="T13" fmla="*/ 33 h 33"/>
                  <a:gd name="T14" fmla="*/ 4 w 78"/>
                  <a:gd name="T1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33">
                    <a:moveTo>
                      <a:pt x="4" y="33"/>
                    </a:moveTo>
                    <a:cubicBezTo>
                      <a:pt x="2" y="33"/>
                      <a:pt x="1" y="32"/>
                      <a:pt x="0" y="31"/>
                    </a:cubicBezTo>
                    <a:cubicBezTo>
                      <a:pt x="0" y="29"/>
                      <a:pt x="1" y="27"/>
                      <a:pt x="3" y="26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74" y="0"/>
                      <a:pt x="77" y="1"/>
                      <a:pt x="77" y="3"/>
                    </a:cubicBezTo>
                    <a:cubicBezTo>
                      <a:pt x="78" y="5"/>
                      <a:pt x="77" y="7"/>
                      <a:pt x="75" y="8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5" y="33"/>
                      <a:pt x="5" y="33"/>
                      <a:pt x="4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í$ḷídé">
                <a:extLst>
                  <a:ext uri="{FF2B5EF4-FFF2-40B4-BE49-F238E27FC236}">
                    <a16:creationId xmlns:a16="http://schemas.microsoft.com/office/drawing/2014/main" id="{8DAC636F-5CE7-F261-B47F-F0F60F5B6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77513" y="3821113"/>
                <a:ext cx="376238" cy="173038"/>
              </a:xfrm>
              <a:custGeom>
                <a:avLst/>
                <a:gdLst>
                  <a:gd name="T0" fmla="*/ 4 w 89"/>
                  <a:gd name="T1" fmla="*/ 41 h 41"/>
                  <a:gd name="T2" fmla="*/ 1 w 89"/>
                  <a:gd name="T3" fmla="*/ 38 h 41"/>
                  <a:gd name="T4" fmla="*/ 3 w 89"/>
                  <a:gd name="T5" fmla="*/ 33 h 41"/>
                  <a:gd name="T6" fmla="*/ 83 w 89"/>
                  <a:gd name="T7" fmla="*/ 1 h 41"/>
                  <a:gd name="T8" fmla="*/ 88 w 89"/>
                  <a:gd name="T9" fmla="*/ 3 h 41"/>
                  <a:gd name="T10" fmla="*/ 86 w 89"/>
                  <a:gd name="T11" fmla="*/ 8 h 41"/>
                  <a:gd name="T12" fmla="*/ 6 w 89"/>
                  <a:gd name="T13" fmla="*/ 40 h 41"/>
                  <a:gd name="T14" fmla="*/ 4 w 89"/>
                  <a:gd name="T1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9" h="41">
                    <a:moveTo>
                      <a:pt x="4" y="41"/>
                    </a:moveTo>
                    <a:cubicBezTo>
                      <a:pt x="3" y="41"/>
                      <a:pt x="1" y="39"/>
                      <a:pt x="1" y="38"/>
                    </a:cubicBezTo>
                    <a:cubicBezTo>
                      <a:pt x="0" y="36"/>
                      <a:pt x="1" y="34"/>
                      <a:pt x="3" y="33"/>
                    </a:cubicBezTo>
                    <a:cubicBezTo>
                      <a:pt x="21" y="28"/>
                      <a:pt x="82" y="1"/>
                      <a:pt x="83" y="1"/>
                    </a:cubicBezTo>
                    <a:cubicBezTo>
                      <a:pt x="85" y="0"/>
                      <a:pt x="87" y="1"/>
                      <a:pt x="88" y="3"/>
                    </a:cubicBezTo>
                    <a:cubicBezTo>
                      <a:pt x="89" y="5"/>
                      <a:pt x="88" y="7"/>
                      <a:pt x="86" y="8"/>
                    </a:cubicBezTo>
                    <a:cubicBezTo>
                      <a:pt x="83" y="9"/>
                      <a:pt x="24" y="35"/>
                      <a:pt x="6" y="40"/>
                    </a:cubicBezTo>
                    <a:cubicBezTo>
                      <a:pt x="5" y="41"/>
                      <a:pt x="5" y="41"/>
                      <a:pt x="4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ïṧ1íḍé">
                <a:extLst>
                  <a:ext uri="{FF2B5EF4-FFF2-40B4-BE49-F238E27FC236}">
                    <a16:creationId xmlns:a16="http://schemas.microsoft.com/office/drawing/2014/main" id="{283E87A5-7F48-4942-4B3D-C23818D8D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33013" y="2595563"/>
                <a:ext cx="1851025" cy="1370013"/>
              </a:xfrm>
              <a:custGeom>
                <a:avLst/>
                <a:gdLst>
                  <a:gd name="T0" fmla="*/ 247 w 438"/>
                  <a:gd name="T1" fmla="*/ 322 h 324"/>
                  <a:gd name="T2" fmla="*/ 436 w 438"/>
                  <a:gd name="T3" fmla="*/ 188 h 324"/>
                  <a:gd name="T4" fmla="*/ 437 w 438"/>
                  <a:gd name="T5" fmla="*/ 183 h 324"/>
                  <a:gd name="T6" fmla="*/ 208 w 438"/>
                  <a:gd name="T7" fmla="*/ 0 h 324"/>
                  <a:gd name="T8" fmla="*/ 64 w 438"/>
                  <a:gd name="T9" fmla="*/ 92 h 324"/>
                  <a:gd name="T10" fmla="*/ 0 w 438"/>
                  <a:gd name="T11" fmla="*/ 150 h 324"/>
                  <a:gd name="T12" fmla="*/ 156 w 438"/>
                  <a:gd name="T13" fmla="*/ 263 h 324"/>
                  <a:gd name="T14" fmla="*/ 235 w 438"/>
                  <a:gd name="T15" fmla="*/ 321 h 324"/>
                  <a:gd name="T16" fmla="*/ 247 w 438"/>
                  <a:gd name="T17" fmla="*/ 322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8" h="324">
                    <a:moveTo>
                      <a:pt x="247" y="322"/>
                    </a:moveTo>
                    <a:cubicBezTo>
                      <a:pt x="436" y="188"/>
                      <a:pt x="436" y="188"/>
                      <a:pt x="436" y="188"/>
                    </a:cubicBezTo>
                    <a:cubicBezTo>
                      <a:pt x="438" y="187"/>
                      <a:pt x="438" y="184"/>
                      <a:pt x="437" y="183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208" y="0"/>
                      <a:pt x="127" y="43"/>
                      <a:pt x="64" y="92"/>
                    </a:cubicBezTo>
                    <a:cubicBezTo>
                      <a:pt x="1" y="140"/>
                      <a:pt x="0" y="150"/>
                      <a:pt x="0" y="150"/>
                    </a:cubicBezTo>
                    <a:cubicBezTo>
                      <a:pt x="0" y="150"/>
                      <a:pt x="90" y="222"/>
                      <a:pt x="156" y="263"/>
                    </a:cubicBezTo>
                    <a:cubicBezTo>
                      <a:pt x="203" y="293"/>
                      <a:pt x="226" y="314"/>
                      <a:pt x="235" y="321"/>
                    </a:cubicBezTo>
                    <a:cubicBezTo>
                      <a:pt x="238" y="324"/>
                      <a:pt x="243" y="324"/>
                      <a:pt x="247" y="3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îš1iḍe">
                <a:extLst>
                  <a:ext uri="{FF2B5EF4-FFF2-40B4-BE49-F238E27FC236}">
                    <a16:creationId xmlns:a16="http://schemas.microsoft.com/office/drawing/2014/main" id="{1454F90E-D530-3BDA-3144-3FCAA62D6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2838" y="2967038"/>
                <a:ext cx="1103313" cy="989013"/>
              </a:xfrm>
              <a:custGeom>
                <a:avLst/>
                <a:gdLst>
                  <a:gd name="T0" fmla="*/ 32 w 261"/>
                  <a:gd name="T1" fmla="*/ 0 h 234"/>
                  <a:gd name="T2" fmla="*/ 2 w 261"/>
                  <a:gd name="T3" fmla="*/ 41 h 234"/>
                  <a:gd name="T4" fmla="*/ 6 w 261"/>
                  <a:gd name="T5" fmla="*/ 62 h 234"/>
                  <a:gd name="T6" fmla="*/ 251 w 261"/>
                  <a:gd name="T7" fmla="*/ 234 h 234"/>
                  <a:gd name="T8" fmla="*/ 261 w 261"/>
                  <a:gd name="T9" fmla="*/ 184 h 234"/>
                  <a:gd name="T10" fmla="*/ 108 w 261"/>
                  <a:gd name="T11" fmla="*/ 54 h 234"/>
                  <a:gd name="T12" fmla="*/ 32 w 261"/>
                  <a:gd name="T13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1" h="234">
                    <a:moveTo>
                      <a:pt x="32" y="0"/>
                    </a:moveTo>
                    <a:cubicBezTo>
                      <a:pt x="32" y="0"/>
                      <a:pt x="5" y="16"/>
                      <a:pt x="2" y="41"/>
                    </a:cubicBezTo>
                    <a:cubicBezTo>
                      <a:pt x="0" y="57"/>
                      <a:pt x="6" y="62"/>
                      <a:pt x="6" y="62"/>
                    </a:cubicBezTo>
                    <a:cubicBezTo>
                      <a:pt x="251" y="234"/>
                      <a:pt x="251" y="234"/>
                      <a:pt x="251" y="234"/>
                    </a:cubicBezTo>
                    <a:cubicBezTo>
                      <a:pt x="261" y="184"/>
                      <a:pt x="261" y="184"/>
                      <a:pt x="261" y="184"/>
                    </a:cubicBezTo>
                    <a:cubicBezTo>
                      <a:pt x="108" y="54"/>
                      <a:pt x="108" y="54"/>
                      <a:pt x="108" y="54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3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iSḻîḍe">
                <a:extLst>
                  <a:ext uri="{FF2B5EF4-FFF2-40B4-BE49-F238E27FC236}">
                    <a16:creationId xmlns:a16="http://schemas.microsoft.com/office/drawing/2014/main" id="{578F8975-8A13-691F-2CF2-DE8EC10BC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2326" y="3762375"/>
                <a:ext cx="169863" cy="236538"/>
              </a:xfrm>
              <a:custGeom>
                <a:avLst/>
                <a:gdLst>
                  <a:gd name="T0" fmla="*/ 40 w 40"/>
                  <a:gd name="T1" fmla="*/ 46 h 56"/>
                  <a:gd name="T2" fmla="*/ 11 w 40"/>
                  <a:gd name="T3" fmla="*/ 36 h 56"/>
                  <a:gd name="T4" fmla="*/ 28 w 40"/>
                  <a:gd name="T5" fmla="*/ 0 h 56"/>
                  <a:gd name="T6" fmla="*/ 40 w 40"/>
                  <a:gd name="T7" fmla="*/ 4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56">
                    <a:moveTo>
                      <a:pt x="40" y="46"/>
                    </a:moveTo>
                    <a:cubicBezTo>
                      <a:pt x="40" y="46"/>
                      <a:pt x="19" y="56"/>
                      <a:pt x="11" y="36"/>
                    </a:cubicBezTo>
                    <a:cubicBezTo>
                      <a:pt x="0" y="10"/>
                      <a:pt x="28" y="0"/>
                      <a:pt x="28" y="0"/>
                    </a:cubicBezTo>
                    <a:lnTo>
                      <a:pt x="40" y="4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îS1iḍé">
                <a:extLst>
                  <a:ext uri="{FF2B5EF4-FFF2-40B4-BE49-F238E27FC236}">
                    <a16:creationId xmlns:a16="http://schemas.microsoft.com/office/drawing/2014/main" id="{45F4BFDD-DDC4-03F6-4D4D-8F2A61665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33126" y="3195638"/>
                <a:ext cx="925513" cy="760413"/>
              </a:xfrm>
              <a:custGeom>
                <a:avLst/>
                <a:gdLst>
                  <a:gd name="T0" fmla="*/ 219 w 219"/>
                  <a:gd name="T1" fmla="*/ 44 h 180"/>
                  <a:gd name="T2" fmla="*/ 28 w 219"/>
                  <a:gd name="T3" fmla="*/ 180 h 180"/>
                  <a:gd name="T4" fmla="*/ 16 w 219"/>
                  <a:gd name="T5" fmla="*/ 134 h 180"/>
                  <a:gd name="T6" fmla="*/ 210 w 219"/>
                  <a:gd name="T7" fmla="*/ 0 h 180"/>
                  <a:gd name="T8" fmla="*/ 205 w 219"/>
                  <a:gd name="T9" fmla="*/ 27 h 180"/>
                  <a:gd name="T10" fmla="*/ 219 w 219"/>
                  <a:gd name="T11" fmla="*/ 44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9" h="180">
                    <a:moveTo>
                      <a:pt x="219" y="44"/>
                    </a:moveTo>
                    <a:cubicBezTo>
                      <a:pt x="28" y="180"/>
                      <a:pt x="28" y="180"/>
                      <a:pt x="28" y="180"/>
                    </a:cubicBezTo>
                    <a:cubicBezTo>
                      <a:pt x="28" y="180"/>
                      <a:pt x="0" y="162"/>
                      <a:pt x="16" y="134"/>
                    </a:cubicBezTo>
                    <a:cubicBezTo>
                      <a:pt x="33" y="106"/>
                      <a:pt x="210" y="0"/>
                      <a:pt x="210" y="0"/>
                    </a:cubicBezTo>
                    <a:cubicBezTo>
                      <a:pt x="210" y="0"/>
                      <a:pt x="201" y="11"/>
                      <a:pt x="205" y="27"/>
                    </a:cubicBezTo>
                    <a:cubicBezTo>
                      <a:pt x="208" y="43"/>
                      <a:pt x="219" y="44"/>
                      <a:pt x="219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îṥḻiḓê">
                <a:extLst>
                  <a:ext uri="{FF2B5EF4-FFF2-40B4-BE49-F238E27FC236}">
                    <a16:creationId xmlns:a16="http://schemas.microsoft.com/office/drawing/2014/main" id="{774E4171-92D7-9E90-C115-49342C6E0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77451" y="2374900"/>
                <a:ext cx="1860550" cy="1392238"/>
              </a:xfrm>
              <a:custGeom>
                <a:avLst/>
                <a:gdLst>
                  <a:gd name="T0" fmla="*/ 247 w 440"/>
                  <a:gd name="T1" fmla="*/ 327 h 329"/>
                  <a:gd name="T2" fmla="*/ 437 w 440"/>
                  <a:gd name="T3" fmla="*/ 195 h 329"/>
                  <a:gd name="T4" fmla="*/ 438 w 440"/>
                  <a:gd name="T5" fmla="*/ 187 h 329"/>
                  <a:gd name="T6" fmla="*/ 213 w 440"/>
                  <a:gd name="T7" fmla="*/ 2 h 329"/>
                  <a:gd name="T8" fmla="*/ 207 w 440"/>
                  <a:gd name="T9" fmla="*/ 1 h 329"/>
                  <a:gd name="T10" fmla="*/ 64 w 440"/>
                  <a:gd name="T11" fmla="*/ 93 h 329"/>
                  <a:gd name="T12" fmla="*/ 1 w 440"/>
                  <a:gd name="T13" fmla="*/ 148 h 329"/>
                  <a:gd name="T14" fmla="*/ 2 w 440"/>
                  <a:gd name="T15" fmla="*/ 155 h 329"/>
                  <a:gd name="T16" fmla="*/ 158 w 440"/>
                  <a:gd name="T17" fmla="*/ 268 h 329"/>
                  <a:gd name="T18" fmla="*/ 241 w 440"/>
                  <a:gd name="T19" fmla="*/ 327 h 329"/>
                  <a:gd name="T20" fmla="*/ 247 w 440"/>
                  <a:gd name="T21" fmla="*/ 327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0" h="329">
                    <a:moveTo>
                      <a:pt x="247" y="327"/>
                    </a:moveTo>
                    <a:cubicBezTo>
                      <a:pt x="437" y="195"/>
                      <a:pt x="437" y="195"/>
                      <a:pt x="437" y="195"/>
                    </a:cubicBezTo>
                    <a:cubicBezTo>
                      <a:pt x="440" y="193"/>
                      <a:pt x="440" y="189"/>
                      <a:pt x="438" y="187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1" y="0"/>
                      <a:pt x="209" y="0"/>
                      <a:pt x="207" y="1"/>
                    </a:cubicBezTo>
                    <a:cubicBezTo>
                      <a:pt x="192" y="10"/>
                      <a:pt x="121" y="49"/>
                      <a:pt x="64" y="93"/>
                    </a:cubicBezTo>
                    <a:cubicBezTo>
                      <a:pt x="21" y="126"/>
                      <a:pt x="6" y="141"/>
                      <a:pt x="1" y="148"/>
                    </a:cubicBezTo>
                    <a:cubicBezTo>
                      <a:pt x="0" y="150"/>
                      <a:pt x="0" y="153"/>
                      <a:pt x="2" y="155"/>
                    </a:cubicBezTo>
                    <a:cubicBezTo>
                      <a:pt x="19" y="169"/>
                      <a:pt x="98" y="231"/>
                      <a:pt x="158" y="268"/>
                    </a:cubicBezTo>
                    <a:cubicBezTo>
                      <a:pt x="210" y="300"/>
                      <a:pt x="233" y="320"/>
                      <a:pt x="241" y="327"/>
                    </a:cubicBezTo>
                    <a:cubicBezTo>
                      <a:pt x="242" y="329"/>
                      <a:pt x="245" y="329"/>
                      <a:pt x="247" y="3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ïş1ïḑê">
                <a:extLst>
                  <a:ext uri="{FF2B5EF4-FFF2-40B4-BE49-F238E27FC236}">
                    <a16:creationId xmlns:a16="http://schemas.microsoft.com/office/drawing/2014/main" id="{2D21AD3F-42C8-1475-4A20-3D3BD900A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74351" y="2814638"/>
                <a:ext cx="292100" cy="241300"/>
              </a:xfrm>
              <a:custGeom>
                <a:avLst/>
                <a:gdLst>
                  <a:gd name="T0" fmla="*/ 5 w 69"/>
                  <a:gd name="T1" fmla="*/ 57 h 57"/>
                  <a:gd name="T2" fmla="*/ 2 w 69"/>
                  <a:gd name="T3" fmla="*/ 55 h 57"/>
                  <a:gd name="T4" fmla="*/ 2 w 69"/>
                  <a:gd name="T5" fmla="*/ 50 h 57"/>
                  <a:gd name="T6" fmla="*/ 63 w 69"/>
                  <a:gd name="T7" fmla="*/ 1 h 57"/>
                  <a:gd name="T8" fmla="*/ 68 w 69"/>
                  <a:gd name="T9" fmla="*/ 2 h 57"/>
                  <a:gd name="T10" fmla="*/ 67 w 69"/>
                  <a:gd name="T11" fmla="*/ 7 h 57"/>
                  <a:gd name="T12" fmla="*/ 7 w 69"/>
                  <a:gd name="T13" fmla="*/ 56 h 57"/>
                  <a:gd name="T14" fmla="*/ 5 w 69"/>
                  <a:gd name="T15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57">
                    <a:moveTo>
                      <a:pt x="5" y="57"/>
                    </a:moveTo>
                    <a:cubicBezTo>
                      <a:pt x="3" y="57"/>
                      <a:pt x="2" y="56"/>
                      <a:pt x="2" y="55"/>
                    </a:cubicBezTo>
                    <a:cubicBezTo>
                      <a:pt x="0" y="53"/>
                      <a:pt x="0" y="51"/>
                      <a:pt x="2" y="50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4" y="0"/>
                      <a:pt x="67" y="0"/>
                      <a:pt x="68" y="2"/>
                    </a:cubicBezTo>
                    <a:cubicBezTo>
                      <a:pt x="69" y="3"/>
                      <a:pt x="69" y="6"/>
                      <a:pt x="67" y="7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6" y="56"/>
                      <a:pt x="5" y="57"/>
                      <a:pt x="5" y="5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îṥ1iďé">
                <a:extLst>
                  <a:ext uri="{FF2B5EF4-FFF2-40B4-BE49-F238E27FC236}">
                    <a16:creationId xmlns:a16="http://schemas.microsoft.com/office/drawing/2014/main" id="{DE936A4E-F427-2679-C7C7-7233D76EC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3251" y="2886075"/>
                <a:ext cx="300038" cy="250825"/>
              </a:xfrm>
              <a:custGeom>
                <a:avLst/>
                <a:gdLst>
                  <a:gd name="T0" fmla="*/ 4 w 71"/>
                  <a:gd name="T1" fmla="*/ 59 h 59"/>
                  <a:gd name="T2" fmla="*/ 1 w 71"/>
                  <a:gd name="T3" fmla="*/ 57 h 59"/>
                  <a:gd name="T4" fmla="*/ 1 w 71"/>
                  <a:gd name="T5" fmla="*/ 52 h 59"/>
                  <a:gd name="T6" fmla="*/ 65 w 71"/>
                  <a:gd name="T7" fmla="*/ 1 h 59"/>
                  <a:gd name="T8" fmla="*/ 70 w 71"/>
                  <a:gd name="T9" fmla="*/ 2 h 59"/>
                  <a:gd name="T10" fmla="*/ 70 w 71"/>
                  <a:gd name="T11" fmla="*/ 7 h 59"/>
                  <a:gd name="T12" fmla="*/ 6 w 71"/>
                  <a:gd name="T13" fmla="*/ 58 h 59"/>
                  <a:gd name="T14" fmla="*/ 4 w 71"/>
                  <a:gd name="T1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59">
                    <a:moveTo>
                      <a:pt x="4" y="59"/>
                    </a:moveTo>
                    <a:cubicBezTo>
                      <a:pt x="3" y="59"/>
                      <a:pt x="2" y="58"/>
                      <a:pt x="1" y="57"/>
                    </a:cubicBezTo>
                    <a:cubicBezTo>
                      <a:pt x="0" y="56"/>
                      <a:pt x="0" y="53"/>
                      <a:pt x="1" y="5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6" y="0"/>
                      <a:pt x="69" y="0"/>
                      <a:pt x="70" y="2"/>
                    </a:cubicBezTo>
                    <a:cubicBezTo>
                      <a:pt x="71" y="3"/>
                      <a:pt x="71" y="6"/>
                      <a:pt x="70" y="7"/>
                    </a:cubicBezTo>
                    <a:cubicBezTo>
                      <a:pt x="6" y="58"/>
                      <a:pt x="6" y="58"/>
                      <a:pt x="6" y="58"/>
                    </a:cubicBezTo>
                    <a:cubicBezTo>
                      <a:pt x="6" y="59"/>
                      <a:pt x="5" y="59"/>
                      <a:pt x="4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íŝ1íḑé">
                <a:extLst>
                  <a:ext uri="{FF2B5EF4-FFF2-40B4-BE49-F238E27FC236}">
                    <a16:creationId xmlns:a16="http://schemas.microsoft.com/office/drawing/2014/main" id="{1493CB97-8021-E0B8-4BED-EE6B0FC99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9826" y="3571875"/>
                <a:ext cx="211138" cy="520700"/>
              </a:xfrm>
              <a:custGeom>
                <a:avLst/>
                <a:gdLst>
                  <a:gd name="T0" fmla="*/ 0 w 50"/>
                  <a:gd name="T1" fmla="*/ 28 h 123"/>
                  <a:gd name="T2" fmla="*/ 8 w 50"/>
                  <a:gd name="T3" fmla="*/ 48 h 123"/>
                  <a:gd name="T4" fmla="*/ 10 w 50"/>
                  <a:gd name="T5" fmla="*/ 122 h 123"/>
                  <a:gd name="T6" fmla="*/ 25 w 50"/>
                  <a:gd name="T7" fmla="*/ 91 h 123"/>
                  <a:gd name="T8" fmla="*/ 46 w 50"/>
                  <a:gd name="T9" fmla="*/ 103 h 123"/>
                  <a:gd name="T10" fmla="*/ 46 w 50"/>
                  <a:gd name="T11" fmla="*/ 28 h 123"/>
                  <a:gd name="T12" fmla="*/ 40 w 50"/>
                  <a:gd name="T13" fmla="*/ 0 h 123"/>
                  <a:gd name="T14" fmla="*/ 0 w 50"/>
                  <a:gd name="T15" fmla="*/ 2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123">
                    <a:moveTo>
                      <a:pt x="0" y="28"/>
                    </a:moveTo>
                    <a:cubicBezTo>
                      <a:pt x="0" y="28"/>
                      <a:pt x="9" y="25"/>
                      <a:pt x="8" y="48"/>
                    </a:cubicBezTo>
                    <a:cubicBezTo>
                      <a:pt x="7" y="71"/>
                      <a:pt x="10" y="121"/>
                      <a:pt x="10" y="122"/>
                    </a:cubicBezTo>
                    <a:cubicBezTo>
                      <a:pt x="11" y="123"/>
                      <a:pt x="25" y="91"/>
                      <a:pt x="25" y="91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3" y="53"/>
                      <a:pt x="46" y="28"/>
                    </a:cubicBezTo>
                    <a:cubicBezTo>
                      <a:pt x="50" y="3"/>
                      <a:pt x="40" y="0"/>
                      <a:pt x="40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ïṧḻîḑe">
                <a:extLst>
                  <a:ext uri="{FF2B5EF4-FFF2-40B4-BE49-F238E27FC236}">
                    <a16:creationId xmlns:a16="http://schemas.microsoft.com/office/drawing/2014/main" id="{67A890C3-531E-B415-4DD3-EC0667678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7551" y="2974975"/>
                <a:ext cx="287338" cy="250825"/>
              </a:xfrm>
              <a:custGeom>
                <a:avLst/>
                <a:gdLst>
                  <a:gd name="T0" fmla="*/ 4 w 68"/>
                  <a:gd name="T1" fmla="*/ 59 h 59"/>
                  <a:gd name="T2" fmla="*/ 1 w 68"/>
                  <a:gd name="T3" fmla="*/ 57 h 59"/>
                  <a:gd name="T4" fmla="*/ 2 w 68"/>
                  <a:gd name="T5" fmla="*/ 52 h 59"/>
                  <a:gd name="T6" fmla="*/ 61 w 68"/>
                  <a:gd name="T7" fmla="*/ 2 h 59"/>
                  <a:gd name="T8" fmla="*/ 67 w 68"/>
                  <a:gd name="T9" fmla="*/ 2 h 59"/>
                  <a:gd name="T10" fmla="*/ 66 w 68"/>
                  <a:gd name="T11" fmla="*/ 8 h 59"/>
                  <a:gd name="T12" fmla="*/ 7 w 68"/>
                  <a:gd name="T13" fmla="*/ 58 h 59"/>
                  <a:gd name="T14" fmla="*/ 4 w 68"/>
                  <a:gd name="T1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59">
                    <a:moveTo>
                      <a:pt x="4" y="59"/>
                    </a:moveTo>
                    <a:cubicBezTo>
                      <a:pt x="3" y="59"/>
                      <a:pt x="2" y="58"/>
                      <a:pt x="1" y="57"/>
                    </a:cubicBezTo>
                    <a:cubicBezTo>
                      <a:pt x="0" y="56"/>
                      <a:pt x="0" y="53"/>
                      <a:pt x="2" y="52"/>
                    </a:cubicBezTo>
                    <a:cubicBezTo>
                      <a:pt x="61" y="2"/>
                      <a:pt x="61" y="2"/>
                      <a:pt x="61" y="2"/>
                    </a:cubicBezTo>
                    <a:cubicBezTo>
                      <a:pt x="63" y="0"/>
                      <a:pt x="65" y="1"/>
                      <a:pt x="67" y="2"/>
                    </a:cubicBezTo>
                    <a:cubicBezTo>
                      <a:pt x="68" y="4"/>
                      <a:pt x="68" y="6"/>
                      <a:pt x="66" y="8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6" y="59"/>
                      <a:pt x="5" y="59"/>
                      <a:pt x="4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íṧlíḓê">
                <a:extLst>
                  <a:ext uri="{FF2B5EF4-FFF2-40B4-BE49-F238E27FC236}">
                    <a16:creationId xmlns:a16="http://schemas.microsoft.com/office/drawing/2014/main" id="{5A281322-5893-0CF0-912F-86615CBA3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42688" y="3614738"/>
                <a:ext cx="147638" cy="109538"/>
              </a:xfrm>
              <a:custGeom>
                <a:avLst/>
                <a:gdLst>
                  <a:gd name="T0" fmla="*/ 5 w 35"/>
                  <a:gd name="T1" fmla="*/ 26 h 26"/>
                  <a:gd name="T2" fmla="*/ 1 w 35"/>
                  <a:gd name="T3" fmla="*/ 24 h 26"/>
                  <a:gd name="T4" fmla="*/ 2 w 35"/>
                  <a:gd name="T5" fmla="*/ 19 h 26"/>
                  <a:gd name="T6" fmla="*/ 28 w 35"/>
                  <a:gd name="T7" fmla="*/ 1 h 26"/>
                  <a:gd name="T8" fmla="*/ 33 w 35"/>
                  <a:gd name="T9" fmla="*/ 2 h 26"/>
                  <a:gd name="T10" fmla="*/ 32 w 35"/>
                  <a:gd name="T11" fmla="*/ 7 h 26"/>
                  <a:gd name="T12" fmla="*/ 7 w 35"/>
                  <a:gd name="T13" fmla="*/ 25 h 26"/>
                  <a:gd name="T14" fmla="*/ 5 w 35"/>
                  <a:gd name="T15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26">
                    <a:moveTo>
                      <a:pt x="5" y="26"/>
                    </a:moveTo>
                    <a:cubicBezTo>
                      <a:pt x="3" y="26"/>
                      <a:pt x="2" y="25"/>
                      <a:pt x="1" y="24"/>
                    </a:cubicBezTo>
                    <a:cubicBezTo>
                      <a:pt x="0" y="23"/>
                      <a:pt x="1" y="20"/>
                      <a:pt x="2" y="19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30" y="0"/>
                      <a:pt x="32" y="0"/>
                      <a:pt x="33" y="2"/>
                    </a:cubicBezTo>
                    <a:cubicBezTo>
                      <a:pt x="35" y="4"/>
                      <a:pt x="34" y="6"/>
                      <a:pt x="32" y="7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6" y="26"/>
                      <a:pt x="5" y="26"/>
                      <a:pt x="5" y="26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  <a:alpha val="39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2849" name="组合 32848">
            <a:extLst>
              <a:ext uri="{FF2B5EF4-FFF2-40B4-BE49-F238E27FC236}">
                <a16:creationId xmlns:a16="http://schemas.microsoft.com/office/drawing/2014/main" id="{B3336159-881A-636A-3A84-36878B989C06}"/>
              </a:ext>
            </a:extLst>
          </p:cNvPr>
          <p:cNvGrpSpPr/>
          <p:nvPr/>
        </p:nvGrpSpPr>
        <p:grpSpPr>
          <a:xfrm>
            <a:off x="554929" y="2130618"/>
            <a:ext cx="8356736" cy="1400925"/>
            <a:chOff x="554929" y="2130618"/>
            <a:chExt cx="8356736" cy="1400925"/>
          </a:xfrm>
        </p:grpSpPr>
        <p:grpSp>
          <p:nvGrpSpPr>
            <p:cNvPr id="32774" name="组合 32773">
              <a:extLst>
                <a:ext uri="{FF2B5EF4-FFF2-40B4-BE49-F238E27FC236}">
                  <a16:creationId xmlns:a16="http://schemas.microsoft.com/office/drawing/2014/main" id="{BA7EBF81-15CC-FD40-7AF6-3AC06A0174B1}"/>
                </a:ext>
              </a:extLst>
            </p:cNvPr>
            <p:cNvGrpSpPr/>
            <p:nvPr/>
          </p:nvGrpSpPr>
          <p:grpSpPr>
            <a:xfrm>
              <a:off x="554929" y="2406868"/>
              <a:ext cx="1894096" cy="848424"/>
              <a:chOff x="1053894" y="3182543"/>
              <a:chExt cx="1894096" cy="848424"/>
            </a:xfrm>
          </p:grpSpPr>
          <p:sp>
            <p:nvSpPr>
              <p:cNvPr id="32775" name="Text3">
                <a:extLst>
                  <a:ext uri="{FF2B5EF4-FFF2-40B4-BE49-F238E27FC236}">
                    <a16:creationId xmlns:a16="http://schemas.microsoft.com/office/drawing/2014/main" id="{4C4C420F-C4CA-EFCB-5220-B1CEBDA53086}"/>
                  </a:ext>
                </a:extLst>
              </p:cNvPr>
              <p:cNvSpPr txBox="1"/>
              <p:nvPr/>
            </p:nvSpPr>
            <p:spPr>
              <a:xfrm flipH="1">
                <a:off x="1233890" y="3362543"/>
                <a:ext cx="1714100" cy="668424"/>
              </a:xfrm>
              <a:prstGeom prst="roundRect">
                <a:avLst>
                  <a:gd name="adj" fmla="val 12000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ctr">
                  <a:defRPr sz="14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400" b="0">
                    <a:solidFill>
                      <a:schemeClr val="tx1"/>
                    </a:solidFill>
                    <a:sym typeface="Arial" panose="020B0604020202020204" pitchFamily="34" charset="0"/>
                  </a:rPr>
                  <a:t>环境断言</a:t>
                </a:r>
              </a:p>
            </p:txBody>
          </p:sp>
          <p:grpSp>
            <p:nvGrpSpPr>
              <p:cNvPr id="32776" name="组合 32775">
                <a:extLst>
                  <a:ext uri="{FF2B5EF4-FFF2-40B4-BE49-F238E27FC236}">
                    <a16:creationId xmlns:a16="http://schemas.microsoft.com/office/drawing/2014/main" id="{15FF8E17-E11D-89CF-027B-B2800042E786}"/>
                  </a:ext>
                </a:extLst>
              </p:cNvPr>
              <p:cNvGrpSpPr/>
              <p:nvPr/>
            </p:nvGrpSpPr>
            <p:grpSpPr>
              <a:xfrm>
                <a:off x="1053894" y="3182543"/>
                <a:ext cx="360001" cy="360000"/>
                <a:chOff x="810054" y="2711744"/>
                <a:chExt cx="360001" cy="360000"/>
              </a:xfrm>
            </p:grpSpPr>
            <p:sp>
              <p:nvSpPr>
                <p:cNvPr id="32777" name="ïŝlíḑé">
                  <a:extLst>
                    <a:ext uri="{FF2B5EF4-FFF2-40B4-BE49-F238E27FC236}">
                      <a16:creationId xmlns:a16="http://schemas.microsoft.com/office/drawing/2014/main" id="{DB625A22-2C2A-668E-538C-80CD790288C5}"/>
                    </a:ext>
                  </a:extLst>
                </p:cNvPr>
                <p:cNvSpPr/>
                <p:nvPr/>
              </p:nvSpPr>
              <p:spPr>
                <a:xfrm>
                  <a:off x="810054" y="2711744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2778" name="图形 5">
                  <a:extLst>
                    <a:ext uri="{FF2B5EF4-FFF2-40B4-BE49-F238E27FC236}">
                      <a16:creationId xmlns:a16="http://schemas.microsoft.com/office/drawing/2014/main" id="{5619DC0A-F0C7-3D5F-E89B-2DBFA4297B91}"/>
                    </a:ext>
                  </a:extLst>
                </p:cNvPr>
                <p:cNvSpPr/>
                <p:nvPr/>
              </p:nvSpPr>
              <p:spPr>
                <a:xfrm>
                  <a:off x="908639" y="2837151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rgbClr val="FFFFFF"/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2818" name="组合 32817">
              <a:extLst>
                <a:ext uri="{FF2B5EF4-FFF2-40B4-BE49-F238E27FC236}">
                  <a16:creationId xmlns:a16="http://schemas.microsoft.com/office/drawing/2014/main" id="{BF7F1325-F3A0-67F0-615C-1A387EDE7E7D}"/>
                </a:ext>
              </a:extLst>
            </p:cNvPr>
            <p:cNvGrpSpPr/>
            <p:nvPr/>
          </p:nvGrpSpPr>
          <p:grpSpPr>
            <a:xfrm>
              <a:off x="3211514" y="2130618"/>
              <a:ext cx="5700151" cy="1400925"/>
              <a:chOff x="3710548" y="2255775"/>
              <a:chExt cx="5700151" cy="1400925"/>
            </a:xfrm>
          </p:grpSpPr>
          <p:grpSp>
            <p:nvGrpSpPr>
              <p:cNvPr id="32819" name="组合 32818">
                <a:extLst>
                  <a:ext uri="{FF2B5EF4-FFF2-40B4-BE49-F238E27FC236}">
                    <a16:creationId xmlns:a16="http://schemas.microsoft.com/office/drawing/2014/main" id="{1EEC3CC8-38A2-64FB-1EE1-C29D7EE67753}"/>
                  </a:ext>
                </a:extLst>
              </p:cNvPr>
              <p:cNvGrpSpPr/>
              <p:nvPr/>
            </p:nvGrpSpPr>
            <p:grpSpPr>
              <a:xfrm>
                <a:off x="3710548" y="2255775"/>
                <a:ext cx="5700151" cy="1400925"/>
                <a:chOff x="1053894" y="3182543"/>
                <a:chExt cx="5700151" cy="1400925"/>
              </a:xfrm>
            </p:grpSpPr>
            <p:sp>
              <p:nvSpPr>
                <p:cNvPr id="32823" name="Text3">
                  <a:extLst>
                    <a:ext uri="{FF2B5EF4-FFF2-40B4-BE49-F238E27FC236}">
                      <a16:creationId xmlns:a16="http://schemas.microsoft.com/office/drawing/2014/main" id="{A4745E83-D1C4-94BA-48B6-DDD2C32EED55}"/>
                    </a:ext>
                  </a:extLst>
                </p:cNvPr>
                <p:cNvSpPr txBox="1"/>
                <p:nvPr/>
              </p:nvSpPr>
              <p:spPr>
                <a:xfrm flipH="1">
                  <a:off x="1212516" y="3362543"/>
                  <a:ext cx="5541529" cy="1220925"/>
                </a:xfrm>
                <a:prstGeom prst="roundRect">
                  <a:avLst>
                    <a:gd name="adj" fmla="val 12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>
                    <a:defRPr sz="1400" b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2400" b="0">
                      <a:solidFill>
                        <a:schemeClr val="tx1"/>
                      </a:solidFill>
                      <a:sym typeface="Arial" panose="020B0604020202020204" pitchFamily="34" charset="0"/>
                    </a:rPr>
                    <a:t>环境规则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2400" b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zh-CN" sz="2400">
                      <a:solidFill>
                        <a:schemeClr val="tx1"/>
                      </a:solidFill>
                    </a:rPr>
                    <a:t>Env</a:t>
                  </a:r>
                  <a:r>
                    <a:rPr lang="en-US" altLang="zh-CN" sz="2400" b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2400" b="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</a:t>
                  </a:r>
                  <a:r>
                    <a:rPr lang="en-US" altLang="zh-CN" sz="2400" b="0">
                      <a:solidFill>
                        <a:schemeClr val="tx1"/>
                      </a:solidFill>
                    </a:rPr>
                    <a:t>)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32824" name="组合 32823">
                  <a:extLst>
                    <a:ext uri="{FF2B5EF4-FFF2-40B4-BE49-F238E27FC236}">
                      <a16:creationId xmlns:a16="http://schemas.microsoft.com/office/drawing/2014/main" id="{77A2DF4B-FFF0-78FD-3E1B-E5618332EE60}"/>
                    </a:ext>
                  </a:extLst>
                </p:cNvPr>
                <p:cNvGrpSpPr/>
                <p:nvPr/>
              </p:nvGrpSpPr>
              <p:grpSpPr>
                <a:xfrm>
                  <a:off x="1053894" y="3182543"/>
                  <a:ext cx="360001" cy="360000"/>
                  <a:chOff x="810054" y="2711744"/>
                  <a:chExt cx="360001" cy="360000"/>
                </a:xfrm>
              </p:grpSpPr>
              <p:sp>
                <p:nvSpPr>
                  <p:cNvPr id="32825" name="ïŝlíḑé">
                    <a:extLst>
                      <a:ext uri="{FF2B5EF4-FFF2-40B4-BE49-F238E27FC236}">
                        <a16:creationId xmlns:a16="http://schemas.microsoft.com/office/drawing/2014/main" id="{2AAF0533-D459-0E90-A909-8C3DDA117DFF}"/>
                      </a:ext>
                    </a:extLst>
                  </p:cNvPr>
                  <p:cNvSpPr/>
                  <p:nvPr/>
                </p:nvSpPr>
                <p:spPr>
                  <a:xfrm>
                    <a:off x="810054" y="2711744"/>
                    <a:ext cx="360001" cy="36000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0000">
                        <a:schemeClr val="accent1"/>
                      </a:gs>
                    </a:gsLst>
                    <a:lin ang="2700000" scaled="0"/>
                  </a:gradFill>
                  <a:ln w="254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2826" name="图形 5">
                    <a:extLst>
                      <a:ext uri="{FF2B5EF4-FFF2-40B4-BE49-F238E27FC236}">
                        <a16:creationId xmlns:a16="http://schemas.microsoft.com/office/drawing/2014/main" id="{9B359B48-98FB-F6B2-9C57-3C60A88F5589}"/>
                      </a:ext>
                    </a:extLst>
                  </p:cNvPr>
                  <p:cNvSpPr/>
                  <p:nvPr/>
                </p:nvSpPr>
                <p:spPr>
                  <a:xfrm>
                    <a:off x="908639" y="2837151"/>
                    <a:ext cx="162833" cy="109186"/>
                  </a:xfrm>
                  <a:custGeom>
                    <a:avLst/>
                    <a:gdLst>
                      <a:gd name="connsiteX0" fmla="*/ 195400 w 195399"/>
                      <a:gd name="connsiteY0" fmla="*/ 0 h 131023"/>
                      <a:gd name="connsiteX1" fmla="*/ 64376 w 195399"/>
                      <a:gd name="connsiteY1" fmla="*/ 131023 h 131023"/>
                      <a:gd name="connsiteX2" fmla="*/ 0 w 195399"/>
                      <a:gd name="connsiteY2" fmla="*/ 66647 h 131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5399" h="131023">
                        <a:moveTo>
                          <a:pt x="195400" y="0"/>
                        </a:moveTo>
                        <a:lnTo>
                          <a:pt x="64376" y="131023"/>
                        </a:lnTo>
                        <a:lnTo>
                          <a:pt x="0" y="66647"/>
                        </a:lnTo>
                      </a:path>
                    </a:pathLst>
                  </a:custGeom>
                  <a:noFill/>
                  <a:ln w="25400" cap="flat">
                    <a:solidFill>
                      <a:srgbClr val="FFFFFF"/>
                    </a:solidFill>
                    <a:prstDash val="solid"/>
                    <a:bevel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2820" name="Group 4">
                <a:extLst>
                  <a:ext uri="{FF2B5EF4-FFF2-40B4-BE49-F238E27FC236}">
                    <a16:creationId xmlns:a16="http://schemas.microsoft.com/office/drawing/2014/main" id="{4FB173C3-D857-1B8D-EFB3-E15BE57826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77341" y="2894700"/>
                <a:ext cx="3816350" cy="762000"/>
                <a:chOff x="2971" y="3702"/>
                <a:chExt cx="2404" cy="480"/>
              </a:xfrm>
            </p:grpSpPr>
            <p:sp>
              <p:nvSpPr>
                <p:cNvPr id="32821" name="Rectangle 5" descr="Green marble">
                  <a:extLst>
                    <a:ext uri="{FF2B5EF4-FFF2-40B4-BE49-F238E27FC236}">
                      <a16:creationId xmlns:a16="http://schemas.microsoft.com/office/drawing/2014/main" id="{4D43052F-61CC-A008-7FC9-3CCF20CE6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" y="3702"/>
                  <a:ext cx="240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 </a:t>
                  </a:r>
                  <a:endParaRPr lang="en-US" altLang="zh-CN" b="1" i="1" baseline="-25000">
                    <a:ea typeface="宋体" panose="02010600030101010101" pitchFamily="2" charset="-122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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|–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</a:t>
                  </a:r>
                </a:p>
              </p:txBody>
            </p:sp>
            <p:sp>
              <p:nvSpPr>
                <p:cNvPr id="32822" name="Line 6">
                  <a:extLst>
                    <a:ext uri="{FF2B5EF4-FFF2-40B4-BE49-F238E27FC236}">
                      <a16:creationId xmlns:a16="http://schemas.microsoft.com/office/drawing/2014/main" id="{66E4290E-7A6A-0F95-D523-7F2EF82FB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942"/>
                  <a:ext cx="2209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</p:grpSp>
      </p:grpSp>
      <p:sp>
        <p:nvSpPr>
          <p:cNvPr id="32829" name="文本框 32828">
            <a:extLst>
              <a:ext uri="{FF2B5EF4-FFF2-40B4-BE49-F238E27FC236}">
                <a16:creationId xmlns:a16="http://schemas.microsoft.com/office/drawing/2014/main" id="{70CC9876-F3DF-B593-417D-2C444567F983}"/>
              </a:ext>
            </a:extLst>
          </p:cNvPr>
          <p:cNvSpPr txBox="1"/>
          <p:nvPr/>
        </p:nvSpPr>
        <p:spPr>
          <a:xfrm>
            <a:off x="4888417" y="2195479"/>
            <a:ext cx="39417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/>
              <a:t>空环境是良形的，它是一个公理。</a:t>
            </a:r>
            <a:endParaRPr lang="en-US" altLang="zh-CN" sz="2000"/>
          </a:p>
        </p:txBody>
      </p:sp>
      <p:grpSp>
        <p:nvGrpSpPr>
          <p:cNvPr id="32852" name="组合 32851">
            <a:extLst>
              <a:ext uri="{FF2B5EF4-FFF2-40B4-BE49-F238E27FC236}">
                <a16:creationId xmlns:a16="http://schemas.microsoft.com/office/drawing/2014/main" id="{15F9B7C1-0242-4DB2-D118-6514F802CFC9}"/>
              </a:ext>
            </a:extLst>
          </p:cNvPr>
          <p:cNvGrpSpPr/>
          <p:nvPr/>
        </p:nvGrpSpPr>
        <p:grpSpPr>
          <a:xfrm>
            <a:off x="554929" y="5211673"/>
            <a:ext cx="8356161" cy="1400925"/>
            <a:chOff x="554929" y="5211673"/>
            <a:chExt cx="8356161" cy="1400925"/>
          </a:xfrm>
        </p:grpSpPr>
        <p:grpSp>
          <p:nvGrpSpPr>
            <p:cNvPr id="32813" name="组合 32812">
              <a:extLst>
                <a:ext uri="{FF2B5EF4-FFF2-40B4-BE49-F238E27FC236}">
                  <a16:creationId xmlns:a16="http://schemas.microsoft.com/office/drawing/2014/main" id="{CA380CC3-BEAF-4683-9BD3-4C691BBE9983}"/>
                </a:ext>
              </a:extLst>
            </p:cNvPr>
            <p:cNvGrpSpPr/>
            <p:nvPr/>
          </p:nvGrpSpPr>
          <p:grpSpPr>
            <a:xfrm>
              <a:off x="554929" y="5487923"/>
              <a:ext cx="1894096" cy="848424"/>
              <a:chOff x="1053894" y="3182543"/>
              <a:chExt cx="1894096" cy="848424"/>
            </a:xfrm>
          </p:grpSpPr>
          <p:sp>
            <p:nvSpPr>
              <p:cNvPr id="32814" name="Text3">
                <a:extLst>
                  <a:ext uri="{FF2B5EF4-FFF2-40B4-BE49-F238E27FC236}">
                    <a16:creationId xmlns:a16="http://schemas.microsoft.com/office/drawing/2014/main" id="{2D99A4D3-A805-A824-C4DB-6D335080C193}"/>
                  </a:ext>
                </a:extLst>
              </p:cNvPr>
              <p:cNvSpPr txBox="1"/>
              <p:nvPr/>
            </p:nvSpPr>
            <p:spPr>
              <a:xfrm flipH="1">
                <a:off x="1233890" y="3362543"/>
                <a:ext cx="1714100" cy="668424"/>
              </a:xfrm>
              <a:prstGeom prst="roundRect">
                <a:avLst>
                  <a:gd name="adj" fmla="val 12000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ctr">
                  <a:defRPr sz="14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400" b="0">
                    <a:solidFill>
                      <a:schemeClr val="tx1"/>
                    </a:solidFill>
                    <a:sym typeface="Arial" panose="020B0604020202020204" pitchFamily="34" charset="0"/>
                  </a:rPr>
                  <a:t>定型断言</a:t>
                </a:r>
              </a:p>
            </p:txBody>
          </p:sp>
          <p:grpSp>
            <p:nvGrpSpPr>
              <p:cNvPr id="32815" name="组合 32814">
                <a:extLst>
                  <a:ext uri="{FF2B5EF4-FFF2-40B4-BE49-F238E27FC236}">
                    <a16:creationId xmlns:a16="http://schemas.microsoft.com/office/drawing/2014/main" id="{43771719-DE78-C6C6-DA08-F7F861A5C8CE}"/>
                  </a:ext>
                </a:extLst>
              </p:cNvPr>
              <p:cNvGrpSpPr/>
              <p:nvPr/>
            </p:nvGrpSpPr>
            <p:grpSpPr>
              <a:xfrm>
                <a:off x="1053894" y="3182543"/>
                <a:ext cx="360001" cy="360000"/>
                <a:chOff x="810054" y="2711744"/>
                <a:chExt cx="360001" cy="360000"/>
              </a:xfrm>
            </p:grpSpPr>
            <p:sp>
              <p:nvSpPr>
                <p:cNvPr id="32816" name="ïŝlíḑé">
                  <a:extLst>
                    <a:ext uri="{FF2B5EF4-FFF2-40B4-BE49-F238E27FC236}">
                      <a16:creationId xmlns:a16="http://schemas.microsoft.com/office/drawing/2014/main" id="{199AFA3C-86A6-8818-6B74-CAFE63E8D8B1}"/>
                    </a:ext>
                  </a:extLst>
                </p:cNvPr>
                <p:cNvSpPr/>
                <p:nvPr/>
              </p:nvSpPr>
              <p:spPr>
                <a:xfrm>
                  <a:off x="810054" y="2711744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2817" name="图形 5">
                  <a:extLst>
                    <a:ext uri="{FF2B5EF4-FFF2-40B4-BE49-F238E27FC236}">
                      <a16:creationId xmlns:a16="http://schemas.microsoft.com/office/drawing/2014/main" id="{33BFC9D2-F675-C720-A326-27D8E6DFF16A}"/>
                    </a:ext>
                  </a:extLst>
                </p:cNvPr>
                <p:cNvSpPr/>
                <p:nvPr/>
              </p:nvSpPr>
              <p:spPr>
                <a:xfrm>
                  <a:off x="908639" y="2837151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rgbClr val="FFFFFF"/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2847" name="组合 32846">
              <a:extLst>
                <a:ext uri="{FF2B5EF4-FFF2-40B4-BE49-F238E27FC236}">
                  <a16:creationId xmlns:a16="http://schemas.microsoft.com/office/drawing/2014/main" id="{318FCCD9-665D-CEDF-9015-ACB17DC3383F}"/>
                </a:ext>
              </a:extLst>
            </p:cNvPr>
            <p:cNvGrpSpPr/>
            <p:nvPr/>
          </p:nvGrpSpPr>
          <p:grpSpPr>
            <a:xfrm>
              <a:off x="3212089" y="5211673"/>
              <a:ext cx="5699001" cy="1400925"/>
              <a:chOff x="3211514" y="5211673"/>
              <a:chExt cx="5699001" cy="1400925"/>
            </a:xfrm>
          </p:grpSpPr>
          <p:grpSp>
            <p:nvGrpSpPr>
              <p:cNvPr id="32803" name="组合 32802">
                <a:extLst>
                  <a:ext uri="{FF2B5EF4-FFF2-40B4-BE49-F238E27FC236}">
                    <a16:creationId xmlns:a16="http://schemas.microsoft.com/office/drawing/2014/main" id="{0DA2292A-7424-08A6-4328-BF94B0D26549}"/>
                  </a:ext>
                </a:extLst>
              </p:cNvPr>
              <p:cNvGrpSpPr/>
              <p:nvPr/>
            </p:nvGrpSpPr>
            <p:grpSpPr>
              <a:xfrm>
                <a:off x="3211514" y="5211673"/>
                <a:ext cx="5699001" cy="1400925"/>
                <a:chOff x="1053894" y="3182543"/>
                <a:chExt cx="5699001" cy="1400925"/>
              </a:xfrm>
            </p:grpSpPr>
            <p:sp>
              <p:nvSpPr>
                <p:cNvPr id="32804" name="Text3">
                  <a:extLst>
                    <a:ext uri="{FF2B5EF4-FFF2-40B4-BE49-F238E27FC236}">
                      <a16:creationId xmlns:a16="http://schemas.microsoft.com/office/drawing/2014/main" id="{463F8B51-5456-8862-BD4A-95FB961CB39C}"/>
                    </a:ext>
                  </a:extLst>
                </p:cNvPr>
                <p:cNvSpPr txBox="1"/>
                <p:nvPr/>
              </p:nvSpPr>
              <p:spPr>
                <a:xfrm flipH="1">
                  <a:off x="1212517" y="3362543"/>
                  <a:ext cx="5540378" cy="1220925"/>
                </a:xfrm>
                <a:prstGeom prst="roundRect">
                  <a:avLst>
                    <a:gd name="adj" fmla="val 12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>
                    <a:defRPr sz="1400" b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2400" b="0">
                      <a:solidFill>
                        <a:schemeClr val="tx1"/>
                      </a:solidFill>
                      <a:sym typeface="Arial" panose="020B0604020202020204" pitchFamily="34" charset="0"/>
                    </a:rPr>
                    <a:t>定型规则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2400" b="1">
                      <a:solidFill>
                        <a:schemeClr val="tx1"/>
                      </a:solidFill>
                    </a:rPr>
                    <a:t>(Exp +)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32805" name="组合 32804">
                  <a:extLst>
                    <a:ext uri="{FF2B5EF4-FFF2-40B4-BE49-F238E27FC236}">
                      <a16:creationId xmlns:a16="http://schemas.microsoft.com/office/drawing/2014/main" id="{DE690441-17B1-9EF2-FDED-3816417AE334}"/>
                    </a:ext>
                  </a:extLst>
                </p:cNvPr>
                <p:cNvGrpSpPr/>
                <p:nvPr/>
              </p:nvGrpSpPr>
              <p:grpSpPr>
                <a:xfrm>
                  <a:off x="1053894" y="3182543"/>
                  <a:ext cx="360001" cy="360000"/>
                  <a:chOff x="810054" y="2711744"/>
                  <a:chExt cx="360001" cy="360000"/>
                </a:xfrm>
              </p:grpSpPr>
              <p:sp>
                <p:nvSpPr>
                  <p:cNvPr id="32806" name="ïŝlíḑé">
                    <a:extLst>
                      <a:ext uri="{FF2B5EF4-FFF2-40B4-BE49-F238E27FC236}">
                        <a16:creationId xmlns:a16="http://schemas.microsoft.com/office/drawing/2014/main" id="{3336AFE3-8FBE-3BB2-96C5-08C77CA35B5B}"/>
                      </a:ext>
                    </a:extLst>
                  </p:cNvPr>
                  <p:cNvSpPr/>
                  <p:nvPr/>
                </p:nvSpPr>
                <p:spPr>
                  <a:xfrm>
                    <a:off x="810054" y="2711744"/>
                    <a:ext cx="360001" cy="36000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0000">
                        <a:schemeClr val="accent1"/>
                      </a:gs>
                    </a:gsLst>
                    <a:lin ang="2700000" scaled="0"/>
                  </a:gradFill>
                  <a:ln w="254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2807" name="图形 5">
                    <a:extLst>
                      <a:ext uri="{FF2B5EF4-FFF2-40B4-BE49-F238E27FC236}">
                        <a16:creationId xmlns:a16="http://schemas.microsoft.com/office/drawing/2014/main" id="{A74E9B60-6FF0-74D1-4240-A264517C331E}"/>
                      </a:ext>
                    </a:extLst>
                  </p:cNvPr>
                  <p:cNvSpPr/>
                  <p:nvPr/>
                </p:nvSpPr>
                <p:spPr>
                  <a:xfrm>
                    <a:off x="908639" y="2837151"/>
                    <a:ext cx="162833" cy="109186"/>
                  </a:xfrm>
                  <a:custGeom>
                    <a:avLst/>
                    <a:gdLst>
                      <a:gd name="connsiteX0" fmla="*/ 195400 w 195399"/>
                      <a:gd name="connsiteY0" fmla="*/ 0 h 131023"/>
                      <a:gd name="connsiteX1" fmla="*/ 64376 w 195399"/>
                      <a:gd name="connsiteY1" fmla="*/ 131023 h 131023"/>
                      <a:gd name="connsiteX2" fmla="*/ 0 w 195399"/>
                      <a:gd name="connsiteY2" fmla="*/ 66647 h 131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5399" h="131023">
                        <a:moveTo>
                          <a:pt x="195400" y="0"/>
                        </a:moveTo>
                        <a:lnTo>
                          <a:pt x="64376" y="131023"/>
                        </a:lnTo>
                        <a:lnTo>
                          <a:pt x="0" y="66647"/>
                        </a:lnTo>
                      </a:path>
                    </a:pathLst>
                  </a:custGeom>
                  <a:noFill/>
                  <a:ln w="25400" cap="flat">
                    <a:solidFill>
                      <a:srgbClr val="FFFFFF"/>
                    </a:solidFill>
                    <a:prstDash val="solid"/>
                    <a:bevel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2838" name="Group 10">
                <a:extLst>
                  <a:ext uri="{FF2B5EF4-FFF2-40B4-BE49-F238E27FC236}">
                    <a16:creationId xmlns:a16="http://schemas.microsoft.com/office/drawing/2014/main" id="{E74B166E-4B35-5C4F-2EF9-8C18886305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31807" y="5757577"/>
                <a:ext cx="3816350" cy="762000"/>
                <a:chOff x="2971" y="3702"/>
                <a:chExt cx="2404" cy="480"/>
              </a:xfrm>
            </p:grpSpPr>
            <p:sp>
              <p:nvSpPr>
                <p:cNvPr id="32839" name="Rectangle 11" descr="Green marble">
                  <a:extLst>
                    <a:ext uri="{FF2B5EF4-FFF2-40B4-BE49-F238E27FC236}">
                      <a16:creationId xmlns:a16="http://schemas.microsoft.com/office/drawing/2014/main" id="{1F9362B5-A1E6-C1C7-F953-B36C0AE10A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" y="3702"/>
                  <a:ext cx="240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   |– </a:t>
                  </a:r>
                  <a:r>
                    <a:rPr lang="en-US" altLang="zh-CN" sz="2400" b="1" i="1">
                      <a:ea typeface="宋体" panose="02010600030101010101" pitchFamily="2" charset="-122"/>
                      <a:sym typeface="Symbol" panose="05050102010706020507" pitchFamily="18" charset="2"/>
                    </a:rPr>
                    <a:t>M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 : int,  |– </a:t>
                  </a:r>
                  <a:r>
                    <a:rPr lang="en-US" altLang="zh-CN" sz="2400" b="1" i="1">
                      <a:ea typeface="宋体" panose="02010600030101010101" pitchFamily="2" charset="-122"/>
                      <a:sym typeface="Symbol" panose="05050102010706020507" pitchFamily="18" charset="2"/>
                    </a:rPr>
                    <a:t>N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 : int</a:t>
                  </a:r>
                  <a:endParaRPr lang="en-US" altLang="zh-CN" sz="2400" b="1">
                    <a:ea typeface="宋体" panose="02010600030101010101" pitchFamily="2" charset="-122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 |– </a:t>
                  </a:r>
                  <a:r>
                    <a:rPr lang="en-US" altLang="zh-CN" sz="2400" b="1" i="1">
                      <a:ea typeface="宋体" panose="02010600030101010101" pitchFamily="2" charset="-122"/>
                      <a:sym typeface="Symbol" panose="05050102010706020507" pitchFamily="18" charset="2"/>
                    </a:rPr>
                    <a:t>M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+ </a:t>
                  </a:r>
                  <a:r>
                    <a:rPr lang="en-US" altLang="zh-CN" sz="2400" b="1" i="1">
                      <a:ea typeface="宋体" panose="02010600030101010101" pitchFamily="2" charset="-122"/>
                      <a:sym typeface="Symbol" panose="05050102010706020507" pitchFamily="18" charset="2"/>
                    </a:rPr>
                    <a:t>N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 : int </a:t>
                  </a:r>
                </a:p>
              </p:txBody>
            </p:sp>
            <p:sp>
              <p:nvSpPr>
                <p:cNvPr id="32840" name="Line 12">
                  <a:extLst>
                    <a:ext uri="{FF2B5EF4-FFF2-40B4-BE49-F238E27FC236}">
                      <a16:creationId xmlns:a16="http://schemas.microsoft.com/office/drawing/2014/main" id="{42334315-0E99-CB7E-679D-FDE5B2EB1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942"/>
                  <a:ext cx="2209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</p:grpSp>
      </p:grpSp>
      <p:grpSp>
        <p:nvGrpSpPr>
          <p:cNvPr id="32851" name="组合 32850">
            <a:extLst>
              <a:ext uri="{FF2B5EF4-FFF2-40B4-BE49-F238E27FC236}">
                <a16:creationId xmlns:a16="http://schemas.microsoft.com/office/drawing/2014/main" id="{15DDD3DF-9905-CE62-94CA-E32A01445213}"/>
              </a:ext>
            </a:extLst>
          </p:cNvPr>
          <p:cNvGrpSpPr/>
          <p:nvPr/>
        </p:nvGrpSpPr>
        <p:grpSpPr>
          <a:xfrm>
            <a:off x="554929" y="3671145"/>
            <a:ext cx="8356736" cy="1400925"/>
            <a:chOff x="554929" y="3671145"/>
            <a:chExt cx="8356736" cy="1400925"/>
          </a:xfrm>
        </p:grpSpPr>
        <p:grpSp>
          <p:nvGrpSpPr>
            <p:cNvPr id="32850" name="组合 32849">
              <a:extLst>
                <a:ext uri="{FF2B5EF4-FFF2-40B4-BE49-F238E27FC236}">
                  <a16:creationId xmlns:a16="http://schemas.microsoft.com/office/drawing/2014/main" id="{2795CE29-B9D7-03A8-4820-01874425B888}"/>
                </a:ext>
              </a:extLst>
            </p:cNvPr>
            <p:cNvGrpSpPr/>
            <p:nvPr/>
          </p:nvGrpSpPr>
          <p:grpSpPr>
            <a:xfrm>
              <a:off x="3212089" y="3671145"/>
              <a:ext cx="5699576" cy="1400925"/>
              <a:chOff x="3212089" y="3671145"/>
              <a:chExt cx="5699576" cy="1400925"/>
            </a:xfrm>
          </p:grpSpPr>
          <p:grpSp>
            <p:nvGrpSpPr>
              <p:cNvPr id="32830" name="Group 7">
                <a:extLst>
                  <a:ext uri="{FF2B5EF4-FFF2-40B4-BE49-F238E27FC236}">
                    <a16:creationId xmlns:a16="http://schemas.microsoft.com/office/drawing/2014/main" id="{3D34C9E4-0067-8EAE-43F5-487910E24C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95315" y="4286552"/>
                <a:ext cx="3816350" cy="762000"/>
                <a:chOff x="2971" y="3702"/>
                <a:chExt cx="2404" cy="480"/>
              </a:xfrm>
            </p:grpSpPr>
            <p:sp>
              <p:nvSpPr>
                <p:cNvPr id="32831" name="Rectangle 8" descr="Green marble">
                  <a:extLst>
                    <a:ext uri="{FF2B5EF4-FFF2-40B4-BE49-F238E27FC236}">
                      <a16:creationId xmlns:a16="http://schemas.microsoft.com/office/drawing/2014/main" id="{49C17761-42BA-9676-4CB8-6393F9CD65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" y="3702"/>
                  <a:ext cx="240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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|–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 </a:t>
                  </a:r>
                  <a:endParaRPr lang="en-US" altLang="zh-CN" b="1" i="1" baseline="-25000">
                    <a:ea typeface="宋体" panose="02010600030101010101" pitchFamily="2" charset="-122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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ea typeface="宋体" panose="02010600030101010101" pitchFamily="2" charset="-122"/>
                      <a:sym typeface="Symbol" panose="05050102010706020507" pitchFamily="18" charset="2"/>
                    </a:rPr>
                    <a:t>|–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err="1">
                      <a:ea typeface="宋体" panose="02010600030101010101" pitchFamily="2" charset="-122"/>
                    </a:rPr>
                    <a:t>boolean</a:t>
                  </a:r>
                  <a:endParaRPr lang="en-US" altLang="zh-CN" sz="24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832" name="Line 9">
                  <a:extLst>
                    <a:ext uri="{FF2B5EF4-FFF2-40B4-BE49-F238E27FC236}">
                      <a16:creationId xmlns:a16="http://schemas.microsoft.com/office/drawing/2014/main" id="{99D4FFC5-C554-8DA8-AEDA-D279D144C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942"/>
                  <a:ext cx="2209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grpSp>
            <p:nvGrpSpPr>
              <p:cNvPr id="32833" name="组合 32832">
                <a:extLst>
                  <a:ext uri="{FF2B5EF4-FFF2-40B4-BE49-F238E27FC236}">
                    <a16:creationId xmlns:a16="http://schemas.microsoft.com/office/drawing/2014/main" id="{E99C9480-8643-3D8A-7F82-8C5019BEB885}"/>
                  </a:ext>
                </a:extLst>
              </p:cNvPr>
              <p:cNvGrpSpPr/>
              <p:nvPr/>
            </p:nvGrpSpPr>
            <p:grpSpPr>
              <a:xfrm>
                <a:off x="3212089" y="3671145"/>
                <a:ext cx="5699001" cy="1400925"/>
                <a:chOff x="1053894" y="3182543"/>
                <a:chExt cx="5699001" cy="1400925"/>
              </a:xfrm>
            </p:grpSpPr>
            <p:sp>
              <p:nvSpPr>
                <p:cNvPr id="32834" name="Text3">
                  <a:extLst>
                    <a:ext uri="{FF2B5EF4-FFF2-40B4-BE49-F238E27FC236}">
                      <a16:creationId xmlns:a16="http://schemas.microsoft.com/office/drawing/2014/main" id="{48905B34-7141-6287-3F03-EDBFD3D7E535}"/>
                    </a:ext>
                  </a:extLst>
                </p:cNvPr>
                <p:cNvSpPr txBox="1"/>
                <p:nvPr/>
              </p:nvSpPr>
              <p:spPr>
                <a:xfrm flipH="1">
                  <a:off x="1212517" y="3362543"/>
                  <a:ext cx="5540378" cy="1220925"/>
                </a:xfrm>
                <a:prstGeom prst="roundRect">
                  <a:avLst>
                    <a:gd name="adj" fmla="val 12000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>
                    <a:defRPr sz="1400" b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2400" b="0">
                      <a:solidFill>
                        <a:schemeClr val="tx1"/>
                      </a:solidFill>
                      <a:sym typeface="Arial" panose="020B0604020202020204" pitchFamily="34" charset="0"/>
                    </a:rPr>
                    <a:t>语法规则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  <a:p>
                  <a:pPr algn="l">
                    <a:lnSpc>
                      <a:spcPct val="120000"/>
                    </a:lnSpc>
                  </a:pPr>
                  <a:r>
                    <a:rPr lang="en-US" altLang="zh-CN" sz="2400" b="1">
                      <a:solidFill>
                        <a:schemeClr val="tx1"/>
                      </a:solidFill>
                    </a:rPr>
                    <a:t>(Type Bool)</a:t>
                  </a:r>
                  <a:endParaRPr lang="en-US" altLang="zh-CN" sz="2400" b="0">
                    <a:solidFill>
                      <a:schemeClr val="tx1"/>
                    </a:solidFill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32835" name="组合 32834">
                  <a:extLst>
                    <a:ext uri="{FF2B5EF4-FFF2-40B4-BE49-F238E27FC236}">
                      <a16:creationId xmlns:a16="http://schemas.microsoft.com/office/drawing/2014/main" id="{6DCC16D6-9869-8CB6-6447-B2F58533CA56}"/>
                    </a:ext>
                  </a:extLst>
                </p:cNvPr>
                <p:cNvGrpSpPr/>
                <p:nvPr/>
              </p:nvGrpSpPr>
              <p:grpSpPr>
                <a:xfrm>
                  <a:off x="1053894" y="3182543"/>
                  <a:ext cx="360001" cy="360000"/>
                  <a:chOff x="810054" y="2711744"/>
                  <a:chExt cx="360001" cy="360000"/>
                </a:xfrm>
              </p:grpSpPr>
              <p:sp>
                <p:nvSpPr>
                  <p:cNvPr id="32836" name="ïŝlíḑé">
                    <a:extLst>
                      <a:ext uri="{FF2B5EF4-FFF2-40B4-BE49-F238E27FC236}">
                        <a16:creationId xmlns:a16="http://schemas.microsoft.com/office/drawing/2014/main" id="{20D35FE8-450F-38B8-B8B0-17E84BEB496F}"/>
                      </a:ext>
                    </a:extLst>
                  </p:cNvPr>
                  <p:cNvSpPr/>
                  <p:nvPr/>
                </p:nvSpPr>
                <p:spPr>
                  <a:xfrm>
                    <a:off x="810054" y="2711744"/>
                    <a:ext cx="360001" cy="36000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0000">
                        <a:schemeClr val="accent1"/>
                      </a:gs>
                    </a:gsLst>
                    <a:lin ang="2700000" scaled="0"/>
                  </a:gradFill>
                  <a:ln w="254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2837" name="图形 5">
                    <a:extLst>
                      <a:ext uri="{FF2B5EF4-FFF2-40B4-BE49-F238E27FC236}">
                        <a16:creationId xmlns:a16="http://schemas.microsoft.com/office/drawing/2014/main" id="{BF631729-48D4-ABB7-572E-8C12CB9380F6}"/>
                      </a:ext>
                    </a:extLst>
                  </p:cNvPr>
                  <p:cNvSpPr/>
                  <p:nvPr/>
                </p:nvSpPr>
                <p:spPr>
                  <a:xfrm>
                    <a:off x="908639" y="2837151"/>
                    <a:ext cx="162833" cy="109186"/>
                  </a:xfrm>
                  <a:custGeom>
                    <a:avLst/>
                    <a:gdLst>
                      <a:gd name="connsiteX0" fmla="*/ 195400 w 195399"/>
                      <a:gd name="connsiteY0" fmla="*/ 0 h 131023"/>
                      <a:gd name="connsiteX1" fmla="*/ 64376 w 195399"/>
                      <a:gd name="connsiteY1" fmla="*/ 131023 h 131023"/>
                      <a:gd name="connsiteX2" fmla="*/ 0 w 195399"/>
                      <a:gd name="connsiteY2" fmla="*/ 66647 h 131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5399" h="131023">
                        <a:moveTo>
                          <a:pt x="195400" y="0"/>
                        </a:moveTo>
                        <a:lnTo>
                          <a:pt x="64376" y="131023"/>
                        </a:lnTo>
                        <a:lnTo>
                          <a:pt x="0" y="66647"/>
                        </a:lnTo>
                      </a:path>
                    </a:pathLst>
                  </a:custGeom>
                  <a:noFill/>
                  <a:ln w="25400" cap="flat">
                    <a:solidFill>
                      <a:srgbClr val="FFFFFF"/>
                    </a:solidFill>
                    <a:prstDash val="solid"/>
                    <a:bevel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32841" name="组合 32840">
              <a:extLst>
                <a:ext uri="{FF2B5EF4-FFF2-40B4-BE49-F238E27FC236}">
                  <a16:creationId xmlns:a16="http://schemas.microsoft.com/office/drawing/2014/main" id="{B96B0155-FDA1-0640-5A21-C3F1EACC4D8F}"/>
                </a:ext>
              </a:extLst>
            </p:cNvPr>
            <p:cNvGrpSpPr/>
            <p:nvPr/>
          </p:nvGrpSpPr>
          <p:grpSpPr>
            <a:xfrm>
              <a:off x="554929" y="3947395"/>
              <a:ext cx="1894096" cy="848424"/>
              <a:chOff x="1053894" y="3182543"/>
              <a:chExt cx="1894096" cy="848424"/>
            </a:xfrm>
          </p:grpSpPr>
          <p:sp>
            <p:nvSpPr>
              <p:cNvPr id="32842" name="Text3">
                <a:extLst>
                  <a:ext uri="{FF2B5EF4-FFF2-40B4-BE49-F238E27FC236}">
                    <a16:creationId xmlns:a16="http://schemas.microsoft.com/office/drawing/2014/main" id="{EDD3AF93-343F-638F-9A15-0FFAE5AC1CA4}"/>
                  </a:ext>
                </a:extLst>
              </p:cNvPr>
              <p:cNvSpPr txBox="1"/>
              <p:nvPr/>
            </p:nvSpPr>
            <p:spPr>
              <a:xfrm flipH="1">
                <a:off x="1233890" y="3362543"/>
                <a:ext cx="1714100" cy="668424"/>
              </a:xfrm>
              <a:prstGeom prst="roundRect">
                <a:avLst>
                  <a:gd name="adj" fmla="val 12000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ctr">
                  <a:defRPr sz="1400" b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400" b="0">
                    <a:solidFill>
                      <a:schemeClr val="tx1"/>
                    </a:solidFill>
                    <a:sym typeface="Arial" panose="020B0604020202020204" pitchFamily="34" charset="0"/>
                  </a:rPr>
                  <a:t>语法断言</a:t>
                </a:r>
              </a:p>
            </p:txBody>
          </p:sp>
          <p:grpSp>
            <p:nvGrpSpPr>
              <p:cNvPr id="32843" name="组合 32842">
                <a:extLst>
                  <a:ext uri="{FF2B5EF4-FFF2-40B4-BE49-F238E27FC236}">
                    <a16:creationId xmlns:a16="http://schemas.microsoft.com/office/drawing/2014/main" id="{BA712696-9C1C-1F27-6D37-491B959CA9B4}"/>
                  </a:ext>
                </a:extLst>
              </p:cNvPr>
              <p:cNvGrpSpPr/>
              <p:nvPr/>
            </p:nvGrpSpPr>
            <p:grpSpPr>
              <a:xfrm>
                <a:off x="1053894" y="3182543"/>
                <a:ext cx="360001" cy="360000"/>
                <a:chOff x="810054" y="2711744"/>
                <a:chExt cx="360001" cy="360000"/>
              </a:xfrm>
            </p:grpSpPr>
            <p:sp>
              <p:nvSpPr>
                <p:cNvPr id="32844" name="ïŝlíḑé">
                  <a:extLst>
                    <a:ext uri="{FF2B5EF4-FFF2-40B4-BE49-F238E27FC236}">
                      <a16:creationId xmlns:a16="http://schemas.microsoft.com/office/drawing/2014/main" id="{7D0B05D7-8988-4CA8-624C-A66F3A853F96}"/>
                    </a:ext>
                  </a:extLst>
                </p:cNvPr>
                <p:cNvSpPr/>
                <p:nvPr/>
              </p:nvSpPr>
              <p:spPr>
                <a:xfrm>
                  <a:off x="810054" y="2711744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2845" name="图形 5">
                  <a:extLst>
                    <a:ext uri="{FF2B5EF4-FFF2-40B4-BE49-F238E27FC236}">
                      <a16:creationId xmlns:a16="http://schemas.microsoft.com/office/drawing/2014/main" id="{1F0320A5-6AE1-FC37-795F-B118FD3432FC}"/>
                    </a:ext>
                  </a:extLst>
                </p:cNvPr>
                <p:cNvSpPr/>
                <p:nvPr/>
              </p:nvSpPr>
              <p:spPr>
                <a:xfrm>
                  <a:off x="908639" y="2837151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rgbClr val="FFFFFF"/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32846" name="文本框 32845">
            <a:extLst>
              <a:ext uri="{FF2B5EF4-FFF2-40B4-BE49-F238E27FC236}">
                <a16:creationId xmlns:a16="http://schemas.microsoft.com/office/drawing/2014/main" id="{73F4E2D2-FE7B-F61B-20C8-EF7465419F4C}"/>
              </a:ext>
            </a:extLst>
          </p:cNvPr>
          <p:cNvSpPr txBox="1"/>
          <p:nvPr/>
        </p:nvSpPr>
        <p:spPr>
          <a:xfrm>
            <a:off x="3593233" y="3659091"/>
            <a:ext cx="523696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/>
              <a:t>任何良形环境下，</a:t>
            </a:r>
            <a:r>
              <a:rPr lang="en-US" altLang="zh-CN" sz="2000" b="1" err="1"/>
              <a:t>boolean</a:t>
            </a:r>
            <a:r>
              <a:rPr lang="zh-CN" altLang="en-US" sz="2000"/>
              <a:t>是一个布尔表达式。</a:t>
            </a:r>
          </a:p>
        </p:txBody>
      </p:sp>
      <p:sp>
        <p:nvSpPr>
          <p:cNvPr id="32848" name="文本框 32847">
            <a:extLst>
              <a:ext uri="{FF2B5EF4-FFF2-40B4-BE49-F238E27FC236}">
                <a16:creationId xmlns:a16="http://schemas.microsoft.com/office/drawing/2014/main" id="{2C349ECD-27CE-6887-685D-15A7B6129FA0}"/>
              </a:ext>
            </a:extLst>
          </p:cNvPr>
          <p:cNvSpPr txBox="1"/>
          <p:nvPr/>
        </p:nvSpPr>
        <p:spPr>
          <a:xfrm>
            <a:off x="3611769" y="5174515"/>
            <a:ext cx="523696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/>
              <a:t>两个</a:t>
            </a:r>
            <a:r>
              <a:rPr lang="en-US" altLang="zh-CN" sz="2000" b="1"/>
              <a:t>int</a:t>
            </a:r>
            <a:r>
              <a:rPr lang="zh-CN" altLang="en-US" sz="2000"/>
              <a:t>类型相加的表达式结果仍然是</a:t>
            </a:r>
            <a:r>
              <a:rPr lang="en-US" altLang="zh-CN" sz="2000" b="1"/>
              <a:t>int</a:t>
            </a:r>
            <a:r>
              <a:rPr lang="zh-CN" altLang="en-US" sz="2000"/>
              <a:t>类型。</a:t>
            </a:r>
          </a:p>
        </p:txBody>
      </p:sp>
    </p:spTree>
    <p:extLst>
      <p:ext uri="{BB962C8B-B14F-4D97-AF65-F5344CB8AC3E}">
        <p14:creationId xmlns:p14="http://schemas.microsoft.com/office/powerpoint/2010/main" val="400754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29" grpId="0" animBg="1"/>
      <p:bldP spid="32846" grpId="0" animBg="1"/>
      <p:bldP spid="3284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61659BA-1640-4403-9900-D9E36EBB5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5.2.2 </a:t>
            </a:r>
            <a:r>
              <a:rPr lang="zh-CN" altLang="en-US"/>
              <a:t>定型规则和演绎推理</a:t>
            </a:r>
          </a:p>
        </p:txBody>
      </p:sp>
      <p:sp>
        <p:nvSpPr>
          <p:cNvPr id="885763" name="Rectangle 3">
            <a:extLst>
              <a:ext uri="{FF2B5EF4-FFF2-40B4-BE49-F238E27FC236}">
                <a16:creationId xmlns:a16="http://schemas.microsoft.com/office/drawing/2014/main" id="{74B80DFA-22A8-4838-8E10-D958ADA62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462282"/>
          </a:xfrm>
        </p:spPr>
        <p:txBody>
          <a:bodyPr/>
          <a:lstStyle/>
          <a:p>
            <a:r>
              <a:rPr lang="zh-CN" altLang="en-US" sz="2800">
                <a:latin typeface="宋体" panose="02010600030101010101" pitchFamily="2" charset="-122"/>
                <a:cs typeface="Times New Roman" panose="02020603050405020304" pitchFamily="18" charset="0"/>
              </a:rPr>
              <a:t>一系列定型、环境、语法规则构成了一套（形式化的）</a:t>
            </a:r>
            <a:r>
              <a:rPr lang="zh-CN" altLang="en-US" sz="280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类型系统</a:t>
            </a:r>
            <a:endParaRPr lang="en-US" altLang="zh-CN" sz="2800">
              <a:solidFill>
                <a:srgbClr val="C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>
                <a:latin typeface="宋体" panose="02010600030101010101" pitchFamily="2" charset="-122"/>
                <a:cs typeface="Times New Roman" panose="02020603050405020304" pitchFamily="18" charset="0"/>
              </a:rPr>
              <a:t>利用这些规则可以构建更复杂的</a:t>
            </a:r>
            <a:r>
              <a:rPr lang="zh-CN" altLang="en-US" sz="280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演绎推理</a:t>
            </a:r>
            <a:r>
              <a:rPr lang="en-US" altLang="zh-CN" sz="2800"/>
              <a:t>(Type derivation)</a:t>
            </a:r>
            <a:r>
              <a:rPr lang="zh-CN" altLang="en-US" sz="2800"/>
              <a:t>，从而为一个程序语言构建出类型</a:t>
            </a:r>
            <a:endParaRPr lang="en-US" altLang="zh-CN" sz="28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0749D69-84BD-4E6B-ADE6-097936A51954}"/>
              </a:ext>
            </a:extLst>
          </p:cNvPr>
          <p:cNvGrpSpPr/>
          <p:nvPr/>
        </p:nvGrpSpPr>
        <p:grpSpPr>
          <a:xfrm>
            <a:off x="154844" y="3119564"/>
            <a:ext cx="4242191" cy="3094048"/>
            <a:chOff x="121288" y="3589348"/>
            <a:chExt cx="4242191" cy="3094048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53A8DF0-5A0E-42F5-83A5-6CBFE5B0A5EA}"/>
                </a:ext>
              </a:extLst>
            </p:cNvPr>
            <p:cNvSpPr/>
            <p:nvPr/>
          </p:nvSpPr>
          <p:spPr>
            <a:xfrm>
              <a:off x="151136" y="3762466"/>
              <a:ext cx="4003426" cy="29209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16229E2-5205-4A28-AAE6-A7C0AC917056}"/>
                </a:ext>
              </a:extLst>
            </p:cNvPr>
            <p:cNvGrpSpPr/>
            <p:nvPr/>
          </p:nvGrpSpPr>
          <p:grpSpPr>
            <a:xfrm>
              <a:off x="121288" y="5531449"/>
              <a:ext cx="3816350" cy="1039908"/>
              <a:chOff x="77858" y="3996905"/>
              <a:chExt cx="3816350" cy="1039908"/>
            </a:xfrm>
          </p:grpSpPr>
          <p:grpSp>
            <p:nvGrpSpPr>
              <p:cNvPr id="13" name="Group 10">
                <a:extLst>
                  <a:ext uri="{FF2B5EF4-FFF2-40B4-BE49-F238E27FC236}">
                    <a16:creationId xmlns:a16="http://schemas.microsoft.com/office/drawing/2014/main" id="{1CA79235-8AC2-483B-B2D3-097C5976D2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621" y="4371811"/>
                <a:ext cx="3356587" cy="665002"/>
                <a:chOff x="2971" y="3702"/>
                <a:chExt cx="2404" cy="480"/>
              </a:xfrm>
            </p:grpSpPr>
            <p:sp>
              <p:nvSpPr>
                <p:cNvPr id="14" name="Rectangle 11" descr="Green marble">
                  <a:extLst>
                    <a:ext uri="{FF2B5EF4-FFF2-40B4-BE49-F238E27FC236}">
                      <a16:creationId xmlns:a16="http://schemas.microsoft.com/office/drawing/2014/main" id="{4573F5F1-56C0-4112-AF4C-8F4062EACB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" y="3702"/>
                  <a:ext cx="240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   |– </a:t>
                  </a:r>
                  <a:r>
                    <a:rPr lang="en-US" altLang="zh-CN" sz="2400" b="1" i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M</a:t>
                  </a: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 : Nat,  |– </a:t>
                  </a:r>
                  <a:r>
                    <a:rPr lang="en-US" altLang="zh-CN" sz="2400" b="1" i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N</a:t>
                  </a: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 : Nat</a:t>
                  </a:r>
                  <a:endParaRPr lang="en-US" altLang="zh-CN" sz="2400" b="1">
                    <a:solidFill>
                      <a:srgbClr val="00B050"/>
                    </a:solidFill>
                    <a:ea typeface="宋体" panose="02010600030101010101" pitchFamily="2" charset="-122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 |– </a:t>
                  </a:r>
                  <a:r>
                    <a:rPr lang="en-US" altLang="zh-CN" sz="2400" b="1" i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M </a:t>
                  </a: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+ </a:t>
                  </a:r>
                  <a:r>
                    <a:rPr lang="en-US" altLang="zh-CN" sz="2400" b="1" i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N</a:t>
                  </a:r>
                  <a:r>
                    <a:rPr lang="en-US" altLang="zh-CN" sz="2400" b="1">
                      <a:solidFill>
                        <a:srgbClr val="00B050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 : Nat</a:t>
                  </a:r>
                </a:p>
              </p:txBody>
            </p:sp>
            <p:sp>
              <p:nvSpPr>
                <p:cNvPr id="15" name="Line 12">
                  <a:extLst>
                    <a:ext uri="{FF2B5EF4-FFF2-40B4-BE49-F238E27FC236}">
                      <a16:creationId xmlns:a16="http://schemas.microsoft.com/office/drawing/2014/main" id="{53625AE9-5F99-4F6C-85C9-CD53BDF12F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942"/>
                  <a:ext cx="2209" cy="0"/>
                </a:xfrm>
                <a:prstGeom prst="line">
                  <a:avLst/>
                </a:prstGeom>
                <a:noFill/>
                <a:ln w="31750">
                  <a:solidFill>
                    <a:schemeClr val="accent6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996335F-700A-48B9-BF88-DB9165CE05AB}"/>
                  </a:ext>
                </a:extLst>
              </p:cNvPr>
              <p:cNvSpPr txBox="1"/>
              <p:nvPr/>
            </p:nvSpPr>
            <p:spPr>
              <a:xfrm>
                <a:off x="77858" y="3996905"/>
                <a:ext cx="1413545" cy="3877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 lvl="0" indent="-228600" algn="just" defTabSz="914400" rtl="0" eaLnBrk="1" fontAlgn="auto" latinLnBrk="0" hangingPunct="1">
                  <a:lnSpc>
                    <a:spcPct val="8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cs"/>
                  </a:rPr>
                  <a:t>(Exp +)</a:t>
                </a:r>
                <a:endPara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imes New Roman"/>
                  <a:ea typeface="黑体"/>
                  <a:cs typeface="+mn-cs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BCF8782-8C34-4019-97B1-8C782FB8C58E}"/>
                </a:ext>
              </a:extLst>
            </p:cNvPr>
            <p:cNvGrpSpPr/>
            <p:nvPr/>
          </p:nvGrpSpPr>
          <p:grpSpPr>
            <a:xfrm>
              <a:off x="140736" y="4418758"/>
              <a:ext cx="4091610" cy="1145386"/>
              <a:chOff x="77858" y="5036813"/>
              <a:chExt cx="4091610" cy="1145386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082E23F-111D-4548-A52D-0AB575B022FC}"/>
                  </a:ext>
                </a:extLst>
              </p:cNvPr>
              <p:cNvSpPr txBox="1"/>
              <p:nvPr/>
            </p:nvSpPr>
            <p:spPr>
              <a:xfrm>
                <a:off x="77858" y="5036813"/>
                <a:ext cx="31207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altLang="zh-CN" sz="2400" b="1">
                    <a:solidFill>
                      <a:schemeClr val="accent1"/>
                    </a:solidFill>
                    <a:latin typeface="Times New Roman"/>
                    <a:ea typeface="黑体"/>
                  </a:rPr>
                  <a:t>(Val n) (n = 0, 1, ...)</a:t>
                </a:r>
                <a:endParaRPr lang="zh-CN" altLang="en-US" sz="2400" b="1">
                  <a:solidFill>
                    <a:schemeClr val="accent1"/>
                  </a:solidFill>
                  <a:latin typeface="Times New Roman"/>
                  <a:ea typeface="黑体"/>
                </a:endParaRPr>
              </a:p>
            </p:txBody>
          </p:sp>
          <p:grpSp>
            <p:nvGrpSpPr>
              <p:cNvPr id="25" name="Group 7">
                <a:extLst>
                  <a:ext uri="{FF2B5EF4-FFF2-40B4-BE49-F238E27FC236}">
                    <a16:creationId xmlns:a16="http://schemas.microsoft.com/office/drawing/2014/main" id="{F4D0732C-390A-4A1D-80B4-01E59DCE47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118" y="5420199"/>
                <a:ext cx="3816350" cy="762000"/>
                <a:chOff x="2971" y="3702"/>
                <a:chExt cx="2404" cy="480"/>
              </a:xfrm>
            </p:grpSpPr>
            <p:sp>
              <p:nvSpPr>
                <p:cNvPr id="26" name="Rectangle 8" descr="Green marble">
                  <a:extLst>
                    <a:ext uri="{FF2B5EF4-FFF2-40B4-BE49-F238E27FC236}">
                      <a16:creationId xmlns:a16="http://schemas.microsoft.com/office/drawing/2014/main" id="{4BC38FA5-40F4-497F-B1C6-1D7352822E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" y="3702"/>
                  <a:ext cx="240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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|–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 </a:t>
                  </a:r>
                  <a:endParaRPr lang="en-US" altLang="zh-CN" b="1" i="1" baseline="-25000">
                    <a:solidFill>
                      <a:schemeClr val="accent1"/>
                    </a:solidFill>
                    <a:ea typeface="宋体" panose="02010600030101010101" pitchFamily="2" charset="-122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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  <a:sym typeface="Symbol" panose="05050102010706020507" pitchFamily="18" charset="2"/>
                    </a:rPr>
                    <a:t>|–</a:t>
                  </a:r>
                  <a:r>
                    <a:rPr lang="en-US" altLang="zh-CN" sz="2400" b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n:Nat</a:t>
                  </a:r>
                </a:p>
              </p:txBody>
            </p:sp>
            <p:sp>
              <p:nvSpPr>
                <p:cNvPr id="27" name="Line 9">
                  <a:extLst>
                    <a:ext uri="{FF2B5EF4-FFF2-40B4-BE49-F238E27FC236}">
                      <a16:creationId xmlns:a16="http://schemas.microsoft.com/office/drawing/2014/main" id="{395D4ED5-F3CB-4045-9428-DD53011A3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942"/>
                  <a:ext cx="1942" cy="0"/>
                </a:xfrm>
                <a:prstGeom prst="line">
                  <a:avLst/>
                </a:prstGeom>
                <a:noFill/>
                <a:ln w="31750">
                  <a:solidFill>
                    <a:schemeClr val="accent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</p:grpSp>
        <p:grpSp>
          <p:nvGrpSpPr>
            <p:cNvPr id="45" name="Group 4">
              <a:extLst>
                <a:ext uri="{FF2B5EF4-FFF2-40B4-BE49-F238E27FC236}">
                  <a16:creationId xmlns:a16="http://schemas.microsoft.com/office/drawing/2014/main" id="{2E0BD088-DB87-4AA8-8464-22ADC1120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129" y="3589348"/>
              <a:ext cx="3816350" cy="762000"/>
              <a:chOff x="2971" y="3702"/>
              <a:chExt cx="2404" cy="480"/>
            </a:xfrm>
          </p:grpSpPr>
          <p:sp>
            <p:nvSpPr>
              <p:cNvPr id="46" name="Rectangle 5" descr="Green marble">
                <a:extLst>
                  <a:ext uri="{FF2B5EF4-FFF2-40B4-BE49-F238E27FC236}">
                    <a16:creationId xmlns:a16="http://schemas.microsoft.com/office/drawing/2014/main" id="{17702C25-E34D-4DBD-BD5C-1C87E2860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3702"/>
                <a:ext cx="2404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</a:t>
                </a: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</a:t>
                </a:r>
              </a:p>
            </p:txBody>
          </p:sp>
          <p:sp>
            <p:nvSpPr>
              <p:cNvPr id="47" name="Line 6">
                <a:extLst>
                  <a:ext uri="{FF2B5EF4-FFF2-40B4-BE49-F238E27FC236}">
                    <a16:creationId xmlns:a16="http://schemas.microsoft.com/office/drawing/2014/main" id="{A1A3A049-0DC2-4B75-902C-E5D1B6C14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4" y="3958"/>
                <a:ext cx="1401" cy="0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99CF334-E771-4B51-8A7F-D775245A727A}"/>
                </a:ext>
              </a:extLst>
            </p:cNvPr>
            <p:cNvSpPr txBox="1"/>
            <p:nvPr/>
          </p:nvSpPr>
          <p:spPr>
            <a:xfrm>
              <a:off x="151136" y="3780088"/>
              <a:ext cx="1497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/>
                  <a:ea typeface="黑体"/>
                  <a:cs typeface="+mn-cs"/>
                </a:rPr>
                <a:t>(Env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/>
                  <a:ea typeface="黑体"/>
                  <a:cs typeface="+mn-cs"/>
                  <a:sym typeface="Symbol" panose="05050102010706020507" pitchFamily="18" charset="2"/>
                </a:rPr>
                <a:t>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/>
                  <a:ea typeface="黑体"/>
                </a:rPr>
                <a:t>)</a:t>
              </a: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20A2495-DD42-44A4-8EC6-FE62E5599759}"/>
              </a:ext>
            </a:extLst>
          </p:cNvPr>
          <p:cNvGrpSpPr/>
          <p:nvPr/>
        </p:nvGrpSpPr>
        <p:grpSpPr>
          <a:xfrm>
            <a:off x="4309890" y="3296408"/>
            <a:ext cx="4679266" cy="2920930"/>
            <a:chOff x="4274718" y="3707934"/>
            <a:chExt cx="4679266" cy="2920930"/>
          </a:xfrm>
        </p:grpSpPr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4B4F6ADD-9479-4982-AF1D-E261330ABCC7}"/>
                </a:ext>
              </a:extLst>
            </p:cNvPr>
            <p:cNvSpPr/>
            <p:nvPr/>
          </p:nvSpPr>
          <p:spPr>
            <a:xfrm>
              <a:off x="4274718" y="4887368"/>
              <a:ext cx="545284" cy="56206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D3DA245-E0D8-4579-8056-83E752AA7328}"/>
                </a:ext>
              </a:extLst>
            </p:cNvPr>
            <p:cNvSpPr/>
            <p:nvPr/>
          </p:nvSpPr>
          <p:spPr>
            <a:xfrm>
              <a:off x="4950558" y="3707934"/>
              <a:ext cx="4003426" cy="29209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914AEEFA-F4CC-4DD0-BA4B-1989D882D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6691" y="4318448"/>
              <a:ext cx="1041400" cy="561975"/>
              <a:chOff x="3602" y="3702"/>
              <a:chExt cx="1773" cy="354"/>
            </a:xfrm>
          </p:grpSpPr>
          <p:sp>
            <p:nvSpPr>
              <p:cNvPr id="56" name="Rectangle 5" descr="Green marble">
                <a:extLst>
                  <a:ext uri="{FF2B5EF4-FFF2-40B4-BE49-F238E27FC236}">
                    <a16:creationId xmlns:a16="http://schemas.microsoft.com/office/drawing/2014/main" id="{F5340EC8-A080-4A2E-A4F2-5D276181C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2" y="3702"/>
                <a:ext cx="1773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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</a:t>
                </a:r>
              </a:p>
            </p:txBody>
          </p:sp>
          <p:sp>
            <p:nvSpPr>
              <p:cNvPr id="57" name="Line 6">
                <a:extLst>
                  <a:ext uri="{FF2B5EF4-FFF2-40B4-BE49-F238E27FC236}">
                    <a16:creationId xmlns:a16="http://schemas.microsoft.com/office/drawing/2014/main" id="{F665DBAF-CFAC-46FB-B468-076B5B28F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6" y="3881"/>
                <a:ext cx="147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  <p:grpSp>
          <p:nvGrpSpPr>
            <p:cNvPr id="58" name="Group 4">
              <a:extLst>
                <a:ext uri="{FF2B5EF4-FFF2-40B4-BE49-F238E27FC236}">
                  <a16:creationId xmlns:a16="http://schemas.microsoft.com/office/drawing/2014/main" id="{33F711AB-4D45-4650-AC48-3FC6AC999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01956" y="4318449"/>
              <a:ext cx="1041400" cy="561975"/>
              <a:chOff x="3602" y="3702"/>
              <a:chExt cx="1773" cy="354"/>
            </a:xfrm>
          </p:grpSpPr>
          <p:sp>
            <p:nvSpPr>
              <p:cNvPr id="59" name="Rectangle 5" descr="Green marble">
                <a:extLst>
                  <a:ext uri="{FF2B5EF4-FFF2-40B4-BE49-F238E27FC236}">
                    <a16:creationId xmlns:a16="http://schemas.microsoft.com/office/drawing/2014/main" id="{30335D38-106E-41B2-A0CA-FDB435E6B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2" y="3702"/>
                <a:ext cx="1773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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</a:t>
                </a:r>
              </a:p>
            </p:txBody>
          </p:sp>
          <p:sp>
            <p:nvSpPr>
              <p:cNvPr id="60" name="Line 6">
                <a:extLst>
                  <a:ext uri="{FF2B5EF4-FFF2-40B4-BE49-F238E27FC236}">
                    <a16:creationId xmlns:a16="http://schemas.microsoft.com/office/drawing/2014/main" id="{A3307581-0917-4051-8D1A-9BB2694ED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6" y="3881"/>
                <a:ext cx="147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  <p:grpSp>
          <p:nvGrpSpPr>
            <p:cNvPr id="61" name="Group 4">
              <a:extLst>
                <a:ext uri="{FF2B5EF4-FFF2-40B4-BE49-F238E27FC236}">
                  <a16:creationId xmlns:a16="http://schemas.microsoft.com/office/drawing/2014/main" id="{EEB611AB-07CA-4333-8188-3969344670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5527" y="4752592"/>
              <a:ext cx="1215260" cy="561975"/>
              <a:chOff x="3429" y="3702"/>
              <a:chExt cx="2069" cy="354"/>
            </a:xfrm>
          </p:grpSpPr>
          <p:sp>
            <p:nvSpPr>
              <p:cNvPr id="62" name="Rectangle 5" descr="Green marble">
                <a:extLst>
                  <a:ext uri="{FF2B5EF4-FFF2-40B4-BE49-F238E27FC236}">
                    <a16:creationId xmlns:a16="http://schemas.microsoft.com/office/drawing/2014/main" id="{7F377B38-759E-4203-A713-4BFE3C396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2" y="3702"/>
                <a:ext cx="1773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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1:Nat</a:t>
                </a:r>
              </a:p>
            </p:txBody>
          </p:sp>
          <p:sp>
            <p:nvSpPr>
              <p:cNvPr id="63" name="Line 6">
                <a:extLst>
                  <a:ext uri="{FF2B5EF4-FFF2-40B4-BE49-F238E27FC236}">
                    <a16:creationId xmlns:a16="http://schemas.microsoft.com/office/drawing/2014/main" id="{0985F58C-BAB4-42F4-B802-B89B5EBA4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9" y="3881"/>
                <a:ext cx="2069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  <p:grpSp>
          <p:nvGrpSpPr>
            <p:cNvPr id="64" name="Group 4">
              <a:extLst>
                <a:ext uri="{FF2B5EF4-FFF2-40B4-BE49-F238E27FC236}">
                  <a16:creationId xmlns:a16="http://schemas.microsoft.com/office/drawing/2014/main" id="{30EF5586-184B-46BB-8D33-7A6B238EC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6783" y="4743988"/>
              <a:ext cx="1215260" cy="561975"/>
              <a:chOff x="3429" y="3702"/>
              <a:chExt cx="2069" cy="354"/>
            </a:xfrm>
          </p:grpSpPr>
          <p:sp>
            <p:nvSpPr>
              <p:cNvPr id="65" name="Rectangle 5" descr="Green marble">
                <a:extLst>
                  <a:ext uri="{FF2B5EF4-FFF2-40B4-BE49-F238E27FC236}">
                    <a16:creationId xmlns:a16="http://schemas.microsoft.com/office/drawing/2014/main" id="{5C4966BF-E867-4F45-A09C-A153671A2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2" y="3702"/>
                <a:ext cx="1773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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2:Nat</a:t>
                </a:r>
              </a:p>
            </p:txBody>
          </p:sp>
          <p:sp>
            <p:nvSpPr>
              <p:cNvPr id="66" name="Line 6">
                <a:extLst>
                  <a:ext uri="{FF2B5EF4-FFF2-40B4-BE49-F238E27FC236}">
                    <a16:creationId xmlns:a16="http://schemas.microsoft.com/office/drawing/2014/main" id="{3CC6FD14-EC5B-451B-9519-4A6FBC5DD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9" y="3881"/>
                <a:ext cx="2069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  <p:grpSp>
          <p:nvGrpSpPr>
            <p:cNvPr id="67" name="Group 4">
              <a:extLst>
                <a:ext uri="{FF2B5EF4-FFF2-40B4-BE49-F238E27FC236}">
                  <a16:creationId xmlns:a16="http://schemas.microsoft.com/office/drawing/2014/main" id="{9DBD43F4-EBA7-4D3F-9CDF-5259CB57C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9912" y="5227384"/>
              <a:ext cx="3345636" cy="561975"/>
              <a:chOff x="1615" y="3702"/>
              <a:chExt cx="5696" cy="354"/>
            </a:xfrm>
          </p:grpSpPr>
          <p:sp>
            <p:nvSpPr>
              <p:cNvPr id="68" name="Rectangle 5" descr="Green marble">
                <a:extLst>
                  <a:ext uri="{FF2B5EF4-FFF2-40B4-BE49-F238E27FC236}">
                    <a16:creationId xmlns:a16="http://schemas.microsoft.com/office/drawing/2014/main" id="{053F04AC-DCAB-49FA-B181-BB383B169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2" y="3702"/>
                <a:ext cx="1773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endParaRPr lang="en-US" altLang="zh-CN" b="1" i="1" baseline="-25000"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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>
                    <a:ea typeface="宋体" panose="02010600030101010101" pitchFamily="2" charset="-122"/>
                    <a:sym typeface="Symbol" panose="05050102010706020507" pitchFamily="18" charset="2"/>
                  </a:rPr>
                  <a:t>|–</a:t>
                </a:r>
                <a:r>
                  <a:rPr lang="en-US" altLang="zh-CN" sz="2400" b="1">
                    <a:ea typeface="宋体" panose="02010600030101010101" pitchFamily="2" charset="-122"/>
                  </a:rPr>
                  <a:t> 1+2:Nat</a:t>
                </a:r>
              </a:p>
            </p:txBody>
          </p:sp>
          <p:sp>
            <p:nvSpPr>
              <p:cNvPr id="69" name="Line 6">
                <a:extLst>
                  <a:ext uri="{FF2B5EF4-FFF2-40B4-BE49-F238E27FC236}">
                    <a16:creationId xmlns:a16="http://schemas.microsoft.com/office/drawing/2014/main" id="{70B9B657-7C19-45AA-84EC-5BBEEF5715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5" y="3881"/>
                <a:ext cx="5696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DC1DB106-AC1E-4C52-AEB5-7FAEA196FC4D}"/>
              </a:ext>
            </a:extLst>
          </p:cNvPr>
          <p:cNvSpPr txBox="1"/>
          <p:nvPr/>
        </p:nvSpPr>
        <p:spPr>
          <a:xfrm>
            <a:off x="3755397" y="6203124"/>
            <a:ext cx="1665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宋体" panose="02010600030101010101" pitchFamily="2" charset="-122"/>
                <a:cs typeface="Times New Roman" panose="02020603050405020304" pitchFamily="18" charset="0"/>
              </a:rPr>
              <a:t>演绎推理</a:t>
            </a:r>
            <a:endParaRPr lang="zh-CN" altLang="en-US" sz="28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2F80C4-8400-8878-DA73-613ECEA1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9C7A-D321-4634-A2E3-E0A0BC811CD0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DAB21B-FF09-1A24-4023-F3DA5B45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E08D53-E9A9-123E-19D6-B1748828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20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C4CA62C-7C92-4184-91F1-9145DAC54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5.2.3 </a:t>
            </a:r>
            <a:r>
              <a:rPr lang="zh-CN" altLang="en-US"/>
              <a:t>类型检查和类型推断</a:t>
            </a:r>
          </a:p>
        </p:txBody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C5BA297C-83AB-47D3-83F6-EF94725E8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latin typeface="宋体" panose="02010600030101010101" pitchFamily="2" charset="-122"/>
              </a:rPr>
              <a:t>在一个类型系统中，通过演绎推理</a:t>
            </a:r>
            <a:r>
              <a:rPr lang="en-US" altLang="zh-CN" sz="2800"/>
              <a:t>(Type derivation)</a:t>
            </a:r>
            <a:r>
              <a:rPr lang="zh-CN" altLang="en-US" sz="2800">
                <a:latin typeface="宋体" panose="02010600030101010101" pitchFamily="2" charset="-122"/>
              </a:rPr>
              <a:t>得到的断言一定是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有效断言</a:t>
            </a:r>
            <a:endParaRPr lang="en-US" altLang="zh-CN" sz="28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</a:rPr>
              <a:t>如果存在一个类型</a:t>
            </a:r>
            <a:r>
              <a:rPr lang="en-US" altLang="zh-CN" sz="2800" b="1" i="1"/>
              <a:t>T</a:t>
            </a:r>
            <a:r>
              <a:rPr lang="zh-CN" altLang="en-US" sz="2800">
                <a:latin typeface="宋体" panose="02010600030101010101" pitchFamily="2" charset="-122"/>
              </a:rPr>
              <a:t>使得</a:t>
            </a:r>
            <a:r>
              <a:rPr lang="zh-CN" altLang="en-US" sz="2800" b="1">
                <a:sym typeface="Symbol" panose="05050102010706020507" pitchFamily="18" charset="2"/>
              </a:rPr>
              <a:t></a:t>
            </a:r>
            <a:r>
              <a:rPr lang="zh-CN" altLang="en-US" sz="2800" b="1" i="1"/>
              <a:t> </a:t>
            </a:r>
            <a:r>
              <a:rPr lang="en-US" altLang="zh-CN" sz="2800" b="1">
                <a:sym typeface="Symbol" panose="05050102010706020507" pitchFamily="18" charset="2"/>
              </a:rPr>
              <a:t>|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en-US" altLang="zh-CN" sz="2800" b="1" i="1"/>
              <a:t>M </a:t>
            </a:r>
            <a:r>
              <a:rPr lang="en-US" altLang="zh-CN" sz="2800" b="1"/>
              <a:t>:</a:t>
            </a:r>
            <a:r>
              <a:rPr lang="en-US" altLang="zh-CN" sz="2800" b="1" i="1"/>
              <a:t> T</a:t>
            </a:r>
            <a:r>
              <a:rPr lang="zh-CN" altLang="en-US" sz="2800"/>
              <a:t>是一个</a:t>
            </a:r>
            <a:r>
              <a:rPr lang="zh-CN" altLang="en-US" sz="2800">
                <a:solidFill>
                  <a:srgbClr val="C00000"/>
                </a:solidFill>
              </a:rPr>
              <a:t>有效断言</a:t>
            </a:r>
            <a:r>
              <a:rPr lang="zh-CN" altLang="en-US" sz="2800"/>
              <a:t>，那么</a:t>
            </a:r>
            <a:r>
              <a:rPr lang="en-US" altLang="zh-CN" sz="2800" b="1" i="1"/>
              <a:t>M</a:t>
            </a:r>
            <a:r>
              <a:rPr lang="zh-CN" altLang="en-US" sz="2800"/>
              <a:t>对环境</a:t>
            </a:r>
            <a:r>
              <a:rPr lang="zh-CN" altLang="en-US" sz="2800" b="1">
                <a:sym typeface="Symbol" panose="05050102010706020507" pitchFamily="18" charset="2"/>
              </a:rPr>
              <a:t></a:t>
            </a:r>
            <a:r>
              <a:rPr lang="zh-CN" altLang="en-US" sz="2800">
                <a:sym typeface="Symbol" panose="05050102010706020507" pitchFamily="18" charset="2"/>
              </a:rPr>
              <a:t>来说是良类型的</a:t>
            </a:r>
            <a:r>
              <a:rPr lang="en-US" altLang="zh-CN" sz="2800">
                <a:sym typeface="Symbol" panose="05050102010706020507" pitchFamily="18" charset="2"/>
              </a:rPr>
              <a:t>(well typed)</a:t>
            </a:r>
            <a:r>
              <a:rPr lang="zh-CN" altLang="en-US" sz="2800">
                <a:sym typeface="Symbol" panose="05050102010706020507" pitchFamily="18" charset="2"/>
              </a:rPr>
              <a:t>，并且它的类型是</a:t>
            </a:r>
            <a:r>
              <a:rPr lang="en-US" altLang="zh-CN" sz="2800" b="1" i="1"/>
              <a:t>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27C111-C558-690C-F9F3-076AFA0F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897E-BF04-4BAE-A7A5-BF9D4223969C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EB8DD7-7427-0B99-3794-8B2FC4B5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F09BE7-0E2B-057D-F323-2C9EB317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24D904D-B947-2443-24C6-D5F6F80516A1}"/>
              </a:ext>
            </a:extLst>
          </p:cNvPr>
          <p:cNvGrpSpPr/>
          <p:nvPr/>
        </p:nvGrpSpPr>
        <p:grpSpPr>
          <a:xfrm>
            <a:off x="311172" y="3882370"/>
            <a:ext cx="8686756" cy="1371831"/>
            <a:chOff x="1490298" y="4205722"/>
            <a:chExt cx="8686756" cy="1371831"/>
          </a:xfrm>
        </p:grpSpPr>
        <p:sp>
          <p:nvSpPr>
            <p:cNvPr id="6" name="Rectangle 84">
              <a:extLst>
                <a:ext uri="{FF2B5EF4-FFF2-40B4-BE49-F238E27FC236}">
                  <a16:creationId xmlns:a16="http://schemas.microsoft.com/office/drawing/2014/main" id="{7D13F412-98E4-88A6-13D3-CA08781F2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298" y="4205722"/>
              <a:ext cx="7950904" cy="13718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宋体" panose="02010600030101010101" pitchFamily="2" charset="-122"/>
                </a:rPr>
                <a:t>基于上述前提，考虑两种情况</a:t>
              </a:r>
              <a:r>
                <a:rPr lang="zh-CN" altLang="en-US" sz="2800">
                  <a:latin typeface="Times New Roman" panose="02020603050405020304" pitchFamily="18" charset="0"/>
                </a:rPr>
                <a:t>：</a:t>
              </a:r>
              <a:endParaRPr lang="en-US" altLang="zh-CN" sz="28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</a:rPr>
                <a:t>、类型检查：给一个</a:t>
              </a:r>
              <a:r>
                <a:rPr lang="en-US" altLang="zh-CN" sz="2400" b="1" i="1">
                  <a:latin typeface="+mn-lt"/>
                  <a:ea typeface="+mn-ea"/>
                </a:rPr>
                <a:t>M</a:t>
              </a:r>
              <a:r>
                <a:rPr lang="zh-CN" altLang="en-US" sz="2400">
                  <a:latin typeface="Times New Roman" panose="02020603050405020304" pitchFamily="18" charset="0"/>
                </a:rPr>
                <a:t>和一个</a:t>
              </a:r>
              <a:r>
                <a:rPr lang="en-US" altLang="zh-CN" sz="2400" b="1" i="1">
                  <a:latin typeface="+mn-lt"/>
                  <a:ea typeface="+mn-ea"/>
                </a:rPr>
                <a:t>T</a:t>
              </a:r>
              <a:r>
                <a:rPr lang="zh-CN" altLang="en-US" sz="2400">
                  <a:latin typeface="Times New Roman" panose="02020603050405020304" pitchFamily="18" charset="0"/>
                </a:rPr>
                <a:t>，判断</a:t>
              </a:r>
              <a:r>
                <a:rPr lang="en-US" altLang="zh-CN" sz="2400" b="1" i="1">
                  <a:latin typeface="+mn-lt"/>
                  <a:ea typeface="+mn-ea"/>
                </a:rPr>
                <a:t>M</a:t>
              </a:r>
              <a:r>
                <a:rPr lang="zh-CN" altLang="en-US" sz="2400">
                  <a:latin typeface="Times New Roman" panose="02020603050405020304" pitchFamily="18" charset="0"/>
                </a:rPr>
                <a:t>是否为</a:t>
              </a:r>
              <a:r>
                <a:rPr lang="en-US" altLang="zh-CN" sz="2400" b="1" i="1">
                  <a:latin typeface="+mn-lt"/>
                  <a:ea typeface="+mn-ea"/>
                </a:rPr>
                <a:t>T</a:t>
              </a:r>
              <a:r>
                <a:rPr lang="zh-CN" altLang="en-US" sz="2400">
                  <a:latin typeface="Times New Roman" panose="02020603050405020304" pitchFamily="18" charset="0"/>
                </a:rPr>
                <a:t>类型？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r>
                <a:rPr lang="zh-CN" altLang="en-US" sz="2400">
                  <a:latin typeface="Times New Roman" panose="02020603050405020304" pitchFamily="18" charset="0"/>
                </a:rPr>
                <a:t>、类型推断：只给一个</a:t>
              </a:r>
              <a:r>
                <a:rPr lang="en-US" altLang="zh-CN" sz="2400" b="1" i="1">
                  <a:latin typeface="+mn-lt"/>
                  <a:ea typeface="+mn-ea"/>
                </a:rPr>
                <a:t>M</a:t>
              </a: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，推断出</a:t>
              </a:r>
              <a:r>
                <a:rPr lang="en-US" altLang="zh-CN" sz="2400" b="1" i="1">
                  <a:latin typeface="+mn-lt"/>
                  <a:ea typeface="+mn-ea"/>
                </a:rPr>
                <a:t>M</a:t>
              </a:r>
              <a:r>
                <a:rPr lang="zh-CN" altLang="en-US" sz="2400">
                  <a:latin typeface="Times New Roman" panose="02020603050405020304" pitchFamily="18" charset="0"/>
                </a:rPr>
                <a:t>的类型</a:t>
              </a:r>
              <a:r>
                <a:rPr lang="zh-CN" altLang="en-US" sz="2800">
                  <a:latin typeface="Times New Roman" panose="02020603050405020304" pitchFamily="18" charset="0"/>
                </a:rPr>
                <a:t>。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071B6C1-6FA7-EF48-554B-283F7510FAED}"/>
                </a:ext>
              </a:extLst>
            </p:cNvPr>
            <p:cNvGrpSpPr/>
            <p:nvPr/>
          </p:nvGrpSpPr>
          <p:grpSpPr>
            <a:xfrm>
              <a:off x="8869967" y="4251185"/>
              <a:ext cx="1307087" cy="1307087"/>
              <a:chOff x="9126668" y="4221693"/>
              <a:chExt cx="1307087" cy="1307087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F6E1F593-D588-C4D1-7969-52D45347677D}"/>
                  </a:ext>
                </a:extLst>
              </p:cNvPr>
              <p:cNvSpPr/>
              <p:nvPr/>
            </p:nvSpPr>
            <p:spPr>
              <a:xfrm>
                <a:off x="9126668" y="4221693"/>
                <a:ext cx="1307087" cy="130708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形 8" descr="问号 纯色填充">
                <a:extLst>
                  <a:ext uri="{FF2B5EF4-FFF2-40B4-BE49-F238E27FC236}">
                    <a16:creationId xmlns:a16="http://schemas.microsoft.com/office/drawing/2014/main" id="{E0DCC68F-B62F-5A48-C180-4D355D77C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71890" y="4257340"/>
                <a:ext cx="1160619" cy="1160619"/>
              </a:xfrm>
              <a:prstGeom prst="rect">
                <a:avLst/>
              </a:prstGeom>
            </p:spPr>
          </p:pic>
        </p:grp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9046B53-CBA6-35BE-57DC-30DD2A46939A}"/>
              </a:ext>
            </a:extLst>
          </p:cNvPr>
          <p:cNvCxnSpPr>
            <a:cxnSpLocks/>
          </p:cNvCxnSpPr>
          <p:nvPr/>
        </p:nvCxnSpPr>
        <p:spPr>
          <a:xfrm>
            <a:off x="5381986" y="2198180"/>
            <a:ext cx="136488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66ACE40-AABE-1045-B924-1C429310F0EF}"/>
              </a:ext>
            </a:extLst>
          </p:cNvPr>
          <p:cNvSpPr txBox="1"/>
          <p:nvPr/>
        </p:nvSpPr>
        <p:spPr>
          <a:xfrm>
            <a:off x="5260975" y="1684155"/>
            <a:ext cx="170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有效断言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C4CA62C-7C92-4184-91F1-9145DAC54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5.2.3 </a:t>
            </a:r>
            <a:r>
              <a:rPr lang="zh-CN" altLang="en-US"/>
              <a:t>类型检查和类型推断</a:t>
            </a:r>
          </a:p>
        </p:txBody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C5BA297C-83AB-47D3-83F6-EF94725E8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类型检查</a:t>
            </a: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type checking</a:t>
            </a:r>
            <a:r>
              <a:rPr lang="zh-CN" altLang="en-US">
                <a:latin typeface="宋体" panose="02010600030101010101" pitchFamily="2" charset="-122"/>
              </a:rPr>
              <a:t>）：给一个</a:t>
            </a:r>
            <a:r>
              <a:rPr lang="en-US" altLang="zh-CN" b="1" i="1"/>
              <a:t>M</a:t>
            </a:r>
            <a:r>
              <a:rPr lang="zh-CN" altLang="en-US">
                <a:latin typeface="宋体" panose="02010600030101010101" pitchFamily="2" charset="-122"/>
              </a:rPr>
              <a:t>和一个</a:t>
            </a:r>
            <a:r>
              <a:rPr lang="en-US" altLang="zh-CN" b="1" i="1"/>
              <a:t>T</a:t>
            </a:r>
            <a:r>
              <a:rPr lang="zh-CN" altLang="en-US" b="1" i="1"/>
              <a:t>，</a:t>
            </a:r>
            <a:r>
              <a:rPr lang="zh-CN" altLang="en-US"/>
              <a:t>判断</a:t>
            </a:r>
            <a:r>
              <a:rPr lang="en-US" altLang="zh-CN" b="1" i="1"/>
              <a:t>M</a:t>
            </a:r>
            <a:r>
              <a:rPr lang="zh-CN" altLang="en-US"/>
              <a:t>是否为</a:t>
            </a:r>
            <a:r>
              <a:rPr lang="en-US" altLang="zh-CN" b="1" i="1"/>
              <a:t>T</a:t>
            </a:r>
            <a:r>
              <a:rPr lang="zh-CN" altLang="en-US"/>
              <a:t>类型？</a:t>
            </a:r>
            <a:endParaRPr lang="en-US" altLang="zh-CN"/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定义：用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语法制导</a:t>
            </a:r>
            <a:r>
              <a:rPr lang="zh-CN" altLang="en-US">
                <a:latin typeface="宋体" panose="02010600030101010101" pitchFamily="2" charset="-122"/>
              </a:rPr>
              <a:t>的方式，根据上下文有关的定型规则来判定程序构造是否为良类型的过程</a:t>
            </a:r>
            <a:endParaRPr lang="en-US" altLang="zh-CN">
              <a:latin typeface="宋体" panose="02010600030101010101" pitchFamily="2" charset="-122"/>
            </a:endParaRPr>
          </a:p>
          <a:p>
            <a:pPr lvl="1"/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0AB70F-65BF-E64A-BAAF-7339928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4105-374B-4C3C-81F5-C867C29FA19A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357369-1606-434A-5773-225FB8B3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7616F-CC44-9D85-78BB-4AAB1165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389BC7-0E3A-D9FD-8C95-C33CF6A534BE}"/>
              </a:ext>
            </a:extLst>
          </p:cNvPr>
          <p:cNvSpPr txBox="1"/>
          <p:nvPr/>
        </p:nvSpPr>
        <p:spPr>
          <a:xfrm>
            <a:off x="272643" y="3820591"/>
            <a:ext cx="439163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add_one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x) {</a:t>
            </a: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/* declare integer result */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 </a:t>
            </a:r>
          </a:p>
          <a:p>
            <a:b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 = x + </a:t>
            </a:r>
            <a:r>
              <a:rPr lang="en-US" altLang="zh-CN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A7B6F-C381-B7A0-DDA8-5D6004604173}"/>
              </a:ext>
            </a:extLst>
          </p:cNvPr>
          <p:cNvSpPr txBox="1"/>
          <p:nvPr/>
        </p:nvSpPr>
        <p:spPr>
          <a:xfrm>
            <a:off x="4878722" y="3820590"/>
            <a:ext cx="399263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检查结果：</a:t>
            </a:r>
            <a:endParaRPr lang="en-US" altLang="zh-CN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altLang="zh-CN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altLang="zh-CN" b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add_one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是一个函数，它接受一个整数类型的参数，并返回一个整数。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>
                <a:solidFill>
                  <a:schemeClr val="accent1"/>
                </a:solidFill>
                <a:latin typeface="Consolas" panose="020B0609020204030204" pitchFamily="49" charset="0"/>
              </a:rPr>
              <a:t>x</a:t>
            </a:r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：整数类型。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int result;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声明局部变量</a:t>
            </a:r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是一个整数。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6F0592-FCCB-860B-ACCA-3C3DA6C40CF9}"/>
              </a:ext>
            </a:extLst>
          </p:cNvPr>
          <p:cNvCxnSpPr>
            <a:cxnSpLocks/>
          </p:cNvCxnSpPr>
          <p:nvPr/>
        </p:nvCxnSpPr>
        <p:spPr>
          <a:xfrm>
            <a:off x="2854686" y="2781827"/>
            <a:ext cx="136488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746F433-3E8B-48F9-316E-E0D863CAC2F7}"/>
              </a:ext>
            </a:extLst>
          </p:cNvPr>
          <p:cNvSpPr txBox="1"/>
          <p:nvPr/>
        </p:nvSpPr>
        <p:spPr>
          <a:xfrm>
            <a:off x="2733675" y="2305902"/>
            <a:ext cx="170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语法制导</a:t>
            </a:r>
          </a:p>
        </p:txBody>
      </p:sp>
    </p:spTree>
    <p:extLst>
      <p:ext uri="{BB962C8B-B14F-4D97-AF65-F5344CB8AC3E}">
        <p14:creationId xmlns:p14="http://schemas.microsoft.com/office/powerpoint/2010/main" val="310803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C4CA62C-7C92-4184-91F1-9145DAC54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5.2.3 </a:t>
            </a:r>
            <a:r>
              <a:rPr lang="zh-CN" altLang="en-US"/>
              <a:t>类型检查和类型推断</a:t>
            </a:r>
          </a:p>
        </p:txBody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C5BA297C-83AB-47D3-83F6-EF94725E8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类型推断</a:t>
            </a: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type inference</a:t>
            </a:r>
            <a:r>
              <a:rPr lang="zh-CN" altLang="en-US">
                <a:latin typeface="宋体" panose="02010600030101010101" pitchFamily="2" charset="-122"/>
              </a:rPr>
              <a:t>）：只给一个</a:t>
            </a:r>
            <a:r>
              <a:rPr lang="en-US" altLang="zh-CN" b="1" i="1"/>
              <a:t>M</a:t>
            </a:r>
            <a:r>
              <a:rPr lang="zh-CN" altLang="en-US">
                <a:latin typeface="宋体" panose="02010600030101010101" pitchFamily="2" charset="-122"/>
              </a:rPr>
              <a:t>，推断出</a:t>
            </a:r>
            <a:r>
              <a:rPr lang="en-US" altLang="zh-CN" b="1" i="1"/>
              <a:t>M</a:t>
            </a:r>
            <a:r>
              <a:rPr lang="zh-CN" altLang="en-US">
                <a:latin typeface="宋体" panose="02010600030101010101" pitchFamily="2" charset="-122"/>
              </a:rPr>
              <a:t>的类型。</a:t>
            </a:r>
            <a:endParaRPr lang="en-US" altLang="zh-CN">
              <a:latin typeface="宋体" panose="02010600030101010101" pitchFamily="2" charset="-122"/>
            </a:endParaRPr>
          </a:p>
          <a:p>
            <a:pPr lvl="1"/>
            <a:r>
              <a:rPr lang="zh-CN" altLang="en-US">
                <a:latin typeface="宋体" panose="02010600030101010101" pitchFamily="2" charset="-122"/>
              </a:rPr>
              <a:t>属于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类型信息不完全</a:t>
            </a:r>
            <a:r>
              <a:rPr lang="zh-CN" altLang="en-US">
                <a:latin typeface="宋体" panose="02010600030101010101" pitchFamily="2" charset="-122"/>
              </a:rPr>
              <a:t>的情况下的定型判定问题，例如：</a:t>
            </a:r>
            <a:r>
              <a:rPr lang="en-US" altLang="zh-CN" b="1" i="1"/>
              <a:t>f 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 :</a:t>
            </a:r>
            <a:r>
              <a:rPr lang="en-US" altLang="zh-CN" b="1" i="1"/>
              <a:t> t</a:t>
            </a:r>
            <a:r>
              <a:rPr lang="en-US" altLang="zh-CN" b="1"/>
              <a:t>) =</a:t>
            </a:r>
            <a:r>
              <a:rPr lang="en-US" altLang="zh-CN" b="1" i="1"/>
              <a:t> E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en-US" altLang="zh-CN" b="1" i="1"/>
              <a:t>f 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) =</a:t>
            </a:r>
            <a:r>
              <a:rPr lang="en-US" altLang="zh-CN" b="1" i="1"/>
              <a:t> E</a:t>
            </a:r>
            <a:r>
              <a:rPr lang="zh-CN" altLang="en-US"/>
              <a:t>的区别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5D9472-ED81-E51A-31E4-A2BDD7CC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1ECAF-284D-46DE-8F05-E83A215B8D85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975157-6E3C-F409-51AA-46854314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A13D3-D8B9-6DA7-B4DC-8AEFFFDB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4F2965-21C5-D939-CF12-230713AA0693}"/>
              </a:ext>
            </a:extLst>
          </p:cNvPr>
          <p:cNvSpPr txBox="1"/>
          <p:nvPr/>
        </p:nvSpPr>
        <p:spPr>
          <a:xfrm>
            <a:off x="289421" y="3311510"/>
            <a:ext cx="439163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add_one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 {</a:t>
            </a: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 result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 /* inferred-type variable result */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 result2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/* inferred-type variable result #2 */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 + 1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result2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 + 1.0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 /* this line won't work (in the proposed language) */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return result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9B2539-6B19-7A61-8727-2279D290D618}"/>
              </a:ext>
            </a:extLst>
          </p:cNvPr>
          <p:cNvSpPr txBox="1"/>
          <p:nvPr/>
        </p:nvSpPr>
        <p:spPr>
          <a:xfrm>
            <a:off x="4861944" y="3311510"/>
            <a:ext cx="399263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在编译时推断所有变量的类型：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在左边的示例中，编译器会推断出</a:t>
            </a:r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具有整数类型，因为常量</a:t>
            </a:r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是整数类型。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由于</a:t>
            </a:r>
            <a:r>
              <a:rPr lang="en-US" altLang="zh-CN">
                <a:solidFill>
                  <a:schemeClr val="accent1"/>
                </a:solidFill>
                <a:latin typeface="Consolas" panose="020B0609020204030204" pitchFamily="49" charset="0"/>
              </a:rPr>
              <a:t>result</a:t>
            </a:r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>
                <a:solidFill>
                  <a:schemeClr val="accent1"/>
                </a:solidFill>
                <a:latin typeface="Consolas" panose="020B0609020204030204" pitchFamily="49" charset="0"/>
              </a:rPr>
              <a:t>x</a:t>
            </a:r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是整数类型，推断出</a:t>
            </a:r>
            <a:r>
              <a:rPr lang="en-US" altLang="zh-CN" b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add_one</a:t>
            </a:r>
            <a:r>
              <a:rPr lang="zh-CN" altLang="en-US">
                <a:solidFill>
                  <a:schemeClr val="accent1"/>
                </a:solidFill>
                <a:latin typeface="Consolas" panose="020B0609020204030204" pitchFamily="49" charset="0"/>
              </a:rPr>
              <a:t>函数的类型：</a:t>
            </a:r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int -&gt; int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。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result2</a:t>
            </a:r>
            <a:r>
              <a:rPr lang="zh-CN" altLang="en-US" b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没有以合法的方式使用，因此它没有类型。</a:t>
            </a:r>
            <a:endParaRPr lang="en-US" altLang="zh-CN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b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C4CA62C-7C92-4184-91F1-9145DAC54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5.2.3 </a:t>
            </a:r>
            <a:r>
              <a:rPr lang="zh-CN" altLang="en-US"/>
              <a:t>类型检查和类型推断</a:t>
            </a:r>
          </a:p>
        </p:txBody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C5BA297C-83AB-47D3-83F6-EF94725E8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49" y="1257300"/>
            <a:ext cx="8121067" cy="5453893"/>
          </a:xfrm>
        </p:spPr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类型错误</a:t>
            </a: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type error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</a:p>
          <a:p>
            <a:pPr lvl="1"/>
            <a:r>
              <a:rPr lang="zh-CN" altLang="en-US"/>
              <a:t>如果不存在</a:t>
            </a:r>
            <a:r>
              <a:rPr lang="en-US" altLang="zh-CN" b="1" i="1"/>
              <a:t>M</a:t>
            </a:r>
            <a:r>
              <a:rPr lang="zh-CN" altLang="en-US"/>
              <a:t>的任何</a:t>
            </a:r>
            <a:r>
              <a:rPr lang="zh-CN" altLang="en-US">
                <a:latin typeface="宋体" panose="02010600030101010101" pitchFamily="2" charset="-122"/>
              </a:rPr>
              <a:t>演绎推理</a:t>
            </a:r>
            <a:r>
              <a:rPr lang="zh-CN" altLang="en-US"/>
              <a:t>（ </a:t>
            </a:r>
            <a:r>
              <a:rPr lang="en-US" altLang="zh-CN" b="1" i="1"/>
              <a:t>Type derivation</a:t>
            </a:r>
            <a:r>
              <a:rPr lang="zh-CN" altLang="en-US"/>
              <a:t>），则说</a:t>
            </a:r>
            <a:r>
              <a:rPr lang="en-US" altLang="zh-CN" b="1" i="1"/>
              <a:t>M</a:t>
            </a:r>
            <a:r>
              <a:rPr lang="zh-CN" altLang="en-US"/>
              <a:t>是不可定型的（</a:t>
            </a:r>
            <a:r>
              <a:rPr lang="en-US" altLang="zh-CN" b="1" i="1"/>
              <a:t>not typeable</a:t>
            </a:r>
            <a:r>
              <a:rPr lang="zh-CN" altLang="en-US"/>
              <a:t>），或说它有类型错误</a:t>
            </a: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 b="1" i="1"/>
              <a:t>type error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r>
              <a:rPr lang="zh-CN" altLang="en-US"/>
              <a:t>或类型缺陷（</a:t>
            </a:r>
            <a:r>
              <a:rPr lang="en-US" altLang="zh-CN" b="1" i="1"/>
              <a:t>ill typed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F87FF4-2FCA-B562-A9B9-FA6E5367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A5F1-DFF0-4C87-A32C-F0EA552A1D1C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2B99E2-DCEC-120D-A618-9C897E5F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0E595-92D0-A1E1-72F8-2B03EE1B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03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B41E1E-A33E-8F23-29FA-5350EC56762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F7DAD5CB-7203-4A9F-AACC-BFB30592BD9D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2B176-5467-EE4E-1358-96C4B7AD292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4C4FF-74D9-61FC-9451-0B76165670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45D6AD-FDD1-583F-BDF3-E3394BF0CB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56431"/>
            <a:ext cx="8826500" cy="16851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ctr"/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描述下列定型规则的含义时，正确的是：</a:t>
            </a:r>
            <a:endParaRPr lang="en-US" altLang="zh-CN" sz="260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algn="ctr"/>
            <a:endParaRPr lang="en-US" altLang="zh-CN" sz="260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(</a:t>
            </a:r>
            <a:r>
              <a:rPr lang="en-US" altLang="zh-CN" sz="2400" b="1" err="1"/>
              <a:t>ExpIndex</a:t>
            </a:r>
            <a:r>
              <a:rPr lang="en-US" altLang="zh-CN" sz="2400" b="1"/>
              <a:t>)                                                                      (0</a:t>
            </a:r>
            <a:r>
              <a:rPr lang="en-US" altLang="zh-CN" sz="2400" b="1">
                <a:sym typeface="Symbol" panose="05050102010706020507" pitchFamily="18" charset="2"/>
              </a:rPr>
              <a:t></a:t>
            </a:r>
            <a:r>
              <a:rPr lang="en-US" altLang="zh-CN" sz="2400" b="1" i="1"/>
              <a:t>E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.val</a:t>
            </a:r>
            <a:r>
              <a:rPr lang="en-US" altLang="zh-CN" sz="2400" b="1" baseline="-25000"/>
              <a:t> </a:t>
            </a:r>
            <a:r>
              <a:rPr lang="en-US" altLang="zh-CN" sz="2400" b="1">
                <a:sym typeface="Symbol" panose="05050102010706020507" pitchFamily="18" charset="2"/>
              </a:rPr>
              <a:t>&lt;</a:t>
            </a:r>
            <a:r>
              <a:rPr lang="en-US" altLang="zh-CN" sz="2400" b="1" baseline="-25000"/>
              <a:t> </a:t>
            </a:r>
            <a:r>
              <a:rPr lang="en-US" altLang="zh-CN" sz="2400" b="1" i="1"/>
              <a:t>N</a:t>
            </a:r>
            <a:r>
              <a:rPr lang="en-US" altLang="zh-CN" sz="2400" b="1"/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34C4F4-D20F-5599-6EC6-49A265E842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65918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/>
              <a:t>“</a:t>
            </a:r>
            <a:r>
              <a:rPr lang="en-US" altLang="zh-CN" sz="2800" b="1" i="1"/>
              <a:t>E</a:t>
            </a:r>
            <a:r>
              <a:rPr lang="en-US" altLang="zh-CN" sz="2800" b="1" baseline="-25000"/>
              <a:t>2</a:t>
            </a:r>
            <a:r>
              <a:rPr lang="zh-CN" altLang="en-US" sz="2800"/>
              <a:t>的类型为</a:t>
            </a:r>
            <a:r>
              <a:rPr lang="en-US" altLang="zh-CN" sz="2800" b="1"/>
              <a:t>int</a:t>
            </a:r>
            <a:r>
              <a:rPr lang="zh-CN" altLang="en-US" sz="2800"/>
              <a:t>”是一个结论</a:t>
            </a:r>
            <a:endParaRPr lang="zh-CN" altLang="en-US" sz="260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9EBD38-58E8-F12B-DBF8-AA4DDF37D6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43971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>
                <a:sym typeface="Symbol" panose="05050102010706020507" pitchFamily="18" charset="2"/>
              </a:rPr>
              <a:t></a:t>
            </a:r>
            <a:r>
              <a:rPr lang="en-US" altLang="zh-CN" sz="2800" b="1"/>
              <a:t> |</a:t>
            </a:r>
            <a:r>
              <a:rPr lang="en-US" altLang="zh-CN" sz="2800" b="1">
                <a:sym typeface="Symbol" panose="05050102010706020507" pitchFamily="18" charset="2"/>
              </a:rPr>
              <a:t></a:t>
            </a:r>
            <a:r>
              <a:rPr lang="en-US" altLang="zh-CN" sz="2800" b="1"/>
              <a:t> </a:t>
            </a:r>
            <a:r>
              <a:rPr lang="en-US" altLang="zh-CN" sz="2800" b="1" i="1"/>
              <a:t>E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: </a:t>
            </a:r>
            <a:r>
              <a:rPr lang="en-US" altLang="zh-CN" sz="2800" b="1" i="1"/>
              <a:t>array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, </a:t>
            </a:r>
            <a:r>
              <a:rPr lang="en-US" altLang="zh-CN" sz="2800" b="1" i="1"/>
              <a:t>T</a:t>
            </a:r>
            <a:r>
              <a:rPr lang="en-US" altLang="zh-CN" sz="2800" b="1"/>
              <a:t>) </a:t>
            </a:r>
            <a:r>
              <a:rPr lang="zh-CN" altLang="en-US" sz="2800"/>
              <a:t>是一个推理规则</a:t>
            </a:r>
            <a:endParaRPr lang="zh-CN" altLang="en-US" sz="260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6667CE-15A8-C8CB-8652-5DB3D6E57E7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203145"/>
            <a:ext cx="6400800" cy="143589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该定型规则表示“如果</a:t>
            </a:r>
            <a:r>
              <a:rPr lang="en-US" altLang="zh-CN" sz="2800" b="1" i="1"/>
              <a:t>E</a:t>
            </a:r>
            <a:r>
              <a:rPr lang="en-US" altLang="zh-CN" sz="2800" b="1" baseline="-25000"/>
              <a:t>1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是由若干元素</a:t>
            </a:r>
            <a:r>
              <a:rPr lang="en-US" altLang="zh-CN" sz="2600" b="1" i="1">
                <a:solidFill>
                  <a:srgbClr val="000000"/>
                </a:solidFill>
                <a:sym typeface="Microsoft Yahei" panose="020B0503020204020204" pitchFamily="3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组成的一维数组，</a:t>
            </a:r>
            <a:r>
              <a:rPr lang="en-US" altLang="zh-CN" sz="2800" b="1" i="1">
                <a:latin typeface="+mn-lt"/>
                <a:ea typeface="+mn-ea"/>
              </a:rPr>
              <a:t> E</a:t>
            </a:r>
            <a:r>
              <a:rPr lang="en-US" altLang="zh-CN" sz="2800" b="1" baseline="-25000">
                <a:latin typeface="+mn-lt"/>
                <a:ea typeface="+mn-ea"/>
              </a:rPr>
              <a:t>2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是一个</a:t>
            </a:r>
            <a:r>
              <a:rPr lang="en-US" altLang="zh-CN" sz="2600" b="1">
                <a:solidFill>
                  <a:srgbClr val="000000"/>
                </a:solidFill>
                <a:sym typeface="Microsoft Yahei" panose="020B0503020204020204" pitchFamily="34" charset="-122"/>
              </a:rPr>
              <a:t>[0,N)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的整数，则数组中的某元素</a:t>
            </a:r>
            <a:r>
              <a:rPr lang="en-US" altLang="zh-CN" sz="2800" b="1" i="1">
                <a:latin typeface="+mn-lt"/>
                <a:ea typeface="+mn-ea"/>
              </a:rPr>
              <a:t>E</a:t>
            </a:r>
            <a:r>
              <a:rPr lang="en-US" altLang="zh-CN" sz="2800" b="1" baseline="-25000">
                <a:latin typeface="+mn-lt"/>
                <a:ea typeface="+mn-ea"/>
              </a:rPr>
              <a:t>1</a:t>
            </a:r>
            <a:r>
              <a:rPr lang="en-US" altLang="zh-CN" sz="2800" b="1">
                <a:latin typeface="+mn-lt"/>
                <a:ea typeface="+mn-ea"/>
              </a:rPr>
              <a:t>[</a:t>
            </a:r>
            <a:r>
              <a:rPr lang="en-US" altLang="zh-CN" sz="2800" b="1" i="1">
                <a:latin typeface="+mn-lt"/>
                <a:ea typeface="+mn-ea"/>
              </a:rPr>
              <a:t>E</a:t>
            </a:r>
            <a:r>
              <a:rPr lang="en-US" altLang="zh-CN" sz="2800" b="1" baseline="-25000">
                <a:latin typeface="+mn-lt"/>
                <a:ea typeface="+mn-ea"/>
              </a:rPr>
              <a:t>2</a:t>
            </a:r>
            <a:r>
              <a:rPr lang="en-US" altLang="zh-CN" sz="2800" b="1">
                <a:latin typeface="+mn-lt"/>
                <a:ea typeface="+mn-ea"/>
              </a:rPr>
              <a:t>]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类型为</a:t>
            </a:r>
            <a:r>
              <a:rPr lang="en-US" altLang="zh-CN" sz="2600" b="1" i="1">
                <a:solidFill>
                  <a:srgbClr val="000000"/>
                </a:solidFill>
                <a:sym typeface="Microsoft Yahei" panose="020B0503020204020204" pitchFamily="3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sym typeface="Microsoft Yahei" panose="020B0503020204020204" pitchFamily="34" charset="-122"/>
              </a:rPr>
              <a:t>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B05495-FCEC-48E5-2E94-182FFC8054F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66665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>
                <a:latin typeface="+mn-lt"/>
                <a:ea typeface="+mn-ea"/>
              </a:rPr>
              <a:t>array</a:t>
            </a:r>
            <a:r>
              <a:rPr lang="en-US" altLang="zh-CN" sz="2800" b="1">
                <a:latin typeface="+mn-lt"/>
                <a:ea typeface="+mn-ea"/>
              </a:rPr>
              <a:t>(</a:t>
            </a:r>
            <a:r>
              <a:rPr lang="en-US" altLang="zh-CN" sz="2800" b="1" i="1">
                <a:latin typeface="+mn-lt"/>
                <a:ea typeface="+mn-ea"/>
              </a:rPr>
              <a:t>N</a:t>
            </a:r>
            <a:r>
              <a:rPr lang="en-US" altLang="zh-CN" sz="2800" b="1">
                <a:latin typeface="+mn-lt"/>
                <a:ea typeface="+mn-ea"/>
              </a:rPr>
              <a:t>, </a:t>
            </a:r>
            <a:r>
              <a:rPr lang="en-US" altLang="zh-CN" sz="2800" b="1" i="1">
                <a:latin typeface="+mn-lt"/>
                <a:ea typeface="+mn-ea"/>
              </a:rPr>
              <a:t>T</a:t>
            </a:r>
            <a:r>
              <a:rPr lang="en-US" altLang="zh-CN" sz="2800" b="1">
                <a:latin typeface="+mn-lt"/>
                <a:ea typeface="+mn-ea"/>
              </a:rPr>
              <a:t>)</a:t>
            </a:r>
            <a:r>
              <a:rPr lang="zh-CN" altLang="en-US" sz="2800">
                <a:latin typeface="+mn-lt"/>
                <a:ea typeface="+mn-ea"/>
              </a:rPr>
              <a:t>是一个基本类型表达式</a:t>
            </a:r>
            <a:endParaRPr lang="zh-CN" altLang="en-US" sz="260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34695F7-3BAD-48D2-F15E-60BDFE11C74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723474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632D261-E93C-6025-961A-864D8ADFA21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0400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5291A8F-1121-A6AB-C8AF-9194C3816BC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308754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908B40B-76BD-1095-C46C-83F52E58C7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73095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AC373BF-1E7B-EE10-FC4D-B9E5166B609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15200" y="6309359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5" name="Group 7">
            <a:extLst>
              <a:ext uri="{FF2B5EF4-FFF2-40B4-BE49-F238E27FC236}">
                <a16:creationId xmlns:a16="http://schemas.microsoft.com/office/drawing/2014/main" id="{DE827914-6DA4-2CCF-06DD-C1C83F3D753C}"/>
              </a:ext>
            </a:extLst>
          </p:cNvPr>
          <p:cNvGrpSpPr>
            <a:grpSpLocks/>
          </p:cNvGrpSpPr>
          <p:nvPr/>
        </p:nvGrpSpPr>
        <p:grpSpPr bwMode="auto">
          <a:xfrm>
            <a:off x="1628775" y="1595437"/>
            <a:ext cx="5457825" cy="762000"/>
            <a:chOff x="2971" y="3702"/>
            <a:chExt cx="2404" cy="480"/>
          </a:xfrm>
        </p:grpSpPr>
        <p:sp>
          <p:nvSpPr>
            <p:cNvPr id="26" name="Rectangle 8" descr="Green marble">
              <a:extLst>
                <a:ext uri="{FF2B5EF4-FFF2-40B4-BE49-F238E27FC236}">
                  <a16:creationId xmlns:a16="http://schemas.microsoft.com/office/drawing/2014/main" id="{EFC3D439-EDA0-006E-08CA-4EE21795C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3702"/>
              <a:ext cx="240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 </a:t>
              </a:r>
              <a:r>
                <a:rPr lang="en-US" altLang="zh-CN" sz="2400" b="1">
                  <a:latin typeface="+mn-lt"/>
                  <a:ea typeface="+mn-ea"/>
                </a:rPr>
                <a:t> |</a:t>
              </a: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</a:t>
              </a:r>
              <a:r>
                <a:rPr lang="en-US" altLang="zh-CN" sz="2400" b="1">
                  <a:latin typeface="+mn-lt"/>
                  <a:ea typeface="+mn-ea"/>
                </a:rPr>
                <a:t> </a:t>
              </a:r>
              <a:r>
                <a:rPr lang="en-US" altLang="zh-CN" sz="2400" b="1" i="1">
                  <a:latin typeface="+mn-lt"/>
                  <a:ea typeface="+mn-ea"/>
                </a:rPr>
                <a:t>E</a:t>
              </a:r>
              <a:r>
                <a:rPr lang="en-US" altLang="zh-CN" sz="2400" b="1" baseline="-25000">
                  <a:latin typeface="+mn-lt"/>
                  <a:ea typeface="+mn-ea"/>
                </a:rPr>
                <a:t>1</a:t>
              </a:r>
              <a:r>
                <a:rPr lang="en-US" altLang="zh-CN" sz="2400" b="1">
                  <a:latin typeface="+mn-lt"/>
                  <a:ea typeface="+mn-ea"/>
                </a:rPr>
                <a:t>: </a:t>
              </a:r>
              <a:r>
                <a:rPr lang="en-US" altLang="zh-CN" sz="2400" b="1" i="1">
                  <a:latin typeface="+mn-lt"/>
                  <a:ea typeface="+mn-ea"/>
                </a:rPr>
                <a:t>array</a:t>
              </a:r>
              <a:r>
                <a:rPr lang="en-US" altLang="zh-CN" sz="2400" b="1">
                  <a:latin typeface="+mn-lt"/>
                  <a:ea typeface="+mn-ea"/>
                </a:rPr>
                <a:t>(</a:t>
              </a:r>
              <a:r>
                <a:rPr lang="en-US" altLang="zh-CN" sz="2400" b="1" i="1">
                  <a:latin typeface="+mn-lt"/>
                  <a:ea typeface="+mn-ea"/>
                </a:rPr>
                <a:t>N</a:t>
              </a:r>
              <a:r>
                <a:rPr lang="en-US" altLang="zh-CN" sz="2400" b="1">
                  <a:latin typeface="+mn-lt"/>
                  <a:ea typeface="+mn-ea"/>
                </a:rPr>
                <a:t>, </a:t>
              </a:r>
              <a:r>
                <a:rPr lang="en-US" altLang="zh-CN" sz="2400" b="1" i="1">
                  <a:latin typeface="+mn-lt"/>
                  <a:ea typeface="+mn-ea"/>
                </a:rPr>
                <a:t>T</a:t>
              </a:r>
              <a:r>
                <a:rPr lang="en-US" altLang="zh-CN" sz="2400" b="1">
                  <a:latin typeface="+mn-lt"/>
                  <a:ea typeface="+mn-ea"/>
                </a:rPr>
                <a:t>), </a:t>
              </a: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</a:t>
              </a:r>
              <a:r>
                <a:rPr lang="en-US" altLang="zh-CN" sz="2400" b="1">
                  <a:latin typeface="+mn-lt"/>
                  <a:ea typeface="+mn-ea"/>
                </a:rPr>
                <a:t> |</a:t>
              </a: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</a:t>
              </a:r>
              <a:r>
                <a:rPr lang="en-US" altLang="zh-CN" sz="2400" b="1">
                  <a:latin typeface="+mn-lt"/>
                  <a:ea typeface="+mn-ea"/>
                </a:rPr>
                <a:t> </a:t>
              </a:r>
              <a:r>
                <a:rPr lang="en-US" altLang="zh-CN" sz="2400" b="1" i="1">
                  <a:latin typeface="+mn-lt"/>
                  <a:ea typeface="+mn-ea"/>
                </a:rPr>
                <a:t>E</a:t>
              </a:r>
              <a:r>
                <a:rPr lang="en-US" altLang="zh-CN" sz="2400" b="1" baseline="-25000">
                  <a:latin typeface="+mn-lt"/>
                  <a:ea typeface="+mn-ea"/>
                </a:rPr>
                <a:t>2</a:t>
              </a:r>
              <a:r>
                <a:rPr lang="en-US" altLang="zh-CN" sz="2400" b="1">
                  <a:latin typeface="+mn-lt"/>
                  <a:ea typeface="+mn-ea"/>
                </a:rPr>
                <a:t>: </a:t>
              </a:r>
              <a:r>
                <a:rPr lang="en-US" altLang="zh-CN" sz="2400" b="1" i="1">
                  <a:latin typeface="+mn-lt"/>
                  <a:ea typeface="+mn-ea"/>
                </a:rPr>
                <a:t>integer</a:t>
              </a:r>
              <a:endParaRPr lang="en-US" altLang="zh-CN" sz="2400" b="1" i="1" baseline="-25000"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</a:t>
              </a:r>
              <a:r>
                <a:rPr lang="en-US" altLang="zh-CN" sz="2400" b="1">
                  <a:latin typeface="+mn-lt"/>
                  <a:ea typeface="+mn-ea"/>
                </a:rPr>
                <a:t> |</a:t>
              </a:r>
              <a:r>
                <a:rPr lang="en-US" altLang="zh-CN" sz="2400" b="1">
                  <a:latin typeface="+mn-lt"/>
                  <a:ea typeface="+mn-ea"/>
                  <a:sym typeface="Symbol" panose="05050102010706020507" pitchFamily="18" charset="2"/>
                </a:rPr>
                <a:t></a:t>
              </a:r>
              <a:r>
                <a:rPr lang="en-US" altLang="zh-CN" sz="2400" b="1">
                  <a:latin typeface="+mn-lt"/>
                  <a:ea typeface="+mn-ea"/>
                </a:rPr>
                <a:t> </a:t>
              </a:r>
              <a:r>
                <a:rPr lang="en-US" altLang="zh-CN" sz="2400" b="1" i="1">
                  <a:solidFill>
                    <a:srgbClr val="C00000"/>
                  </a:solidFill>
                  <a:latin typeface="+mn-lt"/>
                  <a:ea typeface="+mn-ea"/>
                </a:rPr>
                <a:t>E</a:t>
              </a:r>
              <a:r>
                <a:rPr lang="en-US" altLang="zh-CN" sz="2400" b="1" baseline="-25000">
                  <a:solidFill>
                    <a:srgbClr val="C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sz="2400" b="1">
                  <a:solidFill>
                    <a:srgbClr val="C00000"/>
                  </a:solidFill>
                  <a:latin typeface="+mn-lt"/>
                  <a:ea typeface="+mn-ea"/>
                </a:rPr>
                <a:t>[</a:t>
              </a:r>
              <a:r>
                <a:rPr lang="en-US" altLang="zh-CN" sz="2400" b="1" i="1">
                  <a:solidFill>
                    <a:srgbClr val="C00000"/>
                  </a:solidFill>
                  <a:latin typeface="+mn-lt"/>
                  <a:ea typeface="+mn-ea"/>
                </a:rPr>
                <a:t>E</a:t>
              </a:r>
              <a:r>
                <a:rPr lang="en-US" altLang="zh-CN" sz="2400" b="1" baseline="-25000">
                  <a:solidFill>
                    <a:srgbClr val="C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sz="2400" b="1">
                  <a:solidFill>
                    <a:srgbClr val="C00000"/>
                  </a:solidFill>
                  <a:latin typeface="+mn-lt"/>
                  <a:ea typeface="+mn-ea"/>
                </a:rPr>
                <a:t>] </a:t>
              </a:r>
              <a:r>
                <a:rPr lang="en-US" altLang="zh-CN" sz="2400" b="1">
                  <a:latin typeface="+mn-lt"/>
                  <a:ea typeface="+mn-ea"/>
                </a:rPr>
                <a:t>: </a:t>
              </a:r>
              <a:r>
                <a:rPr lang="en-US" altLang="zh-CN" sz="2400" b="1" i="1">
                  <a:latin typeface="+mn-lt"/>
                  <a:ea typeface="+mn-ea"/>
                </a:rPr>
                <a:t>T</a:t>
              </a: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573A9FC7-2D48-9A10-1250-F0223D02D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1" y="3942"/>
              <a:ext cx="220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A370EFD-A259-D444-DF89-E297CC0B38A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A37BD15C-E4CE-4551-B523-851529D8D4A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E3432851-61BF-992A-3AB4-0465BC85912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CB588928-1EF1-4170-5BD7-35130046171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EFFB0892-2E12-1FEB-5DD2-99656859F1F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0A1B0C1A-391B-E7DD-802A-8FEEEB95E1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4904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1D5A924-48CD-0475-1380-0068430B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00" y="290803"/>
            <a:ext cx="6287528" cy="6523740"/>
          </a:xfrm>
          <a:prstGeom prst="rect">
            <a:avLst/>
          </a:prstGeom>
        </p:spPr>
      </p:pic>
      <p:sp>
        <p:nvSpPr>
          <p:cNvPr id="49154" name="Rectangle 2">
            <a:extLst>
              <a:ext uri="{FF2B5EF4-FFF2-40B4-BE49-F238E27FC236}">
                <a16:creationId xmlns:a16="http://schemas.microsoft.com/office/drawing/2014/main" id="{9C3F7577-F293-44BB-8D1A-9085EF3B0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本节小结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E526D0-7DB3-87DE-7AC3-2243B154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C9A1A-5C88-4578-A1E0-6B8C9EF58DE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EE8CBC-A1C1-C36C-895F-B6D2D810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9405C-3FA7-54CE-4F14-4362FCFC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E588808-FA3E-4214-B929-43A5EF5CC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作业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E5EDEB3-DB97-44C1-B6A5-0F09EA242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第四章：</a:t>
            </a:r>
            <a:endParaRPr lang="en-US" altLang="zh-CN"/>
          </a:p>
          <a:p>
            <a:pPr lvl="1"/>
            <a:r>
              <a:rPr lang="en-US" altLang="zh-CN"/>
              <a:t>P132/4.1; 4.3</a:t>
            </a:r>
          </a:p>
          <a:p>
            <a:pPr eaLnBrk="1" hangingPunct="1"/>
            <a:r>
              <a:rPr lang="zh-CN" altLang="en-US"/>
              <a:t>第五章：</a:t>
            </a:r>
            <a:endParaRPr lang="en-US" altLang="zh-CN"/>
          </a:p>
          <a:p>
            <a:pPr lvl="1"/>
            <a:r>
              <a:rPr lang="en-US" altLang="zh-CN"/>
              <a:t>P165 / 5.5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563E1F-99BE-70F0-B2B5-6951039B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CAE33-129E-4DED-98A0-F3E9F67548B9}" type="datetime2">
              <a:rPr lang="zh-CN" altLang="en-US" smtClean="0"/>
              <a:t>2024年6月7日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AFD02E-0AAF-E807-8C70-386FD705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类型检查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217D2-E263-15AD-0898-D4E4BC8D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错&quot;,&quot;错误&quot;]},{&quot;num&quot;:2,&quot;caseSensitive&quot;:false,&quot;fuzzyMatch&quot;:false,&quot;Score&quot;:1.0,&quot;answers&quot;:[&quot;对&quot;,&quot;正确&quot;]},{&quot;num&quot;:3,&quot;caseSensitive&quot;:false,&quot;fuzzyMatch&quot;:false,&quot;Score&quot;:1.0,&quot;answers&quot;:[&quot;错&quot;,&quot;错误&quot;]},{&quot;num&quot;:4,&quot;caseSensitive&quot;:false,&quot;fuzzyMatch&quot;:false,&quot;Score&quot;:1.0,&quot;answers&quot;:[&quot;错&quot;,&quot;错误&quot;]}]"/>
  <p:tag name="PROBLEMBLANKORDER" val="true"/>
  <p:tag name="PROBLEMHASREMARK" val="True"/>
  <p:tag name="PROBLEMSCORE" val="4.0"/>
  <p:tag name="PROBLEMREMARK" val="1、错。如果一个语言的任何合法程序都是【良行为】的，那么它是安全语言。 &#10;2、对。类型可靠的定义。&#10;3、错。类型化语言不一定类型可靠，所以不一定是安全语言。&#10;4、错。C语言不是类型可靠的语言，见上上页PPT。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</TotalTime>
  <Words>4790</Words>
  <Application>Microsoft Office PowerPoint</Application>
  <PresentationFormat>全屏显示(4:3)</PresentationFormat>
  <Paragraphs>668</Paragraphs>
  <Slides>38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-apple-system</vt:lpstr>
      <vt:lpstr>等线</vt:lpstr>
      <vt:lpstr>黑体</vt:lpstr>
      <vt:lpstr>宋体</vt:lpstr>
      <vt:lpstr>Microsoft Yahei</vt:lpstr>
      <vt:lpstr>新宋体</vt:lpstr>
      <vt:lpstr>Arial</vt:lpstr>
      <vt:lpstr>Comic Sans MS</vt:lpstr>
      <vt:lpstr>Consolas</vt:lpstr>
      <vt:lpstr>Symbol</vt:lpstr>
      <vt:lpstr>Times New Roman</vt:lpstr>
      <vt:lpstr>Wingdings</vt:lpstr>
      <vt:lpstr>主题1</vt:lpstr>
      <vt:lpstr>第五章 类型检查(1)</vt:lpstr>
      <vt:lpstr>什么是类型检查</vt:lpstr>
      <vt:lpstr>第五章 类型检查</vt:lpstr>
      <vt:lpstr>本次课内容</vt:lpstr>
      <vt:lpstr>PowerPoint 演示文稿</vt:lpstr>
      <vt:lpstr>5.1.1 执行错误和安全语言</vt:lpstr>
      <vt:lpstr>5.1.1 执行错误和安全语言</vt:lpstr>
      <vt:lpstr>5.1.2 类型化语言和类型系统</vt:lpstr>
      <vt:lpstr>5.1.2 类型化语言和类型系统</vt:lpstr>
      <vt:lpstr>5.1.2 类型化语言和类型系统</vt:lpstr>
      <vt:lpstr>5.1.2 类型化语言和类型系统</vt:lpstr>
      <vt:lpstr>5.1.2 类型化语言和类型系统</vt:lpstr>
      <vt:lpstr>5.1.2 类型化语言和类型系统</vt:lpstr>
      <vt:lpstr>5.1.2 类型化语言和类型系统</vt:lpstr>
      <vt:lpstr>PowerPoint 演示文稿</vt:lpstr>
      <vt:lpstr>PowerPoint 演示文稿</vt:lpstr>
      <vt:lpstr>5.1.3 类型化语言的优点</vt:lpstr>
      <vt:lpstr>5.15 类型表达式</vt:lpstr>
      <vt:lpstr>5.15 类型表达式</vt:lpstr>
      <vt:lpstr>5.15 类型表达式</vt:lpstr>
      <vt:lpstr>5.15 类型表达式</vt:lpstr>
      <vt:lpstr>5.15 类型表达式</vt:lpstr>
      <vt:lpstr>5.15 类型表达式</vt:lpstr>
      <vt:lpstr>5.15 类型表达式</vt:lpstr>
      <vt:lpstr>5.2 类型系统的描述语言</vt:lpstr>
      <vt:lpstr>5.2 类型系统的描述语言</vt:lpstr>
      <vt:lpstr>5.2.1 断言</vt:lpstr>
      <vt:lpstr>5.2.1 断言</vt:lpstr>
      <vt:lpstr>5.2.2 定型规则和演绎推理</vt:lpstr>
      <vt:lpstr>5.2.2 定型规则和演绎推理</vt:lpstr>
      <vt:lpstr>5.2.2 定型规则和演绎推理</vt:lpstr>
      <vt:lpstr>5.2.3 类型检查和类型推断</vt:lpstr>
      <vt:lpstr>5.2.3 类型检查和类型推断</vt:lpstr>
      <vt:lpstr>5.2.3 类型检查和类型推断</vt:lpstr>
      <vt:lpstr>5.2.3 类型检查和类型推断</vt:lpstr>
      <vt:lpstr>PowerPoint 演示文稿</vt:lpstr>
      <vt:lpstr>本节小结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语法分析(8)</dc:title>
  <dc:creator>欣捷</dc:creator>
  <cp:lastModifiedBy>欣捷 王</cp:lastModifiedBy>
  <cp:revision>1</cp:revision>
  <dcterms:created xsi:type="dcterms:W3CDTF">2021-04-20T06:55:23Z</dcterms:created>
  <dcterms:modified xsi:type="dcterms:W3CDTF">2024-06-07T07:31:15Z</dcterms:modified>
</cp:coreProperties>
</file>